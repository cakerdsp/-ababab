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8.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9.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 id="2147483686" r:id="rId4"/>
    <p:sldMasterId id="2147483699" r:id="rId5"/>
    <p:sldMasterId id="2147483712" r:id="rId6"/>
    <p:sldMasterId id="2147483725" r:id="rId7"/>
    <p:sldMasterId id="2147483738" r:id="rId8"/>
    <p:sldMasterId id="2147483751" r:id="rId9"/>
    <p:sldMasterId id="2147483764" r:id="rId10"/>
  </p:sldMasterIdLst>
  <p:notesMasterIdLst>
    <p:notesMasterId r:id="rId40"/>
  </p:notesMasterIdLst>
  <p:sldIdLst>
    <p:sldId id="573" r:id="rId11"/>
    <p:sldId id="603" r:id="rId12"/>
    <p:sldId id="620" r:id="rId13"/>
    <p:sldId id="604" r:id="rId14"/>
    <p:sldId id="574" r:id="rId15"/>
    <p:sldId id="606" r:id="rId16"/>
    <p:sldId id="608" r:id="rId17"/>
    <p:sldId id="586" r:id="rId18"/>
    <p:sldId id="585" r:id="rId19"/>
    <p:sldId id="609" r:id="rId20"/>
    <p:sldId id="611" r:id="rId21"/>
    <p:sldId id="612" r:id="rId22"/>
    <p:sldId id="601" r:id="rId23"/>
    <p:sldId id="597" r:id="rId24"/>
    <p:sldId id="599" r:id="rId25"/>
    <p:sldId id="614" r:id="rId26"/>
    <p:sldId id="615" r:id="rId27"/>
    <p:sldId id="617" r:id="rId28"/>
    <p:sldId id="616" r:id="rId29"/>
    <p:sldId id="256" r:id="rId30"/>
    <p:sldId id="286" r:id="rId31"/>
    <p:sldId id="263" r:id="rId32"/>
    <p:sldId id="288" r:id="rId33"/>
    <p:sldId id="273" r:id="rId34"/>
    <p:sldId id="274" r:id="rId35"/>
    <p:sldId id="283" r:id="rId36"/>
    <p:sldId id="618" r:id="rId37"/>
    <p:sldId id="619" r:id="rId38"/>
    <p:sldId id="600" r:id="rId39"/>
  </p:sldIdLst>
  <p:sldSz cx="9144000" cy="6858000" type="screen4x3"/>
  <p:notesSz cx="6858000" cy="9144000"/>
  <p:custDataLst>
    <p:tags r:id="rId41"/>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2">
          <p15:clr>
            <a:srgbClr val="A4A3A4"/>
          </p15:clr>
        </p15:guide>
        <p15:guide id="2" pos="287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8F9F9B"/>
    <a:srgbClr val="CCEEDF"/>
    <a:srgbClr val="C7FFF0"/>
    <a:srgbClr val="FF3300"/>
    <a:srgbClr val="996633"/>
    <a:srgbClr val="0000CC"/>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42"/>
    <p:restoredTop sz="90928"/>
  </p:normalViewPr>
  <p:slideViewPr>
    <p:cSldViewPr showGuides="1">
      <p:cViewPr varScale="1">
        <p:scale>
          <a:sx n="148" d="100"/>
          <a:sy n="148" d="100"/>
        </p:scale>
        <p:origin x="1962" y="120"/>
      </p:cViewPr>
      <p:guideLst>
        <p:guide orient="horz" pos="2182"/>
        <p:guide pos="2878"/>
      </p:guideLst>
    </p:cSldViewPr>
  </p:slideViewPr>
  <p:outlineViewPr>
    <p:cViewPr>
      <p:scale>
        <a:sx n="33" d="100"/>
        <a:sy n="33" d="100"/>
      </p:scale>
      <p:origin x="0" y="0"/>
    </p:cViewPr>
  </p:outlin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commentAuthors" Target="commen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4A13D302-B0CB-4D03-9999-F617A7085C67}" type="datetimeFigureOut">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2022/10/27</a:t>
            </a:fld>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p>
            <a:pPr lvl="0" algn="r">
              <a:buNone/>
            </a:pP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a:solidFill>
              <a:srgbClr val="000000">
                <a:alpha val="100000"/>
              </a:srgbClr>
            </a:solidFill>
            <a:miter lim="800000"/>
          </a:ln>
        </p:spPr>
      </p:sp>
      <p:sp>
        <p:nvSpPr>
          <p:cNvPr id="6147"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614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a:t>
            </a:fld>
            <a:endParaRPr lang="zh-CN" altLang="en-US" sz="1200"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a:solidFill>
              <a:srgbClr val="000000">
                <a:alpha val="100000"/>
              </a:srgbClr>
            </a:solidFill>
            <a:miter lim="800000"/>
          </a:ln>
        </p:spPr>
      </p:sp>
      <p:sp>
        <p:nvSpPr>
          <p:cNvPr id="6147"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614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2</a:t>
            </a:fld>
            <a:endParaRPr lang="zh-CN" altLang="en-US" sz="1200"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a:solidFill>
              <a:srgbClr val="000000">
                <a:alpha val="100000"/>
              </a:srgbClr>
            </a:solidFill>
            <a:miter lim="800000"/>
          </a:ln>
        </p:spPr>
      </p:sp>
      <p:sp>
        <p:nvSpPr>
          <p:cNvPr id="43011"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430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3</a:t>
            </a:fld>
            <a:endParaRPr lang="zh-CN" altLang="en-US" sz="1200"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81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4</a:t>
            </a:fld>
            <a:endParaRPr lang="zh-CN" altLang="en-US" sz="1200"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81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5</a:t>
            </a:fld>
            <a:endParaRPr lang="zh-CN" altLang="en-US" sz="1200"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a:solidFill>
              <a:srgbClr val="000000">
                <a:alpha val="100000"/>
              </a:srgbClr>
            </a:solidFill>
            <a:miter lim="800000"/>
          </a:ln>
        </p:spPr>
      </p:sp>
      <p:sp>
        <p:nvSpPr>
          <p:cNvPr id="6147" name="备注占位符 2"/>
          <p:cNvSpPr>
            <a:spLocks noGrp="1"/>
          </p:cNvSpPr>
          <p:nvPr>
            <p:ph type="body" idx="1"/>
          </p:nvPr>
        </p:nvSpPr>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6</a:t>
            </a:fld>
            <a:endParaRPr lang="zh-CN" altLang="en-US" sz="12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a:solidFill>
              <a:srgbClr val="000000">
                <a:alpha val="100000"/>
              </a:srgbClr>
            </a:solidFill>
            <a:miter lim="800000"/>
          </a:ln>
        </p:spPr>
      </p:sp>
      <p:sp>
        <p:nvSpPr>
          <p:cNvPr id="6147" name="备注占位符 2"/>
          <p:cNvSpPr>
            <a:spLocks noGrp="1"/>
          </p:cNvSpPr>
          <p:nvPr>
            <p:ph type="body" idx="1"/>
          </p:nvPr>
        </p:nvSpPr>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7</a:t>
            </a:fld>
            <a:endParaRPr lang="zh-CN" altLang="en-US" sz="1200"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81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8</a:t>
            </a:fld>
            <a:endParaRPr lang="zh-CN" altLang="en-US" sz="1200"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81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9</a:t>
            </a:fld>
            <a:endParaRPr lang="zh-CN" altLang="en-US" sz="1200"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10</a:t>
            </a:fld>
            <a:endParaRPr lang="zh-CN" altLang="en-US" sz="1200"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11</a:t>
            </a:fld>
            <a:endParaRPr lang="zh-CN" altLang="en-US" sz="1200"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12</a:t>
            </a:fld>
            <a:endParaRPr lang="zh-CN" altLang="en-US" sz="1200"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13</a:t>
            </a:fld>
            <a:endParaRPr lang="zh-CN" altLang="en-US" sz="1200"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14</a:t>
            </a:fld>
            <a:endParaRPr lang="zh-CN" altLang="en-US" sz="1200"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15</a:t>
            </a:fld>
            <a:endParaRPr lang="zh-CN" altLang="en-US" sz="1200"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16</a:t>
            </a:fld>
            <a:endParaRPr lang="zh-CN" altLang="en-US" sz="1200" dirty="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17</a:t>
            </a:fld>
            <a:endParaRPr lang="zh-CN" altLang="en-US" sz="1200"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18</a:t>
            </a:fld>
            <a:endParaRPr lang="zh-CN" altLang="en-US" sz="1200"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19</a:t>
            </a:fld>
            <a:endParaRPr lang="zh-CN" altLang="en-US" sz="1200"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27</a:t>
            </a:fld>
            <a:endParaRPr lang="zh-CN" altLang="en-US" sz="1200"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102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28</a:t>
            </a:fld>
            <a:endParaRPr lang="zh-CN" altLang="en-US" sz="1200"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a:solidFill>
              <a:srgbClr val="000000">
                <a:alpha val="100000"/>
              </a:srgbClr>
            </a:solidFill>
            <a:miter lim="800000"/>
          </a:ln>
        </p:spPr>
      </p:sp>
      <p:sp>
        <p:nvSpPr>
          <p:cNvPr id="43011"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latin typeface="Times New Roman" panose="02020603050405020304" pitchFamily="18" charset="0"/>
            </a:endParaRPr>
          </a:p>
        </p:txBody>
      </p:sp>
      <p:sp>
        <p:nvSpPr>
          <p:cNvPr id="430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18" charset="0"/>
              </a:rPr>
              <a:t>29</a:t>
            </a:fld>
            <a:endParaRPr lang="zh-CN" altLang="en-US" sz="1200"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grpSp>
        <p:nvGrpSpPr>
          <p:cNvPr id="2053" name="Group 2"/>
          <p:cNvGrpSpPr/>
          <p:nvPr/>
        </p:nvGrpSpPr>
        <p:grpSpPr>
          <a:xfrm>
            <a:off x="0" y="2438400"/>
            <a:ext cx="9009063" cy="1052513"/>
            <a:chOff x="0" y="1536"/>
            <a:chExt cx="5675" cy="663"/>
          </a:xfrm>
        </p:grpSpPr>
        <p:grpSp>
          <p:nvGrpSpPr>
            <p:cNvPr id="2057" name="Group 3"/>
            <p:cNvGrpSpPr/>
            <p:nvPr/>
          </p:nvGrpSpPr>
          <p:grpSpPr>
            <a:xfrm>
              <a:off x="185" y="1604"/>
              <a:ext cx="449" cy="299"/>
              <a:chOff x="720" y="336"/>
              <a:chExt cx="624" cy="432"/>
            </a:xfrm>
          </p:grpSpPr>
          <p:sp>
            <p:nvSpPr>
              <p:cNvPr id="17"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1870"/>
              <a:ext cx="466" cy="299"/>
              <a:chOff x="912" y="2640"/>
              <a:chExt cx="672" cy="432"/>
            </a:xfrm>
          </p:grpSpPr>
          <p:sp>
            <p:nvSpPr>
              <p:cNvPr id="15"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2"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latin typeface="Times New Roman" panose="02020603050405020304" pitchFamily="18" charset="0"/>
              </a:rPr>
              <a:t>‹#›</a:t>
            </a:fld>
            <a:endParaRPr lang="en-US" altLang="zh-CN" dirty="0">
              <a:solidFill>
                <a:schemeClr val="bg2"/>
              </a:solidFill>
              <a:latin typeface="Times New Roman" panose="02020603050405020304" pitchFamily="18" charset="0"/>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rgbClr val="008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首页">
    <p:bg>
      <p:bgPr>
        <a:solidFill>
          <a:srgbClr val="FFFFFF"/>
        </a:solidFill>
        <a:effectLst/>
      </p:bgPr>
    </p:bg>
    <p:spTree>
      <p:nvGrpSpPr>
        <p:cNvPr id="1" name=""/>
        <p:cNvGrpSpPr/>
        <p:nvPr/>
      </p:nvGrpSpPr>
      <p:grpSpPr>
        <a:xfrm>
          <a:off x="0" y="0"/>
          <a:ext cx="0" cy="0"/>
          <a:chOff x="0" y="0"/>
          <a:chExt cx="0" cy="0"/>
        </a:xfrm>
      </p:grpSpPr>
      <p:sp>
        <p:nvSpPr>
          <p:cNvPr id="8" name="文本框 7"/>
          <p:cNvSpPr txBox="1"/>
          <p:nvPr/>
        </p:nvSpPr>
        <p:spPr>
          <a:xfrm>
            <a:off x="0" y="-1587"/>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sp>
        <p:nvSpPr>
          <p:cNvPr id="9" name="文本框 13"/>
          <p:cNvSpPr txBox="1">
            <a:spLocks noChangeArrowheads="1"/>
          </p:cNvSpPr>
          <p:nvPr/>
        </p:nvSpPr>
        <p:spPr bwMode="auto">
          <a:xfrm>
            <a:off x="-3175" y="6303963"/>
            <a:ext cx="9144000" cy="585788"/>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None/>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3079" name="图片 14"/>
          <p:cNvPicPr>
            <a:picLocks noChangeAspect="1"/>
          </p:cNvPicPr>
          <p:nvPr userDrawn="1"/>
        </p:nvPicPr>
        <p:blipFill>
          <a:blip r:embed="rId2"/>
          <a:srcRect t="2" r="45248" b="-2402"/>
          <a:stretch>
            <a:fillRect/>
          </a:stretch>
        </p:blipFill>
        <p:spPr>
          <a:xfrm>
            <a:off x="79375" y="87313"/>
            <a:ext cx="1568450" cy="441325"/>
          </a:xfrm>
          <a:prstGeom prst="rect">
            <a:avLst/>
          </a:prstGeom>
          <a:noFill/>
          <a:ln w="9525">
            <a:noFill/>
          </a:ln>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2.pn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2.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image" Target="../media/image2.png"/><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image" Target="../media/image2.png"/><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theme" Target="../theme/theme7.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image" Target="../media/image2.png"/><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theme" Target="../theme/theme8.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image" Target="../media/image2.png"/><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theme" Target="../theme/theme9.xml"/><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5" Type="http://schemas.openxmlformats.org/officeDocument/2006/relationships/image" Target="../media/image2.png"/><Relationship Id="rId10" Type="http://schemas.openxmlformats.org/officeDocument/2006/relationships/slideLayout" Target="../slideLayouts/slideLayout105.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5.xml"/><Relationship Id="rId13" Type="http://schemas.openxmlformats.org/officeDocument/2006/relationships/theme" Target="../theme/theme10.xml"/><Relationship Id="rId3" Type="http://schemas.openxmlformats.org/officeDocument/2006/relationships/slideLayout" Target="../slideLayouts/slideLayout110.xml"/><Relationship Id="rId7" Type="http://schemas.openxmlformats.org/officeDocument/2006/relationships/slideLayout" Target="../slideLayouts/slideLayout114.xml"/><Relationship Id="rId12" Type="http://schemas.openxmlformats.org/officeDocument/2006/relationships/slideLayout" Target="../slideLayouts/slideLayout119.xml"/><Relationship Id="rId2" Type="http://schemas.openxmlformats.org/officeDocument/2006/relationships/slideLayout" Target="../slideLayouts/slideLayout109.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5" Type="http://schemas.openxmlformats.org/officeDocument/2006/relationships/slideLayout" Target="../slideLayouts/slideLayout112.xml"/><Relationship Id="rId15" Type="http://schemas.openxmlformats.org/officeDocument/2006/relationships/image" Target="../media/image2.png"/><Relationship Id="rId10" Type="http://schemas.openxmlformats.org/officeDocument/2006/relationships/slideLayout" Target="../slideLayouts/slideLayout117.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3"/>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4"/>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0" y="0"/>
            <a:ext cx="9144000" cy="6858000"/>
          </a:xfrm>
          <a:prstGeom prst="rect">
            <a:avLst/>
          </a:prstGeom>
          <a:no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70" name="Rectangle 22"/>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Times New Roman" panose="02020603050405020304" pitchFamily="18" charset="0"/>
              </a:defRPr>
            </a:lvl1pPr>
          </a:lstStyle>
          <a:p>
            <a:pPr lvl="0" eaLnBrk="1" hangingPunct="1">
              <a:buNone/>
            </a:pPr>
            <a:fld id="{9A0DB2DC-4C9A-4742-B13C-FB6460FD3503}" type="slidenum">
              <a:rPr lang="en-US" altLang="zh-CN" dirty="0"/>
              <a:t>‹#›</a:t>
            </a:fld>
            <a:endParaRPr lang="en-US" altLang="zh-CN" dirty="0">
              <a:latin typeface="Tahoma" panose="020B0604030504040204" pitchFamily="34" charset="0"/>
            </a:endParaRPr>
          </a:p>
        </p:txBody>
      </p:sp>
      <p:sp>
        <p:nvSpPr>
          <p:cNvPr id="1028" name="Rectangle 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9" name="Rectangle 26"/>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文本框 14"/>
          <p:cNvSpPr txBox="1"/>
          <p:nvPr/>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65125" marR="0" lvl="0" indent="-365125" algn="l" defTabSz="914400" rtl="0" eaLnBrk="1" fontAlgn="base" latinLnBrk="0" hangingPunct="1">
              <a:lnSpc>
                <a:spcPct val="90000"/>
              </a:lnSpc>
              <a:spcBef>
                <a:spcPct val="0"/>
              </a:spcBef>
              <a:spcAft>
                <a:spcPts val="1800"/>
              </a:spcAft>
              <a:buClr>
                <a:schemeClr val="accent1"/>
              </a:buClr>
              <a:buSzTx/>
              <a:buFont typeface="Wingdings" panose="05000000000000000000" pitchFamily="2" charset="2"/>
              <a:buChar char="q"/>
              <a:defRPr/>
            </a:pPr>
            <a:endParaRPr kumimoji="0" lang="zh-CN" altLang="en-US" sz="3200" b="1" i="0" u="none" strike="noStrike" kern="1200" cap="none" spc="0" normalizeH="0" baseline="0" noProof="0">
              <a:ln>
                <a:noFill/>
              </a:ln>
              <a:solidFill>
                <a:srgbClr val="006600"/>
              </a:solidFill>
              <a:effectLst/>
              <a:uLnTx/>
              <a:uFillTx/>
              <a:latin typeface="Verdana" panose="020B0604030504040204" pitchFamily="34" charset="0"/>
              <a:ea typeface="宋体" panose="02010600030101010101" pitchFamily="2" charset="-122"/>
              <a:cs typeface="+mn-cs"/>
            </a:endParaRPr>
          </a:p>
        </p:txBody>
      </p:sp>
      <p:pic>
        <p:nvPicPr>
          <p:cNvPr id="1031" name="图片 10"/>
          <p:cNvPicPr>
            <a:picLocks noChangeAspect="1"/>
          </p:cNvPicPr>
          <p:nvPr userDrawn="1"/>
        </p:nvPicPr>
        <p:blipFill>
          <a:blip r:embed="rId14"/>
          <a:srcRect t="2" r="45248" b="-2402"/>
          <a:stretch>
            <a:fillRect/>
          </a:stretch>
        </p:blipFill>
        <p:spPr>
          <a:xfrm>
            <a:off x="80963" y="73025"/>
            <a:ext cx="1568450" cy="441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hf sldNum="0"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5"/>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95.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8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83.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8.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8.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8.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2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8.xml"/></Relationships>
</file>

<file path=ppt/slides/_rels/slide2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8.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8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8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2"/>
          <p:cNvSpPr>
            <a:spLocks noGrp="1"/>
          </p:cNvSpPr>
          <p:nvPr>
            <p:ph type="title"/>
          </p:nvPr>
        </p:nvSpPr>
        <p:spPr>
          <a:xfrm>
            <a:off x="593090" y="2925445"/>
            <a:ext cx="7957185" cy="809625"/>
          </a:xfrm>
        </p:spPr>
        <p:txBody>
          <a:bodyPr vert="horz" wrap="square" lIns="91440" tIns="45720" rIns="91440" bIns="45720" anchor="t" anchorCtr="0"/>
          <a:lstStyle/>
          <a:p>
            <a:pPr eaLnBrk="1" hangingPunct="1">
              <a:buNone/>
            </a:pPr>
            <a:r>
              <a:rPr lang="zh-CN" altLang="en-US" sz="4400" b="1" dirty="0">
                <a:solidFill>
                  <a:srgbClr val="006600"/>
                </a:solidFill>
                <a:latin typeface="微软雅黑" panose="020B0503020204020204" charset="-122"/>
                <a:ea typeface="微软雅黑" panose="020B0503020204020204" charset="-122"/>
                <a:cs typeface="微软雅黑" panose="020B0503020204020204" charset="-122"/>
              </a:rPr>
              <a:t>平面体与平面体相贯</a:t>
            </a:r>
            <a:br>
              <a:rPr lang="en-US" altLang="zh-CN" sz="3600" b="1" dirty="0">
                <a:solidFill>
                  <a:srgbClr val="006600"/>
                </a:solidFill>
                <a:latin typeface="微软雅黑" panose="020B0503020204020204" charset="-122"/>
                <a:ea typeface="微软雅黑" panose="020B0503020204020204" charset="-122"/>
                <a:cs typeface="微软雅黑" panose="020B0503020204020204" charset="-122"/>
              </a:rPr>
            </a:br>
            <a:br>
              <a:rPr lang="en-US" altLang="zh-CN" sz="3600" b="1" dirty="0">
                <a:solidFill>
                  <a:srgbClr val="006600"/>
                </a:solidFill>
                <a:latin typeface="华文隶书" panose="02010800040101010101" pitchFamily="2" charset="-122"/>
                <a:ea typeface="华文隶书" panose="02010800040101010101" pitchFamily="2" charset="-122"/>
                <a:cs typeface="+mj-cs"/>
              </a:rPr>
            </a:br>
            <a:br>
              <a:rPr lang="en-US" altLang="zh-CN" sz="3600" b="1" dirty="0">
                <a:solidFill>
                  <a:srgbClr val="006600"/>
                </a:solidFill>
                <a:latin typeface="华文隶书" panose="02010800040101010101" pitchFamily="2" charset="-122"/>
                <a:ea typeface="华文隶书" panose="02010800040101010101" pitchFamily="2" charset="-122"/>
                <a:cs typeface="+mj-cs"/>
              </a:rPr>
            </a:br>
            <a:br>
              <a:rPr lang="en-US" altLang="zh-CN" sz="3600" dirty="0">
                <a:cs typeface="+mj-cs"/>
                <a:sym typeface="+mn-ea"/>
              </a:rPr>
            </a:br>
            <a:br>
              <a:rPr lang="en-US" altLang="zh-CN" sz="3600" b="1" dirty="0">
                <a:solidFill>
                  <a:srgbClr val="006600"/>
                </a:solidFill>
                <a:latin typeface="华文楷体" panose="02010600040101010101" pitchFamily="2" charset="-122"/>
                <a:ea typeface="华文楷体" panose="02010600040101010101" pitchFamily="2" charset="-122"/>
                <a:cs typeface="+mj-cs"/>
              </a:rPr>
            </a:br>
            <a:endParaRPr lang="en-US" altLang="zh-CN" sz="3600" b="1" dirty="0">
              <a:solidFill>
                <a:srgbClr val="006600"/>
              </a:solidFill>
              <a:latin typeface="华文楷体" panose="02010600040101010101" pitchFamily="2" charset="-122"/>
              <a:ea typeface="华文楷体" panose="02010600040101010101" pitchFamily="2" charset="-122"/>
              <a:cs typeface="+mj-cs"/>
            </a:endParaRPr>
          </a:p>
        </p:txBody>
      </p:sp>
      <p:sp>
        <p:nvSpPr>
          <p:cNvPr id="5123" name="文本占位符 3"/>
          <p:cNvSpPr>
            <a:spLocks noGrp="1"/>
          </p:cNvSpPr>
          <p:nvPr>
            <p:ph type="body" idx="1"/>
          </p:nvPr>
        </p:nvSpPr>
        <p:spPr>
          <a:xfrm>
            <a:off x="1639570" y="1196975"/>
            <a:ext cx="5864225" cy="711835"/>
          </a:xfrm>
        </p:spPr>
        <p:txBody>
          <a:bodyPr vert="horz" wrap="square" lIns="91440" tIns="45720" rIns="91440" bIns="45720" anchor="b" anchorCtr="0">
            <a:normAutofit/>
          </a:bodyPr>
          <a:lstStyle/>
          <a:p>
            <a:pPr eaLnBrk="1" hangingPunct="1">
              <a:buSzPct val="60000"/>
              <a:buFont typeface="Wingdings" panose="05000000000000000000" pitchFamily="2" charset="2"/>
              <a:buNone/>
            </a:pPr>
            <a:r>
              <a:rPr lang="zh-CN" altLang="en-US" sz="3600" b="1" dirty="0">
                <a:solidFill>
                  <a:srgbClr val="006600"/>
                </a:solidFill>
                <a:latin typeface="微软雅黑" panose="020B0503020204020204" charset="-122"/>
                <a:ea typeface="微软雅黑" panose="020B0503020204020204" charset="-122"/>
                <a:cs typeface="+mn-cs"/>
              </a:rPr>
              <a:t>工程制图与</a:t>
            </a:r>
            <a:r>
              <a:rPr lang="en-US" altLang="zh-CN" sz="3600" b="1">
                <a:latin typeface="微软雅黑" panose="020B0503020204020204" charset="-122"/>
                <a:ea typeface="微软雅黑" panose="020B0503020204020204" charset="-122"/>
                <a:cs typeface="+mn-cs"/>
              </a:rPr>
              <a:t>CAD</a:t>
            </a:r>
            <a:endParaRPr lang="zh-CN" altLang="en-US" sz="3600" b="1" dirty="0">
              <a:solidFill>
                <a:srgbClr val="006600"/>
              </a:solidFill>
              <a:latin typeface="微软雅黑" panose="020B0503020204020204" charset="-122"/>
              <a:ea typeface="微软雅黑" panose="020B0503020204020204" charset="-122"/>
              <a:cs typeface="+mn-cs"/>
            </a:endParaRP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文本占位符 3"/>
          <p:cNvSpPr>
            <a:spLocks noGrp="1"/>
          </p:cNvSpPr>
          <p:nvPr>
            <p:ph type="body" idx="1"/>
          </p:nvPr>
        </p:nvSpPr>
        <p:spPr>
          <a:xfrm>
            <a:off x="1639570" y="1196975"/>
            <a:ext cx="5864225" cy="711835"/>
          </a:xfrm>
        </p:spPr>
        <p:txBody>
          <a:bodyPr vert="horz" wrap="square" lIns="91440" tIns="45720" rIns="91440" bIns="45720" anchor="b" anchorCtr="0">
            <a:normAutofit/>
          </a:bodyPr>
          <a:lstStyle/>
          <a:p>
            <a:pPr eaLnBrk="1" hangingPunct="1">
              <a:buSzPct val="60000"/>
              <a:buFont typeface="Wingdings" panose="05000000000000000000" pitchFamily="2" charset="2"/>
              <a:buNone/>
            </a:pPr>
            <a:r>
              <a:rPr lang="zh-CN" altLang="en-US" sz="3600" b="1" dirty="0">
                <a:solidFill>
                  <a:srgbClr val="006600"/>
                </a:solidFill>
                <a:latin typeface="微软雅黑" panose="020B0503020204020204" charset="-122"/>
                <a:ea typeface="微软雅黑" panose="020B0503020204020204" charset="-122"/>
                <a:cs typeface="+mn-cs"/>
              </a:rPr>
              <a:t>上周要点</a:t>
            </a:r>
          </a:p>
        </p:txBody>
      </p:sp>
      <p:sp>
        <p:nvSpPr>
          <p:cNvPr id="7" name="文本框 6"/>
          <p:cNvSpPr txBox="1"/>
          <p:nvPr/>
        </p:nvSpPr>
        <p:spPr>
          <a:xfrm>
            <a:off x="791580" y="2456892"/>
            <a:ext cx="7776864" cy="4080284"/>
          </a:xfrm>
          <a:prstGeom prst="rect">
            <a:avLst/>
          </a:prstGeom>
          <a:noFill/>
        </p:spPr>
        <p:txBody>
          <a:bodyPr wrap="square">
            <a:spAutoFit/>
          </a:bodyPr>
          <a:lstStyle/>
          <a:p>
            <a:pPr marL="514350" indent="-514350">
              <a:lnSpc>
                <a:spcPct val="120000"/>
              </a:lnSpc>
              <a:spcBef>
                <a:spcPct val="25000"/>
              </a:spcBef>
              <a:buFont typeface="Arial" panose="020B0604020202020204" pitchFamily="34" charset="0"/>
              <a:buChar char="•"/>
              <a:defRPr/>
            </a:pPr>
            <a:r>
              <a:rPr lang="zh-CN" altLang="en-US" sz="3200" b="1" dirty="0">
                <a:latin typeface="微软雅黑" panose="020B0503020204020204" charset="-122"/>
                <a:ea typeface="微软雅黑" panose="020B0503020204020204" charset="-122"/>
                <a:cs typeface="+mj-cs"/>
              </a:rPr>
              <a:t>区分 平面与平面体相交 和 平面与回转体相交 的截平面和截交线的特点</a:t>
            </a:r>
            <a:endParaRPr lang="en-US" altLang="zh-CN" sz="3200" b="1" dirty="0">
              <a:latin typeface="微软雅黑" panose="020B0503020204020204" charset="-122"/>
              <a:ea typeface="微软雅黑" panose="020B0503020204020204" charset="-122"/>
              <a:cs typeface="+mj-cs"/>
            </a:endParaRPr>
          </a:p>
          <a:p>
            <a:pPr marL="514350" indent="-514350">
              <a:lnSpc>
                <a:spcPct val="120000"/>
              </a:lnSpc>
              <a:spcBef>
                <a:spcPct val="25000"/>
              </a:spcBef>
              <a:buFont typeface="Arial" panose="020B0604020202020204" pitchFamily="34" charset="0"/>
              <a:buChar char="•"/>
              <a:defRPr/>
            </a:pPr>
            <a:r>
              <a:rPr lang="zh-CN" altLang="en-US" sz="3200" b="1" dirty="0">
                <a:latin typeface="微软雅黑" panose="020B0503020204020204" charset="-122"/>
                <a:ea typeface="微软雅黑" panose="020B0503020204020204" charset="-122"/>
                <a:cs typeface="+mj-cs"/>
              </a:rPr>
              <a:t>不同相交情况下，截平面的特点</a:t>
            </a:r>
            <a:endParaRPr lang="en-US" altLang="zh-CN" sz="3200" b="1" dirty="0">
              <a:latin typeface="微软雅黑" panose="020B0503020204020204" charset="-122"/>
              <a:ea typeface="微软雅黑" panose="020B0503020204020204" charset="-122"/>
              <a:cs typeface="+mj-cs"/>
            </a:endParaRPr>
          </a:p>
          <a:p>
            <a:pPr marL="514350" indent="-514350">
              <a:lnSpc>
                <a:spcPct val="120000"/>
              </a:lnSpc>
              <a:spcBef>
                <a:spcPct val="25000"/>
              </a:spcBef>
              <a:buFont typeface="Arial" panose="020B0604020202020204" pitchFamily="34" charset="0"/>
              <a:buChar char="•"/>
              <a:defRPr/>
            </a:pPr>
            <a:r>
              <a:rPr kumimoji="1" lang="zh-CN" altLang="en-US" sz="3200" b="1" kern="1200" dirty="0">
                <a:solidFill>
                  <a:schemeClr val="tx1"/>
                </a:solidFill>
                <a:latin typeface="微软雅黑" panose="020B0503020204020204" charset="-122"/>
                <a:ea typeface="微软雅黑" panose="020B0503020204020204" charset="-122"/>
                <a:cs typeface="+mn-cs"/>
              </a:rPr>
              <a:t>不同相交情况下，截交线的特点及作法</a:t>
            </a:r>
            <a:endParaRPr kumimoji="1" lang="en-US" altLang="zh-CN" sz="3200" b="1" kern="1200" dirty="0">
              <a:solidFill>
                <a:schemeClr val="tx1"/>
              </a:solidFill>
              <a:latin typeface="微软雅黑" panose="020B0503020204020204" charset="-122"/>
              <a:ea typeface="微软雅黑" panose="020B0503020204020204" charset="-122"/>
              <a:cs typeface="+mn-cs"/>
            </a:endParaRPr>
          </a:p>
          <a:p>
            <a:pPr>
              <a:lnSpc>
                <a:spcPct val="120000"/>
              </a:lnSpc>
              <a:spcBef>
                <a:spcPct val="25000"/>
              </a:spcBef>
              <a:defRPr/>
            </a:pPr>
            <a:endParaRPr lang="en-US" altLang="zh-CN" sz="3200" b="1" dirty="0">
              <a:latin typeface="微软雅黑" panose="020B0503020204020204" charset="-122"/>
              <a:ea typeface="微软雅黑" panose="020B0503020204020204" charset="-122"/>
              <a:cs typeface="+mj-cs"/>
            </a:endParaRPr>
          </a:p>
          <a:p>
            <a:pPr marL="514350" indent="-514350">
              <a:lnSpc>
                <a:spcPct val="120000"/>
              </a:lnSpc>
              <a:spcBef>
                <a:spcPct val="25000"/>
              </a:spcBef>
              <a:buFont typeface="Arial" panose="020B0604020202020204" pitchFamily="34" charset="0"/>
              <a:buChar char="•"/>
              <a:defRPr/>
            </a:pPr>
            <a:endParaRPr kumimoji="0" lang="en-US" altLang="zh-CN" sz="3200" b="1" kern="1200" cap="none" spc="0" normalizeH="0" baseline="0" noProof="0" dirty="0">
              <a:latin typeface="微软雅黑" panose="020B0503020204020204" charset="-122"/>
              <a:ea typeface="微软雅黑" panose="020B0503020204020204" charset="-122"/>
              <a:cs typeface="+mj-cs"/>
            </a:endParaRP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nvSpPr>
        <p:spPr bwMode="auto">
          <a:xfrm>
            <a:off x="1110456" y="836712"/>
            <a:ext cx="6923088" cy="723900"/>
          </a:xfrm>
          <a:prstGeom prst="rect">
            <a:avLst/>
          </a:prstGeom>
          <a:solidFill>
            <a:schemeClr val="bg1"/>
          </a:solidFill>
          <a:ln w="9525">
            <a:noFill/>
            <a:miter lim="800000"/>
          </a:ln>
        </p:spPr>
        <p:txBody>
          <a:bodyPr vert="horz" wrap="square" lIns="91440" tIns="45720" rIns="91440" bIns="45720" numCol="1" anchor="ctr" anchorCtr="0" compatLnSpc="1"/>
          <a:lstStyle/>
          <a:p>
            <a:pPr marR="0" algn="ctr" defTabSz="914400" eaLnBrk="1" hangingPunct="1">
              <a:lnSpc>
                <a:spcPct val="150000"/>
              </a:lnSpc>
              <a:buClrTx/>
              <a:buSzTx/>
              <a:buFontTx/>
              <a:buNone/>
              <a:defRPr/>
            </a:pPr>
            <a:r>
              <a:rPr lang="zh-CN" altLang="en-US" sz="4400" b="1" spc="-300" dirty="0">
                <a:solidFill>
                  <a:srgbClr val="C00000"/>
                </a:solidFill>
                <a:latin typeface="微软雅黑" panose="020B0503020204020204" charset="-122"/>
                <a:ea typeface="微软雅黑" panose="020B0503020204020204" charset="-122"/>
                <a:cs typeface="+mj-cs"/>
              </a:rPr>
              <a:t>本周</a:t>
            </a:r>
            <a:r>
              <a:rPr kumimoji="0" lang="zh-CN" altLang="en-US" sz="4400" b="1" kern="1200" cap="none" spc="-300" normalizeH="0" baseline="0" noProof="0" dirty="0">
                <a:solidFill>
                  <a:srgbClr val="C00000"/>
                </a:solidFill>
                <a:latin typeface="微软雅黑" panose="020B0503020204020204" charset="-122"/>
                <a:ea typeface="微软雅黑" panose="020B0503020204020204" charset="-122"/>
                <a:cs typeface="+mj-cs"/>
              </a:rPr>
              <a:t>要点</a:t>
            </a:r>
          </a:p>
        </p:txBody>
      </p:sp>
      <p:sp>
        <p:nvSpPr>
          <p:cNvPr id="12" name="Title 6"/>
          <p:cNvSpPr txBox="1"/>
          <p:nvPr/>
        </p:nvSpPr>
        <p:spPr bwMode="auto">
          <a:xfrm>
            <a:off x="683568" y="2168860"/>
            <a:ext cx="8369935" cy="1991360"/>
          </a:xfrm>
          <a:prstGeom prst="rect">
            <a:avLst/>
          </a:prstGeom>
          <a:solidFill>
            <a:schemeClr val="bg1"/>
          </a:solidFill>
          <a:ln w="9525">
            <a:noFill/>
            <a:miter lim="800000"/>
          </a:ln>
        </p:spPr>
        <p:txBody>
          <a:bodyPr vert="horz" wrap="square" lIns="91440" tIns="45720" rIns="91440" bIns="45720" numCol="1" anchor="ctr" anchorCtr="0" compatLnSpc="1"/>
          <a:lstStyle/>
          <a:p>
            <a:pPr marR="0" defTabSz="914400">
              <a:lnSpc>
                <a:spcPct val="120000"/>
              </a:lnSpc>
              <a:spcBef>
                <a:spcPct val="25000"/>
              </a:spcBef>
              <a:buClrTx/>
              <a:buSzTx/>
              <a:defRPr/>
            </a:pP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kumimoji="0" lang="zh-CN" altLang="en-US" sz="3200" b="1" kern="1200" cap="none" spc="0" normalizeH="0" baseline="0" noProof="0" dirty="0">
                <a:latin typeface="微软雅黑" panose="020B0503020204020204" charset="-122"/>
                <a:ea typeface="微软雅黑" panose="020B0503020204020204" charset="-122"/>
                <a:cs typeface="+mj-cs"/>
              </a:rPr>
              <a:t>平平相贯时，相贯线的特点及形状分析</a:t>
            </a: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lang="zh-CN" altLang="en-US" sz="3200" b="1" dirty="0">
                <a:latin typeface="微软雅黑" panose="020B0503020204020204" charset="-122"/>
                <a:ea typeface="微软雅黑" panose="020B0503020204020204" charset="-122"/>
                <a:cs typeface="+mj-cs"/>
              </a:rPr>
              <a:t>相贯的分类</a:t>
            </a: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kumimoji="0" lang="zh-CN" altLang="en-US" sz="3200" b="1" kern="1200" cap="none" spc="0" normalizeH="0" baseline="0" noProof="0" dirty="0">
                <a:latin typeface="微软雅黑" panose="020B0503020204020204" charset="-122"/>
                <a:ea typeface="微软雅黑" panose="020B0503020204020204" charset="-122"/>
                <a:cs typeface="+mj-cs"/>
              </a:rPr>
              <a:t>相贯线作法</a:t>
            </a: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lang="zh-CN" altLang="en-US" sz="3200" b="1" dirty="0">
                <a:latin typeface="微软雅黑" panose="020B0503020204020204" charset="-122"/>
                <a:ea typeface="微软雅黑" panose="020B0503020204020204" charset="-122"/>
                <a:cs typeface="+mj-cs"/>
              </a:rPr>
              <a:t>可见性判断</a:t>
            </a:r>
            <a:endParaRPr kumimoji="0" lang="zh-CN" altLang="en-US" sz="3200" b="1" kern="1200" cap="none" spc="0" normalizeH="0" baseline="0" noProof="0" dirty="0">
              <a:latin typeface="微软雅黑" panose="020B0503020204020204" charset="-122"/>
              <a:ea typeface="微软雅黑" panose="020B0503020204020204" charset="-122"/>
              <a:cs typeface="+mj-cs"/>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blinds(horizontal)">
                                      <p:cBhvr>
                                        <p:cTn id="7" dur="5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blinds(horizontal)">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blinds(horizontal)">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blinds(horizontal)">
                                      <p:cBhvr>
                                        <p:cTn id="27"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animBg="1"/>
      <p:bldP spid="1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6"/>
          <p:cNvSpPr txBox="1"/>
          <p:nvPr/>
        </p:nvSpPr>
        <p:spPr>
          <a:xfrm>
            <a:off x="2015716" y="2024844"/>
            <a:ext cx="5969000" cy="3208020"/>
          </a:xfrm>
          <a:prstGeom prst="rect">
            <a:avLst/>
          </a:prstGeom>
          <a:solidFill>
            <a:schemeClr val="bg1"/>
          </a:solidFill>
          <a:ln w="9525">
            <a:noFill/>
          </a:ln>
        </p:spPr>
        <p:txBody>
          <a:bodyPr anchor="ctr" anchorCtr="0"/>
          <a:lstStyle/>
          <a:p>
            <a:pPr marL="514350" indent="-514350">
              <a:lnSpc>
                <a:spcPct val="150000"/>
              </a:lnSpc>
              <a:buNone/>
            </a:pPr>
            <a:r>
              <a:rPr lang="en-US" altLang="zh-CN" sz="3600" b="1" dirty="0">
                <a:solidFill>
                  <a:srgbClr val="006600"/>
                </a:solidFill>
                <a:latin typeface="微软雅黑" panose="020B0503020204020204" charset="-122"/>
                <a:ea typeface="微软雅黑" panose="020B0503020204020204" charset="-122"/>
              </a:rPr>
              <a:t>13.1 </a:t>
            </a:r>
            <a:r>
              <a:rPr lang="zh-CN" altLang="en-US" sz="3600" b="1" dirty="0">
                <a:solidFill>
                  <a:srgbClr val="006600"/>
                </a:solidFill>
                <a:latin typeface="微软雅黑" panose="020B0503020204020204" charset="-122"/>
                <a:ea typeface="微软雅黑" panose="020B0503020204020204" charset="-122"/>
              </a:rPr>
              <a:t>相关定义</a:t>
            </a:r>
            <a:endParaRPr lang="en-US" altLang="zh-CN" sz="3600" b="1" dirty="0">
              <a:solidFill>
                <a:srgbClr val="006600"/>
              </a:solidFill>
              <a:latin typeface="微软雅黑" panose="020B0503020204020204" charset="-122"/>
              <a:ea typeface="微软雅黑" panose="020B0503020204020204" charset="-122"/>
            </a:endParaRPr>
          </a:p>
          <a:p>
            <a:pPr marL="514350" indent="-514350">
              <a:lnSpc>
                <a:spcPct val="150000"/>
              </a:lnSpc>
              <a:buNone/>
            </a:pPr>
            <a:r>
              <a:rPr lang="zh-CN" altLang="en-US" sz="3600" b="1" dirty="0">
                <a:solidFill>
                  <a:srgbClr val="006600"/>
                </a:solidFill>
                <a:latin typeface="微软雅黑" panose="020B0503020204020204" charset="-122"/>
                <a:ea typeface="微软雅黑" panose="020B0503020204020204" charset="-122"/>
              </a:rPr>
              <a:t>1</a:t>
            </a:r>
            <a:r>
              <a:rPr lang="en-US" altLang="zh-CN" sz="3600" b="1" dirty="0">
                <a:solidFill>
                  <a:srgbClr val="006600"/>
                </a:solidFill>
                <a:latin typeface="微软雅黑" panose="020B0503020204020204" charset="-122"/>
                <a:ea typeface="微软雅黑" panose="020B0503020204020204" charset="-122"/>
              </a:rPr>
              <a:t>3</a:t>
            </a:r>
            <a:r>
              <a:rPr lang="zh-CN" altLang="en-US" sz="3600" b="1" dirty="0">
                <a:solidFill>
                  <a:srgbClr val="006600"/>
                </a:solidFill>
                <a:latin typeface="微软雅黑" panose="020B0503020204020204" charset="-122"/>
                <a:ea typeface="微软雅黑" panose="020B0503020204020204" charset="-122"/>
              </a:rPr>
              <a:t>.</a:t>
            </a:r>
            <a:r>
              <a:rPr lang="en-US" altLang="zh-CN" sz="3600" b="1" dirty="0">
                <a:solidFill>
                  <a:srgbClr val="006600"/>
                </a:solidFill>
                <a:latin typeface="微软雅黑" panose="020B0503020204020204" charset="-122"/>
                <a:ea typeface="微软雅黑" panose="020B0503020204020204" charset="-122"/>
              </a:rPr>
              <a:t>2</a:t>
            </a:r>
            <a:r>
              <a:rPr lang="zh-CN" altLang="en-US" sz="3600" b="1" dirty="0">
                <a:solidFill>
                  <a:srgbClr val="006600"/>
                </a:solidFill>
                <a:latin typeface="微软雅黑" panose="020B0503020204020204" charset="-122"/>
                <a:ea typeface="微软雅黑" panose="020B0503020204020204" charset="-122"/>
              </a:rPr>
              <a:t> 相贯的分类</a:t>
            </a:r>
          </a:p>
          <a:p>
            <a:pPr marL="514350" indent="-514350">
              <a:lnSpc>
                <a:spcPct val="150000"/>
              </a:lnSpc>
              <a:buNone/>
            </a:pPr>
            <a:r>
              <a:rPr lang="zh-CN" altLang="en-US" sz="3600" b="1" dirty="0">
                <a:solidFill>
                  <a:srgbClr val="006600"/>
                </a:solidFill>
                <a:latin typeface="微软雅黑" panose="020B0503020204020204" charset="-122"/>
                <a:ea typeface="微软雅黑" panose="020B0503020204020204" charset="-122"/>
              </a:rPr>
              <a:t>1</a:t>
            </a:r>
            <a:r>
              <a:rPr lang="en-US" altLang="zh-CN" sz="3600" b="1" dirty="0">
                <a:solidFill>
                  <a:srgbClr val="006600"/>
                </a:solidFill>
                <a:latin typeface="微软雅黑" panose="020B0503020204020204" charset="-122"/>
                <a:ea typeface="微软雅黑" panose="020B0503020204020204" charset="-122"/>
              </a:rPr>
              <a:t>3</a:t>
            </a:r>
            <a:r>
              <a:rPr lang="zh-CN" altLang="en-US" sz="3600" b="1" dirty="0">
                <a:solidFill>
                  <a:srgbClr val="006600"/>
                </a:solidFill>
                <a:latin typeface="微软雅黑" panose="020B0503020204020204" charset="-122"/>
                <a:ea typeface="微软雅黑" panose="020B0503020204020204" charset="-122"/>
              </a:rPr>
              <a:t>.</a:t>
            </a:r>
            <a:r>
              <a:rPr lang="en-US" altLang="zh-CN" sz="3600" b="1" dirty="0">
                <a:solidFill>
                  <a:srgbClr val="006600"/>
                </a:solidFill>
                <a:latin typeface="微软雅黑" panose="020B0503020204020204" charset="-122"/>
                <a:ea typeface="微软雅黑" panose="020B0503020204020204" charset="-122"/>
              </a:rPr>
              <a:t>3 </a:t>
            </a:r>
            <a:r>
              <a:rPr lang="zh-CN" altLang="en-US" sz="3600" b="1" dirty="0">
                <a:solidFill>
                  <a:srgbClr val="006600"/>
                </a:solidFill>
                <a:latin typeface="微软雅黑" panose="020B0503020204020204" charset="-122"/>
                <a:ea typeface="微软雅黑" panose="020B0503020204020204" charset="-122"/>
              </a:rPr>
              <a:t>相贯线性质及求法 </a:t>
            </a:r>
          </a:p>
          <a:p>
            <a:pPr marL="514350" indent="-514350">
              <a:lnSpc>
                <a:spcPct val="150000"/>
              </a:lnSpc>
              <a:buNone/>
            </a:pPr>
            <a:r>
              <a:rPr lang="zh-CN" altLang="en-US" sz="3600" b="1" dirty="0">
                <a:solidFill>
                  <a:srgbClr val="006600"/>
                </a:solidFill>
                <a:latin typeface="微软雅黑" panose="020B0503020204020204" charset="-122"/>
                <a:ea typeface="微软雅黑" panose="020B0503020204020204" charset="-122"/>
              </a:rPr>
              <a:t>1</a:t>
            </a:r>
            <a:r>
              <a:rPr lang="en-US" altLang="zh-CN" sz="3600" b="1" dirty="0">
                <a:solidFill>
                  <a:srgbClr val="006600"/>
                </a:solidFill>
                <a:latin typeface="微软雅黑" panose="020B0503020204020204" charset="-122"/>
                <a:ea typeface="微软雅黑" panose="020B0503020204020204" charset="-122"/>
              </a:rPr>
              <a:t>3</a:t>
            </a:r>
            <a:r>
              <a:rPr lang="zh-CN" altLang="en-US" sz="3600" b="1" dirty="0">
                <a:solidFill>
                  <a:srgbClr val="006600"/>
                </a:solidFill>
                <a:latin typeface="微软雅黑" panose="020B0503020204020204" charset="-122"/>
                <a:ea typeface="微软雅黑" panose="020B0503020204020204" charset="-122"/>
              </a:rPr>
              <a:t>.</a:t>
            </a:r>
            <a:r>
              <a:rPr lang="en-US" altLang="zh-CN" sz="3600" b="1" dirty="0">
                <a:solidFill>
                  <a:srgbClr val="006600"/>
                </a:solidFill>
                <a:latin typeface="微软雅黑" panose="020B0503020204020204" charset="-122"/>
                <a:ea typeface="微软雅黑" panose="020B0503020204020204" charset="-122"/>
              </a:rPr>
              <a:t>4</a:t>
            </a:r>
            <a:r>
              <a:rPr lang="zh-CN" altLang="en-US" sz="3600" b="1" dirty="0">
                <a:solidFill>
                  <a:srgbClr val="006600"/>
                </a:solidFill>
                <a:latin typeface="微软雅黑" panose="020B0503020204020204" charset="-122"/>
                <a:ea typeface="微软雅黑" panose="020B0503020204020204" charset="-122"/>
              </a:rPr>
              <a:t> 例题分析</a:t>
            </a:r>
          </a:p>
        </p:txBody>
      </p:sp>
      <p:sp>
        <p:nvSpPr>
          <p:cNvPr id="7171" name="Title 6"/>
          <p:cNvSpPr txBox="1"/>
          <p:nvPr/>
        </p:nvSpPr>
        <p:spPr>
          <a:xfrm>
            <a:off x="2289492" y="638106"/>
            <a:ext cx="4565015" cy="732790"/>
          </a:xfrm>
          <a:prstGeom prst="rect">
            <a:avLst/>
          </a:prstGeom>
          <a:solidFill>
            <a:schemeClr val="bg1"/>
          </a:solidFill>
          <a:ln w="9525">
            <a:noFill/>
          </a:ln>
        </p:spPr>
        <p:txBody>
          <a:bodyPr anchor="ctr" anchorCtr="0"/>
          <a:lstStyle/>
          <a:p>
            <a:pPr algn="ctr" eaLnBrk="1" hangingPunct="1">
              <a:lnSpc>
                <a:spcPct val="150000"/>
              </a:lnSpc>
              <a:buNone/>
            </a:pPr>
            <a:r>
              <a:rPr lang="zh-CN" altLang="en-US" sz="4400" b="1" dirty="0">
                <a:solidFill>
                  <a:srgbClr val="006600"/>
                </a:solidFill>
                <a:latin typeface="微软雅黑" panose="020B0503020204020204" charset="-122"/>
                <a:ea typeface="微软雅黑" panose="020B0503020204020204" charset="-122"/>
                <a:cs typeface="微软雅黑" panose="020B0503020204020204" charset="-122"/>
              </a:rPr>
              <a:t>内 容</a:t>
            </a:r>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9"/>
          <p:cNvSpPr txBox="1">
            <a:spLocks noChangeArrowheads="1"/>
          </p:cNvSpPr>
          <p:nvPr/>
        </p:nvSpPr>
        <p:spPr bwMode="auto">
          <a:xfrm>
            <a:off x="287709" y="1178880"/>
            <a:ext cx="8035212" cy="66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4500"/>
              </a:lnSpc>
            </a:pPr>
            <a:r>
              <a:rPr lang="zh-CN" altLang="en-US"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 </a:t>
            </a:r>
            <a:r>
              <a:rPr lang="zh-CN" altLang="zh-CN" b="1" dirty="0">
                <a:latin typeface="微软雅黑" panose="020B0503020204020204" charset="-122"/>
                <a:ea typeface="微软雅黑" panose="020B0503020204020204" charset="-122"/>
                <a:cs typeface="微软雅黑" panose="020B0503020204020204" charset="-122"/>
              </a:rPr>
              <a:t>相贯：立体与立体的相交</a:t>
            </a:r>
            <a:endParaRPr lang="zh-CN" altLang="en-US"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8" name="Text Box 19"/>
          <p:cNvSpPr txBox="1">
            <a:spLocks noChangeArrowheads="1"/>
          </p:cNvSpPr>
          <p:nvPr/>
        </p:nvSpPr>
        <p:spPr bwMode="auto">
          <a:xfrm>
            <a:off x="287709" y="1772816"/>
            <a:ext cx="8385273"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4500"/>
              </a:lnSpc>
            </a:pPr>
            <a:r>
              <a:rPr lang="zh-CN" altLang="en-US"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 相贯线：</a:t>
            </a:r>
            <a:r>
              <a:rPr lang="zh-CN" altLang="zh-CN" b="1" dirty="0">
                <a:latin typeface="微软雅黑" panose="020B0503020204020204" charset="-122"/>
                <a:ea typeface="微软雅黑" panose="020B0503020204020204" charset="-122"/>
                <a:cs typeface="微软雅黑" panose="020B0503020204020204" charset="-122"/>
              </a:rPr>
              <a:t>立体相贯时表面产生的交线</a:t>
            </a:r>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46" name="Rectangle 63"/>
          <p:cNvSpPr/>
          <p:nvPr/>
        </p:nvSpPr>
        <p:spPr>
          <a:xfrm>
            <a:off x="218267" y="657265"/>
            <a:ext cx="2840842" cy="523220"/>
          </a:xfrm>
          <a:prstGeom prst="rect">
            <a:avLst/>
          </a:prstGeom>
        </p:spPr>
        <p:txBody>
          <a:bodyPr wrap="none">
            <a:spAutoFit/>
          </a:bodyPr>
          <a:lstStyle/>
          <a:p>
            <a:pPr marL="342900" indent="-342900" eaLnBrk="0" fontAlgn="base" hangingPunct="0">
              <a:spcBef>
                <a:spcPts val="600"/>
              </a:spcBef>
              <a:spcAft>
                <a:spcPct val="0"/>
              </a:spcAft>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13.1 </a:t>
            </a:r>
            <a:r>
              <a:rPr lang="zh-CN" altLang="en-US" sz="2800" b="1" dirty="0">
                <a:solidFill>
                  <a:srgbClr val="006600"/>
                </a:solidFill>
                <a:latin typeface="微软雅黑" panose="020B0503020204020204" charset="-122"/>
                <a:ea typeface="微软雅黑" panose="020B0503020204020204" charset="-122"/>
              </a:rPr>
              <a:t>相关定义</a:t>
            </a:r>
          </a:p>
        </p:txBody>
      </p:sp>
      <p:sp>
        <p:nvSpPr>
          <p:cNvPr id="54" name="Text Box 3"/>
          <p:cNvSpPr txBox="1">
            <a:spLocks noChangeArrowheads="1"/>
          </p:cNvSpPr>
          <p:nvPr/>
        </p:nvSpPr>
        <p:spPr bwMode="auto">
          <a:xfrm>
            <a:off x="2397125" y="2364581"/>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endParaRPr kumimoji="1" lang="en-US" altLang="zh-CN" sz="2400" i="0">
              <a:solidFill>
                <a:schemeClr val="accent2"/>
              </a:solidFill>
              <a:latin typeface="微软雅黑" panose="020B0503020204020204" charset="-122"/>
              <a:ea typeface="微软雅黑" panose="020B0503020204020204" charset="-122"/>
            </a:endParaRPr>
          </a:p>
        </p:txBody>
      </p:sp>
      <p:grpSp>
        <p:nvGrpSpPr>
          <p:cNvPr id="55" name="Group 5"/>
          <p:cNvGrpSpPr/>
          <p:nvPr/>
        </p:nvGrpSpPr>
        <p:grpSpPr bwMode="auto">
          <a:xfrm>
            <a:off x="4822295" y="2849366"/>
            <a:ext cx="1886853" cy="1684407"/>
            <a:chOff x="1776" y="1602"/>
            <a:chExt cx="1313" cy="1247"/>
          </a:xfrm>
        </p:grpSpPr>
        <p:sp>
          <p:nvSpPr>
            <p:cNvPr id="66" name="Freeform 6"/>
            <p:cNvSpPr/>
            <p:nvPr/>
          </p:nvSpPr>
          <p:spPr bwMode="auto">
            <a:xfrm>
              <a:off x="1838" y="1664"/>
              <a:ext cx="1251" cy="1142"/>
            </a:xfrm>
            <a:custGeom>
              <a:avLst/>
              <a:gdLst>
                <a:gd name="T0" fmla="*/ 379 w 1251"/>
                <a:gd name="T1" fmla="*/ 1142 h 1142"/>
                <a:gd name="T2" fmla="*/ 408 w 1251"/>
                <a:gd name="T3" fmla="*/ 1089 h 1142"/>
                <a:gd name="T4" fmla="*/ 446 w 1251"/>
                <a:gd name="T5" fmla="*/ 1041 h 1142"/>
                <a:gd name="T6" fmla="*/ 451 w 1251"/>
                <a:gd name="T7" fmla="*/ 979 h 1142"/>
                <a:gd name="T8" fmla="*/ 456 w 1251"/>
                <a:gd name="T9" fmla="*/ 907 h 1142"/>
                <a:gd name="T10" fmla="*/ 451 w 1251"/>
                <a:gd name="T11" fmla="*/ 844 h 1142"/>
                <a:gd name="T12" fmla="*/ 432 w 1251"/>
                <a:gd name="T13" fmla="*/ 791 h 1142"/>
                <a:gd name="T14" fmla="*/ 398 w 1251"/>
                <a:gd name="T15" fmla="*/ 724 h 1142"/>
                <a:gd name="T16" fmla="*/ 374 w 1251"/>
                <a:gd name="T17" fmla="*/ 667 h 1142"/>
                <a:gd name="T18" fmla="*/ 341 w 1251"/>
                <a:gd name="T19" fmla="*/ 614 h 1142"/>
                <a:gd name="T20" fmla="*/ 293 w 1251"/>
                <a:gd name="T21" fmla="*/ 556 h 1142"/>
                <a:gd name="T22" fmla="*/ 230 w 1251"/>
                <a:gd name="T23" fmla="*/ 508 h 1142"/>
                <a:gd name="T24" fmla="*/ 158 w 1251"/>
                <a:gd name="T25" fmla="*/ 473 h 1142"/>
                <a:gd name="T26" fmla="*/ 105 w 1251"/>
                <a:gd name="T27" fmla="*/ 460 h 1142"/>
                <a:gd name="T28" fmla="*/ 24 w 1251"/>
                <a:gd name="T29" fmla="*/ 451 h 1142"/>
                <a:gd name="T30" fmla="*/ 0 w 1251"/>
                <a:gd name="T31" fmla="*/ 463 h 1142"/>
                <a:gd name="T32" fmla="*/ 315 w 1251"/>
                <a:gd name="T33" fmla="*/ 282 h 1142"/>
                <a:gd name="T34" fmla="*/ 349 w 1251"/>
                <a:gd name="T35" fmla="*/ 320 h 1142"/>
                <a:gd name="T36" fmla="*/ 382 w 1251"/>
                <a:gd name="T37" fmla="*/ 344 h 1142"/>
                <a:gd name="T38" fmla="*/ 430 w 1251"/>
                <a:gd name="T39" fmla="*/ 382 h 1142"/>
                <a:gd name="T40" fmla="*/ 477 w 1251"/>
                <a:gd name="T41" fmla="*/ 415 h 1142"/>
                <a:gd name="T42" fmla="*/ 516 w 1251"/>
                <a:gd name="T43" fmla="*/ 444 h 1142"/>
                <a:gd name="T44" fmla="*/ 597 w 1251"/>
                <a:gd name="T45" fmla="*/ 468 h 1142"/>
                <a:gd name="T46" fmla="*/ 664 w 1251"/>
                <a:gd name="T47" fmla="*/ 468 h 1142"/>
                <a:gd name="T48" fmla="*/ 711 w 1251"/>
                <a:gd name="T49" fmla="*/ 454 h 1142"/>
                <a:gd name="T50" fmla="*/ 769 w 1251"/>
                <a:gd name="T51" fmla="*/ 420 h 1142"/>
                <a:gd name="T52" fmla="*/ 788 w 1251"/>
                <a:gd name="T53" fmla="*/ 372 h 1142"/>
                <a:gd name="T54" fmla="*/ 816 w 1251"/>
                <a:gd name="T55" fmla="*/ 329 h 1142"/>
                <a:gd name="T56" fmla="*/ 831 w 1251"/>
                <a:gd name="T57" fmla="*/ 282 h 1142"/>
                <a:gd name="T58" fmla="*/ 702 w 1251"/>
                <a:gd name="T59" fmla="*/ 57 h 1142"/>
                <a:gd name="T60" fmla="*/ 769 w 1251"/>
                <a:gd name="T61" fmla="*/ 24 h 1142"/>
                <a:gd name="T62" fmla="*/ 816 w 1251"/>
                <a:gd name="T63" fmla="*/ 5 h 1142"/>
                <a:gd name="T64" fmla="*/ 869 w 1251"/>
                <a:gd name="T65" fmla="*/ 0 h 1142"/>
                <a:gd name="T66" fmla="*/ 931 w 1251"/>
                <a:gd name="T67" fmla="*/ 19 h 1142"/>
                <a:gd name="T68" fmla="*/ 989 w 1251"/>
                <a:gd name="T69" fmla="*/ 47 h 1142"/>
                <a:gd name="T70" fmla="*/ 1036 w 1251"/>
                <a:gd name="T71" fmla="*/ 81 h 1142"/>
                <a:gd name="T72" fmla="*/ 1093 w 1251"/>
                <a:gd name="T73" fmla="*/ 129 h 1142"/>
                <a:gd name="T74" fmla="*/ 1141 w 1251"/>
                <a:gd name="T75" fmla="*/ 186 h 1142"/>
                <a:gd name="T76" fmla="*/ 1179 w 1251"/>
                <a:gd name="T77" fmla="*/ 244 h 1142"/>
                <a:gd name="T78" fmla="*/ 1208 w 1251"/>
                <a:gd name="T79" fmla="*/ 287 h 1142"/>
                <a:gd name="T80" fmla="*/ 1232 w 1251"/>
                <a:gd name="T81" fmla="*/ 368 h 1142"/>
                <a:gd name="T82" fmla="*/ 1246 w 1251"/>
                <a:gd name="T83" fmla="*/ 439 h 1142"/>
                <a:gd name="T84" fmla="*/ 1251 w 1251"/>
                <a:gd name="T85" fmla="*/ 501 h 1142"/>
                <a:gd name="T86" fmla="*/ 1237 w 1251"/>
                <a:gd name="T87" fmla="*/ 583 h 1142"/>
                <a:gd name="T88" fmla="*/ 1208 w 1251"/>
                <a:gd name="T89" fmla="*/ 654 h 1142"/>
                <a:gd name="T90" fmla="*/ 1165 w 1251"/>
                <a:gd name="T91" fmla="*/ 692 h 1142"/>
                <a:gd name="T92" fmla="*/ 379 w 1251"/>
                <a:gd name="T93" fmla="*/ 1142 h 114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251"/>
                <a:gd name="T142" fmla="*/ 0 h 1142"/>
                <a:gd name="T143" fmla="*/ 1251 w 1251"/>
                <a:gd name="T144" fmla="*/ 1142 h 114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251" h="1142">
                  <a:moveTo>
                    <a:pt x="379" y="1142"/>
                  </a:moveTo>
                  <a:lnTo>
                    <a:pt x="408" y="1089"/>
                  </a:lnTo>
                  <a:lnTo>
                    <a:pt x="446" y="1041"/>
                  </a:lnTo>
                  <a:lnTo>
                    <a:pt x="451" y="979"/>
                  </a:lnTo>
                  <a:lnTo>
                    <a:pt x="456" y="907"/>
                  </a:lnTo>
                  <a:lnTo>
                    <a:pt x="451" y="844"/>
                  </a:lnTo>
                  <a:lnTo>
                    <a:pt x="432" y="791"/>
                  </a:lnTo>
                  <a:lnTo>
                    <a:pt x="398" y="724"/>
                  </a:lnTo>
                  <a:lnTo>
                    <a:pt x="374" y="667"/>
                  </a:lnTo>
                  <a:lnTo>
                    <a:pt x="341" y="614"/>
                  </a:lnTo>
                  <a:lnTo>
                    <a:pt x="293" y="556"/>
                  </a:lnTo>
                  <a:lnTo>
                    <a:pt x="230" y="508"/>
                  </a:lnTo>
                  <a:lnTo>
                    <a:pt x="158" y="473"/>
                  </a:lnTo>
                  <a:lnTo>
                    <a:pt x="105" y="460"/>
                  </a:lnTo>
                  <a:lnTo>
                    <a:pt x="24" y="451"/>
                  </a:lnTo>
                  <a:lnTo>
                    <a:pt x="0" y="463"/>
                  </a:lnTo>
                  <a:lnTo>
                    <a:pt x="315" y="282"/>
                  </a:lnTo>
                  <a:lnTo>
                    <a:pt x="349" y="320"/>
                  </a:lnTo>
                  <a:lnTo>
                    <a:pt x="382" y="344"/>
                  </a:lnTo>
                  <a:lnTo>
                    <a:pt x="430" y="382"/>
                  </a:lnTo>
                  <a:lnTo>
                    <a:pt x="477" y="415"/>
                  </a:lnTo>
                  <a:lnTo>
                    <a:pt x="516" y="444"/>
                  </a:lnTo>
                  <a:lnTo>
                    <a:pt x="597" y="468"/>
                  </a:lnTo>
                  <a:lnTo>
                    <a:pt x="664" y="468"/>
                  </a:lnTo>
                  <a:lnTo>
                    <a:pt x="711" y="454"/>
                  </a:lnTo>
                  <a:lnTo>
                    <a:pt x="769" y="420"/>
                  </a:lnTo>
                  <a:lnTo>
                    <a:pt x="788" y="372"/>
                  </a:lnTo>
                  <a:lnTo>
                    <a:pt x="816" y="329"/>
                  </a:lnTo>
                  <a:lnTo>
                    <a:pt x="831" y="282"/>
                  </a:lnTo>
                  <a:lnTo>
                    <a:pt x="702" y="57"/>
                  </a:lnTo>
                  <a:lnTo>
                    <a:pt x="769" y="24"/>
                  </a:lnTo>
                  <a:lnTo>
                    <a:pt x="816" y="5"/>
                  </a:lnTo>
                  <a:lnTo>
                    <a:pt x="869" y="0"/>
                  </a:lnTo>
                  <a:lnTo>
                    <a:pt x="931" y="19"/>
                  </a:lnTo>
                  <a:lnTo>
                    <a:pt x="989" y="47"/>
                  </a:lnTo>
                  <a:lnTo>
                    <a:pt x="1036" y="81"/>
                  </a:lnTo>
                  <a:lnTo>
                    <a:pt x="1093" y="129"/>
                  </a:lnTo>
                  <a:lnTo>
                    <a:pt x="1141" y="186"/>
                  </a:lnTo>
                  <a:lnTo>
                    <a:pt x="1179" y="244"/>
                  </a:lnTo>
                  <a:lnTo>
                    <a:pt x="1208" y="287"/>
                  </a:lnTo>
                  <a:lnTo>
                    <a:pt x="1232" y="368"/>
                  </a:lnTo>
                  <a:lnTo>
                    <a:pt x="1246" y="439"/>
                  </a:lnTo>
                  <a:lnTo>
                    <a:pt x="1251" y="501"/>
                  </a:lnTo>
                  <a:lnTo>
                    <a:pt x="1237" y="583"/>
                  </a:lnTo>
                  <a:lnTo>
                    <a:pt x="1208" y="654"/>
                  </a:lnTo>
                  <a:lnTo>
                    <a:pt x="1165" y="692"/>
                  </a:lnTo>
                  <a:lnTo>
                    <a:pt x="379" y="1142"/>
                  </a:ln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54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latin typeface="微软雅黑" panose="020B0503020204020204" charset="-122"/>
                <a:ea typeface="微软雅黑" panose="020B0503020204020204" charset="-122"/>
              </a:endParaRPr>
            </a:p>
          </p:txBody>
        </p:sp>
        <p:sp>
          <p:nvSpPr>
            <p:cNvPr id="70" name="Freeform 7"/>
            <p:cNvSpPr/>
            <p:nvPr/>
          </p:nvSpPr>
          <p:spPr bwMode="auto">
            <a:xfrm>
              <a:off x="2148" y="1678"/>
              <a:ext cx="521" cy="459"/>
            </a:xfrm>
            <a:custGeom>
              <a:avLst/>
              <a:gdLst>
                <a:gd name="T0" fmla="*/ 0 w 1308"/>
                <a:gd name="T1" fmla="*/ 0 h 1152"/>
                <a:gd name="T2" fmla="*/ 0 w 1308"/>
                <a:gd name="T3" fmla="*/ 1 h 1152"/>
                <a:gd name="T4" fmla="*/ 0 w 1308"/>
                <a:gd name="T5" fmla="*/ 1 h 1152"/>
                <a:gd name="T6" fmla="*/ 0 w 1308"/>
                <a:gd name="T7" fmla="*/ 2 h 1152"/>
                <a:gd name="T8" fmla="*/ 0 w 1308"/>
                <a:gd name="T9" fmla="*/ 2 h 1152"/>
                <a:gd name="T10" fmla="*/ 1 w 1308"/>
                <a:gd name="T11" fmla="*/ 2 h 1152"/>
                <a:gd name="T12" fmla="*/ 1 w 1308"/>
                <a:gd name="T13" fmla="*/ 2 h 1152"/>
                <a:gd name="T14" fmla="*/ 1 w 1308"/>
                <a:gd name="T15" fmla="*/ 2 h 1152"/>
                <a:gd name="T16" fmla="*/ 1 w 1308"/>
                <a:gd name="T17" fmla="*/ 2 h 1152"/>
                <a:gd name="T18" fmla="*/ 2 w 1308"/>
                <a:gd name="T19" fmla="*/ 2 h 1152"/>
                <a:gd name="T20" fmla="*/ 2 w 1308"/>
                <a:gd name="T21" fmla="*/ 2 h 1152"/>
                <a:gd name="T22" fmla="*/ 2 w 1308"/>
                <a:gd name="T23" fmla="*/ 2 h 1152"/>
                <a:gd name="T24" fmla="*/ 2 w 1308"/>
                <a:gd name="T25" fmla="*/ 2 h 1152"/>
                <a:gd name="T26" fmla="*/ 2 w 1308"/>
                <a:gd name="T27" fmla="*/ 2 h 1152"/>
                <a:gd name="T28" fmla="*/ 2 w 1308"/>
                <a:gd name="T29" fmla="*/ 1 h 1152"/>
                <a:gd name="T30" fmla="*/ 2 w 1308"/>
                <a:gd name="T31" fmla="*/ 1 h 1152"/>
                <a:gd name="T32" fmla="*/ 2 w 1308"/>
                <a:gd name="T33" fmla="*/ 0 h 1152"/>
                <a:gd name="T34" fmla="*/ 2 w 1308"/>
                <a:gd name="T35" fmla="*/ 0 h 1152"/>
                <a:gd name="T36" fmla="*/ 2 w 1308"/>
                <a:gd name="T37" fmla="*/ 0 h 1152"/>
                <a:gd name="T38" fmla="*/ 2 w 1308"/>
                <a:gd name="T39" fmla="*/ 0 h 1152"/>
                <a:gd name="T40" fmla="*/ 1 w 1308"/>
                <a:gd name="T41" fmla="*/ 0 h 1152"/>
                <a:gd name="T42" fmla="*/ 1 w 1308"/>
                <a:gd name="T43" fmla="*/ 0 h 1152"/>
                <a:gd name="T44" fmla="*/ 1 w 1308"/>
                <a:gd name="T45" fmla="*/ 0 h 1152"/>
                <a:gd name="T46" fmla="*/ 0 w 1308"/>
                <a:gd name="T47" fmla="*/ 0 h 1152"/>
                <a:gd name="T48" fmla="*/ 0 w 1308"/>
                <a:gd name="T49" fmla="*/ 0 h 1152"/>
                <a:gd name="T50" fmla="*/ 0 w 1308"/>
                <a:gd name="T51" fmla="*/ 0 h 11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08"/>
                <a:gd name="T79" fmla="*/ 0 h 1152"/>
                <a:gd name="T80" fmla="*/ 1308 w 1308"/>
                <a:gd name="T81" fmla="*/ 1152 h 115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08" h="1152">
                  <a:moveTo>
                    <a:pt x="276" y="0"/>
                  </a:moveTo>
                  <a:lnTo>
                    <a:pt x="0" y="708"/>
                  </a:lnTo>
                  <a:lnTo>
                    <a:pt x="96" y="780"/>
                  </a:lnTo>
                  <a:lnTo>
                    <a:pt x="192" y="864"/>
                  </a:lnTo>
                  <a:lnTo>
                    <a:pt x="288" y="936"/>
                  </a:lnTo>
                  <a:lnTo>
                    <a:pt x="408" y="1032"/>
                  </a:lnTo>
                  <a:lnTo>
                    <a:pt x="516" y="1104"/>
                  </a:lnTo>
                  <a:lnTo>
                    <a:pt x="636" y="1140"/>
                  </a:lnTo>
                  <a:lnTo>
                    <a:pt x="744" y="1152"/>
                  </a:lnTo>
                  <a:lnTo>
                    <a:pt x="888" y="1152"/>
                  </a:lnTo>
                  <a:lnTo>
                    <a:pt x="1020" y="1116"/>
                  </a:lnTo>
                  <a:lnTo>
                    <a:pt x="1140" y="1044"/>
                  </a:lnTo>
                  <a:lnTo>
                    <a:pt x="1212" y="960"/>
                  </a:lnTo>
                  <a:lnTo>
                    <a:pt x="1284" y="852"/>
                  </a:lnTo>
                  <a:lnTo>
                    <a:pt x="1308" y="744"/>
                  </a:lnTo>
                  <a:lnTo>
                    <a:pt x="1308" y="636"/>
                  </a:lnTo>
                  <a:lnTo>
                    <a:pt x="1044" y="12"/>
                  </a:lnTo>
                  <a:lnTo>
                    <a:pt x="1020" y="108"/>
                  </a:lnTo>
                  <a:lnTo>
                    <a:pt x="960" y="180"/>
                  </a:lnTo>
                  <a:lnTo>
                    <a:pt x="864" y="204"/>
                  </a:lnTo>
                  <a:lnTo>
                    <a:pt x="732" y="264"/>
                  </a:lnTo>
                  <a:lnTo>
                    <a:pt x="588" y="264"/>
                  </a:lnTo>
                  <a:lnTo>
                    <a:pt x="480" y="240"/>
                  </a:lnTo>
                  <a:lnTo>
                    <a:pt x="336" y="192"/>
                  </a:lnTo>
                  <a:lnTo>
                    <a:pt x="276" y="108"/>
                  </a:lnTo>
                  <a:lnTo>
                    <a:pt x="276" y="0"/>
                  </a:ln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54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base">
                <a:spcBef>
                  <a:spcPct val="0"/>
                </a:spcBef>
                <a:spcAft>
                  <a:spcPct val="0"/>
                </a:spcAft>
              </a:pPr>
              <a:endParaRPr lang="zh-CN" altLang="en-US" sz="2000" b="1" i="1">
                <a:latin typeface="微软雅黑" panose="020B0503020204020204" charset="-122"/>
                <a:ea typeface="微软雅黑" panose="020B0503020204020204" charset="-122"/>
              </a:endParaRPr>
            </a:p>
          </p:txBody>
        </p:sp>
        <p:sp>
          <p:nvSpPr>
            <p:cNvPr id="71" name="Oval 8"/>
            <p:cNvSpPr>
              <a:spLocks noChangeArrowheads="1"/>
            </p:cNvSpPr>
            <p:nvPr/>
          </p:nvSpPr>
          <p:spPr bwMode="auto">
            <a:xfrm rot="19871423">
              <a:off x="1776" y="2071"/>
              <a:ext cx="514" cy="778"/>
            </a:xfrm>
            <a:prstGeom prst="ellipse">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latin typeface="微软雅黑" panose="020B0503020204020204" charset="-122"/>
                <a:ea typeface="微软雅黑" panose="020B0503020204020204" charset="-122"/>
              </a:endParaRPr>
            </a:p>
          </p:txBody>
        </p:sp>
        <p:sp>
          <p:nvSpPr>
            <p:cNvPr id="72" name="Oval 9"/>
            <p:cNvSpPr>
              <a:spLocks noChangeArrowheads="1"/>
            </p:cNvSpPr>
            <p:nvPr/>
          </p:nvSpPr>
          <p:spPr bwMode="auto">
            <a:xfrm>
              <a:off x="2249" y="1602"/>
              <a:ext cx="310" cy="196"/>
            </a:xfrm>
            <a:prstGeom prst="ellipse">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54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base">
                <a:spcBef>
                  <a:spcPct val="0"/>
                </a:spcBef>
                <a:spcAft>
                  <a:spcPct val="0"/>
                </a:spcAft>
              </a:pPr>
              <a:endParaRPr lang="zh-CN" altLang="en-US" sz="2000" b="1" i="1">
                <a:latin typeface="微软雅黑" panose="020B0503020204020204" charset="-122"/>
                <a:ea typeface="微软雅黑" panose="020B0503020204020204" charset="-122"/>
              </a:endParaRPr>
            </a:p>
          </p:txBody>
        </p:sp>
      </p:grpSp>
      <p:sp>
        <p:nvSpPr>
          <p:cNvPr id="56" name="Text Box 29"/>
          <p:cNvSpPr txBox="1">
            <a:spLocks noChangeArrowheads="1"/>
          </p:cNvSpPr>
          <p:nvPr/>
        </p:nvSpPr>
        <p:spPr bwMode="auto">
          <a:xfrm>
            <a:off x="2686545" y="337939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endParaRPr kumimoji="1" lang="en-US" altLang="zh-CN" sz="2400" i="0">
              <a:solidFill>
                <a:schemeClr val="accent2"/>
              </a:solidFill>
              <a:latin typeface="微软雅黑" panose="020B0503020204020204" charset="-122"/>
              <a:ea typeface="微软雅黑" panose="020B0503020204020204" charset="-122"/>
            </a:endParaRPr>
          </a:p>
        </p:txBody>
      </p:sp>
      <p:grpSp>
        <p:nvGrpSpPr>
          <p:cNvPr id="57" name="Group 32"/>
          <p:cNvGrpSpPr/>
          <p:nvPr/>
        </p:nvGrpSpPr>
        <p:grpSpPr bwMode="auto">
          <a:xfrm>
            <a:off x="2538907" y="2834877"/>
            <a:ext cx="1858963" cy="1798639"/>
            <a:chOff x="1339" y="108"/>
            <a:chExt cx="961" cy="993"/>
          </a:xfrm>
        </p:grpSpPr>
        <p:pic>
          <p:nvPicPr>
            <p:cNvPr id="62" name="图片 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 y="108"/>
              <a:ext cx="953" cy="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3" name="Rectangle 34"/>
            <p:cNvSpPr>
              <a:spLocks noChangeArrowheads="1"/>
            </p:cNvSpPr>
            <p:nvPr/>
          </p:nvSpPr>
          <p:spPr bwMode="auto">
            <a:xfrm>
              <a:off x="1339" y="131"/>
              <a:ext cx="205" cy="2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latin typeface="微软雅黑" panose="020B0503020204020204" charset="-122"/>
                <a:ea typeface="微软雅黑" panose="020B0503020204020204" charset="-122"/>
              </a:endParaRPr>
            </a:p>
          </p:txBody>
        </p:sp>
      </p:grpSp>
      <p:sp>
        <p:nvSpPr>
          <p:cNvPr id="58" name="Freeform 25"/>
          <p:cNvSpPr/>
          <p:nvPr/>
        </p:nvSpPr>
        <p:spPr bwMode="auto">
          <a:xfrm>
            <a:off x="5355010" y="3297993"/>
            <a:ext cx="746125" cy="260350"/>
          </a:xfrm>
          <a:custGeom>
            <a:avLst/>
            <a:gdLst>
              <a:gd name="T0" fmla="*/ 0 w 470"/>
              <a:gd name="T1" fmla="*/ 2147483647 h 164"/>
              <a:gd name="T2" fmla="*/ 2147483647 w 470"/>
              <a:gd name="T3" fmla="*/ 2147483647 h 164"/>
              <a:gd name="T4" fmla="*/ 2147483647 w 470"/>
              <a:gd name="T5" fmla="*/ 2147483647 h 164"/>
              <a:gd name="T6" fmla="*/ 2147483647 w 470"/>
              <a:gd name="T7" fmla="*/ 2147483647 h 164"/>
              <a:gd name="T8" fmla="*/ 2147483647 w 470"/>
              <a:gd name="T9" fmla="*/ 2147483647 h 164"/>
              <a:gd name="T10" fmla="*/ 2147483647 w 470"/>
              <a:gd name="T11" fmla="*/ 2147483647 h 164"/>
              <a:gd name="T12" fmla="*/ 2147483647 w 470"/>
              <a:gd name="T13" fmla="*/ 2147483647 h 164"/>
              <a:gd name="T14" fmla="*/ 2147483647 w 470"/>
              <a:gd name="T15" fmla="*/ 2147483647 h 164"/>
              <a:gd name="T16" fmla="*/ 2147483647 w 470"/>
              <a:gd name="T17" fmla="*/ 2147483647 h 164"/>
              <a:gd name="T18" fmla="*/ 2147483647 w 470"/>
              <a:gd name="T19" fmla="*/ 0 h 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70" h="164">
                <a:moveTo>
                  <a:pt x="0" y="12"/>
                </a:moveTo>
                <a:cubicBezTo>
                  <a:pt x="7" y="20"/>
                  <a:pt x="25" y="48"/>
                  <a:pt x="42" y="63"/>
                </a:cubicBezTo>
                <a:cubicBezTo>
                  <a:pt x="59" y="78"/>
                  <a:pt x="82" y="93"/>
                  <a:pt x="102" y="105"/>
                </a:cubicBezTo>
                <a:cubicBezTo>
                  <a:pt x="122" y="117"/>
                  <a:pt x="142" y="129"/>
                  <a:pt x="165" y="138"/>
                </a:cubicBezTo>
                <a:cubicBezTo>
                  <a:pt x="188" y="147"/>
                  <a:pt x="217" y="152"/>
                  <a:pt x="240" y="156"/>
                </a:cubicBezTo>
                <a:cubicBezTo>
                  <a:pt x="263" y="160"/>
                  <a:pt x="281" y="164"/>
                  <a:pt x="306" y="162"/>
                </a:cubicBezTo>
                <a:cubicBezTo>
                  <a:pt x="331" y="160"/>
                  <a:pt x="368" y="150"/>
                  <a:pt x="390" y="141"/>
                </a:cubicBezTo>
                <a:cubicBezTo>
                  <a:pt x="412" y="132"/>
                  <a:pt x="426" y="125"/>
                  <a:pt x="438" y="111"/>
                </a:cubicBezTo>
                <a:cubicBezTo>
                  <a:pt x="450" y="97"/>
                  <a:pt x="460" y="75"/>
                  <a:pt x="465" y="57"/>
                </a:cubicBezTo>
                <a:cubicBezTo>
                  <a:pt x="470" y="39"/>
                  <a:pt x="467" y="12"/>
                  <a:pt x="468" y="0"/>
                </a:cubicBezTo>
              </a:path>
            </a:pathLst>
          </a:cu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latin typeface="微软雅黑" panose="020B0503020204020204" charset="-122"/>
              <a:ea typeface="微软雅黑" panose="020B0503020204020204" charset="-122"/>
            </a:endParaRPr>
          </a:p>
        </p:txBody>
      </p:sp>
      <p:grpSp>
        <p:nvGrpSpPr>
          <p:cNvPr id="59" name="Group 28"/>
          <p:cNvGrpSpPr/>
          <p:nvPr/>
        </p:nvGrpSpPr>
        <p:grpSpPr bwMode="auto">
          <a:xfrm>
            <a:off x="3015159" y="3474640"/>
            <a:ext cx="914401" cy="261937"/>
            <a:chOff x="1026" y="2457"/>
            <a:chExt cx="576" cy="165"/>
          </a:xfrm>
        </p:grpSpPr>
        <p:sp>
          <p:nvSpPr>
            <p:cNvPr id="60" name="Freeform 26"/>
            <p:cNvSpPr/>
            <p:nvPr/>
          </p:nvSpPr>
          <p:spPr bwMode="auto">
            <a:xfrm>
              <a:off x="1026" y="2482"/>
              <a:ext cx="261" cy="137"/>
            </a:xfrm>
            <a:custGeom>
              <a:avLst/>
              <a:gdLst>
                <a:gd name="T0" fmla="*/ 0 w 261"/>
                <a:gd name="T1" fmla="*/ 2 h 137"/>
                <a:gd name="T2" fmla="*/ 57 w 261"/>
                <a:gd name="T3" fmla="*/ 2 h 137"/>
                <a:gd name="T4" fmla="*/ 96 w 261"/>
                <a:gd name="T5" fmla="*/ 14 h 137"/>
                <a:gd name="T6" fmla="*/ 141 w 261"/>
                <a:gd name="T7" fmla="*/ 29 h 137"/>
                <a:gd name="T8" fmla="*/ 183 w 261"/>
                <a:gd name="T9" fmla="*/ 62 h 137"/>
                <a:gd name="T10" fmla="*/ 228 w 261"/>
                <a:gd name="T11" fmla="*/ 104 h 137"/>
                <a:gd name="T12" fmla="*/ 261 w 261"/>
                <a:gd name="T13" fmla="*/ 137 h 1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1" h="137">
                  <a:moveTo>
                    <a:pt x="0" y="2"/>
                  </a:moveTo>
                  <a:cubicBezTo>
                    <a:pt x="20" y="1"/>
                    <a:pt x="41" y="0"/>
                    <a:pt x="57" y="2"/>
                  </a:cubicBezTo>
                  <a:cubicBezTo>
                    <a:pt x="73" y="4"/>
                    <a:pt x="82" y="9"/>
                    <a:pt x="96" y="14"/>
                  </a:cubicBezTo>
                  <a:cubicBezTo>
                    <a:pt x="110" y="19"/>
                    <a:pt x="127" y="21"/>
                    <a:pt x="141" y="29"/>
                  </a:cubicBezTo>
                  <a:cubicBezTo>
                    <a:pt x="155" y="37"/>
                    <a:pt x="168" y="49"/>
                    <a:pt x="183" y="62"/>
                  </a:cubicBezTo>
                  <a:cubicBezTo>
                    <a:pt x="198" y="75"/>
                    <a:pt x="215" y="92"/>
                    <a:pt x="228" y="104"/>
                  </a:cubicBezTo>
                  <a:cubicBezTo>
                    <a:pt x="241" y="116"/>
                    <a:pt x="251" y="126"/>
                    <a:pt x="261" y="137"/>
                  </a:cubicBezTo>
                </a:path>
              </a:pathLst>
            </a:custGeom>
            <a:noFill/>
            <a:ln w="19050" cap="flat" cmpd="sng">
              <a:solidFill>
                <a:srgbClr val="FFC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latin typeface="微软雅黑" panose="020B0503020204020204" charset="-122"/>
                <a:ea typeface="微软雅黑" panose="020B0503020204020204" charset="-122"/>
              </a:endParaRPr>
            </a:p>
          </p:txBody>
        </p:sp>
        <p:sp>
          <p:nvSpPr>
            <p:cNvPr id="61" name="Line 27"/>
            <p:cNvSpPr>
              <a:spLocks noChangeShapeType="1"/>
            </p:cNvSpPr>
            <p:nvPr/>
          </p:nvSpPr>
          <p:spPr bwMode="auto">
            <a:xfrm flipV="1">
              <a:off x="1290" y="2457"/>
              <a:ext cx="312" cy="165"/>
            </a:xfrm>
            <a:prstGeom prst="line">
              <a:avLst/>
            </a:prstGeom>
            <a:noFill/>
            <a:ln w="19050">
              <a:solidFill>
                <a:srgbClr val="FFC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grpSp>
      <p:grpSp>
        <p:nvGrpSpPr>
          <p:cNvPr id="76" name="Group 53"/>
          <p:cNvGrpSpPr/>
          <p:nvPr/>
        </p:nvGrpSpPr>
        <p:grpSpPr bwMode="auto">
          <a:xfrm>
            <a:off x="7199070" y="2784473"/>
            <a:ext cx="1653259" cy="1616075"/>
            <a:chOff x="4062" y="1620"/>
            <a:chExt cx="1374" cy="1345"/>
          </a:xfrm>
        </p:grpSpPr>
        <p:sp>
          <p:nvSpPr>
            <p:cNvPr id="77" name="Freeform 54"/>
            <p:cNvSpPr/>
            <p:nvPr/>
          </p:nvSpPr>
          <p:spPr bwMode="auto">
            <a:xfrm>
              <a:off x="4561" y="1722"/>
              <a:ext cx="572" cy="534"/>
            </a:xfrm>
            <a:custGeom>
              <a:avLst/>
              <a:gdLst>
                <a:gd name="T0" fmla="*/ 565 w 572"/>
                <a:gd name="T1" fmla="*/ 70 h 534"/>
                <a:gd name="T2" fmla="*/ 572 w 572"/>
                <a:gd name="T3" fmla="*/ 364 h 534"/>
                <a:gd name="T4" fmla="*/ 538 w 572"/>
                <a:gd name="T5" fmla="*/ 441 h 534"/>
                <a:gd name="T6" fmla="*/ 502 w 572"/>
                <a:gd name="T7" fmla="*/ 490 h 534"/>
                <a:gd name="T8" fmla="*/ 441 w 572"/>
                <a:gd name="T9" fmla="*/ 521 h 534"/>
                <a:gd name="T10" fmla="*/ 392 w 572"/>
                <a:gd name="T11" fmla="*/ 534 h 534"/>
                <a:gd name="T12" fmla="*/ 339 w 572"/>
                <a:gd name="T13" fmla="*/ 529 h 534"/>
                <a:gd name="T14" fmla="*/ 287 w 572"/>
                <a:gd name="T15" fmla="*/ 515 h 534"/>
                <a:gd name="T16" fmla="*/ 251 w 572"/>
                <a:gd name="T17" fmla="*/ 516 h 534"/>
                <a:gd name="T18" fmla="*/ 249 w 572"/>
                <a:gd name="T19" fmla="*/ 355 h 534"/>
                <a:gd name="T20" fmla="*/ 205 w 572"/>
                <a:gd name="T21" fmla="*/ 350 h 534"/>
                <a:gd name="T22" fmla="*/ 166 w 572"/>
                <a:gd name="T23" fmla="*/ 339 h 534"/>
                <a:gd name="T24" fmla="*/ 122 w 572"/>
                <a:gd name="T25" fmla="*/ 322 h 534"/>
                <a:gd name="T26" fmla="*/ 78 w 572"/>
                <a:gd name="T27" fmla="*/ 295 h 534"/>
                <a:gd name="T28" fmla="*/ 45 w 572"/>
                <a:gd name="T29" fmla="*/ 273 h 534"/>
                <a:gd name="T30" fmla="*/ 9 w 572"/>
                <a:gd name="T31" fmla="*/ 252 h 534"/>
                <a:gd name="T32" fmla="*/ 0 w 572"/>
                <a:gd name="T33" fmla="*/ 186 h 534"/>
                <a:gd name="T34" fmla="*/ 0 w 572"/>
                <a:gd name="T35" fmla="*/ 80 h 534"/>
                <a:gd name="T36" fmla="*/ 35 w 572"/>
                <a:gd name="T37" fmla="*/ 137 h 534"/>
                <a:gd name="T38" fmla="*/ 66 w 572"/>
                <a:gd name="T39" fmla="*/ 168 h 534"/>
                <a:gd name="T40" fmla="*/ 123 w 572"/>
                <a:gd name="T41" fmla="*/ 199 h 534"/>
                <a:gd name="T42" fmla="*/ 189 w 572"/>
                <a:gd name="T43" fmla="*/ 239 h 534"/>
                <a:gd name="T44" fmla="*/ 273 w 572"/>
                <a:gd name="T45" fmla="*/ 234 h 534"/>
                <a:gd name="T46" fmla="*/ 353 w 572"/>
                <a:gd name="T47" fmla="*/ 234 h 534"/>
                <a:gd name="T48" fmla="*/ 419 w 572"/>
                <a:gd name="T49" fmla="*/ 217 h 534"/>
                <a:gd name="T50" fmla="*/ 467 w 572"/>
                <a:gd name="T51" fmla="*/ 177 h 534"/>
                <a:gd name="T52" fmla="*/ 511 w 572"/>
                <a:gd name="T53" fmla="*/ 137 h 534"/>
                <a:gd name="T54" fmla="*/ 514 w 572"/>
                <a:gd name="T55" fmla="*/ 0 h 534"/>
                <a:gd name="T56" fmla="*/ 565 w 572"/>
                <a:gd name="T57" fmla="*/ 70 h 53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72"/>
                <a:gd name="T88" fmla="*/ 0 h 534"/>
                <a:gd name="T89" fmla="*/ 572 w 572"/>
                <a:gd name="T90" fmla="*/ 534 h 53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72" h="534">
                  <a:moveTo>
                    <a:pt x="565" y="70"/>
                  </a:moveTo>
                  <a:lnTo>
                    <a:pt x="572" y="364"/>
                  </a:lnTo>
                  <a:lnTo>
                    <a:pt x="538" y="441"/>
                  </a:lnTo>
                  <a:lnTo>
                    <a:pt x="502" y="490"/>
                  </a:lnTo>
                  <a:lnTo>
                    <a:pt x="441" y="521"/>
                  </a:lnTo>
                  <a:lnTo>
                    <a:pt x="392" y="534"/>
                  </a:lnTo>
                  <a:lnTo>
                    <a:pt x="339" y="529"/>
                  </a:lnTo>
                  <a:lnTo>
                    <a:pt x="287" y="515"/>
                  </a:lnTo>
                  <a:lnTo>
                    <a:pt x="251" y="516"/>
                  </a:lnTo>
                  <a:lnTo>
                    <a:pt x="249" y="355"/>
                  </a:lnTo>
                  <a:lnTo>
                    <a:pt x="205" y="350"/>
                  </a:lnTo>
                  <a:lnTo>
                    <a:pt x="166" y="339"/>
                  </a:lnTo>
                  <a:lnTo>
                    <a:pt x="122" y="322"/>
                  </a:lnTo>
                  <a:lnTo>
                    <a:pt x="78" y="295"/>
                  </a:lnTo>
                  <a:lnTo>
                    <a:pt x="45" y="273"/>
                  </a:lnTo>
                  <a:lnTo>
                    <a:pt x="9" y="252"/>
                  </a:lnTo>
                  <a:lnTo>
                    <a:pt x="0" y="186"/>
                  </a:lnTo>
                  <a:lnTo>
                    <a:pt x="0" y="80"/>
                  </a:lnTo>
                  <a:lnTo>
                    <a:pt x="35" y="137"/>
                  </a:lnTo>
                  <a:lnTo>
                    <a:pt x="66" y="168"/>
                  </a:lnTo>
                  <a:lnTo>
                    <a:pt x="123" y="199"/>
                  </a:lnTo>
                  <a:lnTo>
                    <a:pt x="189" y="239"/>
                  </a:lnTo>
                  <a:lnTo>
                    <a:pt x="273" y="234"/>
                  </a:lnTo>
                  <a:lnTo>
                    <a:pt x="353" y="234"/>
                  </a:lnTo>
                  <a:lnTo>
                    <a:pt x="419" y="217"/>
                  </a:lnTo>
                  <a:lnTo>
                    <a:pt x="467" y="177"/>
                  </a:lnTo>
                  <a:lnTo>
                    <a:pt x="511" y="137"/>
                  </a:lnTo>
                  <a:lnTo>
                    <a:pt x="514" y="0"/>
                  </a:lnTo>
                  <a:lnTo>
                    <a:pt x="565" y="70"/>
                  </a:ln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27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latin typeface="微软雅黑" panose="020B0503020204020204" charset="-122"/>
                <a:ea typeface="微软雅黑" panose="020B0503020204020204" charset="-122"/>
              </a:endParaRPr>
            </a:p>
          </p:txBody>
        </p:sp>
        <p:sp>
          <p:nvSpPr>
            <p:cNvPr id="78" name="Freeform 55"/>
            <p:cNvSpPr/>
            <p:nvPr/>
          </p:nvSpPr>
          <p:spPr bwMode="auto">
            <a:xfrm>
              <a:off x="4100" y="1754"/>
              <a:ext cx="1336" cy="1167"/>
            </a:xfrm>
            <a:custGeom>
              <a:avLst/>
              <a:gdLst>
                <a:gd name="T0" fmla="*/ 220 w 1336"/>
                <a:gd name="T1" fmla="*/ 396 h 1167"/>
                <a:gd name="T2" fmla="*/ 0 w 1336"/>
                <a:gd name="T3" fmla="*/ 528 h 1167"/>
                <a:gd name="T4" fmla="*/ 62 w 1336"/>
                <a:gd name="T5" fmla="*/ 511 h 1167"/>
                <a:gd name="T6" fmla="*/ 141 w 1336"/>
                <a:gd name="T7" fmla="*/ 515 h 1167"/>
                <a:gd name="T8" fmla="*/ 190 w 1336"/>
                <a:gd name="T9" fmla="*/ 537 h 1167"/>
                <a:gd name="T10" fmla="*/ 256 w 1336"/>
                <a:gd name="T11" fmla="*/ 572 h 1167"/>
                <a:gd name="T12" fmla="*/ 304 w 1336"/>
                <a:gd name="T13" fmla="*/ 616 h 1167"/>
                <a:gd name="T14" fmla="*/ 353 w 1336"/>
                <a:gd name="T15" fmla="*/ 669 h 1167"/>
                <a:gd name="T16" fmla="*/ 388 w 1336"/>
                <a:gd name="T17" fmla="*/ 722 h 1167"/>
                <a:gd name="T18" fmla="*/ 419 w 1336"/>
                <a:gd name="T19" fmla="*/ 792 h 1167"/>
                <a:gd name="T20" fmla="*/ 450 w 1336"/>
                <a:gd name="T21" fmla="*/ 850 h 1167"/>
                <a:gd name="T22" fmla="*/ 468 w 1336"/>
                <a:gd name="T23" fmla="*/ 943 h 1167"/>
                <a:gd name="T24" fmla="*/ 454 w 1336"/>
                <a:gd name="T25" fmla="*/ 1013 h 1167"/>
                <a:gd name="T26" fmla="*/ 437 w 1336"/>
                <a:gd name="T27" fmla="*/ 1097 h 1167"/>
                <a:gd name="T28" fmla="*/ 406 w 1336"/>
                <a:gd name="T29" fmla="*/ 1136 h 1167"/>
                <a:gd name="T30" fmla="*/ 379 w 1336"/>
                <a:gd name="T31" fmla="*/ 1167 h 1167"/>
                <a:gd name="T32" fmla="*/ 1235 w 1336"/>
                <a:gd name="T33" fmla="*/ 674 h 1167"/>
                <a:gd name="T34" fmla="*/ 1297 w 1336"/>
                <a:gd name="T35" fmla="*/ 603 h 1167"/>
                <a:gd name="T36" fmla="*/ 1331 w 1336"/>
                <a:gd name="T37" fmla="*/ 524 h 1167"/>
                <a:gd name="T38" fmla="*/ 1336 w 1336"/>
                <a:gd name="T39" fmla="*/ 445 h 1167"/>
                <a:gd name="T40" fmla="*/ 1327 w 1336"/>
                <a:gd name="T41" fmla="*/ 379 h 1167"/>
                <a:gd name="T42" fmla="*/ 1309 w 1336"/>
                <a:gd name="T43" fmla="*/ 308 h 1167"/>
                <a:gd name="T44" fmla="*/ 1279 w 1336"/>
                <a:gd name="T45" fmla="*/ 233 h 1167"/>
                <a:gd name="T46" fmla="*/ 1248 w 1336"/>
                <a:gd name="T47" fmla="*/ 189 h 1167"/>
                <a:gd name="T48" fmla="*/ 1212 w 1336"/>
                <a:gd name="T49" fmla="*/ 132 h 1167"/>
                <a:gd name="T50" fmla="*/ 1160 w 1336"/>
                <a:gd name="T51" fmla="*/ 83 h 1167"/>
                <a:gd name="T52" fmla="*/ 1120 w 1336"/>
                <a:gd name="T53" fmla="*/ 53 h 1167"/>
                <a:gd name="T54" fmla="*/ 1054 w 1336"/>
                <a:gd name="T55" fmla="*/ 17 h 1167"/>
                <a:gd name="T56" fmla="*/ 1005 w 1336"/>
                <a:gd name="T57" fmla="*/ 0 h 1167"/>
                <a:gd name="T58" fmla="*/ 1010 w 1336"/>
                <a:gd name="T59" fmla="*/ 348 h 1167"/>
                <a:gd name="T60" fmla="*/ 992 w 1336"/>
                <a:gd name="T61" fmla="*/ 403 h 1167"/>
                <a:gd name="T62" fmla="*/ 953 w 1336"/>
                <a:gd name="T63" fmla="*/ 453 h 1167"/>
                <a:gd name="T64" fmla="*/ 900 w 1336"/>
                <a:gd name="T65" fmla="*/ 480 h 1167"/>
                <a:gd name="T66" fmla="*/ 834 w 1336"/>
                <a:gd name="T67" fmla="*/ 493 h 1167"/>
                <a:gd name="T68" fmla="*/ 772 w 1336"/>
                <a:gd name="T69" fmla="*/ 484 h 1167"/>
                <a:gd name="T70" fmla="*/ 736 w 1336"/>
                <a:gd name="T71" fmla="*/ 471 h 1167"/>
                <a:gd name="T72" fmla="*/ 714 w 1336"/>
                <a:gd name="T73" fmla="*/ 453 h 1167"/>
                <a:gd name="T74" fmla="*/ 525 w 1336"/>
                <a:gd name="T75" fmla="*/ 555 h 1167"/>
                <a:gd name="T76" fmla="*/ 428 w 1336"/>
                <a:gd name="T77" fmla="*/ 563 h 1167"/>
                <a:gd name="T78" fmla="*/ 357 w 1336"/>
                <a:gd name="T79" fmla="*/ 546 h 1167"/>
                <a:gd name="T80" fmla="*/ 309 w 1336"/>
                <a:gd name="T81" fmla="*/ 515 h 1167"/>
                <a:gd name="T82" fmla="*/ 256 w 1336"/>
                <a:gd name="T83" fmla="*/ 484 h 1167"/>
                <a:gd name="T84" fmla="*/ 234 w 1336"/>
                <a:gd name="T85" fmla="*/ 458 h 1167"/>
                <a:gd name="T86" fmla="*/ 220 w 1336"/>
                <a:gd name="T87" fmla="*/ 396 h 116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36"/>
                <a:gd name="T133" fmla="*/ 0 h 1167"/>
                <a:gd name="T134" fmla="*/ 1336 w 1336"/>
                <a:gd name="T135" fmla="*/ 1167 h 1167"/>
                <a:gd name="connsiteX0" fmla="*/ 1647 w 10000"/>
                <a:gd name="connsiteY0" fmla="*/ 3393 h 10000"/>
                <a:gd name="connsiteX1" fmla="*/ 0 w 10000"/>
                <a:gd name="connsiteY1" fmla="*/ 4524 h 10000"/>
                <a:gd name="connsiteX2" fmla="*/ 464 w 10000"/>
                <a:gd name="connsiteY2" fmla="*/ 4379 h 10000"/>
                <a:gd name="connsiteX3" fmla="*/ 1055 w 10000"/>
                <a:gd name="connsiteY3" fmla="*/ 4413 h 10000"/>
                <a:gd name="connsiteX4" fmla="*/ 1422 w 10000"/>
                <a:gd name="connsiteY4" fmla="*/ 4602 h 10000"/>
                <a:gd name="connsiteX5" fmla="*/ 1916 w 10000"/>
                <a:gd name="connsiteY5" fmla="*/ 4901 h 10000"/>
                <a:gd name="connsiteX6" fmla="*/ 2275 w 10000"/>
                <a:gd name="connsiteY6" fmla="*/ 5278 h 10000"/>
                <a:gd name="connsiteX7" fmla="*/ 2642 w 10000"/>
                <a:gd name="connsiteY7" fmla="*/ 5733 h 10000"/>
                <a:gd name="connsiteX8" fmla="*/ 2904 w 10000"/>
                <a:gd name="connsiteY8" fmla="*/ 6187 h 10000"/>
                <a:gd name="connsiteX9" fmla="*/ 3136 w 10000"/>
                <a:gd name="connsiteY9" fmla="*/ 6787 h 10000"/>
                <a:gd name="connsiteX10" fmla="*/ 3368 w 10000"/>
                <a:gd name="connsiteY10" fmla="*/ 7284 h 10000"/>
                <a:gd name="connsiteX11" fmla="*/ 3503 w 10000"/>
                <a:gd name="connsiteY11" fmla="*/ 8081 h 10000"/>
                <a:gd name="connsiteX12" fmla="*/ 3398 w 10000"/>
                <a:gd name="connsiteY12" fmla="*/ 8680 h 10000"/>
                <a:gd name="connsiteX13" fmla="*/ 3271 w 10000"/>
                <a:gd name="connsiteY13" fmla="*/ 9400 h 10000"/>
                <a:gd name="connsiteX14" fmla="*/ 3039 w 10000"/>
                <a:gd name="connsiteY14" fmla="*/ 9734 h 10000"/>
                <a:gd name="connsiteX15" fmla="*/ 2837 w 10000"/>
                <a:gd name="connsiteY15" fmla="*/ 10000 h 10000"/>
                <a:gd name="connsiteX16" fmla="*/ 9244 w 10000"/>
                <a:gd name="connsiteY16" fmla="*/ 5775 h 10000"/>
                <a:gd name="connsiteX17" fmla="*/ 9708 w 10000"/>
                <a:gd name="connsiteY17" fmla="*/ 5167 h 10000"/>
                <a:gd name="connsiteX18" fmla="*/ 9963 w 10000"/>
                <a:gd name="connsiteY18" fmla="*/ 4490 h 10000"/>
                <a:gd name="connsiteX19" fmla="*/ 10000 w 10000"/>
                <a:gd name="connsiteY19" fmla="*/ 3813 h 10000"/>
                <a:gd name="connsiteX20" fmla="*/ 9933 w 10000"/>
                <a:gd name="connsiteY20" fmla="*/ 3248 h 10000"/>
                <a:gd name="connsiteX21" fmla="*/ 9798 w 10000"/>
                <a:gd name="connsiteY21" fmla="*/ 2639 h 10000"/>
                <a:gd name="connsiteX22" fmla="*/ 9573 w 10000"/>
                <a:gd name="connsiteY22" fmla="*/ 1997 h 10000"/>
                <a:gd name="connsiteX23" fmla="*/ 9341 w 10000"/>
                <a:gd name="connsiteY23" fmla="*/ 1620 h 10000"/>
                <a:gd name="connsiteX24" fmla="*/ 9072 w 10000"/>
                <a:gd name="connsiteY24" fmla="*/ 1131 h 10000"/>
                <a:gd name="connsiteX25" fmla="*/ 8683 w 10000"/>
                <a:gd name="connsiteY25" fmla="*/ 711 h 10000"/>
                <a:gd name="connsiteX26" fmla="*/ 8383 w 10000"/>
                <a:gd name="connsiteY26" fmla="*/ 454 h 10000"/>
                <a:gd name="connsiteX27" fmla="*/ 7889 w 10000"/>
                <a:gd name="connsiteY27" fmla="*/ 146 h 10000"/>
                <a:gd name="connsiteX28" fmla="*/ 7522 w 10000"/>
                <a:gd name="connsiteY28" fmla="*/ 0 h 10000"/>
                <a:gd name="connsiteX29" fmla="*/ 7560 w 10000"/>
                <a:gd name="connsiteY29" fmla="*/ 2982 h 10000"/>
                <a:gd name="connsiteX30" fmla="*/ 7425 w 10000"/>
                <a:gd name="connsiteY30" fmla="*/ 3453 h 10000"/>
                <a:gd name="connsiteX31" fmla="*/ 7133 w 10000"/>
                <a:gd name="connsiteY31" fmla="*/ 3882 h 10000"/>
                <a:gd name="connsiteX32" fmla="*/ 6737 w 10000"/>
                <a:gd name="connsiteY32" fmla="*/ 4113 h 10000"/>
                <a:gd name="connsiteX33" fmla="*/ 6243 w 10000"/>
                <a:gd name="connsiteY33" fmla="*/ 4225 h 10000"/>
                <a:gd name="connsiteX34" fmla="*/ 5778 w 10000"/>
                <a:gd name="connsiteY34" fmla="*/ 4147 h 10000"/>
                <a:gd name="connsiteX35" fmla="*/ 5509 w 10000"/>
                <a:gd name="connsiteY35" fmla="*/ 4036 h 10000"/>
                <a:gd name="connsiteX36" fmla="*/ 5344 w 10000"/>
                <a:gd name="connsiteY36" fmla="*/ 3846 h 10000"/>
                <a:gd name="connsiteX37" fmla="*/ 3930 w 10000"/>
                <a:gd name="connsiteY37" fmla="*/ 4756 h 10000"/>
                <a:gd name="connsiteX38" fmla="*/ 3204 w 10000"/>
                <a:gd name="connsiteY38" fmla="*/ 4824 h 10000"/>
                <a:gd name="connsiteX39" fmla="*/ 2672 w 10000"/>
                <a:gd name="connsiteY39" fmla="*/ 4679 h 10000"/>
                <a:gd name="connsiteX40" fmla="*/ 2313 w 10000"/>
                <a:gd name="connsiteY40" fmla="*/ 4413 h 10000"/>
                <a:gd name="connsiteX41" fmla="*/ 1916 w 10000"/>
                <a:gd name="connsiteY41" fmla="*/ 4147 h 10000"/>
                <a:gd name="connsiteX42" fmla="*/ 1751 w 10000"/>
                <a:gd name="connsiteY42" fmla="*/ 3925 h 10000"/>
                <a:gd name="connsiteX43" fmla="*/ 1647 w 10000"/>
                <a:gd name="connsiteY43" fmla="*/ 339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000" h="10000">
                  <a:moveTo>
                    <a:pt x="1647" y="3393"/>
                  </a:moveTo>
                  <a:lnTo>
                    <a:pt x="0" y="4524"/>
                  </a:lnTo>
                  <a:lnTo>
                    <a:pt x="464" y="4379"/>
                  </a:lnTo>
                  <a:lnTo>
                    <a:pt x="1055" y="4413"/>
                  </a:lnTo>
                  <a:lnTo>
                    <a:pt x="1422" y="4602"/>
                  </a:lnTo>
                  <a:lnTo>
                    <a:pt x="1916" y="4901"/>
                  </a:lnTo>
                  <a:lnTo>
                    <a:pt x="2275" y="5278"/>
                  </a:lnTo>
                  <a:lnTo>
                    <a:pt x="2642" y="5733"/>
                  </a:lnTo>
                  <a:lnTo>
                    <a:pt x="2904" y="6187"/>
                  </a:lnTo>
                  <a:cubicBezTo>
                    <a:pt x="2981" y="6387"/>
                    <a:pt x="3059" y="6587"/>
                    <a:pt x="3136" y="6787"/>
                  </a:cubicBezTo>
                  <a:cubicBezTo>
                    <a:pt x="3213" y="6953"/>
                    <a:pt x="3291" y="7118"/>
                    <a:pt x="3368" y="7284"/>
                  </a:cubicBezTo>
                  <a:lnTo>
                    <a:pt x="3503" y="8081"/>
                  </a:lnTo>
                  <a:lnTo>
                    <a:pt x="3398" y="8680"/>
                  </a:lnTo>
                  <a:cubicBezTo>
                    <a:pt x="3356" y="8920"/>
                    <a:pt x="3313" y="9160"/>
                    <a:pt x="3271" y="9400"/>
                  </a:cubicBezTo>
                  <a:lnTo>
                    <a:pt x="3039" y="9734"/>
                  </a:lnTo>
                  <a:cubicBezTo>
                    <a:pt x="2972" y="9823"/>
                    <a:pt x="2904" y="9911"/>
                    <a:pt x="2837" y="10000"/>
                  </a:cubicBezTo>
                  <a:lnTo>
                    <a:pt x="9244" y="5775"/>
                  </a:lnTo>
                  <a:lnTo>
                    <a:pt x="9708" y="5167"/>
                  </a:lnTo>
                  <a:lnTo>
                    <a:pt x="9963" y="4490"/>
                  </a:lnTo>
                  <a:cubicBezTo>
                    <a:pt x="9975" y="4264"/>
                    <a:pt x="9988" y="4039"/>
                    <a:pt x="10000" y="3813"/>
                  </a:cubicBezTo>
                  <a:cubicBezTo>
                    <a:pt x="9978" y="3625"/>
                    <a:pt x="9955" y="3436"/>
                    <a:pt x="9933" y="3248"/>
                  </a:cubicBezTo>
                  <a:lnTo>
                    <a:pt x="9798" y="2639"/>
                  </a:lnTo>
                  <a:lnTo>
                    <a:pt x="9573" y="1997"/>
                  </a:lnTo>
                  <a:cubicBezTo>
                    <a:pt x="9496" y="1871"/>
                    <a:pt x="9418" y="1746"/>
                    <a:pt x="9341" y="1620"/>
                  </a:cubicBezTo>
                  <a:lnTo>
                    <a:pt x="9072" y="1131"/>
                  </a:lnTo>
                  <a:lnTo>
                    <a:pt x="8683" y="711"/>
                  </a:lnTo>
                  <a:lnTo>
                    <a:pt x="8383" y="454"/>
                  </a:lnTo>
                  <a:lnTo>
                    <a:pt x="7889" y="146"/>
                  </a:lnTo>
                  <a:lnTo>
                    <a:pt x="7522" y="0"/>
                  </a:lnTo>
                  <a:cubicBezTo>
                    <a:pt x="7535" y="994"/>
                    <a:pt x="7547" y="1988"/>
                    <a:pt x="7560" y="2982"/>
                  </a:cubicBezTo>
                  <a:lnTo>
                    <a:pt x="7425" y="3453"/>
                  </a:lnTo>
                  <a:lnTo>
                    <a:pt x="7133" y="3882"/>
                  </a:lnTo>
                  <a:lnTo>
                    <a:pt x="6737" y="4113"/>
                  </a:lnTo>
                  <a:lnTo>
                    <a:pt x="6243" y="4225"/>
                  </a:lnTo>
                  <a:lnTo>
                    <a:pt x="5778" y="4147"/>
                  </a:lnTo>
                  <a:lnTo>
                    <a:pt x="5509" y="4036"/>
                  </a:lnTo>
                  <a:lnTo>
                    <a:pt x="5344" y="3846"/>
                  </a:lnTo>
                  <a:lnTo>
                    <a:pt x="3930" y="4756"/>
                  </a:lnTo>
                  <a:lnTo>
                    <a:pt x="3204" y="4824"/>
                  </a:lnTo>
                  <a:lnTo>
                    <a:pt x="2672" y="4679"/>
                  </a:lnTo>
                  <a:lnTo>
                    <a:pt x="2313" y="4413"/>
                  </a:lnTo>
                  <a:lnTo>
                    <a:pt x="1916" y="4147"/>
                  </a:lnTo>
                  <a:lnTo>
                    <a:pt x="1751" y="3925"/>
                  </a:lnTo>
                  <a:cubicBezTo>
                    <a:pt x="1716" y="3748"/>
                    <a:pt x="1682" y="3570"/>
                    <a:pt x="1647" y="3393"/>
                  </a:cubicBez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08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latin typeface="微软雅黑" panose="020B0503020204020204" charset="-122"/>
                <a:ea typeface="微软雅黑" panose="020B0503020204020204" charset="-122"/>
              </a:endParaRPr>
            </a:p>
          </p:txBody>
        </p:sp>
        <p:sp>
          <p:nvSpPr>
            <p:cNvPr id="79" name="Oval 56"/>
            <p:cNvSpPr>
              <a:spLocks noChangeArrowheads="1"/>
            </p:cNvSpPr>
            <p:nvPr/>
          </p:nvSpPr>
          <p:spPr bwMode="auto">
            <a:xfrm rot="3454427">
              <a:off x="3935" y="2355"/>
              <a:ext cx="737" cy="484"/>
            </a:xfrm>
            <a:prstGeom prst="ellipse">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0" scaled="1"/>
              <a:tileRect/>
            </a:gradFill>
            <a:ln>
              <a:noFill/>
            </a:ln>
            <a:extLst>
              <a:ext uri="{91240B29-F687-4F45-9708-019B960494DF}">
                <a14:hiddenLine xmlns:a14="http://schemas.microsoft.com/office/drawing/2010/main" w="9525">
                  <a:solidFill>
                    <a:srgbClr val="000000"/>
                  </a:solidFill>
                  <a:round/>
                </a14:hiddenLine>
              </a:ext>
            </a:extLst>
          </p:spPr>
          <p:txBody>
            <a:bodyPr rot="10800000" vert="eaVert"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latin typeface="微软雅黑" panose="020B0503020204020204" charset="-122"/>
                <a:ea typeface="微软雅黑" panose="020B0503020204020204" charset="-122"/>
              </a:endParaRPr>
            </a:p>
          </p:txBody>
        </p:sp>
        <p:sp>
          <p:nvSpPr>
            <p:cNvPr id="80" name="Oval 57"/>
            <p:cNvSpPr>
              <a:spLocks noChangeArrowheads="1"/>
            </p:cNvSpPr>
            <p:nvPr/>
          </p:nvSpPr>
          <p:spPr bwMode="auto">
            <a:xfrm>
              <a:off x="4562" y="1620"/>
              <a:ext cx="539" cy="353"/>
            </a:xfrm>
            <a:prstGeom prst="ellipse">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27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latin typeface="微软雅黑" panose="020B0503020204020204" charset="-122"/>
                <a:ea typeface="微软雅黑" panose="020B0503020204020204" charset="-122"/>
              </a:endParaRPr>
            </a:p>
          </p:txBody>
        </p:sp>
        <p:sp>
          <p:nvSpPr>
            <p:cNvPr id="81" name="Freeform 58"/>
            <p:cNvSpPr/>
            <p:nvPr/>
          </p:nvSpPr>
          <p:spPr bwMode="auto">
            <a:xfrm>
              <a:off x="4321" y="2060"/>
              <a:ext cx="493" cy="260"/>
            </a:xfrm>
            <a:custGeom>
              <a:avLst/>
              <a:gdLst>
                <a:gd name="T0" fmla="*/ 0 w 1075"/>
                <a:gd name="T1" fmla="*/ 0 h 566"/>
                <a:gd name="T2" fmla="*/ 0 w 1075"/>
                <a:gd name="T3" fmla="*/ 1 h 566"/>
                <a:gd name="T4" fmla="*/ 0 w 1075"/>
                <a:gd name="T5" fmla="*/ 2 h 566"/>
                <a:gd name="T6" fmla="*/ 0 w 1075"/>
                <a:gd name="T7" fmla="*/ 2 h 566"/>
                <a:gd name="T8" fmla="*/ 1 w 1075"/>
                <a:gd name="T9" fmla="*/ 2 h 566"/>
                <a:gd name="T10" fmla="*/ 1 w 1075"/>
                <a:gd name="T11" fmla="*/ 2 h 566"/>
                <a:gd name="T12" fmla="*/ 2 w 1075"/>
                <a:gd name="T13" fmla="*/ 2 h 566"/>
                <a:gd name="T14" fmla="*/ 3 w 1075"/>
                <a:gd name="T15" fmla="*/ 2 h 566"/>
                <a:gd name="T16" fmla="*/ 3 w 1075"/>
                <a:gd name="T17" fmla="*/ 2 h 566"/>
                <a:gd name="T18" fmla="*/ 5 w 1075"/>
                <a:gd name="T19" fmla="*/ 1 h 566"/>
                <a:gd name="T20" fmla="*/ 5 w 1075"/>
                <a:gd name="T21" fmla="*/ 0 h 566"/>
                <a:gd name="T22" fmla="*/ 4 w 1075"/>
                <a:gd name="T23" fmla="*/ 0 h 566"/>
                <a:gd name="T24" fmla="*/ 4 w 1075"/>
                <a:gd name="T25" fmla="*/ 0 h 566"/>
                <a:gd name="T26" fmla="*/ 3 w 1075"/>
                <a:gd name="T27" fmla="*/ 1 h 566"/>
                <a:gd name="T28" fmla="*/ 3 w 1075"/>
                <a:gd name="T29" fmla="*/ 1 h 566"/>
                <a:gd name="T30" fmla="*/ 3 w 1075"/>
                <a:gd name="T31" fmla="*/ 1 h 566"/>
                <a:gd name="T32" fmla="*/ 2 w 1075"/>
                <a:gd name="T33" fmla="*/ 1 h 566"/>
                <a:gd name="T34" fmla="*/ 2 w 1075"/>
                <a:gd name="T35" fmla="*/ 1 h 566"/>
                <a:gd name="T36" fmla="*/ 1 w 1075"/>
                <a:gd name="T37" fmla="*/ 1 h 566"/>
                <a:gd name="T38" fmla="*/ 1 w 1075"/>
                <a:gd name="T39" fmla="*/ 1 h 566"/>
                <a:gd name="T40" fmla="*/ 0 w 1075"/>
                <a:gd name="T41" fmla="*/ 1 h 566"/>
                <a:gd name="T42" fmla="*/ 0 w 1075"/>
                <a:gd name="T43" fmla="*/ 1 h 566"/>
                <a:gd name="T44" fmla="*/ 0 w 1075"/>
                <a:gd name="T45" fmla="*/ 0 h 5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75"/>
                <a:gd name="T70" fmla="*/ 0 h 566"/>
                <a:gd name="T71" fmla="*/ 1075 w 1075"/>
                <a:gd name="T72" fmla="*/ 566 h 5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75" h="566">
                  <a:moveTo>
                    <a:pt x="0" y="29"/>
                  </a:moveTo>
                  <a:lnTo>
                    <a:pt x="0" y="288"/>
                  </a:lnTo>
                  <a:lnTo>
                    <a:pt x="67" y="394"/>
                  </a:lnTo>
                  <a:lnTo>
                    <a:pt x="154" y="451"/>
                  </a:lnTo>
                  <a:lnTo>
                    <a:pt x="231" y="509"/>
                  </a:lnTo>
                  <a:lnTo>
                    <a:pt x="346" y="547"/>
                  </a:lnTo>
                  <a:lnTo>
                    <a:pt x="451" y="566"/>
                  </a:lnTo>
                  <a:lnTo>
                    <a:pt x="586" y="566"/>
                  </a:lnTo>
                  <a:lnTo>
                    <a:pt x="691" y="538"/>
                  </a:lnTo>
                  <a:lnTo>
                    <a:pt x="1075" y="307"/>
                  </a:lnTo>
                  <a:lnTo>
                    <a:pt x="1075" y="0"/>
                  </a:lnTo>
                  <a:lnTo>
                    <a:pt x="960" y="86"/>
                  </a:lnTo>
                  <a:lnTo>
                    <a:pt x="893" y="125"/>
                  </a:lnTo>
                  <a:lnTo>
                    <a:pt x="797" y="173"/>
                  </a:lnTo>
                  <a:lnTo>
                    <a:pt x="711" y="221"/>
                  </a:lnTo>
                  <a:lnTo>
                    <a:pt x="595" y="278"/>
                  </a:lnTo>
                  <a:lnTo>
                    <a:pt x="499" y="288"/>
                  </a:lnTo>
                  <a:lnTo>
                    <a:pt x="403" y="307"/>
                  </a:lnTo>
                  <a:lnTo>
                    <a:pt x="307" y="307"/>
                  </a:lnTo>
                  <a:lnTo>
                    <a:pt x="183" y="269"/>
                  </a:lnTo>
                  <a:lnTo>
                    <a:pt x="115" y="230"/>
                  </a:lnTo>
                  <a:lnTo>
                    <a:pt x="39" y="173"/>
                  </a:lnTo>
                  <a:lnTo>
                    <a:pt x="0" y="29"/>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defPPr>
                <a:defRPr lang="zh-CN"/>
              </a:defPPr>
              <a:lvl1pPr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b="1" i="1"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latin typeface="微软雅黑" panose="020B0503020204020204" charset="-122"/>
                <a:ea typeface="微软雅黑" panose="020B0503020204020204" charset="-122"/>
              </a:endParaRPr>
            </a:p>
          </p:txBody>
        </p:sp>
        <p:sp>
          <p:nvSpPr>
            <p:cNvPr id="82" name="Freeform 59"/>
            <p:cNvSpPr/>
            <p:nvPr/>
          </p:nvSpPr>
          <p:spPr bwMode="auto">
            <a:xfrm>
              <a:off x="4321" y="1909"/>
              <a:ext cx="493" cy="309"/>
            </a:xfrm>
            <a:custGeom>
              <a:avLst/>
              <a:gdLst>
                <a:gd name="T0" fmla="*/ 2 w 1075"/>
                <a:gd name="T1" fmla="*/ 0 h 672"/>
                <a:gd name="T2" fmla="*/ 0 w 1075"/>
                <a:gd name="T3" fmla="*/ 1 h 672"/>
                <a:gd name="T4" fmla="*/ 0 w 1075"/>
                <a:gd name="T5" fmla="*/ 1 h 672"/>
                <a:gd name="T6" fmla="*/ 0 w 1075"/>
                <a:gd name="T7" fmla="*/ 2 h 672"/>
                <a:gd name="T8" fmla="*/ 0 w 1075"/>
                <a:gd name="T9" fmla="*/ 2 h 672"/>
                <a:gd name="T10" fmla="*/ 0 w 1075"/>
                <a:gd name="T11" fmla="*/ 2 h 672"/>
                <a:gd name="T12" fmla="*/ 1 w 1075"/>
                <a:gd name="T13" fmla="*/ 3 h 672"/>
                <a:gd name="T14" fmla="*/ 1 w 1075"/>
                <a:gd name="T15" fmla="*/ 3 h 672"/>
                <a:gd name="T16" fmla="*/ 2 w 1075"/>
                <a:gd name="T17" fmla="*/ 3 h 672"/>
                <a:gd name="T18" fmla="*/ 3 w 1075"/>
                <a:gd name="T19" fmla="*/ 3 h 672"/>
                <a:gd name="T20" fmla="*/ 3 w 1075"/>
                <a:gd name="T21" fmla="*/ 3 h 672"/>
                <a:gd name="T22" fmla="*/ 5 w 1075"/>
                <a:gd name="T23" fmla="*/ 1 h 672"/>
                <a:gd name="T24" fmla="*/ 4 w 1075"/>
                <a:gd name="T25" fmla="*/ 1 h 672"/>
                <a:gd name="T26" fmla="*/ 4 w 1075"/>
                <a:gd name="T27" fmla="*/ 1 h 672"/>
                <a:gd name="T28" fmla="*/ 3 w 1075"/>
                <a:gd name="T29" fmla="*/ 1 h 672"/>
                <a:gd name="T30" fmla="*/ 3 w 1075"/>
                <a:gd name="T31" fmla="*/ 1 h 672"/>
                <a:gd name="T32" fmla="*/ 3 w 1075"/>
                <a:gd name="T33" fmla="*/ 0 h 672"/>
                <a:gd name="T34" fmla="*/ 2 w 1075"/>
                <a:gd name="T35" fmla="*/ 0 h 672"/>
                <a:gd name="T36" fmla="*/ 2 w 1075"/>
                <a:gd name="T37" fmla="*/ 0 h 6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5"/>
                <a:gd name="T58" fmla="*/ 0 h 672"/>
                <a:gd name="T59" fmla="*/ 1075 w 1075"/>
                <a:gd name="T60" fmla="*/ 672 h 6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5" h="672">
                  <a:moveTo>
                    <a:pt x="519" y="0"/>
                  </a:moveTo>
                  <a:lnTo>
                    <a:pt x="96" y="240"/>
                  </a:lnTo>
                  <a:lnTo>
                    <a:pt x="39" y="298"/>
                  </a:lnTo>
                  <a:lnTo>
                    <a:pt x="0" y="375"/>
                  </a:lnTo>
                  <a:lnTo>
                    <a:pt x="19" y="490"/>
                  </a:lnTo>
                  <a:lnTo>
                    <a:pt x="87" y="567"/>
                  </a:lnTo>
                  <a:lnTo>
                    <a:pt x="183" y="634"/>
                  </a:lnTo>
                  <a:lnTo>
                    <a:pt x="317" y="663"/>
                  </a:lnTo>
                  <a:lnTo>
                    <a:pt x="451" y="672"/>
                  </a:lnTo>
                  <a:lnTo>
                    <a:pt x="586" y="634"/>
                  </a:lnTo>
                  <a:lnTo>
                    <a:pt x="711" y="576"/>
                  </a:lnTo>
                  <a:lnTo>
                    <a:pt x="1075" y="365"/>
                  </a:lnTo>
                  <a:lnTo>
                    <a:pt x="989" y="346"/>
                  </a:lnTo>
                  <a:lnTo>
                    <a:pt x="883" y="308"/>
                  </a:lnTo>
                  <a:lnTo>
                    <a:pt x="768" y="269"/>
                  </a:lnTo>
                  <a:lnTo>
                    <a:pt x="672" y="212"/>
                  </a:lnTo>
                  <a:lnTo>
                    <a:pt x="586" y="135"/>
                  </a:lnTo>
                  <a:lnTo>
                    <a:pt x="528" y="68"/>
                  </a:lnTo>
                  <a:lnTo>
                    <a:pt x="519" y="0"/>
                  </a:ln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2700000" scaled="1"/>
              <a:tileRect/>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base">
                <a:spcBef>
                  <a:spcPct val="0"/>
                </a:spcBef>
                <a:spcAft>
                  <a:spcPct val="0"/>
                </a:spcAft>
              </a:pPr>
              <a:endParaRPr lang="zh-CN" altLang="en-US" sz="2000" b="1" i="1">
                <a:latin typeface="微软雅黑" panose="020B0503020204020204" charset="-122"/>
                <a:ea typeface="微软雅黑" panose="020B0503020204020204" charset="-122"/>
              </a:endParaRPr>
            </a:p>
          </p:txBody>
        </p:sp>
      </p:grpSp>
      <p:grpSp>
        <p:nvGrpSpPr>
          <p:cNvPr id="39" name="组合 38"/>
          <p:cNvGrpSpPr/>
          <p:nvPr/>
        </p:nvGrpSpPr>
        <p:grpSpPr>
          <a:xfrm>
            <a:off x="270733" y="3053925"/>
            <a:ext cx="1786890" cy="1421765"/>
            <a:chOff x="598170" y="2792730"/>
            <a:chExt cx="1786890" cy="1421765"/>
          </a:xfrm>
        </p:grpSpPr>
        <p:sp>
          <p:nvSpPr>
            <p:cNvPr id="40" name="任意多边形 39"/>
            <p:cNvSpPr/>
            <p:nvPr/>
          </p:nvSpPr>
          <p:spPr>
            <a:xfrm>
              <a:off x="598170" y="3305810"/>
              <a:ext cx="502920" cy="769620"/>
            </a:xfrm>
            <a:custGeom>
              <a:avLst/>
              <a:gdLst>
                <a:gd name="connsiteX0" fmla="*/ 217170 w 502920"/>
                <a:gd name="connsiteY0" fmla="*/ 0 h 769620"/>
                <a:gd name="connsiteX1" fmla="*/ 502920 w 502920"/>
                <a:gd name="connsiteY1" fmla="*/ 769620 h 769620"/>
                <a:gd name="connsiteX2" fmla="*/ 0 w 502920"/>
                <a:gd name="connsiteY2" fmla="*/ 415290 h 769620"/>
                <a:gd name="connsiteX3" fmla="*/ 217170 w 502920"/>
                <a:gd name="connsiteY3" fmla="*/ 0 h 769620"/>
                <a:gd name="connsiteX0-1" fmla="*/ 232410 w 502920"/>
                <a:gd name="connsiteY0-2" fmla="*/ 0 h 769620"/>
                <a:gd name="connsiteX1-3" fmla="*/ 502920 w 502920"/>
                <a:gd name="connsiteY1-4" fmla="*/ 769620 h 769620"/>
                <a:gd name="connsiteX2-5" fmla="*/ 0 w 502920"/>
                <a:gd name="connsiteY2-6" fmla="*/ 415290 h 769620"/>
                <a:gd name="connsiteX3-7" fmla="*/ 232410 w 502920"/>
                <a:gd name="connsiteY3-8" fmla="*/ 0 h 769620"/>
                <a:gd name="connsiteX0-9" fmla="*/ 224790 w 502920"/>
                <a:gd name="connsiteY0-10" fmla="*/ 0 h 769620"/>
                <a:gd name="connsiteX1-11" fmla="*/ 502920 w 502920"/>
                <a:gd name="connsiteY1-12" fmla="*/ 769620 h 769620"/>
                <a:gd name="connsiteX2-13" fmla="*/ 0 w 502920"/>
                <a:gd name="connsiteY2-14" fmla="*/ 415290 h 769620"/>
                <a:gd name="connsiteX3-15" fmla="*/ 224790 w 502920"/>
                <a:gd name="connsiteY3-16" fmla="*/ 0 h 769620"/>
              </a:gdLst>
              <a:ahLst/>
              <a:cxnLst>
                <a:cxn ang="0">
                  <a:pos x="connsiteX0-1" y="connsiteY0-2"/>
                </a:cxn>
                <a:cxn ang="0">
                  <a:pos x="connsiteX1-3" y="connsiteY1-4"/>
                </a:cxn>
                <a:cxn ang="0">
                  <a:pos x="connsiteX2-5" y="connsiteY2-6"/>
                </a:cxn>
                <a:cxn ang="0">
                  <a:pos x="connsiteX3-7" y="connsiteY3-8"/>
                </a:cxn>
              </a:cxnLst>
              <a:rect l="l" t="t" r="r" b="b"/>
              <a:pathLst>
                <a:path w="502920" h="769620">
                  <a:moveTo>
                    <a:pt x="224790" y="0"/>
                  </a:moveTo>
                  <a:lnTo>
                    <a:pt x="502920" y="769620"/>
                  </a:lnTo>
                  <a:lnTo>
                    <a:pt x="0" y="415290"/>
                  </a:lnTo>
                  <a:lnTo>
                    <a:pt x="224790" y="0"/>
                  </a:ln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1" name="任意多边形 40"/>
            <p:cNvSpPr/>
            <p:nvPr/>
          </p:nvSpPr>
          <p:spPr>
            <a:xfrm>
              <a:off x="819150" y="3103880"/>
              <a:ext cx="1565910" cy="967740"/>
            </a:xfrm>
            <a:custGeom>
              <a:avLst/>
              <a:gdLst>
                <a:gd name="connsiteX0" fmla="*/ 1565910 w 1565910"/>
                <a:gd name="connsiteY0" fmla="*/ 758190 h 960120"/>
                <a:gd name="connsiteX1" fmla="*/ 278130 w 1565910"/>
                <a:gd name="connsiteY1" fmla="*/ 960120 h 960120"/>
                <a:gd name="connsiteX2" fmla="*/ 0 w 1565910"/>
                <a:gd name="connsiteY2" fmla="*/ 194310 h 960120"/>
                <a:gd name="connsiteX3" fmla="*/ 320040 w 1565910"/>
                <a:gd name="connsiteY3" fmla="*/ 144780 h 960120"/>
                <a:gd name="connsiteX4" fmla="*/ 922020 w 1565910"/>
                <a:gd name="connsiteY4" fmla="*/ 563880 h 960120"/>
                <a:gd name="connsiteX5" fmla="*/ 1062990 w 1565910"/>
                <a:gd name="connsiteY5" fmla="*/ 30480 h 960120"/>
                <a:gd name="connsiteX6" fmla="*/ 1283970 w 1565910"/>
                <a:gd name="connsiteY6" fmla="*/ 0 h 960120"/>
                <a:gd name="connsiteX7" fmla="*/ 1565910 w 1565910"/>
                <a:gd name="connsiteY7" fmla="*/ 758190 h 960120"/>
                <a:gd name="connsiteX0-1" fmla="*/ 1565910 w 1565910"/>
                <a:gd name="connsiteY0-2" fmla="*/ 758190 h 960120"/>
                <a:gd name="connsiteX1-3" fmla="*/ 278130 w 1565910"/>
                <a:gd name="connsiteY1-4" fmla="*/ 960120 h 960120"/>
                <a:gd name="connsiteX2-5" fmla="*/ 0 w 1565910"/>
                <a:gd name="connsiteY2-6" fmla="*/ 194310 h 960120"/>
                <a:gd name="connsiteX3-7" fmla="*/ 312420 w 1565910"/>
                <a:gd name="connsiteY3-8" fmla="*/ 134620 h 960120"/>
                <a:gd name="connsiteX4-9" fmla="*/ 922020 w 1565910"/>
                <a:gd name="connsiteY4-10" fmla="*/ 563880 h 960120"/>
                <a:gd name="connsiteX5-11" fmla="*/ 1062990 w 1565910"/>
                <a:gd name="connsiteY5-12" fmla="*/ 30480 h 960120"/>
                <a:gd name="connsiteX6-13" fmla="*/ 1283970 w 1565910"/>
                <a:gd name="connsiteY6-14" fmla="*/ 0 h 960120"/>
                <a:gd name="connsiteX7-15" fmla="*/ 1565910 w 1565910"/>
                <a:gd name="connsiteY7-16" fmla="*/ 758190 h 960120"/>
                <a:gd name="connsiteX0-17" fmla="*/ 1565910 w 1565910"/>
                <a:gd name="connsiteY0-18" fmla="*/ 758190 h 960120"/>
                <a:gd name="connsiteX1-19" fmla="*/ 278130 w 1565910"/>
                <a:gd name="connsiteY1-20" fmla="*/ 960120 h 960120"/>
                <a:gd name="connsiteX2-21" fmla="*/ 0 w 1565910"/>
                <a:gd name="connsiteY2-22" fmla="*/ 194310 h 960120"/>
                <a:gd name="connsiteX3-23" fmla="*/ 312420 w 1565910"/>
                <a:gd name="connsiteY3-24" fmla="*/ 134620 h 960120"/>
                <a:gd name="connsiteX4-25" fmla="*/ 922020 w 1565910"/>
                <a:gd name="connsiteY4-26" fmla="*/ 551180 h 960120"/>
                <a:gd name="connsiteX5-27" fmla="*/ 1062990 w 1565910"/>
                <a:gd name="connsiteY5-28" fmla="*/ 30480 h 960120"/>
                <a:gd name="connsiteX6-29" fmla="*/ 1283970 w 1565910"/>
                <a:gd name="connsiteY6-30" fmla="*/ 0 h 960120"/>
                <a:gd name="connsiteX7-31" fmla="*/ 1565910 w 1565910"/>
                <a:gd name="connsiteY7-32" fmla="*/ 758190 h 960120"/>
                <a:gd name="connsiteX0-33" fmla="*/ 1565910 w 1565910"/>
                <a:gd name="connsiteY0-34" fmla="*/ 765810 h 967740"/>
                <a:gd name="connsiteX1-35" fmla="*/ 278130 w 1565910"/>
                <a:gd name="connsiteY1-36" fmla="*/ 967740 h 967740"/>
                <a:gd name="connsiteX2-37" fmla="*/ 0 w 1565910"/>
                <a:gd name="connsiteY2-38" fmla="*/ 201930 h 967740"/>
                <a:gd name="connsiteX3-39" fmla="*/ 312420 w 1565910"/>
                <a:gd name="connsiteY3-40" fmla="*/ 142240 h 967740"/>
                <a:gd name="connsiteX4-41" fmla="*/ 922020 w 1565910"/>
                <a:gd name="connsiteY4-42" fmla="*/ 558800 h 967740"/>
                <a:gd name="connsiteX5-43" fmla="*/ 1062990 w 1565910"/>
                <a:gd name="connsiteY5-44" fmla="*/ 38100 h 967740"/>
                <a:gd name="connsiteX6-45" fmla="*/ 1283970 w 1565910"/>
                <a:gd name="connsiteY6-46" fmla="*/ 0 h 967740"/>
                <a:gd name="connsiteX7-47" fmla="*/ 1565910 w 1565910"/>
                <a:gd name="connsiteY7-48" fmla="*/ 765810 h 967740"/>
                <a:gd name="connsiteX0-49" fmla="*/ 1565910 w 1565910"/>
                <a:gd name="connsiteY0-50" fmla="*/ 765810 h 967740"/>
                <a:gd name="connsiteX1-51" fmla="*/ 278130 w 1565910"/>
                <a:gd name="connsiteY1-52" fmla="*/ 967740 h 967740"/>
                <a:gd name="connsiteX2-53" fmla="*/ 0 w 1565910"/>
                <a:gd name="connsiteY2-54" fmla="*/ 201930 h 967740"/>
                <a:gd name="connsiteX3-55" fmla="*/ 312420 w 1565910"/>
                <a:gd name="connsiteY3-56" fmla="*/ 142240 h 967740"/>
                <a:gd name="connsiteX4-57" fmla="*/ 922020 w 1565910"/>
                <a:gd name="connsiteY4-58" fmla="*/ 558800 h 967740"/>
                <a:gd name="connsiteX5-59" fmla="*/ 1062990 w 1565910"/>
                <a:gd name="connsiteY5-60" fmla="*/ 30480 h 967740"/>
                <a:gd name="connsiteX6-61" fmla="*/ 1283970 w 1565910"/>
                <a:gd name="connsiteY6-62" fmla="*/ 0 h 967740"/>
                <a:gd name="connsiteX7-63" fmla="*/ 1565910 w 1565910"/>
                <a:gd name="connsiteY7-64" fmla="*/ 765810 h 967740"/>
                <a:gd name="connsiteX0-65" fmla="*/ 1565910 w 1565910"/>
                <a:gd name="connsiteY0-66" fmla="*/ 765810 h 967740"/>
                <a:gd name="connsiteX1-67" fmla="*/ 278130 w 1565910"/>
                <a:gd name="connsiteY1-68" fmla="*/ 967740 h 967740"/>
                <a:gd name="connsiteX2-69" fmla="*/ 0 w 1565910"/>
                <a:gd name="connsiteY2-70" fmla="*/ 201930 h 967740"/>
                <a:gd name="connsiteX3-71" fmla="*/ 312420 w 1565910"/>
                <a:gd name="connsiteY3-72" fmla="*/ 142240 h 967740"/>
                <a:gd name="connsiteX4-73" fmla="*/ 919480 w 1565910"/>
                <a:gd name="connsiteY4-74" fmla="*/ 546100 h 967740"/>
                <a:gd name="connsiteX5-75" fmla="*/ 1062990 w 1565910"/>
                <a:gd name="connsiteY5-76" fmla="*/ 30480 h 967740"/>
                <a:gd name="connsiteX6-77" fmla="*/ 1283970 w 1565910"/>
                <a:gd name="connsiteY6-78" fmla="*/ 0 h 967740"/>
                <a:gd name="connsiteX7-79" fmla="*/ 1565910 w 1565910"/>
                <a:gd name="connsiteY7-80" fmla="*/ 765810 h 9677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565910" h="967740">
                  <a:moveTo>
                    <a:pt x="1565910" y="765810"/>
                  </a:moveTo>
                  <a:lnTo>
                    <a:pt x="278130" y="967740"/>
                  </a:lnTo>
                  <a:lnTo>
                    <a:pt x="0" y="201930"/>
                  </a:lnTo>
                  <a:lnTo>
                    <a:pt x="312420" y="142240"/>
                  </a:lnTo>
                  <a:lnTo>
                    <a:pt x="919480" y="546100"/>
                  </a:lnTo>
                  <a:lnTo>
                    <a:pt x="1062990" y="30480"/>
                  </a:lnTo>
                  <a:lnTo>
                    <a:pt x="1283970" y="0"/>
                  </a:lnTo>
                  <a:lnTo>
                    <a:pt x="1565910" y="765810"/>
                  </a:lnTo>
                  <a:close/>
                </a:path>
              </a:pathLst>
            </a:cu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2" name="任意多边形 41"/>
            <p:cNvSpPr/>
            <p:nvPr/>
          </p:nvSpPr>
          <p:spPr>
            <a:xfrm>
              <a:off x="845820" y="2943860"/>
              <a:ext cx="891540" cy="723900"/>
            </a:xfrm>
            <a:custGeom>
              <a:avLst/>
              <a:gdLst>
                <a:gd name="connsiteX0" fmla="*/ 891540 w 891540"/>
                <a:gd name="connsiteY0" fmla="*/ 723900 h 723900"/>
                <a:gd name="connsiteX1" fmla="*/ 887730 w 891540"/>
                <a:gd name="connsiteY1" fmla="*/ 80010 h 723900"/>
                <a:gd name="connsiteX2" fmla="*/ 0 w 891540"/>
                <a:gd name="connsiteY2" fmla="*/ 0 h 723900"/>
                <a:gd name="connsiteX3" fmla="*/ 15240 w 891540"/>
                <a:gd name="connsiteY3" fmla="*/ 358140 h 723900"/>
                <a:gd name="connsiteX4" fmla="*/ 289560 w 891540"/>
                <a:gd name="connsiteY4" fmla="*/ 304800 h 723900"/>
                <a:gd name="connsiteX5" fmla="*/ 891540 w 891540"/>
                <a:gd name="connsiteY5" fmla="*/ 7239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540" h="723900">
                  <a:moveTo>
                    <a:pt x="891540" y="723900"/>
                  </a:moveTo>
                  <a:lnTo>
                    <a:pt x="887730" y="80010"/>
                  </a:lnTo>
                  <a:lnTo>
                    <a:pt x="0" y="0"/>
                  </a:lnTo>
                  <a:lnTo>
                    <a:pt x="15240" y="358140"/>
                  </a:lnTo>
                  <a:lnTo>
                    <a:pt x="289560" y="304800"/>
                  </a:lnTo>
                  <a:lnTo>
                    <a:pt x="891540" y="72390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3" name="任意多边形 42"/>
            <p:cNvSpPr/>
            <p:nvPr/>
          </p:nvSpPr>
          <p:spPr>
            <a:xfrm>
              <a:off x="848360" y="2795270"/>
              <a:ext cx="1087120" cy="236220"/>
            </a:xfrm>
            <a:custGeom>
              <a:avLst/>
              <a:gdLst>
                <a:gd name="connsiteX0" fmla="*/ 0 w 1082040"/>
                <a:gd name="connsiteY0" fmla="*/ 152400 h 236220"/>
                <a:gd name="connsiteX1" fmla="*/ 883920 w 1082040"/>
                <a:gd name="connsiteY1" fmla="*/ 236220 h 236220"/>
                <a:gd name="connsiteX2" fmla="*/ 1082040 w 1082040"/>
                <a:gd name="connsiteY2" fmla="*/ 0 h 236220"/>
                <a:gd name="connsiteX3" fmla="*/ 0 w 1082040"/>
                <a:gd name="connsiteY3" fmla="*/ 152400 h 236220"/>
                <a:gd name="connsiteX0-1" fmla="*/ 0 w 1087120"/>
                <a:gd name="connsiteY0-2" fmla="*/ 162560 h 236220"/>
                <a:gd name="connsiteX1-3" fmla="*/ 889000 w 1087120"/>
                <a:gd name="connsiteY1-4" fmla="*/ 236220 h 236220"/>
                <a:gd name="connsiteX2-5" fmla="*/ 1087120 w 1087120"/>
                <a:gd name="connsiteY2-6" fmla="*/ 0 h 236220"/>
                <a:gd name="connsiteX3-7" fmla="*/ 0 w 1087120"/>
                <a:gd name="connsiteY3-8" fmla="*/ 162560 h 236220"/>
                <a:gd name="connsiteX0-9" fmla="*/ 0 w 1051560"/>
                <a:gd name="connsiteY0-10" fmla="*/ 162560 h 236220"/>
                <a:gd name="connsiteX1-11" fmla="*/ 853440 w 1051560"/>
                <a:gd name="connsiteY1-12" fmla="*/ 236220 h 236220"/>
                <a:gd name="connsiteX2-13" fmla="*/ 1051560 w 1051560"/>
                <a:gd name="connsiteY2-14" fmla="*/ 0 h 236220"/>
                <a:gd name="connsiteX3-15" fmla="*/ 0 w 1051560"/>
                <a:gd name="connsiteY3-16" fmla="*/ 162560 h 236220"/>
                <a:gd name="connsiteX0-17" fmla="*/ 0 w 1087120"/>
                <a:gd name="connsiteY0-18" fmla="*/ 154940 h 236220"/>
                <a:gd name="connsiteX1-19" fmla="*/ 889000 w 1087120"/>
                <a:gd name="connsiteY1-20" fmla="*/ 236220 h 236220"/>
                <a:gd name="connsiteX2-21" fmla="*/ 1087120 w 1087120"/>
                <a:gd name="connsiteY2-22" fmla="*/ 0 h 236220"/>
                <a:gd name="connsiteX3-23" fmla="*/ 0 w 1087120"/>
                <a:gd name="connsiteY3-24" fmla="*/ 154940 h 236220"/>
              </a:gdLst>
              <a:ahLst/>
              <a:cxnLst>
                <a:cxn ang="0">
                  <a:pos x="connsiteX0-1" y="connsiteY0-2"/>
                </a:cxn>
                <a:cxn ang="0">
                  <a:pos x="connsiteX1-3" y="connsiteY1-4"/>
                </a:cxn>
                <a:cxn ang="0">
                  <a:pos x="connsiteX2-5" y="connsiteY2-6"/>
                </a:cxn>
                <a:cxn ang="0">
                  <a:pos x="connsiteX3-7" y="connsiteY3-8"/>
                </a:cxn>
              </a:cxnLst>
              <a:rect l="l" t="t" r="r" b="b"/>
              <a:pathLst>
                <a:path w="1087120" h="236220">
                  <a:moveTo>
                    <a:pt x="0" y="154940"/>
                  </a:moveTo>
                  <a:lnTo>
                    <a:pt x="889000" y="236220"/>
                  </a:lnTo>
                  <a:lnTo>
                    <a:pt x="1087120" y="0"/>
                  </a:lnTo>
                  <a:lnTo>
                    <a:pt x="0" y="15494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4" name="任意多边形 43"/>
            <p:cNvSpPr/>
            <p:nvPr/>
          </p:nvSpPr>
          <p:spPr>
            <a:xfrm>
              <a:off x="1729740" y="2792730"/>
              <a:ext cx="209550" cy="872490"/>
            </a:xfrm>
            <a:custGeom>
              <a:avLst/>
              <a:gdLst>
                <a:gd name="connsiteX0" fmla="*/ 209550 w 209550"/>
                <a:gd name="connsiteY0" fmla="*/ 339090 h 872490"/>
                <a:gd name="connsiteX1" fmla="*/ 201930 w 209550"/>
                <a:gd name="connsiteY1" fmla="*/ 0 h 872490"/>
                <a:gd name="connsiteX2" fmla="*/ 0 w 209550"/>
                <a:gd name="connsiteY2" fmla="*/ 228600 h 872490"/>
                <a:gd name="connsiteX3" fmla="*/ 7620 w 209550"/>
                <a:gd name="connsiteY3" fmla="*/ 872490 h 872490"/>
                <a:gd name="connsiteX4" fmla="*/ 160020 w 209550"/>
                <a:gd name="connsiteY4" fmla="*/ 346710 h 872490"/>
                <a:gd name="connsiteX5" fmla="*/ 209550 w 209550"/>
                <a:gd name="connsiteY5" fmla="*/ 339090 h 872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550" h="872490">
                  <a:moveTo>
                    <a:pt x="209550" y="339090"/>
                  </a:moveTo>
                  <a:lnTo>
                    <a:pt x="201930" y="0"/>
                  </a:lnTo>
                  <a:lnTo>
                    <a:pt x="0" y="228600"/>
                  </a:lnTo>
                  <a:lnTo>
                    <a:pt x="7620" y="872490"/>
                  </a:lnTo>
                  <a:lnTo>
                    <a:pt x="160020" y="346710"/>
                  </a:lnTo>
                  <a:lnTo>
                    <a:pt x="209550" y="33909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5" name="任意多边形 44"/>
            <p:cNvSpPr/>
            <p:nvPr/>
          </p:nvSpPr>
          <p:spPr>
            <a:xfrm>
              <a:off x="853440" y="3900170"/>
              <a:ext cx="891540" cy="312420"/>
            </a:xfrm>
            <a:custGeom>
              <a:avLst/>
              <a:gdLst>
                <a:gd name="connsiteX0" fmla="*/ 902970 w 902970"/>
                <a:gd name="connsiteY0" fmla="*/ 76200 h 312420"/>
                <a:gd name="connsiteX1" fmla="*/ 899160 w 902970"/>
                <a:gd name="connsiteY1" fmla="*/ 312420 h 312420"/>
                <a:gd name="connsiteX2" fmla="*/ 0 w 902970"/>
                <a:gd name="connsiteY2" fmla="*/ 228600 h 312420"/>
                <a:gd name="connsiteX3" fmla="*/ 7620 w 902970"/>
                <a:gd name="connsiteY3" fmla="*/ 0 h 312420"/>
                <a:gd name="connsiteX4" fmla="*/ 255270 w 902970"/>
                <a:gd name="connsiteY4" fmla="*/ 167640 h 312420"/>
                <a:gd name="connsiteX5" fmla="*/ 902970 w 902970"/>
                <a:gd name="connsiteY5" fmla="*/ 76200 h 312420"/>
                <a:gd name="connsiteX0-1" fmla="*/ 897890 w 899160"/>
                <a:gd name="connsiteY0-2" fmla="*/ 66040 h 312420"/>
                <a:gd name="connsiteX1-3" fmla="*/ 899160 w 899160"/>
                <a:gd name="connsiteY1-4" fmla="*/ 312420 h 312420"/>
                <a:gd name="connsiteX2-5" fmla="*/ 0 w 899160"/>
                <a:gd name="connsiteY2-6" fmla="*/ 228600 h 312420"/>
                <a:gd name="connsiteX3-7" fmla="*/ 7620 w 899160"/>
                <a:gd name="connsiteY3-8" fmla="*/ 0 h 312420"/>
                <a:gd name="connsiteX4-9" fmla="*/ 255270 w 899160"/>
                <a:gd name="connsiteY4-10" fmla="*/ 167640 h 312420"/>
                <a:gd name="connsiteX5-11" fmla="*/ 897890 w 899160"/>
                <a:gd name="connsiteY5-12" fmla="*/ 66040 h 312420"/>
                <a:gd name="connsiteX0-13" fmla="*/ 890270 w 891540"/>
                <a:gd name="connsiteY0-14" fmla="*/ 66040 h 312420"/>
                <a:gd name="connsiteX1-15" fmla="*/ 891540 w 891540"/>
                <a:gd name="connsiteY1-16" fmla="*/ 312420 h 312420"/>
                <a:gd name="connsiteX2-17" fmla="*/ 0 w 891540"/>
                <a:gd name="connsiteY2-18" fmla="*/ 223520 h 312420"/>
                <a:gd name="connsiteX3-19" fmla="*/ 0 w 891540"/>
                <a:gd name="connsiteY3-20" fmla="*/ 0 h 312420"/>
                <a:gd name="connsiteX4-21" fmla="*/ 247650 w 891540"/>
                <a:gd name="connsiteY4-22" fmla="*/ 167640 h 312420"/>
                <a:gd name="connsiteX5-23" fmla="*/ 890270 w 891540"/>
                <a:gd name="connsiteY5-24" fmla="*/ 66040 h 3124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91540" h="312420">
                  <a:moveTo>
                    <a:pt x="890270" y="66040"/>
                  </a:moveTo>
                  <a:cubicBezTo>
                    <a:pt x="890693" y="148167"/>
                    <a:pt x="891117" y="230293"/>
                    <a:pt x="891540" y="312420"/>
                  </a:cubicBezTo>
                  <a:lnTo>
                    <a:pt x="0" y="223520"/>
                  </a:lnTo>
                  <a:lnTo>
                    <a:pt x="0" y="0"/>
                  </a:lnTo>
                  <a:lnTo>
                    <a:pt x="247650" y="167640"/>
                  </a:lnTo>
                  <a:lnTo>
                    <a:pt x="890270" y="6604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7" name="任意多边形 46"/>
            <p:cNvSpPr/>
            <p:nvPr/>
          </p:nvSpPr>
          <p:spPr>
            <a:xfrm>
              <a:off x="1735455" y="3938270"/>
              <a:ext cx="205740" cy="276225"/>
            </a:xfrm>
            <a:custGeom>
              <a:avLst/>
              <a:gdLst>
                <a:gd name="connsiteX0" fmla="*/ 9525 w 200025"/>
                <a:gd name="connsiteY0" fmla="*/ 34290 h 268605"/>
                <a:gd name="connsiteX1" fmla="*/ 200025 w 200025"/>
                <a:gd name="connsiteY1" fmla="*/ 0 h 268605"/>
                <a:gd name="connsiteX2" fmla="*/ 200025 w 200025"/>
                <a:gd name="connsiteY2" fmla="*/ 30480 h 268605"/>
                <a:gd name="connsiteX3" fmla="*/ 0 w 200025"/>
                <a:gd name="connsiteY3" fmla="*/ 268605 h 268605"/>
                <a:gd name="connsiteX4" fmla="*/ 9525 w 200025"/>
                <a:gd name="connsiteY4" fmla="*/ 34290 h 268605"/>
                <a:gd name="connsiteX0-1" fmla="*/ 1905 w 200025"/>
                <a:gd name="connsiteY0-2" fmla="*/ 31750 h 268605"/>
                <a:gd name="connsiteX1-3" fmla="*/ 200025 w 200025"/>
                <a:gd name="connsiteY1-4" fmla="*/ 0 h 268605"/>
                <a:gd name="connsiteX2-5" fmla="*/ 200025 w 200025"/>
                <a:gd name="connsiteY2-6" fmla="*/ 30480 h 268605"/>
                <a:gd name="connsiteX3-7" fmla="*/ 0 w 200025"/>
                <a:gd name="connsiteY3-8" fmla="*/ 268605 h 268605"/>
                <a:gd name="connsiteX4-9" fmla="*/ 1905 w 200025"/>
                <a:gd name="connsiteY4-10" fmla="*/ 31750 h 268605"/>
                <a:gd name="connsiteX0-11" fmla="*/ 0 w 205740"/>
                <a:gd name="connsiteY0-12" fmla="*/ 31750 h 268605"/>
                <a:gd name="connsiteX1-13" fmla="*/ 205740 w 205740"/>
                <a:gd name="connsiteY1-14" fmla="*/ 0 h 268605"/>
                <a:gd name="connsiteX2-15" fmla="*/ 205740 w 205740"/>
                <a:gd name="connsiteY2-16" fmla="*/ 30480 h 268605"/>
                <a:gd name="connsiteX3-17" fmla="*/ 5715 w 205740"/>
                <a:gd name="connsiteY3-18" fmla="*/ 268605 h 268605"/>
                <a:gd name="connsiteX4-19" fmla="*/ 0 w 205740"/>
                <a:gd name="connsiteY4-20" fmla="*/ 31750 h 268605"/>
                <a:gd name="connsiteX0-21" fmla="*/ 0 w 205740"/>
                <a:gd name="connsiteY0-22" fmla="*/ 31750 h 276225"/>
                <a:gd name="connsiteX1-23" fmla="*/ 205740 w 205740"/>
                <a:gd name="connsiteY1-24" fmla="*/ 0 h 276225"/>
                <a:gd name="connsiteX2-25" fmla="*/ 205740 w 205740"/>
                <a:gd name="connsiteY2-26" fmla="*/ 30480 h 276225"/>
                <a:gd name="connsiteX3-27" fmla="*/ 5715 w 205740"/>
                <a:gd name="connsiteY3-28" fmla="*/ 276225 h 276225"/>
                <a:gd name="connsiteX4-29" fmla="*/ 0 w 205740"/>
                <a:gd name="connsiteY4-30" fmla="*/ 31750 h 2762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5740" h="276225">
                  <a:moveTo>
                    <a:pt x="0" y="31750"/>
                  </a:moveTo>
                  <a:lnTo>
                    <a:pt x="205740" y="0"/>
                  </a:lnTo>
                  <a:lnTo>
                    <a:pt x="205740" y="30480"/>
                  </a:lnTo>
                  <a:lnTo>
                    <a:pt x="5715" y="276225"/>
                  </a:lnTo>
                  <a:lnTo>
                    <a:pt x="0" y="3175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29" name="组合 28"/>
          <p:cNvGrpSpPr/>
          <p:nvPr/>
        </p:nvGrpSpPr>
        <p:grpSpPr>
          <a:xfrm>
            <a:off x="807943" y="3410160"/>
            <a:ext cx="752475" cy="516255"/>
            <a:chOff x="807943" y="3410160"/>
            <a:chExt cx="752475" cy="516255"/>
          </a:xfrm>
        </p:grpSpPr>
        <p:cxnSp>
          <p:nvCxnSpPr>
            <p:cNvPr id="14" name="直接连接符 13"/>
            <p:cNvCxnSpPr>
              <a:stCxn id="42" idx="4"/>
              <a:endCxn id="44" idx="3"/>
            </p:cNvCxnSpPr>
            <p:nvPr/>
          </p:nvCxnSpPr>
          <p:spPr>
            <a:xfrm>
              <a:off x="807943" y="3509855"/>
              <a:ext cx="601980" cy="416560"/>
            </a:xfrm>
            <a:prstGeom prst="line">
              <a:avLst/>
            </a:pr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a:xfrm flipV="1">
              <a:off x="1409288" y="3410160"/>
              <a:ext cx="151130" cy="510540"/>
            </a:xfrm>
            <a:prstGeom prst="line">
              <a:avLst/>
            </a:pr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 name="组合 29"/>
          <p:cNvGrpSpPr/>
          <p:nvPr/>
        </p:nvGrpSpPr>
        <p:grpSpPr>
          <a:xfrm>
            <a:off x="7505017" y="3131820"/>
            <a:ext cx="960804" cy="497443"/>
            <a:chOff x="7505017" y="3131820"/>
            <a:chExt cx="960804" cy="497443"/>
          </a:xfrm>
        </p:grpSpPr>
        <p:sp>
          <p:nvSpPr>
            <p:cNvPr id="21" name="任意多边形 20"/>
            <p:cNvSpPr/>
            <p:nvPr/>
          </p:nvSpPr>
          <p:spPr>
            <a:xfrm>
              <a:off x="8102601" y="3347720"/>
              <a:ext cx="363220" cy="188347"/>
            </a:xfrm>
            <a:custGeom>
              <a:avLst/>
              <a:gdLst>
                <a:gd name="connsiteX0" fmla="*/ 0 w 371037"/>
                <a:gd name="connsiteY0" fmla="*/ 127394 h 173501"/>
                <a:gd name="connsiteX1" fmla="*/ 48260 w 371037"/>
                <a:gd name="connsiteY1" fmla="*/ 155334 h 173501"/>
                <a:gd name="connsiteX2" fmla="*/ 91440 w 371037"/>
                <a:gd name="connsiteY2" fmla="*/ 162954 h 173501"/>
                <a:gd name="connsiteX3" fmla="*/ 121920 w 371037"/>
                <a:gd name="connsiteY3" fmla="*/ 170574 h 173501"/>
                <a:gd name="connsiteX4" fmla="*/ 167640 w 371037"/>
                <a:gd name="connsiteY4" fmla="*/ 173114 h 173501"/>
                <a:gd name="connsiteX5" fmla="*/ 213360 w 371037"/>
                <a:gd name="connsiteY5" fmla="*/ 162954 h 173501"/>
                <a:gd name="connsiteX6" fmla="*/ 259080 w 371037"/>
                <a:gd name="connsiteY6" fmla="*/ 142634 h 173501"/>
                <a:gd name="connsiteX7" fmla="*/ 292100 w 371037"/>
                <a:gd name="connsiteY7" fmla="*/ 119774 h 173501"/>
                <a:gd name="connsiteX8" fmla="*/ 314960 w 371037"/>
                <a:gd name="connsiteY8" fmla="*/ 89294 h 173501"/>
                <a:gd name="connsiteX9" fmla="*/ 335280 w 371037"/>
                <a:gd name="connsiteY9" fmla="*/ 53734 h 173501"/>
                <a:gd name="connsiteX10" fmla="*/ 345440 w 371037"/>
                <a:gd name="connsiteY10" fmla="*/ 20714 h 173501"/>
                <a:gd name="connsiteX11" fmla="*/ 355600 w 371037"/>
                <a:gd name="connsiteY11" fmla="*/ 394 h 173501"/>
                <a:gd name="connsiteX0-1" fmla="*/ 0 w 388414"/>
                <a:gd name="connsiteY0-2" fmla="*/ 129890 h 175997"/>
                <a:gd name="connsiteX1-3" fmla="*/ 48260 w 388414"/>
                <a:gd name="connsiteY1-4" fmla="*/ 157830 h 175997"/>
                <a:gd name="connsiteX2-5" fmla="*/ 91440 w 388414"/>
                <a:gd name="connsiteY2-6" fmla="*/ 165450 h 175997"/>
                <a:gd name="connsiteX3-7" fmla="*/ 121920 w 388414"/>
                <a:gd name="connsiteY3-8" fmla="*/ 173070 h 175997"/>
                <a:gd name="connsiteX4-9" fmla="*/ 167640 w 388414"/>
                <a:gd name="connsiteY4-10" fmla="*/ 175610 h 175997"/>
                <a:gd name="connsiteX5-11" fmla="*/ 213360 w 388414"/>
                <a:gd name="connsiteY5-12" fmla="*/ 165450 h 175997"/>
                <a:gd name="connsiteX6-13" fmla="*/ 259080 w 388414"/>
                <a:gd name="connsiteY6-14" fmla="*/ 145130 h 175997"/>
                <a:gd name="connsiteX7-15" fmla="*/ 292100 w 388414"/>
                <a:gd name="connsiteY7-16" fmla="*/ 122270 h 175997"/>
                <a:gd name="connsiteX8-17" fmla="*/ 314960 w 388414"/>
                <a:gd name="connsiteY8-18" fmla="*/ 91790 h 175997"/>
                <a:gd name="connsiteX9-19" fmla="*/ 335280 w 388414"/>
                <a:gd name="connsiteY9-20" fmla="*/ 56230 h 175997"/>
                <a:gd name="connsiteX10-21" fmla="*/ 345440 w 388414"/>
                <a:gd name="connsiteY10-22" fmla="*/ 23210 h 175997"/>
                <a:gd name="connsiteX11-23" fmla="*/ 375920 w 388414"/>
                <a:gd name="connsiteY11-24" fmla="*/ 350 h 175997"/>
                <a:gd name="connsiteX0-25" fmla="*/ 0 w 375920"/>
                <a:gd name="connsiteY0-26" fmla="*/ 129540 h 175647"/>
                <a:gd name="connsiteX1-27" fmla="*/ 48260 w 375920"/>
                <a:gd name="connsiteY1-28" fmla="*/ 157480 h 175647"/>
                <a:gd name="connsiteX2-29" fmla="*/ 91440 w 375920"/>
                <a:gd name="connsiteY2-30" fmla="*/ 165100 h 175647"/>
                <a:gd name="connsiteX3-31" fmla="*/ 121920 w 375920"/>
                <a:gd name="connsiteY3-32" fmla="*/ 172720 h 175647"/>
                <a:gd name="connsiteX4-33" fmla="*/ 167640 w 375920"/>
                <a:gd name="connsiteY4-34" fmla="*/ 175260 h 175647"/>
                <a:gd name="connsiteX5-35" fmla="*/ 213360 w 375920"/>
                <a:gd name="connsiteY5-36" fmla="*/ 165100 h 175647"/>
                <a:gd name="connsiteX6-37" fmla="*/ 259080 w 375920"/>
                <a:gd name="connsiteY6-38" fmla="*/ 144780 h 175647"/>
                <a:gd name="connsiteX7-39" fmla="*/ 292100 w 375920"/>
                <a:gd name="connsiteY7-40" fmla="*/ 121920 h 175647"/>
                <a:gd name="connsiteX8-41" fmla="*/ 314960 w 375920"/>
                <a:gd name="connsiteY8-42" fmla="*/ 91440 h 175647"/>
                <a:gd name="connsiteX9-43" fmla="*/ 335280 w 375920"/>
                <a:gd name="connsiteY9-44" fmla="*/ 55880 h 175647"/>
                <a:gd name="connsiteX10-45" fmla="*/ 345440 w 375920"/>
                <a:gd name="connsiteY10-46" fmla="*/ 22860 h 175647"/>
                <a:gd name="connsiteX11-47" fmla="*/ 375920 w 375920"/>
                <a:gd name="connsiteY11-48" fmla="*/ 0 h 175647"/>
                <a:gd name="connsiteX0-49" fmla="*/ 0 w 363220"/>
                <a:gd name="connsiteY0-50" fmla="*/ 142240 h 188347"/>
                <a:gd name="connsiteX1-51" fmla="*/ 48260 w 363220"/>
                <a:gd name="connsiteY1-52" fmla="*/ 170180 h 188347"/>
                <a:gd name="connsiteX2-53" fmla="*/ 91440 w 363220"/>
                <a:gd name="connsiteY2-54" fmla="*/ 177800 h 188347"/>
                <a:gd name="connsiteX3-55" fmla="*/ 121920 w 363220"/>
                <a:gd name="connsiteY3-56" fmla="*/ 185420 h 188347"/>
                <a:gd name="connsiteX4-57" fmla="*/ 167640 w 363220"/>
                <a:gd name="connsiteY4-58" fmla="*/ 187960 h 188347"/>
                <a:gd name="connsiteX5-59" fmla="*/ 213360 w 363220"/>
                <a:gd name="connsiteY5-60" fmla="*/ 177800 h 188347"/>
                <a:gd name="connsiteX6-61" fmla="*/ 259080 w 363220"/>
                <a:gd name="connsiteY6-62" fmla="*/ 157480 h 188347"/>
                <a:gd name="connsiteX7-63" fmla="*/ 292100 w 363220"/>
                <a:gd name="connsiteY7-64" fmla="*/ 134620 h 188347"/>
                <a:gd name="connsiteX8-65" fmla="*/ 314960 w 363220"/>
                <a:gd name="connsiteY8-66" fmla="*/ 104140 h 188347"/>
                <a:gd name="connsiteX9-67" fmla="*/ 335280 w 363220"/>
                <a:gd name="connsiteY9-68" fmla="*/ 68580 h 188347"/>
                <a:gd name="connsiteX10-69" fmla="*/ 345440 w 363220"/>
                <a:gd name="connsiteY10-70" fmla="*/ 35560 h 188347"/>
                <a:gd name="connsiteX11-71" fmla="*/ 363220 w 363220"/>
                <a:gd name="connsiteY11-72" fmla="*/ 0 h 188347"/>
                <a:gd name="connsiteX0-73" fmla="*/ 0 w 363220"/>
                <a:gd name="connsiteY0-74" fmla="*/ 142240 h 188671"/>
                <a:gd name="connsiteX1-75" fmla="*/ 48260 w 363220"/>
                <a:gd name="connsiteY1-76" fmla="*/ 170180 h 188671"/>
                <a:gd name="connsiteX2-77" fmla="*/ 91440 w 363220"/>
                <a:gd name="connsiteY2-78" fmla="*/ 187960 h 188671"/>
                <a:gd name="connsiteX3-79" fmla="*/ 121920 w 363220"/>
                <a:gd name="connsiteY3-80" fmla="*/ 185420 h 188671"/>
                <a:gd name="connsiteX4-81" fmla="*/ 167640 w 363220"/>
                <a:gd name="connsiteY4-82" fmla="*/ 187960 h 188671"/>
                <a:gd name="connsiteX5-83" fmla="*/ 213360 w 363220"/>
                <a:gd name="connsiteY5-84" fmla="*/ 177800 h 188671"/>
                <a:gd name="connsiteX6-85" fmla="*/ 259080 w 363220"/>
                <a:gd name="connsiteY6-86" fmla="*/ 157480 h 188671"/>
                <a:gd name="connsiteX7-87" fmla="*/ 292100 w 363220"/>
                <a:gd name="connsiteY7-88" fmla="*/ 134620 h 188671"/>
                <a:gd name="connsiteX8-89" fmla="*/ 314960 w 363220"/>
                <a:gd name="connsiteY8-90" fmla="*/ 104140 h 188671"/>
                <a:gd name="connsiteX9-91" fmla="*/ 335280 w 363220"/>
                <a:gd name="connsiteY9-92" fmla="*/ 68580 h 188671"/>
                <a:gd name="connsiteX10-93" fmla="*/ 345440 w 363220"/>
                <a:gd name="connsiteY10-94" fmla="*/ 35560 h 188671"/>
                <a:gd name="connsiteX11-95" fmla="*/ 363220 w 363220"/>
                <a:gd name="connsiteY11-96" fmla="*/ 0 h 188671"/>
                <a:gd name="connsiteX0-97" fmla="*/ 0 w 363220"/>
                <a:gd name="connsiteY0-98" fmla="*/ 142240 h 188347"/>
                <a:gd name="connsiteX1-99" fmla="*/ 48260 w 363220"/>
                <a:gd name="connsiteY1-100" fmla="*/ 170180 h 188347"/>
                <a:gd name="connsiteX2-101" fmla="*/ 91440 w 363220"/>
                <a:gd name="connsiteY2-102" fmla="*/ 177800 h 188347"/>
                <a:gd name="connsiteX3-103" fmla="*/ 121920 w 363220"/>
                <a:gd name="connsiteY3-104" fmla="*/ 185420 h 188347"/>
                <a:gd name="connsiteX4-105" fmla="*/ 167640 w 363220"/>
                <a:gd name="connsiteY4-106" fmla="*/ 187960 h 188347"/>
                <a:gd name="connsiteX5-107" fmla="*/ 213360 w 363220"/>
                <a:gd name="connsiteY5-108" fmla="*/ 177800 h 188347"/>
                <a:gd name="connsiteX6-109" fmla="*/ 259080 w 363220"/>
                <a:gd name="connsiteY6-110" fmla="*/ 157480 h 188347"/>
                <a:gd name="connsiteX7-111" fmla="*/ 292100 w 363220"/>
                <a:gd name="connsiteY7-112" fmla="*/ 134620 h 188347"/>
                <a:gd name="connsiteX8-113" fmla="*/ 314960 w 363220"/>
                <a:gd name="connsiteY8-114" fmla="*/ 104140 h 188347"/>
                <a:gd name="connsiteX9-115" fmla="*/ 335280 w 363220"/>
                <a:gd name="connsiteY9-116" fmla="*/ 68580 h 188347"/>
                <a:gd name="connsiteX10-117" fmla="*/ 345440 w 363220"/>
                <a:gd name="connsiteY10-118" fmla="*/ 35560 h 188347"/>
                <a:gd name="connsiteX11-119" fmla="*/ 363220 w 363220"/>
                <a:gd name="connsiteY11-120" fmla="*/ 0 h 1883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363220" h="188347">
                  <a:moveTo>
                    <a:pt x="0" y="142240"/>
                  </a:moveTo>
                  <a:cubicBezTo>
                    <a:pt x="16510" y="153246"/>
                    <a:pt x="33020" y="164253"/>
                    <a:pt x="48260" y="170180"/>
                  </a:cubicBezTo>
                  <a:cubicBezTo>
                    <a:pt x="63500" y="176107"/>
                    <a:pt x="79163" y="175260"/>
                    <a:pt x="91440" y="177800"/>
                  </a:cubicBezTo>
                  <a:cubicBezTo>
                    <a:pt x="103717" y="180340"/>
                    <a:pt x="109220" y="183727"/>
                    <a:pt x="121920" y="185420"/>
                  </a:cubicBezTo>
                  <a:cubicBezTo>
                    <a:pt x="134620" y="187113"/>
                    <a:pt x="152400" y="189230"/>
                    <a:pt x="167640" y="187960"/>
                  </a:cubicBezTo>
                  <a:cubicBezTo>
                    <a:pt x="182880" y="186690"/>
                    <a:pt x="198120" y="182880"/>
                    <a:pt x="213360" y="177800"/>
                  </a:cubicBezTo>
                  <a:cubicBezTo>
                    <a:pt x="228600" y="172720"/>
                    <a:pt x="245957" y="164677"/>
                    <a:pt x="259080" y="157480"/>
                  </a:cubicBezTo>
                  <a:cubicBezTo>
                    <a:pt x="272203" y="150283"/>
                    <a:pt x="282787" y="143510"/>
                    <a:pt x="292100" y="134620"/>
                  </a:cubicBezTo>
                  <a:cubicBezTo>
                    <a:pt x="301413" y="125730"/>
                    <a:pt x="307763" y="115147"/>
                    <a:pt x="314960" y="104140"/>
                  </a:cubicBezTo>
                  <a:cubicBezTo>
                    <a:pt x="322157" y="93133"/>
                    <a:pt x="330200" y="80010"/>
                    <a:pt x="335280" y="68580"/>
                  </a:cubicBezTo>
                  <a:cubicBezTo>
                    <a:pt x="340360" y="57150"/>
                    <a:pt x="340783" y="46990"/>
                    <a:pt x="345440" y="35560"/>
                  </a:cubicBezTo>
                  <a:cubicBezTo>
                    <a:pt x="350097" y="24130"/>
                    <a:pt x="356023" y="14817"/>
                    <a:pt x="363220" y="0"/>
                  </a:cubicBezTo>
                </a:path>
              </a:pathLst>
            </a:cu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cxnSp>
          <p:nvCxnSpPr>
            <p:cNvPr id="23" name="直接连接符 22"/>
            <p:cNvCxnSpPr>
              <a:stCxn id="21" idx="0"/>
              <a:endCxn id="78" idx="37"/>
            </p:cNvCxnSpPr>
            <p:nvPr/>
          </p:nvCxnSpPr>
          <p:spPr>
            <a:xfrm flipH="1">
              <a:off x="7876555" y="3489960"/>
              <a:ext cx="226046" cy="122406"/>
            </a:xfrm>
            <a:prstGeom prst="line">
              <a:avLst/>
            </a:pr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任意多边形 24"/>
            <p:cNvSpPr/>
            <p:nvPr/>
          </p:nvSpPr>
          <p:spPr>
            <a:xfrm>
              <a:off x="7505017" y="3457575"/>
              <a:ext cx="374063" cy="171688"/>
            </a:xfrm>
            <a:custGeom>
              <a:avLst/>
              <a:gdLst>
                <a:gd name="connsiteX0" fmla="*/ 374063 w 374063"/>
                <a:gd name="connsiteY0" fmla="*/ 152400 h 171688"/>
                <a:gd name="connsiteX1" fmla="*/ 311198 w 374063"/>
                <a:gd name="connsiteY1" fmla="*/ 169545 h 171688"/>
                <a:gd name="connsiteX2" fmla="*/ 294053 w 374063"/>
                <a:gd name="connsiteY2" fmla="*/ 171450 h 171688"/>
                <a:gd name="connsiteX3" fmla="*/ 271193 w 374063"/>
                <a:gd name="connsiteY3" fmla="*/ 171450 h 171688"/>
                <a:gd name="connsiteX4" fmla="*/ 244523 w 374063"/>
                <a:gd name="connsiteY4" fmla="*/ 169545 h 171688"/>
                <a:gd name="connsiteX5" fmla="*/ 223568 w 374063"/>
                <a:gd name="connsiteY5" fmla="*/ 167640 h 171688"/>
                <a:gd name="connsiteX6" fmla="*/ 198803 w 374063"/>
                <a:gd name="connsiteY6" fmla="*/ 161925 h 171688"/>
                <a:gd name="connsiteX7" fmla="*/ 175943 w 374063"/>
                <a:gd name="connsiteY7" fmla="*/ 152400 h 171688"/>
                <a:gd name="connsiteX8" fmla="*/ 153083 w 374063"/>
                <a:gd name="connsiteY8" fmla="*/ 142875 h 171688"/>
                <a:gd name="connsiteX9" fmla="*/ 120698 w 374063"/>
                <a:gd name="connsiteY9" fmla="*/ 125730 h 171688"/>
                <a:gd name="connsiteX10" fmla="*/ 92123 w 374063"/>
                <a:gd name="connsiteY10" fmla="*/ 110490 h 171688"/>
                <a:gd name="connsiteX11" fmla="*/ 54023 w 374063"/>
                <a:gd name="connsiteY11" fmla="*/ 80010 h 171688"/>
                <a:gd name="connsiteX12" fmla="*/ 21638 w 374063"/>
                <a:gd name="connsiteY12" fmla="*/ 40005 h 171688"/>
                <a:gd name="connsiteX13" fmla="*/ 2588 w 374063"/>
                <a:gd name="connsiteY13" fmla="*/ 11430 h 171688"/>
                <a:gd name="connsiteX14" fmla="*/ 683 w 374063"/>
                <a:gd name="connsiteY14" fmla="*/ 0 h 17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063" h="171688">
                  <a:moveTo>
                    <a:pt x="374063" y="152400"/>
                  </a:moveTo>
                  <a:lnTo>
                    <a:pt x="311198" y="169545"/>
                  </a:lnTo>
                  <a:cubicBezTo>
                    <a:pt x="297863" y="172720"/>
                    <a:pt x="300720" y="171133"/>
                    <a:pt x="294053" y="171450"/>
                  </a:cubicBezTo>
                  <a:cubicBezTo>
                    <a:pt x="287386" y="171767"/>
                    <a:pt x="279448" y="171768"/>
                    <a:pt x="271193" y="171450"/>
                  </a:cubicBezTo>
                  <a:cubicBezTo>
                    <a:pt x="262938" y="171133"/>
                    <a:pt x="252460" y="170180"/>
                    <a:pt x="244523" y="169545"/>
                  </a:cubicBezTo>
                  <a:cubicBezTo>
                    <a:pt x="236586" y="168910"/>
                    <a:pt x="231188" y="168910"/>
                    <a:pt x="223568" y="167640"/>
                  </a:cubicBezTo>
                  <a:cubicBezTo>
                    <a:pt x="215948" y="166370"/>
                    <a:pt x="206740" y="164465"/>
                    <a:pt x="198803" y="161925"/>
                  </a:cubicBezTo>
                  <a:cubicBezTo>
                    <a:pt x="190866" y="159385"/>
                    <a:pt x="175943" y="152400"/>
                    <a:pt x="175943" y="152400"/>
                  </a:cubicBezTo>
                  <a:cubicBezTo>
                    <a:pt x="168323" y="149225"/>
                    <a:pt x="162290" y="147320"/>
                    <a:pt x="153083" y="142875"/>
                  </a:cubicBezTo>
                  <a:cubicBezTo>
                    <a:pt x="143875" y="138430"/>
                    <a:pt x="120698" y="125730"/>
                    <a:pt x="120698" y="125730"/>
                  </a:cubicBezTo>
                  <a:cubicBezTo>
                    <a:pt x="110538" y="120332"/>
                    <a:pt x="103235" y="118110"/>
                    <a:pt x="92123" y="110490"/>
                  </a:cubicBezTo>
                  <a:cubicBezTo>
                    <a:pt x="81010" y="102870"/>
                    <a:pt x="65770" y="91757"/>
                    <a:pt x="54023" y="80010"/>
                  </a:cubicBezTo>
                  <a:cubicBezTo>
                    <a:pt x="42276" y="68263"/>
                    <a:pt x="30210" y="51435"/>
                    <a:pt x="21638" y="40005"/>
                  </a:cubicBezTo>
                  <a:cubicBezTo>
                    <a:pt x="13065" y="28575"/>
                    <a:pt x="6080" y="18097"/>
                    <a:pt x="2588" y="11430"/>
                  </a:cubicBezTo>
                  <a:cubicBezTo>
                    <a:pt x="-905" y="4762"/>
                    <a:pt x="-111" y="2381"/>
                    <a:pt x="683" y="0"/>
                  </a:cubicBezTo>
                </a:path>
              </a:pathLst>
            </a:cu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cxnSp>
          <p:nvCxnSpPr>
            <p:cNvPr id="27" name="直接连接符 26"/>
            <p:cNvCxnSpPr>
              <a:stCxn id="78" idx="36"/>
              <a:endCxn id="77" idx="9"/>
            </p:cNvCxnSpPr>
            <p:nvPr/>
          </p:nvCxnSpPr>
          <p:spPr>
            <a:xfrm flipH="1" flipV="1">
              <a:off x="8099097" y="3333578"/>
              <a:ext cx="4763" cy="151188"/>
            </a:xfrm>
            <a:prstGeom prst="line">
              <a:avLst/>
            </a:pr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任意多边形 27"/>
            <p:cNvSpPr/>
            <p:nvPr/>
          </p:nvSpPr>
          <p:spPr>
            <a:xfrm>
              <a:off x="7795260" y="3131820"/>
              <a:ext cx="308610" cy="199219"/>
            </a:xfrm>
            <a:custGeom>
              <a:avLst/>
              <a:gdLst>
                <a:gd name="connsiteX0" fmla="*/ 308610 w 308610"/>
                <a:gd name="connsiteY0" fmla="*/ 198120 h 199219"/>
                <a:gd name="connsiteX1" fmla="*/ 241935 w 308610"/>
                <a:gd name="connsiteY1" fmla="*/ 198120 h 199219"/>
                <a:gd name="connsiteX2" fmla="*/ 209550 w 308610"/>
                <a:gd name="connsiteY2" fmla="*/ 186690 h 199219"/>
                <a:gd name="connsiteX3" fmla="*/ 179070 w 308610"/>
                <a:gd name="connsiteY3" fmla="*/ 171450 h 199219"/>
                <a:gd name="connsiteX4" fmla="*/ 142875 w 308610"/>
                <a:gd name="connsiteY4" fmla="*/ 154305 h 199219"/>
                <a:gd name="connsiteX5" fmla="*/ 116205 w 308610"/>
                <a:gd name="connsiteY5" fmla="*/ 135255 h 199219"/>
                <a:gd name="connsiteX6" fmla="*/ 78105 w 308610"/>
                <a:gd name="connsiteY6" fmla="*/ 112395 h 199219"/>
                <a:gd name="connsiteX7" fmla="*/ 55245 w 308610"/>
                <a:gd name="connsiteY7" fmla="*/ 83820 h 199219"/>
                <a:gd name="connsiteX8" fmla="*/ 26670 w 308610"/>
                <a:gd name="connsiteY8" fmla="*/ 59055 h 199219"/>
                <a:gd name="connsiteX9" fmla="*/ 7620 w 308610"/>
                <a:gd name="connsiteY9" fmla="*/ 24765 h 199219"/>
                <a:gd name="connsiteX10" fmla="*/ 0 w 308610"/>
                <a:gd name="connsiteY10" fmla="*/ 0 h 199219"/>
                <a:gd name="connsiteX0-1" fmla="*/ 308610 w 308610"/>
                <a:gd name="connsiteY0-2" fmla="*/ 198120 h 199219"/>
                <a:gd name="connsiteX1-3" fmla="*/ 241935 w 308610"/>
                <a:gd name="connsiteY1-4" fmla="*/ 198120 h 199219"/>
                <a:gd name="connsiteX2-5" fmla="*/ 209550 w 308610"/>
                <a:gd name="connsiteY2-6" fmla="*/ 186690 h 199219"/>
                <a:gd name="connsiteX3-7" fmla="*/ 179070 w 308610"/>
                <a:gd name="connsiteY3-8" fmla="*/ 171450 h 199219"/>
                <a:gd name="connsiteX4-9" fmla="*/ 142875 w 308610"/>
                <a:gd name="connsiteY4-10" fmla="*/ 154305 h 199219"/>
                <a:gd name="connsiteX5-11" fmla="*/ 116205 w 308610"/>
                <a:gd name="connsiteY5-12" fmla="*/ 135255 h 199219"/>
                <a:gd name="connsiteX6-13" fmla="*/ 78105 w 308610"/>
                <a:gd name="connsiteY6-14" fmla="*/ 112395 h 199219"/>
                <a:gd name="connsiteX7-15" fmla="*/ 55245 w 308610"/>
                <a:gd name="connsiteY7-16" fmla="*/ 83820 h 199219"/>
                <a:gd name="connsiteX8-17" fmla="*/ 26670 w 308610"/>
                <a:gd name="connsiteY8-18" fmla="*/ 59055 h 199219"/>
                <a:gd name="connsiteX9-19" fmla="*/ 7620 w 308610"/>
                <a:gd name="connsiteY9-20" fmla="*/ 24765 h 199219"/>
                <a:gd name="connsiteX10-21" fmla="*/ 0 w 308610"/>
                <a:gd name="connsiteY10-22" fmla="*/ 0 h 199219"/>
                <a:gd name="connsiteX0-23" fmla="*/ 314783 w 314783"/>
                <a:gd name="connsiteY0-24" fmla="*/ 198120 h 199219"/>
                <a:gd name="connsiteX1-25" fmla="*/ 248108 w 314783"/>
                <a:gd name="connsiteY1-26" fmla="*/ 198120 h 199219"/>
                <a:gd name="connsiteX2-27" fmla="*/ 215723 w 314783"/>
                <a:gd name="connsiteY2-28" fmla="*/ 186690 h 199219"/>
                <a:gd name="connsiteX3-29" fmla="*/ 185243 w 314783"/>
                <a:gd name="connsiteY3-30" fmla="*/ 171450 h 199219"/>
                <a:gd name="connsiteX4-31" fmla="*/ 149048 w 314783"/>
                <a:gd name="connsiteY4-32" fmla="*/ 154305 h 199219"/>
                <a:gd name="connsiteX5-33" fmla="*/ 122378 w 314783"/>
                <a:gd name="connsiteY5-34" fmla="*/ 135255 h 199219"/>
                <a:gd name="connsiteX6-35" fmla="*/ 84278 w 314783"/>
                <a:gd name="connsiteY6-36" fmla="*/ 112395 h 199219"/>
                <a:gd name="connsiteX7-37" fmla="*/ 61418 w 314783"/>
                <a:gd name="connsiteY7-38" fmla="*/ 83820 h 199219"/>
                <a:gd name="connsiteX8-39" fmla="*/ 32843 w 314783"/>
                <a:gd name="connsiteY8-40" fmla="*/ 59055 h 199219"/>
                <a:gd name="connsiteX9-41" fmla="*/ 458 w 314783"/>
                <a:gd name="connsiteY9-42" fmla="*/ 30480 h 199219"/>
                <a:gd name="connsiteX10-43" fmla="*/ 6173 w 314783"/>
                <a:gd name="connsiteY10-44" fmla="*/ 0 h 199219"/>
                <a:gd name="connsiteX0-45" fmla="*/ 309169 w 309169"/>
                <a:gd name="connsiteY0-46" fmla="*/ 198120 h 199219"/>
                <a:gd name="connsiteX1-47" fmla="*/ 242494 w 309169"/>
                <a:gd name="connsiteY1-48" fmla="*/ 198120 h 199219"/>
                <a:gd name="connsiteX2-49" fmla="*/ 210109 w 309169"/>
                <a:gd name="connsiteY2-50" fmla="*/ 186690 h 199219"/>
                <a:gd name="connsiteX3-51" fmla="*/ 179629 w 309169"/>
                <a:gd name="connsiteY3-52" fmla="*/ 171450 h 199219"/>
                <a:gd name="connsiteX4-53" fmla="*/ 143434 w 309169"/>
                <a:gd name="connsiteY4-54" fmla="*/ 154305 h 199219"/>
                <a:gd name="connsiteX5-55" fmla="*/ 116764 w 309169"/>
                <a:gd name="connsiteY5-56" fmla="*/ 135255 h 199219"/>
                <a:gd name="connsiteX6-57" fmla="*/ 78664 w 309169"/>
                <a:gd name="connsiteY6-58" fmla="*/ 112395 h 199219"/>
                <a:gd name="connsiteX7-59" fmla="*/ 55804 w 309169"/>
                <a:gd name="connsiteY7-60" fmla="*/ 83820 h 199219"/>
                <a:gd name="connsiteX8-61" fmla="*/ 27229 w 309169"/>
                <a:gd name="connsiteY8-62" fmla="*/ 59055 h 199219"/>
                <a:gd name="connsiteX9-63" fmla="*/ 559 w 309169"/>
                <a:gd name="connsiteY9-64" fmla="*/ 30480 h 199219"/>
                <a:gd name="connsiteX10-65" fmla="*/ 559 w 309169"/>
                <a:gd name="connsiteY10-66" fmla="*/ 0 h 199219"/>
                <a:gd name="connsiteX0-67" fmla="*/ 308828 w 308828"/>
                <a:gd name="connsiteY0-68" fmla="*/ 198120 h 199219"/>
                <a:gd name="connsiteX1-69" fmla="*/ 242153 w 308828"/>
                <a:gd name="connsiteY1-70" fmla="*/ 198120 h 199219"/>
                <a:gd name="connsiteX2-71" fmla="*/ 209768 w 308828"/>
                <a:gd name="connsiteY2-72" fmla="*/ 186690 h 199219"/>
                <a:gd name="connsiteX3-73" fmla="*/ 179288 w 308828"/>
                <a:gd name="connsiteY3-74" fmla="*/ 171450 h 199219"/>
                <a:gd name="connsiteX4-75" fmla="*/ 143093 w 308828"/>
                <a:gd name="connsiteY4-76" fmla="*/ 154305 h 199219"/>
                <a:gd name="connsiteX5-77" fmla="*/ 116423 w 308828"/>
                <a:gd name="connsiteY5-78" fmla="*/ 135255 h 199219"/>
                <a:gd name="connsiteX6-79" fmla="*/ 78323 w 308828"/>
                <a:gd name="connsiteY6-80" fmla="*/ 112395 h 199219"/>
                <a:gd name="connsiteX7-81" fmla="*/ 55463 w 308828"/>
                <a:gd name="connsiteY7-82" fmla="*/ 83820 h 199219"/>
                <a:gd name="connsiteX8-83" fmla="*/ 26888 w 308828"/>
                <a:gd name="connsiteY8-84" fmla="*/ 59055 h 199219"/>
                <a:gd name="connsiteX9-85" fmla="*/ 218 w 308828"/>
                <a:gd name="connsiteY9-86" fmla="*/ 30480 h 199219"/>
                <a:gd name="connsiteX10-87" fmla="*/ 13554 w 308828"/>
                <a:gd name="connsiteY10-88" fmla="*/ 41910 h 199219"/>
                <a:gd name="connsiteX11" fmla="*/ 218 w 308828"/>
                <a:gd name="connsiteY11" fmla="*/ 0 h 199219"/>
                <a:gd name="connsiteX0-89" fmla="*/ 308610 w 308610"/>
                <a:gd name="connsiteY0-90" fmla="*/ 198120 h 199219"/>
                <a:gd name="connsiteX1-91" fmla="*/ 241935 w 308610"/>
                <a:gd name="connsiteY1-92" fmla="*/ 198120 h 199219"/>
                <a:gd name="connsiteX2-93" fmla="*/ 209550 w 308610"/>
                <a:gd name="connsiteY2-94" fmla="*/ 186690 h 199219"/>
                <a:gd name="connsiteX3-95" fmla="*/ 179070 w 308610"/>
                <a:gd name="connsiteY3-96" fmla="*/ 171450 h 199219"/>
                <a:gd name="connsiteX4-97" fmla="*/ 142875 w 308610"/>
                <a:gd name="connsiteY4-98" fmla="*/ 154305 h 199219"/>
                <a:gd name="connsiteX5-99" fmla="*/ 116205 w 308610"/>
                <a:gd name="connsiteY5-100" fmla="*/ 135255 h 199219"/>
                <a:gd name="connsiteX6-101" fmla="*/ 78105 w 308610"/>
                <a:gd name="connsiteY6-102" fmla="*/ 112395 h 199219"/>
                <a:gd name="connsiteX7-103" fmla="*/ 55245 w 308610"/>
                <a:gd name="connsiteY7-104" fmla="*/ 83820 h 199219"/>
                <a:gd name="connsiteX8-105" fmla="*/ 26670 w 308610"/>
                <a:gd name="connsiteY8-106" fmla="*/ 59055 h 199219"/>
                <a:gd name="connsiteX9-107" fmla="*/ 15240 w 308610"/>
                <a:gd name="connsiteY9-108" fmla="*/ 41910 h 199219"/>
                <a:gd name="connsiteX10-109" fmla="*/ 13336 w 308610"/>
                <a:gd name="connsiteY10-110" fmla="*/ 41910 h 199219"/>
                <a:gd name="connsiteX11-111" fmla="*/ 0 w 308610"/>
                <a:gd name="connsiteY11-112" fmla="*/ 0 h 199219"/>
                <a:gd name="connsiteX0-113" fmla="*/ 308610 w 308610"/>
                <a:gd name="connsiteY0-114" fmla="*/ 198120 h 199219"/>
                <a:gd name="connsiteX1-115" fmla="*/ 241935 w 308610"/>
                <a:gd name="connsiteY1-116" fmla="*/ 198120 h 199219"/>
                <a:gd name="connsiteX2-117" fmla="*/ 209550 w 308610"/>
                <a:gd name="connsiteY2-118" fmla="*/ 186690 h 199219"/>
                <a:gd name="connsiteX3-119" fmla="*/ 179070 w 308610"/>
                <a:gd name="connsiteY3-120" fmla="*/ 171450 h 199219"/>
                <a:gd name="connsiteX4-121" fmla="*/ 142875 w 308610"/>
                <a:gd name="connsiteY4-122" fmla="*/ 154305 h 199219"/>
                <a:gd name="connsiteX5-123" fmla="*/ 116205 w 308610"/>
                <a:gd name="connsiteY5-124" fmla="*/ 135255 h 199219"/>
                <a:gd name="connsiteX6-125" fmla="*/ 78105 w 308610"/>
                <a:gd name="connsiteY6-126" fmla="*/ 112395 h 199219"/>
                <a:gd name="connsiteX7-127" fmla="*/ 53340 w 308610"/>
                <a:gd name="connsiteY7-128" fmla="*/ 93345 h 199219"/>
                <a:gd name="connsiteX8-129" fmla="*/ 26670 w 308610"/>
                <a:gd name="connsiteY8-130" fmla="*/ 59055 h 199219"/>
                <a:gd name="connsiteX9-131" fmla="*/ 15240 w 308610"/>
                <a:gd name="connsiteY9-132" fmla="*/ 41910 h 199219"/>
                <a:gd name="connsiteX10-133" fmla="*/ 13336 w 308610"/>
                <a:gd name="connsiteY10-134" fmla="*/ 41910 h 199219"/>
                <a:gd name="connsiteX11-135" fmla="*/ 0 w 308610"/>
                <a:gd name="connsiteY11-136" fmla="*/ 0 h 199219"/>
                <a:gd name="connsiteX0-137" fmla="*/ 308610 w 308610"/>
                <a:gd name="connsiteY0-138" fmla="*/ 198120 h 199219"/>
                <a:gd name="connsiteX1-139" fmla="*/ 241935 w 308610"/>
                <a:gd name="connsiteY1-140" fmla="*/ 198120 h 199219"/>
                <a:gd name="connsiteX2-141" fmla="*/ 209550 w 308610"/>
                <a:gd name="connsiteY2-142" fmla="*/ 186690 h 199219"/>
                <a:gd name="connsiteX3-143" fmla="*/ 179070 w 308610"/>
                <a:gd name="connsiteY3-144" fmla="*/ 171450 h 199219"/>
                <a:gd name="connsiteX4-145" fmla="*/ 142875 w 308610"/>
                <a:gd name="connsiteY4-146" fmla="*/ 154305 h 199219"/>
                <a:gd name="connsiteX5-147" fmla="*/ 112395 w 308610"/>
                <a:gd name="connsiteY5-148" fmla="*/ 140970 h 199219"/>
                <a:gd name="connsiteX6-149" fmla="*/ 78105 w 308610"/>
                <a:gd name="connsiteY6-150" fmla="*/ 112395 h 199219"/>
                <a:gd name="connsiteX7-151" fmla="*/ 53340 w 308610"/>
                <a:gd name="connsiteY7-152" fmla="*/ 93345 h 199219"/>
                <a:gd name="connsiteX8-153" fmla="*/ 26670 w 308610"/>
                <a:gd name="connsiteY8-154" fmla="*/ 59055 h 199219"/>
                <a:gd name="connsiteX9-155" fmla="*/ 15240 w 308610"/>
                <a:gd name="connsiteY9-156" fmla="*/ 41910 h 199219"/>
                <a:gd name="connsiteX10-157" fmla="*/ 13336 w 308610"/>
                <a:gd name="connsiteY10-158" fmla="*/ 41910 h 199219"/>
                <a:gd name="connsiteX11-159" fmla="*/ 0 w 308610"/>
                <a:gd name="connsiteY11-160" fmla="*/ 0 h 199219"/>
                <a:gd name="connsiteX0-161" fmla="*/ 308610 w 308610"/>
                <a:gd name="connsiteY0-162" fmla="*/ 198120 h 199219"/>
                <a:gd name="connsiteX1-163" fmla="*/ 241935 w 308610"/>
                <a:gd name="connsiteY1-164" fmla="*/ 198120 h 199219"/>
                <a:gd name="connsiteX2-165" fmla="*/ 209550 w 308610"/>
                <a:gd name="connsiteY2-166" fmla="*/ 186690 h 199219"/>
                <a:gd name="connsiteX3-167" fmla="*/ 179070 w 308610"/>
                <a:gd name="connsiteY3-168" fmla="*/ 171450 h 199219"/>
                <a:gd name="connsiteX4-169" fmla="*/ 148590 w 308610"/>
                <a:gd name="connsiteY4-170" fmla="*/ 161925 h 199219"/>
                <a:gd name="connsiteX5-171" fmla="*/ 112395 w 308610"/>
                <a:gd name="connsiteY5-172" fmla="*/ 140970 h 199219"/>
                <a:gd name="connsiteX6-173" fmla="*/ 78105 w 308610"/>
                <a:gd name="connsiteY6-174" fmla="*/ 112395 h 199219"/>
                <a:gd name="connsiteX7-175" fmla="*/ 53340 w 308610"/>
                <a:gd name="connsiteY7-176" fmla="*/ 93345 h 199219"/>
                <a:gd name="connsiteX8-177" fmla="*/ 26670 w 308610"/>
                <a:gd name="connsiteY8-178" fmla="*/ 59055 h 199219"/>
                <a:gd name="connsiteX9-179" fmla="*/ 15240 w 308610"/>
                <a:gd name="connsiteY9-180" fmla="*/ 41910 h 199219"/>
                <a:gd name="connsiteX10-181" fmla="*/ 13336 w 308610"/>
                <a:gd name="connsiteY10-182" fmla="*/ 41910 h 199219"/>
                <a:gd name="connsiteX11-183" fmla="*/ 0 w 308610"/>
                <a:gd name="connsiteY11-184" fmla="*/ 0 h 199219"/>
                <a:gd name="connsiteX0-185" fmla="*/ 308610 w 308610"/>
                <a:gd name="connsiteY0-186" fmla="*/ 198120 h 199219"/>
                <a:gd name="connsiteX1-187" fmla="*/ 253365 w 308610"/>
                <a:gd name="connsiteY1-188" fmla="*/ 198120 h 199219"/>
                <a:gd name="connsiteX2-189" fmla="*/ 209550 w 308610"/>
                <a:gd name="connsiteY2-190" fmla="*/ 186690 h 199219"/>
                <a:gd name="connsiteX3-191" fmla="*/ 179070 w 308610"/>
                <a:gd name="connsiteY3-192" fmla="*/ 171450 h 199219"/>
                <a:gd name="connsiteX4-193" fmla="*/ 148590 w 308610"/>
                <a:gd name="connsiteY4-194" fmla="*/ 161925 h 199219"/>
                <a:gd name="connsiteX5-195" fmla="*/ 112395 w 308610"/>
                <a:gd name="connsiteY5-196" fmla="*/ 140970 h 199219"/>
                <a:gd name="connsiteX6-197" fmla="*/ 78105 w 308610"/>
                <a:gd name="connsiteY6-198" fmla="*/ 112395 h 199219"/>
                <a:gd name="connsiteX7-199" fmla="*/ 53340 w 308610"/>
                <a:gd name="connsiteY7-200" fmla="*/ 93345 h 199219"/>
                <a:gd name="connsiteX8-201" fmla="*/ 26670 w 308610"/>
                <a:gd name="connsiteY8-202" fmla="*/ 59055 h 199219"/>
                <a:gd name="connsiteX9-203" fmla="*/ 15240 w 308610"/>
                <a:gd name="connsiteY9-204" fmla="*/ 41910 h 199219"/>
                <a:gd name="connsiteX10-205" fmla="*/ 13336 w 308610"/>
                <a:gd name="connsiteY10-206" fmla="*/ 41910 h 199219"/>
                <a:gd name="connsiteX11-207" fmla="*/ 0 w 308610"/>
                <a:gd name="connsiteY11-208" fmla="*/ 0 h 199219"/>
                <a:gd name="connsiteX0-209" fmla="*/ 308610 w 308610"/>
                <a:gd name="connsiteY0-210" fmla="*/ 198120 h 199219"/>
                <a:gd name="connsiteX1-211" fmla="*/ 253365 w 308610"/>
                <a:gd name="connsiteY1-212" fmla="*/ 198120 h 199219"/>
                <a:gd name="connsiteX2-213" fmla="*/ 209550 w 308610"/>
                <a:gd name="connsiteY2-214" fmla="*/ 186690 h 199219"/>
                <a:gd name="connsiteX3-215" fmla="*/ 190500 w 308610"/>
                <a:gd name="connsiteY3-216" fmla="*/ 180975 h 199219"/>
                <a:gd name="connsiteX4-217" fmla="*/ 179070 w 308610"/>
                <a:gd name="connsiteY4-218" fmla="*/ 171450 h 199219"/>
                <a:gd name="connsiteX5-219" fmla="*/ 148590 w 308610"/>
                <a:gd name="connsiteY5-220" fmla="*/ 161925 h 199219"/>
                <a:gd name="connsiteX6-221" fmla="*/ 112395 w 308610"/>
                <a:gd name="connsiteY6-222" fmla="*/ 140970 h 199219"/>
                <a:gd name="connsiteX7-223" fmla="*/ 78105 w 308610"/>
                <a:gd name="connsiteY7-224" fmla="*/ 112395 h 199219"/>
                <a:gd name="connsiteX8-225" fmla="*/ 53340 w 308610"/>
                <a:gd name="connsiteY8-226" fmla="*/ 93345 h 199219"/>
                <a:gd name="connsiteX9-227" fmla="*/ 26670 w 308610"/>
                <a:gd name="connsiteY9-228" fmla="*/ 59055 h 199219"/>
                <a:gd name="connsiteX10-229" fmla="*/ 15240 w 308610"/>
                <a:gd name="connsiteY10-230" fmla="*/ 41910 h 199219"/>
                <a:gd name="connsiteX11-231" fmla="*/ 13336 w 308610"/>
                <a:gd name="connsiteY11-232" fmla="*/ 41910 h 199219"/>
                <a:gd name="connsiteX12" fmla="*/ 0 w 308610"/>
                <a:gd name="connsiteY12" fmla="*/ 0 h 199219"/>
                <a:gd name="connsiteX0-233" fmla="*/ 308610 w 308610"/>
                <a:gd name="connsiteY0-234" fmla="*/ 198120 h 199219"/>
                <a:gd name="connsiteX1-235" fmla="*/ 253365 w 308610"/>
                <a:gd name="connsiteY1-236" fmla="*/ 198120 h 199219"/>
                <a:gd name="connsiteX2-237" fmla="*/ 209550 w 308610"/>
                <a:gd name="connsiteY2-238" fmla="*/ 186690 h 199219"/>
                <a:gd name="connsiteX3-239" fmla="*/ 190500 w 308610"/>
                <a:gd name="connsiteY3-240" fmla="*/ 180975 h 199219"/>
                <a:gd name="connsiteX4-241" fmla="*/ 179070 w 308610"/>
                <a:gd name="connsiteY4-242" fmla="*/ 177165 h 199219"/>
                <a:gd name="connsiteX5-243" fmla="*/ 148590 w 308610"/>
                <a:gd name="connsiteY5-244" fmla="*/ 161925 h 199219"/>
                <a:gd name="connsiteX6-245" fmla="*/ 112395 w 308610"/>
                <a:gd name="connsiteY6-246" fmla="*/ 140970 h 199219"/>
                <a:gd name="connsiteX7-247" fmla="*/ 78105 w 308610"/>
                <a:gd name="connsiteY7-248" fmla="*/ 112395 h 199219"/>
                <a:gd name="connsiteX8-249" fmla="*/ 53340 w 308610"/>
                <a:gd name="connsiteY8-250" fmla="*/ 93345 h 199219"/>
                <a:gd name="connsiteX9-251" fmla="*/ 26670 w 308610"/>
                <a:gd name="connsiteY9-252" fmla="*/ 59055 h 199219"/>
                <a:gd name="connsiteX10-253" fmla="*/ 15240 w 308610"/>
                <a:gd name="connsiteY10-254" fmla="*/ 41910 h 199219"/>
                <a:gd name="connsiteX11-255" fmla="*/ 13336 w 308610"/>
                <a:gd name="connsiteY11-256" fmla="*/ 41910 h 199219"/>
                <a:gd name="connsiteX12-257" fmla="*/ 0 w 308610"/>
                <a:gd name="connsiteY12-258" fmla="*/ 0 h 1992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111" y="connsiteY11-112"/>
                </a:cxn>
                <a:cxn ang="0">
                  <a:pos x="connsiteX12-257" y="connsiteY12-258"/>
                </a:cxn>
              </a:cxnLst>
              <a:rect l="l" t="t" r="r" b="b"/>
              <a:pathLst>
                <a:path w="308610" h="199219">
                  <a:moveTo>
                    <a:pt x="308610" y="198120"/>
                  </a:moveTo>
                  <a:cubicBezTo>
                    <a:pt x="283527" y="199072"/>
                    <a:pt x="269875" y="200025"/>
                    <a:pt x="253365" y="198120"/>
                  </a:cubicBezTo>
                  <a:cubicBezTo>
                    <a:pt x="236855" y="196215"/>
                    <a:pt x="220028" y="189548"/>
                    <a:pt x="209550" y="186690"/>
                  </a:cubicBezTo>
                  <a:cubicBezTo>
                    <a:pt x="199073" y="183833"/>
                    <a:pt x="195580" y="183515"/>
                    <a:pt x="190500" y="180975"/>
                  </a:cubicBezTo>
                  <a:cubicBezTo>
                    <a:pt x="185420" y="178435"/>
                    <a:pt x="186055" y="180340"/>
                    <a:pt x="179070" y="177165"/>
                  </a:cubicBezTo>
                  <a:cubicBezTo>
                    <a:pt x="172085" y="173990"/>
                    <a:pt x="159703" y="167958"/>
                    <a:pt x="148590" y="161925"/>
                  </a:cubicBezTo>
                  <a:cubicBezTo>
                    <a:pt x="137478" y="155893"/>
                    <a:pt x="124143" y="149225"/>
                    <a:pt x="112395" y="140970"/>
                  </a:cubicBezTo>
                  <a:cubicBezTo>
                    <a:pt x="100648" y="132715"/>
                    <a:pt x="87947" y="120332"/>
                    <a:pt x="78105" y="112395"/>
                  </a:cubicBezTo>
                  <a:cubicBezTo>
                    <a:pt x="68263" y="104458"/>
                    <a:pt x="61912" y="102235"/>
                    <a:pt x="53340" y="93345"/>
                  </a:cubicBezTo>
                  <a:cubicBezTo>
                    <a:pt x="44768" y="84455"/>
                    <a:pt x="33020" y="67627"/>
                    <a:pt x="26670" y="59055"/>
                  </a:cubicBezTo>
                  <a:cubicBezTo>
                    <a:pt x="20320" y="50483"/>
                    <a:pt x="17462" y="44767"/>
                    <a:pt x="15240" y="41910"/>
                  </a:cubicBezTo>
                  <a:cubicBezTo>
                    <a:pt x="13018" y="39053"/>
                    <a:pt x="13336" y="46990"/>
                    <a:pt x="13336" y="41910"/>
                  </a:cubicBezTo>
                  <a:cubicBezTo>
                    <a:pt x="13336" y="36830"/>
                    <a:pt x="953" y="4445"/>
                    <a:pt x="0" y="0"/>
                  </a:cubicBezTo>
                </a:path>
              </a:pathLst>
            </a:custGeom>
            <a:noFill/>
            <a:ln w="19050" cap="flat" cmpd="sng">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2049" name="组合 2048"/>
          <p:cNvGrpSpPr/>
          <p:nvPr/>
        </p:nvGrpSpPr>
        <p:grpSpPr>
          <a:xfrm>
            <a:off x="333366" y="3736577"/>
            <a:ext cx="1274677" cy="1742323"/>
            <a:chOff x="2451971" y="3923212"/>
            <a:chExt cx="1274677" cy="1742323"/>
          </a:xfrm>
        </p:grpSpPr>
        <p:sp>
          <p:nvSpPr>
            <p:cNvPr id="64" name="Text Box 12"/>
            <p:cNvSpPr txBox="1">
              <a:spLocks noChangeArrowheads="1"/>
            </p:cNvSpPr>
            <p:nvPr/>
          </p:nvSpPr>
          <p:spPr bwMode="auto">
            <a:xfrm>
              <a:off x="2451971" y="4957649"/>
              <a:ext cx="1274677" cy="707886"/>
            </a:xfrm>
            <a:prstGeom prst="rect">
              <a:avLst/>
            </a:prstGeom>
            <a:noFill/>
            <a:ln w="9525">
              <a:noFill/>
              <a:miter lim="800000"/>
            </a:ln>
          </p:spPr>
          <p:txBody>
            <a:bodyPr wrap="square">
              <a:spAutoFit/>
            </a:bodyPr>
            <a:lstStyle/>
            <a:p>
              <a:pPr algn="ctr" eaLnBrk="0" hangingPunct="0"/>
              <a:r>
                <a:rPr lang="zh-CN" altLang="en-US" sz="2000" b="1" dirty="0">
                  <a:latin typeface="微软雅黑" panose="020B0503020204020204" charset="-122"/>
                  <a:ea typeface="微软雅黑" panose="020B0503020204020204" charset="-122"/>
                </a:rPr>
                <a:t>封闭的空间折线</a:t>
              </a:r>
            </a:p>
          </p:txBody>
        </p:sp>
        <p:sp>
          <p:nvSpPr>
            <p:cNvPr id="65" name="Line 15"/>
            <p:cNvSpPr>
              <a:spLocks noChangeShapeType="1"/>
            </p:cNvSpPr>
            <p:nvPr/>
          </p:nvSpPr>
          <p:spPr bwMode="auto">
            <a:xfrm flipH="1">
              <a:off x="2742510" y="3923212"/>
              <a:ext cx="440578" cy="1034437"/>
            </a:xfrm>
            <a:prstGeom prst="line">
              <a:avLst/>
            </a:prstGeom>
            <a:noFill/>
            <a:ln w="12700">
              <a:solidFill>
                <a:schemeClr val="tx1"/>
              </a:solidFill>
              <a:round/>
            </a:ln>
          </p:spPr>
          <p:txBody>
            <a:bodyPr wrap="none" anchor="ctr"/>
            <a:lstStyle/>
            <a:p>
              <a:endParaRPr lang="zh-CN" altLang="en-US"/>
            </a:p>
          </p:txBody>
        </p:sp>
      </p:grpSp>
      <p:grpSp>
        <p:nvGrpSpPr>
          <p:cNvPr id="69" name="组合 68"/>
          <p:cNvGrpSpPr/>
          <p:nvPr/>
        </p:nvGrpSpPr>
        <p:grpSpPr>
          <a:xfrm>
            <a:off x="2510477" y="3630246"/>
            <a:ext cx="1485459" cy="1829563"/>
            <a:chOff x="2451971" y="3923212"/>
            <a:chExt cx="1485459" cy="1829563"/>
          </a:xfrm>
        </p:grpSpPr>
        <p:sp>
          <p:nvSpPr>
            <p:cNvPr id="74" name="Text Box 12"/>
            <p:cNvSpPr txBox="1">
              <a:spLocks noChangeArrowheads="1"/>
            </p:cNvSpPr>
            <p:nvPr/>
          </p:nvSpPr>
          <p:spPr bwMode="auto">
            <a:xfrm>
              <a:off x="2451971" y="5044889"/>
              <a:ext cx="1485459" cy="707886"/>
            </a:xfrm>
            <a:prstGeom prst="rect">
              <a:avLst/>
            </a:prstGeom>
            <a:noFill/>
            <a:ln w="9525">
              <a:noFill/>
              <a:miter lim="800000"/>
            </a:ln>
          </p:spPr>
          <p:txBody>
            <a:bodyPr wrap="square">
              <a:spAutoFit/>
            </a:bodyPr>
            <a:lstStyle/>
            <a:p>
              <a:pPr eaLnBrk="0" hangingPunct="0"/>
              <a:r>
                <a:rPr lang="zh-CN" altLang="en-US" sz="2000" b="1" dirty="0">
                  <a:latin typeface="微软雅黑" panose="020B0503020204020204" charset="-122"/>
                  <a:ea typeface="微软雅黑" panose="020B0503020204020204" charset="-122"/>
                </a:rPr>
                <a:t>若干段平面直线和曲线</a:t>
              </a:r>
            </a:p>
          </p:txBody>
        </p:sp>
        <p:sp>
          <p:nvSpPr>
            <p:cNvPr id="75" name="Line 15"/>
            <p:cNvSpPr>
              <a:spLocks noChangeShapeType="1"/>
            </p:cNvSpPr>
            <p:nvPr/>
          </p:nvSpPr>
          <p:spPr bwMode="auto">
            <a:xfrm flipH="1">
              <a:off x="2742510" y="3923212"/>
              <a:ext cx="440578" cy="1121677"/>
            </a:xfrm>
            <a:prstGeom prst="line">
              <a:avLst/>
            </a:prstGeom>
            <a:noFill/>
            <a:ln w="12700">
              <a:solidFill>
                <a:schemeClr val="tx1"/>
              </a:solidFill>
              <a:round/>
            </a:ln>
          </p:spPr>
          <p:txBody>
            <a:bodyPr wrap="none" anchor="ctr"/>
            <a:lstStyle/>
            <a:p>
              <a:endParaRPr lang="zh-CN" altLang="en-US"/>
            </a:p>
          </p:txBody>
        </p:sp>
      </p:grpSp>
      <p:grpSp>
        <p:nvGrpSpPr>
          <p:cNvPr id="83" name="组合 82"/>
          <p:cNvGrpSpPr/>
          <p:nvPr/>
        </p:nvGrpSpPr>
        <p:grpSpPr>
          <a:xfrm>
            <a:off x="4765759" y="3567005"/>
            <a:ext cx="1316268" cy="1905559"/>
            <a:chOff x="2432863" y="3932592"/>
            <a:chExt cx="1316268" cy="1905559"/>
          </a:xfrm>
        </p:grpSpPr>
        <p:sp>
          <p:nvSpPr>
            <p:cNvPr id="84" name="Text Box 12"/>
            <p:cNvSpPr txBox="1">
              <a:spLocks noChangeArrowheads="1"/>
            </p:cNvSpPr>
            <p:nvPr/>
          </p:nvSpPr>
          <p:spPr bwMode="auto">
            <a:xfrm>
              <a:off x="2432863" y="5130265"/>
              <a:ext cx="1316268" cy="707886"/>
            </a:xfrm>
            <a:prstGeom prst="rect">
              <a:avLst/>
            </a:prstGeom>
            <a:noFill/>
            <a:ln w="9525">
              <a:noFill/>
              <a:miter lim="800000"/>
            </a:ln>
          </p:spPr>
          <p:txBody>
            <a:bodyPr wrap="square">
              <a:spAutoFit/>
            </a:bodyPr>
            <a:lstStyle/>
            <a:p>
              <a:pPr algn="ctr" eaLnBrk="0" hangingPunct="0"/>
              <a:r>
                <a:rPr lang="zh-CN" altLang="en-US" sz="2000" b="1" dirty="0">
                  <a:latin typeface="微软雅黑" panose="020B0503020204020204" charset="-122"/>
                  <a:ea typeface="微软雅黑" panose="020B0503020204020204" charset="-122"/>
                </a:rPr>
                <a:t>封闭的空间曲线</a:t>
              </a:r>
            </a:p>
          </p:txBody>
        </p:sp>
        <p:sp>
          <p:nvSpPr>
            <p:cNvPr id="85" name="Line 15"/>
            <p:cNvSpPr>
              <a:spLocks noChangeShapeType="1"/>
            </p:cNvSpPr>
            <p:nvPr/>
          </p:nvSpPr>
          <p:spPr bwMode="auto">
            <a:xfrm flipH="1">
              <a:off x="2742510" y="3932592"/>
              <a:ext cx="576714" cy="1112297"/>
            </a:xfrm>
            <a:prstGeom prst="line">
              <a:avLst/>
            </a:prstGeom>
            <a:noFill/>
            <a:ln w="12700">
              <a:solidFill>
                <a:schemeClr val="tx1"/>
              </a:solidFill>
              <a:round/>
            </a:ln>
          </p:spPr>
          <p:txBody>
            <a:bodyPr wrap="none" anchor="ctr"/>
            <a:lstStyle/>
            <a:p>
              <a:endParaRPr lang="zh-CN" altLang="en-US"/>
            </a:p>
          </p:txBody>
        </p:sp>
      </p:grpSp>
      <p:grpSp>
        <p:nvGrpSpPr>
          <p:cNvPr id="86" name="组合 85"/>
          <p:cNvGrpSpPr/>
          <p:nvPr/>
        </p:nvGrpSpPr>
        <p:grpSpPr>
          <a:xfrm>
            <a:off x="6840609" y="3629263"/>
            <a:ext cx="1482312" cy="1849637"/>
            <a:chOff x="2437433" y="3926922"/>
            <a:chExt cx="1482312" cy="1849637"/>
          </a:xfrm>
        </p:grpSpPr>
        <p:sp>
          <p:nvSpPr>
            <p:cNvPr id="87" name="Text Box 12"/>
            <p:cNvSpPr txBox="1">
              <a:spLocks noChangeArrowheads="1"/>
            </p:cNvSpPr>
            <p:nvPr/>
          </p:nvSpPr>
          <p:spPr bwMode="auto">
            <a:xfrm>
              <a:off x="2437433" y="5068673"/>
              <a:ext cx="1482312" cy="707886"/>
            </a:xfrm>
            <a:prstGeom prst="rect">
              <a:avLst/>
            </a:prstGeom>
            <a:noFill/>
            <a:ln w="9525">
              <a:noFill/>
              <a:miter lim="800000"/>
            </a:ln>
          </p:spPr>
          <p:txBody>
            <a:bodyPr wrap="square">
              <a:spAutoFit/>
            </a:bodyPr>
            <a:lstStyle/>
            <a:p>
              <a:pPr algn="ctr" eaLnBrk="0" hangingPunct="0"/>
              <a:r>
                <a:rPr lang="zh-CN" altLang="en-US" sz="2000" b="1" dirty="0">
                  <a:latin typeface="微软雅黑" panose="020B0503020204020204" charset="-122"/>
                  <a:ea typeface="微软雅黑" panose="020B0503020204020204" charset="-122"/>
                </a:rPr>
                <a:t>多段空间直线或曲线</a:t>
              </a:r>
            </a:p>
          </p:txBody>
        </p:sp>
        <p:sp>
          <p:nvSpPr>
            <p:cNvPr id="88" name="Line 15"/>
            <p:cNvSpPr>
              <a:spLocks noChangeShapeType="1"/>
            </p:cNvSpPr>
            <p:nvPr/>
          </p:nvSpPr>
          <p:spPr bwMode="auto">
            <a:xfrm flipH="1">
              <a:off x="2742509" y="3926922"/>
              <a:ext cx="730869" cy="1117967"/>
            </a:xfrm>
            <a:prstGeom prst="line">
              <a:avLst/>
            </a:prstGeom>
            <a:noFill/>
            <a:ln w="12700">
              <a:solidFill>
                <a:schemeClr val="tx1"/>
              </a:solidFill>
              <a:round/>
            </a:ln>
          </p:spPr>
          <p:txBody>
            <a:bodyPr wrap="none" anchor="ctr"/>
            <a:lstStyle/>
            <a:p>
              <a:endParaRPr lang="zh-CN" altLang="en-US"/>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par>
                                <p:cTn id="12" presetID="10" presetClass="entr" presetSubtype="0" fill="hold" nodeType="with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fade">
                                      <p:cBhvr>
                                        <p:cTn id="14" dur="500"/>
                                        <p:tgtEl>
                                          <p:spTgt spid="57"/>
                                        </p:tgtEl>
                                      </p:cBhvr>
                                    </p:animEffect>
                                  </p:childTnLst>
                                </p:cTn>
                              </p:par>
                              <p:par>
                                <p:cTn id="15" presetID="10" presetClass="entr" presetSubtype="0" fill="hold" nodeType="with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par>
                                <p:cTn id="18" presetID="10" presetClass="entr" presetSubtype="0" fill="hold" nodeType="withEffect">
                                  <p:stCondLst>
                                    <p:cond delay="0"/>
                                  </p:stCondLst>
                                  <p:childTnLst>
                                    <p:set>
                                      <p:cBhvr>
                                        <p:cTn id="19" dur="1" fill="hold">
                                          <p:stCondLst>
                                            <p:cond delay="0"/>
                                          </p:stCondLst>
                                        </p:cTn>
                                        <p:tgtEl>
                                          <p:spTgt spid="76"/>
                                        </p:tgtEl>
                                        <p:attrNameLst>
                                          <p:attrName>style.visibility</p:attrName>
                                        </p:attrNameLst>
                                      </p:cBhvr>
                                      <p:to>
                                        <p:strVal val="visible"/>
                                      </p:to>
                                    </p:set>
                                    <p:animEffect transition="in" filter="fade">
                                      <p:cBhvr>
                                        <p:cTn id="20" dur="500"/>
                                        <p:tgtEl>
                                          <p:spTgt spid="7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down)">
                                      <p:cBhvr>
                                        <p:cTn id="29" dur="500"/>
                                        <p:tgtEl>
                                          <p:spTgt spid="29"/>
                                        </p:tgtEl>
                                      </p:cBhvr>
                                    </p:animEffect>
                                  </p:childTnLst>
                                </p:cTn>
                              </p:par>
                              <p:par>
                                <p:cTn id="30" presetID="1" presetClass="entr" presetSubtype="0" fill="hold" nodeType="withEffect">
                                  <p:stCondLst>
                                    <p:cond delay="0"/>
                                  </p:stCondLst>
                                  <p:childTnLst>
                                    <p:set>
                                      <p:cBhvr>
                                        <p:cTn id="31" dur="1" fill="hold">
                                          <p:stCondLst>
                                            <p:cond delay="0"/>
                                          </p:stCondLst>
                                        </p:cTn>
                                        <p:tgtEl>
                                          <p:spTgt spid="20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wipe(down)">
                                      <p:cBhvr>
                                        <p:cTn id="36" dur="500"/>
                                        <p:tgtEl>
                                          <p:spTgt spid="59"/>
                                        </p:tgtEl>
                                      </p:cBhvr>
                                    </p:animEffect>
                                  </p:childTnLst>
                                </p:cTn>
                              </p:par>
                              <p:par>
                                <p:cTn id="37" presetID="1" presetClass="entr" presetSubtype="0" fill="hold"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left)">
                                      <p:cBhvr>
                                        <p:cTn id="43" dur="500"/>
                                        <p:tgtEl>
                                          <p:spTgt spid="58"/>
                                        </p:tgtEl>
                                      </p:cBhvr>
                                    </p:animEffect>
                                  </p:childTnLst>
                                </p:cTn>
                              </p:par>
                              <p:par>
                                <p:cTn id="44" presetID="1" presetClass="entr" presetSubtype="0" fill="hold" nodeType="withEffect">
                                  <p:stCondLst>
                                    <p:cond delay="0"/>
                                  </p:stCondLst>
                                  <p:childTnLst>
                                    <p:set>
                                      <p:cBhvr>
                                        <p:cTn id="45" dur="1" fill="hold">
                                          <p:stCondLst>
                                            <p:cond delay="0"/>
                                          </p:stCondLst>
                                        </p:cTn>
                                        <p:tgtEl>
                                          <p:spTgt spid="8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down)">
                                      <p:cBhvr>
                                        <p:cTn id="50" dur="500"/>
                                        <p:tgtEl>
                                          <p:spTgt spid="30"/>
                                        </p:tgtEl>
                                      </p:cBhvr>
                                    </p:animEffect>
                                  </p:childTnLst>
                                </p:cTn>
                              </p:par>
                              <p:par>
                                <p:cTn id="51" presetID="1" presetClass="entr" presetSubtype="0" fill="hold" nodeType="with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58"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3"/>
          <p:cNvSpPr/>
          <p:nvPr/>
        </p:nvSpPr>
        <p:spPr>
          <a:xfrm>
            <a:off x="254000" y="1104545"/>
            <a:ext cx="3044423" cy="523220"/>
          </a:xfrm>
          <a:prstGeom prst="rect">
            <a:avLst/>
          </a:prstGeom>
          <a:noFill/>
          <a:ln w="9525">
            <a:noFill/>
          </a:ln>
        </p:spPr>
        <p:txBody>
          <a:bodyPr wrap="none">
            <a:spAutoFit/>
          </a:bodyPr>
          <a:lst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stStyle>
          <a:p>
            <a:pPr marL="342900" lvl="0" indent="-342900">
              <a:spcBef>
                <a:spcPts val="600"/>
              </a:spcBef>
              <a:buFont typeface="Arial" panose="020B0604020202020204" pitchFamily="34" charset="0"/>
              <a:buChar char="•"/>
            </a:pPr>
            <a:r>
              <a:rPr lang="zh-CN" altLang="en-US" sz="2800" b="1" dirty="0">
                <a:solidFill>
                  <a:srgbClr val="006600"/>
                </a:solidFill>
                <a:latin typeface="微软雅黑" panose="020B0503020204020204" charset="-122"/>
                <a:ea typeface="微软雅黑" panose="020B0503020204020204" charset="-122"/>
              </a:rPr>
              <a:t>按形体的形状分</a:t>
            </a:r>
          </a:p>
        </p:txBody>
      </p:sp>
      <p:sp>
        <p:nvSpPr>
          <p:cNvPr id="39" name="Rectangle 63"/>
          <p:cNvSpPr/>
          <p:nvPr/>
        </p:nvSpPr>
        <p:spPr>
          <a:xfrm>
            <a:off x="254000" y="591112"/>
            <a:ext cx="3199915" cy="523220"/>
          </a:xfrm>
          <a:prstGeom prst="rect">
            <a:avLst/>
          </a:prstGeom>
          <a:noFill/>
          <a:ln w="9525">
            <a:noFill/>
          </a:ln>
        </p:spPr>
        <p:txBody>
          <a:bodyPr wrap="none">
            <a:spAutoFit/>
          </a:bodyPr>
          <a:lstStyle/>
          <a:p>
            <a:pPr marL="342900" indent="-342900">
              <a:spcBef>
                <a:spcPts val="600"/>
              </a:spcBef>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13.2 </a:t>
            </a:r>
            <a:r>
              <a:rPr lang="zh-CN" altLang="en-US" sz="2800" b="1" dirty="0">
                <a:solidFill>
                  <a:srgbClr val="006600"/>
                </a:solidFill>
                <a:latin typeface="微软雅黑" panose="020B0503020204020204" charset="-122"/>
                <a:ea typeface="微软雅黑" panose="020B0503020204020204" charset="-122"/>
              </a:rPr>
              <a:t>相贯的分类</a:t>
            </a:r>
          </a:p>
        </p:txBody>
      </p:sp>
      <p:sp>
        <p:nvSpPr>
          <p:cNvPr id="40" name="Rectangle 63"/>
          <p:cNvSpPr/>
          <p:nvPr/>
        </p:nvSpPr>
        <p:spPr>
          <a:xfrm>
            <a:off x="1475567" y="3573016"/>
            <a:ext cx="1605280" cy="521970"/>
          </a:xfrm>
          <a:prstGeom prst="rect">
            <a:avLst/>
          </a:prstGeom>
        </p:spPr>
        <p:txBody>
          <a:bodyPr wrap="none">
            <a:spAutoFit/>
          </a:bodyPr>
          <a:lstStyle/>
          <a:p>
            <a:pPr eaLnBrk="0" fontAlgn="base" hangingPunct="0">
              <a:spcBef>
                <a:spcPts val="600"/>
              </a:spcBef>
              <a:spcAft>
                <a:spcPct val="0"/>
              </a:spcAft>
              <a:buFont typeface="Arial" panose="020B0604020202020204" pitchFamily="34" charset="0"/>
            </a:pPr>
            <a:r>
              <a:rPr lang="zh-CN" altLang="en-US" sz="2800" b="1" dirty="0">
                <a:solidFill>
                  <a:srgbClr val="006049"/>
                </a:solidFill>
                <a:latin typeface="微软雅黑" panose="020B0503020204020204" charset="-122"/>
                <a:ea typeface="微软雅黑" panose="020B0503020204020204" charset="-122"/>
              </a:rPr>
              <a:t>平平相贯</a:t>
            </a:r>
          </a:p>
        </p:txBody>
      </p:sp>
      <p:pic>
        <p:nvPicPr>
          <p:cNvPr id="41" name="图片 40"/>
          <p:cNvPicPr>
            <a:picLocks noChangeAspect="1"/>
          </p:cNvPicPr>
          <p:nvPr/>
        </p:nvPicPr>
        <p:blipFill>
          <a:blip r:embed="rId3"/>
          <a:stretch>
            <a:fillRect/>
          </a:stretch>
        </p:blipFill>
        <p:spPr>
          <a:xfrm>
            <a:off x="1223645" y="1719810"/>
            <a:ext cx="2164715" cy="1932305"/>
          </a:xfrm>
          <a:prstGeom prst="rect">
            <a:avLst/>
          </a:prstGeom>
          <a:noFill/>
          <a:ln w="38100">
            <a:noFill/>
          </a:ln>
        </p:spPr>
      </p:pic>
      <p:pic>
        <p:nvPicPr>
          <p:cNvPr id="42" name="图片 41"/>
          <p:cNvPicPr>
            <a:picLocks noChangeAspect="1"/>
          </p:cNvPicPr>
          <p:nvPr/>
        </p:nvPicPr>
        <p:blipFill>
          <a:blip r:embed="rId4"/>
          <a:stretch>
            <a:fillRect/>
          </a:stretch>
        </p:blipFill>
        <p:spPr>
          <a:xfrm>
            <a:off x="5436235" y="1690600"/>
            <a:ext cx="2012315" cy="1990090"/>
          </a:xfrm>
          <a:prstGeom prst="rect">
            <a:avLst/>
          </a:prstGeom>
          <a:noFill/>
          <a:ln w="38100">
            <a:noFill/>
          </a:ln>
        </p:spPr>
      </p:pic>
      <p:sp>
        <p:nvSpPr>
          <p:cNvPr id="43" name="Rectangle 63"/>
          <p:cNvSpPr/>
          <p:nvPr/>
        </p:nvSpPr>
        <p:spPr>
          <a:xfrm>
            <a:off x="5592907" y="3602380"/>
            <a:ext cx="1605280" cy="521970"/>
          </a:xfrm>
          <a:prstGeom prst="rect">
            <a:avLst/>
          </a:prstGeom>
        </p:spPr>
        <p:txBody>
          <a:bodyPr wrap="none">
            <a:spAutoFit/>
          </a:bodyPr>
          <a:lstStyle/>
          <a:p>
            <a:pPr eaLnBrk="0" fontAlgn="base" hangingPunct="0">
              <a:spcBef>
                <a:spcPts val="600"/>
              </a:spcBef>
              <a:spcAft>
                <a:spcPct val="0"/>
              </a:spcAft>
              <a:buFont typeface="Arial" panose="020B0604020202020204" pitchFamily="34" charset="0"/>
            </a:pPr>
            <a:r>
              <a:rPr lang="zh-CN" altLang="en-US" sz="2800" b="1" dirty="0">
                <a:solidFill>
                  <a:srgbClr val="006049"/>
                </a:solidFill>
                <a:latin typeface="微软雅黑" panose="020B0503020204020204" charset="-122"/>
                <a:ea typeface="微软雅黑" panose="020B0503020204020204" charset="-122"/>
              </a:rPr>
              <a:t>平曲相贯</a:t>
            </a:r>
          </a:p>
        </p:txBody>
      </p:sp>
      <p:pic>
        <p:nvPicPr>
          <p:cNvPr id="44" name="图片 43"/>
          <p:cNvPicPr>
            <a:picLocks noChangeAspect="1"/>
          </p:cNvPicPr>
          <p:nvPr/>
        </p:nvPicPr>
        <p:blipFill>
          <a:blip r:embed="rId5"/>
          <a:stretch>
            <a:fillRect/>
          </a:stretch>
        </p:blipFill>
        <p:spPr>
          <a:xfrm>
            <a:off x="1324610" y="4290685"/>
            <a:ext cx="1962150" cy="1753870"/>
          </a:xfrm>
          <a:prstGeom prst="rect">
            <a:avLst/>
          </a:prstGeom>
          <a:noFill/>
          <a:ln w="38100">
            <a:noFill/>
          </a:ln>
        </p:spPr>
      </p:pic>
      <p:sp>
        <p:nvSpPr>
          <p:cNvPr id="45" name="Rectangle 63"/>
          <p:cNvSpPr/>
          <p:nvPr/>
        </p:nvSpPr>
        <p:spPr>
          <a:xfrm>
            <a:off x="1439372" y="6090950"/>
            <a:ext cx="1605280" cy="521970"/>
          </a:xfrm>
          <a:prstGeom prst="rect">
            <a:avLst/>
          </a:prstGeom>
        </p:spPr>
        <p:txBody>
          <a:bodyPr wrap="none">
            <a:spAutoFit/>
          </a:bodyPr>
          <a:lstStyle/>
          <a:p>
            <a:pPr eaLnBrk="0" fontAlgn="base" hangingPunct="0">
              <a:spcBef>
                <a:spcPts val="600"/>
              </a:spcBef>
              <a:spcAft>
                <a:spcPct val="0"/>
              </a:spcAft>
              <a:buFont typeface="Arial" panose="020B0604020202020204" pitchFamily="34" charset="0"/>
            </a:pPr>
            <a:r>
              <a:rPr lang="zh-CN" altLang="en-US" sz="2800" b="1" dirty="0">
                <a:solidFill>
                  <a:srgbClr val="006049"/>
                </a:solidFill>
                <a:latin typeface="微软雅黑" panose="020B0503020204020204" charset="-122"/>
                <a:ea typeface="微软雅黑" panose="020B0503020204020204" charset="-122"/>
              </a:rPr>
              <a:t>曲曲相贯</a:t>
            </a:r>
          </a:p>
        </p:txBody>
      </p:sp>
      <p:pic>
        <p:nvPicPr>
          <p:cNvPr id="46" name="图片 45"/>
          <p:cNvPicPr>
            <a:picLocks noChangeAspect="1"/>
          </p:cNvPicPr>
          <p:nvPr/>
        </p:nvPicPr>
        <p:blipFill>
          <a:blip r:embed="rId6"/>
          <a:stretch>
            <a:fillRect/>
          </a:stretch>
        </p:blipFill>
        <p:spPr>
          <a:xfrm>
            <a:off x="5436235" y="4236664"/>
            <a:ext cx="1842135" cy="1895475"/>
          </a:xfrm>
          <a:prstGeom prst="rect">
            <a:avLst/>
          </a:prstGeom>
          <a:noFill/>
          <a:ln w="38100">
            <a:noFill/>
          </a:ln>
        </p:spPr>
      </p:pic>
      <p:sp>
        <p:nvSpPr>
          <p:cNvPr id="47" name="Rectangle 63"/>
          <p:cNvSpPr/>
          <p:nvPr/>
        </p:nvSpPr>
        <p:spPr>
          <a:xfrm>
            <a:off x="5415107" y="6132139"/>
            <a:ext cx="1960880" cy="521970"/>
          </a:xfrm>
          <a:prstGeom prst="rect">
            <a:avLst/>
          </a:prstGeom>
        </p:spPr>
        <p:txBody>
          <a:bodyPr wrap="none">
            <a:spAutoFit/>
          </a:bodyPr>
          <a:lstStyle/>
          <a:p>
            <a:pPr eaLnBrk="0" fontAlgn="base" hangingPunct="0">
              <a:spcBef>
                <a:spcPts val="600"/>
              </a:spcBef>
              <a:spcAft>
                <a:spcPct val="0"/>
              </a:spcAft>
              <a:buFont typeface="Arial" panose="020B0604020202020204" pitchFamily="34" charset="0"/>
            </a:pPr>
            <a:r>
              <a:rPr lang="zh-CN" altLang="en-US" sz="2800" b="1" dirty="0">
                <a:solidFill>
                  <a:srgbClr val="006049"/>
                </a:solidFill>
                <a:latin typeface="微软雅黑" panose="020B0503020204020204" charset="-122"/>
                <a:ea typeface="微软雅黑" panose="020B0503020204020204" charset="-122"/>
              </a:rPr>
              <a:t>多形体相贯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additive="base">
                                        <p:cTn id="12" dur="500" fill="hold"/>
                                        <p:tgtEl>
                                          <p:spTgt spid="40"/>
                                        </p:tgtEl>
                                        <p:attrNameLst>
                                          <p:attrName>ppt_x</p:attrName>
                                        </p:attrNameLst>
                                      </p:cBhvr>
                                      <p:tavLst>
                                        <p:tav tm="0">
                                          <p:val>
                                            <p:strVal val="#ppt_x"/>
                                          </p:val>
                                        </p:tav>
                                        <p:tav tm="100000">
                                          <p:val>
                                            <p:strVal val="#ppt_x"/>
                                          </p:val>
                                        </p:tav>
                                      </p:tavLst>
                                    </p:anim>
                                    <p:anim calcmode="lin" valueType="num">
                                      <p:cBhvr additive="base">
                                        <p:cTn id="1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nodeType="click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p:cTn id="18" dur="500" fill="hold"/>
                                        <p:tgtEl>
                                          <p:spTgt spid="42"/>
                                        </p:tgtEl>
                                        <p:attrNameLst>
                                          <p:attrName>ppt_w</p:attrName>
                                        </p:attrNameLst>
                                      </p:cBhvr>
                                      <p:tavLst>
                                        <p:tav tm="0">
                                          <p:val>
                                            <p:fltVal val="0"/>
                                          </p:val>
                                        </p:tav>
                                        <p:tav tm="100000">
                                          <p:val>
                                            <p:strVal val="#ppt_w"/>
                                          </p:val>
                                        </p:tav>
                                      </p:tavLst>
                                    </p:anim>
                                    <p:anim calcmode="lin" valueType="num">
                                      <p:cBhvr>
                                        <p:cTn id="19"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additive="base">
                                        <p:cTn id="24" dur="500" fill="hold"/>
                                        <p:tgtEl>
                                          <p:spTgt spid="43"/>
                                        </p:tgtEl>
                                        <p:attrNameLst>
                                          <p:attrName>ppt_x</p:attrName>
                                        </p:attrNameLst>
                                      </p:cBhvr>
                                      <p:tavLst>
                                        <p:tav tm="0">
                                          <p:val>
                                            <p:strVal val="#ppt_x"/>
                                          </p:val>
                                        </p:tav>
                                        <p:tav tm="100000">
                                          <p:val>
                                            <p:strVal val="#ppt_x"/>
                                          </p:val>
                                        </p:tav>
                                      </p:tavLst>
                                    </p:anim>
                                    <p:anim calcmode="lin" valueType="num">
                                      <p:cBhvr additive="base">
                                        <p:cTn id="25"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p:cTn id="30" dur="500" fill="hold"/>
                                        <p:tgtEl>
                                          <p:spTgt spid="44"/>
                                        </p:tgtEl>
                                        <p:attrNameLst>
                                          <p:attrName>ppt_w</p:attrName>
                                        </p:attrNameLst>
                                      </p:cBhvr>
                                      <p:tavLst>
                                        <p:tav tm="0">
                                          <p:val>
                                            <p:fltVal val="0"/>
                                          </p:val>
                                        </p:tav>
                                        <p:tav tm="100000">
                                          <p:val>
                                            <p:strVal val="#ppt_w"/>
                                          </p:val>
                                        </p:tav>
                                      </p:tavLst>
                                    </p:anim>
                                    <p:anim calcmode="lin" valueType="num">
                                      <p:cBhvr>
                                        <p:cTn id="31" dur="500" fill="hold"/>
                                        <p:tgtEl>
                                          <p:spTgt spid="4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5"/>
                                        </p:tgtEl>
                                        <p:attrNameLst>
                                          <p:attrName>style.visibility</p:attrName>
                                        </p:attrNameLst>
                                      </p:cBhvr>
                                      <p:to>
                                        <p:strVal val="visible"/>
                                      </p:to>
                                    </p:set>
                                    <p:anim calcmode="lin" valueType="num">
                                      <p:cBhvr additive="base">
                                        <p:cTn id="36" dur="500" fill="hold"/>
                                        <p:tgtEl>
                                          <p:spTgt spid="45"/>
                                        </p:tgtEl>
                                        <p:attrNameLst>
                                          <p:attrName>ppt_x</p:attrName>
                                        </p:attrNameLst>
                                      </p:cBhvr>
                                      <p:tavLst>
                                        <p:tav tm="0">
                                          <p:val>
                                            <p:strVal val="#ppt_x"/>
                                          </p:val>
                                        </p:tav>
                                        <p:tav tm="100000">
                                          <p:val>
                                            <p:strVal val="#ppt_x"/>
                                          </p:val>
                                        </p:tav>
                                      </p:tavLst>
                                    </p:anim>
                                    <p:anim calcmode="lin" valueType="num">
                                      <p:cBhvr additive="base">
                                        <p:cTn id="37"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10"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 calcmode="lin" valueType="num">
                                      <p:cBhvr>
                                        <p:cTn id="42" dur="500" fill="hold"/>
                                        <p:tgtEl>
                                          <p:spTgt spid="46"/>
                                        </p:tgtEl>
                                        <p:attrNameLst>
                                          <p:attrName>ppt_w</p:attrName>
                                        </p:attrNameLst>
                                      </p:cBhvr>
                                      <p:tavLst>
                                        <p:tav tm="0">
                                          <p:val>
                                            <p:fltVal val="0"/>
                                          </p:val>
                                        </p:tav>
                                        <p:tav tm="100000">
                                          <p:val>
                                            <p:strVal val="#ppt_w"/>
                                          </p:val>
                                        </p:tav>
                                      </p:tavLst>
                                    </p:anim>
                                    <p:anim calcmode="lin" valueType="num">
                                      <p:cBhvr>
                                        <p:cTn id="43" dur="500" fill="hold"/>
                                        <p:tgtEl>
                                          <p:spTgt spid="46"/>
                                        </p:tgtEl>
                                        <p:attrNameLst>
                                          <p:attrName>ppt_h</p:attrName>
                                        </p:attrNameLst>
                                      </p:cBhvr>
                                      <p:tavLst>
                                        <p:tav tm="0">
                                          <p:val>
                                            <p:strVal val="#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7"/>
                                        </p:tgtEl>
                                        <p:attrNameLst>
                                          <p:attrName>style.visibility</p:attrName>
                                        </p:attrNameLst>
                                      </p:cBhvr>
                                      <p:to>
                                        <p:strVal val="visible"/>
                                      </p:to>
                                    </p:set>
                                    <p:anim calcmode="lin" valueType="num">
                                      <p:cBhvr additive="base">
                                        <p:cTn id="48" dur="500" fill="hold"/>
                                        <p:tgtEl>
                                          <p:spTgt spid="47"/>
                                        </p:tgtEl>
                                        <p:attrNameLst>
                                          <p:attrName>ppt_x</p:attrName>
                                        </p:attrNameLst>
                                      </p:cBhvr>
                                      <p:tavLst>
                                        <p:tav tm="0">
                                          <p:val>
                                            <p:strVal val="#ppt_x"/>
                                          </p:val>
                                        </p:tav>
                                        <p:tav tm="100000">
                                          <p:val>
                                            <p:strVal val="#ppt_x"/>
                                          </p:val>
                                        </p:tav>
                                      </p:tavLst>
                                    </p:anim>
                                    <p:anim calcmode="lin" valueType="num">
                                      <p:cBhvr additive="base">
                                        <p:cTn id="49"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xit" presetSubtype="4" fill="hold" nodeType="clickEffect">
                                  <p:stCondLst>
                                    <p:cond delay="0"/>
                                  </p:stCondLst>
                                  <p:childTnLst>
                                    <p:anim calcmode="lin" valueType="num">
                                      <p:cBhvr additive="base">
                                        <p:cTn id="53" dur="500"/>
                                        <p:tgtEl>
                                          <p:spTgt spid="42"/>
                                        </p:tgtEl>
                                        <p:attrNameLst>
                                          <p:attrName>ppt_x</p:attrName>
                                        </p:attrNameLst>
                                      </p:cBhvr>
                                      <p:tavLst>
                                        <p:tav tm="0">
                                          <p:val>
                                            <p:strVal val="ppt_x"/>
                                          </p:val>
                                        </p:tav>
                                        <p:tav tm="100000">
                                          <p:val>
                                            <p:strVal val="ppt_x"/>
                                          </p:val>
                                        </p:tav>
                                      </p:tavLst>
                                    </p:anim>
                                    <p:anim calcmode="lin" valueType="num">
                                      <p:cBhvr additive="base">
                                        <p:cTn id="54" dur="500"/>
                                        <p:tgtEl>
                                          <p:spTgt spid="42"/>
                                        </p:tgtEl>
                                        <p:attrNameLst>
                                          <p:attrName>ppt_y</p:attrName>
                                        </p:attrNameLst>
                                      </p:cBhvr>
                                      <p:tavLst>
                                        <p:tav tm="0">
                                          <p:val>
                                            <p:strVal val="ppt_y"/>
                                          </p:val>
                                        </p:tav>
                                        <p:tav tm="100000">
                                          <p:val>
                                            <p:strVal val="1+ppt_h/2"/>
                                          </p:val>
                                        </p:tav>
                                      </p:tavLst>
                                    </p:anim>
                                    <p:set>
                                      <p:cBhvr>
                                        <p:cTn id="55" dur="1" fill="hold">
                                          <p:stCondLst>
                                            <p:cond delay="499"/>
                                          </p:stCondLst>
                                        </p:cTn>
                                        <p:tgtEl>
                                          <p:spTgt spid="42"/>
                                        </p:tgtEl>
                                        <p:attrNameLst>
                                          <p:attrName>style.visibility</p:attrName>
                                        </p:attrNameLst>
                                      </p:cBhvr>
                                      <p:to>
                                        <p:strVal val="hidden"/>
                                      </p:to>
                                    </p:set>
                                  </p:childTnLst>
                                </p:cTn>
                              </p:par>
                              <p:par>
                                <p:cTn id="56" presetID="2" presetClass="exit" presetSubtype="4" fill="hold" grpId="2" nodeType="withEffect">
                                  <p:stCondLst>
                                    <p:cond delay="0"/>
                                  </p:stCondLst>
                                  <p:childTnLst>
                                    <p:anim calcmode="lin" valueType="num">
                                      <p:cBhvr additive="base">
                                        <p:cTn id="57" dur="500"/>
                                        <p:tgtEl>
                                          <p:spTgt spid="43"/>
                                        </p:tgtEl>
                                        <p:attrNameLst>
                                          <p:attrName>ppt_x</p:attrName>
                                        </p:attrNameLst>
                                      </p:cBhvr>
                                      <p:tavLst>
                                        <p:tav tm="0">
                                          <p:val>
                                            <p:strVal val="ppt_x"/>
                                          </p:val>
                                        </p:tav>
                                        <p:tav tm="100000">
                                          <p:val>
                                            <p:strVal val="ppt_x"/>
                                          </p:val>
                                        </p:tav>
                                      </p:tavLst>
                                    </p:anim>
                                    <p:anim calcmode="lin" valueType="num">
                                      <p:cBhvr additive="base">
                                        <p:cTn id="58" dur="500"/>
                                        <p:tgtEl>
                                          <p:spTgt spid="43"/>
                                        </p:tgtEl>
                                        <p:attrNameLst>
                                          <p:attrName>ppt_y</p:attrName>
                                        </p:attrNameLst>
                                      </p:cBhvr>
                                      <p:tavLst>
                                        <p:tav tm="0">
                                          <p:val>
                                            <p:strVal val="ppt_y"/>
                                          </p:val>
                                        </p:tav>
                                        <p:tav tm="100000">
                                          <p:val>
                                            <p:strVal val="1+ppt_h/2"/>
                                          </p:val>
                                        </p:tav>
                                      </p:tavLst>
                                    </p:anim>
                                    <p:set>
                                      <p:cBhvr>
                                        <p:cTn id="59" dur="1" fill="hold">
                                          <p:stCondLst>
                                            <p:cond delay="499"/>
                                          </p:stCondLst>
                                        </p:cTn>
                                        <p:tgtEl>
                                          <p:spTgt spid="43"/>
                                        </p:tgtEl>
                                        <p:attrNameLst>
                                          <p:attrName>style.visibility</p:attrName>
                                        </p:attrNameLst>
                                      </p:cBhvr>
                                      <p:to>
                                        <p:strVal val="hidden"/>
                                      </p:to>
                                    </p:set>
                                  </p:childTnLst>
                                </p:cTn>
                              </p:par>
                              <p:par>
                                <p:cTn id="60" presetID="2" presetClass="exit" presetSubtype="4" fill="hold" nodeType="withEffect">
                                  <p:stCondLst>
                                    <p:cond delay="0"/>
                                  </p:stCondLst>
                                  <p:childTnLst>
                                    <p:anim calcmode="lin" valueType="num">
                                      <p:cBhvr additive="base">
                                        <p:cTn id="61" dur="500"/>
                                        <p:tgtEl>
                                          <p:spTgt spid="44"/>
                                        </p:tgtEl>
                                        <p:attrNameLst>
                                          <p:attrName>ppt_x</p:attrName>
                                        </p:attrNameLst>
                                      </p:cBhvr>
                                      <p:tavLst>
                                        <p:tav tm="0">
                                          <p:val>
                                            <p:strVal val="ppt_x"/>
                                          </p:val>
                                        </p:tav>
                                        <p:tav tm="100000">
                                          <p:val>
                                            <p:strVal val="ppt_x"/>
                                          </p:val>
                                        </p:tav>
                                      </p:tavLst>
                                    </p:anim>
                                    <p:anim calcmode="lin" valueType="num">
                                      <p:cBhvr additive="base">
                                        <p:cTn id="62" dur="500"/>
                                        <p:tgtEl>
                                          <p:spTgt spid="44"/>
                                        </p:tgtEl>
                                        <p:attrNameLst>
                                          <p:attrName>ppt_y</p:attrName>
                                        </p:attrNameLst>
                                      </p:cBhvr>
                                      <p:tavLst>
                                        <p:tav tm="0">
                                          <p:val>
                                            <p:strVal val="ppt_y"/>
                                          </p:val>
                                        </p:tav>
                                        <p:tav tm="100000">
                                          <p:val>
                                            <p:strVal val="1+ppt_h/2"/>
                                          </p:val>
                                        </p:tav>
                                      </p:tavLst>
                                    </p:anim>
                                    <p:set>
                                      <p:cBhvr>
                                        <p:cTn id="63" dur="1" fill="hold">
                                          <p:stCondLst>
                                            <p:cond delay="499"/>
                                          </p:stCondLst>
                                        </p:cTn>
                                        <p:tgtEl>
                                          <p:spTgt spid="44"/>
                                        </p:tgtEl>
                                        <p:attrNameLst>
                                          <p:attrName>style.visibility</p:attrName>
                                        </p:attrNameLst>
                                      </p:cBhvr>
                                      <p:to>
                                        <p:strVal val="hidden"/>
                                      </p:to>
                                    </p:set>
                                  </p:childTnLst>
                                </p:cTn>
                              </p:par>
                              <p:par>
                                <p:cTn id="64" presetID="2" presetClass="exit" presetSubtype="4" fill="hold" grpId="2" nodeType="withEffect">
                                  <p:stCondLst>
                                    <p:cond delay="0"/>
                                  </p:stCondLst>
                                  <p:childTnLst>
                                    <p:anim calcmode="lin" valueType="num">
                                      <p:cBhvr additive="base">
                                        <p:cTn id="65" dur="500"/>
                                        <p:tgtEl>
                                          <p:spTgt spid="45"/>
                                        </p:tgtEl>
                                        <p:attrNameLst>
                                          <p:attrName>ppt_x</p:attrName>
                                        </p:attrNameLst>
                                      </p:cBhvr>
                                      <p:tavLst>
                                        <p:tav tm="0">
                                          <p:val>
                                            <p:strVal val="ppt_x"/>
                                          </p:val>
                                        </p:tav>
                                        <p:tav tm="100000">
                                          <p:val>
                                            <p:strVal val="ppt_x"/>
                                          </p:val>
                                        </p:tav>
                                      </p:tavLst>
                                    </p:anim>
                                    <p:anim calcmode="lin" valueType="num">
                                      <p:cBhvr additive="base">
                                        <p:cTn id="66" dur="500"/>
                                        <p:tgtEl>
                                          <p:spTgt spid="45"/>
                                        </p:tgtEl>
                                        <p:attrNameLst>
                                          <p:attrName>ppt_y</p:attrName>
                                        </p:attrNameLst>
                                      </p:cBhvr>
                                      <p:tavLst>
                                        <p:tav tm="0">
                                          <p:val>
                                            <p:strVal val="ppt_y"/>
                                          </p:val>
                                        </p:tav>
                                        <p:tav tm="100000">
                                          <p:val>
                                            <p:strVal val="1+ppt_h/2"/>
                                          </p:val>
                                        </p:tav>
                                      </p:tavLst>
                                    </p:anim>
                                    <p:set>
                                      <p:cBhvr>
                                        <p:cTn id="67" dur="1" fill="hold">
                                          <p:stCondLst>
                                            <p:cond delay="499"/>
                                          </p:stCondLst>
                                        </p:cTn>
                                        <p:tgtEl>
                                          <p:spTgt spid="45"/>
                                        </p:tgtEl>
                                        <p:attrNameLst>
                                          <p:attrName>style.visibility</p:attrName>
                                        </p:attrNameLst>
                                      </p:cBhvr>
                                      <p:to>
                                        <p:strVal val="hidden"/>
                                      </p:to>
                                    </p:set>
                                  </p:childTnLst>
                                </p:cTn>
                              </p:par>
                              <p:par>
                                <p:cTn id="68" presetID="2" presetClass="exit" presetSubtype="4" fill="hold" nodeType="withEffect">
                                  <p:stCondLst>
                                    <p:cond delay="0"/>
                                  </p:stCondLst>
                                  <p:childTnLst>
                                    <p:anim calcmode="lin" valueType="num">
                                      <p:cBhvr additive="base">
                                        <p:cTn id="69" dur="500"/>
                                        <p:tgtEl>
                                          <p:spTgt spid="46"/>
                                        </p:tgtEl>
                                        <p:attrNameLst>
                                          <p:attrName>ppt_x</p:attrName>
                                        </p:attrNameLst>
                                      </p:cBhvr>
                                      <p:tavLst>
                                        <p:tav tm="0">
                                          <p:val>
                                            <p:strVal val="ppt_x"/>
                                          </p:val>
                                        </p:tav>
                                        <p:tav tm="100000">
                                          <p:val>
                                            <p:strVal val="ppt_x"/>
                                          </p:val>
                                        </p:tav>
                                      </p:tavLst>
                                    </p:anim>
                                    <p:anim calcmode="lin" valueType="num">
                                      <p:cBhvr additive="base">
                                        <p:cTn id="70" dur="500"/>
                                        <p:tgtEl>
                                          <p:spTgt spid="46"/>
                                        </p:tgtEl>
                                        <p:attrNameLst>
                                          <p:attrName>ppt_y</p:attrName>
                                        </p:attrNameLst>
                                      </p:cBhvr>
                                      <p:tavLst>
                                        <p:tav tm="0">
                                          <p:val>
                                            <p:strVal val="ppt_y"/>
                                          </p:val>
                                        </p:tav>
                                        <p:tav tm="100000">
                                          <p:val>
                                            <p:strVal val="1+ppt_h/2"/>
                                          </p:val>
                                        </p:tav>
                                      </p:tavLst>
                                    </p:anim>
                                    <p:set>
                                      <p:cBhvr>
                                        <p:cTn id="71" dur="1" fill="hold">
                                          <p:stCondLst>
                                            <p:cond delay="499"/>
                                          </p:stCondLst>
                                        </p:cTn>
                                        <p:tgtEl>
                                          <p:spTgt spid="46"/>
                                        </p:tgtEl>
                                        <p:attrNameLst>
                                          <p:attrName>style.visibility</p:attrName>
                                        </p:attrNameLst>
                                      </p:cBhvr>
                                      <p:to>
                                        <p:strVal val="hidden"/>
                                      </p:to>
                                    </p:set>
                                  </p:childTnLst>
                                </p:cTn>
                              </p:par>
                              <p:par>
                                <p:cTn id="72" presetID="2" presetClass="exit" presetSubtype="4" fill="hold" grpId="2" nodeType="withEffect">
                                  <p:stCondLst>
                                    <p:cond delay="0"/>
                                  </p:stCondLst>
                                  <p:childTnLst>
                                    <p:anim calcmode="lin" valueType="num">
                                      <p:cBhvr additive="base">
                                        <p:cTn id="73" dur="500"/>
                                        <p:tgtEl>
                                          <p:spTgt spid="47"/>
                                        </p:tgtEl>
                                        <p:attrNameLst>
                                          <p:attrName>ppt_x</p:attrName>
                                        </p:attrNameLst>
                                      </p:cBhvr>
                                      <p:tavLst>
                                        <p:tav tm="0">
                                          <p:val>
                                            <p:strVal val="ppt_x"/>
                                          </p:val>
                                        </p:tav>
                                        <p:tav tm="100000">
                                          <p:val>
                                            <p:strVal val="ppt_x"/>
                                          </p:val>
                                        </p:tav>
                                      </p:tavLst>
                                    </p:anim>
                                    <p:anim calcmode="lin" valueType="num">
                                      <p:cBhvr additive="base">
                                        <p:cTn id="74" dur="500"/>
                                        <p:tgtEl>
                                          <p:spTgt spid="47"/>
                                        </p:tgtEl>
                                        <p:attrNameLst>
                                          <p:attrName>ppt_y</p:attrName>
                                        </p:attrNameLst>
                                      </p:cBhvr>
                                      <p:tavLst>
                                        <p:tav tm="0">
                                          <p:val>
                                            <p:strVal val="ppt_y"/>
                                          </p:val>
                                        </p:tav>
                                        <p:tav tm="100000">
                                          <p:val>
                                            <p:strVal val="1+ppt_h/2"/>
                                          </p:val>
                                        </p:tav>
                                      </p:tavLst>
                                    </p:anim>
                                    <p:set>
                                      <p:cBhvr>
                                        <p:cTn id="75"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3" grpId="0"/>
      <p:bldP spid="43" grpId="1"/>
      <p:bldP spid="43" grpId="2"/>
      <p:bldP spid="45" grpId="0"/>
      <p:bldP spid="45" grpId="1"/>
      <p:bldP spid="45" grpId="2"/>
      <p:bldP spid="47" grpId="0"/>
      <p:bldP spid="47" grpId="1"/>
      <p:bldP spid="47" grpId="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3"/>
          <p:cNvSpPr/>
          <p:nvPr/>
        </p:nvSpPr>
        <p:spPr>
          <a:xfrm>
            <a:off x="782047" y="1376772"/>
            <a:ext cx="3775393" cy="523220"/>
          </a:xfrm>
          <a:prstGeom prst="rect">
            <a:avLst/>
          </a:prstGeom>
          <a:noFill/>
          <a:ln w="9525">
            <a:noFill/>
          </a:ln>
        </p:spPr>
        <p:txBody>
          <a:bodyPr wrap="none">
            <a:spAutoFit/>
          </a:bodyPr>
          <a:lst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stStyle>
          <a:p>
            <a:pPr marL="0" lvl="0" indent="0">
              <a:spcBef>
                <a:spcPts val="600"/>
              </a:spcBef>
              <a:buNone/>
            </a:pPr>
            <a:r>
              <a:rPr lang="zh-CN" altLang="en-US" sz="2800" b="1" dirty="0">
                <a:solidFill>
                  <a:srgbClr val="006600"/>
                </a:solidFill>
                <a:latin typeface="微软雅黑" panose="020B0503020204020204" charset="-122"/>
                <a:ea typeface="微软雅黑" panose="020B0503020204020204" charset="-122"/>
              </a:rPr>
              <a:t>按形体的相对位置分类</a:t>
            </a:r>
          </a:p>
        </p:txBody>
      </p:sp>
      <p:sp>
        <p:nvSpPr>
          <p:cNvPr id="39" name="Rectangle 63"/>
          <p:cNvSpPr/>
          <p:nvPr/>
        </p:nvSpPr>
        <p:spPr>
          <a:xfrm>
            <a:off x="258182" y="736015"/>
            <a:ext cx="3199915" cy="523220"/>
          </a:xfrm>
          <a:prstGeom prst="rect">
            <a:avLst/>
          </a:prstGeom>
          <a:noFill/>
          <a:ln w="9525">
            <a:noFill/>
          </a:ln>
        </p:spPr>
        <p:txBody>
          <a:bodyPr wrap="none">
            <a:spAutoFit/>
          </a:bodyPr>
          <a:lstStyle/>
          <a:p>
            <a:pPr marL="342900" indent="-342900">
              <a:spcBef>
                <a:spcPts val="600"/>
              </a:spcBef>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13.2 </a:t>
            </a:r>
            <a:r>
              <a:rPr lang="zh-CN" altLang="en-US" sz="2800" b="1" dirty="0">
                <a:solidFill>
                  <a:srgbClr val="006600"/>
                </a:solidFill>
                <a:latin typeface="微软雅黑" panose="020B0503020204020204" charset="-122"/>
                <a:ea typeface="微软雅黑" panose="020B0503020204020204" charset="-122"/>
              </a:rPr>
              <a:t>相贯的分类</a:t>
            </a:r>
          </a:p>
        </p:txBody>
      </p:sp>
      <p:pic>
        <p:nvPicPr>
          <p:cNvPr id="12" name="Picture 16"/>
          <p:cNvPicPr preferRelativeResize="0"/>
          <p:nvPr/>
        </p:nvPicPr>
        <p:blipFill>
          <a:blip r:embed="rId3">
            <a:clrChange>
              <a:clrFrom>
                <a:srgbClr val="FFFFFF"/>
              </a:clrFrom>
              <a:clrTo>
                <a:srgbClr val="FFFFFF">
                  <a:alpha val="0"/>
                </a:srgbClr>
              </a:clrTo>
            </a:clrChange>
            <a:lum bright="-12000"/>
          </a:blip>
          <a:stretch>
            <a:fillRect/>
          </a:stretch>
        </p:blipFill>
        <p:spPr>
          <a:xfrm>
            <a:off x="4860032" y="3284984"/>
            <a:ext cx="3185122" cy="3185130"/>
          </a:xfrm>
          <a:prstGeom prst="rect">
            <a:avLst/>
          </a:prstGeom>
          <a:noFill/>
          <a:ln w="9525">
            <a:noFill/>
          </a:ln>
        </p:spPr>
      </p:pic>
      <p:pic>
        <p:nvPicPr>
          <p:cNvPr id="13" name="Picture 18"/>
          <p:cNvPicPr>
            <a:picLocks noChangeAspect="1"/>
          </p:cNvPicPr>
          <p:nvPr/>
        </p:nvPicPr>
        <p:blipFill>
          <a:blip r:embed="rId4">
            <a:clrChange>
              <a:clrFrom>
                <a:srgbClr val="FFFFFF"/>
              </a:clrFrom>
              <a:clrTo>
                <a:srgbClr val="FFFFFF">
                  <a:alpha val="0"/>
                </a:srgbClr>
              </a:clrTo>
            </a:clrChange>
            <a:lum bright="-12000"/>
          </a:blip>
          <a:stretch>
            <a:fillRect/>
          </a:stretch>
        </p:blipFill>
        <p:spPr>
          <a:xfrm>
            <a:off x="1475656" y="3703534"/>
            <a:ext cx="2930876" cy="2429961"/>
          </a:xfrm>
          <a:prstGeom prst="rect">
            <a:avLst/>
          </a:prstGeom>
          <a:noFill/>
          <a:ln w="9525">
            <a:noFill/>
          </a:ln>
        </p:spPr>
      </p:pic>
      <p:sp>
        <p:nvSpPr>
          <p:cNvPr id="14" name="文本框 13"/>
          <p:cNvSpPr txBox="1"/>
          <p:nvPr/>
        </p:nvSpPr>
        <p:spPr>
          <a:xfrm>
            <a:off x="6190609" y="6058646"/>
            <a:ext cx="1276824" cy="461665"/>
          </a:xfrm>
          <a:prstGeom prst="rect">
            <a:avLst/>
          </a:prstGeom>
          <a:noFill/>
        </p:spPr>
        <p:txBody>
          <a:bodyPr wrap="square" rtlCol="0" anchor="t">
            <a:spAutoFit/>
          </a:bodyPr>
          <a:lstStyle/>
          <a:p>
            <a:r>
              <a:rPr lang="zh-CN" altLang="en-US" b="1" dirty="0">
                <a:solidFill>
                  <a:srgbClr val="006049"/>
                </a:solidFill>
                <a:latin typeface="微软雅黑" panose="020B0503020204020204" charset="-122"/>
                <a:ea typeface="微软雅黑" panose="020B0503020204020204" charset="-122"/>
                <a:sym typeface="+mn-ea"/>
              </a:rPr>
              <a:t>互贯</a:t>
            </a:r>
            <a:endParaRPr lang="zh-CN" altLang="en-US" dirty="0"/>
          </a:p>
        </p:txBody>
      </p:sp>
      <p:sp>
        <p:nvSpPr>
          <p:cNvPr id="15" name="文本框 14"/>
          <p:cNvSpPr txBox="1"/>
          <p:nvPr/>
        </p:nvSpPr>
        <p:spPr>
          <a:xfrm>
            <a:off x="2551026" y="6066835"/>
            <a:ext cx="1066595" cy="461665"/>
          </a:xfrm>
          <a:prstGeom prst="rect">
            <a:avLst/>
          </a:prstGeom>
          <a:noFill/>
        </p:spPr>
        <p:txBody>
          <a:bodyPr wrap="square" rtlCol="0" anchor="t">
            <a:spAutoFit/>
          </a:bodyPr>
          <a:lstStyle/>
          <a:p>
            <a:r>
              <a:rPr lang="zh-CN" altLang="en-US" b="1" dirty="0">
                <a:solidFill>
                  <a:srgbClr val="006049"/>
                </a:solidFill>
                <a:latin typeface="微软雅黑" panose="020B0503020204020204" charset="-122"/>
                <a:ea typeface="微软雅黑" panose="020B0503020204020204" charset="-122"/>
                <a:sym typeface="+mn-ea"/>
              </a:rPr>
              <a:t>全贯</a:t>
            </a:r>
            <a:endParaRPr lang="zh-CN" altLang="en-US" dirty="0"/>
          </a:p>
        </p:txBody>
      </p:sp>
      <p:sp>
        <p:nvSpPr>
          <p:cNvPr id="16" name="Text Box 22"/>
          <p:cNvSpPr txBox="1"/>
          <p:nvPr/>
        </p:nvSpPr>
        <p:spPr>
          <a:xfrm>
            <a:off x="790575" y="2133874"/>
            <a:ext cx="8353425" cy="1569660"/>
          </a:xfrm>
          <a:prstGeom prst="rect">
            <a:avLst/>
          </a:prstGeom>
          <a:noFill/>
          <a:ln w="28575">
            <a:noFill/>
          </a:ln>
        </p:spPr>
        <p:txBody>
          <a:bodyPr anchor="ctr" anchorCtr="0">
            <a:spAutoFit/>
          </a:bodyPr>
          <a:lst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stStyle>
          <a:p>
            <a:pPr marL="0" lvl="0" indent="0">
              <a:spcBef>
                <a:spcPct val="0"/>
              </a:spcBef>
              <a:buNone/>
            </a:pPr>
            <a:r>
              <a:rPr lang="zh-CN" altLang="en-US" sz="2400" b="1" dirty="0">
                <a:latin typeface="微软雅黑" panose="020B0503020204020204" charset="-122"/>
                <a:ea typeface="微软雅黑" panose="020B0503020204020204" charset="-122"/>
              </a:rPr>
              <a:t>全贯：一形体的表面全部与另一形体相交</a:t>
            </a:r>
            <a:endParaRPr lang="en-US" altLang="zh-CN" sz="2400" b="1" dirty="0">
              <a:latin typeface="微软雅黑" panose="020B0503020204020204" charset="-122"/>
              <a:ea typeface="微软雅黑" panose="020B0503020204020204" charset="-122"/>
            </a:endParaRPr>
          </a:p>
          <a:p>
            <a:pPr marL="0" lvl="0" indent="0">
              <a:spcBef>
                <a:spcPct val="0"/>
              </a:spcBef>
              <a:buNone/>
            </a:pPr>
            <a:endParaRPr lang="en-US" altLang="zh-CN" sz="2400" b="1" dirty="0">
              <a:latin typeface="微软雅黑" panose="020B0503020204020204" charset="-122"/>
              <a:ea typeface="微软雅黑" panose="020B0503020204020204" charset="-122"/>
            </a:endParaRPr>
          </a:p>
          <a:p>
            <a:pPr marL="0" lvl="0" indent="0">
              <a:spcBef>
                <a:spcPct val="0"/>
              </a:spcBef>
              <a:buNone/>
            </a:pPr>
            <a:r>
              <a:rPr lang="zh-CN" altLang="en-US" sz="2400" b="1" dirty="0">
                <a:latin typeface="微软雅黑" panose="020B0503020204020204" charset="-122"/>
                <a:ea typeface="微软雅黑" panose="020B0503020204020204" charset="-122"/>
              </a:rPr>
              <a:t>互贯：一形体的表面只有一部分与另一形体的一部分相交</a:t>
            </a:r>
            <a:endParaRPr lang="en-US" altLang="zh-CN" sz="2400" b="1" dirty="0">
              <a:latin typeface="微软雅黑" panose="020B0503020204020204" charset="-122"/>
              <a:ea typeface="微软雅黑" panose="020B0503020204020204" charset="-122"/>
            </a:endParaRPr>
          </a:p>
          <a:p>
            <a:pPr marL="0" lvl="0" indent="0">
              <a:spcBef>
                <a:spcPct val="0"/>
              </a:spcBef>
              <a:buNone/>
            </a:pPr>
            <a:endParaRPr lang="en-US" altLang="zh-CN" sz="2400" b="1"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up)">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xEl>
                                              <p:pRg st="2" end="2"/>
                                            </p:txEl>
                                          </p:spTgt>
                                        </p:tgtEl>
                                        <p:attrNameLst>
                                          <p:attrName>style.visibility</p:attrName>
                                        </p:attrNameLst>
                                      </p:cBhvr>
                                      <p:to>
                                        <p:strVal val="visible"/>
                                      </p:to>
                                    </p:set>
                                    <p:animEffect transition="in" filter="wipe(up)">
                                      <p:cBhvr>
                                        <p:cTn id="24" dur="500"/>
                                        <p:tgtEl>
                                          <p:spTgt spid="16">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3"/>
          <p:cNvSpPr/>
          <p:nvPr/>
        </p:nvSpPr>
        <p:spPr>
          <a:xfrm>
            <a:off x="4103832" y="620435"/>
            <a:ext cx="1238250" cy="583565"/>
          </a:xfrm>
          <a:prstGeom prst="rect">
            <a:avLst/>
          </a:prstGeom>
        </p:spPr>
        <p:txBody>
          <a:bodyPr wrap="none">
            <a:spAutoFit/>
          </a:bodyPr>
          <a:lstStyle/>
          <a:p>
            <a:pPr eaLnBrk="0" fontAlgn="base" hangingPunct="0">
              <a:spcBef>
                <a:spcPts val="600"/>
              </a:spcBef>
              <a:spcAft>
                <a:spcPct val="0"/>
              </a:spcAft>
              <a:buFont typeface="Arial" panose="020B0604020202020204" pitchFamily="34" charset="0"/>
            </a:pPr>
            <a:r>
              <a:rPr lang="zh-CN" altLang="en-US" sz="3200" b="1" dirty="0">
                <a:solidFill>
                  <a:srgbClr val="006600"/>
                </a:solidFill>
                <a:latin typeface="微软雅黑" panose="020B0503020204020204" charset="-122"/>
                <a:ea typeface="微软雅黑" panose="020B0503020204020204" charset="-122"/>
              </a:rPr>
              <a:t>全</a:t>
            </a:r>
            <a:r>
              <a:rPr lang="en-US" altLang="zh-CN" sz="3200" b="1" dirty="0">
                <a:solidFill>
                  <a:srgbClr val="006600"/>
                </a:solidFill>
                <a:latin typeface="微软雅黑" panose="020B0503020204020204" charset="-122"/>
                <a:ea typeface="微软雅黑" panose="020B0503020204020204" charset="-122"/>
              </a:rPr>
              <a:t>  </a:t>
            </a:r>
            <a:r>
              <a:rPr lang="zh-CN" altLang="en-US" sz="3200" b="1" dirty="0">
                <a:solidFill>
                  <a:srgbClr val="006600"/>
                </a:solidFill>
                <a:latin typeface="微软雅黑" panose="020B0503020204020204" charset="-122"/>
                <a:ea typeface="微软雅黑" panose="020B0503020204020204" charset="-122"/>
              </a:rPr>
              <a:t>贯</a:t>
            </a:r>
          </a:p>
        </p:txBody>
      </p:sp>
      <p:sp>
        <p:nvSpPr>
          <p:cNvPr id="5" name="Rectangle 63"/>
          <p:cNvSpPr/>
          <p:nvPr/>
        </p:nvSpPr>
        <p:spPr>
          <a:xfrm>
            <a:off x="683895" y="1777939"/>
            <a:ext cx="2773680" cy="521970"/>
          </a:xfrm>
          <a:prstGeom prst="rect">
            <a:avLst/>
          </a:prstGeom>
        </p:spPr>
        <p:txBody>
          <a:bodyPr wrap="none">
            <a:spAutoFit/>
          </a:bodyPr>
          <a:lstStyle/>
          <a:p>
            <a:pPr marL="457200" indent="-457200" eaLnBrk="0" fontAlgn="base" hangingPunct="0">
              <a:spcBef>
                <a:spcPts val="600"/>
              </a:spcBef>
              <a:spcAft>
                <a:spcPct val="0"/>
              </a:spcAft>
              <a:buFont typeface="Wingdings" panose="05000000000000000000" charset="0"/>
              <a:buChar char="Ø"/>
            </a:pPr>
            <a:r>
              <a:rPr lang="zh-CN" altLang="en-US" sz="2800" b="1" dirty="0">
                <a:solidFill>
                  <a:srgbClr val="006600"/>
                </a:solidFill>
                <a:latin typeface="微软雅黑" panose="020B0503020204020204" charset="-122"/>
                <a:ea typeface="微软雅黑" panose="020B0503020204020204" charset="-122"/>
              </a:rPr>
              <a:t>有贯入有贯出</a:t>
            </a:r>
          </a:p>
        </p:txBody>
      </p:sp>
      <p:sp>
        <p:nvSpPr>
          <p:cNvPr id="6" name="Rectangle 63"/>
          <p:cNvSpPr/>
          <p:nvPr/>
        </p:nvSpPr>
        <p:spPr>
          <a:xfrm>
            <a:off x="5342082" y="1777683"/>
            <a:ext cx="2773680" cy="521970"/>
          </a:xfrm>
          <a:prstGeom prst="rect">
            <a:avLst/>
          </a:prstGeom>
        </p:spPr>
        <p:txBody>
          <a:bodyPr wrap="none">
            <a:spAutoFit/>
          </a:bodyPr>
          <a:lstStyle/>
          <a:p>
            <a:pPr marL="457200" indent="-457200" eaLnBrk="0" fontAlgn="base" hangingPunct="0">
              <a:spcBef>
                <a:spcPts val="600"/>
              </a:spcBef>
              <a:spcAft>
                <a:spcPct val="0"/>
              </a:spcAft>
              <a:buFont typeface="Wingdings" panose="05000000000000000000" charset="0"/>
              <a:buChar char="Ø"/>
            </a:pPr>
            <a:r>
              <a:rPr lang="zh-CN" altLang="en-US" sz="2800" b="1" dirty="0">
                <a:solidFill>
                  <a:srgbClr val="006600"/>
                </a:solidFill>
                <a:latin typeface="微软雅黑" panose="020B0503020204020204" charset="-122"/>
                <a:ea typeface="微软雅黑" panose="020B0503020204020204" charset="-122"/>
              </a:rPr>
              <a:t>有贯入无贯出</a:t>
            </a:r>
          </a:p>
        </p:txBody>
      </p:sp>
      <p:pic>
        <p:nvPicPr>
          <p:cNvPr id="7" name="图片 6" descr="5"/>
          <p:cNvPicPr>
            <a:picLocks noChangeAspect="1"/>
          </p:cNvPicPr>
          <p:nvPr/>
        </p:nvPicPr>
        <p:blipFill>
          <a:blip r:embed="rId3"/>
          <a:srcRect l="23222" t="50851" r="48180" b="15880"/>
          <a:stretch>
            <a:fillRect/>
          </a:stretch>
        </p:blipFill>
        <p:spPr>
          <a:xfrm>
            <a:off x="683895" y="2385060"/>
            <a:ext cx="3352165" cy="2925445"/>
          </a:xfrm>
          <a:prstGeom prst="rect">
            <a:avLst/>
          </a:prstGeom>
        </p:spPr>
      </p:pic>
      <p:sp>
        <p:nvSpPr>
          <p:cNvPr id="8" name="文本框 7"/>
          <p:cNvSpPr txBox="1"/>
          <p:nvPr/>
        </p:nvSpPr>
        <p:spPr>
          <a:xfrm>
            <a:off x="395605" y="5481320"/>
            <a:ext cx="4450080" cy="460375"/>
          </a:xfrm>
          <a:prstGeom prst="rect">
            <a:avLst/>
          </a:prstGeom>
          <a:noFill/>
        </p:spPr>
        <p:txBody>
          <a:bodyPr wrap="none" rtlCol="0" anchor="t">
            <a:spAutoFit/>
          </a:bodyPr>
          <a:lstStyle/>
          <a:p>
            <a:r>
              <a:rPr lang="zh-CN" altLang="en-US" dirty="0">
                <a:solidFill>
                  <a:srgbClr val="006600"/>
                </a:solidFill>
                <a:latin typeface="微软雅黑" panose="020B0503020204020204" charset="-122"/>
                <a:ea typeface="微软雅黑" panose="020B0503020204020204" charset="-122"/>
                <a:sym typeface="+mn-ea"/>
              </a:rPr>
              <a:t>相贯线是两条互相独立的闭合线</a:t>
            </a:r>
          </a:p>
        </p:txBody>
      </p:sp>
      <p:sp>
        <p:nvSpPr>
          <p:cNvPr id="9" name="文本框 8"/>
          <p:cNvSpPr txBox="1"/>
          <p:nvPr/>
        </p:nvSpPr>
        <p:spPr>
          <a:xfrm>
            <a:off x="5580380" y="5481320"/>
            <a:ext cx="2926080" cy="460375"/>
          </a:xfrm>
          <a:prstGeom prst="rect">
            <a:avLst/>
          </a:prstGeom>
          <a:noFill/>
        </p:spPr>
        <p:txBody>
          <a:bodyPr wrap="none" rtlCol="0" anchor="t">
            <a:spAutoFit/>
          </a:bodyPr>
          <a:lstStyle/>
          <a:p>
            <a:r>
              <a:rPr lang="zh-CN" altLang="en-US" dirty="0">
                <a:solidFill>
                  <a:srgbClr val="006600"/>
                </a:solidFill>
                <a:latin typeface="微软雅黑" panose="020B0503020204020204" charset="-122"/>
                <a:ea typeface="微软雅黑" panose="020B0503020204020204" charset="-122"/>
                <a:sym typeface="+mn-ea"/>
              </a:rPr>
              <a:t>相贯线是一条闭合线</a:t>
            </a:r>
          </a:p>
        </p:txBody>
      </p:sp>
      <p:pic>
        <p:nvPicPr>
          <p:cNvPr id="10" name="图片 9" descr="5"/>
          <p:cNvPicPr>
            <a:picLocks noChangeAspect="1"/>
          </p:cNvPicPr>
          <p:nvPr/>
        </p:nvPicPr>
        <p:blipFill>
          <a:blip r:embed="rId3"/>
          <a:srcRect l="60303" t="50851" r="8212" b="15880"/>
          <a:stretch>
            <a:fillRect/>
          </a:stretch>
        </p:blipFill>
        <p:spPr>
          <a:xfrm>
            <a:off x="4932045" y="2385060"/>
            <a:ext cx="3690620" cy="2925445"/>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2"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1"/>
      <p:bldP spid="5" grpId="2"/>
      <p:bldP spid="6" grpId="1"/>
      <p:bldP spid="6" grpId="2"/>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3"/>
          <p:cNvSpPr/>
          <p:nvPr/>
        </p:nvSpPr>
        <p:spPr>
          <a:xfrm>
            <a:off x="4103832" y="620435"/>
            <a:ext cx="1238250" cy="583565"/>
          </a:xfrm>
          <a:prstGeom prst="rect">
            <a:avLst/>
          </a:prstGeom>
        </p:spPr>
        <p:txBody>
          <a:bodyPr wrap="none">
            <a:spAutoFit/>
          </a:bodyPr>
          <a:lstStyle/>
          <a:p>
            <a:pPr eaLnBrk="0" fontAlgn="base" hangingPunct="0">
              <a:spcBef>
                <a:spcPts val="600"/>
              </a:spcBef>
              <a:spcAft>
                <a:spcPct val="0"/>
              </a:spcAft>
              <a:buFont typeface="Arial" panose="020B0604020202020204" pitchFamily="34" charset="0"/>
            </a:pPr>
            <a:r>
              <a:rPr lang="zh-CN" altLang="en-US" sz="3200" b="1" dirty="0">
                <a:solidFill>
                  <a:srgbClr val="006600"/>
                </a:solidFill>
                <a:latin typeface="微软雅黑" panose="020B0503020204020204" charset="-122"/>
                <a:ea typeface="微软雅黑" panose="020B0503020204020204" charset="-122"/>
              </a:rPr>
              <a:t>互</a:t>
            </a:r>
            <a:r>
              <a:rPr lang="en-US" altLang="zh-CN" sz="3200" b="1" dirty="0">
                <a:solidFill>
                  <a:srgbClr val="006600"/>
                </a:solidFill>
                <a:latin typeface="微软雅黑" panose="020B0503020204020204" charset="-122"/>
                <a:ea typeface="微软雅黑" panose="020B0503020204020204" charset="-122"/>
              </a:rPr>
              <a:t>  </a:t>
            </a:r>
            <a:r>
              <a:rPr lang="zh-CN" altLang="en-US" sz="3200" b="1" dirty="0">
                <a:solidFill>
                  <a:srgbClr val="006600"/>
                </a:solidFill>
                <a:latin typeface="微软雅黑" panose="020B0503020204020204" charset="-122"/>
                <a:ea typeface="微软雅黑" panose="020B0503020204020204" charset="-122"/>
              </a:rPr>
              <a:t>贯</a:t>
            </a:r>
          </a:p>
        </p:txBody>
      </p:sp>
      <p:pic>
        <p:nvPicPr>
          <p:cNvPr id="2" name="图片 1" descr="6"/>
          <p:cNvPicPr>
            <a:picLocks noChangeAspect="1"/>
          </p:cNvPicPr>
          <p:nvPr/>
        </p:nvPicPr>
        <p:blipFill>
          <a:blip r:embed="rId3"/>
          <a:srcRect l="11843" t="55250" r="60416" b="13778"/>
          <a:stretch>
            <a:fillRect/>
          </a:stretch>
        </p:blipFill>
        <p:spPr>
          <a:xfrm>
            <a:off x="647700" y="2402840"/>
            <a:ext cx="3436620" cy="2878455"/>
          </a:xfrm>
          <a:prstGeom prst="rect">
            <a:avLst/>
          </a:prstGeom>
        </p:spPr>
      </p:pic>
      <p:sp>
        <p:nvSpPr>
          <p:cNvPr id="5" name="Rectangle 63"/>
          <p:cNvSpPr/>
          <p:nvPr/>
        </p:nvSpPr>
        <p:spPr>
          <a:xfrm>
            <a:off x="647700" y="1652191"/>
            <a:ext cx="2773680" cy="521970"/>
          </a:xfrm>
          <a:prstGeom prst="rect">
            <a:avLst/>
          </a:prstGeom>
        </p:spPr>
        <p:txBody>
          <a:bodyPr wrap="none">
            <a:spAutoFit/>
          </a:bodyPr>
          <a:lstStyle/>
          <a:p>
            <a:pPr marL="457200" indent="-457200" eaLnBrk="0" fontAlgn="base" hangingPunct="0">
              <a:spcBef>
                <a:spcPts val="600"/>
              </a:spcBef>
              <a:spcAft>
                <a:spcPct val="0"/>
              </a:spcAft>
              <a:buFont typeface="Wingdings" panose="05000000000000000000" charset="0"/>
              <a:buChar char="Ø"/>
            </a:pPr>
            <a:r>
              <a:rPr lang="zh-CN" altLang="en-US" sz="2800" b="1" dirty="0">
                <a:solidFill>
                  <a:srgbClr val="006600"/>
                </a:solidFill>
                <a:latin typeface="微软雅黑" panose="020B0503020204020204" charset="-122"/>
                <a:ea typeface="微软雅黑" panose="020B0503020204020204" charset="-122"/>
              </a:rPr>
              <a:t>有贯入有贯出</a:t>
            </a:r>
          </a:p>
        </p:txBody>
      </p:sp>
      <p:sp>
        <p:nvSpPr>
          <p:cNvPr id="6" name="Rectangle 63"/>
          <p:cNvSpPr/>
          <p:nvPr/>
        </p:nvSpPr>
        <p:spPr>
          <a:xfrm>
            <a:off x="4946332" y="1682115"/>
            <a:ext cx="2773680" cy="521970"/>
          </a:xfrm>
          <a:prstGeom prst="rect">
            <a:avLst/>
          </a:prstGeom>
        </p:spPr>
        <p:txBody>
          <a:bodyPr wrap="none">
            <a:spAutoFit/>
          </a:bodyPr>
          <a:lstStyle/>
          <a:p>
            <a:pPr marL="457200" indent="-457200" eaLnBrk="0" fontAlgn="base" hangingPunct="0">
              <a:spcBef>
                <a:spcPts val="600"/>
              </a:spcBef>
              <a:spcAft>
                <a:spcPct val="0"/>
              </a:spcAft>
              <a:buFont typeface="Wingdings" panose="05000000000000000000" charset="0"/>
              <a:buChar char="Ø"/>
            </a:pPr>
            <a:r>
              <a:rPr lang="zh-CN" altLang="en-US" sz="2800" b="1" dirty="0">
                <a:solidFill>
                  <a:srgbClr val="006600"/>
                </a:solidFill>
                <a:latin typeface="微软雅黑" panose="020B0503020204020204" charset="-122"/>
                <a:ea typeface="微软雅黑" panose="020B0503020204020204" charset="-122"/>
              </a:rPr>
              <a:t>有贯入无贯出</a:t>
            </a:r>
          </a:p>
        </p:txBody>
      </p:sp>
      <p:sp>
        <p:nvSpPr>
          <p:cNvPr id="7" name="文本框 6"/>
          <p:cNvSpPr txBox="1"/>
          <p:nvPr/>
        </p:nvSpPr>
        <p:spPr>
          <a:xfrm>
            <a:off x="863600" y="5516880"/>
            <a:ext cx="2621280" cy="460375"/>
          </a:xfrm>
          <a:prstGeom prst="rect">
            <a:avLst/>
          </a:prstGeom>
          <a:noFill/>
        </p:spPr>
        <p:txBody>
          <a:bodyPr wrap="none" rtlCol="0" anchor="t">
            <a:spAutoFit/>
          </a:bodyPr>
          <a:lstStyle/>
          <a:p>
            <a:r>
              <a:rPr lang="zh-CN" altLang="en-US" dirty="0">
                <a:solidFill>
                  <a:srgbClr val="006600"/>
                </a:solidFill>
                <a:latin typeface="微软雅黑" panose="020B0503020204020204" charset="-122"/>
                <a:ea typeface="微软雅黑" panose="020B0503020204020204" charset="-122"/>
                <a:sym typeface="+mn-ea"/>
              </a:rPr>
              <a:t>相贯线是一闭合线</a:t>
            </a:r>
          </a:p>
        </p:txBody>
      </p:sp>
      <p:sp>
        <p:nvSpPr>
          <p:cNvPr id="8" name="文本框 7"/>
          <p:cNvSpPr txBox="1"/>
          <p:nvPr/>
        </p:nvSpPr>
        <p:spPr>
          <a:xfrm>
            <a:off x="5099589" y="5516880"/>
            <a:ext cx="2926080" cy="460375"/>
          </a:xfrm>
          <a:prstGeom prst="rect">
            <a:avLst/>
          </a:prstGeom>
          <a:noFill/>
        </p:spPr>
        <p:txBody>
          <a:bodyPr wrap="none" rtlCol="0" anchor="t">
            <a:spAutoFit/>
          </a:bodyPr>
          <a:lstStyle/>
          <a:p>
            <a:r>
              <a:rPr lang="zh-CN" altLang="en-US" dirty="0">
                <a:solidFill>
                  <a:srgbClr val="006600"/>
                </a:solidFill>
                <a:latin typeface="微软雅黑" panose="020B0503020204020204" charset="-122"/>
                <a:ea typeface="微软雅黑" panose="020B0503020204020204" charset="-122"/>
                <a:sym typeface="+mn-ea"/>
              </a:rPr>
              <a:t>相贯线是一不闭合线</a:t>
            </a:r>
          </a:p>
        </p:txBody>
      </p:sp>
      <p:pic>
        <p:nvPicPr>
          <p:cNvPr id="9" name="图片 8" descr="6"/>
          <p:cNvPicPr>
            <a:picLocks noChangeAspect="1"/>
          </p:cNvPicPr>
          <p:nvPr/>
        </p:nvPicPr>
        <p:blipFill>
          <a:blip r:embed="rId3"/>
          <a:srcRect l="54901" t="55250" r="17824" b="13778"/>
          <a:stretch>
            <a:fillRect/>
          </a:stretch>
        </p:blipFill>
        <p:spPr>
          <a:xfrm>
            <a:off x="4643755" y="2348865"/>
            <a:ext cx="3378835" cy="2878455"/>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2" presetClass="entr" presetSubtype="4" fill="hold" grpId="2"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2"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p:bldP spid="3" grpId="2"/>
      <p:bldP spid="5" grpId="1"/>
      <p:bldP spid="5" grpId="2"/>
      <p:bldP spid="6" grpId="1"/>
      <p:bldP spid="6" grpId="2"/>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3"/>
          <p:cNvSpPr/>
          <p:nvPr/>
        </p:nvSpPr>
        <p:spPr>
          <a:xfrm>
            <a:off x="179532" y="781544"/>
            <a:ext cx="4277133" cy="523220"/>
          </a:xfrm>
          <a:prstGeom prst="rect">
            <a:avLst/>
          </a:prstGeom>
        </p:spPr>
        <p:txBody>
          <a:bodyPr wrap="none">
            <a:spAutoFit/>
          </a:bodyPr>
          <a:lstStyle/>
          <a:p>
            <a:pPr marL="342900" indent="-342900" eaLnBrk="0" fontAlgn="base" hangingPunct="0">
              <a:spcBef>
                <a:spcPts val="600"/>
              </a:spcBef>
              <a:spcAft>
                <a:spcPct val="0"/>
              </a:spcAft>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13.3 </a:t>
            </a:r>
            <a:r>
              <a:rPr lang="zh-CN" altLang="en-US" sz="2800" b="1" dirty="0">
                <a:solidFill>
                  <a:srgbClr val="006600"/>
                </a:solidFill>
                <a:latin typeface="微软雅黑" panose="020B0503020204020204" charset="-122"/>
                <a:ea typeface="微软雅黑" panose="020B0503020204020204" charset="-122"/>
              </a:rPr>
              <a:t>相贯线性质及求法</a:t>
            </a:r>
            <a:endParaRPr lang="en-US" altLang="zh-CN" sz="2800" b="1" dirty="0">
              <a:solidFill>
                <a:srgbClr val="006600"/>
              </a:solidFill>
              <a:latin typeface="微软雅黑" panose="020B0503020204020204" charset="-122"/>
              <a:ea typeface="微软雅黑" panose="020B0503020204020204" charset="-122"/>
            </a:endParaRPr>
          </a:p>
        </p:txBody>
      </p:sp>
      <p:sp>
        <p:nvSpPr>
          <p:cNvPr id="6" name="Text Box 21"/>
          <p:cNvSpPr txBox="1">
            <a:spLocks noChangeArrowheads="1"/>
          </p:cNvSpPr>
          <p:nvPr/>
        </p:nvSpPr>
        <p:spPr bwMode="auto">
          <a:xfrm>
            <a:off x="395287" y="2298572"/>
            <a:ext cx="835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i="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9pPr>
          </a:lstStyle>
          <a:p>
            <a:pPr marL="342900" indent="-342900" eaLnBrk="1" hangingPunct="1">
              <a:buFont typeface="Wingdings" panose="05000000000000000000" pitchFamily="2" charset="2"/>
              <a:buChar char="Ø"/>
            </a:pPr>
            <a:r>
              <a:rPr kumimoji="1" lang="zh-CN" altLang="en-US" b="1" i="0" dirty="0">
                <a:solidFill>
                  <a:srgbClr val="C00000"/>
                </a:solidFill>
                <a:latin typeface="微软雅黑" panose="020B0503020204020204" charset="-122"/>
                <a:ea typeface="微软雅黑" panose="020B0503020204020204" charset="-122"/>
              </a:rPr>
              <a:t>表面性</a:t>
            </a:r>
            <a:r>
              <a:rPr kumimoji="1" lang="zh-CN" altLang="en-US" b="1" i="0" dirty="0">
                <a:latin typeface="微软雅黑" panose="020B0503020204020204" charset="-122"/>
                <a:ea typeface="微软雅黑" panose="020B0503020204020204" charset="-122"/>
              </a:rPr>
              <a:t>：</a:t>
            </a:r>
            <a:r>
              <a:rPr kumimoji="1" lang="zh-CN" altLang="zh-CN" b="1" i="0" dirty="0">
                <a:latin typeface="微软雅黑" panose="020B0503020204020204" charset="-122"/>
                <a:ea typeface="微软雅黑" panose="020B0503020204020204" charset="-122"/>
              </a:rPr>
              <a:t>相贯线必位于相交立体的表面上</a:t>
            </a:r>
            <a:r>
              <a:rPr kumimoji="1" lang="zh-CN" altLang="en-US" b="1" i="0" dirty="0">
                <a:latin typeface="微软雅黑" panose="020B0503020204020204" charset="-122"/>
                <a:ea typeface="微软雅黑" panose="020B0503020204020204" charset="-122"/>
              </a:rPr>
              <a:t>；</a:t>
            </a:r>
          </a:p>
        </p:txBody>
      </p:sp>
      <p:sp>
        <p:nvSpPr>
          <p:cNvPr id="7" name="Text Box 22"/>
          <p:cNvSpPr txBox="1">
            <a:spLocks noChangeArrowheads="1"/>
          </p:cNvSpPr>
          <p:nvPr/>
        </p:nvSpPr>
        <p:spPr bwMode="auto">
          <a:xfrm>
            <a:off x="424548" y="4409897"/>
            <a:ext cx="8494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defPPr>
              <a:defRPr lang="zh-CN"/>
            </a:defPPr>
            <a:lvl1pPr>
              <a:defRPr kumimoji="1" sz="2400" b="1" i="0">
                <a:latin typeface="黑体" panose="02010609060101010101" pitchFamily="49" charset="-122"/>
                <a:ea typeface="黑体" panose="02010609060101010101" pitchFamily="49" charset="-122"/>
              </a:defRPr>
            </a:lvl1pPr>
            <a:lvl2pPr marL="742950" indent="-285750" eaLnBrk="0" hangingPunct="0">
              <a:defRPr sz="2400" i="1">
                <a:latin typeface="Times New Roman" panose="02020603050405020304" pitchFamily="18" charset="0"/>
                <a:ea typeface="宋体" panose="02010600030101010101" pitchFamily="2" charset="-122"/>
              </a:defRPr>
            </a:lvl2pPr>
            <a:lvl3pPr marL="1143000" indent="-228600" eaLnBrk="0" hangingPunct="0">
              <a:defRPr sz="2400" i="1">
                <a:latin typeface="Times New Roman" panose="02020603050405020304" pitchFamily="18" charset="0"/>
                <a:ea typeface="宋体" panose="02010600030101010101" pitchFamily="2" charset="-122"/>
              </a:defRPr>
            </a:lvl3pPr>
            <a:lvl4pPr marL="1600200" indent="-228600" eaLnBrk="0" hangingPunct="0">
              <a:defRPr sz="2400" i="1">
                <a:latin typeface="Times New Roman" panose="02020603050405020304" pitchFamily="18" charset="0"/>
                <a:ea typeface="宋体" panose="02010600030101010101" pitchFamily="2" charset="-122"/>
              </a:defRPr>
            </a:lvl4pPr>
            <a:lvl5pPr marL="2057400" indent="-228600" eaLnBrk="0" hangingPunct="0">
              <a:defRPr sz="2400" i="1">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9pPr>
          </a:lstStyle>
          <a:p>
            <a:pPr marL="342900" indent="-342900">
              <a:buFont typeface="Wingdings" panose="05000000000000000000" pitchFamily="2" charset="2"/>
              <a:buChar char="Ø"/>
            </a:pPr>
            <a:r>
              <a:rPr lang="zh-CN" altLang="zh-CN" dirty="0">
                <a:solidFill>
                  <a:srgbClr val="C00000"/>
                </a:solidFill>
                <a:latin typeface="微软雅黑" panose="020B0503020204020204" charset="-122"/>
                <a:ea typeface="微软雅黑" panose="020B0503020204020204" charset="-122"/>
              </a:rPr>
              <a:t>封闭性</a:t>
            </a:r>
            <a:r>
              <a:rPr lang="zh-CN" altLang="zh-CN" dirty="0">
                <a:latin typeface="微软雅黑" panose="020B0503020204020204" charset="-122"/>
                <a:ea typeface="微软雅黑" panose="020B0503020204020204" charset="-122"/>
              </a:rPr>
              <a:t>：相贯线一般由封闭的空间曲线或折线组成</a:t>
            </a:r>
            <a:r>
              <a:rPr lang="zh-CN" altLang="en-US" dirty="0">
                <a:latin typeface="微软雅黑" panose="020B0503020204020204" charset="-122"/>
                <a:ea typeface="微软雅黑" panose="020B0503020204020204" charset="-122"/>
              </a:rPr>
              <a:t>。</a:t>
            </a:r>
          </a:p>
        </p:txBody>
      </p:sp>
      <p:sp>
        <p:nvSpPr>
          <p:cNvPr id="8" name="Text Box 23"/>
          <p:cNvSpPr txBox="1">
            <a:spLocks noChangeArrowheads="1"/>
          </p:cNvSpPr>
          <p:nvPr/>
        </p:nvSpPr>
        <p:spPr bwMode="auto">
          <a:xfrm>
            <a:off x="413543" y="3017540"/>
            <a:ext cx="8382000" cy="113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defPPr>
              <a:defRPr lang="zh-CN"/>
            </a:defPPr>
            <a:lvl1pPr>
              <a:defRPr kumimoji="1" sz="2400" b="1" i="0">
                <a:latin typeface="黑体" panose="02010609060101010101" pitchFamily="49" charset="-122"/>
                <a:ea typeface="黑体" panose="02010609060101010101" pitchFamily="49" charset="-122"/>
              </a:defRPr>
            </a:lvl1pPr>
            <a:lvl2pPr marL="742950" indent="-285750" eaLnBrk="0" hangingPunct="0">
              <a:defRPr sz="2400" i="1">
                <a:latin typeface="Times New Roman" panose="02020603050405020304" pitchFamily="18" charset="0"/>
                <a:ea typeface="宋体" panose="02010600030101010101" pitchFamily="2" charset="-122"/>
              </a:defRPr>
            </a:lvl2pPr>
            <a:lvl3pPr marL="1143000" indent="-228600" eaLnBrk="0" hangingPunct="0">
              <a:defRPr sz="2400" i="1">
                <a:latin typeface="Times New Roman" panose="02020603050405020304" pitchFamily="18" charset="0"/>
                <a:ea typeface="宋体" panose="02010600030101010101" pitchFamily="2" charset="-122"/>
              </a:defRPr>
            </a:lvl3pPr>
            <a:lvl4pPr marL="1600200" indent="-228600" eaLnBrk="0" hangingPunct="0">
              <a:defRPr sz="2400" i="1">
                <a:latin typeface="Times New Roman" panose="02020603050405020304" pitchFamily="18" charset="0"/>
                <a:ea typeface="宋体" panose="02010600030101010101" pitchFamily="2" charset="-122"/>
              </a:defRPr>
            </a:lvl4pPr>
            <a:lvl5pPr marL="2057400" indent="-228600" eaLnBrk="0" hangingPunct="0">
              <a:defRPr sz="2400" i="1">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9pPr>
          </a:lstStyle>
          <a:p>
            <a:pPr marL="342900" indent="-342900">
              <a:lnSpc>
                <a:spcPct val="150000"/>
              </a:lnSpc>
              <a:buFont typeface="Wingdings" panose="05000000000000000000" pitchFamily="2" charset="2"/>
              <a:buChar char="Ø"/>
            </a:pPr>
            <a:r>
              <a:rPr lang="zh-CN" altLang="zh-CN" dirty="0">
                <a:solidFill>
                  <a:srgbClr val="C00000"/>
                </a:solidFill>
                <a:latin typeface="微软雅黑" panose="020B0503020204020204" charset="-122"/>
                <a:ea typeface="微软雅黑" panose="020B0503020204020204" charset="-122"/>
                <a:cs typeface="微软雅黑" panose="020B0503020204020204" charset="-122"/>
              </a:rPr>
              <a:t>共有性</a:t>
            </a:r>
            <a:r>
              <a:rPr lang="zh-CN" altLang="zh-CN" dirty="0">
                <a:latin typeface="微软雅黑" panose="020B0503020204020204" charset="-122"/>
                <a:ea typeface="微软雅黑" panose="020B0503020204020204" charset="-122"/>
                <a:cs typeface="微软雅黑" panose="020B0503020204020204" charset="-122"/>
              </a:rPr>
              <a:t>：相贯线是相交立体表面上共有的线，线上的点都是相交立体表面上共有的点</a:t>
            </a:r>
            <a:r>
              <a:rPr lang="en-US" altLang="zh-CN"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 name="Text Box 22"/>
          <p:cNvSpPr txBox="1">
            <a:spLocks noChangeArrowheads="1"/>
          </p:cNvSpPr>
          <p:nvPr/>
        </p:nvSpPr>
        <p:spPr bwMode="auto">
          <a:xfrm>
            <a:off x="401616" y="5128865"/>
            <a:ext cx="92214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defPPr>
              <a:defRPr lang="zh-CN"/>
            </a:defPPr>
            <a:lvl1pPr>
              <a:defRPr kumimoji="1" sz="2400" b="1" i="0">
                <a:latin typeface="黑体" panose="02010609060101010101" pitchFamily="49" charset="-122"/>
                <a:ea typeface="黑体" panose="02010609060101010101" pitchFamily="49" charset="-122"/>
              </a:defRPr>
            </a:lvl1pPr>
            <a:lvl2pPr marL="742950" indent="-285750" eaLnBrk="0" hangingPunct="0">
              <a:defRPr sz="2400" i="1">
                <a:latin typeface="Times New Roman" panose="02020603050405020304" pitchFamily="18" charset="0"/>
                <a:ea typeface="宋体" panose="02010600030101010101" pitchFamily="2" charset="-122"/>
              </a:defRPr>
            </a:lvl2pPr>
            <a:lvl3pPr marL="1143000" indent="-228600" eaLnBrk="0" hangingPunct="0">
              <a:defRPr sz="2400" i="1">
                <a:latin typeface="Times New Roman" panose="02020603050405020304" pitchFamily="18" charset="0"/>
                <a:ea typeface="宋体" panose="02010600030101010101" pitchFamily="2" charset="-122"/>
              </a:defRPr>
            </a:lvl3pPr>
            <a:lvl4pPr marL="1600200" indent="-228600" eaLnBrk="0" hangingPunct="0">
              <a:defRPr sz="2400" i="1">
                <a:latin typeface="Times New Roman" panose="02020603050405020304" pitchFamily="18" charset="0"/>
                <a:ea typeface="宋体" panose="02010600030101010101" pitchFamily="2" charset="-122"/>
              </a:defRPr>
            </a:lvl4pPr>
            <a:lvl5pPr marL="2057400" indent="-228600" eaLnBrk="0" hangingPunct="0">
              <a:defRPr sz="2400" i="1">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9pPr>
          </a:lstStyle>
          <a:p>
            <a:pPr marL="342900" indent="-342900">
              <a:buFont typeface="Wingdings" panose="05000000000000000000" pitchFamily="2" charset="2"/>
              <a:buChar char="Ø"/>
            </a:pPr>
            <a:r>
              <a:rPr lang="zh-CN" altLang="zh-CN" dirty="0">
                <a:solidFill>
                  <a:srgbClr val="C00000"/>
                </a:solidFill>
                <a:latin typeface="微软雅黑" panose="020B0503020204020204" charset="-122"/>
                <a:ea typeface="微软雅黑" panose="020B0503020204020204" charset="-122"/>
              </a:rPr>
              <a:t>空间性</a:t>
            </a:r>
            <a:r>
              <a:rPr lang="zh-CN" altLang="zh-CN" dirty="0">
                <a:latin typeface="微软雅黑" panose="020B0503020204020204" charset="-122"/>
                <a:ea typeface="微软雅黑" panose="020B0503020204020204" charset="-122"/>
              </a:rPr>
              <a:t>：</a:t>
            </a:r>
            <a:r>
              <a:rPr lang="zh-CN" dirty="0">
                <a:latin typeface="微软雅黑" panose="020B0503020204020204" charset="-122"/>
                <a:ea typeface="微软雅黑" panose="020B0503020204020204" charset="-122"/>
              </a:rPr>
              <a:t>相贯线一般是空间曲线，有时也为平面曲线或直线。</a:t>
            </a:r>
          </a:p>
        </p:txBody>
      </p:sp>
      <p:sp>
        <p:nvSpPr>
          <p:cNvPr id="12" name="Rectangle 63"/>
          <p:cNvSpPr/>
          <p:nvPr/>
        </p:nvSpPr>
        <p:spPr>
          <a:xfrm>
            <a:off x="323528" y="1448780"/>
            <a:ext cx="2768707" cy="523220"/>
          </a:xfrm>
          <a:prstGeom prst="rect">
            <a:avLst/>
          </a:prstGeom>
        </p:spPr>
        <p:txBody>
          <a:bodyPr wrap="none">
            <a:spAutoFit/>
          </a:bodyPr>
          <a:lstStyle/>
          <a:p>
            <a:pPr eaLnBrk="0" fontAlgn="base" hangingPunct="0">
              <a:spcBef>
                <a:spcPts val="600"/>
              </a:spcBef>
              <a:spcAft>
                <a:spcPct val="0"/>
              </a:spcAft>
            </a:pPr>
            <a:r>
              <a:rPr lang="zh-CN" altLang="en-US" sz="2800" b="1" dirty="0">
                <a:solidFill>
                  <a:srgbClr val="006600"/>
                </a:solidFill>
                <a:latin typeface="微软雅黑" panose="020B0503020204020204" charset="-122"/>
                <a:ea typeface="微软雅黑" panose="020B0503020204020204" charset="-122"/>
              </a:rPr>
              <a:t>    相贯线的性质</a:t>
            </a:r>
            <a:endParaRPr lang="en-US" altLang="zh-CN" sz="2800" b="1" dirty="0">
              <a:solidFill>
                <a:srgbClr val="006600"/>
              </a:solidFill>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ppt_h/2"/>
                                          </p:val>
                                        </p:tav>
                                        <p:tav tm="100000">
                                          <p:val>
                                            <p:strVal val="#ppt_y"/>
                                          </p:val>
                                        </p:tav>
                                      </p:tavLst>
                                    </p:anim>
                                    <p:anim calcmode="lin" valueType="num">
                                      <p:cBhvr>
                                        <p:cTn id="15" dur="500" fill="hold"/>
                                        <p:tgtEl>
                                          <p:spTgt spid="8"/>
                                        </p:tgtEl>
                                        <p:attrNameLst>
                                          <p:attrName>ppt_w</p:attrName>
                                        </p:attrNameLst>
                                      </p:cBhvr>
                                      <p:tavLst>
                                        <p:tav tm="0">
                                          <p:val>
                                            <p:strVal val="#ppt_w"/>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up)">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utoUpdateAnimBg="0"/>
      <p:bldP spid="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3"/>
          <p:cNvSpPr/>
          <p:nvPr/>
        </p:nvSpPr>
        <p:spPr>
          <a:xfrm>
            <a:off x="179532" y="781544"/>
            <a:ext cx="4277133" cy="523220"/>
          </a:xfrm>
          <a:prstGeom prst="rect">
            <a:avLst/>
          </a:prstGeom>
        </p:spPr>
        <p:txBody>
          <a:bodyPr wrap="none">
            <a:spAutoFit/>
          </a:bodyPr>
          <a:lstStyle/>
          <a:p>
            <a:pPr marL="342900" indent="-342900" eaLnBrk="0" fontAlgn="base" hangingPunct="0">
              <a:spcBef>
                <a:spcPts val="600"/>
              </a:spcBef>
              <a:spcAft>
                <a:spcPct val="0"/>
              </a:spcAft>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13.3 </a:t>
            </a:r>
            <a:r>
              <a:rPr lang="zh-CN" altLang="en-US" sz="2800" b="1" dirty="0">
                <a:solidFill>
                  <a:srgbClr val="006600"/>
                </a:solidFill>
                <a:latin typeface="微软雅黑" panose="020B0503020204020204" charset="-122"/>
                <a:ea typeface="微软雅黑" panose="020B0503020204020204" charset="-122"/>
              </a:rPr>
              <a:t>相贯线性质及求法</a:t>
            </a:r>
            <a:endParaRPr lang="en-US" altLang="zh-CN" sz="2800" b="1" dirty="0">
              <a:solidFill>
                <a:srgbClr val="006600"/>
              </a:solidFill>
              <a:latin typeface="微软雅黑" panose="020B0503020204020204" charset="-122"/>
              <a:ea typeface="微软雅黑" panose="020B0503020204020204" charset="-122"/>
            </a:endParaRPr>
          </a:p>
        </p:txBody>
      </p:sp>
      <p:sp>
        <p:nvSpPr>
          <p:cNvPr id="6" name="Text Box 21"/>
          <p:cNvSpPr txBox="1">
            <a:spLocks noChangeArrowheads="1"/>
          </p:cNvSpPr>
          <p:nvPr/>
        </p:nvSpPr>
        <p:spPr bwMode="auto">
          <a:xfrm>
            <a:off x="413538" y="2132856"/>
            <a:ext cx="8316924" cy="279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lvl1pPr eaLnBrk="0" hangingPunct="0">
              <a:defRPr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i="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1" lang="zh-CN" altLang="en-US" b="1" i="0" dirty="0">
                <a:latin typeface="微软雅黑" panose="020B0503020204020204" charset="-122"/>
                <a:ea typeface="微软雅黑" panose="020B0503020204020204" charset="-122"/>
              </a:rPr>
              <a:t>① 确定两立体参与相交的棱线和棱面。</a:t>
            </a:r>
            <a:endParaRPr kumimoji="1" lang="en-US" altLang="zh-CN" b="1" i="0" dirty="0">
              <a:latin typeface="微软雅黑" panose="020B0503020204020204" charset="-122"/>
              <a:ea typeface="微软雅黑" panose="020B0503020204020204" charset="-122"/>
            </a:endParaRPr>
          </a:p>
          <a:p>
            <a:pPr eaLnBrk="1" hangingPunct="1">
              <a:lnSpc>
                <a:spcPct val="150000"/>
              </a:lnSpc>
            </a:pPr>
            <a:r>
              <a:rPr kumimoji="1" lang="zh-CN" altLang="en-US" b="1" i="0" dirty="0">
                <a:latin typeface="微软雅黑" panose="020B0503020204020204" charset="-122"/>
                <a:ea typeface="微软雅黑" panose="020B0503020204020204" charset="-122"/>
              </a:rPr>
              <a:t>② 求出参与相交的棱线与棱面的交点。</a:t>
            </a:r>
            <a:endParaRPr kumimoji="1" lang="en-US" altLang="zh-CN" b="1" i="0" dirty="0">
              <a:latin typeface="微软雅黑" panose="020B0503020204020204" charset="-122"/>
              <a:ea typeface="微软雅黑" panose="020B0503020204020204" charset="-122"/>
            </a:endParaRPr>
          </a:p>
          <a:p>
            <a:pPr eaLnBrk="1" hangingPunct="1">
              <a:lnSpc>
                <a:spcPct val="150000"/>
              </a:lnSpc>
            </a:pPr>
            <a:r>
              <a:rPr kumimoji="1" lang="zh-CN" altLang="en-US" b="1" i="0" dirty="0">
                <a:latin typeface="微软雅黑" panose="020B0503020204020204" charset="-122"/>
                <a:ea typeface="微软雅黑" panose="020B0503020204020204" charset="-122"/>
              </a:rPr>
              <a:t>③ 判别相贯线的可见性。</a:t>
            </a:r>
            <a:endParaRPr kumimoji="1" lang="en-US" altLang="zh-CN" b="1" i="0" dirty="0">
              <a:latin typeface="微软雅黑" panose="020B0503020204020204" charset="-122"/>
              <a:ea typeface="微软雅黑" panose="020B0503020204020204" charset="-122"/>
            </a:endParaRPr>
          </a:p>
          <a:p>
            <a:pPr eaLnBrk="1" hangingPunct="1">
              <a:lnSpc>
                <a:spcPct val="150000"/>
              </a:lnSpc>
            </a:pPr>
            <a:r>
              <a:rPr kumimoji="1" lang="zh-CN" altLang="en-US" b="1" i="0" dirty="0">
                <a:latin typeface="微软雅黑" panose="020B0503020204020204" charset="-122"/>
                <a:ea typeface="微软雅黑" panose="020B0503020204020204" charset="-122"/>
              </a:rPr>
              <a:t>④依次连接各点。连点时应遵循：只有两个可见棱面的交线   </a:t>
            </a:r>
            <a:endParaRPr kumimoji="1" lang="en-US" altLang="zh-CN" b="1" i="0" dirty="0">
              <a:latin typeface="微软雅黑" panose="020B0503020204020204" charset="-122"/>
              <a:ea typeface="微软雅黑" panose="020B0503020204020204" charset="-122"/>
            </a:endParaRPr>
          </a:p>
          <a:p>
            <a:pPr eaLnBrk="1" hangingPunct="1">
              <a:lnSpc>
                <a:spcPct val="150000"/>
              </a:lnSpc>
            </a:pPr>
            <a:r>
              <a:rPr kumimoji="1" lang="zh-CN" altLang="en-US" b="1" i="0" dirty="0">
                <a:latin typeface="微软雅黑" panose="020B0503020204020204" charset="-122"/>
                <a:ea typeface="微软雅黑" panose="020B0503020204020204" charset="-122"/>
              </a:rPr>
              <a:t>     才可见，连实线；否则不可见，连虚线。</a:t>
            </a:r>
            <a:endParaRPr kumimoji="1" lang="en-US" altLang="zh-CN" b="1" i="0" dirty="0">
              <a:latin typeface="微软雅黑" panose="020B0503020204020204" charset="-122"/>
              <a:ea typeface="微软雅黑" panose="020B0503020204020204" charset="-122"/>
            </a:endParaRPr>
          </a:p>
        </p:txBody>
      </p:sp>
      <p:sp>
        <p:nvSpPr>
          <p:cNvPr id="12" name="Rectangle 63"/>
          <p:cNvSpPr/>
          <p:nvPr/>
        </p:nvSpPr>
        <p:spPr>
          <a:xfrm>
            <a:off x="411885" y="1484291"/>
            <a:ext cx="2768707" cy="523220"/>
          </a:xfrm>
          <a:prstGeom prst="rect">
            <a:avLst/>
          </a:prstGeom>
        </p:spPr>
        <p:txBody>
          <a:bodyPr wrap="none">
            <a:spAutoFit/>
          </a:bodyPr>
          <a:lstStyle/>
          <a:p>
            <a:pPr eaLnBrk="0" fontAlgn="base" hangingPunct="0">
              <a:spcBef>
                <a:spcPts val="600"/>
              </a:spcBef>
              <a:spcAft>
                <a:spcPct val="0"/>
              </a:spcAft>
            </a:pPr>
            <a:r>
              <a:rPr lang="zh-CN" altLang="en-US" sz="2800" b="1" dirty="0">
                <a:solidFill>
                  <a:srgbClr val="006600"/>
                </a:solidFill>
                <a:latin typeface="微软雅黑" panose="020B0503020204020204" charset="-122"/>
                <a:ea typeface="微软雅黑" panose="020B0503020204020204" charset="-122"/>
              </a:rPr>
              <a:t>    相贯线的求法</a:t>
            </a:r>
            <a:endParaRPr lang="en-US" altLang="zh-CN" sz="2800" b="1" dirty="0">
              <a:solidFill>
                <a:srgbClr val="006600"/>
              </a:solidFill>
              <a:latin typeface="微软雅黑" panose="020B0503020204020204" charset="-122"/>
              <a:ea typeface="微软雅黑" panose="020B0503020204020204" charset="-122"/>
            </a:endParaRPr>
          </a:p>
        </p:txBody>
      </p:sp>
      <p:sp>
        <p:nvSpPr>
          <p:cNvPr id="10" name="Text Box 3"/>
          <p:cNvSpPr txBox="1">
            <a:spLocks noChangeArrowheads="1"/>
          </p:cNvSpPr>
          <p:nvPr/>
        </p:nvSpPr>
        <p:spPr bwMode="auto">
          <a:xfrm>
            <a:off x="791580" y="5091564"/>
            <a:ext cx="7743825"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defPPr>
              <a:defRPr lang="zh-CN"/>
            </a:defPPr>
            <a:lvl1pPr marL="342900" indent="-342900">
              <a:buFont typeface="Wingdings" panose="05000000000000000000" pitchFamily="2" charset="2"/>
              <a:buChar char="Ø"/>
              <a:defRPr kumimoji="1" sz="2400" b="1" i="0">
                <a:latin typeface="黑体" panose="02010609060101010101" pitchFamily="49" charset="-122"/>
                <a:ea typeface="黑体" panose="02010609060101010101" pitchFamily="49" charset="-122"/>
              </a:defRPr>
            </a:lvl1pPr>
            <a:lvl2pPr marL="742950" indent="-285750" eaLnBrk="0" hangingPunct="0">
              <a:defRPr sz="2400" i="1">
                <a:latin typeface="Times New Roman" panose="02020603050405020304" pitchFamily="18" charset="0"/>
                <a:ea typeface="宋体" panose="02010600030101010101" pitchFamily="2" charset="-122"/>
              </a:defRPr>
            </a:lvl2pPr>
            <a:lvl3pPr marL="1143000" indent="-228600" eaLnBrk="0" hangingPunct="0">
              <a:defRPr sz="2400" i="1">
                <a:latin typeface="Times New Roman" panose="02020603050405020304" pitchFamily="18" charset="0"/>
                <a:ea typeface="宋体" panose="02010600030101010101" pitchFamily="2" charset="-122"/>
              </a:defRPr>
            </a:lvl3pPr>
            <a:lvl4pPr marL="1600200" indent="-228600" eaLnBrk="0" hangingPunct="0">
              <a:defRPr sz="2400" i="1">
                <a:latin typeface="Times New Roman" panose="02020603050405020304" pitchFamily="18" charset="0"/>
                <a:ea typeface="宋体" panose="02010600030101010101" pitchFamily="2" charset="-122"/>
              </a:defRPr>
            </a:lvl4pPr>
            <a:lvl5pPr marL="2057400" indent="-228600" eaLnBrk="0" hangingPunct="0">
              <a:defRPr sz="2400" i="1">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9pPr>
          </a:lstStyle>
          <a:p>
            <a:pPr marL="0" indent="0">
              <a:lnSpc>
                <a:spcPct val="120000"/>
              </a:lnSpc>
              <a:buNone/>
            </a:pPr>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求相贯线的作图实质是找出相贯的两立体表面的若干共有点的投影。</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3"/>
          <p:cNvSpPr/>
          <p:nvPr/>
        </p:nvSpPr>
        <p:spPr>
          <a:xfrm>
            <a:off x="179512" y="979566"/>
            <a:ext cx="4277133" cy="523220"/>
          </a:xfrm>
          <a:prstGeom prst="rect">
            <a:avLst/>
          </a:prstGeom>
        </p:spPr>
        <p:txBody>
          <a:bodyPr wrap="none">
            <a:spAutoFit/>
          </a:bodyPr>
          <a:lstStyle/>
          <a:p>
            <a:pPr marL="342900" indent="-342900" eaLnBrk="0" fontAlgn="base" hangingPunct="0">
              <a:spcBef>
                <a:spcPts val="600"/>
              </a:spcBef>
              <a:spcAft>
                <a:spcPct val="0"/>
              </a:spcAft>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13.3 </a:t>
            </a:r>
            <a:r>
              <a:rPr lang="zh-CN" altLang="en-US" sz="2800" b="1" dirty="0">
                <a:solidFill>
                  <a:srgbClr val="006600"/>
                </a:solidFill>
                <a:latin typeface="微软雅黑" panose="020B0503020204020204" charset="-122"/>
                <a:ea typeface="微软雅黑" panose="020B0503020204020204" charset="-122"/>
              </a:rPr>
              <a:t>相贯线性质及求法</a:t>
            </a:r>
            <a:endParaRPr lang="en-US" altLang="zh-CN" sz="2800" b="1" dirty="0">
              <a:solidFill>
                <a:srgbClr val="006600"/>
              </a:solidFill>
              <a:latin typeface="微软雅黑" panose="020B0503020204020204" charset="-122"/>
              <a:ea typeface="微软雅黑" panose="020B0503020204020204" charset="-122"/>
            </a:endParaRPr>
          </a:p>
        </p:txBody>
      </p:sp>
      <p:sp>
        <p:nvSpPr>
          <p:cNvPr id="12" name="Rectangle 63"/>
          <p:cNvSpPr/>
          <p:nvPr/>
        </p:nvSpPr>
        <p:spPr>
          <a:xfrm>
            <a:off x="323528" y="1799819"/>
            <a:ext cx="2409634" cy="523220"/>
          </a:xfrm>
          <a:prstGeom prst="rect">
            <a:avLst/>
          </a:prstGeom>
        </p:spPr>
        <p:txBody>
          <a:bodyPr wrap="none">
            <a:spAutoFit/>
          </a:bodyPr>
          <a:lstStyle/>
          <a:p>
            <a:pPr eaLnBrk="0" fontAlgn="base" hangingPunct="0">
              <a:spcBef>
                <a:spcPts val="600"/>
              </a:spcBef>
              <a:spcAft>
                <a:spcPct val="0"/>
              </a:spcAft>
            </a:pPr>
            <a:r>
              <a:rPr lang="zh-CN" altLang="en-US" sz="2800" b="1" dirty="0">
                <a:solidFill>
                  <a:srgbClr val="006600"/>
                </a:solidFill>
                <a:latin typeface="微软雅黑" panose="020B0503020204020204" charset="-122"/>
                <a:ea typeface="微软雅黑" panose="020B0503020204020204" charset="-122"/>
              </a:rPr>
              <a:t>    可见性判断</a:t>
            </a:r>
            <a:endParaRPr lang="en-US" altLang="zh-CN" sz="2800" b="1" dirty="0">
              <a:solidFill>
                <a:srgbClr val="006600"/>
              </a:solidFill>
              <a:latin typeface="微软雅黑" panose="020B0503020204020204" charset="-122"/>
              <a:ea typeface="微软雅黑" panose="020B0503020204020204" charset="-122"/>
            </a:endParaRPr>
          </a:p>
        </p:txBody>
      </p:sp>
      <p:sp>
        <p:nvSpPr>
          <p:cNvPr id="7" name="Text Box 3"/>
          <p:cNvSpPr txBox="1">
            <a:spLocks noChangeArrowheads="1"/>
          </p:cNvSpPr>
          <p:nvPr/>
        </p:nvSpPr>
        <p:spPr bwMode="auto">
          <a:xfrm>
            <a:off x="719572" y="2620072"/>
            <a:ext cx="7882255"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defPPr>
              <a:defRPr lang="zh-CN"/>
            </a:defPPr>
            <a:lvl1pPr marL="342900" indent="-342900">
              <a:buFont typeface="Wingdings" panose="05000000000000000000" pitchFamily="2" charset="2"/>
              <a:buChar char="Ø"/>
              <a:defRPr kumimoji="1" sz="2400" b="1" i="0">
                <a:latin typeface="黑体" panose="02010609060101010101" pitchFamily="49" charset="-122"/>
                <a:ea typeface="黑体" panose="02010609060101010101" pitchFamily="49" charset="-122"/>
              </a:defRPr>
            </a:lvl1pPr>
            <a:lvl2pPr marL="742950" indent="-285750" eaLnBrk="0" hangingPunct="0">
              <a:defRPr sz="2400" i="1">
                <a:latin typeface="Times New Roman" panose="02020603050405020304" pitchFamily="18" charset="0"/>
                <a:ea typeface="宋体" panose="02010600030101010101" pitchFamily="2" charset="-122"/>
              </a:defRPr>
            </a:lvl2pPr>
            <a:lvl3pPr marL="1143000" indent="-228600" eaLnBrk="0" hangingPunct="0">
              <a:defRPr sz="2400" i="1">
                <a:latin typeface="Times New Roman" panose="02020603050405020304" pitchFamily="18" charset="0"/>
                <a:ea typeface="宋体" panose="02010600030101010101" pitchFamily="2" charset="-122"/>
              </a:defRPr>
            </a:lvl3pPr>
            <a:lvl4pPr marL="1600200" indent="-228600" eaLnBrk="0" hangingPunct="0">
              <a:defRPr sz="2400" i="1">
                <a:latin typeface="Times New Roman" panose="02020603050405020304" pitchFamily="18" charset="0"/>
                <a:ea typeface="宋体" panose="02010600030101010101" pitchFamily="2" charset="-122"/>
              </a:defRPr>
            </a:lvl4pPr>
            <a:lvl5pPr marL="2057400" indent="-228600" eaLnBrk="0" hangingPunct="0">
              <a:defRPr sz="2400" i="1">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i="1">
                <a:latin typeface="Times New Roman" panose="02020603050405020304" pitchFamily="18" charset="0"/>
                <a:ea typeface="宋体" panose="02010600030101010101" pitchFamily="2" charset="-122"/>
              </a:defRPr>
            </a:lvl9pPr>
          </a:lstStyle>
          <a:p>
            <a:pPr marL="0" indent="0">
              <a:lnSpc>
                <a:spcPct val="150000"/>
              </a:lnSpc>
              <a:buNone/>
            </a:pPr>
            <a:r>
              <a:rPr lang="zh-CN" altLang="en-US" sz="3200" dirty="0">
                <a:latin typeface="微软雅黑" panose="020B0503020204020204" charset="-122"/>
                <a:ea typeface="微软雅黑" panose="020B0503020204020204" charset="-122"/>
              </a:rPr>
              <a:t>判断原则：只有位于两形体都可见的侧面上的交线才是可见的。只要有一个侧面不可见，面上的交线就不可见。</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8" name="Text Box 84"/>
          <p:cNvSpPr txBox="1"/>
          <p:nvPr/>
        </p:nvSpPr>
        <p:spPr>
          <a:xfrm>
            <a:off x="467544" y="1340768"/>
            <a:ext cx="1960880" cy="521970"/>
          </a:xfrm>
          <a:prstGeom prst="rect">
            <a:avLst/>
          </a:prstGeom>
          <a:noFill/>
          <a:ln w="38100">
            <a:noFill/>
          </a:ln>
        </p:spPr>
        <p:txBody>
          <a:bodyPr wrap="none">
            <a:spAutoFit/>
          </a:bodyPr>
          <a:lstStyle/>
          <a:p>
            <a:pPr algn="ctr"/>
            <a:r>
              <a:rPr lang="zh-CN" altLang="en-US" sz="2800" b="1" dirty="0">
                <a:solidFill>
                  <a:srgbClr val="006600"/>
                </a:solidFill>
                <a:latin typeface="微软雅黑" panose="020B0503020204020204" charset="-122"/>
                <a:ea typeface="微软雅黑" panose="020B0503020204020204" charset="-122"/>
              </a:rPr>
              <a:t>解题步骤：</a:t>
            </a:r>
          </a:p>
        </p:txBody>
      </p:sp>
      <p:sp>
        <p:nvSpPr>
          <p:cNvPr id="2" name="文本框 1"/>
          <p:cNvSpPr txBox="1"/>
          <p:nvPr/>
        </p:nvSpPr>
        <p:spPr>
          <a:xfrm>
            <a:off x="1985010" y="1268730"/>
            <a:ext cx="5173980" cy="5379293"/>
          </a:xfrm>
          <a:prstGeom prst="rect">
            <a:avLst/>
          </a:prstGeom>
          <a:noFill/>
        </p:spPr>
        <p:txBody>
          <a:bodyPr wrap="square" rtlCol="0" anchor="t">
            <a:spAutoFit/>
          </a:bodyPr>
          <a:lstStyle/>
          <a:p>
            <a:pPr marL="342900">
              <a:lnSpc>
                <a:spcPct val="140000"/>
              </a:lnSpc>
              <a:buFont typeface="Wingdings" panose="05000000000000000000" charset="0"/>
              <a:buChar char="Ø"/>
            </a:pPr>
            <a:r>
              <a:rPr lang="zh-CN" altLang="en-US" b="1" dirty="0">
                <a:latin typeface="微软雅黑" panose="020B0503020204020204" charset="-122"/>
                <a:ea typeface="微软雅黑" panose="020B0503020204020204" charset="-122"/>
                <a:cs typeface="微软雅黑" panose="020B0503020204020204" charset="-122"/>
              </a:rPr>
              <a:t>找到相贯线的已知投影</a:t>
            </a:r>
          </a:p>
          <a:p>
            <a:pPr marL="342900">
              <a:lnSpc>
                <a:spcPct val="140000"/>
              </a:lnSpc>
              <a:buFont typeface="Wingdings" panose="05000000000000000000" charset="0"/>
              <a:buChar char="Ø"/>
            </a:pPr>
            <a:r>
              <a:rPr lang="zh-CN" altLang="en-US" b="1" dirty="0">
                <a:latin typeface="微软雅黑" panose="020B0503020204020204" charset="-122"/>
                <a:ea typeface="微软雅黑" panose="020B0503020204020204" charset="-122"/>
                <a:cs typeface="微软雅黑" panose="020B0503020204020204" charset="-122"/>
              </a:rPr>
              <a:t>找交线上的点的顺序</a:t>
            </a:r>
          </a:p>
          <a:p>
            <a:pPr marL="720090">
              <a:lnSpc>
                <a:spcPct val="140000"/>
              </a:lnSpc>
              <a:buFont typeface="Arial" panose="020B0604020202020204" pitchFamily="34" charset="0"/>
              <a:buChar char="•"/>
            </a:pPr>
            <a:r>
              <a:rPr lang="zh-CN" altLang="en-US" sz="2000" b="1" dirty="0">
                <a:latin typeface="微软雅黑" panose="020B0503020204020204" charset="-122"/>
                <a:ea typeface="微软雅黑" panose="020B0503020204020204" charset="-122"/>
                <a:cs typeface="微软雅黑" panose="020B0503020204020204" charset="-122"/>
              </a:rPr>
              <a:t>先求特殊点</a:t>
            </a:r>
          </a:p>
          <a:p>
            <a:pPr marL="720090">
              <a:lnSpc>
                <a:spcPct val="140000"/>
              </a:lnSpc>
              <a:buFont typeface="Arial" panose="020B0604020202020204" pitchFamily="34" charset="0"/>
              <a:buChar char="•"/>
            </a:pPr>
            <a:r>
              <a:rPr lang="zh-CN" altLang="en-US" sz="2000" b="1" dirty="0">
                <a:latin typeface="微软雅黑" panose="020B0503020204020204" charset="-122"/>
                <a:ea typeface="微软雅黑" panose="020B0503020204020204" charset="-122"/>
                <a:cs typeface="微软雅黑" panose="020B0503020204020204" charset="-122"/>
              </a:rPr>
              <a:t>后求中间点</a:t>
            </a:r>
          </a:p>
          <a:p>
            <a:pPr marL="342900" lvl="1" algn="l">
              <a:lnSpc>
                <a:spcPct val="140000"/>
              </a:lnSpc>
              <a:buClrTx/>
              <a:buSzTx/>
              <a:buFont typeface="Wingdings" panose="05000000000000000000" charset="0"/>
              <a:buChar char="Ø"/>
            </a:pPr>
            <a:r>
              <a:rPr lang="zh-CN" altLang="en-US" b="1" dirty="0">
                <a:latin typeface="微软雅黑" panose="020B0503020204020204" charset="-122"/>
                <a:ea typeface="微软雅黑" panose="020B0503020204020204" charset="-122"/>
                <a:cs typeface="微软雅黑" panose="020B0503020204020204" charset="-122"/>
              </a:rPr>
              <a:t>选择辅助面的合适位置</a:t>
            </a:r>
          </a:p>
          <a:p>
            <a:pPr marL="720090" algn="l">
              <a:lnSpc>
                <a:spcPct val="140000"/>
              </a:lnSpc>
              <a:buClrTx/>
              <a:buSzTx/>
              <a:buFont typeface="Arial" panose="020B0604020202020204" pitchFamily="34" charset="0"/>
              <a:buChar char="•"/>
            </a:pPr>
            <a:r>
              <a:rPr lang="zh-CN" altLang="en-US" sz="2000" b="1" dirty="0">
                <a:latin typeface="微软雅黑" panose="020B0503020204020204" charset="-122"/>
                <a:ea typeface="微软雅黑" panose="020B0503020204020204" charset="-122"/>
                <a:cs typeface="微软雅黑" panose="020B0503020204020204" charset="-122"/>
              </a:rPr>
              <a:t>在相贯线范围内</a:t>
            </a:r>
          </a:p>
          <a:p>
            <a:pPr marL="720090" algn="l">
              <a:lnSpc>
                <a:spcPct val="140000"/>
              </a:lnSpc>
              <a:buClrTx/>
              <a:buSzTx/>
              <a:buFont typeface="Arial" panose="020B0604020202020204" pitchFamily="34" charset="0"/>
              <a:buChar char="•"/>
            </a:pPr>
            <a:r>
              <a:rPr lang="zh-CN" altLang="en-US" sz="2000" b="1" dirty="0">
                <a:latin typeface="微软雅黑" panose="020B0503020204020204" charset="-122"/>
                <a:ea typeface="微软雅黑" panose="020B0503020204020204" charset="-122"/>
                <a:cs typeface="微软雅黑" panose="020B0503020204020204" charset="-122"/>
              </a:rPr>
              <a:t>截交线易画(直线或圆)</a:t>
            </a:r>
          </a:p>
          <a:p>
            <a:pPr marL="342900" algn="l">
              <a:lnSpc>
                <a:spcPct val="140000"/>
              </a:lnSpc>
              <a:buClrTx/>
              <a:buSzTx/>
              <a:buFont typeface="Wingdings" panose="05000000000000000000" charset="0"/>
              <a:buChar char="Ø"/>
            </a:pPr>
            <a:r>
              <a:rPr lang="zh-CN" altLang="en-US" b="1" dirty="0">
                <a:latin typeface="微软雅黑" panose="020B0503020204020204" charset="-122"/>
                <a:ea typeface="微软雅黑" panose="020B0503020204020204" charset="-122"/>
                <a:cs typeface="微软雅黑" panose="020B0503020204020204" charset="-122"/>
              </a:rPr>
              <a:t>顺序连接各点</a:t>
            </a:r>
          </a:p>
          <a:p>
            <a:pPr marL="342900">
              <a:lnSpc>
                <a:spcPct val="140000"/>
              </a:lnSpc>
              <a:buFont typeface="Wingdings" panose="05000000000000000000" charset="0"/>
              <a:buChar char="Ø"/>
            </a:pPr>
            <a:r>
              <a:rPr lang="zh-CN" altLang="en-US" b="1" dirty="0">
                <a:latin typeface="微软雅黑" panose="020B0503020204020204" charset="-122"/>
                <a:ea typeface="微软雅黑" panose="020B0503020204020204" charset="-122"/>
                <a:cs typeface="微软雅黑" panose="020B0503020204020204" charset="-122"/>
              </a:rPr>
              <a:t>判断可见性</a:t>
            </a:r>
            <a:endParaRPr lang="en-US" altLang="zh-CN" b="1" dirty="0">
              <a:latin typeface="微软雅黑" panose="020B0503020204020204" charset="-122"/>
              <a:ea typeface="微软雅黑" panose="020B0503020204020204" charset="-122"/>
              <a:cs typeface="微软雅黑" panose="020B0503020204020204" charset="-122"/>
            </a:endParaRPr>
          </a:p>
          <a:p>
            <a:pPr marL="342900">
              <a:lnSpc>
                <a:spcPct val="140000"/>
              </a:lnSpc>
              <a:buFont typeface="Wingdings" panose="05000000000000000000" charset="0"/>
              <a:buChar char="Ø"/>
            </a:pPr>
            <a:r>
              <a:rPr lang="zh-CN" altLang="en-US" b="1" dirty="0">
                <a:latin typeface="微软雅黑" panose="020B0503020204020204" charset="-122"/>
                <a:ea typeface="微软雅黑" panose="020B0503020204020204" charset="-122"/>
                <a:cs typeface="微软雅黑" panose="020B0503020204020204" charset="-122"/>
              </a:rPr>
              <a:t>完成轮廓线</a:t>
            </a:r>
          </a:p>
          <a:p>
            <a:pPr marL="342900" algn="l">
              <a:lnSpc>
                <a:spcPct val="140000"/>
              </a:lnSpc>
              <a:buClrTx/>
              <a:buSzTx/>
              <a:buFont typeface="Wingdings" panose="05000000000000000000" charset="0"/>
              <a:buChar char="Ø"/>
            </a:pPr>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4" name="Rectangle 63"/>
          <p:cNvSpPr/>
          <p:nvPr/>
        </p:nvSpPr>
        <p:spPr>
          <a:xfrm>
            <a:off x="107504" y="781529"/>
            <a:ext cx="2840842" cy="523220"/>
          </a:xfrm>
          <a:prstGeom prst="rect">
            <a:avLst/>
          </a:prstGeom>
        </p:spPr>
        <p:txBody>
          <a:bodyPr wrap="none">
            <a:spAutoFit/>
          </a:bodyPr>
          <a:lstStyle/>
          <a:p>
            <a:pPr marL="342900" indent="-342900" eaLnBrk="0" fontAlgn="base" hangingPunct="0">
              <a:spcBef>
                <a:spcPts val="600"/>
              </a:spcBef>
              <a:spcAft>
                <a:spcPct val="0"/>
              </a:spcAft>
              <a:buFont typeface="Arial" panose="020B0604020202020204" pitchFamily="34" charset="0"/>
              <a:buChar char="•"/>
            </a:pPr>
            <a:r>
              <a:rPr lang="en-US" altLang="zh-CN" sz="2800" b="1" dirty="0">
                <a:solidFill>
                  <a:srgbClr val="006600"/>
                </a:solidFill>
                <a:latin typeface="微软雅黑" panose="020B0503020204020204" charset="-122"/>
                <a:ea typeface="微软雅黑" panose="020B0503020204020204" charset="-122"/>
              </a:rPr>
              <a:t>13.4 </a:t>
            </a:r>
            <a:r>
              <a:rPr lang="zh-CN" altLang="en-US" sz="2800" b="1" dirty="0">
                <a:solidFill>
                  <a:srgbClr val="006600"/>
                </a:solidFill>
                <a:latin typeface="微软雅黑" panose="020B0503020204020204" charset="-122"/>
                <a:ea typeface="微软雅黑" panose="020B0503020204020204" charset="-122"/>
              </a:rPr>
              <a:t>例题分析</a:t>
            </a:r>
            <a:endParaRPr lang="en-US" altLang="zh-CN" sz="2800" b="1" dirty="0">
              <a:solidFill>
                <a:srgbClr val="006600"/>
              </a:solidFill>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blinds(horizontal)">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blinds(horizontal)">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blinds(horizontal)">
                                      <p:cBhvr>
                                        <p:cTn id="35" dur="500"/>
                                        <p:tgtEl>
                                          <p:spTgt spid="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Effect transition="in" filter="blinds(horizontal)">
                                      <p:cBhvr>
                                        <p:cTn id="40" dur="500"/>
                                        <p:tgtEl>
                                          <p:spTgt spid="2">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
                                            <p:txEl>
                                              <p:pRg st="8" end="8"/>
                                            </p:txEl>
                                          </p:spTgt>
                                        </p:tgtEl>
                                        <p:attrNameLst>
                                          <p:attrName>style.visibility</p:attrName>
                                        </p:attrNameLst>
                                      </p:cBhvr>
                                      <p:to>
                                        <p:strVal val="visible"/>
                                      </p:to>
                                    </p:set>
                                    <p:animEffect transition="in" filter="blinds(horizontal)">
                                      <p:cBhvr>
                                        <p:cTn id="45" dur="500"/>
                                        <p:tgtEl>
                                          <p:spTgt spid="2">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
                                            <p:txEl>
                                              <p:pRg st="9" end="9"/>
                                            </p:txEl>
                                          </p:spTgt>
                                        </p:tgtEl>
                                        <p:attrNameLst>
                                          <p:attrName>style.visibility</p:attrName>
                                        </p:attrNameLst>
                                      </p:cBhvr>
                                      <p:to>
                                        <p:strVal val="visible"/>
                                      </p:to>
                                    </p:set>
                                    <p:animEffect transition="in" filter="blinds(horizontal)">
                                      <p:cBhvr>
                                        <p:cTn id="50"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文本框 63490"/>
          <p:cNvSpPr txBox="1"/>
          <p:nvPr/>
        </p:nvSpPr>
        <p:spPr>
          <a:xfrm>
            <a:off x="287338" y="639763"/>
            <a:ext cx="7921066" cy="461665"/>
          </a:xfrm>
          <a:prstGeom prst="rect">
            <a:avLst/>
          </a:prstGeom>
          <a:noFill/>
          <a:ln w="38100">
            <a:noFill/>
          </a:ln>
        </p:spPr>
        <p:txBody>
          <a:bodyPr wrap="square">
            <a:spAutoFit/>
          </a:bodyPr>
          <a:lstStyle/>
          <a:p>
            <a:pPr algn="l">
              <a:spcBef>
                <a:spcPct val="50000"/>
              </a:spcBef>
            </a:pPr>
            <a:r>
              <a:rPr lang="en-US" altLang="zh-CN" b="1" dirty="0">
                <a:solidFill>
                  <a:srgbClr val="006600"/>
                </a:solidFill>
                <a:latin typeface="微软雅黑" panose="020B0503020204020204" charset="-122"/>
                <a:ea typeface="微软雅黑" panose="020B0503020204020204" charset="-122"/>
                <a:cs typeface="微软雅黑" panose="020B0503020204020204" charset="-122"/>
              </a:rPr>
              <a:t>[</a:t>
            </a:r>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例</a:t>
            </a:r>
            <a:r>
              <a:rPr lang="en-US" altLang="zh-CN" b="1" dirty="0">
                <a:solidFill>
                  <a:srgbClr val="006600"/>
                </a:solidFill>
                <a:latin typeface="微软雅黑" panose="020B0503020204020204" charset="-122"/>
                <a:ea typeface="微软雅黑" panose="020B0503020204020204" charset="-122"/>
                <a:cs typeface="微软雅黑" panose="020B0503020204020204" charset="-122"/>
              </a:rPr>
              <a:t>1]  </a:t>
            </a:r>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（两平面体相贯）求四棱柱与三棱锥的交线</a:t>
            </a:r>
          </a:p>
        </p:txBody>
      </p:sp>
      <p:pic>
        <p:nvPicPr>
          <p:cNvPr id="63492" name="图片 63491"/>
          <p:cNvPicPr>
            <a:picLocks noChangeAspect="1"/>
          </p:cNvPicPr>
          <p:nvPr/>
        </p:nvPicPr>
        <p:blipFill>
          <a:blip r:embed="rId3"/>
          <a:stretch>
            <a:fillRect/>
          </a:stretch>
        </p:blipFill>
        <p:spPr>
          <a:xfrm>
            <a:off x="6300153" y="3069590"/>
            <a:ext cx="2271712" cy="2027238"/>
          </a:xfrm>
          <a:prstGeom prst="rect">
            <a:avLst/>
          </a:prstGeom>
          <a:noFill/>
          <a:ln w="38100">
            <a:noFill/>
          </a:ln>
        </p:spPr>
      </p:pic>
      <p:sp>
        <p:nvSpPr>
          <p:cNvPr id="63493" name="文本框 63492"/>
          <p:cNvSpPr txBox="1"/>
          <p:nvPr/>
        </p:nvSpPr>
        <p:spPr>
          <a:xfrm>
            <a:off x="814388" y="1042988"/>
            <a:ext cx="7558087" cy="1281112"/>
          </a:xfrm>
          <a:prstGeom prst="rect">
            <a:avLst/>
          </a:prstGeom>
          <a:noFill/>
          <a:ln w="38100">
            <a:noFill/>
          </a:ln>
        </p:spPr>
        <p:txBody>
          <a:bodyPr lIns="0" rIns="0">
            <a:spAutoFit/>
          </a:bodyPr>
          <a:lstStyle/>
          <a:p>
            <a:pPr algn="l">
              <a:spcBef>
                <a:spcPct val="50000"/>
              </a:spcBef>
            </a:pPr>
            <a:r>
              <a:rPr lang="zh-CN" altLang="en-US" b="1" u="sng" dirty="0">
                <a:solidFill>
                  <a:srgbClr val="FF0000"/>
                </a:solidFill>
                <a:latin typeface="仿宋_GB2312" pitchFamily="49" charset="-122"/>
                <a:ea typeface="仿宋_GB2312" pitchFamily="49" charset="-122"/>
              </a:rPr>
              <a:t>投影分析</a:t>
            </a:r>
            <a:r>
              <a:rPr lang="zh-CN" altLang="en-US" sz="1800" b="1" dirty="0">
                <a:solidFill>
                  <a:srgbClr val="FF0000"/>
                </a:solidFill>
                <a:latin typeface="仿宋_GB2312" pitchFamily="49" charset="-122"/>
                <a:ea typeface="仿宋_GB2312" pitchFamily="49" charset="-122"/>
              </a:rPr>
              <a:t>    </a:t>
            </a:r>
            <a:r>
              <a:rPr lang="zh-CN" altLang="en-US" sz="1800" b="1" dirty="0">
                <a:latin typeface="仿宋_GB2312" pitchFamily="49" charset="-122"/>
                <a:ea typeface="仿宋_GB2312" pitchFamily="49" charset="-122"/>
              </a:rPr>
              <a:t>从正面和侧面投影看出，四棱柱的四条棱线都穿过棱锥，所以两立体是全贯的。其交线是两条封闭折线。前面一条是空间折线，是四棱柱与三棱锥的前面两个棱面的交线；后面一条是平面折线，是四棱柱与三棱锥后面棱面的交线。</a:t>
            </a:r>
          </a:p>
        </p:txBody>
      </p:sp>
      <p:sp>
        <p:nvSpPr>
          <p:cNvPr id="63495" name="文本框 63494"/>
          <p:cNvSpPr txBox="1"/>
          <p:nvPr/>
        </p:nvSpPr>
        <p:spPr>
          <a:xfrm>
            <a:off x="822325" y="1066800"/>
            <a:ext cx="7558088" cy="1006475"/>
          </a:xfrm>
          <a:prstGeom prst="rect">
            <a:avLst/>
          </a:prstGeom>
          <a:noFill/>
          <a:ln w="38100">
            <a:noFill/>
          </a:ln>
        </p:spPr>
        <p:txBody>
          <a:bodyPr lIns="0" rIns="0">
            <a:spAutoFit/>
          </a:bodyPr>
          <a:lstStyle/>
          <a:p>
            <a:pPr algn="l">
              <a:spcBef>
                <a:spcPct val="50000"/>
              </a:spcBef>
            </a:pPr>
            <a:r>
              <a:rPr lang="zh-CN" altLang="en-US" b="1" u="sng" dirty="0">
                <a:solidFill>
                  <a:srgbClr val="FF0000"/>
                </a:solidFill>
                <a:latin typeface="仿宋_GB2312" pitchFamily="49" charset="-122"/>
                <a:ea typeface="仿宋_GB2312" pitchFamily="49" charset="-122"/>
              </a:rPr>
              <a:t>作图步骤</a:t>
            </a:r>
            <a:r>
              <a:rPr lang="zh-CN" altLang="en-US" sz="1800" b="1" dirty="0">
                <a:solidFill>
                  <a:srgbClr val="FF0000"/>
                </a:solidFill>
                <a:latin typeface="仿宋_GB2312" pitchFamily="49" charset="-122"/>
                <a:ea typeface="仿宋_GB2312" pitchFamily="49" charset="-122"/>
              </a:rPr>
              <a:t>    </a:t>
            </a:r>
            <a:r>
              <a:rPr lang="en-US" altLang="zh-CN" sz="1800" b="1" dirty="0">
                <a:latin typeface="仿宋_GB2312" pitchFamily="49" charset="-122"/>
                <a:ea typeface="仿宋_GB2312" pitchFamily="49" charset="-122"/>
              </a:rPr>
              <a:t>1.</a:t>
            </a:r>
            <a:r>
              <a:rPr lang="en-US" altLang="zh-CN" sz="1800" b="1" dirty="0">
                <a:solidFill>
                  <a:srgbClr val="FF0000"/>
                </a:solidFill>
                <a:latin typeface="仿宋_GB2312" pitchFamily="49" charset="-122"/>
                <a:ea typeface="仿宋_GB2312" pitchFamily="49" charset="-122"/>
              </a:rPr>
              <a:t>  </a:t>
            </a:r>
            <a:r>
              <a:rPr lang="zh-CN" altLang="en-US" sz="1800" b="1" dirty="0">
                <a:latin typeface="仿宋_GB2312" pitchFamily="49" charset="-122"/>
                <a:ea typeface="仿宋_GB2312" pitchFamily="49" charset="-122"/>
              </a:rPr>
              <a:t>先求四棱柱的两个水平棱面对三棱锥各棱面的交线。通过四棱柱上下两个棱面作水平面</a:t>
            </a:r>
            <a:r>
              <a:rPr lang="en-US" altLang="zh-CN" sz="1800" b="1" dirty="0">
                <a:latin typeface="仿宋_GB2312" pitchFamily="49" charset="-122"/>
                <a:ea typeface="仿宋_GB2312" pitchFamily="49" charset="-122"/>
              </a:rPr>
              <a:t>P</a:t>
            </a:r>
            <a:r>
              <a:rPr lang="zh-CN" altLang="en-US" sz="1800" b="1" dirty="0">
                <a:latin typeface="仿宋_GB2312" pitchFamily="49" charset="-122"/>
                <a:ea typeface="仿宋_GB2312" pitchFamily="49" charset="-122"/>
              </a:rPr>
              <a:t>和</a:t>
            </a:r>
            <a:r>
              <a:rPr lang="en-US" altLang="zh-CN" sz="1800" b="1" dirty="0">
                <a:latin typeface="仿宋_GB2312" pitchFamily="49" charset="-122"/>
                <a:ea typeface="仿宋_GB2312" pitchFamily="49" charset="-122"/>
              </a:rPr>
              <a:t>Q</a:t>
            </a:r>
            <a:r>
              <a:rPr lang="zh-CN" altLang="en-US" sz="1800" b="1" dirty="0">
                <a:latin typeface="仿宋_GB2312" pitchFamily="49" charset="-122"/>
                <a:ea typeface="仿宋_GB2312" pitchFamily="49" charset="-122"/>
              </a:rPr>
              <a:t>，</a:t>
            </a:r>
            <a:r>
              <a:rPr lang="en-US" altLang="zh-CN" sz="1800" b="1" dirty="0">
                <a:latin typeface="仿宋_GB2312" pitchFamily="49" charset="-122"/>
                <a:ea typeface="仿宋_GB2312" pitchFamily="49" charset="-122"/>
              </a:rPr>
              <a:t>P</a:t>
            </a:r>
            <a:r>
              <a:rPr lang="zh-CN" altLang="en-US" sz="1800" b="1" dirty="0">
                <a:latin typeface="仿宋_GB2312" pitchFamily="49" charset="-122"/>
                <a:ea typeface="仿宋_GB2312" pitchFamily="49" charset="-122"/>
              </a:rPr>
              <a:t>和</a:t>
            </a:r>
            <a:r>
              <a:rPr lang="en-US" altLang="zh-CN" sz="1800" b="1" dirty="0">
                <a:latin typeface="仿宋_GB2312" pitchFamily="49" charset="-122"/>
                <a:ea typeface="仿宋_GB2312" pitchFamily="49" charset="-122"/>
              </a:rPr>
              <a:t>Q</a:t>
            </a:r>
            <a:r>
              <a:rPr lang="zh-CN" altLang="en-US" sz="1800" b="1" dirty="0">
                <a:latin typeface="仿宋_GB2312" pitchFamily="49" charset="-122"/>
                <a:ea typeface="仿宋_GB2312" pitchFamily="49" charset="-122"/>
              </a:rPr>
              <a:t>与三棱锥各个棱面的交线分别与三棱锥的底面三角形的三条边平行。</a:t>
            </a:r>
          </a:p>
        </p:txBody>
      </p:sp>
      <p:sp>
        <p:nvSpPr>
          <p:cNvPr id="63497" name="文本框 63496"/>
          <p:cNvSpPr txBox="1"/>
          <p:nvPr/>
        </p:nvSpPr>
        <p:spPr>
          <a:xfrm>
            <a:off x="790575" y="1133475"/>
            <a:ext cx="7558088" cy="731838"/>
          </a:xfrm>
          <a:prstGeom prst="rect">
            <a:avLst/>
          </a:prstGeom>
          <a:noFill/>
          <a:ln w="38100">
            <a:noFill/>
          </a:ln>
        </p:spPr>
        <p:txBody>
          <a:bodyPr lIns="0" rIns="0">
            <a:spAutoFit/>
          </a:bodyPr>
          <a:lstStyle/>
          <a:p>
            <a:pPr algn="l">
              <a:spcBef>
                <a:spcPct val="50000"/>
              </a:spcBef>
            </a:pPr>
            <a:r>
              <a:rPr lang="zh-CN" altLang="en-US" b="1" u="sng" dirty="0">
                <a:solidFill>
                  <a:srgbClr val="FF0000"/>
                </a:solidFill>
                <a:latin typeface="仿宋_GB2312" pitchFamily="49" charset="-122"/>
                <a:ea typeface="仿宋_GB2312" pitchFamily="49" charset="-122"/>
              </a:rPr>
              <a:t>作图步骤</a:t>
            </a:r>
            <a:r>
              <a:rPr lang="zh-CN" altLang="en-US" sz="1800" dirty="0">
                <a:solidFill>
                  <a:srgbClr val="FF0000"/>
                </a:solidFill>
                <a:latin typeface="仿宋_GB2312" pitchFamily="49" charset="-122"/>
                <a:ea typeface="仿宋_GB2312" pitchFamily="49" charset="-122"/>
              </a:rPr>
              <a:t>    </a:t>
            </a:r>
            <a:r>
              <a:rPr lang="en-US" altLang="zh-CN" sz="1800">
                <a:latin typeface="仿宋_GB2312" pitchFamily="49" charset="-122"/>
                <a:ea typeface="仿宋_GB2312" pitchFamily="49" charset="-122"/>
              </a:rPr>
              <a:t>2.</a:t>
            </a:r>
            <a:r>
              <a:rPr lang="en-US" altLang="zh-CN" sz="1800">
                <a:solidFill>
                  <a:srgbClr val="FF0000"/>
                </a:solidFill>
                <a:latin typeface="仿宋_GB2312" pitchFamily="49" charset="-122"/>
                <a:ea typeface="仿宋_GB2312" pitchFamily="49" charset="-122"/>
              </a:rPr>
              <a:t>  </a:t>
            </a:r>
            <a:r>
              <a:rPr lang="zh-CN" altLang="en-US" sz="1800" dirty="0">
                <a:latin typeface="仿宋_GB2312" pitchFamily="49" charset="-122"/>
                <a:ea typeface="仿宋_GB2312" pitchFamily="49" charset="-122"/>
              </a:rPr>
              <a:t>求四棱柱左右两个侧面与三棱锥的交线。可以由四棱柱左右侧面投影的积聚性和步骤</a:t>
            </a:r>
            <a:r>
              <a:rPr lang="en-US" altLang="zh-CN" sz="1800">
                <a:latin typeface="仿宋_GB2312" pitchFamily="49" charset="-122"/>
                <a:ea typeface="仿宋_GB2312" pitchFamily="49" charset="-122"/>
              </a:rPr>
              <a:t>1</a:t>
            </a:r>
            <a:r>
              <a:rPr lang="zh-CN" altLang="en-US" sz="1800" dirty="0">
                <a:latin typeface="仿宋_GB2312" pitchFamily="49" charset="-122"/>
                <a:ea typeface="仿宋_GB2312" pitchFamily="49" charset="-122"/>
              </a:rPr>
              <a:t>中求出的交线共同确定。</a:t>
            </a:r>
          </a:p>
        </p:txBody>
      </p:sp>
      <p:sp>
        <p:nvSpPr>
          <p:cNvPr id="63498" name="文本框 63497"/>
          <p:cNvSpPr txBox="1"/>
          <p:nvPr/>
        </p:nvSpPr>
        <p:spPr>
          <a:xfrm>
            <a:off x="790575" y="1104900"/>
            <a:ext cx="7558088" cy="731838"/>
          </a:xfrm>
          <a:prstGeom prst="rect">
            <a:avLst/>
          </a:prstGeom>
          <a:noFill/>
          <a:ln w="38100">
            <a:noFill/>
          </a:ln>
        </p:spPr>
        <p:txBody>
          <a:bodyPr lIns="0" rIns="0">
            <a:spAutoFit/>
          </a:bodyPr>
          <a:lstStyle/>
          <a:p>
            <a:pPr algn="l">
              <a:spcBef>
                <a:spcPct val="50000"/>
              </a:spcBef>
            </a:pPr>
            <a:r>
              <a:rPr lang="zh-CN" altLang="en-US" b="1" u="sng" dirty="0">
                <a:solidFill>
                  <a:srgbClr val="FF0000"/>
                </a:solidFill>
                <a:latin typeface="仿宋_GB2312" pitchFamily="49" charset="-122"/>
                <a:ea typeface="仿宋_GB2312" pitchFamily="49" charset="-122"/>
              </a:rPr>
              <a:t>作图步骤</a:t>
            </a:r>
            <a:r>
              <a:rPr lang="zh-CN" altLang="en-US" sz="1800" b="1" dirty="0">
                <a:solidFill>
                  <a:srgbClr val="FF0000"/>
                </a:solidFill>
                <a:latin typeface="仿宋_GB2312" pitchFamily="49" charset="-122"/>
                <a:ea typeface="仿宋_GB2312" pitchFamily="49" charset="-122"/>
              </a:rPr>
              <a:t>    </a:t>
            </a:r>
            <a:r>
              <a:rPr lang="en-US" altLang="zh-CN" sz="1800" b="1" dirty="0">
                <a:latin typeface="仿宋_GB2312" pitchFamily="49" charset="-122"/>
                <a:ea typeface="仿宋_GB2312" pitchFamily="49" charset="-122"/>
              </a:rPr>
              <a:t>3.</a:t>
            </a:r>
            <a:r>
              <a:rPr lang="en-US" altLang="zh-CN" sz="1800" b="1" dirty="0">
                <a:solidFill>
                  <a:srgbClr val="FF0000"/>
                </a:solidFill>
                <a:latin typeface="仿宋_GB2312" pitchFamily="49" charset="-122"/>
                <a:ea typeface="仿宋_GB2312" pitchFamily="49" charset="-122"/>
              </a:rPr>
              <a:t>  </a:t>
            </a:r>
            <a:r>
              <a:rPr lang="zh-CN" altLang="en-US" sz="1800" b="1" dirty="0">
                <a:latin typeface="仿宋_GB2312" pitchFamily="49" charset="-122"/>
                <a:ea typeface="仿宋_GB2312" pitchFamily="49" charset="-122"/>
              </a:rPr>
              <a:t>连线。注意判别交线的可见性，在</a:t>
            </a:r>
            <a:r>
              <a:rPr lang="en-US" altLang="zh-CN" sz="1800" b="1" dirty="0">
                <a:latin typeface="仿宋_GB2312" pitchFamily="49" charset="-122"/>
                <a:ea typeface="仿宋_GB2312" pitchFamily="49" charset="-122"/>
              </a:rPr>
              <a:t>P</a:t>
            </a:r>
            <a:r>
              <a:rPr lang="zh-CN" altLang="en-US" sz="1800" b="1" dirty="0">
                <a:latin typeface="仿宋_GB2312" pitchFamily="49" charset="-122"/>
                <a:ea typeface="仿宋_GB2312" pitchFamily="49" charset="-122"/>
              </a:rPr>
              <a:t>面内的交线可见，在</a:t>
            </a:r>
            <a:r>
              <a:rPr lang="en-US" altLang="zh-CN" sz="1800" b="1" dirty="0">
                <a:latin typeface="仿宋_GB2312" pitchFamily="49" charset="-122"/>
                <a:ea typeface="仿宋_GB2312" pitchFamily="49" charset="-122"/>
              </a:rPr>
              <a:t>Q</a:t>
            </a:r>
            <a:r>
              <a:rPr lang="zh-CN" altLang="en-US" sz="1800" b="1" dirty="0">
                <a:latin typeface="仿宋_GB2312" pitchFamily="49" charset="-122"/>
                <a:ea typeface="仿宋_GB2312" pitchFamily="49" charset="-122"/>
              </a:rPr>
              <a:t>面内的交线不可见。</a:t>
            </a:r>
          </a:p>
        </p:txBody>
      </p:sp>
      <p:pic>
        <p:nvPicPr>
          <p:cNvPr id="63500" name="图片 63499"/>
          <p:cNvPicPr>
            <a:picLocks noChangeAspect="1"/>
          </p:cNvPicPr>
          <p:nvPr/>
        </p:nvPicPr>
        <p:blipFill rotWithShape="1">
          <a:blip r:embed="rId4"/>
          <a:srcRect b="885"/>
          <a:stretch>
            <a:fillRect/>
          </a:stretch>
        </p:blipFill>
        <p:spPr>
          <a:xfrm>
            <a:off x="946800" y="2300400"/>
            <a:ext cx="4975225" cy="4021742"/>
          </a:xfrm>
          <a:prstGeom prst="rect">
            <a:avLst/>
          </a:prstGeom>
          <a:noFill/>
          <a:ln w="38100">
            <a:noFill/>
          </a:ln>
        </p:spPr>
      </p:pic>
      <p:sp>
        <p:nvSpPr>
          <p:cNvPr id="63501" name="直接连接符 63500"/>
          <p:cNvSpPr/>
          <p:nvPr/>
        </p:nvSpPr>
        <p:spPr>
          <a:xfrm>
            <a:off x="1303338" y="3087688"/>
            <a:ext cx="1989137" cy="0"/>
          </a:xfrm>
          <a:prstGeom prst="line">
            <a:avLst/>
          </a:prstGeom>
          <a:ln w="6350" cap="flat" cmpd="sng">
            <a:solidFill>
              <a:schemeClr val="accent2"/>
            </a:solidFill>
            <a:prstDash val="solid"/>
            <a:headEnd type="none" w="med" len="med"/>
            <a:tailEnd type="none" w="med" len="med"/>
          </a:ln>
        </p:spPr>
      </p:sp>
      <p:sp>
        <p:nvSpPr>
          <p:cNvPr id="63502" name="文本框 63501"/>
          <p:cNvSpPr txBox="1"/>
          <p:nvPr/>
        </p:nvSpPr>
        <p:spPr>
          <a:xfrm>
            <a:off x="3032125" y="2774950"/>
            <a:ext cx="366713" cy="304800"/>
          </a:xfrm>
          <a:prstGeom prst="rect">
            <a:avLst/>
          </a:prstGeom>
          <a:noFill/>
          <a:ln w="38100">
            <a:noFill/>
          </a:ln>
        </p:spPr>
        <p:txBody>
          <a:bodyPr>
            <a:spAutoFit/>
          </a:bodyPr>
          <a:lstStyle/>
          <a:p>
            <a:pPr>
              <a:spcBef>
                <a:spcPct val="50000"/>
              </a:spcBef>
            </a:pPr>
            <a:r>
              <a:rPr lang="en-US" altLang="zh-CN" sz="1400" i="1">
                <a:latin typeface="Times New Roman" panose="02020603050405020304" pitchFamily="18" charset="0"/>
                <a:ea typeface="宋体" panose="02010600030101010101" pitchFamily="2" charset="-122"/>
              </a:rPr>
              <a:t>P</a:t>
            </a:r>
            <a:r>
              <a:rPr lang="en-US" altLang="zh-CN" sz="1400" i="1" baseline="-25000">
                <a:latin typeface="Times New Roman" panose="02020603050405020304" pitchFamily="18" charset="0"/>
                <a:ea typeface="宋体" panose="02010600030101010101" pitchFamily="2" charset="-122"/>
              </a:rPr>
              <a:t>V</a:t>
            </a:r>
          </a:p>
        </p:txBody>
      </p:sp>
      <p:sp>
        <p:nvSpPr>
          <p:cNvPr id="63503" name="直接连接符 63502"/>
          <p:cNvSpPr/>
          <p:nvPr/>
        </p:nvSpPr>
        <p:spPr>
          <a:xfrm>
            <a:off x="2552700" y="3086100"/>
            <a:ext cx="0" cy="1897063"/>
          </a:xfrm>
          <a:prstGeom prst="line">
            <a:avLst/>
          </a:prstGeom>
          <a:ln w="6350" cap="flat" cmpd="sng">
            <a:solidFill>
              <a:schemeClr val="accent2"/>
            </a:solidFill>
            <a:prstDash val="solid"/>
            <a:headEnd type="none" w="med" len="med"/>
            <a:tailEnd type="none" w="med" len="med"/>
          </a:ln>
        </p:spPr>
      </p:sp>
      <p:sp>
        <p:nvSpPr>
          <p:cNvPr id="63504" name="直接连接符 63503"/>
          <p:cNvSpPr/>
          <p:nvPr/>
        </p:nvSpPr>
        <p:spPr>
          <a:xfrm flipH="1">
            <a:off x="1698625" y="4983163"/>
            <a:ext cx="854075" cy="0"/>
          </a:xfrm>
          <a:prstGeom prst="line">
            <a:avLst/>
          </a:prstGeom>
          <a:ln w="6350" cap="flat" cmpd="sng">
            <a:solidFill>
              <a:schemeClr val="accent2"/>
            </a:solidFill>
            <a:prstDash val="solid"/>
            <a:headEnd type="none" w="med" len="med"/>
            <a:tailEnd type="none" w="med" len="med"/>
          </a:ln>
        </p:spPr>
      </p:sp>
      <p:sp>
        <p:nvSpPr>
          <p:cNvPr id="63505" name="直接连接符 63504"/>
          <p:cNvSpPr/>
          <p:nvPr/>
        </p:nvSpPr>
        <p:spPr>
          <a:xfrm>
            <a:off x="1698625" y="4983163"/>
            <a:ext cx="434975" cy="715962"/>
          </a:xfrm>
          <a:prstGeom prst="line">
            <a:avLst/>
          </a:prstGeom>
          <a:ln w="6350" cap="flat" cmpd="sng">
            <a:solidFill>
              <a:schemeClr val="accent2"/>
            </a:solidFill>
            <a:prstDash val="solid"/>
            <a:headEnd type="none" w="med" len="med"/>
            <a:tailEnd type="none" w="med" len="med"/>
          </a:ln>
        </p:spPr>
      </p:sp>
      <p:sp>
        <p:nvSpPr>
          <p:cNvPr id="63506" name="直接连接符 63505"/>
          <p:cNvSpPr/>
          <p:nvPr/>
        </p:nvSpPr>
        <p:spPr>
          <a:xfrm flipV="1">
            <a:off x="2133600" y="4983163"/>
            <a:ext cx="419100" cy="715962"/>
          </a:xfrm>
          <a:prstGeom prst="line">
            <a:avLst/>
          </a:prstGeom>
          <a:ln w="6350" cap="flat" cmpd="sng">
            <a:solidFill>
              <a:schemeClr val="accent2"/>
            </a:solidFill>
            <a:prstDash val="solid"/>
            <a:headEnd type="none" w="med" len="med"/>
            <a:tailEnd type="none" w="med" len="med"/>
          </a:ln>
        </p:spPr>
      </p:sp>
      <p:sp>
        <p:nvSpPr>
          <p:cNvPr id="63507" name="直接连接符 63506"/>
          <p:cNvSpPr/>
          <p:nvPr/>
        </p:nvSpPr>
        <p:spPr>
          <a:xfrm>
            <a:off x="1227138" y="3619500"/>
            <a:ext cx="2141537" cy="0"/>
          </a:xfrm>
          <a:prstGeom prst="line">
            <a:avLst/>
          </a:prstGeom>
          <a:ln w="6350" cap="flat" cmpd="sng">
            <a:solidFill>
              <a:schemeClr val="accent2"/>
            </a:solidFill>
            <a:prstDash val="solid"/>
            <a:headEnd type="none" w="med" len="med"/>
            <a:tailEnd type="none" w="med" len="med"/>
          </a:ln>
        </p:spPr>
      </p:sp>
      <p:sp>
        <p:nvSpPr>
          <p:cNvPr id="63509" name="文本框 63508"/>
          <p:cNvSpPr txBox="1"/>
          <p:nvPr/>
        </p:nvSpPr>
        <p:spPr>
          <a:xfrm>
            <a:off x="3108325" y="3311525"/>
            <a:ext cx="396875" cy="304800"/>
          </a:xfrm>
          <a:prstGeom prst="rect">
            <a:avLst/>
          </a:prstGeom>
          <a:noFill/>
          <a:ln w="38100">
            <a:noFill/>
          </a:ln>
        </p:spPr>
        <p:txBody>
          <a:bodyPr>
            <a:spAutoFit/>
          </a:bodyPr>
          <a:lstStyle/>
          <a:p>
            <a:pPr>
              <a:spcBef>
                <a:spcPct val="50000"/>
              </a:spcBef>
            </a:pPr>
            <a:r>
              <a:rPr lang="en-US" altLang="zh-CN" sz="1400" i="1">
                <a:latin typeface="Times New Roman" panose="02020603050405020304" pitchFamily="18" charset="0"/>
                <a:ea typeface="宋体" panose="02010600030101010101" pitchFamily="2" charset="-122"/>
              </a:rPr>
              <a:t>Q</a:t>
            </a:r>
            <a:r>
              <a:rPr lang="en-US" altLang="zh-CN" sz="1400" i="1" baseline="-25000">
                <a:latin typeface="Times New Roman" panose="02020603050405020304" pitchFamily="18" charset="0"/>
                <a:ea typeface="宋体" panose="02010600030101010101" pitchFamily="2" charset="-122"/>
              </a:rPr>
              <a:t>V</a:t>
            </a:r>
          </a:p>
        </p:txBody>
      </p:sp>
      <p:sp>
        <p:nvSpPr>
          <p:cNvPr id="63510" name="直接连接符 63509"/>
          <p:cNvSpPr/>
          <p:nvPr/>
        </p:nvSpPr>
        <p:spPr>
          <a:xfrm>
            <a:off x="2895600" y="3627438"/>
            <a:ext cx="0" cy="1157287"/>
          </a:xfrm>
          <a:prstGeom prst="line">
            <a:avLst/>
          </a:prstGeom>
          <a:ln w="6350" cap="flat" cmpd="sng">
            <a:solidFill>
              <a:schemeClr val="accent2"/>
            </a:solidFill>
            <a:prstDash val="solid"/>
            <a:headEnd type="none" w="med" len="med"/>
            <a:tailEnd type="none" w="med" len="med"/>
          </a:ln>
        </p:spPr>
      </p:sp>
      <p:sp>
        <p:nvSpPr>
          <p:cNvPr id="63511" name="直接连接符 63510"/>
          <p:cNvSpPr/>
          <p:nvPr/>
        </p:nvSpPr>
        <p:spPr>
          <a:xfrm flipH="1">
            <a:off x="1363663" y="4784725"/>
            <a:ext cx="1531937" cy="0"/>
          </a:xfrm>
          <a:prstGeom prst="line">
            <a:avLst/>
          </a:prstGeom>
          <a:ln w="6350" cap="flat" cmpd="sng">
            <a:solidFill>
              <a:schemeClr val="accent2"/>
            </a:solidFill>
            <a:prstDash val="solid"/>
            <a:headEnd type="none" w="med" len="med"/>
            <a:tailEnd type="none" w="med" len="med"/>
          </a:ln>
        </p:spPr>
      </p:sp>
      <p:sp>
        <p:nvSpPr>
          <p:cNvPr id="63512" name="直接连接符 63511"/>
          <p:cNvSpPr/>
          <p:nvPr/>
        </p:nvSpPr>
        <p:spPr>
          <a:xfrm>
            <a:off x="1363663" y="4784725"/>
            <a:ext cx="762000" cy="1295400"/>
          </a:xfrm>
          <a:prstGeom prst="line">
            <a:avLst/>
          </a:prstGeom>
          <a:ln w="6350" cap="flat" cmpd="sng">
            <a:solidFill>
              <a:schemeClr val="accent2"/>
            </a:solidFill>
            <a:prstDash val="solid"/>
            <a:headEnd type="none" w="med" len="med"/>
            <a:tailEnd type="none" w="med" len="med"/>
          </a:ln>
        </p:spPr>
      </p:sp>
      <p:sp>
        <p:nvSpPr>
          <p:cNvPr id="63513" name="直接连接符 63512"/>
          <p:cNvSpPr/>
          <p:nvPr/>
        </p:nvSpPr>
        <p:spPr>
          <a:xfrm flipV="1">
            <a:off x="2125663" y="4784725"/>
            <a:ext cx="769937" cy="1295400"/>
          </a:xfrm>
          <a:prstGeom prst="line">
            <a:avLst/>
          </a:prstGeom>
          <a:ln w="6350" cap="flat" cmpd="sng">
            <a:solidFill>
              <a:schemeClr val="accent2"/>
            </a:solidFill>
            <a:prstDash val="solid"/>
            <a:headEnd type="none" w="med" len="med"/>
            <a:tailEnd type="none" w="med" len="med"/>
          </a:ln>
        </p:spPr>
      </p:sp>
      <p:sp>
        <p:nvSpPr>
          <p:cNvPr id="63514" name="直接连接符 63513"/>
          <p:cNvSpPr/>
          <p:nvPr/>
        </p:nvSpPr>
        <p:spPr>
          <a:xfrm flipV="1">
            <a:off x="1866900" y="5257800"/>
            <a:ext cx="0" cy="381000"/>
          </a:xfrm>
          <a:prstGeom prst="line">
            <a:avLst/>
          </a:prstGeom>
          <a:ln w="25400" cap="flat" cmpd="sng">
            <a:solidFill>
              <a:srgbClr val="FF0000"/>
            </a:solidFill>
            <a:prstDash val="solid"/>
            <a:headEnd type="none" w="med" len="med"/>
            <a:tailEnd type="none" w="med" len="med"/>
          </a:ln>
        </p:spPr>
      </p:sp>
      <p:sp>
        <p:nvSpPr>
          <p:cNvPr id="63515" name="直接连接符 63514"/>
          <p:cNvSpPr/>
          <p:nvPr/>
        </p:nvSpPr>
        <p:spPr>
          <a:xfrm flipV="1">
            <a:off x="2400300" y="5241925"/>
            <a:ext cx="0" cy="366713"/>
          </a:xfrm>
          <a:prstGeom prst="line">
            <a:avLst/>
          </a:prstGeom>
          <a:ln w="25400" cap="flat" cmpd="sng">
            <a:solidFill>
              <a:srgbClr val="FF0000"/>
            </a:solidFill>
            <a:prstDash val="solid"/>
            <a:headEnd type="none" w="med" len="med"/>
            <a:tailEnd type="none" w="med" len="med"/>
          </a:ln>
        </p:spPr>
      </p:sp>
      <p:sp>
        <p:nvSpPr>
          <p:cNvPr id="63516" name="直接连接符 63515"/>
          <p:cNvSpPr/>
          <p:nvPr/>
        </p:nvSpPr>
        <p:spPr>
          <a:xfrm flipH="1">
            <a:off x="1866900" y="4792663"/>
            <a:ext cx="0" cy="190500"/>
          </a:xfrm>
          <a:prstGeom prst="line">
            <a:avLst/>
          </a:prstGeom>
          <a:ln w="25400" cap="flat" cmpd="sng">
            <a:solidFill>
              <a:srgbClr val="FF0000"/>
            </a:solidFill>
            <a:prstDash val="solid"/>
            <a:headEnd type="none" w="med" len="med"/>
            <a:tailEnd type="none" w="med" len="med"/>
          </a:ln>
        </p:spPr>
      </p:sp>
      <p:sp>
        <p:nvSpPr>
          <p:cNvPr id="63517" name="直接连接符 63516"/>
          <p:cNvSpPr/>
          <p:nvPr/>
        </p:nvSpPr>
        <p:spPr>
          <a:xfrm flipH="1">
            <a:off x="2400300" y="4784725"/>
            <a:ext cx="0" cy="196850"/>
          </a:xfrm>
          <a:prstGeom prst="line">
            <a:avLst/>
          </a:prstGeom>
          <a:ln w="25400" cap="flat" cmpd="sng">
            <a:solidFill>
              <a:srgbClr val="FF0000"/>
            </a:solidFill>
            <a:prstDash val="solid"/>
            <a:headEnd type="none" w="med" len="med"/>
            <a:tailEnd type="none" w="med" len="med"/>
          </a:ln>
        </p:spPr>
      </p:sp>
      <p:sp>
        <p:nvSpPr>
          <p:cNvPr id="63518" name="直接连接符 63517"/>
          <p:cNvSpPr/>
          <p:nvPr/>
        </p:nvSpPr>
        <p:spPr>
          <a:xfrm>
            <a:off x="1858963" y="5257800"/>
            <a:ext cx="274637" cy="434975"/>
          </a:xfrm>
          <a:prstGeom prst="line">
            <a:avLst/>
          </a:prstGeom>
          <a:ln w="28575" cap="flat" cmpd="sng">
            <a:solidFill>
              <a:schemeClr val="accent2"/>
            </a:solidFill>
            <a:prstDash val="solid"/>
            <a:headEnd type="none" w="med" len="med"/>
            <a:tailEnd type="none" w="med" len="med"/>
          </a:ln>
        </p:spPr>
      </p:sp>
      <p:sp>
        <p:nvSpPr>
          <p:cNvPr id="63519" name="直接连接符 63518"/>
          <p:cNvSpPr/>
          <p:nvPr/>
        </p:nvSpPr>
        <p:spPr>
          <a:xfrm flipV="1">
            <a:off x="2125663" y="5243513"/>
            <a:ext cx="266700" cy="457200"/>
          </a:xfrm>
          <a:prstGeom prst="line">
            <a:avLst/>
          </a:prstGeom>
          <a:ln w="28575" cap="flat" cmpd="sng">
            <a:solidFill>
              <a:schemeClr val="accent2"/>
            </a:solidFill>
            <a:prstDash val="solid"/>
            <a:headEnd type="none" w="med" len="med"/>
            <a:tailEnd type="none" w="med" len="med"/>
          </a:ln>
        </p:spPr>
      </p:sp>
      <p:sp>
        <p:nvSpPr>
          <p:cNvPr id="63521" name="直接连接符 63520"/>
          <p:cNvSpPr/>
          <p:nvPr/>
        </p:nvSpPr>
        <p:spPr>
          <a:xfrm>
            <a:off x="1874838" y="5654675"/>
            <a:ext cx="242887" cy="425450"/>
          </a:xfrm>
          <a:prstGeom prst="line">
            <a:avLst/>
          </a:prstGeom>
          <a:ln w="28575" cap="flat" cmpd="sng">
            <a:solidFill>
              <a:schemeClr val="bg1"/>
            </a:solidFill>
            <a:prstDash val="solid"/>
            <a:headEnd type="none" w="med" len="med"/>
            <a:tailEnd type="none" w="med" len="med"/>
          </a:ln>
        </p:spPr>
      </p:sp>
      <p:sp>
        <p:nvSpPr>
          <p:cNvPr id="63522" name="直接连接符 63521"/>
          <p:cNvSpPr/>
          <p:nvPr/>
        </p:nvSpPr>
        <p:spPr>
          <a:xfrm>
            <a:off x="1874838" y="5661025"/>
            <a:ext cx="242887" cy="412750"/>
          </a:xfrm>
          <a:prstGeom prst="line">
            <a:avLst/>
          </a:prstGeom>
          <a:ln w="6350" cap="flat" cmpd="sng">
            <a:solidFill>
              <a:schemeClr val="accent2"/>
            </a:solidFill>
            <a:prstDash val="lgDash"/>
            <a:headEnd type="none" w="med" len="med"/>
            <a:tailEnd type="none" w="med" len="med"/>
          </a:ln>
        </p:spPr>
      </p:sp>
      <p:sp>
        <p:nvSpPr>
          <p:cNvPr id="63523" name="直接连接符 63522"/>
          <p:cNvSpPr/>
          <p:nvPr/>
        </p:nvSpPr>
        <p:spPr>
          <a:xfrm flipV="1">
            <a:off x="2125663" y="5638800"/>
            <a:ext cx="258762" cy="434975"/>
          </a:xfrm>
          <a:prstGeom prst="line">
            <a:avLst/>
          </a:prstGeom>
          <a:ln w="38100" cap="flat" cmpd="sng">
            <a:solidFill>
              <a:schemeClr val="bg1"/>
            </a:solidFill>
            <a:prstDash val="solid"/>
            <a:headEnd type="none" w="med" len="med"/>
            <a:tailEnd type="none" w="med" len="med"/>
          </a:ln>
        </p:spPr>
      </p:sp>
      <p:sp>
        <p:nvSpPr>
          <p:cNvPr id="63524" name="直接连接符 63523"/>
          <p:cNvSpPr/>
          <p:nvPr/>
        </p:nvSpPr>
        <p:spPr>
          <a:xfrm flipV="1">
            <a:off x="2117725" y="5638800"/>
            <a:ext cx="274638" cy="441325"/>
          </a:xfrm>
          <a:prstGeom prst="line">
            <a:avLst/>
          </a:prstGeom>
          <a:ln w="6350" cap="flat" cmpd="sng">
            <a:solidFill>
              <a:schemeClr val="accent2"/>
            </a:solidFill>
            <a:prstDash val="lgDash"/>
            <a:headEnd type="none" w="med" len="med"/>
            <a:tailEnd type="none" w="med" len="med"/>
          </a:ln>
        </p:spPr>
      </p:sp>
      <p:sp>
        <p:nvSpPr>
          <p:cNvPr id="63525" name="直接连接符 63524"/>
          <p:cNvSpPr/>
          <p:nvPr/>
        </p:nvSpPr>
        <p:spPr>
          <a:xfrm>
            <a:off x="1874838" y="5845175"/>
            <a:ext cx="242887" cy="441325"/>
          </a:xfrm>
          <a:prstGeom prst="line">
            <a:avLst/>
          </a:prstGeom>
          <a:ln w="6350" cap="flat" cmpd="sng">
            <a:solidFill>
              <a:schemeClr val="accent2"/>
            </a:solidFill>
            <a:prstDash val="lgDash"/>
            <a:headEnd type="none" w="med" len="med"/>
            <a:tailEnd type="none" w="med" len="med"/>
          </a:ln>
        </p:spPr>
      </p:sp>
      <p:sp>
        <p:nvSpPr>
          <p:cNvPr id="63526" name="直接连接符 63525"/>
          <p:cNvSpPr/>
          <p:nvPr/>
        </p:nvSpPr>
        <p:spPr>
          <a:xfrm flipV="1">
            <a:off x="2117725" y="5845175"/>
            <a:ext cx="274638" cy="433388"/>
          </a:xfrm>
          <a:prstGeom prst="line">
            <a:avLst/>
          </a:prstGeom>
          <a:ln w="6350" cap="flat" cmpd="sng">
            <a:solidFill>
              <a:schemeClr val="accent2"/>
            </a:solidFill>
            <a:prstDash val="lgDash"/>
            <a:headEnd type="none" w="med" len="med"/>
            <a:tailEnd type="none" w="med" len="med"/>
          </a:ln>
        </p:spPr>
      </p:sp>
      <p:sp>
        <p:nvSpPr>
          <p:cNvPr id="63527" name="直接连接符 63526"/>
          <p:cNvSpPr/>
          <p:nvPr/>
        </p:nvSpPr>
        <p:spPr>
          <a:xfrm>
            <a:off x="2133600" y="5570538"/>
            <a:ext cx="0" cy="98425"/>
          </a:xfrm>
          <a:prstGeom prst="line">
            <a:avLst/>
          </a:prstGeom>
          <a:ln w="25400" cap="flat" cmpd="sng">
            <a:solidFill>
              <a:schemeClr val="tx1"/>
            </a:solidFill>
            <a:prstDash val="solid"/>
            <a:headEnd type="none" w="med" len="med"/>
            <a:tailEnd type="none" w="med" len="med"/>
          </a:ln>
        </p:spPr>
      </p:sp>
      <p:sp>
        <p:nvSpPr>
          <p:cNvPr id="63528" name="直接连接符 63527"/>
          <p:cNvSpPr/>
          <p:nvPr/>
        </p:nvSpPr>
        <p:spPr>
          <a:xfrm>
            <a:off x="2117725" y="6073775"/>
            <a:ext cx="0" cy="212725"/>
          </a:xfrm>
          <a:prstGeom prst="line">
            <a:avLst/>
          </a:prstGeom>
          <a:ln w="6350" cap="flat" cmpd="sng">
            <a:solidFill>
              <a:schemeClr val="accent2"/>
            </a:solidFill>
            <a:prstDash val="lgDash"/>
            <a:headEnd type="none" w="med" len="med"/>
            <a:tailEnd type="none" w="med" len="med"/>
          </a:ln>
        </p:spPr>
      </p:sp>
      <p:sp>
        <p:nvSpPr>
          <p:cNvPr id="63529" name="直接连接符 63528"/>
          <p:cNvSpPr/>
          <p:nvPr/>
        </p:nvSpPr>
        <p:spPr>
          <a:xfrm>
            <a:off x="1874838" y="4784725"/>
            <a:ext cx="517525" cy="0"/>
          </a:xfrm>
          <a:prstGeom prst="line">
            <a:avLst/>
          </a:prstGeom>
          <a:ln w="19050" cap="flat" cmpd="sng">
            <a:solidFill>
              <a:schemeClr val="bg1"/>
            </a:solidFill>
            <a:prstDash val="solid"/>
            <a:headEnd type="none" w="med" len="med"/>
            <a:tailEnd type="none" w="med" len="med"/>
          </a:ln>
        </p:spPr>
      </p:sp>
      <p:sp>
        <p:nvSpPr>
          <p:cNvPr id="63530" name="直接连接符 63529"/>
          <p:cNvSpPr/>
          <p:nvPr/>
        </p:nvSpPr>
        <p:spPr>
          <a:xfrm>
            <a:off x="1890000" y="4788000"/>
            <a:ext cx="517525" cy="0"/>
          </a:xfrm>
          <a:prstGeom prst="line">
            <a:avLst/>
          </a:prstGeom>
          <a:ln w="6350" cap="flat" cmpd="sng">
            <a:solidFill>
              <a:schemeClr val="tx1"/>
            </a:solidFill>
            <a:prstDash val="lgDash"/>
            <a:headEnd type="none" w="med" len="med"/>
            <a:tailEnd type="none" w="med" len="med"/>
          </a:ln>
        </p:spPr>
      </p:sp>
      <p:sp>
        <p:nvSpPr>
          <p:cNvPr id="63531" name="直接连接符 63530"/>
          <p:cNvSpPr/>
          <p:nvPr/>
        </p:nvSpPr>
        <p:spPr>
          <a:xfrm>
            <a:off x="1874838" y="4983163"/>
            <a:ext cx="517525" cy="0"/>
          </a:xfrm>
          <a:prstGeom prst="line">
            <a:avLst/>
          </a:prstGeom>
          <a:ln w="25400" cap="flat" cmpd="sng">
            <a:solidFill>
              <a:schemeClr val="accent2"/>
            </a:solidFill>
            <a:prstDash val="solid"/>
            <a:headEnd type="none" w="med" len="med"/>
            <a:tailEnd type="none" w="med" len="med"/>
          </a:ln>
        </p:spPr>
      </p:sp>
      <p:sp>
        <p:nvSpPr>
          <p:cNvPr id="63532" name="直接连接符 63531"/>
          <p:cNvSpPr/>
          <p:nvPr/>
        </p:nvSpPr>
        <p:spPr>
          <a:xfrm>
            <a:off x="1874838" y="4694238"/>
            <a:ext cx="525462" cy="0"/>
          </a:xfrm>
          <a:prstGeom prst="line">
            <a:avLst/>
          </a:prstGeom>
          <a:ln w="6350" cap="flat" cmpd="sng">
            <a:solidFill>
              <a:schemeClr val="accent2"/>
            </a:solidFill>
            <a:prstDash val="lgDash"/>
            <a:headEnd type="none" w="med" len="med"/>
            <a:tailEnd type="none" w="med" len="med"/>
          </a:ln>
        </p:spPr>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3492"/>
                                        </p:tgtEl>
                                        <p:attrNameLst>
                                          <p:attrName>style.visibility</p:attrName>
                                        </p:attrNameLst>
                                      </p:cBhvr>
                                      <p:to>
                                        <p:strVal val="visible"/>
                                      </p:to>
                                    </p:set>
                                    <p:anim calcmode="lin" valueType="num">
                                      <p:cBhvr additive="base">
                                        <p:cTn id="7" dur="500" fill="hold"/>
                                        <p:tgtEl>
                                          <p:spTgt spid="63492"/>
                                        </p:tgtEl>
                                        <p:attrNameLst>
                                          <p:attrName>ppt_x</p:attrName>
                                        </p:attrNameLst>
                                      </p:cBhvr>
                                      <p:tavLst>
                                        <p:tav tm="0">
                                          <p:val>
                                            <p:strVal val="1+#ppt_w/2"/>
                                          </p:val>
                                        </p:tav>
                                        <p:tav tm="100000">
                                          <p:val>
                                            <p:strVal val="#ppt_x"/>
                                          </p:val>
                                        </p:tav>
                                      </p:tavLst>
                                    </p:anim>
                                    <p:anim calcmode="lin" valueType="num">
                                      <p:cBhvr additive="base">
                                        <p:cTn id="8" dur="500" fill="hold"/>
                                        <p:tgtEl>
                                          <p:spTgt spid="634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3500"/>
                                        </p:tgtEl>
                                        <p:attrNameLst>
                                          <p:attrName>style.visibility</p:attrName>
                                        </p:attrNameLst>
                                      </p:cBhvr>
                                      <p:to>
                                        <p:strVal val="visible"/>
                                      </p:to>
                                    </p:set>
                                    <p:anim calcmode="lin" valueType="num">
                                      <p:cBhvr additive="base">
                                        <p:cTn id="13" dur="500" fill="hold"/>
                                        <p:tgtEl>
                                          <p:spTgt spid="63500"/>
                                        </p:tgtEl>
                                        <p:attrNameLst>
                                          <p:attrName>ppt_x</p:attrName>
                                        </p:attrNameLst>
                                      </p:cBhvr>
                                      <p:tavLst>
                                        <p:tav tm="0">
                                          <p:val>
                                            <p:strVal val="0-#ppt_w/2"/>
                                          </p:val>
                                        </p:tav>
                                        <p:tav tm="100000">
                                          <p:val>
                                            <p:strVal val="#ppt_x"/>
                                          </p:val>
                                        </p:tav>
                                      </p:tavLst>
                                    </p:anim>
                                    <p:anim calcmode="lin" valueType="num">
                                      <p:cBhvr additive="base">
                                        <p:cTn id="14" dur="500" fill="hold"/>
                                        <p:tgtEl>
                                          <p:spTgt spid="6350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3493"/>
                                        </p:tgtEl>
                                        <p:attrNameLst>
                                          <p:attrName>style.visibility</p:attrName>
                                        </p:attrNameLst>
                                      </p:cBhvr>
                                      <p:to>
                                        <p:strVal val="visible"/>
                                      </p:to>
                                    </p:set>
                                    <p:anim calcmode="lin" valueType="num">
                                      <p:cBhvr additive="base">
                                        <p:cTn id="19" dur="500" fill="hold"/>
                                        <p:tgtEl>
                                          <p:spTgt spid="63493"/>
                                        </p:tgtEl>
                                        <p:attrNameLst>
                                          <p:attrName>ppt_x</p:attrName>
                                        </p:attrNameLst>
                                      </p:cBhvr>
                                      <p:tavLst>
                                        <p:tav tm="0">
                                          <p:val>
                                            <p:strVal val="0-#ppt_w/2"/>
                                          </p:val>
                                        </p:tav>
                                        <p:tav tm="100000">
                                          <p:val>
                                            <p:strVal val="#ppt_x"/>
                                          </p:val>
                                        </p:tav>
                                      </p:tavLst>
                                    </p:anim>
                                    <p:anim calcmode="lin" valueType="num">
                                      <p:cBhvr additive="base">
                                        <p:cTn id="20" dur="500" fill="hold"/>
                                        <p:tgtEl>
                                          <p:spTgt spid="6349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3493"/>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3495"/>
                                        </p:tgtEl>
                                        <p:attrNameLst>
                                          <p:attrName>style.visibility</p:attrName>
                                        </p:attrNameLst>
                                      </p:cBhvr>
                                      <p:to>
                                        <p:strVal val="visible"/>
                                      </p:to>
                                    </p:set>
                                    <p:anim calcmode="lin" valueType="num">
                                      <p:cBhvr additive="base">
                                        <p:cTn id="25" dur="500" fill="hold"/>
                                        <p:tgtEl>
                                          <p:spTgt spid="63495"/>
                                        </p:tgtEl>
                                        <p:attrNameLst>
                                          <p:attrName>ppt_x</p:attrName>
                                        </p:attrNameLst>
                                      </p:cBhvr>
                                      <p:tavLst>
                                        <p:tav tm="0">
                                          <p:val>
                                            <p:strVal val="0-#ppt_w/2"/>
                                          </p:val>
                                        </p:tav>
                                        <p:tav tm="100000">
                                          <p:val>
                                            <p:strVal val="#ppt_x"/>
                                          </p:val>
                                        </p:tav>
                                      </p:tavLst>
                                    </p:anim>
                                    <p:anim calcmode="lin" valueType="num">
                                      <p:cBhvr additive="base">
                                        <p:cTn id="26" dur="500" fill="hold"/>
                                        <p:tgtEl>
                                          <p:spTgt spid="6349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3495"/>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3501"/>
                                        </p:tgtEl>
                                        <p:attrNameLst>
                                          <p:attrName>style.visibility</p:attrName>
                                        </p:attrNameLst>
                                      </p:cBhvr>
                                      <p:to>
                                        <p:strVal val="visible"/>
                                      </p:to>
                                    </p:set>
                                    <p:animEffect transition="in" filter="wipe(left)">
                                      <p:cBhvr>
                                        <p:cTn id="31" dur="500"/>
                                        <p:tgtEl>
                                          <p:spTgt spid="6350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1" fill="hold" grpId="0" nodeType="clickEffect">
                                  <p:stCondLst>
                                    <p:cond delay="0"/>
                                  </p:stCondLst>
                                  <p:childTnLst>
                                    <p:set>
                                      <p:cBhvr>
                                        <p:cTn id="35" dur="1" fill="hold">
                                          <p:stCondLst>
                                            <p:cond delay="0"/>
                                          </p:stCondLst>
                                        </p:cTn>
                                        <p:tgtEl>
                                          <p:spTgt spid="63502"/>
                                        </p:tgtEl>
                                        <p:attrNameLst>
                                          <p:attrName>style.visibility</p:attrName>
                                        </p:attrNameLst>
                                      </p:cBhvr>
                                      <p:to>
                                        <p:strVal val="visible"/>
                                      </p:to>
                                    </p:set>
                                    <p:anim calcmode="lin" valueType="num">
                                      <p:cBhvr additive="base">
                                        <p:cTn id="36" dur="500" fill="hold"/>
                                        <p:tgtEl>
                                          <p:spTgt spid="63502"/>
                                        </p:tgtEl>
                                        <p:attrNameLst>
                                          <p:attrName>ppt_x</p:attrName>
                                        </p:attrNameLst>
                                      </p:cBhvr>
                                      <p:tavLst>
                                        <p:tav tm="0">
                                          <p:val>
                                            <p:strVal val="#ppt_x"/>
                                          </p:val>
                                        </p:tav>
                                        <p:tav tm="100000">
                                          <p:val>
                                            <p:strVal val="#ppt_x"/>
                                          </p:val>
                                        </p:tav>
                                      </p:tavLst>
                                    </p:anim>
                                    <p:anim calcmode="lin" valueType="num">
                                      <p:cBhvr additive="base">
                                        <p:cTn id="37" dur="500" fill="hold"/>
                                        <p:tgtEl>
                                          <p:spTgt spid="63502"/>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63503"/>
                                        </p:tgtEl>
                                        <p:attrNameLst>
                                          <p:attrName>style.visibility</p:attrName>
                                        </p:attrNameLst>
                                      </p:cBhvr>
                                      <p:to>
                                        <p:strVal val="visible"/>
                                      </p:to>
                                    </p:set>
                                    <p:animEffect transition="in" filter="wipe(up)">
                                      <p:cBhvr>
                                        <p:cTn id="42" dur="500"/>
                                        <p:tgtEl>
                                          <p:spTgt spid="6350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63504"/>
                                        </p:tgtEl>
                                        <p:attrNameLst>
                                          <p:attrName>style.visibility</p:attrName>
                                        </p:attrNameLst>
                                      </p:cBhvr>
                                      <p:to>
                                        <p:strVal val="visible"/>
                                      </p:to>
                                    </p:set>
                                    <p:animEffect transition="in" filter="wipe(right)">
                                      <p:cBhvr>
                                        <p:cTn id="47" dur="500"/>
                                        <p:tgtEl>
                                          <p:spTgt spid="6350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63505"/>
                                        </p:tgtEl>
                                        <p:attrNameLst>
                                          <p:attrName>style.visibility</p:attrName>
                                        </p:attrNameLst>
                                      </p:cBhvr>
                                      <p:to>
                                        <p:strVal val="visible"/>
                                      </p:to>
                                    </p:set>
                                    <p:animEffect transition="in" filter="wipe(up)">
                                      <p:cBhvr>
                                        <p:cTn id="52" dur="500"/>
                                        <p:tgtEl>
                                          <p:spTgt spid="6350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63506"/>
                                        </p:tgtEl>
                                        <p:attrNameLst>
                                          <p:attrName>style.visibility</p:attrName>
                                        </p:attrNameLst>
                                      </p:cBhvr>
                                      <p:to>
                                        <p:strVal val="visible"/>
                                      </p:to>
                                    </p:set>
                                    <p:animEffect transition="in" filter="wipe(down)">
                                      <p:cBhvr>
                                        <p:cTn id="57" dur="500"/>
                                        <p:tgtEl>
                                          <p:spTgt spid="6350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3507"/>
                                        </p:tgtEl>
                                        <p:attrNameLst>
                                          <p:attrName>style.visibility</p:attrName>
                                        </p:attrNameLst>
                                      </p:cBhvr>
                                      <p:to>
                                        <p:strVal val="visible"/>
                                      </p:to>
                                    </p:set>
                                    <p:animEffect transition="in" filter="wipe(left)">
                                      <p:cBhvr>
                                        <p:cTn id="62" dur="500"/>
                                        <p:tgtEl>
                                          <p:spTgt spid="63507"/>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1" fill="hold" grpId="0" nodeType="clickEffect">
                                  <p:stCondLst>
                                    <p:cond delay="0"/>
                                  </p:stCondLst>
                                  <p:childTnLst>
                                    <p:set>
                                      <p:cBhvr>
                                        <p:cTn id="66" dur="1" fill="hold">
                                          <p:stCondLst>
                                            <p:cond delay="0"/>
                                          </p:stCondLst>
                                        </p:cTn>
                                        <p:tgtEl>
                                          <p:spTgt spid="63509"/>
                                        </p:tgtEl>
                                        <p:attrNameLst>
                                          <p:attrName>style.visibility</p:attrName>
                                        </p:attrNameLst>
                                      </p:cBhvr>
                                      <p:to>
                                        <p:strVal val="visible"/>
                                      </p:to>
                                    </p:set>
                                    <p:anim calcmode="lin" valueType="num">
                                      <p:cBhvr additive="base">
                                        <p:cTn id="67" dur="500" fill="hold"/>
                                        <p:tgtEl>
                                          <p:spTgt spid="63509"/>
                                        </p:tgtEl>
                                        <p:attrNameLst>
                                          <p:attrName>ppt_x</p:attrName>
                                        </p:attrNameLst>
                                      </p:cBhvr>
                                      <p:tavLst>
                                        <p:tav tm="0">
                                          <p:val>
                                            <p:strVal val="#ppt_x"/>
                                          </p:val>
                                        </p:tav>
                                        <p:tav tm="100000">
                                          <p:val>
                                            <p:strVal val="#ppt_x"/>
                                          </p:val>
                                        </p:tav>
                                      </p:tavLst>
                                    </p:anim>
                                    <p:anim calcmode="lin" valueType="num">
                                      <p:cBhvr additive="base">
                                        <p:cTn id="68" dur="500" fill="hold"/>
                                        <p:tgtEl>
                                          <p:spTgt spid="63509"/>
                                        </p:tgtEl>
                                        <p:attrNameLst>
                                          <p:attrName>ppt_y</p:attrName>
                                        </p:attrNameLst>
                                      </p:cBhvr>
                                      <p:tavLst>
                                        <p:tav tm="0">
                                          <p:val>
                                            <p:strVal val="0-#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63510"/>
                                        </p:tgtEl>
                                        <p:attrNameLst>
                                          <p:attrName>style.visibility</p:attrName>
                                        </p:attrNameLst>
                                      </p:cBhvr>
                                      <p:to>
                                        <p:strVal val="visible"/>
                                      </p:to>
                                    </p:set>
                                    <p:animEffect transition="in" filter="wipe(up)">
                                      <p:cBhvr>
                                        <p:cTn id="73" dur="500"/>
                                        <p:tgtEl>
                                          <p:spTgt spid="6351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nodeType="clickEffect">
                                  <p:stCondLst>
                                    <p:cond delay="0"/>
                                  </p:stCondLst>
                                  <p:childTnLst>
                                    <p:set>
                                      <p:cBhvr>
                                        <p:cTn id="77" dur="1" fill="hold">
                                          <p:stCondLst>
                                            <p:cond delay="0"/>
                                          </p:stCondLst>
                                        </p:cTn>
                                        <p:tgtEl>
                                          <p:spTgt spid="63511"/>
                                        </p:tgtEl>
                                        <p:attrNameLst>
                                          <p:attrName>style.visibility</p:attrName>
                                        </p:attrNameLst>
                                      </p:cBhvr>
                                      <p:to>
                                        <p:strVal val="visible"/>
                                      </p:to>
                                    </p:set>
                                    <p:animEffect transition="in" filter="wipe(right)">
                                      <p:cBhvr>
                                        <p:cTn id="78" dur="500"/>
                                        <p:tgtEl>
                                          <p:spTgt spid="6351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63512"/>
                                        </p:tgtEl>
                                        <p:attrNameLst>
                                          <p:attrName>style.visibility</p:attrName>
                                        </p:attrNameLst>
                                      </p:cBhvr>
                                      <p:to>
                                        <p:strVal val="visible"/>
                                      </p:to>
                                    </p:set>
                                    <p:animEffect transition="in" filter="wipe(up)">
                                      <p:cBhvr>
                                        <p:cTn id="83" dur="500"/>
                                        <p:tgtEl>
                                          <p:spTgt spid="6351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63513"/>
                                        </p:tgtEl>
                                        <p:attrNameLst>
                                          <p:attrName>style.visibility</p:attrName>
                                        </p:attrNameLst>
                                      </p:cBhvr>
                                      <p:to>
                                        <p:strVal val="visible"/>
                                      </p:to>
                                    </p:set>
                                    <p:animEffect transition="in" filter="wipe(down)">
                                      <p:cBhvr>
                                        <p:cTn id="88" dur="500"/>
                                        <p:tgtEl>
                                          <p:spTgt spid="63513"/>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8" fill="hold" grpId="0" nodeType="clickEffect">
                                  <p:stCondLst>
                                    <p:cond delay="0"/>
                                  </p:stCondLst>
                                  <p:childTnLst>
                                    <p:set>
                                      <p:cBhvr>
                                        <p:cTn id="92" dur="1" fill="hold">
                                          <p:stCondLst>
                                            <p:cond delay="0"/>
                                          </p:stCondLst>
                                        </p:cTn>
                                        <p:tgtEl>
                                          <p:spTgt spid="63497"/>
                                        </p:tgtEl>
                                        <p:attrNameLst>
                                          <p:attrName>style.visibility</p:attrName>
                                        </p:attrNameLst>
                                      </p:cBhvr>
                                      <p:to>
                                        <p:strVal val="visible"/>
                                      </p:to>
                                    </p:set>
                                    <p:anim calcmode="lin" valueType="num">
                                      <p:cBhvr additive="base">
                                        <p:cTn id="93" dur="500" fill="hold"/>
                                        <p:tgtEl>
                                          <p:spTgt spid="63497"/>
                                        </p:tgtEl>
                                        <p:attrNameLst>
                                          <p:attrName>ppt_x</p:attrName>
                                        </p:attrNameLst>
                                      </p:cBhvr>
                                      <p:tavLst>
                                        <p:tav tm="0">
                                          <p:val>
                                            <p:strVal val="0-#ppt_w/2"/>
                                          </p:val>
                                        </p:tav>
                                        <p:tav tm="100000">
                                          <p:val>
                                            <p:strVal val="#ppt_x"/>
                                          </p:val>
                                        </p:tav>
                                      </p:tavLst>
                                    </p:anim>
                                    <p:anim calcmode="lin" valueType="num">
                                      <p:cBhvr additive="base">
                                        <p:cTn id="94" dur="500" fill="hold"/>
                                        <p:tgtEl>
                                          <p:spTgt spid="6349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3497"/>
                                        </p:tgtEl>
                                        <p:attrNameLst>
                                          <p:attrName>style.visibility</p:attrName>
                                        </p:attrNameLst>
                                      </p:cBhvr>
                                      <p:to>
                                        <p:strVal val="hidden"/>
                                      </p:to>
                                    </p:set>
                                  </p:sub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63514"/>
                                        </p:tgtEl>
                                        <p:attrNameLst>
                                          <p:attrName>style.visibility</p:attrName>
                                        </p:attrNameLst>
                                      </p:cBhvr>
                                      <p:to>
                                        <p:strVal val="visible"/>
                                      </p:to>
                                    </p:set>
                                    <p:animEffect transition="in" filter="wipe(down)">
                                      <p:cBhvr>
                                        <p:cTn id="99" dur="500"/>
                                        <p:tgtEl>
                                          <p:spTgt spid="63514"/>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63515"/>
                                        </p:tgtEl>
                                        <p:attrNameLst>
                                          <p:attrName>style.visibility</p:attrName>
                                        </p:attrNameLst>
                                      </p:cBhvr>
                                      <p:to>
                                        <p:strVal val="visible"/>
                                      </p:to>
                                    </p:set>
                                    <p:animEffect transition="in" filter="wipe(down)">
                                      <p:cBhvr>
                                        <p:cTn id="104" dur="500"/>
                                        <p:tgtEl>
                                          <p:spTgt spid="6351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nodeType="clickEffect">
                                  <p:stCondLst>
                                    <p:cond delay="0"/>
                                  </p:stCondLst>
                                  <p:childTnLst>
                                    <p:set>
                                      <p:cBhvr>
                                        <p:cTn id="108" dur="1" fill="hold">
                                          <p:stCondLst>
                                            <p:cond delay="0"/>
                                          </p:stCondLst>
                                        </p:cTn>
                                        <p:tgtEl>
                                          <p:spTgt spid="63516"/>
                                        </p:tgtEl>
                                        <p:attrNameLst>
                                          <p:attrName>style.visibility</p:attrName>
                                        </p:attrNameLst>
                                      </p:cBhvr>
                                      <p:to>
                                        <p:strVal val="visible"/>
                                      </p:to>
                                    </p:set>
                                    <p:animEffect transition="in" filter="wipe(up)">
                                      <p:cBhvr>
                                        <p:cTn id="109" dur="500"/>
                                        <p:tgtEl>
                                          <p:spTgt spid="63516"/>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nodeType="clickEffect">
                                  <p:stCondLst>
                                    <p:cond delay="0"/>
                                  </p:stCondLst>
                                  <p:childTnLst>
                                    <p:set>
                                      <p:cBhvr>
                                        <p:cTn id="113" dur="1" fill="hold">
                                          <p:stCondLst>
                                            <p:cond delay="0"/>
                                          </p:stCondLst>
                                        </p:cTn>
                                        <p:tgtEl>
                                          <p:spTgt spid="63517"/>
                                        </p:tgtEl>
                                        <p:attrNameLst>
                                          <p:attrName>style.visibility</p:attrName>
                                        </p:attrNameLst>
                                      </p:cBhvr>
                                      <p:to>
                                        <p:strVal val="visible"/>
                                      </p:to>
                                    </p:set>
                                    <p:animEffect transition="in" filter="wipe(up)">
                                      <p:cBhvr>
                                        <p:cTn id="114" dur="500"/>
                                        <p:tgtEl>
                                          <p:spTgt spid="63517"/>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63498"/>
                                        </p:tgtEl>
                                        <p:attrNameLst>
                                          <p:attrName>style.visibility</p:attrName>
                                        </p:attrNameLst>
                                      </p:cBhvr>
                                      <p:to>
                                        <p:strVal val="visible"/>
                                      </p:to>
                                    </p:set>
                                    <p:anim calcmode="lin" valueType="num">
                                      <p:cBhvr additive="base">
                                        <p:cTn id="119" dur="500" fill="hold"/>
                                        <p:tgtEl>
                                          <p:spTgt spid="63498"/>
                                        </p:tgtEl>
                                        <p:attrNameLst>
                                          <p:attrName>ppt_x</p:attrName>
                                        </p:attrNameLst>
                                      </p:cBhvr>
                                      <p:tavLst>
                                        <p:tav tm="0">
                                          <p:val>
                                            <p:strVal val="0-#ppt_w/2"/>
                                          </p:val>
                                        </p:tav>
                                        <p:tav tm="100000">
                                          <p:val>
                                            <p:strVal val="#ppt_x"/>
                                          </p:val>
                                        </p:tav>
                                      </p:tavLst>
                                    </p:anim>
                                    <p:anim calcmode="lin" valueType="num">
                                      <p:cBhvr additive="base">
                                        <p:cTn id="120" dur="500" fill="hold"/>
                                        <p:tgtEl>
                                          <p:spTgt spid="6349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3498"/>
                                        </p:tgtEl>
                                        <p:attrNameLst>
                                          <p:attrName>style.visibility</p:attrName>
                                        </p:attrNameLst>
                                      </p:cBhvr>
                                      <p:to>
                                        <p:strVal val="hidden"/>
                                      </p:to>
                                    </p:set>
                                  </p:subTnLst>
                                </p:cTn>
                              </p:par>
                            </p:childTnLst>
                          </p:cTn>
                        </p:par>
                      </p:childTnLst>
                    </p:cTn>
                  </p:par>
                  <p:par>
                    <p:cTn id="121" fill="hold">
                      <p:stCondLst>
                        <p:cond delay="indefinite"/>
                      </p:stCondLst>
                      <p:childTnLst>
                        <p:par>
                          <p:cTn id="122" fill="hold">
                            <p:stCondLst>
                              <p:cond delay="0"/>
                            </p:stCondLst>
                            <p:childTnLst>
                              <p:par>
                                <p:cTn id="123" presetID="22" presetClass="entr" presetSubtype="1" fill="hold" nodeType="clickEffect">
                                  <p:stCondLst>
                                    <p:cond delay="0"/>
                                  </p:stCondLst>
                                  <p:childTnLst>
                                    <p:set>
                                      <p:cBhvr>
                                        <p:cTn id="124" dur="1" fill="hold">
                                          <p:stCondLst>
                                            <p:cond delay="0"/>
                                          </p:stCondLst>
                                        </p:cTn>
                                        <p:tgtEl>
                                          <p:spTgt spid="63518"/>
                                        </p:tgtEl>
                                        <p:attrNameLst>
                                          <p:attrName>style.visibility</p:attrName>
                                        </p:attrNameLst>
                                      </p:cBhvr>
                                      <p:to>
                                        <p:strVal val="visible"/>
                                      </p:to>
                                    </p:set>
                                    <p:animEffect transition="in" filter="wipe(up)">
                                      <p:cBhvr>
                                        <p:cTn id="125" dur="500"/>
                                        <p:tgtEl>
                                          <p:spTgt spid="63518"/>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nodeType="clickEffect">
                                  <p:stCondLst>
                                    <p:cond delay="0"/>
                                  </p:stCondLst>
                                  <p:childTnLst>
                                    <p:set>
                                      <p:cBhvr>
                                        <p:cTn id="129" dur="1" fill="hold">
                                          <p:stCondLst>
                                            <p:cond delay="0"/>
                                          </p:stCondLst>
                                        </p:cTn>
                                        <p:tgtEl>
                                          <p:spTgt spid="63519"/>
                                        </p:tgtEl>
                                        <p:attrNameLst>
                                          <p:attrName>style.visibility</p:attrName>
                                        </p:attrNameLst>
                                      </p:cBhvr>
                                      <p:to>
                                        <p:strVal val="visible"/>
                                      </p:to>
                                    </p:set>
                                    <p:animEffect transition="in" filter="wipe(up)">
                                      <p:cBhvr>
                                        <p:cTn id="130" dur="500"/>
                                        <p:tgtEl>
                                          <p:spTgt spid="63519"/>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63521"/>
                                        </p:tgtEl>
                                        <p:attrNameLst>
                                          <p:attrName>style.visibility</p:attrName>
                                        </p:attrNameLst>
                                      </p:cBhvr>
                                      <p:to>
                                        <p:strVal val="visible"/>
                                      </p:to>
                                    </p:set>
                                    <p:animEffect transition="in" filter="wipe(up)">
                                      <p:cBhvr>
                                        <p:cTn id="135" dur="500"/>
                                        <p:tgtEl>
                                          <p:spTgt spid="63521"/>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1" fill="hold" nodeType="clickEffect">
                                  <p:stCondLst>
                                    <p:cond delay="0"/>
                                  </p:stCondLst>
                                  <p:childTnLst>
                                    <p:set>
                                      <p:cBhvr>
                                        <p:cTn id="139" dur="1" fill="hold">
                                          <p:stCondLst>
                                            <p:cond delay="0"/>
                                          </p:stCondLst>
                                        </p:cTn>
                                        <p:tgtEl>
                                          <p:spTgt spid="63522"/>
                                        </p:tgtEl>
                                        <p:attrNameLst>
                                          <p:attrName>style.visibility</p:attrName>
                                        </p:attrNameLst>
                                      </p:cBhvr>
                                      <p:to>
                                        <p:strVal val="visible"/>
                                      </p:to>
                                    </p:set>
                                    <p:animEffect transition="in" filter="wipe(up)">
                                      <p:cBhvr>
                                        <p:cTn id="140" dur="500"/>
                                        <p:tgtEl>
                                          <p:spTgt spid="63522"/>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1" fill="hold" nodeType="clickEffect">
                                  <p:stCondLst>
                                    <p:cond delay="0"/>
                                  </p:stCondLst>
                                  <p:childTnLst>
                                    <p:set>
                                      <p:cBhvr>
                                        <p:cTn id="144" dur="1" fill="hold">
                                          <p:stCondLst>
                                            <p:cond delay="0"/>
                                          </p:stCondLst>
                                        </p:cTn>
                                        <p:tgtEl>
                                          <p:spTgt spid="63523"/>
                                        </p:tgtEl>
                                        <p:attrNameLst>
                                          <p:attrName>style.visibility</p:attrName>
                                        </p:attrNameLst>
                                      </p:cBhvr>
                                      <p:to>
                                        <p:strVal val="visible"/>
                                      </p:to>
                                    </p:set>
                                    <p:animEffect transition="in" filter="wipe(up)">
                                      <p:cBhvr>
                                        <p:cTn id="145" dur="500"/>
                                        <p:tgtEl>
                                          <p:spTgt spid="63523"/>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1" fill="hold" nodeType="clickEffect">
                                  <p:stCondLst>
                                    <p:cond delay="0"/>
                                  </p:stCondLst>
                                  <p:childTnLst>
                                    <p:set>
                                      <p:cBhvr>
                                        <p:cTn id="149" dur="1" fill="hold">
                                          <p:stCondLst>
                                            <p:cond delay="0"/>
                                          </p:stCondLst>
                                        </p:cTn>
                                        <p:tgtEl>
                                          <p:spTgt spid="63524"/>
                                        </p:tgtEl>
                                        <p:attrNameLst>
                                          <p:attrName>style.visibility</p:attrName>
                                        </p:attrNameLst>
                                      </p:cBhvr>
                                      <p:to>
                                        <p:strVal val="visible"/>
                                      </p:to>
                                    </p:set>
                                    <p:animEffect transition="in" filter="wipe(up)">
                                      <p:cBhvr>
                                        <p:cTn id="150" dur="500"/>
                                        <p:tgtEl>
                                          <p:spTgt spid="63524"/>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1" fill="hold" nodeType="clickEffect">
                                  <p:stCondLst>
                                    <p:cond delay="0"/>
                                  </p:stCondLst>
                                  <p:childTnLst>
                                    <p:set>
                                      <p:cBhvr>
                                        <p:cTn id="154" dur="1" fill="hold">
                                          <p:stCondLst>
                                            <p:cond delay="0"/>
                                          </p:stCondLst>
                                        </p:cTn>
                                        <p:tgtEl>
                                          <p:spTgt spid="63525"/>
                                        </p:tgtEl>
                                        <p:attrNameLst>
                                          <p:attrName>style.visibility</p:attrName>
                                        </p:attrNameLst>
                                      </p:cBhvr>
                                      <p:to>
                                        <p:strVal val="visible"/>
                                      </p:to>
                                    </p:set>
                                    <p:animEffect transition="in" filter="wipe(up)">
                                      <p:cBhvr>
                                        <p:cTn id="155" dur="500"/>
                                        <p:tgtEl>
                                          <p:spTgt spid="63525"/>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1" fill="hold" nodeType="clickEffect">
                                  <p:stCondLst>
                                    <p:cond delay="0"/>
                                  </p:stCondLst>
                                  <p:childTnLst>
                                    <p:set>
                                      <p:cBhvr>
                                        <p:cTn id="159" dur="1" fill="hold">
                                          <p:stCondLst>
                                            <p:cond delay="0"/>
                                          </p:stCondLst>
                                        </p:cTn>
                                        <p:tgtEl>
                                          <p:spTgt spid="63526"/>
                                        </p:tgtEl>
                                        <p:attrNameLst>
                                          <p:attrName>style.visibility</p:attrName>
                                        </p:attrNameLst>
                                      </p:cBhvr>
                                      <p:to>
                                        <p:strVal val="visible"/>
                                      </p:to>
                                    </p:set>
                                    <p:animEffect transition="in" filter="wipe(up)">
                                      <p:cBhvr>
                                        <p:cTn id="160" dur="500"/>
                                        <p:tgtEl>
                                          <p:spTgt spid="63526"/>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nodeType="clickEffect">
                                  <p:stCondLst>
                                    <p:cond delay="0"/>
                                  </p:stCondLst>
                                  <p:childTnLst>
                                    <p:set>
                                      <p:cBhvr>
                                        <p:cTn id="164" dur="1" fill="hold">
                                          <p:stCondLst>
                                            <p:cond delay="0"/>
                                          </p:stCondLst>
                                        </p:cTn>
                                        <p:tgtEl>
                                          <p:spTgt spid="63527"/>
                                        </p:tgtEl>
                                        <p:attrNameLst>
                                          <p:attrName>style.visibility</p:attrName>
                                        </p:attrNameLst>
                                      </p:cBhvr>
                                      <p:to>
                                        <p:strVal val="visible"/>
                                      </p:to>
                                    </p:set>
                                    <p:animEffect transition="in" filter="wipe(up)">
                                      <p:cBhvr>
                                        <p:cTn id="165" dur="500"/>
                                        <p:tgtEl>
                                          <p:spTgt spid="63527"/>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1" fill="hold" nodeType="clickEffect">
                                  <p:stCondLst>
                                    <p:cond delay="0"/>
                                  </p:stCondLst>
                                  <p:childTnLst>
                                    <p:set>
                                      <p:cBhvr>
                                        <p:cTn id="169" dur="1" fill="hold">
                                          <p:stCondLst>
                                            <p:cond delay="0"/>
                                          </p:stCondLst>
                                        </p:cTn>
                                        <p:tgtEl>
                                          <p:spTgt spid="63528"/>
                                        </p:tgtEl>
                                        <p:attrNameLst>
                                          <p:attrName>style.visibility</p:attrName>
                                        </p:attrNameLst>
                                      </p:cBhvr>
                                      <p:to>
                                        <p:strVal val="visible"/>
                                      </p:to>
                                    </p:set>
                                    <p:animEffect transition="in" filter="wipe(up)">
                                      <p:cBhvr>
                                        <p:cTn id="170" dur="500"/>
                                        <p:tgtEl>
                                          <p:spTgt spid="63528"/>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63529"/>
                                        </p:tgtEl>
                                        <p:attrNameLst>
                                          <p:attrName>style.visibility</p:attrName>
                                        </p:attrNameLst>
                                      </p:cBhvr>
                                      <p:to>
                                        <p:strVal val="visible"/>
                                      </p:to>
                                    </p:set>
                                    <p:animEffect transition="in" filter="wipe(left)">
                                      <p:cBhvr>
                                        <p:cTn id="175" dur="500"/>
                                        <p:tgtEl>
                                          <p:spTgt spid="63529"/>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nodeType="clickEffect">
                                  <p:stCondLst>
                                    <p:cond delay="0"/>
                                  </p:stCondLst>
                                  <p:childTnLst>
                                    <p:set>
                                      <p:cBhvr>
                                        <p:cTn id="179" dur="1" fill="hold">
                                          <p:stCondLst>
                                            <p:cond delay="0"/>
                                          </p:stCondLst>
                                        </p:cTn>
                                        <p:tgtEl>
                                          <p:spTgt spid="63530"/>
                                        </p:tgtEl>
                                        <p:attrNameLst>
                                          <p:attrName>style.visibility</p:attrName>
                                        </p:attrNameLst>
                                      </p:cBhvr>
                                      <p:to>
                                        <p:strVal val="visible"/>
                                      </p:to>
                                    </p:set>
                                    <p:animEffect transition="in" filter="wipe(left)">
                                      <p:cBhvr>
                                        <p:cTn id="180" dur="500"/>
                                        <p:tgtEl>
                                          <p:spTgt spid="63530"/>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63531"/>
                                        </p:tgtEl>
                                        <p:attrNameLst>
                                          <p:attrName>style.visibility</p:attrName>
                                        </p:attrNameLst>
                                      </p:cBhvr>
                                      <p:to>
                                        <p:strVal val="visible"/>
                                      </p:to>
                                    </p:set>
                                    <p:animEffect transition="in" filter="wipe(left)">
                                      <p:cBhvr>
                                        <p:cTn id="185" dur="500"/>
                                        <p:tgtEl>
                                          <p:spTgt spid="63531"/>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nodeType="clickEffect">
                                  <p:stCondLst>
                                    <p:cond delay="0"/>
                                  </p:stCondLst>
                                  <p:childTnLst>
                                    <p:set>
                                      <p:cBhvr>
                                        <p:cTn id="189" dur="1" fill="hold">
                                          <p:stCondLst>
                                            <p:cond delay="0"/>
                                          </p:stCondLst>
                                        </p:cTn>
                                        <p:tgtEl>
                                          <p:spTgt spid="63532"/>
                                        </p:tgtEl>
                                        <p:attrNameLst>
                                          <p:attrName>style.visibility</p:attrName>
                                        </p:attrNameLst>
                                      </p:cBhvr>
                                      <p:to>
                                        <p:strVal val="visible"/>
                                      </p:to>
                                    </p:set>
                                    <p:animEffect transition="in" filter="wipe(left)">
                                      <p:cBhvr>
                                        <p:cTn id="190" dur="500"/>
                                        <p:tgtEl>
                                          <p:spTgt spid="63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P spid="63495" grpId="0"/>
      <p:bldP spid="63497" grpId="0"/>
      <p:bldP spid="63498" grpId="0"/>
      <p:bldP spid="63502" grpId="0"/>
      <p:bldP spid="6350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图片 64514"/>
          <p:cNvPicPr>
            <a:picLocks noChangeAspect="1"/>
          </p:cNvPicPr>
          <p:nvPr/>
        </p:nvPicPr>
        <p:blipFill>
          <a:blip r:embed="rId3"/>
          <a:srcRect b="2742"/>
          <a:stretch>
            <a:fillRect/>
          </a:stretch>
        </p:blipFill>
        <p:spPr>
          <a:xfrm>
            <a:off x="1403648" y="1383540"/>
            <a:ext cx="5544408" cy="4779788"/>
          </a:xfrm>
          <a:prstGeom prst="rect">
            <a:avLst/>
          </a:prstGeom>
          <a:noFill/>
          <a:ln w="38100">
            <a:noFill/>
          </a:ln>
        </p:spPr>
      </p:pic>
      <p:pic>
        <p:nvPicPr>
          <p:cNvPr id="64514" name="图片 64513"/>
          <p:cNvPicPr>
            <a:picLocks noChangeAspect="1"/>
          </p:cNvPicPr>
          <p:nvPr/>
        </p:nvPicPr>
        <p:blipFill>
          <a:blip r:embed="rId4"/>
          <a:stretch>
            <a:fillRect/>
          </a:stretch>
        </p:blipFill>
        <p:spPr>
          <a:xfrm>
            <a:off x="4752020" y="3717032"/>
            <a:ext cx="2508358" cy="2238831"/>
          </a:xfrm>
          <a:prstGeom prst="rect">
            <a:avLst/>
          </a:prstGeom>
          <a:noFill/>
          <a:ln w="38100">
            <a:noFill/>
          </a:ln>
        </p:spPr>
      </p:pic>
      <p:sp>
        <p:nvSpPr>
          <p:cNvPr id="64516" name="文本框 64515"/>
          <p:cNvSpPr txBox="1"/>
          <p:nvPr/>
        </p:nvSpPr>
        <p:spPr>
          <a:xfrm>
            <a:off x="251143" y="692785"/>
            <a:ext cx="5248275" cy="521970"/>
          </a:xfrm>
          <a:prstGeom prst="rect">
            <a:avLst/>
          </a:prstGeom>
          <a:noFill/>
          <a:ln w="38100">
            <a:noFill/>
          </a:ln>
        </p:spPr>
        <p:txBody>
          <a:bodyPr lIns="0" rIns="0">
            <a:spAutoFit/>
          </a:bodyPr>
          <a:lstStyle/>
          <a:p>
            <a:pPr algn="l">
              <a:spcBef>
                <a:spcPct val="50000"/>
              </a:spcBef>
            </a:pPr>
            <a:r>
              <a:rPr lang="zh-CN" altLang="en-US" sz="2800" b="1" dirty="0">
                <a:solidFill>
                  <a:srgbClr val="006600"/>
                </a:solidFill>
                <a:latin typeface="微软雅黑" panose="020B0503020204020204" charset="-122"/>
                <a:ea typeface="微软雅黑" panose="020B0503020204020204" charset="-122"/>
              </a:rPr>
              <a:t>擦除多余作图线后的结果</a:t>
            </a:r>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1" name="Text Box 216"/>
          <p:cNvSpPr txBox="1"/>
          <p:nvPr/>
        </p:nvSpPr>
        <p:spPr>
          <a:xfrm>
            <a:off x="467544" y="800708"/>
            <a:ext cx="7560833" cy="523220"/>
          </a:xfrm>
          <a:prstGeom prst="rect">
            <a:avLst/>
          </a:prstGeom>
          <a:noFill/>
          <a:ln w="38100">
            <a:noFill/>
          </a:ln>
        </p:spPr>
        <p:txBody>
          <a:bodyPr wrap="square">
            <a:spAutoFit/>
          </a:bodyPr>
          <a:lstStyle/>
          <a:p>
            <a:pPr algn="just"/>
            <a:r>
              <a:rPr lang="en-US" altLang="zh-CN" sz="2800" b="1" dirty="0">
                <a:solidFill>
                  <a:srgbClr val="00660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6600"/>
                </a:solidFill>
                <a:latin typeface="微软雅黑" panose="020B0503020204020204" charset="-122"/>
                <a:ea typeface="微软雅黑" panose="020B0503020204020204" charset="-122"/>
                <a:cs typeface="微软雅黑" panose="020B0503020204020204" charset="-122"/>
              </a:rPr>
              <a:t>例</a:t>
            </a:r>
            <a:r>
              <a:rPr lang="en-US" altLang="zh-CN" sz="2800" b="1" dirty="0">
                <a:solidFill>
                  <a:srgbClr val="006600"/>
                </a:solidFill>
                <a:latin typeface="微软雅黑" panose="020B0503020204020204" charset="-122"/>
                <a:ea typeface="微软雅黑" panose="020B0503020204020204" charset="-122"/>
                <a:cs typeface="微软雅黑" panose="020B0503020204020204" charset="-122"/>
              </a:rPr>
              <a:t>2] </a:t>
            </a:r>
            <a:r>
              <a:rPr lang="zh-CN" altLang="en-US" sz="2800" b="1" dirty="0">
                <a:solidFill>
                  <a:srgbClr val="006600"/>
                </a:solidFill>
                <a:latin typeface="微软雅黑" panose="020B0503020204020204" charset="-122"/>
                <a:ea typeface="微软雅黑" panose="020B0503020204020204" charset="-122"/>
                <a:cs typeface="微软雅黑" panose="020B0503020204020204" charset="-122"/>
              </a:rPr>
              <a:t>求两个三棱柱的相贯线。</a:t>
            </a:r>
          </a:p>
        </p:txBody>
      </p:sp>
      <p:pic>
        <p:nvPicPr>
          <p:cNvPr id="140" name="Picture 35"/>
          <p:cNvPicPr>
            <a:picLocks noChangeAspect="1" noChangeArrowheads="1"/>
          </p:cNvPicPr>
          <p:nvPr/>
        </p:nvPicPr>
        <p:blipFill>
          <a:blip r:embed="rId3">
            <a:extLst>
              <a:ext uri="{28A0092B-C50C-407E-A947-70E740481C1C}">
                <a14:useLocalDpi xmlns:a14="http://schemas.microsoft.com/office/drawing/2010/main" val="0"/>
              </a:ext>
            </a:extLst>
          </a:blip>
          <a:srcRect l="15364" t="18195" r="25261" b="18993"/>
          <a:stretch>
            <a:fillRect/>
          </a:stretch>
        </p:blipFill>
        <p:spPr bwMode="auto">
          <a:xfrm>
            <a:off x="736043" y="1824662"/>
            <a:ext cx="4043993" cy="3208676"/>
          </a:xfrm>
          <a:prstGeom prst="rect">
            <a:avLst/>
          </a:prstGeom>
          <a:noFill/>
          <a:extLst>
            <a:ext uri="{909E8E84-426E-40DD-AFC4-6F175D3DCCD1}">
              <a14:hiddenFill xmlns:a14="http://schemas.microsoft.com/office/drawing/2010/main">
                <a:solidFill>
                  <a:srgbClr val="FFFFFF"/>
                </a:solidFill>
              </a14:hiddenFill>
            </a:ext>
          </a:extLst>
        </p:spPr>
      </p:pic>
      <p:sp>
        <p:nvSpPr>
          <p:cNvPr id="319" name="Text Box 183"/>
          <p:cNvSpPr txBox="1"/>
          <p:nvPr/>
        </p:nvSpPr>
        <p:spPr>
          <a:xfrm>
            <a:off x="5274312" y="1781971"/>
            <a:ext cx="1656184" cy="461665"/>
          </a:xfrm>
          <a:prstGeom prst="rect">
            <a:avLst/>
          </a:prstGeom>
          <a:noFill/>
          <a:ln w="9525">
            <a:noFill/>
          </a:ln>
        </p:spPr>
        <p:txBody>
          <a:bodyPr wrap="square">
            <a:spAutoFit/>
          </a:bodyPr>
          <a:lstStyle/>
          <a:p>
            <a:pPr>
              <a:buNone/>
            </a:pPr>
            <a:r>
              <a:rPr lang="zh-CN" altLang="en-US" b="1" dirty="0">
                <a:solidFill>
                  <a:srgbClr val="C00000"/>
                </a:solidFill>
                <a:latin typeface="微软雅黑" panose="020B0503020204020204" charset="-122"/>
                <a:ea typeface="微软雅黑" panose="020B0503020204020204" charset="-122"/>
              </a:rPr>
              <a:t>分析：</a:t>
            </a:r>
          </a:p>
        </p:txBody>
      </p:sp>
      <p:sp>
        <p:nvSpPr>
          <p:cNvPr id="320" name="Text Box 184"/>
          <p:cNvSpPr txBox="1"/>
          <p:nvPr/>
        </p:nvSpPr>
        <p:spPr>
          <a:xfrm>
            <a:off x="4937342" y="2243636"/>
            <a:ext cx="4021844" cy="2646365"/>
          </a:xfrm>
          <a:prstGeom prst="rect">
            <a:avLst/>
          </a:prstGeom>
          <a:noFill/>
          <a:ln w="9525">
            <a:noFill/>
          </a:ln>
        </p:spPr>
        <p:txBody>
          <a:bodyPr wrap="square">
            <a:spAutoFit/>
          </a:bodyPr>
          <a:lstStyle/>
          <a:p>
            <a:pPr indent="504190">
              <a:lnSpc>
                <a:spcPct val="120000"/>
              </a:lnSpc>
              <a:buNone/>
            </a:pPr>
            <a:r>
              <a:rPr lang="zh-CN" altLang="en-US" sz="2000" b="1" dirty="0">
                <a:latin typeface="微软雅黑" panose="020B0503020204020204" charset="-122"/>
                <a:ea typeface="微软雅黑" panose="020B0503020204020204" charset="-122"/>
                <a:cs typeface="微软雅黑" panose="020B0503020204020204" charset="-122"/>
              </a:rPr>
              <a:t>横放着的三棱柱只有两条侧棱与竖放着的三棱柱的两个铅垂棱面相交，第三条侧棱没有与其相交，因此两三棱柱是互贯。它们的交线是分布在两个棱面上的封闭空间折线，其水平投影积聚在竖放三棱柱的水平投影三角形上。</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slide(fromBottom)">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20"/>
                                        </p:tgtEl>
                                        <p:attrNameLst>
                                          <p:attrName>style.visibility</p:attrName>
                                        </p:attrNameLst>
                                      </p:cBhvr>
                                      <p:to>
                                        <p:strVal val="visible"/>
                                      </p:to>
                                    </p:set>
                                    <p:animEffect transition="in" filter="wipe(up)">
                                      <p:cBhvr>
                                        <p:cTn id="16" dur="5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 grpId="0"/>
      <p:bldP spid="3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1" name="Text Box 216"/>
          <p:cNvSpPr txBox="1"/>
          <p:nvPr/>
        </p:nvSpPr>
        <p:spPr>
          <a:xfrm>
            <a:off x="503555" y="657225"/>
            <a:ext cx="7560833" cy="461665"/>
          </a:xfrm>
          <a:prstGeom prst="rect">
            <a:avLst/>
          </a:prstGeom>
          <a:noFill/>
          <a:ln w="38100">
            <a:noFill/>
          </a:ln>
        </p:spPr>
        <p:txBody>
          <a:bodyPr wrap="square">
            <a:spAutoFit/>
          </a:bodyPr>
          <a:lstStyle/>
          <a:p>
            <a:pPr algn="just"/>
            <a:r>
              <a:rPr lang="en-US" altLang="zh-CN" b="1" dirty="0">
                <a:solidFill>
                  <a:srgbClr val="006600"/>
                </a:solidFill>
                <a:latin typeface="微软雅黑" panose="020B0503020204020204" charset="-122"/>
                <a:ea typeface="微软雅黑" panose="020B0503020204020204" charset="-122"/>
                <a:cs typeface="微软雅黑" panose="020B0503020204020204" charset="-122"/>
              </a:rPr>
              <a:t>[</a:t>
            </a:r>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例</a:t>
            </a:r>
            <a:r>
              <a:rPr lang="en-US" altLang="zh-CN" b="1" dirty="0">
                <a:solidFill>
                  <a:srgbClr val="006600"/>
                </a:solidFill>
                <a:latin typeface="微软雅黑" panose="020B0503020204020204" charset="-122"/>
                <a:ea typeface="微软雅黑" panose="020B0503020204020204" charset="-122"/>
                <a:cs typeface="微软雅黑" panose="020B0503020204020204" charset="-122"/>
              </a:rPr>
              <a:t>2] </a:t>
            </a:r>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求两个三棱柱的相贯线。</a:t>
            </a:r>
          </a:p>
        </p:txBody>
      </p:sp>
      <p:sp>
        <p:nvSpPr>
          <p:cNvPr id="104" name="Line 109"/>
          <p:cNvSpPr>
            <a:spLocks noChangeShapeType="1"/>
          </p:cNvSpPr>
          <p:nvPr/>
        </p:nvSpPr>
        <p:spPr bwMode="auto">
          <a:xfrm flipV="1">
            <a:off x="2405063" y="1911350"/>
            <a:ext cx="0" cy="1550988"/>
          </a:xfrm>
          <a:prstGeom prst="line">
            <a:avLst/>
          </a:prstGeom>
          <a:noFill/>
          <a:ln w="15875">
            <a:solidFill>
              <a:srgbClr val="0000FF"/>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5" name="Line 110"/>
          <p:cNvSpPr>
            <a:spLocks noChangeShapeType="1"/>
          </p:cNvSpPr>
          <p:nvPr/>
        </p:nvSpPr>
        <p:spPr bwMode="auto">
          <a:xfrm flipV="1">
            <a:off x="3532188" y="1906588"/>
            <a:ext cx="0" cy="1562100"/>
          </a:xfrm>
          <a:prstGeom prst="line">
            <a:avLst/>
          </a:prstGeom>
          <a:noFill/>
          <a:ln w="15875">
            <a:solidFill>
              <a:srgbClr val="0000FF"/>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6" name="Line 120"/>
          <p:cNvSpPr>
            <a:spLocks noChangeShapeType="1"/>
          </p:cNvSpPr>
          <p:nvPr/>
        </p:nvSpPr>
        <p:spPr bwMode="auto">
          <a:xfrm>
            <a:off x="3744913" y="1952625"/>
            <a:ext cx="0" cy="1468438"/>
          </a:xfrm>
          <a:prstGeom prst="line">
            <a:avLst/>
          </a:prstGeom>
          <a:noFill/>
          <a:ln w="15875">
            <a:solidFill>
              <a:srgbClr val="008000"/>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7" name="Line 119"/>
          <p:cNvSpPr>
            <a:spLocks noChangeShapeType="1"/>
          </p:cNvSpPr>
          <p:nvPr/>
        </p:nvSpPr>
        <p:spPr bwMode="auto">
          <a:xfrm>
            <a:off x="2185988" y="1949450"/>
            <a:ext cx="0" cy="1473200"/>
          </a:xfrm>
          <a:prstGeom prst="line">
            <a:avLst/>
          </a:prstGeom>
          <a:noFill/>
          <a:ln w="15875">
            <a:solidFill>
              <a:srgbClr val="008000"/>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8" name="Line 2"/>
          <p:cNvSpPr>
            <a:spLocks noChangeShapeType="1"/>
          </p:cNvSpPr>
          <p:nvPr/>
        </p:nvSpPr>
        <p:spPr bwMode="auto">
          <a:xfrm>
            <a:off x="3524250" y="4773613"/>
            <a:ext cx="60483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9" name="Line 3"/>
          <p:cNvSpPr>
            <a:spLocks noChangeShapeType="1"/>
          </p:cNvSpPr>
          <p:nvPr/>
        </p:nvSpPr>
        <p:spPr bwMode="auto">
          <a:xfrm>
            <a:off x="1798638" y="4773613"/>
            <a:ext cx="614362"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0" name="Line 4"/>
          <p:cNvSpPr>
            <a:spLocks noChangeShapeType="1"/>
          </p:cNvSpPr>
          <p:nvPr/>
        </p:nvSpPr>
        <p:spPr bwMode="auto">
          <a:xfrm>
            <a:off x="1803400" y="6130925"/>
            <a:ext cx="232568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1" name="Line 5"/>
          <p:cNvSpPr>
            <a:spLocks noChangeShapeType="1"/>
          </p:cNvSpPr>
          <p:nvPr/>
        </p:nvSpPr>
        <p:spPr bwMode="auto">
          <a:xfrm>
            <a:off x="2176463" y="4395788"/>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2" name="Line 6"/>
          <p:cNvSpPr>
            <a:spLocks noChangeShapeType="1"/>
          </p:cNvSpPr>
          <p:nvPr/>
        </p:nvSpPr>
        <p:spPr bwMode="auto">
          <a:xfrm>
            <a:off x="4121150" y="4768850"/>
            <a:ext cx="0" cy="1366838"/>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3" name="Line 7"/>
          <p:cNvSpPr>
            <a:spLocks noChangeShapeType="1"/>
          </p:cNvSpPr>
          <p:nvPr/>
        </p:nvSpPr>
        <p:spPr bwMode="auto">
          <a:xfrm>
            <a:off x="1812925" y="4773613"/>
            <a:ext cx="0" cy="1362075"/>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4" name="Line 8"/>
          <p:cNvSpPr>
            <a:spLocks noChangeShapeType="1"/>
          </p:cNvSpPr>
          <p:nvPr/>
        </p:nvSpPr>
        <p:spPr bwMode="auto">
          <a:xfrm>
            <a:off x="5270500" y="1897063"/>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5" name="Line 9"/>
          <p:cNvSpPr>
            <a:spLocks noChangeShapeType="1"/>
          </p:cNvSpPr>
          <p:nvPr/>
        </p:nvSpPr>
        <p:spPr bwMode="auto">
          <a:xfrm>
            <a:off x="6240463" y="1600200"/>
            <a:ext cx="0" cy="87947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6" name="Line 10"/>
          <p:cNvSpPr>
            <a:spLocks noChangeShapeType="1"/>
          </p:cNvSpPr>
          <p:nvPr/>
        </p:nvSpPr>
        <p:spPr bwMode="auto">
          <a:xfrm>
            <a:off x="6240463" y="2911475"/>
            <a:ext cx="0" cy="852488"/>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7" name="Line 11"/>
          <p:cNvSpPr>
            <a:spLocks noChangeShapeType="1"/>
          </p:cNvSpPr>
          <p:nvPr/>
        </p:nvSpPr>
        <p:spPr bwMode="auto">
          <a:xfrm>
            <a:off x="4884738" y="1600200"/>
            <a:ext cx="0" cy="2166938"/>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8" name="Line 12"/>
          <p:cNvSpPr>
            <a:spLocks noChangeShapeType="1"/>
          </p:cNvSpPr>
          <p:nvPr/>
        </p:nvSpPr>
        <p:spPr bwMode="auto">
          <a:xfrm>
            <a:off x="2185988" y="160655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9" name="Line 13"/>
          <p:cNvSpPr>
            <a:spLocks noChangeShapeType="1"/>
          </p:cNvSpPr>
          <p:nvPr/>
        </p:nvSpPr>
        <p:spPr bwMode="auto">
          <a:xfrm>
            <a:off x="2967038" y="160655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0" name="Line 14"/>
          <p:cNvSpPr>
            <a:spLocks noChangeShapeType="1"/>
          </p:cNvSpPr>
          <p:nvPr/>
        </p:nvSpPr>
        <p:spPr bwMode="auto">
          <a:xfrm>
            <a:off x="3744913" y="160655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1" name="Line 15"/>
          <p:cNvSpPr>
            <a:spLocks noChangeShapeType="1"/>
          </p:cNvSpPr>
          <p:nvPr/>
        </p:nvSpPr>
        <p:spPr bwMode="auto">
          <a:xfrm>
            <a:off x="2185988" y="3462338"/>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2" name="Line 16"/>
          <p:cNvSpPr>
            <a:spLocks noChangeShapeType="1"/>
          </p:cNvSpPr>
          <p:nvPr/>
        </p:nvSpPr>
        <p:spPr bwMode="auto">
          <a:xfrm>
            <a:off x="2967038" y="3462338"/>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3" name="Line 17"/>
          <p:cNvSpPr>
            <a:spLocks noChangeShapeType="1"/>
          </p:cNvSpPr>
          <p:nvPr/>
        </p:nvSpPr>
        <p:spPr bwMode="auto">
          <a:xfrm>
            <a:off x="3744913" y="3462338"/>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4" name="Line 18"/>
          <p:cNvSpPr>
            <a:spLocks noChangeShapeType="1"/>
          </p:cNvSpPr>
          <p:nvPr/>
        </p:nvSpPr>
        <p:spPr bwMode="auto">
          <a:xfrm>
            <a:off x="2185988" y="1900238"/>
            <a:ext cx="0" cy="1566862"/>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5" name="Line 19"/>
          <p:cNvSpPr>
            <a:spLocks noChangeShapeType="1"/>
          </p:cNvSpPr>
          <p:nvPr/>
        </p:nvSpPr>
        <p:spPr bwMode="auto">
          <a:xfrm>
            <a:off x="2967038" y="1905000"/>
            <a:ext cx="0" cy="1562100"/>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6" name="Line 20"/>
          <p:cNvSpPr>
            <a:spLocks noChangeShapeType="1"/>
          </p:cNvSpPr>
          <p:nvPr/>
        </p:nvSpPr>
        <p:spPr bwMode="auto">
          <a:xfrm>
            <a:off x="3744913" y="1903413"/>
            <a:ext cx="0" cy="1563687"/>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7" name="Line 21"/>
          <p:cNvSpPr>
            <a:spLocks noChangeShapeType="1"/>
          </p:cNvSpPr>
          <p:nvPr/>
        </p:nvSpPr>
        <p:spPr bwMode="auto">
          <a:xfrm>
            <a:off x="4121150" y="1897063"/>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8" name="Line 22"/>
          <p:cNvSpPr>
            <a:spLocks noChangeShapeType="1"/>
          </p:cNvSpPr>
          <p:nvPr/>
        </p:nvSpPr>
        <p:spPr bwMode="auto">
          <a:xfrm>
            <a:off x="1812925" y="1897063"/>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9" name="Line 23"/>
          <p:cNvSpPr>
            <a:spLocks noChangeShapeType="1"/>
          </p:cNvSpPr>
          <p:nvPr/>
        </p:nvSpPr>
        <p:spPr bwMode="auto">
          <a:xfrm>
            <a:off x="2185988" y="1908175"/>
            <a:ext cx="1560512"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0" name="Line 24"/>
          <p:cNvSpPr>
            <a:spLocks noChangeShapeType="1"/>
          </p:cNvSpPr>
          <p:nvPr/>
        </p:nvSpPr>
        <p:spPr bwMode="auto">
          <a:xfrm>
            <a:off x="2187575" y="2686050"/>
            <a:ext cx="1557338"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1" name="Line 25"/>
          <p:cNvSpPr>
            <a:spLocks noChangeShapeType="1"/>
          </p:cNvSpPr>
          <p:nvPr/>
        </p:nvSpPr>
        <p:spPr bwMode="auto">
          <a:xfrm>
            <a:off x="2187575" y="3467100"/>
            <a:ext cx="1563688"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2" name="Line 26"/>
          <p:cNvSpPr>
            <a:spLocks noChangeShapeType="1"/>
          </p:cNvSpPr>
          <p:nvPr/>
        </p:nvSpPr>
        <p:spPr bwMode="auto">
          <a:xfrm>
            <a:off x="3741738" y="1908175"/>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3" name="Line 27"/>
          <p:cNvSpPr>
            <a:spLocks noChangeShapeType="1"/>
          </p:cNvSpPr>
          <p:nvPr/>
        </p:nvSpPr>
        <p:spPr bwMode="auto">
          <a:xfrm>
            <a:off x="3741738" y="268605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 name="Line 28"/>
          <p:cNvSpPr>
            <a:spLocks noChangeShapeType="1"/>
          </p:cNvSpPr>
          <p:nvPr/>
        </p:nvSpPr>
        <p:spPr bwMode="auto">
          <a:xfrm>
            <a:off x="3741738" y="346710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5" name="Line 29"/>
          <p:cNvSpPr>
            <a:spLocks noChangeShapeType="1"/>
          </p:cNvSpPr>
          <p:nvPr/>
        </p:nvSpPr>
        <p:spPr bwMode="auto">
          <a:xfrm>
            <a:off x="1804988" y="1908175"/>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6" name="Line 31"/>
          <p:cNvSpPr>
            <a:spLocks noChangeShapeType="1"/>
          </p:cNvSpPr>
          <p:nvPr/>
        </p:nvSpPr>
        <p:spPr bwMode="auto">
          <a:xfrm>
            <a:off x="1804988" y="346710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7" name="Line 32"/>
          <p:cNvSpPr>
            <a:spLocks noChangeShapeType="1"/>
          </p:cNvSpPr>
          <p:nvPr/>
        </p:nvSpPr>
        <p:spPr bwMode="auto">
          <a:xfrm>
            <a:off x="2176463" y="1614488"/>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8" name="Line 33"/>
          <p:cNvSpPr>
            <a:spLocks noChangeShapeType="1"/>
          </p:cNvSpPr>
          <p:nvPr/>
        </p:nvSpPr>
        <p:spPr bwMode="auto">
          <a:xfrm>
            <a:off x="2176463" y="3751263"/>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1" name="Line 36"/>
          <p:cNvSpPr>
            <a:spLocks noChangeShapeType="1"/>
          </p:cNvSpPr>
          <p:nvPr/>
        </p:nvSpPr>
        <p:spPr bwMode="auto">
          <a:xfrm>
            <a:off x="2187575" y="4392613"/>
            <a:ext cx="779463" cy="13525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2" name="Line 37"/>
          <p:cNvSpPr>
            <a:spLocks noChangeShapeType="1"/>
          </p:cNvSpPr>
          <p:nvPr/>
        </p:nvSpPr>
        <p:spPr bwMode="auto">
          <a:xfrm flipV="1">
            <a:off x="2967038" y="4392613"/>
            <a:ext cx="779462" cy="13525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3" name="Line 38"/>
          <p:cNvSpPr>
            <a:spLocks noChangeShapeType="1"/>
          </p:cNvSpPr>
          <p:nvPr/>
        </p:nvSpPr>
        <p:spPr bwMode="auto">
          <a:xfrm>
            <a:off x="4887913" y="1616075"/>
            <a:ext cx="1349375" cy="1588"/>
          </a:xfrm>
          <a:prstGeom prst="line">
            <a:avLst/>
          </a:prstGeom>
          <a:noFill/>
          <a:ln w="0">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 name="Line 39"/>
          <p:cNvSpPr>
            <a:spLocks noChangeShapeType="1"/>
          </p:cNvSpPr>
          <p:nvPr/>
        </p:nvSpPr>
        <p:spPr bwMode="auto">
          <a:xfrm>
            <a:off x="4887913" y="3754438"/>
            <a:ext cx="1349375" cy="1587"/>
          </a:xfrm>
          <a:prstGeom prst="line">
            <a:avLst/>
          </a:prstGeom>
          <a:noFill/>
          <a:ln w="0">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 name="Line 40"/>
          <p:cNvSpPr>
            <a:spLocks noChangeShapeType="1"/>
          </p:cNvSpPr>
          <p:nvPr/>
        </p:nvSpPr>
        <p:spPr bwMode="auto">
          <a:xfrm flipH="1" flipV="1">
            <a:off x="5272088" y="1908175"/>
            <a:ext cx="1349375" cy="78105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6" name="Line 41"/>
          <p:cNvSpPr>
            <a:spLocks noChangeShapeType="1"/>
          </p:cNvSpPr>
          <p:nvPr/>
        </p:nvSpPr>
        <p:spPr bwMode="auto">
          <a:xfrm flipV="1">
            <a:off x="5272088" y="2689225"/>
            <a:ext cx="1349375" cy="779463"/>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7" name="Line 42"/>
          <p:cNvSpPr>
            <a:spLocks noChangeShapeType="1"/>
          </p:cNvSpPr>
          <p:nvPr/>
        </p:nvSpPr>
        <p:spPr bwMode="auto">
          <a:xfrm>
            <a:off x="4881563" y="1614488"/>
            <a:ext cx="1365250"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8" name="Line 43"/>
          <p:cNvSpPr>
            <a:spLocks noChangeShapeType="1"/>
          </p:cNvSpPr>
          <p:nvPr/>
        </p:nvSpPr>
        <p:spPr bwMode="auto">
          <a:xfrm>
            <a:off x="4881563" y="3751263"/>
            <a:ext cx="1363662"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9" name="Text Box 44"/>
          <p:cNvSpPr txBox="1">
            <a:spLocks noChangeArrowheads="1"/>
          </p:cNvSpPr>
          <p:nvPr/>
        </p:nvSpPr>
        <p:spPr bwMode="auto">
          <a:xfrm>
            <a:off x="1941513" y="4184650"/>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p>
        </p:txBody>
      </p:sp>
      <p:sp>
        <p:nvSpPr>
          <p:cNvPr id="150" name="Text Box 45"/>
          <p:cNvSpPr txBox="1">
            <a:spLocks noChangeArrowheads="1"/>
          </p:cNvSpPr>
          <p:nvPr/>
        </p:nvSpPr>
        <p:spPr bwMode="auto">
          <a:xfrm>
            <a:off x="2676525" y="5673725"/>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p>
        </p:txBody>
      </p:sp>
      <p:sp>
        <p:nvSpPr>
          <p:cNvPr id="151" name="Text Box 46"/>
          <p:cNvSpPr txBox="1">
            <a:spLocks noChangeArrowheads="1"/>
          </p:cNvSpPr>
          <p:nvPr/>
        </p:nvSpPr>
        <p:spPr bwMode="auto">
          <a:xfrm>
            <a:off x="3708400" y="4160838"/>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n</a:t>
            </a:r>
          </a:p>
        </p:txBody>
      </p:sp>
      <p:sp>
        <p:nvSpPr>
          <p:cNvPr id="152" name="Text Box 47"/>
          <p:cNvSpPr txBox="1">
            <a:spLocks noChangeArrowheads="1"/>
          </p:cNvSpPr>
          <p:nvPr/>
        </p:nvSpPr>
        <p:spPr bwMode="auto">
          <a:xfrm>
            <a:off x="2011363" y="13255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3" name="Text Box 48"/>
          <p:cNvSpPr txBox="1">
            <a:spLocks noChangeArrowheads="1"/>
          </p:cNvSpPr>
          <p:nvPr/>
        </p:nvSpPr>
        <p:spPr bwMode="auto">
          <a:xfrm>
            <a:off x="2813050" y="1325563"/>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4" name="Text Box 49"/>
          <p:cNvSpPr txBox="1">
            <a:spLocks noChangeArrowheads="1"/>
          </p:cNvSpPr>
          <p:nvPr/>
        </p:nvSpPr>
        <p:spPr bwMode="auto">
          <a:xfrm>
            <a:off x="3644900" y="1325563"/>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n</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5" name="Text Box 50"/>
          <p:cNvSpPr txBox="1">
            <a:spLocks noChangeArrowheads="1"/>
          </p:cNvSpPr>
          <p:nvPr/>
        </p:nvSpPr>
        <p:spPr bwMode="auto">
          <a:xfrm>
            <a:off x="4545013" y="1316038"/>
            <a:ext cx="795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r>
              <a:rPr kumimoji="1" lang="en-US" altLang="zh-CN" sz="1400" b="1" i="1">
                <a:ea typeface="宋体" panose="02010600030101010101" pitchFamily="2" charset="-122"/>
                <a:sym typeface="Symbol" panose="05050102010706020507" pitchFamily="18" charset="2"/>
              </a:rPr>
              <a:t>(</a:t>
            </a:r>
            <a:r>
              <a:rPr kumimoji="1" lang="en-US" altLang="zh-CN" sz="1400" b="1" i="1">
                <a:ea typeface="宋体" panose="02010600030101010101" pitchFamily="2" charset="-122"/>
              </a:rPr>
              <a:t>n</a:t>
            </a:r>
            <a:r>
              <a:rPr kumimoji="1" lang="en-US" altLang="zh-CN" sz="1400" b="1" i="1">
                <a:ea typeface="宋体" panose="02010600030101010101" pitchFamily="2" charset="-122"/>
                <a:sym typeface="Symbol" panose="05050102010706020507" pitchFamily="18" charset="2"/>
              </a:rPr>
              <a:t></a:t>
            </a:r>
            <a:r>
              <a:rPr kumimoji="1" lang="en-US" altLang="zh-CN" sz="1400" b="1" i="1">
                <a:ea typeface="宋体" panose="02010600030101010101" pitchFamily="2" charset="-122"/>
              </a:rPr>
              <a:t>)</a:t>
            </a:r>
          </a:p>
        </p:txBody>
      </p:sp>
      <p:sp>
        <p:nvSpPr>
          <p:cNvPr id="156" name="Text Box 51"/>
          <p:cNvSpPr txBox="1">
            <a:spLocks noChangeArrowheads="1"/>
          </p:cNvSpPr>
          <p:nvPr/>
        </p:nvSpPr>
        <p:spPr bwMode="auto">
          <a:xfrm>
            <a:off x="6164263" y="135413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7" name="Text Box 52"/>
          <p:cNvSpPr txBox="1">
            <a:spLocks noChangeArrowheads="1"/>
          </p:cNvSpPr>
          <p:nvPr/>
        </p:nvSpPr>
        <p:spPr bwMode="auto">
          <a:xfrm>
            <a:off x="6605588" y="2505075"/>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p</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8" name="Text Box 53"/>
          <p:cNvSpPr txBox="1">
            <a:spLocks noChangeArrowheads="1"/>
          </p:cNvSpPr>
          <p:nvPr/>
        </p:nvSpPr>
        <p:spPr bwMode="auto">
          <a:xfrm>
            <a:off x="5003800" y="1631950"/>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q</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9" name="Text Box 54"/>
          <p:cNvSpPr txBox="1">
            <a:spLocks noChangeArrowheads="1"/>
          </p:cNvSpPr>
          <p:nvPr/>
        </p:nvSpPr>
        <p:spPr bwMode="auto">
          <a:xfrm>
            <a:off x="5014913" y="3435350"/>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r</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0" name="Text Box 55"/>
          <p:cNvSpPr txBox="1">
            <a:spLocks noChangeArrowheads="1"/>
          </p:cNvSpPr>
          <p:nvPr/>
        </p:nvSpPr>
        <p:spPr bwMode="auto">
          <a:xfrm>
            <a:off x="1528763" y="2484438"/>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p</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1" name="Text Box 56"/>
          <p:cNvSpPr txBox="1">
            <a:spLocks noChangeArrowheads="1"/>
          </p:cNvSpPr>
          <p:nvPr/>
        </p:nvSpPr>
        <p:spPr bwMode="auto">
          <a:xfrm>
            <a:off x="1528763" y="173831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q</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2" name="Text Box 57"/>
          <p:cNvSpPr txBox="1">
            <a:spLocks noChangeArrowheads="1"/>
          </p:cNvSpPr>
          <p:nvPr/>
        </p:nvSpPr>
        <p:spPr bwMode="auto">
          <a:xfrm>
            <a:off x="1528763" y="3314700"/>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r</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3" name="Text Box 58"/>
          <p:cNvSpPr txBox="1">
            <a:spLocks noChangeArrowheads="1"/>
          </p:cNvSpPr>
          <p:nvPr/>
        </p:nvSpPr>
        <p:spPr bwMode="auto">
          <a:xfrm>
            <a:off x="1535113" y="5929313"/>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p</a:t>
            </a:r>
          </a:p>
        </p:txBody>
      </p:sp>
      <p:sp>
        <p:nvSpPr>
          <p:cNvPr id="164" name="Text Box 59"/>
          <p:cNvSpPr txBox="1">
            <a:spLocks noChangeArrowheads="1"/>
          </p:cNvSpPr>
          <p:nvPr/>
        </p:nvSpPr>
        <p:spPr bwMode="auto">
          <a:xfrm>
            <a:off x="1382713" y="4586288"/>
            <a:ext cx="795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q</a:t>
            </a:r>
            <a:r>
              <a:rPr kumimoji="1" lang="en-US" altLang="zh-CN" sz="1400" b="1" i="1">
                <a:ea typeface="宋体" panose="02010600030101010101" pitchFamily="2" charset="-122"/>
                <a:sym typeface="Symbol" panose="05050102010706020507" pitchFamily="18" charset="2"/>
              </a:rPr>
              <a:t>(</a:t>
            </a:r>
            <a:r>
              <a:rPr kumimoji="1" lang="en-US" altLang="zh-CN" sz="1400" b="1" i="1">
                <a:ea typeface="宋体" panose="02010600030101010101" pitchFamily="2" charset="-122"/>
              </a:rPr>
              <a:t>r)</a:t>
            </a:r>
          </a:p>
        </p:txBody>
      </p:sp>
      <p:sp>
        <p:nvSpPr>
          <p:cNvPr id="165" name="Line 62"/>
          <p:cNvSpPr>
            <a:spLocks noChangeShapeType="1"/>
          </p:cNvSpPr>
          <p:nvPr/>
        </p:nvSpPr>
        <p:spPr bwMode="auto">
          <a:xfrm flipV="1">
            <a:off x="2403475" y="1916113"/>
            <a:ext cx="0" cy="2849562"/>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6" name="Line 63"/>
          <p:cNvSpPr>
            <a:spLocks noChangeShapeType="1"/>
          </p:cNvSpPr>
          <p:nvPr/>
        </p:nvSpPr>
        <p:spPr bwMode="auto">
          <a:xfrm>
            <a:off x="2405063" y="1908175"/>
            <a:ext cx="566737" cy="557213"/>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7" name="Line 64"/>
          <p:cNvSpPr>
            <a:spLocks noChangeShapeType="1"/>
          </p:cNvSpPr>
          <p:nvPr/>
        </p:nvSpPr>
        <p:spPr bwMode="auto">
          <a:xfrm flipV="1">
            <a:off x="2403475" y="2905125"/>
            <a:ext cx="566738" cy="56515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8" name="Line 65"/>
          <p:cNvSpPr>
            <a:spLocks noChangeShapeType="1"/>
          </p:cNvSpPr>
          <p:nvPr/>
        </p:nvSpPr>
        <p:spPr bwMode="auto">
          <a:xfrm flipV="1">
            <a:off x="3530600" y="1911350"/>
            <a:ext cx="0" cy="2860675"/>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9" name="Line 66"/>
          <p:cNvSpPr>
            <a:spLocks noChangeShapeType="1"/>
          </p:cNvSpPr>
          <p:nvPr/>
        </p:nvSpPr>
        <p:spPr bwMode="auto">
          <a:xfrm flipV="1">
            <a:off x="2963863" y="1905000"/>
            <a:ext cx="566737" cy="555625"/>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0" name="Line 67"/>
          <p:cNvSpPr>
            <a:spLocks noChangeShapeType="1"/>
          </p:cNvSpPr>
          <p:nvPr/>
        </p:nvSpPr>
        <p:spPr bwMode="auto">
          <a:xfrm>
            <a:off x="2967038" y="2911475"/>
            <a:ext cx="563562" cy="55880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1" name="Line 68"/>
          <p:cNvSpPr>
            <a:spLocks noChangeShapeType="1"/>
          </p:cNvSpPr>
          <p:nvPr/>
        </p:nvSpPr>
        <p:spPr bwMode="auto">
          <a:xfrm flipV="1">
            <a:off x="2403475" y="1911350"/>
            <a:ext cx="0" cy="1550988"/>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2" name="Line 69"/>
          <p:cNvSpPr>
            <a:spLocks noChangeShapeType="1"/>
          </p:cNvSpPr>
          <p:nvPr/>
        </p:nvSpPr>
        <p:spPr bwMode="auto">
          <a:xfrm flipV="1">
            <a:off x="3530600" y="1906588"/>
            <a:ext cx="0" cy="156210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3" name="Oval 74"/>
          <p:cNvSpPr>
            <a:spLocks noChangeArrowheads="1"/>
          </p:cNvSpPr>
          <p:nvPr/>
        </p:nvSpPr>
        <p:spPr bwMode="auto">
          <a:xfrm>
            <a:off x="2349500" y="4716463"/>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4" name="Oval 75"/>
          <p:cNvSpPr>
            <a:spLocks noChangeArrowheads="1"/>
          </p:cNvSpPr>
          <p:nvPr/>
        </p:nvSpPr>
        <p:spPr bwMode="auto">
          <a:xfrm>
            <a:off x="5214938" y="340518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5" name="Oval 76"/>
          <p:cNvSpPr>
            <a:spLocks noChangeArrowheads="1"/>
          </p:cNvSpPr>
          <p:nvPr/>
        </p:nvSpPr>
        <p:spPr bwMode="auto">
          <a:xfrm>
            <a:off x="3476625" y="471963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6" name="Oval 77"/>
          <p:cNvSpPr>
            <a:spLocks noChangeArrowheads="1"/>
          </p:cNvSpPr>
          <p:nvPr/>
        </p:nvSpPr>
        <p:spPr bwMode="auto">
          <a:xfrm>
            <a:off x="2906713" y="5689600"/>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7" name="Oval 78"/>
          <p:cNvSpPr>
            <a:spLocks noChangeArrowheads="1"/>
          </p:cNvSpPr>
          <p:nvPr/>
        </p:nvSpPr>
        <p:spPr bwMode="auto">
          <a:xfrm>
            <a:off x="5216525" y="185578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8" name="Text Box 79"/>
          <p:cNvSpPr txBox="1">
            <a:spLocks noChangeArrowheads="1"/>
          </p:cNvSpPr>
          <p:nvPr/>
        </p:nvSpPr>
        <p:spPr bwMode="auto">
          <a:xfrm>
            <a:off x="2428875" y="4710113"/>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p>
        </p:txBody>
      </p:sp>
      <p:sp>
        <p:nvSpPr>
          <p:cNvPr id="179" name="Text Box 80"/>
          <p:cNvSpPr txBox="1">
            <a:spLocks noChangeArrowheads="1"/>
          </p:cNvSpPr>
          <p:nvPr/>
        </p:nvSpPr>
        <p:spPr bwMode="auto">
          <a:xfrm>
            <a:off x="3478213" y="16430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80" name="Text Box 81"/>
          <p:cNvSpPr txBox="1">
            <a:spLocks noChangeArrowheads="1"/>
          </p:cNvSpPr>
          <p:nvPr/>
        </p:nvSpPr>
        <p:spPr bwMode="auto">
          <a:xfrm>
            <a:off x="3262313" y="4565650"/>
            <a:ext cx="3635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p>
        </p:txBody>
      </p:sp>
      <p:sp>
        <p:nvSpPr>
          <p:cNvPr id="181" name="Text Box 82"/>
          <p:cNvSpPr txBox="1">
            <a:spLocks noChangeArrowheads="1"/>
          </p:cNvSpPr>
          <p:nvPr/>
        </p:nvSpPr>
        <p:spPr bwMode="auto">
          <a:xfrm>
            <a:off x="2392363" y="45513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p>
        </p:txBody>
      </p:sp>
      <p:sp>
        <p:nvSpPr>
          <p:cNvPr id="214" name="Text Box 83"/>
          <p:cNvSpPr txBox="1">
            <a:spLocks noChangeArrowheads="1"/>
          </p:cNvSpPr>
          <p:nvPr/>
        </p:nvSpPr>
        <p:spPr bwMode="auto">
          <a:xfrm>
            <a:off x="2163763" y="1651000"/>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4" name="Text Box 84"/>
          <p:cNvSpPr txBox="1">
            <a:spLocks noChangeArrowheads="1"/>
          </p:cNvSpPr>
          <p:nvPr/>
        </p:nvSpPr>
        <p:spPr bwMode="auto">
          <a:xfrm>
            <a:off x="2125663" y="3201988"/>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5" name="Text Box 85"/>
          <p:cNvSpPr txBox="1">
            <a:spLocks noChangeArrowheads="1"/>
          </p:cNvSpPr>
          <p:nvPr/>
        </p:nvSpPr>
        <p:spPr bwMode="auto">
          <a:xfrm>
            <a:off x="2641600" y="2301875"/>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6" name="Text Box 86"/>
          <p:cNvSpPr txBox="1">
            <a:spLocks noChangeArrowheads="1"/>
          </p:cNvSpPr>
          <p:nvPr/>
        </p:nvSpPr>
        <p:spPr bwMode="auto">
          <a:xfrm>
            <a:off x="2641600" y="2755900"/>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7" name="Text Box 87"/>
          <p:cNvSpPr txBox="1">
            <a:spLocks noChangeArrowheads="1"/>
          </p:cNvSpPr>
          <p:nvPr/>
        </p:nvSpPr>
        <p:spPr bwMode="auto">
          <a:xfrm>
            <a:off x="3468688" y="31670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8" name="Text Box 90"/>
          <p:cNvSpPr txBox="1">
            <a:spLocks noChangeArrowheads="1"/>
          </p:cNvSpPr>
          <p:nvPr/>
        </p:nvSpPr>
        <p:spPr bwMode="auto">
          <a:xfrm>
            <a:off x="3140075" y="4710113"/>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p>
        </p:txBody>
      </p:sp>
      <p:sp>
        <p:nvSpPr>
          <p:cNvPr id="289" name="Text Box 91"/>
          <p:cNvSpPr txBox="1">
            <a:spLocks noChangeArrowheads="1"/>
          </p:cNvSpPr>
          <p:nvPr/>
        </p:nvSpPr>
        <p:spPr bwMode="auto">
          <a:xfrm>
            <a:off x="2984500" y="5648325"/>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p>
        </p:txBody>
      </p:sp>
      <p:sp>
        <p:nvSpPr>
          <p:cNvPr id="290" name="Text Box 92"/>
          <p:cNvSpPr txBox="1">
            <a:spLocks noChangeArrowheads="1"/>
          </p:cNvSpPr>
          <p:nvPr/>
        </p:nvSpPr>
        <p:spPr bwMode="auto">
          <a:xfrm>
            <a:off x="2973388" y="552291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p>
        </p:txBody>
      </p:sp>
      <p:sp>
        <p:nvSpPr>
          <p:cNvPr id="291" name="Text Box 93"/>
          <p:cNvSpPr txBox="1">
            <a:spLocks noChangeArrowheads="1"/>
          </p:cNvSpPr>
          <p:nvPr/>
        </p:nvSpPr>
        <p:spPr bwMode="auto">
          <a:xfrm>
            <a:off x="6207125" y="218598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2" name="Text Box 94"/>
          <p:cNvSpPr txBox="1">
            <a:spLocks noChangeArrowheads="1"/>
          </p:cNvSpPr>
          <p:nvPr/>
        </p:nvSpPr>
        <p:spPr bwMode="auto">
          <a:xfrm>
            <a:off x="6207125" y="281463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3" name="Text Box 95"/>
          <p:cNvSpPr txBox="1">
            <a:spLocks noChangeArrowheads="1"/>
          </p:cNvSpPr>
          <p:nvPr/>
        </p:nvSpPr>
        <p:spPr bwMode="auto">
          <a:xfrm>
            <a:off x="4938713" y="1870075"/>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4" name="Text Box 96"/>
          <p:cNvSpPr txBox="1">
            <a:spLocks noChangeArrowheads="1"/>
          </p:cNvSpPr>
          <p:nvPr/>
        </p:nvSpPr>
        <p:spPr bwMode="auto">
          <a:xfrm>
            <a:off x="5259388" y="166528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5" name="Text Box 97"/>
          <p:cNvSpPr txBox="1">
            <a:spLocks noChangeArrowheads="1"/>
          </p:cNvSpPr>
          <p:nvPr/>
        </p:nvSpPr>
        <p:spPr bwMode="auto">
          <a:xfrm>
            <a:off x="4938713" y="3213100"/>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6" name="Text Box 98"/>
          <p:cNvSpPr txBox="1">
            <a:spLocks noChangeArrowheads="1"/>
          </p:cNvSpPr>
          <p:nvPr/>
        </p:nvSpPr>
        <p:spPr bwMode="auto">
          <a:xfrm>
            <a:off x="5259388" y="334168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7" name="Line 99"/>
          <p:cNvSpPr>
            <a:spLocks noChangeShapeType="1"/>
          </p:cNvSpPr>
          <p:nvPr/>
        </p:nvSpPr>
        <p:spPr bwMode="auto">
          <a:xfrm>
            <a:off x="2962275" y="2457450"/>
            <a:ext cx="3286125" cy="0"/>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98" name="Line 100"/>
          <p:cNvSpPr>
            <a:spLocks noChangeShapeType="1"/>
          </p:cNvSpPr>
          <p:nvPr/>
        </p:nvSpPr>
        <p:spPr bwMode="auto">
          <a:xfrm>
            <a:off x="2962275" y="2909888"/>
            <a:ext cx="3286125" cy="0"/>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99" name="Oval 103"/>
          <p:cNvSpPr>
            <a:spLocks noChangeArrowheads="1"/>
          </p:cNvSpPr>
          <p:nvPr/>
        </p:nvSpPr>
        <p:spPr bwMode="auto">
          <a:xfrm>
            <a:off x="6186488" y="2855913"/>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0" name="Oval 104"/>
          <p:cNvSpPr>
            <a:spLocks noChangeArrowheads="1"/>
          </p:cNvSpPr>
          <p:nvPr/>
        </p:nvSpPr>
        <p:spPr bwMode="auto">
          <a:xfrm>
            <a:off x="6184900" y="2401888"/>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1" name="Line 105"/>
          <p:cNvSpPr>
            <a:spLocks noChangeShapeType="1"/>
          </p:cNvSpPr>
          <p:nvPr/>
        </p:nvSpPr>
        <p:spPr bwMode="auto">
          <a:xfrm>
            <a:off x="2405063" y="1908175"/>
            <a:ext cx="566737" cy="557213"/>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2" name="Line 106"/>
          <p:cNvSpPr>
            <a:spLocks noChangeShapeType="1"/>
          </p:cNvSpPr>
          <p:nvPr/>
        </p:nvSpPr>
        <p:spPr bwMode="auto">
          <a:xfrm flipV="1">
            <a:off x="2403475" y="2905125"/>
            <a:ext cx="566738" cy="565150"/>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3" name="Line 107"/>
          <p:cNvSpPr>
            <a:spLocks noChangeShapeType="1"/>
          </p:cNvSpPr>
          <p:nvPr/>
        </p:nvSpPr>
        <p:spPr bwMode="auto">
          <a:xfrm flipV="1">
            <a:off x="2963863" y="1905000"/>
            <a:ext cx="566737" cy="555625"/>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4" name="Line 108"/>
          <p:cNvSpPr>
            <a:spLocks noChangeShapeType="1"/>
          </p:cNvSpPr>
          <p:nvPr/>
        </p:nvSpPr>
        <p:spPr bwMode="auto">
          <a:xfrm>
            <a:off x="2967038" y="2911475"/>
            <a:ext cx="563562" cy="558800"/>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5" name="Line 111"/>
          <p:cNvSpPr>
            <a:spLocks noChangeShapeType="1"/>
          </p:cNvSpPr>
          <p:nvPr/>
        </p:nvSpPr>
        <p:spPr bwMode="auto">
          <a:xfrm>
            <a:off x="2967038" y="1890713"/>
            <a:ext cx="0" cy="56197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6" name="Line 112"/>
          <p:cNvSpPr>
            <a:spLocks noChangeShapeType="1"/>
          </p:cNvSpPr>
          <p:nvPr/>
        </p:nvSpPr>
        <p:spPr bwMode="auto">
          <a:xfrm>
            <a:off x="2967038" y="2905125"/>
            <a:ext cx="0" cy="58102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 name="Line 114"/>
          <p:cNvSpPr>
            <a:spLocks noChangeShapeType="1"/>
          </p:cNvSpPr>
          <p:nvPr/>
        </p:nvSpPr>
        <p:spPr bwMode="auto">
          <a:xfrm>
            <a:off x="2185988" y="1908175"/>
            <a:ext cx="2317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8" name="Line 116"/>
          <p:cNvSpPr>
            <a:spLocks noChangeShapeType="1"/>
          </p:cNvSpPr>
          <p:nvPr/>
        </p:nvSpPr>
        <p:spPr bwMode="auto">
          <a:xfrm>
            <a:off x="3527425" y="1908175"/>
            <a:ext cx="2317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9" name="Line 117"/>
          <p:cNvSpPr>
            <a:spLocks noChangeShapeType="1"/>
          </p:cNvSpPr>
          <p:nvPr/>
        </p:nvSpPr>
        <p:spPr bwMode="auto">
          <a:xfrm>
            <a:off x="2187575" y="3468688"/>
            <a:ext cx="23812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0" name="Line 118"/>
          <p:cNvSpPr>
            <a:spLocks noChangeShapeType="1"/>
          </p:cNvSpPr>
          <p:nvPr/>
        </p:nvSpPr>
        <p:spPr bwMode="auto">
          <a:xfrm>
            <a:off x="3533775" y="3468688"/>
            <a:ext cx="21113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1" name="Line 113"/>
          <p:cNvSpPr>
            <a:spLocks noChangeShapeType="1"/>
          </p:cNvSpPr>
          <p:nvPr/>
        </p:nvSpPr>
        <p:spPr bwMode="auto">
          <a:xfrm>
            <a:off x="2185988" y="2686050"/>
            <a:ext cx="1579562"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2" name="Line 30"/>
          <p:cNvSpPr>
            <a:spLocks noChangeShapeType="1"/>
          </p:cNvSpPr>
          <p:nvPr/>
        </p:nvSpPr>
        <p:spPr bwMode="auto">
          <a:xfrm>
            <a:off x="1804988" y="268605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3" name="Oval 72"/>
          <p:cNvSpPr>
            <a:spLocks noChangeArrowheads="1"/>
          </p:cNvSpPr>
          <p:nvPr/>
        </p:nvSpPr>
        <p:spPr bwMode="auto">
          <a:xfrm>
            <a:off x="2346325" y="3413125"/>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4" name="Oval 70"/>
          <p:cNvSpPr>
            <a:spLocks noChangeArrowheads="1"/>
          </p:cNvSpPr>
          <p:nvPr/>
        </p:nvSpPr>
        <p:spPr bwMode="auto">
          <a:xfrm>
            <a:off x="2349500" y="1851025"/>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5" name="Oval 71"/>
          <p:cNvSpPr>
            <a:spLocks noChangeArrowheads="1"/>
          </p:cNvSpPr>
          <p:nvPr/>
        </p:nvSpPr>
        <p:spPr bwMode="auto">
          <a:xfrm>
            <a:off x="3475038" y="185578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6" name="Oval 73"/>
          <p:cNvSpPr>
            <a:spLocks noChangeArrowheads="1"/>
          </p:cNvSpPr>
          <p:nvPr/>
        </p:nvSpPr>
        <p:spPr bwMode="auto">
          <a:xfrm>
            <a:off x="3478213" y="3408363"/>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7" name="Oval 101"/>
          <p:cNvSpPr>
            <a:spLocks noChangeArrowheads="1"/>
          </p:cNvSpPr>
          <p:nvPr/>
        </p:nvSpPr>
        <p:spPr bwMode="auto">
          <a:xfrm>
            <a:off x="2914650" y="2855913"/>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8" name="Oval 102"/>
          <p:cNvSpPr>
            <a:spLocks noChangeArrowheads="1"/>
          </p:cNvSpPr>
          <p:nvPr/>
        </p:nvSpPr>
        <p:spPr bwMode="auto">
          <a:xfrm>
            <a:off x="2909888" y="2397125"/>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9" name="Text Box 65"/>
          <p:cNvSpPr txBox="1">
            <a:spLocks noChangeArrowheads="1"/>
          </p:cNvSpPr>
          <p:nvPr/>
        </p:nvSpPr>
        <p:spPr bwMode="auto">
          <a:xfrm>
            <a:off x="5613401" y="3972180"/>
            <a:ext cx="1773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zh-CN" altLang="en-US" sz="2000" b="1" dirty="0">
                <a:latin typeface="Arial" panose="020B0604020202020204" pitchFamily="34" charset="0"/>
                <a:ea typeface="黑体" panose="02010609060101010101" pitchFamily="49" charset="-122"/>
              </a:rPr>
              <a:t>连线规则：</a:t>
            </a:r>
          </a:p>
        </p:txBody>
      </p:sp>
      <p:sp>
        <p:nvSpPr>
          <p:cNvPr id="182" name="Rectangle 83"/>
          <p:cNvSpPr>
            <a:spLocks noChangeArrowheads="1"/>
          </p:cNvSpPr>
          <p:nvPr/>
        </p:nvSpPr>
        <p:spPr bwMode="auto">
          <a:xfrm>
            <a:off x="5605564" y="4523298"/>
            <a:ext cx="3268984" cy="1338828"/>
          </a:xfrm>
          <a:prstGeom prst="rect">
            <a:avLst/>
          </a:prstGeom>
          <a:solidFill>
            <a:srgbClr val="FFFF99"/>
          </a:solidFill>
          <a:ln w="25400" algn="ctr">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Clr>
                <a:srgbClr val="FF0000"/>
              </a:buClr>
              <a:buSzPct val="90000"/>
              <a:buFont typeface="Wingdings" panose="05000000000000000000" pitchFamily="2" charset="2"/>
              <a:buChar char="Ø"/>
            </a:pPr>
            <a:r>
              <a:rPr lang="zh-CN" altLang="en-US" sz="1800" b="1" dirty="0">
                <a:latin typeface="Arial" panose="020B0604020202020204" pitchFamily="34" charset="0"/>
                <a:ea typeface="楷体_GB2312" pitchFamily="49" charset="-122"/>
              </a:rPr>
              <a:t>只有位于甲立体同一表面上，同时又位于乙立体同一表面上的两点才能相连。</a:t>
            </a:r>
          </a:p>
          <a:p>
            <a:pPr eaLnBrk="1" hangingPunct="1">
              <a:spcBef>
                <a:spcPct val="50000"/>
              </a:spcBef>
              <a:buClr>
                <a:srgbClr val="FF0000"/>
              </a:buClr>
              <a:buSzPct val="90000"/>
              <a:buFont typeface="Wingdings" panose="05000000000000000000" pitchFamily="2" charset="2"/>
              <a:buChar char="Ø"/>
            </a:pPr>
            <a:r>
              <a:rPr lang="zh-CN" altLang="en-US" sz="1800" b="1" dirty="0">
                <a:latin typeface="Arial" panose="020B0604020202020204" pitchFamily="34" charset="0"/>
                <a:ea typeface="楷体_GB2312" pitchFamily="49" charset="-122"/>
              </a:rPr>
              <a:t>同一棱线上的两点不能相连。</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p:cTn id="7" dur="1000" fill="hold"/>
                                        <p:tgtEl>
                                          <p:spTgt spid="300"/>
                                        </p:tgtEl>
                                        <p:attrNameLst>
                                          <p:attrName>ppt_w</p:attrName>
                                        </p:attrNameLst>
                                      </p:cBhvr>
                                      <p:tavLst>
                                        <p:tav tm="0">
                                          <p:val>
                                            <p:fltVal val="0"/>
                                          </p:val>
                                        </p:tav>
                                        <p:tav tm="100000">
                                          <p:val>
                                            <p:strVal val="#ppt_w"/>
                                          </p:val>
                                        </p:tav>
                                      </p:tavLst>
                                    </p:anim>
                                    <p:anim calcmode="lin" valueType="num">
                                      <p:cBhvr>
                                        <p:cTn id="8" dur="1000" fill="hold"/>
                                        <p:tgtEl>
                                          <p:spTgt spid="300"/>
                                        </p:tgtEl>
                                        <p:attrNameLst>
                                          <p:attrName>ppt_h</p:attrName>
                                        </p:attrNameLst>
                                      </p:cBhvr>
                                      <p:tavLst>
                                        <p:tav tm="0">
                                          <p:val>
                                            <p:fltVal val="0"/>
                                          </p:val>
                                        </p:tav>
                                        <p:tav tm="100000">
                                          <p:val>
                                            <p:strVal val="#ppt_h"/>
                                          </p:val>
                                        </p:tav>
                                      </p:tavLst>
                                    </p:anim>
                                    <p:anim calcmode="lin" valueType="num">
                                      <p:cBhvr>
                                        <p:cTn id="9" dur="1000" fill="hold"/>
                                        <p:tgtEl>
                                          <p:spTgt spid="30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0"/>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0"/>
                                  </p:stCondLst>
                                  <p:childTnLst>
                                    <p:set>
                                      <p:cBhvr>
                                        <p:cTn id="12" dur="1" fill="hold">
                                          <p:stCondLst>
                                            <p:cond delay="0"/>
                                          </p:stCondLst>
                                        </p:cTn>
                                        <p:tgtEl>
                                          <p:spTgt spid="299"/>
                                        </p:tgtEl>
                                        <p:attrNameLst>
                                          <p:attrName>style.visibility</p:attrName>
                                        </p:attrNameLst>
                                      </p:cBhvr>
                                      <p:to>
                                        <p:strVal val="visible"/>
                                      </p:to>
                                    </p:set>
                                    <p:anim calcmode="lin" valueType="num">
                                      <p:cBhvr>
                                        <p:cTn id="13" dur="1000" fill="hold"/>
                                        <p:tgtEl>
                                          <p:spTgt spid="299"/>
                                        </p:tgtEl>
                                        <p:attrNameLst>
                                          <p:attrName>ppt_w</p:attrName>
                                        </p:attrNameLst>
                                      </p:cBhvr>
                                      <p:tavLst>
                                        <p:tav tm="0">
                                          <p:val>
                                            <p:fltVal val="0"/>
                                          </p:val>
                                        </p:tav>
                                        <p:tav tm="100000">
                                          <p:val>
                                            <p:strVal val="#ppt_w"/>
                                          </p:val>
                                        </p:tav>
                                      </p:tavLst>
                                    </p:anim>
                                    <p:anim calcmode="lin" valueType="num">
                                      <p:cBhvr>
                                        <p:cTn id="14" dur="1000" fill="hold"/>
                                        <p:tgtEl>
                                          <p:spTgt spid="299"/>
                                        </p:tgtEl>
                                        <p:attrNameLst>
                                          <p:attrName>ppt_h</p:attrName>
                                        </p:attrNameLst>
                                      </p:cBhvr>
                                      <p:tavLst>
                                        <p:tav tm="0">
                                          <p:val>
                                            <p:fltVal val="0"/>
                                          </p:val>
                                        </p:tav>
                                        <p:tav tm="100000">
                                          <p:val>
                                            <p:strVal val="#ppt_h"/>
                                          </p:val>
                                        </p:tav>
                                      </p:tavLst>
                                    </p:anim>
                                    <p:anim calcmode="lin" valueType="num">
                                      <p:cBhvr>
                                        <p:cTn id="15" dur="1000" fill="hold"/>
                                        <p:tgtEl>
                                          <p:spTgt spid="299"/>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29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1"/>
                                        </p:tgtEl>
                                        <p:attrNameLst>
                                          <p:attrName>style.visibility</p:attrName>
                                        </p:attrNameLst>
                                      </p:cBhvr>
                                      <p:to>
                                        <p:strVal val="visible"/>
                                      </p:to>
                                    </p:set>
                                    <p:animEffect transition="in" filter="wipe(left)">
                                      <p:cBhvr>
                                        <p:cTn id="21" dur="1000"/>
                                        <p:tgtEl>
                                          <p:spTgt spid="2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2"/>
                                        </p:tgtEl>
                                        <p:attrNameLst>
                                          <p:attrName>style.visibility</p:attrName>
                                        </p:attrNameLst>
                                      </p:cBhvr>
                                      <p:to>
                                        <p:strVal val="visible"/>
                                      </p:to>
                                    </p:set>
                                    <p:animEffect transition="in" filter="wipe(left)">
                                      <p:cBhvr>
                                        <p:cTn id="26" dur="1000"/>
                                        <p:tgtEl>
                                          <p:spTgt spid="29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98"/>
                                        </p:tgtEl>
                                        <p:attrNameLst>
                                          <p:attrName>style.visibility</p:attrName>
                                        </p:attrNameLst>
                                      </p:cBhvr>
                                      <p:to>
                                        <p:strVal val="visible"/>
                                      </p:to>
                                    </p:set>
                                    <p:animEffect transition="in" filter="wipe(right)">
                                      <p:cBhvr>
                                        <p:cTn id="31" dur="1000"/>
                                        <p:tgtEl>
                                          <p:spTgt spid="298"/>
                                        </p:tgtEl>
                                      </p:cBhvr>
                                    </p:animEffect>
                                  </p:childTnLst>
                                </p:cTn>
                              </p:par>
                              <p:par>
                                <p:cTn id="32" presetID="22" presetClass="entr" presetSubtype="2" fill="hold" nodeType="withEffect">
                                  <p:stCondLst>
                                    <p:cond delay="0"/>
                                  </p:stCondLst>
                                  <p:childTnLst>
                                    <p:set>
                                      <p:cBhvr>
                                        <p:cTn id="33" dur="1" fill="hold">
                                          <p:stCondLst>
                                            <p:cond delay="0"/>
                                          </p:stCondLst>
                                        </p:cTn>
                                        <p:tgtEl>
                                          <p:spTgt spid="297"/>
                                        </p:tgtEl>
                                        <p:attrNameLst>
                                          <p:attrName>style.visibility</p:attrName>
                                        </p:attrNameLst>
                                      </p:cBhvr>
                                      <p:to>
                                        <p:strVal val="visible"/>
                                      </p:to>
                                    </p:set>
                                    <p:animEffect transition="in" filter="wipe(right)">
                                      <p:cBhvr>
                                        <p:cTn id="34" dur="1000"/>
                                        <p:tgtEl>
                                          <p:spTgt spid="297"/>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317"/>
                                        </p:tgtEl>
                                        <p:attrNameLst>
                                          <p:attrName>style.visibility</p:attrName>
                                        </p:attrNameLst>
                                      </p:cBhvr>
                                      <p:to>
                                        <p:strVal val="visible"/>
                                      </p:to>
                                    </p:set>
                                    <p:anim calcmode="lin" valueType="num">
                                      <p:cBhvr>
                                        <p:cTn id="39" dur="500" fill="hold"/>
                                        <p:tgtEl>
                                          <p:spTgt spid="317"/>
                                        </p:tgtEl>
                                        <p:attrNameLst>
                                          <p:attrName>ppt_w</p:attrName>
                                        </p:attrNameLst>
                                      </p:cBhvr>
                                      <p:tavLst>
                                        <p:tav tm="0">
                                          <p:val>
                                            <p:fltVal val="0"/>
                                          </p:val>
                                        </p:tav>
                                        <p:tav tm="100000">
                                          <p:val>
                                            <p:strVal val="#ppt_w"/>
                                          </p:val>
                                        </p:tav>
                                      </p:tavLst>
                                    </p:anim>
                                    <p:anim calcmode="lin" valueType="num">
                                      <p:cBhvr>
                                        <p:cTn id="40" dur="500" fill="hold"/>
                                        <p:tgtEl>
                                          <p:spTgt spid="317"/>
                                        </p:tgtEl>
                                        <p:attrNameLst>
                                          <p:attrName>ppt_h</p:attrName>
                                        </p:attrNameLst>
                                      </p:cBhvr>
                                      <p:tavLst>
                                        <p:tav tm="0">
                                          <p:val>
                                            <p:strVal val="#ppt_h"/>
                                          </p:val>
                                        </p:tav>
                                        <p:tav tm="100000">
                                          <p:val>
                                            <p:strVal val="#ppt_h"/>
                                          </p:val>
                                        </p:tav>
                                      </p:tavLst>
                                    </p:anim>
                                  </p:childTnLst>
                                </p:cTn>
                              </p:par>
                              <p:par>
                                <p:cTn id="41" presetID="17" presetClass="entr" presetSubtype="10" fill="hold" nodeType="withEffect">
                                  <p:stCondLst>
                                    <p:cond delay="0"/>
                                  </p:stCondLst>
                                  <p:childTnLst>
                                    <p:set>
                                      <p:cBhvr>
                                        <p:cTn id="42" dur="1" fill="hold">
                                          <p:stCondLst>
                                            <p:cond delay="0"/>
                                          </p:stCondLst>
                                        </p:cTn>
                                        <p:tgtEl>
                                          <p:spTgt spid="318"/>
                                        </p:tgtEl>
                                        <p:attrNameLst>
                                          <p:attrName>style.visibility</p:attrName>
                                        </p:attrNameLst>
                                      </p:cBhvr>
                                      <p:to>
                                        <p:strVal val="visible"/>
                                      </p:to>
                                    </p:set>
                                    <p:anim calcmode="lin" valueType="num">
                                      <p:cBhvr>
                                        <p:cTn id="43" dur="500" fill="hold"/>
                                        <p:tgtEl>
                                          <p:spTgt spid="318"/>
                                        </p:tgtEl>
                                        <p:attrNameLst>
                                          <p:attrName>ppt_w</p:attrName>
                                        </p:attrNameLst>
                                      </p:cBhvr>
                                      <p:tavLst>
                                        <p:tav tm="0">
                                          <p:val>
                                            <p:fltVal val="0"/>
                                          </p:val>
                                        </p:tav>
                                        <p:tav tm="100000">
                                          <p:val>
                                            <p:strVal val="#ppt_w"/>
                                          </p:val>
                                        </p:tav>
                                      </p:tavLst>
                                    </p:anim>
                                    <p:anim calcmode="lin" valueType="num">
                                      <p:cBhvr>
                                        <p:cTn id="44" dur="500" fill="hold"/>
                                        <p:tgtEl>
                                          <p:spTgt spid="318"/>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85"/>
                                        </p:tgtEl>
                                        <p:attrNameLst>
                                          <p:attrName>style.visibility</p:attrName>
                                        </p:attrNameLst>
                                      </p:cBhvr>
                                      <p:to>
                                        <p:strVal val="visible"/>
                                      </p:to>
                                    </p:set>
                                    <p:animEffect transition="in" filter="wipe(left)">
                                      <p:cBhvr>
                                        <p:cTn id="49" dur="1000"/>
                                        <p:tgtEl>
                                          <p:spTgt spid="28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86"/>
                                        </p:tgtEl>
                                        <p:attrNameLst>
                                          <p:attrName>style.visibility</p:attrName>
                                        </p:attrNameLst>
                                      </p:cBhvr>
                                      <p:to>
                                        <p:strVal val="visible"/>
                                      </p:to>
                                    </p:set>
                                    <p:animEffect transition="in" filter="wipe(left)">
                                      <p:cBhvr>
                                        <p:cTn id="54" dur="1000"/>
                                        <p:tgtEl>
                                          <p:spTgt spid="286"/>
                                        </p:tgtEl>
                                      </p:cBhvr>
                                    </p:animEffect>
                                  </p:childTnLst>
                                </p:cTn>
                              </p:par>
                            </p:childTnLst>
                          </p:cTn>
                        </p:par>
                      </p:childTnLst>
                    </p:cTn>
                  </p:par>
                  <p:par>
                    <p:cTn id="55" fill="hold">
                      <p:stCondLst>
                        <p:cond delay="indefinite"/>
                      </p:stCondLst>
                      <p:childTnLst>
                        <p:par>
                          <p:cTn id="56" fill="hold">
                            <p:stCondLst>
                              <p:cond delay="0"/>
                            </p:stCondLst>
                            <p:childTnLst>
                              <p:par>
                                <p:cTn id="57" presetID="17" presetClass="entr" presetSubtype="10" fill="hold" nodeType="clickEffect">
                                  <p:stCondLst>
                                    <p:cond delay="0"/>
                                  </p:stCondLst>
                                  <p:childTnLst>
                                    <p:set>
                                      <p:cBhvr>
                                        <p:cTn id="58" dur="1" fill="hold">
                                          <p:stCondLst>
                                            <p:cond delay="0"/>
                                          </p:stCondLst>
                                        </p:cTn>
                                        <p:tgtEl>
                                          <p:spTgt spid="176"/>
                                        </p:tgtEl>
                                        <p:attrNameLst>
                                          <p:attrName>style.visibility</p:attrName>
                                        </p:attrNameLst>
                                      </p:cBhvr>
                                      <p:to>
                                        <p:strVal val="visible"/>
                                      </p:to>
                                    </p:set>
                                    <p:anim calcmode="lin" valueType="num">
                                      <p:cBhvr>
                                        <p:cTn id="59" dur="500" fill="hold"/>
                                        <p:tgtEl>
                                          <p:spTgt spid="176"/>
                                        </p:tgtEl>
                                        <p:attrNameLst>
                                          <p:attrName>ppt_w</p:attrName>
                                        </p:attrNameLst>
                                      </p:cBhvr>
                                      <p:tavLst>
                                        <p:tav tm="0">
                                          <p:val>
                                            <p:fltVal val="0"/>
                                          </p:val>
                                        </p:tav>
                                        <p:tav tm="100000">
                                          <p:val>
                                            <p:strVal val="#ppt_w"/>
                                          </p:val>
                                        </p:tav>
                                      </p:tavLst>
                                    </p:anim>
                                    <p:anim calcmode="lin" valueType="num">
                                      <p:cBhvr>
                                        <p:cTn id="60" dur="500" fill="hold"/>
                                        <p:tgtEl>
                                          <p:spTgt spid="176"/>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90"/>
                                        </p:tgtEl>
                                        <p:attrNameLst>
                                          <p:attrName>style.visibility</p:attrName>
                                        </p:attrNameLst>
                                      </p:cBhvr>
                                      <p:to>
                                        <p:strVal val="visible"/>
                                      </p:to>
                                    </p:set>
                                    <p:animEffect transition="in" filter="wipe(left)">
                                      <p:cBhvr>
                                        <p:cTn id="65" dur="1000"/>
                                        <p:tgtEl>
                                          <p:spTgt spid="290"/>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89"/>
                                        </p:tgtEl>
                                        <p:attrNameLst>
                                          <p:attrName>style.visibility</p:attrName>
                                        </p:attrNameLst>
                                      </p:cBhvr>
                                      <p:to>
                                        <p:strVal val="visible"/>
                                      </p:to>
                                    </p:set>
                                    <p:animEffect transition="in" filter="wipe(left)">
                                      <p:cBhvr>
                                        <p:cTn id="68" dur="1000"/>
                                        <p:tgtEl>
                                          <p:spTgt spid="289"/>
                                        </p:tgtEl>
                                      </p:cBhvr>
                                    </p:animEffect>
                                  </p:childTnLst>
                                </p:cTn>
                              </p:par>
                            </p:childTnLst>
                          </p:cTn>
                        </p:par>
                      </p:childTnLst>
                    </p:cTn>
                  </p:par>
                  <p:par>
                    <p:cTn id="69" fill="hold">
                      <p:stCondLst>
                        <p:cond delay="indefinite"/>
                      </p:stCondLst>
                      <p:childTnLst>
                        <p:par>
                          <p:cTn id="70" fill="hold">
                            <p:stCondLst>
                              <p:cond delay="0"/>
                            </p:stCondLst>
                            <p:childTnLst>
                              <p:par>
                                <p:cTn id="71" presetID="15" presetClass="entr" presetSubtype="0" fill="hold" nodeType="clickEffect">
                                  <p:stCondLst>
                                    <p:cond delay="0"/>
                                  </p:stCondLst>
                                  <p:childTnLst>
                                    <p:set>
                                      <p:cBhvr>
                                        <p:cTn id="72" dur="1" fill="hold">
                                          <p:stCondLst>
                                            <p:cond delay="0"/>
                                          </p:stCondLst>
                                        </p:cTn>
                                        <p:tgtEl>
                                          <p:spTgt spid="173"/>
                                        </p:tgtEl>
                                        <p:attrNameLst>
                                          <p:attrName>style.visibility</p:attrName>
                                        </p:attrNameLst>
                                      </p:cBhvr>
                                      <p:to>
                                        <p:strVal val="visible"/>
                                      </p:to>
                                    </p:set>
                                    <p:anim calcmode="lin" valueType="num">
                                      <p:cBhvr>
                                        <p:cTn id="73" dur="1000" fill="hold"/>
                                        <p:tgtEl>
                                          <p:spTgt spid="173"/>
                                        </p:tgtEl>
                                        <p:attrNameLst>
                                          <p:attrName>ppt_w</p:attrName>
                                        </p:attrNameLst>
                                      </p:cBhvr>
                                      <p:tavLst>
                                        <p:tav tm="0">
                                          <p:val>
                                            <p:fltVal val="0"/>
                                          </p:val>
                                        </p:tav>
                                        <p:tav tm="100000">
                                          <p:val>
                                            <p:strVal val="#ppt_w"/>
                                          </p:val>
                                        </p:tav>
                                      </p:tavLst>
                                    </p:anim>
                                    <p:anim calcmode="lin" valueType="num">
                                      <p:cBhvr>
                                        <p:cTn id="74" dur="1000" fill="hold"/>
                                        <p:tgtEl>
                                          <p:spTgt spid="173"/>
                                        </p:tgtEl>
                                        <p:attrNameLst>
                                          <p:attrName>ppt_h</p:attrName>
                                        </p:attrNameLst>
                                      </p:cBhvr>
                                      <p:tavLst>
                                        <p:tav tm="0">
                                          <p:val>
                                            <p:fltVal val="0"/>
                                          </p:val>
                                        </p:tav>
                                        <p:tav tm="100000">
                                          <p:val>
                                            <p:strVal val="#ppt_h"/>
                                          </p:val>
                                        </p:tav>
                                      </p:tavLst>
                                    </p:anim>
                                    <p:anim calcmode="lin" valueType="num">
                                      <p:cBhvr>
                                        <p:cTn id="75" dur="1000" fill="hold"/>
                                        <p:tgtEl>
                                          <p:spTgt spid="173"/>
                                        </p:tgtEl>
                                        <p:attrNameLst>
                                          <p:attrName>ppt_x</p:attrName>
                                        </p:attrNameLst>
                                      </p:cBhvr>
                                      <p:tavLst>
                                        <p:tav tm="0" fmla="#ppt_x+(cos(-2*pi*(1-$))*-#ppt_x-sin(-2*pi*(1-$))*(1-#ppt_y))*(1-$)">
                                          <p:val>
                                            <p:fltVal val="0"/>
                                          </p:val>
                                        </p:tav>
                                        <p:tav tm="100000">
                                          <p:val>
                                            <p:fltVal val="1"/>
                                          </p:val>
                                        </p:tav>
                                      </p:tavLst>
                                    </p:anim>
                                    <p:anim calcmode="lin" valueType="num">
                                      <p:cBhvr>
                                        <p:cTn id="76" dur="1000" fill="hold"/>
                                        <p:tgtEl>
                                          <p:spTgt spid="173"/>
                                        </p:tgtEl>
                                        <p:attrNameLst>
                                          <p:attrName>ppt_y</p:attrName>
                                        </p:attrNameLst>
                                      </p:cBhvr>
                                      <p:tavLst>
                                        <p:tav tm="0" fmla="#ppt_y+(sin(-2*pi*(1-$))*-#ppt_x+cos(-2*pi*(1-$))*(1-#ppt_y))*(1-$)">
                                          <p:val>
                                            <p:fltVal val="0"/>
                                          </p:val>
                                        </p:tav>
                                        <p:tav tm="100000">
                                          <p:val>
                                            <p:fltVal val="1"/>
                                          </p:val>
                                        </p:tav>
                                      </p:tavLst>
                                    </p:anim>
                                  </p:childTnLst>
                                </p:cTn>
                              </p:par>
                              <p:par>
                                <p:cTn id="77" presetID="15" presetClass="entr" presetSubtype="0" fill="hold" nodeType="withEffect">
                                  <p:stCondLst>
                                    <p:cond delay="0"/>
                                  </p:stCondLst>
                                  <p:childTnLst>
                                    <p:set>
                                      <p:cBhvr>
                                        <p:cTn id="78" dur="1" fill="hold">
                                          <p:stCondLst>
                                            <p:cond delay="0"/>
                                          </p:stCondLst>
                                        </p:cTn>
                                        <p:tgtEl>
                                          <p:spTgt spid="175"/>
                                        </p:tgtEl>
                                        <p:attrNameLst>
                                          <p:attrName>style.visibility</p:attrName>
                                        </p:attrNameLst>
                                      </p:cBhvr>
                                      <p:to>
                                        <p:strVal val="visible"/>
                                      </p:to>
                                    </p:set>
                                    <p:anim calcmode="lin" valueType="num">
                                      <p:cBhvr>
                                        <p:cTn id="79" dur="1000" fill="hold"/>
                                        <p:tgtEl>
                                          <p:spTgt spid="175"/>
                                        </p:tgtEl>
                                        <p:attrNameLst>
                                          <p:attrName>ppt_w</p:attrName>
                                        </p:attrNameLst>
                                      </p:cBhvr>
                                      <p:tavLst>
                                        <p:tav tm="0">
                                          <p:val>
                                            <p:fltVal val="0"/>
                                          </p:val>
                                        </p:tav>
                                        <p:tav tm="100000">
                                          <p:val>
                                            <p:strVal val="#ppt_w"/>
                                          </p:val>
                                        </p:tav>
                                      </p:tavLst>
                                    </p:anim>
                                    <p:anim calcmode="lin" valueType="num">
                                      <p:cBhvr>
                                        <p:cTn id="80" dur="1000" fill="hold"/>
                                        <p:tgtEl>
                                          <p:spTgt spid="175"/>
                                        </p:tgtEl>
                                        <p:attrNameLst>
                                          <p:attrName>ppt_h</p:attrName>
                                        </p:attrNameLst>
                                      </p:cBhvr>
                                      <p:tavLst>
                                        <p:tav tm="0">
                                          <p:val>
                                            <p:fltVal val="0"/>
                                          </p:val>
                                        </p:tav>
                                        <p:tav tm="100000">
                                          <p:val>
                                            <p:strVal val="#ppt_h"/>
                                          </p:val>
                                        </p:tav>
                                      </p:tavLst>
                                    </p:anim>
                                    <p:anim calcmode="lin" valueType="num">
                                      <p:cBhvr>
                                        <p:cTn id="81" dur="1000" fill="hold"/>
                                        <p:tgtEl>
                                          <p:spTgt spid="175"/>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17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81"/>
                                        </p:tgtEl>
                                        <p:attrNameLst>
                                          <p:attrName>style.visibility</p:attrName>
                                        </p:attrNameLst>
                                      </p:cBhvr>
                                      <p:to>
                                        <p:strVal val="visible"/>
                                      </p:to>
                                    </p:set>
                                    <p:animEffect transition="in" filter="wipe(left)">
                                      <p:cBhvr>
                                        <p:cTn id="87" dur="1000"/>
                                        <p:tgtEl>
                                          <p:spTgt spid="18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0"/>
                                        </p:tgtEl>
                                        <p:attrNameLst>
                                          <p:attrName>style.visibility</p:attrName>
                                        </p:attrNameLst>
                                      </p:cBhvr>
                                      <p:to>
                                        <p:strVal val="visible"/>
                                      </p:to>
                                    </p:set>
                                    <p:animEffect transition="in" filter="wipe(left)">
                                      <p:cBhvr>
                                        <p:cTn id="92" dur="1000"/>
                                        <p:tgtEl>
                                          <p:spTgt spid="18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165"/>
                                        </p:tgtEl>
                                        <p:attrNameLst>
                                          <p:attrName>style.visibility</p:attrName>
                                        </p:attrNameLst>
                                      </p:cBhvr>
                                      <p:to>
                                        <p:strVal val="visible"/>
                                      </p:to>
                                    </p:set>
                                    <p:animEffect transition="in" filter="wipe(down)">
                                      <p:cBhvr>
                                        <p:cTn id="97" dur="1000"/>
                                        <p:tgtEl>
                                          <p:spTgt spid="165"/>
                                        </p:tgtEl>
                                      </p:cBhvr>
                                    </p:animEffect>
                                  </p:childTnLst>
                                </p:cTn>
                              </p:par>
                            </p:childTnLst>
                          </p:cTn>
                        </p:par>
                      </p:childTnLst>
                    </p:cTn>
                  </p:par>
                  <p:par>
                    <p:cTn id="98" fill="hold">
                      <p:stCondLst>
                        <p:cond delay="indefinite"/>
                      </p:stCondLst>
                      <p:childTnLst>
                        <p:par>
                          <p:cTn id="99" fill="hold">
                            <p:stCondLst>
                              <p:cond delay="0"/>
                            </p:stCondLst>
                            <p:childTnLst>
                              <p:par>
                                <p:cTn id="100" presetID="17" presetClass="entr" presetSubtype="10" fill="hold" nodeType="clickEffect">
                                  <p:stCondLst>
                                    <p:cond delay="0"/>
                                  </p:stCondLst>
                                  <p:childTnLst>
                                    <p:set>
                                      <p:cBhvr>
                                        <p:cTn id="101" dur="1" fill="hold">
                                          <p:stCondLst>
                                            <p:cond delay="0"/>
                                          </p:stCondLst>
                                        </p:cTn>
                                        <p:tgtEl>
                                          <p:spTgt spid="314"/>
                                        </p:tgtEl>
                                        <p:attrNameLst>
                                          <p:attrName>style.visibility</p:attrName>
                                        </p:attrNameLst>
                                      </p:cBhvr>
                                      <p:to>
                                        <p:strVal val="visible"/>
                                      </p:to>
                                    </p:set>
                                    <p:anim calcmode="lin" valueType="num">
                                      <p:cBhvr>
                                        <p:cTn id="102" dur="1000" fill="hold"/>
                                        <p:tgtEl>
                                          <p:spTgt spid="314"/>
                                        </p:tgtEl>
                                        <p:attrNameLst>
                                          <p:attrName>ppt_w</p:attrName>
                                        </p:attrNameLst>
                                      </p:cBhvr>
                                      <p:tavLst>
                                        <p:tav tm="0">
                                          <p:val>
                                            <p:fltVal val="0"/>
                                          </p:val>
                                        </p:tav>
                                        <p:tav tm="100000">
                                          <p:val>
                                            <p:strVal val="#ppt_w"/>
                                          </p:val>
                                        </p:tav>
                                      </p:tavLst>
                                    </p:anim>
                                    <p:anim calcmode="lin" valueType="num">
                                      <p:cBhvr>
                                        <p:cTn id="103" dur="1000" fill="hold"/>
                                        <p:tgtEl>
                                          <p:spTgt spid="314"/>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14"/>
                                        </p:tgtEl>
                                        <p:attrNameLst>
                                          <p:attrName>style.visibility</p:attrName>
                                        </p:attrNameLst>
                                      </p:cBhvr>
                                      <p:to>
                                        <p:strVal val="visible"/>
                                      </p:to>
                                    </p:set>
                                    <p:animEffect transition="in" filter="wipe(left)">
                                      <p:cBhvr>
                                        <p:cTn id="108" dur="1000"/>
                                        <p:tgtEl>
                                          <p:spTgt spid="214"/>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nodeType="clickEffect">
                                  <p:stCondLst>
                                    <p:cond delay="0"/>
                                  </p:stCondLst>
                                  <p:childTnLst>
                                    <p:set>
                                      <p:cBhvr>
                                        <p:cTn id="112" dur="1" fill="hold">
                                          <p:stCondLst>
                                            <p:cond delay="0"/>
                                          </p:stCondLst>
                                        </p:cTn>
                                        <p:tgtEl>
                                          <p:spTgt spid="168"/>
                                        </p:tgtEl>
                                        <p:attrNameLst>
                                          <p:attrName>style.visibility</p:attrName>
                                        </p:attrNameLst>
                                      </p:cBhvr>
                                      <p:to>
                                        <p:strVal val="visible"/>
                                      </p:to>
                                    </p:set>
                                    <p:animEffect transition="in" filter="wipe(down)">
                                      <p:cBhvr>
                                        <p:cTn id="113" dur="1000"/>
                                        <p:tgtEl>
                                          <p:spTgt spid="168"/>
                                        </p:tgtEl>
                                      </p:cBhvr>
                                    </p:animEffect>
                                  </p:childTnLst>
                                </p:cTn>
                              </p:par>
                            </p:childTnLst>
                          </p:cTn>
                        </p:par>
                      </p:childTnLst>
                    </p:cTn>
                  </p:par>
                  <p:par>
                    <p:cTn id="114" fill="hold">
                      <p:stCondLst>
                        <p:cond delay="indefinite"/>
                      </p:stCondLst>
                      <p:childTnLst>
                        <p:par>
                          <p:cTn id="115" fill="hold">
                            <p:stCondLst>
                              <p:cond delay="0"/>
                            </p:stCondLst>
                            <p:childTnLst>
                              <p:par>
                                <p:cTn id="116" presetID="17" presetClass="entr" presetSubtype="10" fill="hold" nodeType="clickEffect">
                                  <p:stCondLst>
                                    <p:cond delay="0"/>
                                  </p:stCondLst>
                                  <p:childTnLst>
                                    <p:set>
                                      <p:cBhvr>
                                        <p:cTn id="117" dur="1" fill="hold">
                                          <p:stCondLst>
                                            <p:cond delay="0"/>
                                          </p:stCondLst>
                                        </p:cTn>
                                        <p:tgtEl>
                                          <p:spTgt spid="315"/>
                                        </p:tgtEl>
                                        <p:attrNameLst>
                                          <p:attrName>style.visibility</p:attrName>
                                        </p:attrNameLst>
                                      </p:cBhvr>
                                      <p:to>
                                        <p:strVal val="visible"/>
                                      </p:to>
                                    </p:set>
                                    <p:anim calcmode="lin" valueType="num">
                                      <p:cBhvr>
                                        <p:cTn id="118" dur="1000" fill="hold"/>
                                        <p:tgtEl>
                                          <p:spTgt spid="315"/>
                                        </p:tgtEl>
                                        <p:attrNameLst>
                                          <p:attrName>ppt_w</p:attrName>
                                        </p:attrNameLst>
                                      </p:cBhvr>
                                      <p:tavLst>
                                        <p:tav tm="0">
                                          <p:val>
                                            <p:fltVal val="0"/>
                                          </p:val>
                                        </p:tav>
                                        <p:tav tm="100000">
                                          <p:val>
                                            <p:strVal val="#ppt_w"/>
                                          </p:val>
                                        </p:tav>
                                      </p:tavLst>
                                    </p:anim>
                                    <p:anim calcmode="lin" valueType="num">
                                      <p:cBhvr>
                                        <p:cTn id="119" dur="1000" fill="hold"/>
                                        <p:tgtEl>
                                          <p:spTgt spid="315"/>
                                        </p:tgtEl>
                                        <p:attrNameLst>
                                          <p:attrName>ppt_h</p:attrName>
                                        </p:attrNameLst>
                                      </p:cBhvr>
                                      <p:tavLst>
                                        <p:tav tm="0">
                                          <p:val>
                                            <p:strVal val="#ppt_h"/>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79"/>
                                        </p:tgtEl>
                                        <p:attrNameLst>
                                          <p:attrName>style.visibility</p:attrName>
                                        </p:attrNameLst>
                                      </p:cBhvr>
                                      <p:to>
                                        <p:strVal val="visible"/>
                                      </p:to>
                                    </p:set>
                                    <p:animEffect transition="in" filter="wipe(left)">
                                      <p:cBhvr>
                                        <p:cTn id="124" dur="1000"/>
                                        <p:tgtEl>
                                          <p:spTgt spid="179"/>
                                        </p:tgtEl>
                                      </p:cBhvr>
                                    </p:animEffect>
                                  </p:childTnLst>
                                </p:cTn>
                              </p:par>
                            </p:childTnLst>
                          </p:cTn>
                        </p:par>
                      </p:childTnLst>
                    </p:cTn>
                  </p:par>
                  <p:par>
                    <p:cTn id="125" fill="hold">
                      <p:stCondLst>
                        <p:cond delay="indefinite"/>
                      </p:stCondLst>
                      <p:childTnLst>
                        <p:par>
                          <p:cTn id="126" fill="hold">
                            <p:stCondLst>
                              <p:cond delay="0"/>
                            </p:stCondLst>
                            <p:childTnLst>
                              <p:par>
                                <p:cTn id="127" presetID="17" presetClass="entr" presetSubtype="10" fill="hold" nodeType="clickEffect">
                                  <p:stCondLst>
                                    <p:cond delay="0"/>
                                  </p:stCondLst>
                                  <p:childTnLst>
                                    <p:set>
                                      <p:cBhvr>
                                        <p:cTn id="128" dur="1" fill="hold">
                                          <p:stCondLst>
                                            <p:cond delay="0"/>
                                          </p:stCondLst>
                                        </p:cTn>
                                        <p:tgtEl>
                                          <p:spTgt spid="177"/>
                                        </p:tgtEl>
                                        <p:attrNameLst>
                                          <p:attrName>style.visibility</p:attrName>
                                        </p:attrNameLst>
                                      </p:cBhvr>
                                      <p:to>
                                        <p:strVal val="visible"/>
                                      </p:to>
                                    </p:set>
                                    <p:anim calcmode="lin" valueType="num">
                                      <p:cBhvr>
                                        <p:cTn id="129" dur="500" fill="hold"/>
                                        <p:tgtEl>
                                          <p:spTgt spid="177"/>
                                        </p:tgtEl>
                                        <p:attrNameLst>
                                          <p:attrName>ppt_w</p:attrName>
                                        </p:attrNameLst>
                                      </p:cBhvr>
                                      <p:tavLst>
                                        <p:tav tm="0">
                                          <p:val>
                                            <p:fltVal val="0"/>
                                          </p:val>
                                        </p:tav>
                                        <p:tav tm="100000">
                                          <p:val>
                                            <p:strVal val="#ppt_w"/>
                                          </p:val>
                                        </p:tav>
                                      </p:tavLst>
                                    </p:anim>
                                    <p:anim calcmode="lin" valueType="num">
                                      <p:cBhvr>
                                        <p:cTn id="130" dur="500" fill="hold"/>
                                        <p:tgtEl>
                                          <p:spTgt spid="177"/>
                                        </p:tgtEl>
                                        <p:attrNameLst>
                                          <p:attrName>ppt_h</p:attrName>
                                        </p:attrNameLst>
                                      </p:cBhvr>
                                      <p:tavLst>
                                        <p:tav tm="0">
                                          <p:val>
                                            <p:strVal val="#ppt_h"/>
                                          </p:val>
                                        </p:tav>
                                        <p:tav tm="100000">
                                          <p:val>
                                            <p:strVal val="#ppt_h"/>
                                          </p:val>
                                        </p:tav>
                                      </p:tavLst>
                                    </p:anim>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293"/>
                                        </p:tgtEl>
                                        <p:attrNameLst>
                                          <p:attrName>style.visibility</p:attrName>
                                        </p:attrNameLst>
                                      </p:cBhvr>
                                      <p:to>
                                        <p:strVal val="visible"/>
                                      </p:to>
                                    </p:set>
                                    <p:animEffect transition="in" filter="wipe(left)">
                                      <p:cBhvr>
                                        <p:cTn id="135" dur="1000"/>
                                        <p:tgtEl>
                                          <p:spTgt spid="293"/>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294"/>
                                        </p:tgtEl>
                                        <p:attrNameLst>
                                          <p:attrName>style.visibility</p:attrName>
                                        </p:attrNameLst>
                                      </p:cBhvr>
                                      <p:to>
                                        <p:strVal val="visible"/>
                                      </p:to>
                                    </p:set>
                                    <p:animEffect transition="in" filter="wipe(left)">
                                      <p:cBhvr>
                                        <p:cTn id="140" dur="1000"/>
                                        <p:tgtEl>
                                          <p:spTgt spid="294"/>
                                        </p:tgtEl>
                                      </p:cBhvr>
                                    </p:animEffect>
                                  </p:childTnLst>
                                </p:cTn>
                              </p:par>
                            </p:childTnLst>
                          </p:cTn>
                        </p:par>
                      </p:childTnLst>
                    </p:cTn>
                  </p:par>
                  <p:par>
                    <p:cTn id="141" fill="hold">
                      <p:stCondLst>
                        <p:cond delay="indefinite"/>
                      </p:stCondLst>
                      <p:childTnLst>
                        <p:par>
                          <p:cTn id="142" fill="hold">
                            <p:stCondLst>
                              <p:cond delay="0"/>
                            </p:stCondLst>
                            <p:childTnLst>
                              <p:par>
                                <p:cTn id="143" presetID="17" presetClass="entr" presetSubtype="10" fill="hold" nodeType="clickEffect">
                                  <p:stCondLst>
                                    <p:cond delay="0"/>
                                  </p:stCondLst>
                                  <p:childTnLst>
                                    <p:set>
                                      <p:cBhvr>
                                        <p:cTn id="144" dur="1" fill="hold">
                                          <p:stCondLst>
                                            <p:cond delay="0"/>
                                          </p:stCondLst>
                                        </p:cTn>
                                        <p:tgtEl>
                                          <p:spTgt spid="313"/>
                                        </p:tgtEl>
                                        <p:attrNameLst>
                                          <p:attrName>style.visibility</p:attrName>
                                        </p:attrNameLst>
                                      </p:cBhvr>
                                      <p:to>
                                        <p:strVal val="visible"/>
                                      </p:to>
                                    </p:set>
                                    <p:anim calcmode="lin" valueType="num">
                                      <p:cBhvr>
                                        <p:cTn id="145" dur="1000" fill="hold"/>
                                        <p:tgtEl>
                                          <p:spTgt spid="313"/>
                                        </p:tgtEl>
                                        <p:attrNameLst>
                                          <p:attrName>ppt_w</p:attrName>
                                        </p:attrNameLst>
                                      </p:cBhvr>
                                      <p:tavLst>
                                        <p:tav tm="0">
                                          <p:val>
                                            <p:fltVal val="0"/>
                                          </p:val>
                                        </p:tav>
                                        <p:tav tm="100000">
                                          <p:val>
                                            <p:strVal val="#ppt_w"/>
                                          </p:val>
                                        </p:tav>
                                      </p:tavLst>
                                    </p:anim>
                                    <p:anim calcmode="lin" valueType="num">
                                      <p:cBhvr>
                                        <p:cTn id="146" dur="1000" fill="hold"/>
                                        <p:tgtEl>
                                          <p:spTgt spid="313"/>
                                        </p:tgtEl>
                                        <p:attrNameLst>
                                          <p:attrName>ppt_h</p:attrName>
                                        </p:attrNameLst>
                                      </p:cBhvr>
                                      <p:tavLst>
                                        <p:tav tm="0">
                                          <p:val>
                                            <p:strVal val="#ppt_h"/>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284"/>
                                        </p:tgtEl>
                                        <p:attrNameLst>
                                          <p:attrName>style.visibility</p:attrName>
                                        </p:attrNameLst>
                                      </p:cBhvr>
                                      <p:to>
                                        <p:strVal val="visible"/>
                                      </p:to>
                                    </p:set>
                                    <p:animEffect transition="in" filter="wipe(left)">
                                      <p:cBhvr>
                                        <p:cTn id="151" dur="1000"/>
                                        <p:tgtEl>
                                          <p:spTgt spid="284"/>
                                        </p:tgtEl>
                                      </p:cBhvr>
                                    </p:animEffect>
                                  </p:childTnLst>
                                </p:cTn>
                              </p:par>
                            </p:childTnLst>
                          </p:cTn>
                        </p:par>
                      </p:childTnLst>
                    </p:cTn>
                  </p:par>
                  <p:par>
                    <p:cTn id="152" fill="hold">
                      <p:stCondLst>
                        <p:cond delay="indefinite"/>
                      </p:stCondLst>
                      <p:childTnLst>
                        <p:par>
                          <p:cTn id="153" fill="hold">
                            <p:stCondLst>
                              <p:cond delay="0"/>
                            </p:stCondLst>
                            <p:childTnLst>
                              <p:par>
                                <p:cTn id="154" presetID="17" presetClass="entr" presetSubtype="10" fill="hold" nodeType="clickEffect">
                                  <p:stCondLst>
                                    <p:cond delay="0"/>
                                  </p:stCondLst>
                                  <p:childTnLst>
                                    <p:set>
                                      <p:cBhvr>
                                        <p:cTn id="155" dur="1" fill="hold">
                                          <p:stCondLst>
                                            <p:cond delay="0"/>
                                          </p:stCondLst>
                                        </p:cTn>
                                        <p:tgtEl>
                                          <p:spTgt spid="316"/>
                                        </p:tgtEl>
                                        <p:attrNameLst>
                                          <p:attrName>style.visibility</p:attrName>
                                        </p:attrNameLst>
                                      </p:cBhvr>
                                      <p:to>
                                        <p:strVal val="visible"/>
                                      </p:to>
                                    </p:set>
                                    <p:anim calcmode="lin" valueType="num">
                                      <p:cBhvr>
                                        <p:cTn id="156" dur="1000" fill="hold"/>
                                        <p:tgtEl>
                                          <p:spTgt spid="316"/>
                                        </p:tgtEl>
                                        <p:attrNameLst>
                                          <p:attrName>ppt_w</p:attrName>
                                        </p:attrNameLst>
                                      </p:cBhvr>
                                      <p:tavLst>
                                        <p:tav tm="0">
                                          <p:val>
                                            <p:fltVal val="0"/>
                                          </p:val>
                                        </p:tav>
                                        <p:tav tm="100000">
                                          <p:val>
                                            <p:strVal val="#ppt_w"/>
                                          </p:val>
                                        </p:tav>
                                      </p:tavLst>
                                    </p:anim>
                                    <p:anim calcmode="lin" valueType="num">
                                      <p:cBhvr>
                                        <p:cTn id="157" dur="1000" fill="hold"/>
                                        <p:tgtEl>
                                          <p:spTgt spid="316"/>
                                        </p:tgtEl>
                                        <p:attrNameLst>
                                          <p:attrName>ppt_h</p:attrName>
                                        </p:attrNameLst>
                                      </p:cBhvr>
                                      <p:tavLst>
                                        <p:tav tm="0">
                                          <p:val>
                                            <p:strVal val="#ppt_h"/>
                                          </p:val>
                                        </p:tav>
                                        <p:tav tm="100000">
                                          <p:val>
                                            <p:strVal val="#ppt_h"/>
                                          </p:val>
                                        </p:tav>
                                      </p:tavLst>
                                    </p:anim>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287"/>
                                        </p:tgtEl>
                                        <p:attrNameLst>
                                          <p:attrName>style.visibility</p:attrName>
                                        </p:attrNameLst>
                                      </p:cBhvr>
                                      <p:to>
                                        <p:strVal val="visible"/>
                                      </p:to>
                                    </p:set>
                                    <p:animEffect transition="in" filter="wipe(left)">
                                      <p:cBhvr>
                                        <p:cTn id="162" dur="1000"/>
                                        <p:tgtEl>
                                          <p:spTgt spid="287"/>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178"/>
                                        </p:tgtEl>
                                        <p:attrNameLst>
                                          <p:attrName>style.visibility</p:attrName>
                                        </p:attrNameLst>
                                      </p:cBhvr>
                                      <p:to>
                                        <p:strVal val="visible"/>
                                      </p:to>
                                    </p:set>
                                    <p:animEffect transition="in" filter="wipe(left)">
                                      <p:cBhvr>
                                        <p:cTn id="167" dur="1000"/>
                                        <p:tgtEl>
                                          <p:spTgt spid="178"/>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288"/>
                                        </p:tgtEl>
                                        <p:attrNameLst>
                                          <p:attrName>style.visibility</p:attrName>
                                        </p:attrNameLst>
                                      </p:cBhvr>
                                      <p:to>
                                        <p:strVal val="visible"/>
                                      </p:to>
                                    </p:set>
                                    <p:animEffect transition="in" filter="wipe(left)">
                                      <p:cBhvr>
                                        <p:cTn id="172" dur="1000"/>
                                        <p:tgtEl>
                                          <p:spTgt spid="288"/>
                                        </p:tgtEl>
                                      </p:cBhvr>
                                    </p:animEffect>
                                  </p:childTnLst>
                                </p:cTn>
                              </p:par>
                            </p:childTnLst>
                          </p:cTn>
                        </p:par>
                      </p:childTnLst>
                    </p:cTn>
                  </p:par>
                  <p:par>
                    <p:cTn id="173" fill="hold">
                      <p:stCondLst>
                        <p:cond delay="indefinite"/>
                      </p:stCondLst>
                      <p:childTnLst>
                        <p:par>
                          <p:cTn id="174" fill="hold">
                            <p:stCondLst>
                              <p:cond delay="0"/>
                            </p:stCondLst>
                            <p:childTnLst>
                              <p:par>
                                <p:cTn id="175" presetID="17" presetClass="entr" presetSubtype="10" fill="hold" nodeType="clickEffect">
                                  <p:stCondLst>
                                    <p:cond delay="0"/>
                                  </p:stCondLst>
                                  <p:childTnLst>
                                    <p:set>
                                      <p:cBhvr>
                                        <p:cTn id="176" dur="1" fill="hold">
                                          <p:stCondLst>
                                            <p:cond delay="0"/>
                                          </p:stCondLst>
                                        </p:cTn>
                                        <p:tgtEl>
                                          <p:spTgt spid="174"/>
                                        </p:tgtEl>
                                        <p:attrNameLst>
                                          <p:attrName>style.visibility</p:attrName>
                                        </p:attrNameLst>
                                      </p:cBhvr>
                                      <p:to>
                                        <p:strVal val="visible"/>
                                      </p:to>
                                    </p:set>
                                    <p:anim calcmode="lin" valueType="num">
                                      <p:cBhvr>
                                        <p:cTn id="177" dur="500" fill="hold"/>
                                        <p:tgtEl>
                                          <p:spTgt spid="174"/>
                                        </p:tgtEl>
                                        <p:attrNameLst>
                                          <p:attrName>ppt_w</p:attrName>
                                        </p:attrNameLst>
                                      </p:cBhvr>
                                      <p:tavLst>
                                        <p:tav tm="0">
                                          <p:val>
                                            <p:fltVal val="0"/>
                                          </p:val>
                                        </p:tav>
                                        <p:tav tm="100000">
                                          <p:val>
                                            <p:strVal val="#ppt_w"/>
                                          </p:val>
                                        </p:tav>
                                      </p:tavLst>
                                    </p:anim>
                                    <p:anim calcmode="lin" valueType="num">
                                      <p:cBhvr>
                                        <p:cTn id="178" dur="500" fill="hold"/>
                                        <p:tgtEl>
                                          <p:spTgt spid="174"/>
                                        </p:tgtEl>
                                        <p:attrNameLst>
                                          <p:attrName>ppt_h</p:attrName>
                                        </p:attrNameLst>
                                      </p:cBhvr>
                                      <p:tavLst>
                                        <p:tav tm="0">
                                          <p:val>
                                            <p:strVal val="#ppt_h"/>
                                          </p:val>
                                        </p:tav>
                                        <p:tav tm="100000">
                                          <p:val>
                                            <p:strVal val="#ppt_h"/>
                                          </p:val>
                                        </p:tav>
                                      </p:tavLst>
                                    </p:anim>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295"/>
                                        </p:tgtEl>
                                        <p:attrNameLst>
                                          <p:attrName>style.visibility</p:attrName>
                                        </p:attrNameLst>
                                      </p:cBhvr>
                                      <p:to>
                                        <p:strVal val="visible"/>
                                      </p:to>
                                    </p:set>
                                    <p:animEffect transition="in" filter="wipe(left)">
                                      <p:cBhvr>
                                        <p:cTn id="183" dur="1000"/>
                                        <p:tgtEl>
                                          <p:spTgt spid="295"/>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296"/>
                                        </p:tgtEl>
                                        <p:attrNameLst>
                                          <p:attrName>style.visibility</p:attrName>
                                        </p:attrNameLst>
                                      </p:cBhvr>
                                      <p:to>
                                        <p:strVal val="visible"/>
                                      </p:to>
                                    </p:set>
                                    <p:animEffect transition="in" filter="wipe(left)">
                                      <p:cBhvr>
                                        <p:cTn id="188" dur="1000"/>
                                        <p:tgtEl>
                                          <p:spTgt spid="296"/>
                                        </p:tgtEl>
                                      </p:cBhvr>
                                    </p:animEffect>
                                  </p:childTnLst>
                                </p:cTn>
                              </p:par>
                            </p:childTnLst>
                          </p:cTn>
                        </p:par>
                      </p:childTnLst>
                    </p:cTn>
                  </p:par>
                  <p:par>
                    <p:cTn id="189" fill="hold">
                      <p:stCondLst>
                        <p:cond delay="indefinite"/>
                      </p:stCondLst>
                      <p:childTnLst>
                        <p:par>
                          <p:cTn id="190" fill="hold">
                            <p:stCondLst>
                              <p:cond delay="0"/>
                            </p:stCondLst>
                            <p:childTnLst>
                              <p:par>
                                <p:cTn id="191" presetID="17" presetClass="entr" presetSubtype="10" fill="hold" grpId="0" nodeType="clickEffect">
                                  <p:stCondLst>
                                    <p:cond delay="0"/>
                                  </p:stCondLst>
                                  <p:childTnLst>
                                    <p:set>
                                      <p:cBhvr>
                                        <p:cTn id="192" dur="1" fill="hold">
                                          <p:stCondLst>
                                            <p:cond delay="0"/>
                                          </p:stCondLst>
                                        </p:cTn>
                                        <p:tgtEl>
                                          <p:spTgt spid="139"/>
                                        </p:tgtEl>
                                        <p:attrNameLst>
                                          <p:attrName>style.visibility</p:attrName>
                                        </p:attrNameLst>
                                      </p:cBhvr>
                                      <p:to>
                                        <p:strVal val="visible"/>
                                      </p:to>
                                    </p:set>
                                    <p:anim calcmode="lin" valueType="num">
                                      <p:cBhvr>
                                        <p:cTn id="193" dur="500" fill="hold"/>
                                        <p:tgtEl>
                                          <p:spTgt spid="139"/>
                                        </p:tgtEl>
                                        <p:attrNameLst>
                                          <p:attrName>ppt_w</p:attrName>
                                        </p:attrNameLst>
                                      </p:cBhvr>
                                      <p:tavLst>
                                        <p:tav tm="0">
                                          <p:val>
                                            <p:fltVal val="0"/>
                                          </p:val>
                                        </p:tav>
                                        <p:tav tm="100000">
                                          <p:val>
                                            <p:strVal val="#ppt_w"/>
                                          </p:val>
                                        </p:tav>
                                      </p:tavLst>
                                    </p:anim>
                                    <p:anim calcmode="lin" valueType="num">
                                      <p:cBhvr>
                                        <p:cTn id="194" dur="500" fill="hold"/>
                                        <p:tgtEl>
                                          <p:spTgt spid="139"/>
                                        </p:tgtEl>
                                        <p:attrNameLst>
                                          <p:attrName>ppt_h</p:attrName>
                                        </p:attrNameLst>
                                      </p:cBhvr>
                                      <p:tavLst>
                                        <p:tav tm="0">
                                          <p:val>
                                            <p:strVal val="#ppt_h"/>
                                          </p:val>
                                        </p:tav>
                                        <p:tav tm="100000">
                                          <p:val>
                                            <p:strVal val="#ppt_h"/>
                                          </p:val>
                                        </p:tav>
                                      </p:tavLst>
                                    </p:anim>
                                  </p:childTnLst>
                                </p:cTn>
                              </p:par>
                            </p:childTnLst>
                          </p:cTn>
                        </p:par>
                      </p:childTnLst>
                    </p:cTn>
                  </p:par>
                  <p:par>
                    <p:cTn id="195" fill="hold">
                      <p:stCondLst>
                        <p:cond delay="indefinite"/>
                      </p:stCondLst>
                      <p:childTnLst>
                        <p:par>
                          <p:cTn id="196" fill="hold">
                            <p:stCondLst>
                              <p:cond delay="0"/>
                            </p:stCondLst>
                            <p:childTnLst>
                              <p:par>
                                <p:cTn id="197" presetID="17" presetClass="entr" presetSubtype="10" fill="hold" grpId="0" nodeType="clickEffect">
                                  <p:stCondLst>
                                    <p:cond delay="0"/>
                                  </p:stCondLst>
                                  <p:childTnLst>
                                    <p:set>
                                      <p:cBhvr>
                                        <p:cTn id="198" dur="1" fill="hold">
                                          <p:stCondLst>
                                            <p:cond delay="0"/>
                                          </p:stCondLst>
                                        </p:cTn>
                                        <p:tgtEl>
                                          <p:spTgt spid="182"/>
                                        </p:tgtEl>
                                        <p:attrNameLst>
                                          <p:attrName>style.visibility</p:attrName>
                                        </p:attrNameLst>
                                      </p:cBhvr>
                                      <p:to>
                                        <p:strVal val="visible"/>
                                      </p:to>
                                    </p:set>
                                    <p:anim calcmode="lin" valueType="num">
                                      <p:cBhvr>
                                        <p:cTn id="199" dur="1000" fill="hold"/>
                                        <p:tgtEl>
                                          <p:spTgt spid="182"/>
                                        </p:tgtEl>
                                        <p:attrNameLst>
                                          <p:attrName>ppt_w</p:attrName>
                                        </p:attrNameLst>
                                      </p:cBhvr>
                                      <p:tavLst>
                                        <p:tav tm="0">
                                          <p:val>
                                            <p:fltVal val="0"/>
                                          </p:val>
                                        </p:tav>
                                        <p:tav tm="100000">
                                          <p:val>
                                            <p:strVal val="#ppt_w"/>
                                          </p:val>
                                        </p:tav>
                                      </p:tavLst>
                                    </p:anim>
                                    <p:anim calcmode="lin" valueType="num">
                                      <p:cBhvr>
                                        <p:cTn id="200" dur="1000" fill="hold"/>
                                        <p:tgtEl>
                                          <p:spTgt spid="182"/>
                                        </p:tgtEl>
                                        <p:attrNameLst>
                                          <p:attrName>ppt_h</p:attrName>
                                        </p:attrNameLst>
                                      </p:cBhvr>
                                      <p:tavLst>
                                        <p:tav tm="0">
                                          <p:val>
                                            <p:strVal val="#ppt_h"/>
                                          </p:val>
                                        </p:tav>
                                        <p:tav tm="100000">
                                          <p:val>
                                            <p:strVal val="#ppt_h"/>
                                          </p:val>
                                        </p:tav>
                                      </p:tavLst>
                                    </p:anim>
                                  </p:childTnLst>
                                </p:cTn>
                              </p:par>
                            </p:childTnLst>
                          </p:cTn>
                        </p:par>
                      </p:childTnLst>
                    </p:cTn>
                  </p:par>
                  <p:par>
                    <p:cTn id="201" fill="hold">
                      <p:stCondLst>
                        <p:cond delay="indefinite"/>
                      </p:stCondLst>
                      <p:childTnLst>
                        <p:par>
                          <p:cTn id="202" fill="hold">
                            <p:stCondLst>
                              <p:cond delay="0"/>
                            </p:stCondLst>
                            <p:childTnLst>
                              <p:par>
                                <p:cTn id="203" presetID="22" presetClass="entr" presetSubtype="1" fill="hold" nodeType="clickEffect">
                                  <p:stCondLst>
                                    <p:cond delay="0"/>
                                  </p:stCondLst>
                                  <p:childTnLst>
                                    <p:set>
                                      <p:cBhvr>
                                        <p:cTn id="204" dur="1" fill="hold">
                                          <p:stCondLst>
                                            <p:cond delay="0"/>
                                          </p:stCondLst>
                                        </p:cTn>
                                        <p:tgtEl>
                                          <p:spTgt spid="171"/>
                                        </p:tgtEl>
                                        <p:attrNameLst>
                                          <p:attrName>style.visibility</p:attrName>
                                        </p:attrNameLst>
                                      </p:cBhvr>
                                      <p:to>
                                        <p:strVal val="visible"/>
                                      </p:to>
                                    </p:set>
                                    <p:animEffect transition="in" filter="wipe(up)">
                                      <p:cBhvr>
                                        <p:cTn id="205" dur="1000"/>
                                        <p:tgtEl>
                                          <p:spTgt spid="171"/>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1" fill="hold" nodeType="clickEffect">
                                  <p:stCondLst>
                                    <p:cond delay="0"/>
                                  </p:stCondLst>
                                  <p:childTnLst>
                                    <p:set>
                                      <p:cBhvr>
                                        <p:cTn id="209" dur="1" fill="hold">
                                          <p:stCondLst>
                                            <p:cond delay="0"/>
                                          </p:stCondLst>
                                        </p:cTn>
                                        <p:tgtEl>
                                          <p:spTgt spid="166"/>
                                        </p:tgtEl>
                                        <p:attrNameLst>
                                          <p:attrName>style.visibility</p:attrName>
                                        </p:attrNameLst>
                                      </p:cBhvr>
                                      <p:to>
                                        <p:strVal val="visible"/>
                                      </p:to>
                                    </p:set>
                                    <p:animEffect transition="in" filter="wipe(up)">
                                      <p:cBhvr>
                                        <p:cTn id="210" dur="1000"/>
                                        <p:tgtEl>
                                          <p:spTgt spid="166"/>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4" fill="hold" nodeType="clickEffect">
                                  <p:stCondLst>
                                    <p:cond delay="0"/>
                                  </p:stCondLst>
                                  <p:childTnLst>
                                    <p:set>
                                      <p:cBhvr>
                                        <p:cTn id="214" dur="1" fill="hold">
                                          <p:stCondLst>
                                            <p:cond delay="0"/>
                                          </p:stCondLst>
                                        </p:cTn>
                                        <p:tgtEl>
                                          <p:spTgt spid="167"/>
                                        </p:tgtEl>
                                        <p:attrNameLst>
                                          <p:attrName>style.visibility</p:attrName>
                                        </p:attrNameLst>
                                      </p:cBhvr>
                                      <p:to>
                                        <p:strVal val="visible"/>
                                      </p:to>
                                    </p:set>
                                    <p:animEffect transition="in" filter="wipe(down)">
                                      <p:cBhvr>
                                        <p:cTn id="215" dur="1000"/>
                                        <p:tgtEl>
                                          <p:spTgt spid="167"/>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1" fill="hold" nodeType="clickEffect">
                                  <p:stCondLst>
                                    <p:cond delay="0"/>
                                  </p:stCondLst>
                                  <p:childTnLst>
                                    <p:set>
                                      <p:cBhvr>
                                        <p:cTn id="219" dur="1" fill="hold">
                                          <p:stCondLst>
                                            <p:cond delay="0"/>
                                          </p:stCondLst>
                                        </p:cTn>
                                        <p:tgtEl>
                                          <p:spTgt spid="172"/>
                                        </p:tgtEl>
                                        <p:attrNameLst>
                                          <p:attrName>style.visibility</p:attrName>
                                        </p:attrNameLst>
                                      </p:cBhvr>
                                      <p:to>
                                        <p:strVal val="visible"/>
                                      </p:to>
                                    </p:set>
                                    <p:animEffect transition="in" filter="wipe(up)">
                                      <p:cBhvr>
                                        <p:cTn id="220" dur="1000"/>
                                        <p:tgtEl>
                                          <p:spTgt spid="172"/>
                                        </p:tgtEl>
                                      </p:cBhvr>
                                    </p:animEffect>
                                  </p:childTnLst>
                                </p:cTn>
                              </p:par>
                            </p:childTnLst>
                          </p:cTn>
                        </p:par>
                      </p:childTnLst>
                    </p:cTn>
                  </p:par>
                  <p:par>
                    <p:cTn id="221" fill="hold">
                      <p:stCondLst>
                        <p:cond delay="indefinite"/>
                      </p:stCondLst>
                      <p:childTnLst>
                        <p:par>
                          <p:cTn id="222" fill="hold">
                            <p:stCondLst>
                              <p:cond delay="0"/>
                            </p:stCondLst>
                            <p:childTnLst>
                              <p:par>
                                <p:cTn id="223" presetID="22" presetClass="entr" presetSubtype="4" fill="hold" nodeType="clickEffect">
                                  <p:stCondLst>
                                    <p:cond delay="0"/>
                                  </p:stCondLst>
                                  <p:childTnLst>
                                    <p:set>
                                      <p:cBhvr>
                                        <p:cTn id="224" dur="1" fill="hold">
                                          <p:stCondLst>
                                            <p:cond delay="0"/>
                                          </p:stCondLst>
                                        </p:cTn>
                                        <p:tgtEl>
                                          <p:spTgt spid="169"/>
                                        </p:tgtEl>
                                        <p:attrNameLst>
                                          <p:attrName>style.visibility</p:attrName>
                                        </p:attrNameLst>
                                      </p:cBhvr>
                                      <p:to>
                                        <p:strVal val="visible"/>
                                      </p:to>
                                    </p:set>
                                    <p:animEffect transition="in" filter="wipe(down)">
                                      <p:cBhvr>
                                        <p:cTn id="225" dur="1000"/>
                                        <p:tgtEl>
                                          <p:spTgt spid="169"/>
                                        </p:tgtEl>
                                      </p:cBhvr>
                                    </p:animEffect>
                                  </p:childTnLst>
                                </p:cTn>
                              </p:par>
                            </p:childTnLst>
                          </p:cTn>
                        </p:par>
                      </p:childTnLst>
                    </p:cTn>
                  </p:par>
                  <p:par>
                    <p:cTn id="226" fill="hold">
                      <p:stCondLst>
                        <p:cond delay="indefinite"/>
                      </p:stCondLst>
                      <p:childTnLst>
                        <p:par>
                          <p:cTn id="227" fill="hold">
                            <p:stCondLst>
                              <p:cond delay="0"/>
                            </p:stCondLst>
                            <p:childTnLst>
                              <p:par>
                                <p:cTn id="228" presetID="22" presetClass="entr" presetSubtype="1" fill="hold" nodeType="clickEffect">
                                  <p:stCondLst>
                                    <p:cond delay="0"/>
                                  </p:stCondLst>
                                  <p:childTnLst>
                                    <p:set>
                                      <p:cBhvr>
                                        <p:cTn id="229" dur="1" fill="hold">
                                          <p:stCondLst>
                                            <p:cond delay="0"/>
                                          </p:stCondLst>
                                        </p:cTn>
                                        <p:tgtEl>
                                          <p:spTgt spid="170"/>
                                        </p:tgtEl>
                                        <p:attrNameLst>
                                          <p:attrName>style.visibility</p:attrName>
                                        </p:attrNameLst>
                                      </p:cBhvr>
                                      <p:to>
                                        <p:strVal val="visible"/>
                                      </p:to>
                                    </p:set>
                                    <p:animEffect transition="in" filter="wipe(up)">
                                      <p:cBhvr>
                                        <p:cTn id="230" dur="1000"/>
                                        <p:tgtEl>
                                          <p:spTgt spid="170"/>
                                        </p:tgtEl>
                                      </p:cBhvr>
                                    </p:animEffect>
                                  </p:childTnLst>
                                </p:cTn>
                              </p:par>
                            </p:childTnLst>
                          </p:cTn>
                        </p:par>
                      </p:childTnLst>
                    </p:cTn>
                  </p:par>
                  <p:par>
                    <p:cTn id="231" fill="hold">
                      <p:stCondLst>
                        <p:cond delay="indefinite"/>
                      </p:stCondLst>
                      <p:childTnLst>
                        <p:par>
                          <p:cTn id="232" fill="hold">
                            <p:stCondLst>
                              <p:cond delay="0"/>
                            </p:stCondLst>
                            <p:childTnLst>
                              <p:par>
                                <p:cTn id="233" presetID="22" presetClass="entr" presetSubtype="1" fill="hold" nodeType="clickEffect">
                                  <p:stCondLst>
                                    <p:cond delay="0"/>
                                  </p:stCondLst>
                                  <p:childTnLst>
                                    <p:set>
                                      <p:cBhvr>
                                        <p:cTn id="234" dur="1" fill="hold">
                                          <p:stCondLst>
                                            <p:cond delay="0"/>
                                          </p:stCondLst>
                                        </p:cTn>
                                        <p:tgtEl>
                                          <p:spTgt spid="301"/>
                                        </p:tgtEl>
                                        <p:attrNameLst>
                                          <p:attrName>style.visibility</p:attrName>
                                        </p:attrNameLst>
                                      </p:cBhvr>
                                      <p:to>
                                        <p:strVal val="visible"/>
                                      </p:to>
                                    </p:set>
                                    <p:animEffect transition="in" filter="wipe(up)">
                                      <p:cBhvr>
                                        <p:cTn id="235" dur="1000"/>
                                        <p:tgtEl>
                                          <p:spTgt spid="301"/>
                                        </p:tgtEl>
                                      </p:cBhvr>
                                    </p:animEffect>
                                  </p:childTnLst>
                                </p:cTn>
                              </p:par>
                            </p:childTnLst>
                          </p:cTn>
                        </p:par>
                      </p:childTnLst>
                    </p:cTn>
                  </p:par>
                  <p:par>
                    <p:cTn id="236" fill="hold">
                      <p:stCondLst>
                        <p:cond delay="indefinite"/>
                      </p:stCondLst>
                      <p:childTnLst>
                        <p:par>
                          <p:cTn id="237" fill="hold">
                            <p:stCondLst>
                              <p:cond delay="0"/>
                            </p:stCondLst>
                            <p:childTnLst>
                              <p:par>
                                <p:cTn id="238" presetID="22" presetClass="entr" presetSubtype="4" fill="hold" nodeType="clickEffect">
                                  <p:stCondLst>
                                    <p:cond delay="0"/>
                                  </p:stCondLst>
                                  <p:childTnLst>
                                    <p:set>
                                      <p:cBhvr>
                                        <p:cTn id="239" dur="1" fill="hold">
                                          <p:stCondLst>
                                            <p:cond delay="0"/>
                                          </p:stCondLst>
                                        </p:cTn>
                                        <p:tgtEl>
                                          <p:spTgt spid="302"/>
                                        </p:tgtEl>
                                        <p:attrNameLst>
                                          <p:attrName>style.visibility</p:attrName>
                                        </p:attrNameLst>
                                      </p:cBhvr>
                                      <p:to>
                                        <p:strVal val="visible"/>
                                      </p:to>
                                    </p:set>
                                    <p:animEffect transition="in" filter="wipe(down)">
                                      <p:cBhvr>
                                        <p:cTn id="240" dur="1000"/>
                                        <p:tgtEl>
                                          <p:spTgt spid="302"/>
                                        </p:tgtEl>
                                      </p:cBhvr>
                                    </p:animEffect>
                                  </p:childTnLst>
                                </p:cTn>
                              </p:par>
                            </p:childTnLst>
                          </p:cTn>
                        </p:par>
                      </p:childTnLst>
                    </p:cTn>
                  </p:par>
                  <p:par>
                    <p:cTn id="241" fill="hold">
                      <p:stCondLst>
                        <p:cond delay="indefinite"/>
                      </p:stCondLst>
                      <p:childTnLst>
                        <p:par>
                          <p:cTn id="242" fill="hold">
                            <p:stCondLst>
                              <p:cond delay="0"/>
                            </p:stCondLst>
                            <p:childTnLst>
                              <p:par>
                                <p:cTn id="243" presetID="22" presetClass="entr" presetSubtype="1" fill="hold" nodeType="clickEffect">
                                  <p:stCondLst>
                                    <p:cond delay="0"/>
                                  </p:stCondLst>
                                  <p:childTnLst>
                                    <p:set>
                                      <p:cBhvr>
                                        <p:cTn id="244" dur="1" fill="hold">
                                          <p:stCondLst>
                                            <p:cond delay="0"/>
                                          </p:stCondLst>
                                        </p:cTn>
                                        <p:tgtEl>
                                          <p:spTgt spid="104"/>
                                        </p:tgtEl>
                                        <p:attrNameLst>
                                          <p:attrName>style.visibility</p:attrName>
                                        </p:attrNameLst>
                                      </p:cBhvr>
                                      <p:to>
                                        <p:strVal val="visible"/>
                                      </p:to>
                                    </p:set>
                                    <p:animEffect transition="in" filter="wipe(up)">
                                      <p:cBhvr>
                                        <p:cTn id="245" dur="1000"/>
                                        <p:tgtEl>
                                          <p:spTgt spid="104"/>
                                        </p:tgtEl>
                                      </p:cBhvr>
                                    </p:animEffect>
                                  </p:childTnLst>
                                </p:cTn>
                              </p:par>
                              <p:par>
                                <p:cTn id="246" presetID="1" presetClass="exit" presetSubtype="0" fill="hold" nodeType="withEffect">
                                  <p:stCondLst>
                                    <p:cond delay="0"/>
                                  </p:stCondLst>
                                  <p:childTnLst>
                                    <p:set>
                                      <p:cBhvr>
                                        <p:cTn id="247" dur="1" fill="hold">
                                          <p:stCondLst>
                                            <p:cond delay="0"/>
                                          </p:stCondLst>
                                        </p:cTn>
                                        <p:tgtEl>
                                          <p:spTgt spid="165"/>
                                        </p:tgtEl>
                                        <p:attrNameLst>
                                          <p:attrName>style.visibility</p:attrName>
                                        </p:attrNameLst>
                                      </p:cBhvr>
                                      <p:to>
                                        <p:strVal val="hidden"/>
                                      </p:to>
                                    </p:set>
                                  </p:childTnLst>
                                </p:cTn>
                              </p:par>
                              <p:par>
                                <p:cTn id="248" presetID="1" presetClass="exit" presetSubtype="0" fill="hold" nodeType="withEffect">
                                  <p:stCondLst>
                                    <p:cond delay="0"/>
                                  </p:stCondLst>
                                  <p:childTnLst>
                                    <p:set>
                                      <p:cBhvr>
                                        <p:cTn id="249" dur="1" fill="hold">
                                          <p:stCondLst>
                                            <p:cond delay="0"/>
                                          </p:stCondLst>
                                        </p:cTn>
                                        <p:tgtEl>
                                          <p:spTgt spid="171"/>
                                        </p:tgtEl>
                                        <p:attrNameLst>
                                          <p:attrName>style.visibility</p:attrName>
                                        </p:attrNameLst>
                                      </p:cBhvr>
                                      <p:to>
                                        <p:strVal val="hidden"/>
                                      </p:to>
                                    </p:set>
                                  </p:childTnLst>
                                </p:cTn>
                              </p:par>
                            </p:childTnLst>
                          </p:cTn>
                        </p:par>
                      </p:childTnLst>
                    </p:cTn>
                  </p:par>
                  <p:par>
                    <p:cTn id="250" fill="hold">
                      <p:stCondLst>
                        <p:cond delay="indefinite"/>
                      </p:stCondLst>
                      <p:childTnLst>
                        <p:par>
                          <p:cTn id="251" fill="hold">
                            <p:stCondLst>
                              <p:cond delay="0"/>
                            </p:stCondLst>
                            <p:childTnLst>
                              <p:par>
                                <p:cTn id="252" presetID="22" presetClass="entr" presetSubtype="4" fill="hold" nodeType="clickEffect">
                                  <p:stCondLst>
                                    <p:cond delay="0"/>
                                  </p:stCondLst>
                                  <p:childTnLst>
                                    <p:set>
                                      <p:cBhvr>
                                        <p:cTn id="253" dur="1" fill="hold">
                                          <p:stCondLst>
                                            <p:cond delay="0"/>
                                          </p:stCondLst>
                                        </p:cTn>
                                        <p:tgtEl>
                                          <p:spTgt spid="303"/>
                                        </p:tgtEl>
                                        <p:attrNameLst>
                                          <p:attrName>style.visibility</p:attrName>
                                        </p:attrNameLst>
                                      </p:cBhvr>
                                      <p:to>
                                        <p:strVal val="visible"/>
                                      </p:to>
                                    </p:set>
                                    <p:animEffect transition="in" filter="wipe(down)">
                                      <p:cBhvr>
                                        <p:cTn id="254" dur="1000"/>
                                        <p:tgtEl>
                                          <p:spTgt spid="303"/>
                                        </p:tgtEl>
                                      </p:cBhvr>
                                    </p:animEffect>
                                  </p:childTnLst>
                                </p:cTn>
                              </p:par>
                            </p:childTnLst>
                          </p:cTn>
                        </p:par>
                      </p:childTnLst>
                    </p:cTn>
                  </p:par>
                  <p:par>
                    <p:cTn id="255" fill="hold">
                      <p:stCondLst>
                        <p:cond delay="indefinite"/>
                      </p:stCondLst>
                      <p:childTnLst>
                        <p:par>
                          <p:cTn id="256" fill="hold">
                            <p:stCondLst>
                              <p:cond delay="0"/>
                            </p:stCondLst>
                            <p:childTnLst>
                              <p:par>
                                <p:cTn id="257" presetID="22" presetClass="entr" presetSubtype="1" fill="hold" nodeType="clickEffect">
                                  <p:stCondLst>
                                    <p:cond delay="0"/>
                                  </p:stCondLst>
                                  <p:childTnLst>
                                    <p:set>
                                      <p:cBhvr>
                                        <p:cTn id="258" dur="1" fill="hold">
                                          <p:stCondLst>
                                            <p:cond delay="0"/>
                                          </p:stCondLst>
                                        </p:cTn>
                                        <p:tgtEl>
                                          <p:spTgt spid="304"/>
                                        </p:tgtEl>
                                        <p:attrNameLst>
                                          <p:attrName>style.visibility</p:attrName>
                                        </p:attrNameLst>
                                      </p:cBhvr>
                                      <p:to>
                                        <p:strVal val="visible"/>
                                      </p:to>
                                    </p:set>
                                    <p:animEffect transition="in" filter="wipe(up)">
                                      <p:cBhvr>
                                        <p:cTn id="259" dur="1000"/>
                                        <p:tgtEl>
                                          <p:spTgt spid="304"/>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1" fill="hold" nodeType="clickEffect">
                                  <p:stCondLst>
                                    <p:cond delay="0"/>
                                  </p:stCondLst>
                                  <p:childTnLst>
                                    <p:set>
                                      <p:cBhvr>
                                        <p:cTn id="263" dur="1" fill="hold">
                                          <p:stCondLst>
                                            <p:cond delay="0"/>
                                          </p:stCondLst>
                                        </p:cTn>
                                        <p:tgtEl>
                                          <p:spTgt spid="105"/>
                                        </p:tgtEl>
                                        <p:attrNameLst>
                                          <p:attrName>style.visibility</p:attrName>
                                        </p:attrNameLst>
                                      </p:cBhvr>
                                      <p:to>
                                        <p:strVal val="visible"/>
                                      </p:to>
                                    </p:set>
                                    <p:animEffect transition="in" filter="wipe(up)">
                                      <p:cBhvr>
                                        <p:cTn id="264" dur="1000"/>
                                        <p:tgtEl>
                                          <p:spTgt spid="105"/>
                                        </p:tgtEl>
                                      </p:cBhvr>
                                    </p:animEffect>
                                  </p:childTnLst>
                                </p:cTn>
                              </p:par>
                              <p:par>
                                <p:cTn id="265" presetID="1" presetClass="exit" presetSubtype="0" fill="hold" nodeType="withEffect">
                                  <p:stCondLst>
                                    <p:cond delay="0"/>
                                  </p:stCondLst>
                                  <p:childTnLst>
                                    <p:set>
                                      <p:cBhvr>
                                        <p:cTn id="266" dur="1" fill="hold">
                                          <p:stCondLst>
                                            <p:cond delay="0"/>
                                          </p:stCondLst>
                                        </p:cTn>
                                        <p:tgtEl>
                                          <p:spTgt spid="168"/>
                                        </p:tgtEl>
                                        <p:attrNameLst>
                                          <p:attrName>style.visibility</p:attrName>
                                        </p:attrNameLst>
                                      </p:cBhvr>
                                      <p:to>
                                        <p:strVal val="hidden"/>
                                      </p:to>
                                    </p:set>
                                  </p:childTnLst>
                                </p:cTn>
                              </p:par>
                              <p:par>
                                <p:cTn id="267" presetID="1" presetClass="exit" presetSubtype="0" fill="hold" nodeType="withEffect">
                                  <p:stCondLst>
                                    <p:cond delay="0"/>
                                  </p:stCondLst>
                                  <p:childTnLst>
                                    <p:set>
                                      <p:cBhvr>
                                        <p:cTn id="268" dur="1" fill="hold">
                                          <p:stCondLst>
                                            <p:cond delay="0"/>
                                          </p:stCondLst>
                                        </p:cTn>
                                        <p:tgtEl>
                                          <p:spTgt spid="172"/>
                                        </p:tgtEl>
                                        <p:attrNameLst>
                                          <p:attrName>style.visibility</p:attrName>
                                        </p:attrNameLst>
                                      </p:cBhvr>
                                      <p:to>
                                        <p:strVal val="hidden"/>
                                      </p:to>
                                    </p:set>
                                  </p:childTnLst>
                                </p:cTn>
                              </p:par>
                            </p:childTnLst>
                          </p:cTn>
                        </p:par>
                      </p:childTnLst>
                    </p:cTn>
                  </p:par>
                  <p:par>
                    <p:cTn id="269" fill="hold">
                      <p:stCondLst>
                        <p:cond delay="indefinite"/>
                      </p:stCondLst>
                      <p:childTnLst>
                        <p:par>
                          <p:cTn id="270" fill="hold">
                            <p:stCondLst>
                              <p:cond delay="0"/>
                            </p:stCondLst>
                            <p:childTnLst>
                              <p:par>
                                <p:cTn id="271" presetID="22" presetClass="entr" presetSubtype="8" fill="hold" nodeType="clickEffect">
                                  <p:stCondLst>
                                    <p:cond delay="0"/>
                                  </p:stCondLst>
                                  <p:childTnLst>
                                    <p:set>
                                      <p:cBhvr>
                                        <p:cTn id="272" dur="1" fill="hold">
                                          <p:stCondLst>
                                            <p:cond delay="0"/>
                                          </p:stCondLst>
                                        </p:cTn>
                                        <p:tgtEl>
                                          <p:spTgt spid="311"/>
                                        </p:tgtEl>
                                        <p:attrNameLst>
                                          <p:attrName>style.visibility</p:attrName>
                                        </p:attrNameLst>
                                      </p:cBhvr>
                                      <p:to>
                                        <p:strVal val="visible"/>
                                      </p:to>
                                    </p:set>
                                    <p:animEffect transition="in" filter="wipe(left)">
                                      <p:cBhvr>
                                        <p:cTn id="273" dur="1000"/>
                                        <p:tgtEl>
                                          <p:spTgt spid="311"/>
                                        </p:tgtEl>
                                      </p:cBhvr>
                                    </p:animEffect>
                                  </p:childTnLst>
                                </p:cTn>
                              </p:par>
                            </p:childTnLst>
                          </p:cTn>
                        </p:par>
                      </p:childTnLst>
                    </p:cTn>
                  </p:par>
                  <p:par>
                    <p:cTn id="274" fill="hold">
                      <p:stCondLst>
                        <p:cond delay="indefinite"/>
                      </p:stCondLst>
                      <p:childTnLst>
                        <p:par>
                          <p:cTn id="275" fill="hold">
                            <p:stCondLst>
                              <p:cond delay="0"/>
                            </p:stCondLst>
                            <p:childTnLst>
                              <p:par>
                                <p:cTn id="276" presetID="22" presetClass="entr" presetSubtype="8" fill="hold" nodeType="clickEffect">
                                  <p:stCondLst>
                                    <p:cond delay="0"/>
                                  </p:stCondLst>
                                  <p:childTnLst>
                                    <p:set>
                                      <p:cBhvr>
                                        <p:cTn id="277" dur="1" fill="hold">
                                          <p:stCondLst>
                                            <p:cond delay="0"/>
                                          </p:stCondLst>
                                        </p:cTn>
                                        <p:tgtEl>
                                          <p:spTgt spid="307"/>
                                        </p:tgtEl>
                                        <p:attrNameLst>
                                          <p:attrName>style.visibility</p:attrName>
                                        </p:attrNameLst>
                                      </p:cBhvr>
                                      <p:to>
                                        <p:strVal val="visible"/>
                                      </p:to>
                                    </p:set>
                                    <p:animEffect transition="in" filter="wipe(left)">
                                      <p:cBhvr>
                                        <p:cTn id="278" dur="1000"/>
                                        <p:tgtEl>
                                          <p:spTgt spid="307"/>
                                        </p:tgtEl>
                                      </p:cBhvr>
                                    </p:animEffect>
                                  </p:childTnLst>
                                </p:cTn>
                              </p:par>
                            </p:childTnLst>
                          </p:cTn>
                        </p:par>
                      </p:childTnLst>
                    </p:cTn>
                  </p:par>
                  <p:par>
                    <p:cTn id="279" fill="hold">
                      <p:stCondLst>
                        <p:cond delay="indefinite"/>
                      </p:stCondLst>
                      <p:childTnLst>
                        <p:par>
                          <p:cTn id="280" fill="hold">
                            <p:stCondLst>
                              <p:cond delay="0"/>
                            </p:stCondLst>
                            <p:childTnLst>
                              <p:par>
                                <p:cTn id="281" presetID="22" presetClass="entr" presetSubtype="8" fill="hold" nodeType="clickEffect">
                                  <p:stCondLst>
                                    <p:cond delay="0"/>
                                  </p:stCondLst>
                                  <p:childTnLst>
                                    <p:set>
                                      <p:cBhvr>
                                        <p:cTn id="282" dur="1" fill="hold">
                                          <p:stCondLst>
                                            <p:cond delay="0"/>
                                          </p:stCondLst>
                                        </p:cTn>
                                        <p:tgtEl>
                                          <p:spTgt spid="308"/>
                                        </p:tgtEl>
                                        <p:attrNameLst>
                                          <p:attrName>style.visibility</p:attrName>
                                        </p:attrNameLst>
                                      </p:cBhvr>
                                      <p:to>
                                        <p:strVal val="visible"/>
                                      </p:to>
                                    </p:set>
                                    <p:animEffect transition="in" filter="wipe(left)">
                                      <p:cBhvr>
                                        <p:cTn id="283" dur="1000"/>
                                        <p:tgtEl>
                                          <p:spTgt spid="308"/>
                                        </p:tgtEl>
                                      </p:cBhvr>
                                    </p:animEffect>
                                  </p:childTnLst>
                                </p:cTn>
                              </p:par>
                            </p:childTnLst>
                          </p:cTn>
                        </p:par>
                      </p:childTnLst>
                    </p:cTn>
                  </p:par>
                  <p:par>
                    <p:cTn id="284" fill="hold">
                      <p:stCondLst>
                        <p:cond delay="indefinite"/>
                      </p:stCondLst>
                      <p:childTnLst>
                        <p:par>
                          <p:cTn id="285" fill="hold">
                            <p:stCondLst>
                              <p:cond delay="0"/>
                            </p:stCondLst>
                            <p:childTnLst>
                              <p:par>
                                <p:cTn id="286" presetID="1" presetClass="exit" presetSubtype="0" fill="hold" nodeType="clickEffect">
                                  <p:stCondLst>
                                    <p:cond delay="0"/>
                                  </p:stCondLst>
                                  <p:childTnLst>
                                    <p:set>
                                      <p:cBhvr>
                                        <p:cTn id="287" dur="1" fill="hold">
                                          <p:stCondLst>
                                            <p:cond delay="0"/>
                                          </p:stCondLst>
                                        </p:cTn>
                                        <p:tgtEl>
                                          <p:spTgt spid="129"/>
                                        </p:tgtEl>
                                        <p:attrNameLst>
                                          <p:attrName>style.visibility</p:attrName>
                                        </p:attrNameLst>
                                      </p:cBhvr>
                                      <p:to>
                                        <p:strVal val="hidden"/>
                                      </p:to>
                                    </p:set>
                                  </p:childTnLst>
                                </p:cTn>
                              </p:par>
                            </p:childTnLst>
                          </p:cTn>
                        </p:par>
                      </p:childTnLst>
                    </p:cTn>
                  </p:par>
                  <p:par>
                    <p:cTn id="288" fill="hold">
                      <p:stCondLst>
                        <p:cond delay="indefinite"/>
                      </p:stCondLst>
                      <p:childTnLst>
                        <p:par>
                          <p:cTn id="289" fill="hold">
                            <p:stCondLst>
                              <p:cond delay="0"/>
                            </p:stCondLst>
                            <p:childTnLst>
                              <p:par>
                                <p:cTn id="290" presetID="22" presetClass="entr" presetSubtype="8" fill="hold" nodeType="clickEffect">
                                  <p:stCondLst>
                                    <p:cond delay="0"/>
                                  </p:stCondLst>
                                  <p:childTnLst>
                                    <p:set>
                                      <p:cBhvr>
                                        <p:cTn id="291" dur="1" fill="hold">
                                          <p:stCondLst>
                                            <p:cond delay="0"/>
                                          </p:stCondLst>
                                        </p:cTn>
                                        <p:tgtEl>
                                          <p:spTgt spid="309"/>
                                        </p:tgtEl>
                                        <p:attrNameLst>
                                          <p:attrName>style.visibility</p:attrName>
                                        </p:attrNameLst>
                                      </p:cBhvr>
                                      <p:to>
                                        <p:strVal val="visible"/>
                                      </p:to>
                                    </p:set>
                                    <p:animEffect transition="in" filter="wipe(left)">
                                      <p:cBhvr>
                                        <p:cTn id="292" dur="1000"/>
                                        <p:tgtEl>
                                          <p:spTgt spid="309"/>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8" fill="hold" nodeType="clickEffect">
                                  <p:stCondLst>
                                    <p:cond delay="0"/>
                                  </p:stCondLst>
                                  <p:childTnLst>
                                    <p:set>
                                      <p:cBhvr>
                                        <p:cTn id="296" dur="1" fill="hold">
                                          <p:stCondLst>
                                            <p:cond delay="0"/>
                                          </p:stCondLst>
                                        </p:cTn>
                                        <p:tgtEl>
                                          <p:spTgt spid="310"/>
                                        </p:tgtEl>
                                        <p:attrNameLst>
                                          <p:attrName>style.visibility</p:attrName>
                                        </p:attrNameLst>
                                      </p:cBhvr>
                                      <p:to>
                                        <p:strVal val="visible"/>
                                      </p:to>
                                    </p:set>
                                    <p:animEffect transition="in" filter="wipe(left)">
                                      <p:cBhvr>
                                        <p:cTn id="297" dur="1000"/>
                                        <p:tgtEl>
                                          <p:spTgt spid="310"/>
                                        </p:tgtEl>
                                      </p:cBhvr>
                                    </p:animEffect>
                                  </p:childTnLst>
                                </p:cTn>
                              </p:par>
                            </p:childTnLst>
                          </p:cTn>
                        </p:par>
                      </p:childTnLst>
                    </p:cTn>
                  </p:par>
                  <p:par>
                    <p:cTn id="298" fill="hold">
                      <p:stCondLst>
                        <p:cond delay="indefinite"/>
                      </p:stCondLst>
                      <p:childTnLst>
                        <p:par>
                          <p:cTn id="299" fill="hold">
                            <p:stCondLst>
                              <p:cond delay="0"/>
                            </p:stCondLst>
                            <p:childTnLst>
                              <p:par>
                                <p:cTn id="300" presetID="1" presetClass="exit" presetSubtype="0" fill="hold" nodeType="clickEffect">
                                  <p:stCondLst>
                                    <p:cond delay="0"/>
                                  </p:stCondLst>
                                  <p:childTnLst>
                                    <p:set>
                                      <p:cBhvr>
                                        <p:cTn id="301" dur="1" fill="hold">
                                          <p:stCondLst>
                                            <p:cond delay="0"/>
                                          </p:stCondLst>
                                        </p:cTn>
                                        <p:tgtEl>
                                          <p:spTgt spid="131"/>
                                        </p:tgtEl>
                                        <p:attrNameLst>
                                          <p:attrName>style.visibility</p:attrName>
                                        </p:attrNameLst>
                                      </p:cBhvr>
                                      <p:to>
                                        <p:strVal val="hidden"/>
                                      </p:to>
                                    </p:set>
                                  </p:childTnLst>
                                </p:cTn>
                              </p:par>
                            </p:childTnLst>
                          </p:cTn>
                        </p:par>
                      </p:childTnLst>
                    </p:cTn>
                  </p:par>
                  <p:par>
                    <p:cTn id="302" fill="hold">
                      <p:stCondLst>
                        <p:cond delay="indefinite"/>
                      </p:stCondLst>
                      <p:childTnLst>
                        <p:par>
                          <p:cTn id="303" fill="hold">
                            <p:stCondLst>
                              <p:cond delay="0"/>
                            </p:stCondLst>
                            <p:childTnLst>
                              <p:par>
                                <p:cTn id="304" presetID="22" presetClass="entr" presetSubtype="1" fill="hold" nodeType="clickEffect">
                                  <p:stCondLst>
                                    <p:cond delay="0"/>
                                  </p:stCondLst>
                                  <p:childTnLst>
                                    <p:set>
                                      <p:cBhvr>
                                        <p:cTn id="305" dur="1" fill="hold">
                                          <p:stCondLst>
                                            <p:cond delay="0"/>
                                          </p:stCondLst>
                                        </p:cTn>
                                        <p:tgtEl>
                                          <p:spTgt spid="305"/>
                                        </p:tgtEl>
                                        <p:attrNameLst>
                                          <p:attrName>style.visibility</p:attrName>
                                        </p:attrNameLst>
                                      </p:cBhvr>
                                      <p:to>
                                        <p:strVal val="visible"/>
                                      </p:to>
                                    </p:set>
                                    <p:animEffect transition="in" filter="wipe(up)">
                                      <p:cBhvr>
                                        <p:cTn id="306" dur="1000"/>
                                        <p:tgtEl>
                                          <p:spTgt spid="305"/>
                                        </p:tgtEl>
                                      </p:cBhvr>
                                    </p:animEffect>
                                  </p:childTnLst>
                                </p:cTn>
                              </p:par>
                            </p:childTnLst>
                          </p:cTn>
                        </p:par>
                      </p:childTnLst>
                    </p:cTn>
                  </p:par>
                  <p:par>
                    <p:cTn id="307" fill="hold">
                      <p:stCondLst>
                        <p:cond delay="indefinite"/>
                      </p:stCondLst>
                      <p:childTnLst>
                        <p:par>
                          <p:cTn id="308" fill="hold">
                            <p:stCondLst>
                              <p:cond delay="0"/>
                            </p:stCondLst>
                            <p:childTnLst>
                              <p:par>
                                <p:cTn id="309" presetID="22" presetClass="entr" presetSubtype="1" fill="hold" nodeType="clickEffect">
                                  <p:stCondLst>
                                    <p:cond delay="0"/>
                                  </p:stCondLst>
                                  <p:childTnLst>
                                    <p:set>
                                      <p:cBhvr>
                                        <p:cTn id="310" dur="1" fill="hold">
                                          <p:stCondLst>
                                            <p:cond delay="0"/>
                                          </p:stCondLst>
                                        </p:cTn>
                                        <p:tgtEl>
                                          <p:spTgt spid="306"/>
                                        </p:tgtEl>
                                        <p:attrNameLst>
                                          <p:attrName>style.visibility</p:attrName>
                                        </p:attrNameLst>
                                      </p:cBhvr>
                                      <p:to>
                                        <p:strVal val="visible"/>
                                      </p:to>
                                    </p:set>
                                    <p:animEffect transition="in" filter="wipe(up)">
                                      <p:cBhvr>
                                        <p:cTn id="311" dur="1000"/>
                                        <p:tgtEl>
                                          <p:spTgt spid="306"/>
                                        </p:tgtEl>
                                      </p:cBhvr>
                                    </p:animEffect>
                                  </p:childTnLst>
                                </p:cTn>
                              </p:par>
                            </p:childTnLst>
                          </p:cTn>
                        </p:par>
                      </p:childTnLst>
                    </p:cTn>
                  </p:par>
                  <p:par>
                    <p:cTn id="312" fill="hold">
                      <p:stCondLst>
                        <p:cond delay="indefinite"/>
                      </p:stCondLst>
                      <p:childTnLst>
                        <p:par>
                          <p:cTn id="313" fill="hold">
                            <p:stCondLst>
                              <p:cond delay="0"/>
                            </p:stCondLst>
                            <p:childTnLst>
                              <p:par>
                                <p:cTn id="314" presetID="1" presetClass="exit" presetSubtype="0" fill="hold" nodeType="clickEffect">
                                  <p:stCondLst>
                                    <p:cond delay="0"/>
                                  </p:stCondLst>
                                  <p:childTnLst>
                                    <p:set>
                                      <p:cBhvr>
                                        <p:cTn id="315" dur="1" fill="hold">
                                          <p:stCondLst>
                                            <p:cond delay="0"/>
                                          </p:stCondLst>
                                        </p:cTn>
                                        <p:tgtEl>
                                          <p:spTgt spid="125"/>
                                        </p:tgtEl>
                                        <p:attrNameLst>
                                          <p:attrName>style.visibility</p:attrName>
                                        </p:attrNameLst>
                                      </p:cBhvr>
                                      <p:to>
                                        <p:strVal val="hidden"/>
                                      </p:to>
                                    </p:set>
                                  </p:childTnLst>
                                </p:cTn>
                              </p:par>
                            </p:childTnLst>
                          </p:cTn>
                        </p:par>
                      </p:childTnLst>
                    </p:cTn>
                  </p:par>
                  <p:par>
                    <p:cTn id="316" fill="hold">
                      <p:stCondLst>
                        <p:cond delay="indefinite"/>
                      </p:stCondLst>
                      <p:childTnLst>
                        <p:par>
                          <p:cTn id="317" fill="hold">
                            <p:stCondLst>
                              <p:cond delay="0"/>
                            </p:stCondLst>
                            <p:childTnLst>
                              <p:par>
                                <p:cTn id="318" presetID="1" presetClass="exit" presetSubtype="0" fill="hold" nodeType="clickEffect">
                                  <p:stCondLst>
                                    <p:cond delay="0"/>
                                  </p:stCondLst>
                                  <p:childTnLst>
                                    <p:set>
                                      <p:cBhvr>
                                        <p:cTn id="319" dur="1" fill="hold">
                                          <p:stCondLst>
                                            <p:cond delay="0"/>
                                          </p:stCondLst>
                                        </p:cTn>
                                        <p:tgtEl>
                                          <p:spTgt spid="124"/>
                                        </p:tgtEl>
                                        <p:attrNameLst>
                                          <p:attrName>style.visibility</p:attrName>
                                        </p:attrNameLst>
                                      </p:cBhvr>
                                      <p:to>
                                        <p:strVal val="hidden"/>
                                      </p:to>
                                    </p:set>
                                  </p:childTnLst>
                                </p:cTn>
                              </p:par>
                            </p:childTnLst>
                          </p:cTn>
                        </p:par>
                        <p:par>
                          <p:cTn id="320" fill="hold">
                            <p:stCondLst>
                              <p:cond delay="0"/>
                            </p:stCondLst>
                            <p:childTnLst>
                              <p:par>
                                <p:cTn id="321" presetID="22" presetClass="entr" presetSubtype="1" fill="hold" nodeType="afterEffect">
                                  <p:stCondLst>
                                    <p:cond delay="0"/>
                                  </p:stCondLst>
                                  <p:childTnLst>
                                    <p:set>
                                      <p:cBhvr>
                                        <p:cTn id="322" dur="1" fill="hold">
                                          <p:stCondLst>
                                            <p:cond delay="0"/>
                                          </p:stCondLst>
                                        </p:cTn>
                                        <p:tgtEl>
                                          <p:spTgt spid="107"/>
                                        </p:tgtEl>
                                        <p:attrNameLst>
                                          <p:attrName>style.visibility</p:attrName>
                                        </p:attrNameLst>
                                      </p:cBhvr>
                                      <p:to>
                                        <p:strVal val="visible"/>
                                      </p:to>
                                    </p:set>
                                    <p:animEffect transition="in" filter="wipe(up)">
                                      <p:cBhvr>
                                        <p:cTn id="323" dur="1000"/>
                                        <p:tgtEl>
                                          <p:spTgt spid="107"/>
                                        </p:tgtEl>
                                      </p:cBhvr>
                                    </p:animEffect>
                                  </p:childTnLst>
                                </p:cTn>
                              </p:par>
                            </p:childTnLst>
                          </p:cTn>
                        </p:par>
                      </p:childTnLst>
                    </p:cTn>
                  </p:par>
                  <p:par>
                    <p:cTn id="324" fill="hold">
                      <p:stCondLst>
                        <p:cond delay="indefinite"/>
                      </p:stCondLst>
                      <p:childTnLst>
                        <p:par>
                          <p:cTn id="325" fill="hold">
                            <p:stCondLst>
                              <p:cond delay="0"/>
                            </p:stCondLst>
                            <p:childTnLst>
                              <p:par>
                                <p:cTn id="326" presetID="1" presetClass="exit" presetSubtype="0" fill="hold" nodeType="clickEffect">
                                  <p:stCondLst>
                                    <p:cond delay="0"/>
                                  </p:stCondLst>
                                  <p:childTnLst>
                                    <p:set>
                                      <p:cBhvr>
                                        <p:cTn id="327" dur="1" fill="hold">
                                          <p:stCondLst>
                                            <p:cond delay="0"/>
                                          </p:stCondLst>
                                        </p:cTn>
                                        <p:tgtEl>
                                          <p:spTgt spid="126"/>
                                        </p:tgtEl>
                                        <p:attrNameLst>
                                          <p:attrName>style.visibility</p:attrName>
                                        </p:attrNameLst>
                                      </p:cBhvr>
                                      <p:to>
                                        <p:strVal val="hidden"/>
                                      </p:to>
                                    </p:set>
                                  </p:childTnLst>
                                </p:cTn>
                              </p:par>
                            </p:childTnLst>
                          </p:cTn>
                        </p:par>
                        <p:par>
                          <p:cTn id="328" fill="hold">
                            <p:stCondLst>
                              <p:cond delay="0"/>
                            </p:stCondLst>
                            <p:childTnLst>
                              <p:par>
                                <p:cTn id="329" presetID="22" presetClass="entr" presetSubtype="1" fill="hold" nodeType="afterEffect">
                                  <p:stCondLst>
                                    <p:cond delay="0"/>
                                  </p:stCondLst>
                                  <p:childTnLst>
                                    <p:set>
                                      <p:cBhvr>
                                        <p:cTn id="330" dur="1" fill="hold">
                                          <p:stCondLst>
                                            <p:cond delay="0"/>
                                          </p:stCondLst>
                                        </p:cTn>
                                        <p:tgtEl>
                                          <p:spTgt spid="106"/>
                                        </p:tgtEl>
                                        <p:attrNameLst>
                                          <p:attrName>style.visibility</p:attrName>
                                        </p:attrNameLst>
                                      </p:cBhvr>
                                      <p:to>
                                        <p:strVal val="visible"/>
                                      </p:to>
                                    </p:set>
                                    <p:animEffect transition="in" filter="wipe(up)">
                                      <p:cBhvr>
                                        <p:cTn id="331"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P spid="179" grpId="0"/>
      <p:bldP spid="180" grpId="0"/>
      <p:bldP spid="181" grpId="0"/>
      <p:bldP spid="214" grpId="0"/>
      <p:bldP spid="284" grpId="0"/>
      <p:bldP spid="285" grpId="0"/>
      <p:bldP spid="286" grpId="0"/>
      <p:bldP spid="287" grpId="0"/>
      <p:bldP spid="288" grpId="0"/>
      <p:bldP spid="289" grpId="0"/>
      <p:bldP spid="290" grpId="0"/>
      <p:bldP spid="291" grpId="0"/>
      <p:bldP spid="292" grpId="0"/>
      <p:bldP spid="293" grpId="0"/>
      <p:bldP spid="294" grpId="0"/>
      <p:bldP spid="295" grpId="0"/>
      <p:bldP spid="296" grpId="0"/>
      <p:bldP spid="139" grpId="0"/>
      <p:bldP spid="18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1" name="Text Box 216"/>
          <p:cNvSpPr txBox="1"/>
          <p:nvPr/>
        </p:nvSpPr>
        <p:spPr>
          <a:xfrm>
            <a:off x="503555" y="657225"/>
            <a:ext cx="7560833" cy="461665"/>
          </a:xfrm>
          <a:prstGeom prst="rect">
            <a:avLst/>
          </a:prstGeom>
          <a:noFill/>
          <a:ln w="38100">
            <a:noFill/>
          </a:ln>
        </p:spPr>
        <p:txBody>
          <a:bodyPr wrap="square">
            <a:spAutoFit/>
          </a:bodyPr>
          <a:lstStyle/>
          <a:p>
            <a:pPr algn="just"/>
            <a:r>
              <a:rPr lang="en-US" altLang="zh-CN" b="1" dirty="0">
                <a:solidFill>
                  <a:srgbClr val="006600"/>
                </a:solidFill>
                <a:latin typeface="微软雅黑" panose="020B0503020204020204" charset="-122"/>
                <a:ea typeface="微软雅黑" panose="020B0503020204020204" charset="-122"/>
                <a:cs typeface="微软雅黑" panose="020B0503020204020204" charset="-122"/>
              </a:rPr>
              <a:t>[</a:t>
            </a:r>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例</a:t>
            </a:r>
            <a:r>
              <a:rPr lang="en-US" altLang="zh-CN" b="1" dirty="0">
                <a:solidFill>
                  <a:srgbClr val="006600"/>
                </a:solidFill>
                <a:latin typeface="微软雅黑" panose="020B0503020204020204" charset="-122"/>
                <a:ea typeface="微软雅黑" panose="020B0503020204020204" charset="-122"/>
                <a:cs typeface="微软雅黑" panose="020B0503020204020204" charset="-122"/>
              </a:rPr>
              <a:t>2] </a:t>
            </a:r>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求两个三棱柱的相贯线。</a:t>
            </a:r>
          </a:p>
        </p:txBody>
      </p:sp>
      <p:sp>
        <p:nvSpPr>
          <p:cNvPr id="104" name="Line 109"/>
          <p:cNvSpPr>
            <a:spLocks noChangeShapeType="1"/>
          </p:cNvSpPr>
          <p:nvPr/>
        </p:nvSpPr>
        <p:spPr bwMode="auto">
          <a:xfrm flipV="1">
            <a:off x="2405063" y="1911350"/>
            <a:ext cx="0" cy="1550988"/>
          </a:xfrm>
          <a:prstGeom prst="line">
            <a:avLst/>
          </a:prstGeom>
          <a:noFill/>
          <a:ln w="15875">
            <a:solidFill>
              <a:srgbClr val="0000FF"/>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5" name="Line 110"/>
          <p:cNvSpPr>
            <a:spLocks noChangeShapeType="1"/>
          </p:cNvSpPr>
          <p:nvPr/>
        </p:nvSpPr>
        <p:spPr bwMode="auto">
          <a:xfrm flipV="1">
            <a:off x="3532188" y="1906588"/>
            <a:ext cx="0" cy="1562100"/>
          </a:xfrm>
          <a:prstGeom prst="line">
            <a:avLst/>
          </a:prstGeom>
          <a:noFill/>
          <a:ln w="15875">
            <a:solidFill>
              <a:srgbClr val="0000FF"/>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6" name="Line 120"/>
          <p:cNvSpPr>
            <a:spLocks noChangeShapeType="1"/>
          </p:cNvSpPr>
          <p:nvPr/>
        </p:nvSpPr>
        <p:spPr bwMode="auto">
          <a:xfrm>
            <a:off x="3744913" y="1952625"/>
            <a:ext cx="0" cy="1468438"/>
          </a:xfrm>
          <a:prstGeom prst="line">
            <a:avLst/>
          </a:prstGeom>
          <a:noFill/>
          <a:ln w="15875">
            <a:solidFill>
              <a:srgbClr val="008000"/>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7" name="Line 119"/>
          <p:cNvSpPr>
            <a:spLocks noChangeShapeType="1"/>
          </p:cNvSpPr>
          <p:nvPr/>
        </p:nvSpPr>
        <p:spPr bwMode="auto">
          <a:xfrm>
            <a:off x="2185988" y="1949450"/>
            <a:ext cx="0" cy="1473200"/>
          </a:xfrm>
          <a:prstGeom prst="line">
            <a:avLst/>
          </a:prstGeom>
          <a:noFill/>
          <a:ln w="15875">
            <a:solidFill>
              <a:srgbClr val="008000"/>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8" name="Line 2"/>
          <p:cNvSpPr>
            <a:spLocks noChangeShapeType="1"/>
          </p:cNvSpPr>
          <p:nvPr/>
        </p:nvSpPr>
        <p:spPr bwMode="auto">
          <a:xfrm>
            <a:off x="3524250" y="4773613"/>
            <a:ext cx="60483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9" name="Line 3"/>
          <p:cNvSpPr>
            <a:spLocks noChangeShapeType="1"/>
          </p:cNvSpPr>
          <p:nvPr/>
        </p:nvSpPr>
        <p:spPr bwMode="auto">
          <a:xfrm>
            <a:off x="1798638" y="4773613"/>
            <a:ext cx="614362"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0" name="Line 4"/>
          <p:cNvSpPr>
            <a:spLocks noChangeShapeType="1"/>
          </p:cNvSpPr>
          <p:nvPr/>
        </p:nvSpPr>
        <p:spPr bwMode="auto">
          <a:xfrm>
            <a:off x="1803400" y="6130925"/>
            <a:ext cx="232568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1" name="Line 5"/>
          <p:cNvSpPr>
            <a:spLocks noChangeShapeType="1"/>
          </p:cNvSpPr>
          <p:nvPr/>
        </p:nvSpPr>
        <p:spPr bwMode="auto">
          <a:xfrm>
            <a:off x="2176463" y="4395788"/>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2" name="Line 6"/>
          <p:cNvSpPr>
            <a:spLocks noChangeShapeType="1"/>
          </p:cNvSpPr>
          <p:nvPr/>
        </p:nvSpPr>
        <p:spPr bwMode="auto">
          <a:xfrm>
            <a:off x="4121150" y="4768850"/>
            <a:ext cx="0" cy="1366838"/>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3" name="Line 7"/>
          <p:cNvSpPr>
            <a:spLocks noChangeShapeType="1"/>
          </p:cNvSpPr>
          <p:nvPr/>
        </p:nvSpPr>
        <p:spPr bwMode="auto">
          <a:xfrm>
            <a:off x="1812925" y="4773613"/>
            <a:ext cx="0" cy="1362075"/>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4" name="Line 8"/>
          <p:cNvSpPr>
            <a:spLocks noChangeShapeType="1"/>
          </p:cNvSpPr>
          <p:nvPr/>
        </p:nvSpPr>
        <p:spPr bwMode="auto">
          <a:xfrm>
            <a:off x="5270500" y="1897063"/>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5" name="Line 9"/>
          <p:cNvSpPr>
            <a:spLocks noChangeShapeType="1"/>
          </p:cNvSpPr>
          <p:nvPr/>
        </p:nvSpPr>
        <p:spPr bwMode="auto">
          <a:xfrm>
            <a:off x="6240463" y="1600200"/>
            <a:ext cx="0" cy="87947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6" name="Line 10"/>
          <p:cNvSpPr>
            <a:spLocks noChangeShapeType="1"/>
          </p:cNvSpPr>
          <p:nvPr/>
        </p:nvSpPr>
        <p:spPr bwMode="auto">
          <a:xfrm>
            <a:off x="6240463" y="2911475"/>
            <a:ext cx="0" cy="852488"/>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7" name="Line 11"/>
          <p:cNvSpPr>
            <a:spLocks noChangeShapeType="1"/>
          </p:cNvSpPr>
          <p:nvPr/>
        </p:nvSpPr>
        <p:spPr bwMode="auto">
          <a:xfrm>
            <a:off x="4884738" y="1600200"/>
            <a:ext cx="0" cy="2166938"/>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8" name="Line 12"/>
          <p:cNvSpPr>
            <a:spLocks noChangeShapeType="1"/>
          </p:cNvSpPr>
          <p:nvPr/>
        </p:nvSpPr>
        <p:spPr bwMode="auto">
          <a:xfrm>
            <a:off x="2185988" y="160655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9" name="Line 13"/>
          <p:cNvSpPr>
            <a:spLocks noChangeShapeType="1"/>
          </p:cNvSpPr>
          <p:nvPr/>
        </p:nvSpPr>
        <p:spPr bwMode="auto">
          <a:xfrm>
            <a:off x="2967038" y="160655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0" name="Line 14"/>
          <p:cNvSpPr>
            <a:spLocks noChangeShapeType="1"/>
          </p:cNvSpPr>
          <p:nvPr/>
        </p:nvSpPr>
        <p:spPr bwMode="auto">
          <a:xfrm>
            <a:off x="3744913" y="160655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1" name="Line 15"/>
          <p:cNvSpPr>
            <a:spLocks noChangeShapeType="1"/>
          </p:cNvSpPr>
          <p:nvPr/>
        </p:nvSpPr>
        <p:spPr bwMode="auto">
          <a:xfrm>
            <a:off x="2185988" y="3462338"/>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2" name="Line 16"/>
          <p:cNvSpPr>
            <a:spLocks noChangeShapeType="1"/>
          </p:cNvSpPr>
          <p:nvPr/>
        </p:nvSpPr>
        <p:spPr bwMode="auto">
          <a:xfrm>
            <a:off x="2967038" y="3462338"/>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3" name="Line 17"/>
          <p:cNvSpPr>
            <a:spLocks noChangeShapeType="1"/>
          </p:cNvSpPr>
          <p:nvPr/>
        </p:nvSpPr>
        <p:spPr bwMode="auto">
          <a:xfrm>
            <a:off x="3744913" y="3462338"/>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4" name="Line 18"/>
          <p:cNvSpPr>
            <a:spLocks noChangeShapeType="1"/>
          </p:cNvSpPr>
          <p:nvPr/>
        </p:nvSpPr>
        <p:spPr bwMode="auto">
          <a:xfrm>
            <a:off x="2185988" y="1900238"/>
            <a:ext cx="0" cy="1566862"/>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5" name="Line 19"/>
          <p:cNvSpPr>
            <a:spLocks noChangeShapeType="1"/>
          </p:cNvSpPr>
          <p:nvPr/>
        </p:nvSpPr>
        <p:spPr bwMode="auto">
          <a:xfrm>
            <a:off x="2967038" y="1905000"/>
            <a:ext cx="0" cy="1562100"/>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6" name="Line 20"/>
          <p:cNvSpPr>
            <a:spLocks noChangeShapeType="1"/>
          </p:cNvSpPr>
          <p:nvPr/>
        </p:nvSpPr>
        <p:spPr bwMode="auto">
          <a:xfrm>
            <a:off x="3744913" y="1903413"/>
            <a:ext cx="0" cy="1563687"/>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7" name="Line 21"/>
          <p:cNvSpPr>
            <a:spLocks noChangeShapeType="1"/>
          </p:cNvSpPr>
          <p:nvPr/>
        </p:nvSpPr>
        <p:spPr bwMode="auto">
          <a:xfrm>
            <a:off x="4121150" y="1897063"/>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8" name="Line 22"/>
          <p:cNvSpPr>
            <a:spLocks noChangeShapeType="1"/>
          </p:cNvSpPr>
          <p:nvPr/>
        </p:nvSpPr>
        <p:spPr bwMode="auto">
          <a:xfrm>
            <a:off x="1812925" y="1897063"/>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9" name="Line 23"/>
          <p:cNvSpPr>
            <a:spLocks noChangeShapeType="1"/>
          </p:cNvSpPr>
          <p:nvPr/>
        </p:nvSpPr>
        <p:spPr bwMode="auto">
          <a:xfrm>
            <a:off x="2185988" y="1908175"/>
            <a:ext cx="1560512"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0" name="Line 24"/>
          <p:cNvSpPr>
            <a:spLocks noChangeShapeType="1"/>
          </p:cNvSpPr>
          <p:nvPr/>
        </p:nvSpPr>
        <p:spPr bwMode="auto">
          <a:xfrm>
            <a:off x="2187575" y="2686050"/>
            <a:ext cx="1557338"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1" name="Line 25"/>
          <p:cNvSpPr>
            <a:spLocks noChangeShapeType="1"/>
          </p:cNvSpPr>
          <p:nvPr/>
        </p:nvSpPr>
        <p:spPr bwMode="auto">
          <a:xfrm>
            <a:off x="2187575" y="3467100"/>
            <a:ext cx="1563688"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2" name="Line 26"/>
          <p:cNvSpPr>
            <a:spLocks noChangeShapeType="1"/>
          </p:cNvSpPr>
          <p:nvPr/>
        </p:nvSpPr>
        <p:spPr bwMode="auto">
          <a:xfrm>
            <a:off x="3741738" y="1908175"/>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3" name="Line 27"/>
          <p:cNvSpPr>
            <a:spLocks noChangeShapeType="1"/>
          </p:cNvSpPr>
          <p:nvPr/>
        </p:nvSpPr>
        <p:spPr bwMode="auto">
          <a:xfrm>
            <a:off x="3741738" y="268605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 name="Line 28"/>
          <p:cNvSpPr>
            <a:spLocks noChangeShapeType="1"/>
          </p:cNvSpPr>
          <p:nvPr/>
        </p:nvSpPr>
        <p:spPr bwMode="auto">
          <a:xfrm>
            <a:off x="3741738" y="346710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5" name="Line 29"/>
          <p:cNvSpPr>
            <a:spLocks noChangeShapeType="1"/>
          </p:cNvSpPr>
          <p:nvPr/>
        </p:nvSpPr>
        <p:spPr bwMode="auto">
          <a:xfrm>
            <a:off x="1804988" y="1908175"/>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6" name="Line 31"/>
          <p:cNvSpPr>
            <a:spLocks noChangeShapeType="1"/>
          </p:cNvSpPr>
          <p:nvPr/>
        </p:nvSpPr>
        <p:spPr bwMode="auto">
          <a:xfrm>
            <a:off x="1804988" y="346710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7" name="Line 32"/>
          <p:cNvSpPr>
            <a:spLocks noChangeShapeType="1"/>
          </p:cNvSpPr>
          <p:nvPr/>
        </p:nvSpPr>
        <p:spPr bwMode="auto">
          <a:xfrm>
            <a:off x="2176463" y="1614488"/>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8" name="Line 33"/>
          <p:cNvSpPr>
            <a:spLocks noChangeShapeType="1"/>
          </p:cNvSpPr>
          <p:nvPr/>
        </p:nvSpPr>
        <p:spPr bwMode="auto">
          <a:xfrm>
            <a:off x="2176463" y="3751263"/>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1" name="Line 36"/>
          <p:cNvSpPr>
            <a:spLocks noChangeShapeType="1"/>
          </p:cNvSpPr>
          <p:nvPr/>
        </p:nvSpPr>
        <p:spPr bwMode="auto">
          <a:xfrm>
            <a:off x="2187575" y="4392613"/>
            <a:ext cx="779463" cy="13525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2" name="Line 37"/>
          <p:cNvSpPr>
            <a:spLocks noChangeShapeType="1"/>
          </p:cNvSpPr>
          <p:nvPr/>
        </p:nvSpPr>
        <p:spPr bwMode="auto">
          <a:xfrm flipV="1">
            <a:off x="2967038" y="4392613"/>
            <a:ext cx="779462" cy="13525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3" name="Line 38"/>
          <p:cNvSpPr>
            <a:spLocks noChangeShapeType="1"/>
          </p:cNvSpPr>
          <p:nvPr/>
        </p:nvSpPr>
        <p:spPr bwMode="auto">
          <a:xfrm>
            <a:off x="4887913" y="1616075"/>
            <a:ext cx="1349375" cy="1588"/>
          </a:xfrm>
          <a:prstGeom prst="line">
            <a:avLst/>
          </a:prstGeom>
          <a:noFill/>
          <a:ln w="0">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 name="Line 39"/>
          <p:cNvSpPr>
            <a:spLocks noChangeShapeType="1"/>
          </p:cNvSpPr>
          <p:nvPr/>
        </p:nvSpPr>
        <p:spPr bwMode="auto">
          <a:xfrm>
            <a:off x="4887913" y="3754438"/>
            <a:ext cx="1349375" cy="1587"/>
          </a:xfrm>
          <a:prstGeom prst="line">
            <a:avLst/>
          </a:prstGeom>
          <a:noFill/>
          <a:ln w="0">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 name="Line 40"/>
          <p:cNvSpPr>
            <a:spLocks noChangeShapeType="1"/>
          </p:cNvSpPr>
          <p:nvPr/>
        </p:nvSpPr>
        <p:spPr bwMode="auto">
          <a:xfrm flipH="1" flipV="1">
            <a:off x="5272088" y="1908175"/>
            <a:ext cx="1349375" cy="78105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6" name="Line 41"/>
          <p:cNvSpPr>
            <a:spLocks noChangeShapeType="1"/>
          </p:cNvSpPr>
          <p:nvPr/>
        </p:nvSpPr>
        <p:spPr bwMode="auto">
          <a:xfrm flipV="1">
            <a:off x="5272088" y="2689225"/>
            <a:ext cx="1349375" cy="779463"/>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7" name="Line 42"/>
          <p:cNvSpPr>
            <a:spLocks noChangeShapeType="1"/>
          </p:cNvSpPr>
          <p:nvPr/>
        </p:nvSpPr>
        <p:spPr bwMode="auto">
          <a:xfrm>
            <a:off x="4881563" y="1614488"/>
            <a:ext cx="1365250"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8" name="Line 43"/>
          <p:cNvSpPr>
            <a:spLocks noChangeShapeType="1"/>
          </p:cNvSpPr>
          <p:nvPr/>
        </p:nvSpPr>
        <p:spPr bwMode="auto">
          <a:xfrm>
            <a:off x="4881563" y="3751263"/>
            <a:ext cx="1363662"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9" name="Text Box 44"/>
          <p:cNvSpPr txBox="1">
            <a:spLocks noChangeArrowheads="1"/>
          </p:cNvSpPr>
          <p:nvPr/>
        </p:nvSpPr>
        <p:spPr bwMode="auto">
          <a:xfrm>
            <a:off x="1941513" y="4184650"/>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p>
        </p:txBody>
      </p:sp>
      <p:sp>
        <p:nvSpPr>
          <p:cNvPr id="150" name="Text Box 45"/>
          <p:cNvSpPr txBox="1">
            <a:spLocks noChangeArrowheads="1"/>
          </p:cNvSpPr>
          <p:nvPr/>
        </p:nvSpPr>
        <p:spPr bwMode="auto">
          <a:xfrm>
            <a:off x="2676525" y="5673725"/>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p>
        </p:txBody>
      </p:sp>
      <p:sp>
        <p:nvSpPr>
          <p:cNvPr id="151" name="Text Box 46"/>
          <p:cNvSpPr txBox="1">
            <a:spLocks noChangeArrowheads="1"/>
          </p:cNvSpPr>
          <p:nvPr/>
        </p:nvSpPr>
        <p:spPr bwMode="auto">
          <a:xfrm>
            <a:off x="3708400" y="4160838"/>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n</a:t>
            </a:r>
          </a:p>
        </p:txBody>
      </p:sp>
      <p:sp>
        <p:nvSpPr>
          <p:cNvPr id="152" name="Text Box 47"/>
          <p:cNvSpPr txBox="1">
            <a:spLocks noChangeArrowheads="1"/>
          </p:cNvSpPr>
          <p:nvPr/>
        </p:nvSpPr>
        <p:spPr bwMode="auto">
          <a:xfrm>
            <a:off x="2011363" y="13255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3" name="Text Box 48"/>
          <p:cNvSpPr txBox="1">
            <a:spLocks noChangeArrowheads="1"/>
          </p:cNvSpPr>
          <p:nvPr/>
        </p:nvSpPr>
        <p:spPr bwMode="auto">
          <a:xfrm>
            <a:off x="2813050" y="1325563"/>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4" name="Text Box 49"/>
          <p:cNvSpPr txBox="1">
            <a:spLocks noChangeArrowheads="1"/>
          </p:cNvSpPr>
          <p:nvPr/>
        </p:nvSpPr>
        <p:spPr bwMode="auto">
          <a:xfrm>
            <a:off x="3644900" y="1325563"/>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n</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5" name="Text Box 50"/>
          <p:cNvSpPr txBox="1">
            <a:spLocks noChangeArrowheads="1"/>
          </p:cNvSpPr>
          <p:nvPr/>
        </p:nvSpPr>
        <p:spPr bwMode="auto">
          <a:xfrm>
            <a:off x="4545013" y="1316038"/>
            <a:ext cx="795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r>
              <a:rPr kumimoji="1" lang="en-US" altLang="zh-CN" sz="1400" b="1" i="1">
                <a:ea typeface="宋体" panose="02010600030101010101" pitchFamily="2" charset="-122"/>
                <a:sym typeface="Symbol" panose="05050102010706020507" pitchFamily="18" charset="2"/>
              </a:rPr>
              <a:t>(</a:t>
            </a:r>
            <a:r>
              <a:rPr kumimoji="1" lang="en-US" altLang="zh-CN" sz="1400" b="1" i="1">
                <a:ea typeface="宋体" panose="02010600030101010101" pitchFamily="2" charset="-122"/>
              </a:rPr>
              <a:t>n</a:t>
            </a:r>
            <a:r>
              <a:rPr kumimoji="1" lang="en-US" altLang="zh-CN" sz="1400" b="1" i="1">
                <a:ea typeface="宋体" panose="02010600030101010101" pitchFamily="2" charset="-122"/>
                <a:sym typeface="Symbol" panose="05050102010706020507" pitchFamily="18" charset="2"/>
              </a:rPr>
              <a:t></a:t>
            </a:r>
            <a:r>
              <a:rPr kumimoji="1" lang="en-US" altLang="zh-CN" sz="1400" b="1" i="1">
                <a:ea typeface="宋体" panose="02010600030101010101" pitchFamily="2" charset="-122"/>
              </a:rPr>
              <a:t>)</a:t>
            </a:r>
          </a:p>
        </p:txBody>
      </p:sp>
      <p:sp>
        <p:nvSpPr>
          <p:cNvPr id="156" name="Text Box 51"/>
          <p:cNvSpPr txBox="1">
            <a:spLocks noChangeArrowheads="1"/>
          </p:cNvSpPr>
          <p:nvPr/>
        </p:nvSpPr>
        <p:spPr bwMode="auto">
          <a:xfrm>
            <a:off x="6164263" y="135413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7" name="Text Box 52"/>
          <p:cNvSpPr txBox="1">
            <a:spLocks noChangeArrowheads="1"/>
          </p:cNvSpPr>
          <p:nvPr/>
        </p:nvSpPr>
        <p:spPr bwMode="auto">
          <a:xfrm>
            <a:off x="6605588" y="2505075"/>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p</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8" name="Text Box 53"/>
          <p:cNvSpPr txBox="1">
            <a:spLocks noChangeArrowheads="1"/>
          </p:cNvSpPr>
          <p:nvPr/>
        </p:nvSpPr>
        <p:spPr bwMode="auto">
          <a:xfrm>
            <a:off x="5003800" y="1631950"/>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q</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9" name="Text Box 54"/>
          <p:cNvSpPr txBox="1">
            <a:spLocks noChangeArrowheads="1"/>
          </p:cNvSpPr>
          <p:nvPr/>
        </p:nvSpPr>
        <p:spPr bwMode="auto">
          <a:xfrm>
            <a:off x="5014913" y="3435350"/>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r</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0" name="Text Box 55"/>
          <p:cNvSpPr txBox="1">
            <a:spLocks noChangeArrowheads="1"/>
          </p:cNvSpPr>
          <p:nvPr/>
        </p:nvSpPr>
        <p:spPr bwMode="auto">
          <a:xfrm>
            <a:off x="1528763" y="2484438"/>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p</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1" name="Text Box 56"/>
          <p:cNvSpPr txBox="1">
            <a:spLocks noChangeArrowheads="1"/>
          </p:cNvSpPr>
          <p:nvPr/>
        </p:nvSpPr>
        <p:spPr bwMode="auto">
          <a:xfrm>
            <a:off x="1528763" y="173831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q</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2" name="Text Box 57"/>
          <p:cNvSpPr txBox="1">
            <a:spLocks noChangeArrowheads="1"/>
          </p:cNvSpPr>
          <p:nvPr/>
        </p:nvSpPr>
        <p:spPr bwMode="auto">
          <a:xfrm>
            <a:off x="1528763" y="3314700"/>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r</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63" name="Text Box 58"/>
          <p:cNvSpPr txBox="1">
            <a:spLocks noChangeArrowheads="1"/>
          </p:cNvSpPr>
          <p:nvPr/>
        </p:nvSpPr>
        <p:spPr bwMode="auto">
          <a:xfrm>
            <a:off x="1535113" y="5929313"/>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p</a:t>
            </a:r>
          </a:p>
        </p:txBody>
      </p:sp>
      <p:sp>
        <p:nvSpPr>
          <p:cNvPr id="164" name="Text Box 59"/>
          <p:cNvSpPr txBox="1">
            <a:spLocks noChangeArrowheads="1"/>
          </p:cNvSpPr>
          <p:nvPr/>
        </p:nvSpPr>
        <p:spPr bwMode="auto">
          <a:xfrm>
            <a:off x="1382713" y="4586288"/>
            <a:ext cx="795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q</a:t>
            </a:r>
            <a:r>
              <a:rPr kumimoji="1" lang="en-US" altLang="zh-CN" sz="1400" b="1" i="1">
                <a:ea typeface="宋体" panose="02010600030101010101" pitchFamily="2" charset="-122"/>
                <a:sym typeface="Symbol" panose="05050102010706020507" pitchFamily="18" charset="2"/>
              </a:rPr>
              <a:t>(</a:t>
            </a:r>
            <a:r>
              <a:rPr kumimoji="1" lang="en-US" altLang="zh-CN" sz="1400" b="1" i="1">
                <a:ea typeface="宋体" panose="02010600030101010101" pitchFamily="2" charset="-122"/>
              </a:rPr>
              <a:t>r)</a:t>
            </a:r>
          </a:p>
        </p:txBody>
      </p:sp>
      <p:sp>
        <p:nvSpPr>
          <p:cNvPr id="165" name="Line 62"/>
          <p:cNvSpPr>
            <a:spLocks noChangeShapeType="1"/>
          </p:cNvSpPr>
          <p:nvPr/>
        </p:nvSpPr>
        <p:spPr bwMode="auto">
          <a:xfrm flipV="1">
            <a:off x="2403475" y="1916113"/>
            <a:ext cx="0" cy="2849562"/>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6" name="Line 63"/>
          <p:cNvSpPr>
            <a:spLocks noChangeShapeType="1"/>
          </p:cNvSpPr>
          <p:nvPr/>
        </p:nvSpPr>
        <p:spPr bwMode="auto">
          <a:xfrm>
            <a:off x="2405063" y="1908175"/>
            <a:ext cx="566737" cy="557213"/>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7" name="Line 64"/>
          <p:cNvSpPr>
            <a:spLocks noChangeShapeType="1"/>
          </p:cNvSpPr>
          <p:nvPr/>
        </p:nvSpPr>
        <p:spPr bwMode="auto">
          <a:xfrm flipV="1">
            <a:off x="2403475" y="2905125"/>
            <a:ext cx="566738" cy="56515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8" name="Line 65"/>
          <p:cNvSpPr>
            <a:spLocks noChangeShapeType="1"/>
          </p:cNvSpPr>
          <p:nvPr/>
        </p:nvSpPr>
        <p:spPr bwMode="auto">
          <a:xfrm flipV="1">
            <a:off x="3530600" y="1911350"/>
            <a:ext cx="0" cy="2860675"/>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9" name="Line 66"/>
          <p:cNvSpPr>
            <a:spLocks noChangeShapeType="1"/>
          </p:cNvSpPr>
          <p:nvPr/>
        </p:nvSpPr>
        <p:spPr bwMode="auto">
          <a:xfrm flipV="1">
            <a:off x="2963863" y="1905000"/>
            <a:ext cx="566737" cy="555625"/>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0" name="Line 67"/>
          <p:cNvSpPr>
            <a:spLocks noChangeShapeType="1"/>
          </p:cNvSpPr>
          <p:nvPr/>
        </p:nvSpPr>
        <p:spPr bwMode="auto">
          <a:xfrm>
            <a:off x="2967038" y="2911475"/>
            <a:ext cx="563562" cy="55880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1" name="Line 68"/>
          <p:cNvSpPr>
            <a:spLocks noChangeShapeType="1"/>
          </p:cNvSpPr>
          <p:nvPr/>
        </p:nvSpPr>
        <p:spPr bwMode="auto">
          <a:xfrm flipV="1">
            <a:off x="2403475" y="1911350"/>
            <a:ext cx="0" cy="1550988"/>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2" name="Line 69"/>
          <p:cNvSpPr>
            <a:spLocks noChangeShapeType="1"/>
          </p:cNvSpPr>
          <p:nvPr/>
        </p:nvSpPr>
        <p:spPr bwMode="auto">
          <a:xfrm flipV="1">
            <a:off x="3530600" y="1906588"/>
            <a:ext cx="0" cy="156210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3" name="Oval 74"/>
          <p:cNvSpPr>
            <a:spLocks noChangeArrowheads="1"/>
          </p:cNvSpPr>
          <p:nvPr/>
        </p:nvSpPr>
        <p:spPr bwMode="auto">
          <a:xfrm>
            <a:off x="2349500" y="4716463"/>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4" name="Oval 75"/>
          <p:cNvSpPr>
            <a:spLocks noChangeArrowheads="1"/>
          </p:cNvSpPr>
          <p:nvPr/>
        </p:nvSpPr>
        <p:spPr bwMode="auto">
          <a:xfrm>
            <a:off x="5214938" y="340518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5" name="Oval 76"/>
          <p:cNvSpPr>
            <a:spLocks noChangeArrowheads="1"/>
          </p:cNvSpPr>
          <p:nvPr/>
        </p:nvSpPr>
        <p:spPr bwMode="auto">
          <a:xfrm>
            <a:off x="3476625" y="471963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6" name="Oval 77"/>
          <p:cNvSpPr>
            <a:spLocks noChangeArrowheads="1"/>
          </p:cNvSpPr>
          <p:nvPr/>
        </p:nvSpPr>
        <p:spPr bwMode="auto">
          <a:xfrm>
            <a:off x="2906713" y="5689600"/>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7" name="Oval 78"/>
          <p:cNvSpPr>
            <a:spLocks noChangeArrowheads="1"/>
          </p:cNvSpPr>
          <p:nvPr/>
        </p:nvSpPr>
        <p:spPr bwMode="auto">
          <a:xfrm>
            <a:off x="5216525" y="185578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8" name="Text Box 79"/>
          <p:cNvSpPr txBox="1">
            <a:spLocks noChangeArrowheads="1"/>
          </p:cNvSpPr>
          <p:nvPr/>
        </p:nvSpPr>
        <p:spPr bwMode="auto">
          <a:xfrm>
            <a:off x="2428875" y="4710113"/>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p>
        </p:txBody>
      </p:sp>
      <p:sp>
        <p:nvSpPr>
          <p:cNvPr id="179" name="Text Box 80"/>
          <p:cNvSpPr txBox="1">
            <a:spLocks noChangeArrowheads="1"/>
          </p:cNvSpPr>
          <p:nvPr/>
        </p:nvSpPr>
        <p:spPr bwMode="auto">
          <a:xfrm>
            <a:off x="3478213" y="16430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80" name="Text Box 81"/>
          <p:cNvSpPr txBox="1">
            <a:spLocks noChangeArrowheads="1"/>
          </p:cNvSpPr>
          <p:nvPr/>
        </p:nvSpPr>
        <p:spPr bwMode="auto">
          <a:xfrm>
            <a:off x="3262313" y="4565650"/>
            <a:ext cx="3635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p>
        </p:txBody>
      </p:sp>
      <p:sp>
        <p:nvSpPr>
          <p:cNvPr id="181" name="Text Box 82"/>
          <p:cNvSpPr txBox="1">
            <a:spLocks noChangeArrowheads="1"/>
          </p:cNvSpPr>
          <p:nvPr/>
        </p:nvSpPr>
        <p:spPr bwMode="auto">
          <a:xfrm>
            <a:off x="2392363" y="45513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p>
        </p:txBody>
      </p:sp>
      <p:sp>
        <p:nvSpPr>
          <p:cNvPr id="214" name="Text Box 83"/>
          <p:cNvSpPr txBox="1">
            <a:spLocks noChangeArrowheads="1"/>
          </p:cNvSpPr>
          <p:nvPr/>
        </p:nvSpPr>
        <p:spPr bwMode="auto">
          <a:xfrm>
            <a:off x="2163763" y="1651000"/>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4" name="Text Box 84"/>
          <p:cNvSpPr txBox="1">
            <a:spLocks noChangeArrowheads="1"/>
          </p:cNvSpPr>
          <p:nvPr/>
        </p:nvSpPr>
        <p:spPr bwMode="auto">
          <a:xfrm>
            <a:off x="2125663" y="3201988"/>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5" name="Text Box 85"/>
          <p:cNvSpPr txBox="1">
            <a:spLocks noChangeArrowheads="1"/>
          </p:cNvSpPr>
          <p:nvPr/>
        </p:nvSpPr>
        <p:spPr bwMode="auto">
          <a:xfrm>
            <a:off x="2641600" y="2301875"/>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6" name="Text Box 86"/>
          <p:cNvSpPr txBox="1">
            <a:spLocks noChangeArrowheads="1"/>
          </p:cNvSpPr>
          <p:nvPr/>
        </p:nvSpPr>
        <p:spPr bwMode="auto">
          <a:xfrm>
            <a:off x="2641600" y="2755900"/>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7" name="Text Box 87"/>
          <p:cNvSpPr txBox="1">
            <a:spLocks noChangeArrowheads="1"/>
          </p:cNvSpPr>
          <p:nvPr/>
        </p:nvSpPr>
        <p:spPr bwMode="auto">
          <a:xfrm>
            <a:off x="3468688" y="316706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88" name="Text Box 90"/>
          <p:cNvSpPr txBox="1">
            <a:spLocks noChangeArrowheads="1"/>
          </p:cNvSpPr>
          <p:nvPr/>
        </p:nvSpPr>
        <p:spPr bwMode="auto">
          <a:xfrm>
            <a:off x="3140075" y="4710113"/>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p>
        </p:txBody>
      </p:sp>
      <p:sp>
        <p:nvSpPr>
          <p:cNvPr id="289" name="Text Box 91"/>
          <p:cNvSpPr txBox="1">
            <a:spLocks noChangeArrowheads="1"/>
          </p:cNvSpPr>
          <p:nvPr/>
        </p:nvSpPr>
        <p:spPr bwMode="auto">
          <a:xfrm>
            <a:off x="2984500" y="5648325"/>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p>
        </p:txBody>
      </p:sp>
      <p:sp>
        <p:nvSpPr>
          <p:cNvPr id="290" name="Text Box 92"/>
          <p:cNvSpPr txBox="1">
            <a:spLocks noChangeArrowheads="1"/>
          </p:cNvSpPr>
          <p:nvPr/>
        </p:nvSpPr>
        <p:spPr bwMode="auto">
          <a:xfrm>
            <a:off x="2973388" y="5522913"/>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p>
        </p:txBody>
      </p:sp>
      <p:sp>
        <p:nvSpPr>
          <p:cNvPr id="291" name="Text Box 93"/>
          <p:cNvSpPr txBox="1">
            <a:spLocks noChangeArrowheads="1"/>
          </p:cNvSpPr>
          <p:nvPr/>
        </p:nvSpPr>
        <p:spPr bwMode="auto">
          <a:xfrm>
            <a:off x="6207125" y="218598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2" name="Text Box 94"/>
          <p:cNvSpPr txBox="1">
            <a:spLocks noChangeArrowheads="1"/>
          </p:cNvSpPr>
          <p:nvPr/>
        </p:nvSpPr>
        <p:spPr bwMode="auto">
          <a:xfrm>
            <a:off x="6207125" y="281463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3" name="Text Box 95"/>
          <p:cNvSpPr txBox="1">
            <a:spLocks noChangeArrowheads="1"/>
          </p:cNvSpPr>
          <p:nvPr/>
        </p:nvSpPr>
        <p:spPr bwMode="auto">
          <a:xfrm>
            <a:off x="4938713" y="1870075"/>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4" name="Text Box 96"/>
          <p:cNvSpPr txBox="1">
            <a:spLocks noChangeArrowheads="1"/>
          </p:cNvSpPr>
          <p:nvPr/>
        </p:nvSpPr>
        <p:spPr bwMode="auto">
          <a:xfrm>
            <a:off x="5259388" y="166528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5" name="Text Box 97"/>
          <p:cNvSpPr txBox="1">
            <a:spLocks noChangeArrowheads="1"/>
          </p:cNvSpPr>
          <p:nvPr/>
        </p:nvSpPr>
        <p:spPr bwMode="auto">
          <a:xfrm>
            <a:off x="4938713" y="3213100"/>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6" name="Text Box 98"/>
          <p:cNvSpPr txBox="1">
            <a:spLocks noChangeArrowheads="1"/>
          </p:cNvSpPr>
          <p:nvPr/>
        </p:nvSpPr>
        <p:spPr bwMode="auto">
          <a:xfrm>
            <a:off x="5259388" y="3341688"/>
            <a:ext cx="45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97" name="Line 99"/>
          <p:cNvSpPr>
            <a:spLocks noChangeShapeType="1"/>
          </p:cNvSpPr>
          <p:nvPr/>
        </p:nvSpPr>
        <p:spPr bwMode="auto">
          <a:xfrm>
            <a:off x="2962275" y="2457450"/>
            <a:ext cx="3286125" cy="0"/>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98" name="Line 100"/>
          <p:cNvSpPr>
            <a:spLocks noChangeShapeType="1"/>
          </p:cNvSpPr>
          <p:nvPr/>
        </p:nvSpPr>
        <p:spPr bwMode="auto">
          <a:xfrm>
            <a:off x="2962275" y="2909888"/>
            <a:ext cx="3286125" cy="0"/>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99" name="Oval 103"/>
          <p:cNvSpPr>
            <a:spLocks noChangeArrowheads="1"/>
          </p:cNvSpPr>
          <p:nvPr/>
        </p:nvSpPr>
        <p:spPr bwMode="auto">
          <a:xfrm>
            <a:off x="6186488" y="2855913"/>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0" name="Oval 104"/>
          <p:cNvSpPr>
            <a:spLocks noChangeArrowheads="1"/>
          </p:cNvSpPr>
          <p:nvPr/>
        </p:nvSpPr>
        <p:spPr bwMode="auto">
          <a:xfrm>
            <a:off x="6184900" y="2401888"/>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1" name="Line 105"/>
          <p:cNvSpPr>
            <a:spLocks noChangeShapeType="1"/>
          </p:cNvSpPr>
          <p:nvPr/>
        </p:nvSpPr>
        <p:spPr bwMode="auto">
          <a:xfrm>
            <a:off x="2405063" y="1908175"/>
            <a:ext cx="566737" cy="557213"/>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2" name="Line 106"/>
          <p:cNvSpPr>
            <a:spLocks noChangeShapeType="1"/>
          </p:cNvSpPr>
          <p:nvPr/>
        </p:nvSpPr>
        <p:spPr bwMode="auto">
          <a:xfrm flipV="1">
            <a:off x="2403475" y="2905125"/>
            <a:ext cx="566738" cy="565150"/>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3" name="Line 107"/>
          <p:cNvSpPr>
            <a:spLocks noChangeShapeType="1"/>
          </p:cNvSpPr>
          <p:nvPr/>
        </p:nvSpPr>
        <p:spPr bwMode="auto">
          <a:xfrm flipV="1">
            <a:off x="2963863" y="1905000"/>
            <a:ext cx="566737" cy="555625"/>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4" name="Line 108"/>
          <p:cNvSpPr>
            <a:spLocks noChangeShapeType="1"/>
          </p:cNvSpPr>
          <p:nvPr/>
        </p:nvSpPr>
        <p:spPr bwMode="auto">
          <a:xfrm>
            <a:off x="2967038" y="2911475"/>
            <a:ext cx="563562" cy="558800"/>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5" name="Line 111"/>
          <p:cNvSpPr>
            <a:spLocks noChangeShapeType="1"/>
          </p:cNvSpPr>
          <p:nvPr/>
        </p:nvSpPr>
        <p:spPr bwMode="auto">
          <a:xfrm>
            <a:off x="2967038" y="1890713"/>
            <a:ext cx="0" cy="56197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6" name="Line 112"/>
          <p:cNvSpPr>
            <a:spLocks noChangeShapeType="1"/>
          </p:cNvSpPr>
          <p:nvPr/>
        </p:nvSpPr>
        <p:spPr bwMode="auto">
          <a:xfrm>
            <a:off x="2967038" y="2905125"/>
            <a:ext cx="0" cy="58102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 name="Line 114"/>
          <p:cNvSpPr>
            <a:spLocks noChangeShapeType="1"/>
          </p:cNvSpPr>
          <p:nvPr/>
        </p:nvSpPr>
        <p:spPr bwMode="auto">
          <a:xfrm>
            <a:off x="2185988" y="1908175"/>
            <a:ext cx="2317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8" name="Line 116"/>
          <p:cNvSpPr>
            <a:spLocks noChangeShapeType="1"/>
          </p:cNvSpPr>
          <p:nvPr/>
        </p:nvSpPr>
        <p:spPr bwMode="auto">
          <a:xfrm>
            <a:off x="3527425" y="1908175"/>
            <a:ext cx="2317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9" name="Line 117"/>
          <p:cNvSpPr>
            <a:spLocks noChangeShapeType="1"/>
          </p:cNvSpPr>
          <p:nvPr/>
        </p:nvSpPr>
        <p:spPr bwMode="auto">
          <a:xfrm>
            <a:off x="2187575" y="3468688"/>
            <a:ext cx="23812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0" name="Line 118"/>
          <p:cNvSpPr>
            <a:spLocks noChangeShapeType="1"/>
          </p:cNvSpPr>
          <p:nvPr/>
        </p:nvSpPr>
        <p:spPr bwMode="auto">
          <a:xfrm>
            <a:off x="3533775" y="3468688"/>
            <a:ext cx="21113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1" name="Line 113"/>
          <p:cNvSpPr>
            <a:spLocks noChangeShapeType="1"/>
          </p:cNvSpPr>
          <p:nvPr/>
        </p:nvSpPr>
        <p:spPr bwMode="auto">
          <a:xfrm>
            <a:off x="2185988" y="2686050"/>
            <a:ext cx="1579562"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2" name="Line 30"/>
          <p:cNvSpPr>
            <a:spLocks noChangeShapeType="1"/>
          </p:cNvSpPr>
          <p:nvPr/>
        </p:nvSpPr>
        <p:spPr bwMode="auto">
          <a:xfrm>
            <a:off x="1804988" y="2686050"/>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3" name="Oval 72"/>
          <p:cNvSpPr>
            <a:spLocks noChangeArrowheads="1"/>
          </p:cNvSpPr>
          <p:nvPr/>
        </p:nvSpPr>
        <p:spPr bwMode="auto">
          <a:xfrm>
            <a:off x="2346325" y="3413125"/>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4" name="Oval 70"/>
          <p:cNvSpPr>
            <a:spLocks noChangeArrowheads="1"/>
          </p:cNvSpPr>
          <p:nvPr/>
        </p:nvSpPr>
        <p:spPr bwMode="auto">
          <a:xfrm>
            <a:off x="2349500" y="1851025"/>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5" name="Oval 71"/>
          <p:cNvSpPr>
            <a:spLocks noChangeArrowheads="1"/>
          </p:cNvSpPr>
          <p:nvPr/>
        </p:nvSpPr>
        <p:spPr bwMode="auto">
          <a:xfrm>
            <a:off x="3475038" y="1855788"/>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6" name="Oval 73"/>
          <p:cNvSpPr>
            <a:spLocks noChangeArrowheads="1"/>
          </p:cNvSpPr>
          <p:nvPr/>
        </p:nvSpPr>
        <p:spPr bwMode="auto">
          <a:xfrm>
            <a:off x="3478213" y="3408363"/>
            <a:ext cx="111125" cy="111125"/>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7" name="Oval 101"/>
          <p:cNvSpPr>
            <a:spLocks noChangeArrowheads="1"/>
          </p:cNvSpPr>
          <p:nvPr/>
        </p:nvSpPr>
        <p:spPr bwMode="auto">
          <a:xfrm>
            <a:off x="2914650" y="2855913"/>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8" name="Oval 102"/>
          <p:cNvSpPr>
            <a:spLocks noChangeArrowheads="1"/>
          </p:cNvSpPr>
          <p:nvPr/>
        </p:nvSpPr>
        <p:spPr bwMode="auto">
          <a:xfrm>
            <a:off x="2909888" y="2397125"/>
            <a:ext cx="111125" cy="111125"/>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9" name="Text Box 65"/>
          <p:cNvSpPr txBox="1">
            <a:spLocks noChangeArrowheads="1"/>
          </p:cNvSpPr>
          <p:nvPr/>
        </p:nvSpPr>
        <p:spPr bwMode="auto">
          <a:xfrm>
            <a:off x="5613401" y="4046538"/>
            <a:ext cx="17732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zh-CN" altLang="en-US" sz="2000" b="1" dirty="0">
                <a:latin typeface="Arial" panose="020B0604020202020204" pitchFamily="34" charset="0"/>
                <a:ea typeface="黑体" panose="02010609060101010101" pitchFamily="49" charset="-122"/>
              </a:rPr>
              <a:t>可见性判别：</a:t>
            </a:r>
          </a:p>
        </p:txBody>
      </p:sp>
      <p:sp>
        <p:nvSpPr>
          <p:cNvPr id="182" name="Rectangle 83"/>
          <p:cNvSpPr>
            <a:spLocks noChangeArrowheads="1"/>
          </p:cNvSpPr>
          <p:nvPr/>
        </p:nvSpPr>
        <p:spPr bwMode="auto">
          <a:xfrm>
            <a:off x="5562600" y="4641760"/>
            <a:ext cx="3268984" cy="1200329"/>
          </a:xfrm>
          <a:prstGeom prst="rect">
            <a:avLst/>
          </a:prstGeom>
          <a:solidFill>
            <a:srgbClr val="FFFF99"/>
          </a:solidFill>
          <a:ln w="25400" algn="ctr">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Clr>
                <a:srgbClr val="FF0000"/>
              </a:buClr>
              <a:buSzPct val="90000"/>
              <a:buFont typeface="Wingdings" panose="05000000000000000000" pitchFamily="2" charset="2"/>
              <a:buChar char="Ø"/>
            </a:pPr>
            <a:r>
              <a:rPr lang="zh-CN" altLang="en-US" sz="1800" b="1" dirty="0">
                <a:latin typeface="Arial" panose="020B0604020202020204" pitchFamily="34" charset="0"/>
                <a:ea typeface="楷体_GB2312" pitchFamily="49" charset="-122"/>
              </a:rPr>
              <a:t> 只有既在甲立体表面上可见，同时又在乙立体表面上可见，交线才可见。即只有两立体的可见表面相交，交线才可见。</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p:cTn id="7" dur="1000" fill="hold"/>
                                        <p:tgtEl>
                                          <p:spTgt spid="300"/>
                                        </p:tgtEl>
                                        <p:attrNameLst>
                                          <p:attrName>ppt_w</p:attrName>
                                        </p:attrNameLst>
                                      </p:cBhvr>
                                      <p:tavLst>
                                        <p:tav tm="0">
                                          <p:val>
                                            <p:fltVal val="0"/>
                                          </p:val>
                                        </p:tav>
                                        <p:tav tm="100000">
                                          <p:val>
                                            <p:strVal val="#ppt_w"/>
                                          </p:val>
                                        </p:tav>
                                      </p:tavLst>
                                    </p:anim>
                                    <p:anim calcmode="lin" valueType="num">
                                      <p:cBhvr>
                                        <p:cTn id="8" dur="1000" fill="hold"/>
                                        <p:tgtEl>
                                          <p:spTgt spid="300"/>
                                        </p:tgtEl>
                                        <p:attrNameLst>
                                          <p:attrName>ppt_h</p:attrName>
                                        </p:attrNameLst>
                                      </p:cBhvr>
                                      <p:tavLst>
                                        <p:tav tm="0">
                                          <p:val>
                                            <p:fltVal val="0"/>
                                          </p:val>
                                        </p:tav>
                                        <p:tav tm="100000">
                                          <p:val>
                                            <p:strVal val="#ppt_h"/>
                                          </p:val>
                                        </p:tav>
                                      </p:tavLst>
                                    </p:anim>
                                    <p:anim calcmode="lin" valueType="num">
                                      <p:cBhvr>
                                        <p:cTn id="9" dur="1000" fill="hold"/>
                                        <p:tgtEl>
                                          <p:spTgt spid="30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0"/>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0"/>
                                  </p:stCondLst>
                                  <p:childTnLst>
                                    <p:set>
                                      <p:cBhvr>
                                        <p:cTn id="12" dur="1" fill="hold">
                                          <p:stCondLst>
                                            <p:cond delay="0"/>
                                          </p:stCondLst>
                                        </p:cTn>
                                        <p:tgtEl>
                                          <p:spTgt spid="299"/>
                                        </p:tgtEl>
                                        <p:attrNameLst>
                                          <p:attrName>style.visibility</p:attrName>
                                        </p:attrNameLst>
                                      </p:cBhvr>
                                      <p:to>
                                        <p:strVal val="visible"/>
                                      </p:to>
                                    </p:set>
                                    <p:anim calcmode="lin" valueType="num">
                                      <p:cBhvr>
                                        <p:cTn id="13" dur="1000" fill="hold"/>
                                        <p:tgtEl>
                                          <p:spTgt spid="299"/>
                                        </p:tgtEl>
                                        <p:attrNameLst>
                                          <p:attrName>ppt_w</p:attrName>
                                        </p:attrNameLst>
                                      </p:cBhvr>
                                      <p:tavLst>
                                        <p:tav tm="0">
                                          <p:val>
                                            <p:fltVal val="0"/>
                                          </p:val>
                                        </p:tav>
                                        <p:tav tm="100000">
                                          <p:val>
                                            <p:strVal val="#ppt_w"/>
                                          </p:val>
                                        </p:tav>
                                      </p:tavLst>
                                    </p:anim>
                                    <p:anim calcmode="lin" valueType="num">
                                      <p:cBhvr>
                                        <p:cTn id="14" dur="1000" fill="hold"/>
                                        <p:tgtEl>
                                          <p:spTgt spid="299"/>
                                        </p:tgtEl>
                                        <p:attrNameLst>
                                          <p:attrName>ppt_h</p:attrName>
                                        </p:attrNameLst>
                                      </p:cBhvr>
                                      <p:tavLst>
                                        <p:tav tm="0">
                                          <p:val>
                                            <p:fltVal val="0"/>
                                          </p:val>
                                        </p:tav>
                                        <p:tav tm="100000">
                                          <p:val>
                                            <p:strVal val="#ppt_h"/>
                                          </p:val>
                                        </p:tav>
                                      </p:tavLst>
                                    </p:anim>
                                    <p:anim calcmode="lin" valueType="num">
                                      <p:cBhvr>
                                        <p:cTn id="15" dur="1000" fill="hold"/>
                                        <p:tgtEl>
                                          <p:spTgt spid="299"/>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299"/>
                                        </p:tgtEl>
                                        <p:attrNameLst>
                                          <p:attrName>ppt_y</p:attrName>
                                        </p:attrNameLst>
                                      </p:cBhvr>
                                      <p:tavLst>
                                        <p:tav tm="0" fmla="#ppt_y+(sin(-2*pi*(1-$))*-#ppt_x+cos(-2*pi*(1-$))*(1-#ppt_y))*(1-$)">
                                          <p:val>
                                            <p:fltVal val="0"/>
                                          </p:val>
                                        </p:tav>
                                        <p:tav tm="100000">
                                          <p:val>
                                            <p:fltVal val="1"/>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291"/>
                                        </p:tgtEl>
                                        <p:attrNameLst>
                                          <p:attrName>style.visibility</p:attrName>
                                        </p:attrNameLst>
                                      </p:cBhvr>
                                      <p:to>
                                        <p:strVal val="visible"/>
                                      </p:to>
                                    </p:set>
                                    <p:animEffect transition="in" filter="wipe(left)">
                                      <p:cBhvr>
                                        <p:cTn id="19" dur="1000"/>
                                        <p:tgtEl>
                                          <p:spTgt spid="29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92"/>
                                        </p:tgtEl>
                                        <p:attrNameLst>
                                          <p:attrName>style.visibility</p:attrName>
                                        </p:attrNameLst>
                                      </p:cBhvr>
                                      <p:to>
                                        <p:strVal val="visible"/>
                                      </p:to>
                                    </p:set>
                                    <p:animEffect transition="in" filter="wipe(left)">
                                      <p:cBhvr>
                                        <p:cTn id="22" dur="1000"/>
                                        <p:tgtEl>
                                          <p:spTgt spid="292"/>
                                        </p:tgtEl>
                                      </p:cBhvr>
                                    </p:animEffect>
                                  </p:childTnLst>
                                </p:cTn>
                              </p:par>
                              <p:par>
                                <p:cTn id="23" presetID="22" presetClass="entr" presetSubtype="2" fill="hold" nodeType="withEffect">
                                  <p:stCondLst>
                                    <p:cond delay="0"/>
                                  </p:stCondLst>
                                  <p:childTnLst>
                                    <p:set>
                                      <p:cBhvr>
                                        <p:cTn id="24" dur="1" fill="hold">
                                          <p:stCondLst>
                                            <p:cond delay="0"/>
                                          </p:stCondLst>
                                        </p:cTn>
                                        <p:tgtEl>
                                          <p:spTgt spid="298"/>
                                        </p:tgtEl>
                                        <p:attrNameLst>
                                          <p:attrName>style.visibility</p:attrName>
                                        </p:attrNameLst>
                                      </p:cBhvr>
                                      <p:to>
                                        <p:strVal val="visible"/>
                                      </p:to>
                                    </p:set>
                                    <p:animEffect transition="in" filter="wipe(right)">
                                      <p:cBhvr>
                                        <p:cTn id="25" dur="1000"/>
                                        <p:tgtEl>
                                          <p:spTgt spid="298"/>
                                        </p:tgtEl>
                                      </p:cBhvr>
                                    </p:animEffect>
                                  </p:childTnLst>
                                </p:cTn>
                              </p:par>
                              <p:par>
                                <p:cTn id="26" presetID="22" presetClass="entr" presetSubtype="2" fill="hold" nodeType="withEffect">
                                  <p:stCondLst>
                                    <p:cond delay="0"/>
                                  </p:stCondLst>
                                  <p:childTnLst>
                                    <p:set>
                                      <p:cBhvr>
                                        <p:cTn id="27" dur="1" fill="hold">
                                          <p:stCondLst>
                                            <p:cond delay="0"/>
                                          </p:stCondLst>
                                        </p:cTn>
                                        <p:tgtEl>
                                          <p:spTgt spid="297"/>
                                        </p:tgtEl>
                                        <p:attrNameLst>
                                          <p:attrName>style.visibility</p:attrName>
                                        </p:attrNameLst>
                                      </p:cBhvr>
                                      <p:to>
                                        <p:strVal val="visible"/>
                                      </p:to>
                                    </p:set>
                                    <p:animEffect transition="in" filter="wipe(right)">
                                      <p:cBhvr>
                                        <p:cTn id="28" dur="1000"/>
                                        <p:tgtEl>
                                          <p:spTgt spid="297"/>
                                        </p:tgtEl>
                                      </p:cBhvr>
                                    </p:animEffect>
                                  </p:childTnLst>
                                </p:cTn>
                              </p:par>
                              <p:par>
                                <p:cTn id="29" presetID="17" presetClass="entr" presetSubtype="10" fill="hold" nodeType="withEffect">
                                  <p:stCondLst>
                                    <p:cond delay="0"/>
                                  </p:stCondLst>
                                  <p:childTnLst>
                                    <p:set>
                                      <p:cBhvr>
                                        <p:cTn id="30" dur="1" fill="hold">
                                          <p:stCondLst>
                                            <p:cond delay="0"/>
                                          </p:stCondLst>
                                        </p:cTn>
                                        <p:tgtEl>
                                          <p:spTgt spid="317"/>
                                        </p:tgtEl>
                                        <p:attrNameLst>
                                          <p:attrName>style.visibility</p:attrName>
                                        </p:attrNameLst>
                                      </p:cBhvr>
                                      <p:to>
                                        <p:strVal val="visible"/>
                                      </p:to>
                                    </p:set>
                                    <p:anim calcmode="lin" valueType="num">
                                      <p:cBhvr>
                                        <p:cTn id="31" dur="500" fill="hold"/>
                                        <p:tgtEl>
                                          <p:spTgt spid="317"/>
                                        </p:tgtEl>
                                        <p:attrNameLst>
                                          <p:attrName>ppt_w</p:attrName>
                                        </p:attrNameLst>
                                      </p:cBhvr>
                                      <p:tavLst>
                                        <p:tav tm="0">
                                          <p:val>
                                            <p:fltVal val="0"/>
                                          </p:val>
                                        </p:tav>
                                        <p:tav tm="100000">
                                          <p:val>
                                            <p:strVal val="#ppt_w"/>
                                          </p:val>
                                        </p:tav>
                                      </p:tavLst>
                                    </p:anim>
                                    <p:anim calcmode="lin" valueType="num">
                                      <p:cBhvr>
                                        <p:cTn id="32" dur="500" fill="hold"/>
                                        <p:tgtEl>
                                          <p:spTgt spid="317"/>
                                        </p:tgtEl>
                                        <p:attrNameLst>
                                          <p:attrName>ppt_h</p:attrName>
                                        </p:attrNameLst>
                                      </p:cBhvr>
                                      <p:tavLst>
                                        <p:tav tm="0">
                                          <p:val>
                                            <p:strVal val="#ppt_h"/>
                                          </p:val>
                                        </p:tav>
                                        <p:tav tm="100000">
                                          <p:val>
                                            <p:strVal val="#ppt_h"/>
                                          </p:val>
                                        </p:tav>
                                      </p:tavLst>
                                    </p:anim>
                                  </p:childTnLst>
                                </p:cTn>
                              </p:par>
                              <p:par>
                                <p:cTn id="33" presetID="17" presetClass="entr" presetSubtype="10" fill="hold" nodeType="withEffect">
                                  <p:stCondLst>
                                    <p:cond delay="0"/>
                                  </p:stCondLst>
                                  <p:childTnLst>
                                    <p:set>
                                      <p:cBhvr>
                                        <p:cTn id="34" dur="1" fill="hold">
                                          <p:stCondLst>
                                            <p:cond delay="0"/>
                                          </p:stCondLst>
                                        </p:cTn>
                                        <p:tgtEl>
                                          <p:spTgt spid="318"/>
                                        </p:tgtEl>
                                        <p:attrNameLst>
                                          <p:attrName>style.visibility</p:attrName>
                                        </p:attrNameLst>
                                      </p:cBhvr>
                                      <p:to>
                                        <p:strVal val="visible"/>
                                      </p:to>
                                    </p:set>
                                    <p:anim calcmode="lin" valueType="num">
                                      <p:cBhvr>
                                        <p:cTn id="35" dur="500" fill="hold"/>
                                        <p:tgtEl>
                                          <p:spTgt spid="318"/>
                                        </p:tgtEl>
                                        <p:attrNameLst>
                                          <p:attrName>ppt_w</p:attrName>
                                        </p:attrNameLst>
                                      </p:cBhvr>
                                      <p:tavLst>
                                        <p:tav tm="0">
                                          <p:val>
                                            <p:fltVal val="0"/>
                                          </p:val>
                                        </p:tav>
                                        <p:tav tm="100000">
                                          <p:val>
                                            <p:strVal val="#ppt_w"/>
                                          </p:val>
                                        </p:tav>
                                      </p:tavLst>
                                    </p:anim>
                                    <p:anim calcmode="lin" valueType="num">
                                      <p:cBhvr>
                                        <p:cTn id="36" dur="500" fill="hold"/>
                                        <p:tgtEl>
                                          <p:spTgt spid="318"/>
                                        </p:tgtEl>
                                        <p:attrNameLst>
                                          <p:attrName>ppt_h</p:attrName>
                                        </p:attrNameLst>
                                      </p:cBhvr>
                                      <p:tavLst>
                                        <p:tav tm="0">
                                          <p:val>
                                            <p:strVal val="#ppt_h"/>
                                          </p:val>
                                        </p:tav>
                                        <p:tav tm="100000">
                                          <p:val>
                                            <p:strVal val="#ppt_h"/>
                                          </p:val>
                                        </p:tav>
                                      </p:tavLst>
                                    </p:anim>
                                  </p:childTnLst>
                                </p:cTn>
                              </p:par>
                              <p:par>
                                <p:cTn id="37" presetID="22" presetClass="entr" presetSubtype="8" fill="hold" grpId="0" nodeType="withEffect">
                                  <p:stCondLst>
                                    <p:cond delay="0"/>
                                  </p:stCondLst>
                                  <p:childTnLst>
                                    <p:set>
                                      <p:cBhvr>
                                        <p:cTn id="38" dur="1" fill="hold">
                                          <p:stCondLst>
                                            <p:cond delay="0"/>
                                          </p:stCondLst>
                                        </p:cTn>
                                        <p:tgtEl>
                                          <p:spTgt spid="285"/>
                                        </p:tgtEl>
                                        <p:attrNameLst>
                                          <p:attrName>style.visibility</p:attrName>
                                        </p:attrNameLst>
                                      </p:cBhvr>
                                      <p:to>
                                        <p:strVal val="visible"/>
                                      </p:to>
                                    </p:set>
                                    <p:animEffect transition="in" filter="wipe(left)">
                                      <p:cBhvr>
                                        <p:cTn id="39" dur="1000"/>
                                        <p:tgtEl>
                                          <p:spTgt spid="285"/>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86"/>
                                        </p:tgtEl>
                                        <p:attrNameLst>
                                          <p:attrName>style.visibility</p:attrName>
                                        </p:attrNameLst>
                                      </p:cBhvr>
                                      <p:to>
                                        <p:strVal val="visible"/>
                                      </p:to>
                                    </p:set>
                                    <p:animEffect transition="in" filter="wipe(left)">
                                      <p:cBhvr>
                                        <p:cTn id="42" dur="1000"/>
                                        <p:tgtEl>
                                          <p:spTgt spid="286"/>
                                        </p:tgtEl>
                                      </p:cBhvr>
                                    </p:animEffect>
                                  </p:childTnLst>
                                </p:cTn>
                              </p:par>
                              <p:par>
                                <p:cTn id="43" presetID="17" presetClass="entr" presetSubtype="10" fill="hold" nodeType="withEffect">
                                  <p:stCondLst>
                                    <p:cond delay="0"/>
                                  </p:stCondLst>
                                  <p:childTnLst>
                                    <p:set>
                                      <p:cBhvr>
                                        <p:cTn id="44" dur="1" fill="hold">
                                          <p:stCondLst>
                                            <p:cond delay="0"/>
                                          </p:stCondLst>
                                        </p:cTn>
                                        <p:tgtEl>
                                          <p:spTgt spid="176"/>
                                        </p:tgtEl>
                                        <p:attrNameLst>
                                          <p:attrName>style.visibility</p:attrName>
                                        </p:attrNameLst>
                                      </p:cBhvr>
                                      <p:to>
                                        <p:strVal val="visible"/>
                                      </p:to>
                                    </p:set>
                                    <p:anim calcmode="lin" valueType="num">
                                      <p:cBhvr>
                                        <p:cTn id="45" dur="500" fill="hold"/>
                                        <p:tgtEl>
                                          <p:spTgt spid="176"/>
                                        </p:tgtEl>
                                        <p:attrNameLst>
                                          <p:attrName>ppt_w</p:attrName>
                                        </p:attrNameLst>
                                      </p:cBhvr>
                                      <p:tavLst>
                                        <p:tav tm="0">
                                          <p:val>
                                            <p:fltVal val="0"/>
                                          </p:val>
                                        </p:tav>
                                        <p:tav tm="100000">
                                          <p:val>
                                            <p:strVal val="#ppt_w"/>
                                          </p:val>
                                        </p:tav>
                                      </p:tavLst>
                                    </p:anim>
                                    <p:anim calcmode="lin" valueType="num">
                                      <p:cBhvr>
                                        <p:cTn id="46" dur="500" fill="hold"/>
                                        <p:tgtEl>
                                          <p:spTgt spid="176"/>
                                        </p:tgtEl>
                                        <p:attrNameLst>
                                          <p:attrName>ppt_h</p:attrName>
                                        </p:attrNameLst>
                                      </p:cBhvr>
                                      <p:tavLst>
                                        <p:tav tm="0">
                                          <p:val>
                                            <p:strVal val="#ppt_h"/>
                                          </p:val>
                                        </p:tav>
                                        <p:tav tm="100000">
                                          <p:val>
                                            <p:strVal val="#ppt_h"/>
                                          </p:val>
                                        </p:tav>
                                      </p:tavLst>
                                    </p:anim>
                                  </p:childTnLst>
                                </p:cTn>
                              </p:par>
                              <p:par>
                                <p:cTn id="47" presetID="22" presetClass="entr" presetSubtype="8" fill="hold" grpId="0" nodeType="withEffect">
                                  <p:stCondLst>
                                    <p:cond delay="0"/>
                                  </p:stCondLst>
                                  <p:childTnLst>
                                    <p:set>
                                      <p:cBhvr>
                                        <p:cTn id="48" dur="1" fill="hold">
                                          <p:stCondLst>
                                            <p:cond delay="0"/>
                                          </p:stCondLst>
                                        </p:cTn>
                                        <p:tgtEl>
                                          <p:spTgt spid="290"/>
                                        </p:tgtEl>
                                        <p:attrNameLst>
                                          <p:attrName>style.visibility</p:attrName>
                                        </p:attrNameLst>
                                      </p:cBhvr>
                                      <p:to>
                                        <p:strVal val="visible"/>
                                      </p:to>
                                    </p:set>
                                    <p:animEffect transition="in" filter="wipe(left)">
                                      <p:cBhvr>
                                        <p:cTn id="49" dur="1000"/>
                                        <p:tgtEl>
                                          <p:spTgt spid="290"/>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89"/>
                                        </p:tgtEl>
                                        <p:attrNameLst>
                                          <p:attrName>style.visibility</p:attrName>
                                        </p:attrNameLst>
                                      </p:cBhvr>
                                      <p:to>
                                        <p:strVal val="visible"/>
                                      </p:to>
                                    </p:set>
                                    <p:animEffect transition="in" filter="wipe(left)">
                                      <p:cBhvr>
                                        <p:cTn id="52" dur="1000"/>
                                        <p:tgtEl>
                                          <p:spTgt spid="289"/>
                                        </p:tgtEl>
                                      </p:cBhvr>
                                    </p:animEffect>
                                  </p:childTnLst>
                                </p:cTn>
                              </p:par>
                              <p:par>
                                <p:cTn id="53" presetID="15" presetClass="entr" presetSubtype="0" fill="hold" nodeType="withEffect">
                                  <p:stCondLst>
                                    <p:cond delay="0"/>
                                  </p:stCondLst>
                                  <p:childTnLst>
                                    <p:set>
                                      <p:cBhvr>
                                        <p:cTn id="54" dur="1" fill="hold">
                                          <p:stCondLst>
                                            <p:cond delay="0"/>
                                          </p:stCondLst>
                                        </p:cTn>
                                        <p:tgtEl>
                                          <p:spTgt spid="173"/>
                                        </p:tgtEl>
                                        <p:attrNameLst>
                                          <p:attrName>style.visibility</p:attrName>
                                        </p:attrNameLst>
                                      </p:cBhvr>
                                      <p:to>
                                        <p:strVal val="visible"/>
                                      </p:to>
                                    </p:set>
                                    <p:anim calcmode="lin" valueType="num">
                                      <p:cBhvr>
                                        <p:cTn id="55" dur="1000" fill="hold"/>
                                        <p:tgtEl>
                                          <p:spTgt spid="173"/>
                                        </p:tgtEl>
                                        <p:attrNameLst>
                                          <p:attrName>ppt_w</p:attrName>
                                        </p:attrNameLst>
                                      </p:cBhvr>
                                      <p:tavLst>
                                        <p:tav tm="0">
                                          <p:val>
                                            <p:fltVal val="0"/>
                                          </p:val>
                                        </p:tav>
                                        <p:tav tm="100000">
                                          <p:val>
                                            <p:strVal val="#ppt_w"/>
                                          </p:val>
                                        </p:tav>
                                      </p:tavLst>
                                    </p:anim>
                                    <p:anim calcmode="lin" valueType="num">
                                      <p:cBhvr>
                                        <p:cTn id="56" dur="1000" fill="hold"/>
                                        <p:tgtEl>
                                          <p:spTgt spid="173"/>
                                        </p:tgtEl>
                                        <p:attrNameLst>
                                          <p:attrName>ppt_h</p:attrName>
                                        </p:attrNameLst>
                                      </p:cBhvr>
                                      <p:tavLst>
                                        <p:tav tm="0">
                                          <p:val>
                                            <p:fltVal val="0"/>
                                          </p:val>
                                        </p:tav>
                                        <p:tav tm="100000">
                                          <p:val>
                                            <p:strVal val="#ppt_h"/>
                                          </p:val>
                                        </p:tav>
                                      </p:tavLst>
                                    </p:anim>
                                    <p:anim calcmode="lin" valueType="num">
                                      <p:cBhvr>
                                        <p:cTn id="57" dur="1000" fill="hold"/>
                                        <p:tgtEl>
                                          <p:spTgt spid="173"/>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173"/>
                                        </p:tgtEl>
                                        <p:attrNameLst>
                                          <p:attrName>ppt_y</p:attrName>
                                        </p:attrNameLst>
                                      </p:cBhvr>
                                      <p:tavLst>
                                        <p:tav tm="0" fmla="#ppt_y+(sin(-2*pi*(1-$))*-#ppt_x+cos(-2*pi*(1-$))*(1-#ppt_y))*(1-$)">
                                          <p:val>
                                            <p:fltVal val="0"/>
                                          </p:val>
                                        </p:tav>
                                        <p:tav tm="100000">
                                          <p:val>
                                            <p:fltVal val="1"/>
                                          </p:val>
                                        </p:tav>
                                      </p:tavLst>
                                    </p:anim>
                                  </p:childTnLst>
                                </p:cTn>
                              </p:par>
                              <p:par>
                                <p:cTn id="59" presetID="15" presetClass="entr" presetSubtype="0" fill="hold" nodeType="withEffect">
                                  <p:stCondLst>
                                    <p:cond delay="0"/>
                                  </p:stCondLst>
                                  <p:childTnLst>
                                    <p:set>
                                      <p:cBhvr>
                                        <p:cTn id="60" dur="1" fill="hold">
                                          <p:stCondLst>
                                            <p:cond delay="0"/>
                                          </p:stCondLst>
                                        </p:cTn>
                                        <p:tgtEl>
                                          <p:spTgt spid="175"/>
                                        </p:tgtEl>
                                        <p:attrNameLst>
                                          <p:attrName>style.visibility</p:attrName>
                                        </p:attrNameLst>
                                      </p:cBhvr>
                                      <p:to>
                                        <p:strVal val="visible"/>
                                      </p:to>
                                    </p:set>
                                    <p:anim calcmode="lin" valueType="num">
                                      <p:cBhvr>
                                        <p:cTn id="61" dur="1000" fill="hold"/>
                                        <p:tgtEl>
                                          <p:spTgt spid="175"/>
                                        </p:tgtEl>
                                        <p:attrNameLst>
                                          <p:attrName>ppt_w</p:attrName>
                                        </p:attrNameLst>
                                      </p:cBhvr>
                                      <p:tavLst>
                                        <p:tav tm="0">
                                          <p:val>
                                            <p:fltVal val="0"/>
                                          </p:val>
                                        </p:tav>
                                        <p:tav tm="100000">
                                          <p:val>
                                            <p:strVal val="#ppt_w"/>
                                          </p:val>
                                        </p:tav>
                                      </p:tavLst>
                                    </p:anim>
                                    <p:anim calcmode="lin" valueType="num">
                                      <p:cBhvr>
                                        <p:cTn id="62" dur="1000" fill="hold"/>
                                        <p:tgtEl>
                                          <p:spTgt spid="175"/>
                                        </p:tgtEl>
                                        <p:attrNameLst>
                                          <p:attrName>ppt_h</p:attrName>
                                        </p:attrNameLst>
                                      </p:cBhvr>
                                      <p:tavLst>
                                        <p:tav tm="0">
                                          <p:val>
                                            <p:fltVal val="0"/>
                                          </p:val>
                                        </p:tav>
                                        <p:tav tm="100000">
                                          <p:val>
                                            <p:strVal val="#ppt_h"/>
                                          </p:val>
                                        </p:tav>
                                      </p:tavLst>
                                    </p:anim>
                                    <p:anim calcmode="lin" valueType="num">
                                      <p:cBhvr>
                                        <p:cTn id="63" dur="1000" fill="hold"/>
                                        <p:tgtEl>
                                          <p:spTgt spid="175"/>
                                        </p:tgtEl>
                                        <p:attrNameLst>
                                          <p:attrName>ppt_x</p:attrName>
                                        </p:attrNameLst>
                                      </p:cBhvr>
                                      <p:tavLst>
                                        <p:tav tm="0" fmla="#ppt_x+(cos(-2*pi*(1-$))*-#ppt_x-sin(-2*pi*(1-$))*(1-#ppt_y))*(1-$)">
                                          <p:val>
                                            <p:fltVal val="0"/>
                                          </p:val>
                                        </p:tav>
                                        <p:tav tm="100000">
                                          <p:val>
                                            <p:fltVal val="1"/>
                                          </p:val>
                                        </p:tav>
                                      </p:tavLst>
                                    </p:anim>
                                    <p:anim calcmode="lin" valueType="num">
                                      <p:cBhvr>
                                        <p:cTn id="64" dur="1000" fill="hold"/>
                                        <p:tgtEl>
                                          <p:spTgt spid="175"/>
                                        </p:tgtEl>
                                        <p:attrNameLst>
                                          <p:attrName>ppt_y</p:attrName>
                                        </p:attrNameLst>
                                      </p:cBhvr>
                                      <p:tavLst>
                                        <p:tav tm="0" fmla="#ppt_y+(sin(-2*pi*(1-$))*-#ppt_x+cos(-2*pi*(1-$))*(1-#ppt_y))*(1-$)">
                                          <p:val>
                                            <p:fltVal val="0"/>
                                          </p:val>
                                        </p:tav>
                                        <p:tav tm="100000">
                                          <p:val>
                                            <p:fltVal val="1"/>
                                          </p:val>
                                        </p:tav>
                                      </p:tavLst>
                                    </p:anim>
                                  </p:childTnLst>
                                </p:cTn>
                              </p:par>
                              <p:par>
                                <p:cTn id="65" presetID="22" presetClass="entr" presetSubtype="8" fill="hold" grpId="0" nodeType="withEffect">
                                  <p:stCondLst>
                                    <p:cond delay="0"/>
                                  </p:stCondLst>
                                  <p:childTnLst>
                                    <p:set>
                                      <p:cBhvr>
                                        <p:cTn id="66" dur="1" fill="hold">
                                          <p:stCondLst>
                                            <p:cond delay="0"/>
                                          </p:stCondLst>
                                        </p:cTn>
                                        <p:tgtEl>
                                          <p:spTgt spid="181"/>
                                        </p:tgtEl>
                                        <p:attrNameLst>
                                          <p:attrName>style.visibility</p:attrName>
                                        </p:attrNameLst>
                                      </p:cBhvr>
                                      <p:to>
                                        <p:strVal val="visible"/>
                                      </p:to>
                                    </p:set>
                                    <p:animEffect transition="in" filter="wipe(left)">
                                      <p:cBhvr>
                                        <p:cTn id="67" dur="1000"/>
                                        <p:tgtEl>
                                          <p:spTgt spid="18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80"/>
                                        </p:tgtEl>
                                        <p:attrNameLst>
                                          <p:attrName>style.visibility</p:attrName>
                                        </p:attrNameLst>
                                      </p:cBhvr>
                                      <p:to>
                                        <p:strVal val="visible"/>
                                      </p:to>
                                    </p:set>
                                    <p:animEffect transition="in" filter="wipe(left)">
                                      <p:cBhvr>
                                        <p:cTn id="70" dur="1000"/>
                                        <p:tgtEl>
                                          <p:spTgt spid="180"/>
                                        </p:tgtEl>
                                      </p:cBhvr>
                                    </p:animEffect>
                                  </p:childTnLst>
                                </p:cTn>
                              </p:par>
                              <p:par>
                                <p:cTn id="71" presetID="22" presetClass="entr" presetSubtype="4" fill="hold" nodeType="withEffect">
                                  <p:stCondLst>
                                    <p:cond delay="0"/>
                                  </p:stCondLst>
                                  <p:childTnLst>
                                    <p:set>
                                      <p:cBhvr>
                                        <p:cTn id="72" dur="1" fill="hold">
                                          <p:stCondLst>
                                            <p:cond delay="0"/>
                                          </p:stCondLst>
                                        </p:cTn>
                                        <p:tgtEl>
                                          <p:spTgt spid="165"/>
                                        </p:tgtEl>
                                        <p:attrNameLst>
                                          <p:attrName>style.visibility</p:attrName>
                                        </p:attrNameLst>
                                      </p:cBhvr>
                                      <p:to>
                                        <p:strVal val="visible"/>
                                      </p:to>
                                    </p:set>
                                    <p:animEffect transition="in" filter="wipe(down)">
                                      <p:cBhvr>
                                        <p:cTn id="73" dur="1000"/>
                                        <p:tgtEl>
                                          <p:spTgt spid="165"/>
                                        </p:tgtEl>
                                      </p:cBhvr>
                                    </p:animEffect>
                                  </p:childTnLst>
                                </p:cTn>
                              </p:par>
                              <p:par>
                                <p:cTn id="74" presetID="17" presetClass="entr" presetSubtype="10" fill="hold" nodeType="withEffect">
                                  <p:stCondLst>
                                    <p:cond delay="0"/>
                                  </p:stCondLst>
                                  <p:childTnLst>
                                    <p:set>
                                      <p:cBhvr>
                                        <p:cTn id="75" dur="1" fill="hold">
                                          <p:stCondLst>
                                            <p:cond delay="0"/>
                                          </p:stCondLst>
                                        </p:cTn>
                                        <p:tgtEl>
                                          <p:spTgt spid="314"/>
                                        </p:tgtEl>
                                        <p:attrNameLst>
                                          <p:attrName>style.visibility</p:attrName>
                                        </p:attrNameLst>
                                      </p:cBhvr>
                                      <p:to>
                                        <p:strVal val="visible"/>
                                      </p:to>
                                    </p:set>
                                    <p:anim calcmode="lin" valueType="num">
                                      <p:cBhvr>
                                        <p:cTn id="76" dur="1000" fill="hold"/>
                                        <p:tgtEl>
                                          <p:spTgt spid="314"/>
                                        </p:tgtEl>
                                        <p:attrNameLst>
                                          <p:attrName>ppt_w</p:attrName>
                                        </p:attrNameLst>
                                      </p:cBhvr>
                                      <p:tavLst>
                                        <p:tav tm="0">
                                          <p:val>
                                            <p:fltVal val="0"/>
                                          </p:val>
                                        </p:tav>
                                        <p:tav tm="100000">
                                          <p:val>
                                            <p:strVal val="#ppt_w"/>
                                          </p:val>
                                        </p:tav>
                                      </p:tavLst>
                                    </p:anim>
                                    <p:anim calcmode="lin" valueType="num">
                                      <p:cBhvr>
                                        <p:cTn id="77" dur="1000" fill="hold"/>
                                        <p:tgtEl>
                                          <p:spTgt spid="314"/>
                                        </p:tgtEl>
                                        <p:attrNameLst>
                                          <p:attrName>ppt_h</p:attrName>
                                        </p:attrNameLst>
                                      </p:cBhvr>
                                      <p:tavLst>
                                        <p:tav tm="0">
                                          <p:val>
                                            <p:strVal val="#ppt_h"/>
                                          </p:val>
                                        </p:tav>
                                        <p:tav tm="100000">
                                          <p:val>
                                            <p:strVal val="#ppt_h"/>
                                          </p:val>
                                        </p:tav>
                                      </p:tavLst>
                                    </p:anim>
                                  </p:childTnLst>
                                </p:cTn>
                              </p:par>
                              <p:par>
                                <p:cTn id="78" presetID="22" presetClass="entr" presetSubtype="8" fill="hold" grpId="0" nodeType="withEffect">
                                  <p:stCondLst>
                                    <p:cond delay="0"/>
                                  </p:stCondLst>
                                  <p:childTnLst>
                                    <p:set>
                                      <p:cBhvr>
                                        <p:cTn id="79" dur="1" fill="hold">
                                          <p:stCondLst>
                                            <p:cond delay="0"/>
                                          </p:stCondLst>
                                        </p:cTn>
                                        <p:tgtEl>
                                          <p:spTgt spid="214"/>
                                        </p:tgtEl>
                                        <p:attrNameLst>
                                          <p:attrName>style.visibility</p:attrName>
                                        </p:attrNameLst>
                                      </p:cBhvr>
                                      <p:to>
                                        <p:strVal val="visible"/>
                                      </p:to>
                                    </p:set>
                                    <p:animEffect transition="in" filter="wipe(left)">
                                      <p:cBhvr>
                                        <p:cTn id="80" dur="1000"/>
                                        <p:tgtEl>
                                          <p:spTgt spid="214"/>
                                        </p:tgtEl>
                                      </p:cBhvr>
                                    </p:animEffect>
                                  </p:childTnLst>
                                </p:cTn>
                              </p:par>
                              <p:par>
                                <p:cTn id="81" presetID="22" presetClass="entr" presetSubtype="4" fill="hold" nodeType="withEffect">
                                  <p:stCondLst>
                                    <p:cond delay="0"/>
                                  </p:stCondLst>
                                  <p:childTnLst>
                                    <p:set>
                                      <p:cBhvr>
                                        <p:cTn id="82" dur="1" fill="hold">
                                          <p:stCondLst>
                                            <p:cond delay="0"/>
                                          </p:stCondLst>
                                        </p:cTn>
                                        <p:tgtEl>
                                          <p:spTgt spid="168"/>
                                        </p:tgtEl>
                                        <p:attrNameLst>
                                          <p:attrName>style.visibility</p:attrName>
                                        </p:attrNameLst>
                                      </p:cBhvr>
                                      <p:to>
                                        <p:strVal val="visible"/>
                                      </p:to>
                                    </p:set>
                                    <p:animEffect transition="in" filter="wipe(down)">
                                      <p:cBhvr>
                                        <p:cTn id="83" dur="1000"/>
                                        <p:tgtEl>
                                          <p:spTgt spid="168"/>
                                        </p:tgtEl>
                                      </p:cBhvr>
                                    </p:animEffect>
                                  </p:childTnLst>
                                </p:cTn>
                              </p:par>
                              <p:par>
                                <p:cTn id="84" presetID="17" presetClass="entr" presetSubtype="10" fill="hold" nodeType="withEffect">
                                  <p:stCondLst>
                                    <p:cond delay="0"/>
                                  </p:stCondLst>
                                  <p:childTnLst>
                                    <p:set>
                                      <p:cBhvr>
                                        <p:cTn id="85" dur="1" fill="hold">
                                          <p:stCondLst>
                                            <p:cond delay="0"/>
                                          </p:stCondLst>
                                        </p:cTn>
                                        <p:tgtEl>
                                          <p:spTgt spid="315"/>
                                        </p:tgtEl>
                                        <p:attrNameLst>
                                          <p:attrName>style.visibility</p:attrName>
                                        </p:attrNameLst>
                                      </p:cBhvr>
                                      <p:to>
                                        <p:strVal val="visible"/>
                                      </p:to>
                                    </p:set>
                                    <p:anim calcmode="lin" valueType="num">
                                      <p:cBhvr>
                                        <p:cTn id="86" dur="1000" fill="hold"/>
                                        <p:tgtEl>
                                          <p:spTgt spid="315"/>
                                        </p:tgtEl>
                                        <p:attrNameLst>
                                          <p:attrName>ppt_w</p:attrName>
                                        </p:attrNameLst>
                                      </p:cBhvr>
                                      <p:tavLst>
                                        <p:tav tm="0">
                                          <p:val>
                                            <p:fltVal val="0"/>
                                          </p:val>
                                        </p:tav>
                                        <p:tav tm="100000">
                                          <p:val>
                                            <p:strVal val="#ppt_w"/>
                                          </p:val>
                                        </p:tav>
                                      </p:tavLst>
                                    </p:anim>
                                    <p:anim calcmode="lin" valueType="num">
                                      <p:cBhvr>
                                        <p:cTn id="87" dur="1000" fill="hold"/>
                                        <p:tgtEl>
                                          <p:spTgt spid="315"/>
                                        </p:tgtEl>
                                        <p:attrNameLst>
                                          <p:attrName>ppt_h</p:attrName>
                                        </p:attrNameLst>
                                      </p:cBhvr>
                                      <p:tavLst>
                                        <p:tav tm="0">
                                          <p:val>
                                            <p:strVal val="#ppt_h"/>
                                          </p:val>
                                        </p:tav>
                                        <p:tav tm="100000">
                                          <p:val>
                                            <p:strVal val="#ppt_h"/>
                                          </p:val>
                                        </p:tav>
                                      </p:tavLst>
                                    </p:anim>
                                  </p:childTnLst>
                                </p:cTn>
                              </p:par>
                              <p:par>
                                <p:cTn id="88" presetID="22" presetClass="entr" presetSubtype="8" fill="hold" grpId="0" nodeType="withEffect">
                                  <p:stCondLst>
                                    <p:cond delay="0"/>
                                  </p:stCondLst>
                                  <p:childTnLst>
                                    <p:set>
                                      <p:cBhvr>
                                        <p:cTn id="89" dur="1" fill="hold">
                                          <p:stCondLst>
                                            <p:cond delay="0"/>
                                          </p:stCondLst>
                                        </p:cTn>
                                        <p:tgtEl>
                                          <p:spTgt spid="179"/>
                                        </p:tgtEl>
                                        <p:attrNameLst>
                                          <p:attrName>style.visibility</p:attrName>
                                        </p:attrNameLst>
                                      </p:cBhvr>
                                      <p:to>
                                        <p:strVal val="visible"/>
                                      </p:to>
                                    </p:set>
                                    <p:animEffect transition="in" filter="wipe(left)">
                                      <p:cBhvr>
                                        <p:cTn id="90" dur="1000"/>
                                        <p:tgtEl>
                                          <p:spTgt spid="179"/>
                                        </p:tgtEl>
                                      </p:cBhvr>
                                    </p:animEffect>
                                  </p:childTnLst>
                                </p:cTn>
                              </p:par>
                              <p:par>
                                <p:cTn id="91" presetID="17" presetClass="entr" presetSubtype="10" fill="hold" nodeType="withEffect">
                                  <p:stCondLst>
                                    <p:cond delay="0"/>
                                  </p:stCondLst>
                                  <p:childTnLst>
                                    <p:set>
                                      <p:cBhvr>
                                        <p:cTn id="92" dur="1" fill="hold">
                                          <p:stCondLst>
                                            <p:cond delay="0"/>
                                          </p:stCondLst>
                                        </p:cTn>
                                        <p:tgtEl>
                                          <p:spTgt spid="177"/>
                                        </p:tgtEl>
                                        <p:attrNameLst>
                                          <p:attrName>style.visibility</p:attrName>
                                        </p:attrNameLst>
                                      </p:cBhvr>
                                      <p:to>
                                        <p:strVal val="visible"/>
                                      </p:to>
                                    </p:set>
                                    <p:anim calcmode="lin" valueType="num">
                                      <p:cBhvr>
                                        <p:cTn id="93" dur="500" fill="hold"/>
                                        <p:tgtEl>
                                          <p:spTgt spid="177"/>
                                        </p:tgtEl>
                                        <p:attrNameLst>
                                          <p:attrName>ppt_w</p:attrName>
                                        </p:attrNameLst>
                                      </p:cBhvr>
                                      <p:tavLst>
                                        <p:tav tm="0">
                                          <p:val>
                                            <p:fltVal val="0"/>
                                          </p:val>
                                        </p:tav>
                                        <p:tav tm="100000">
                                          <p:val>
                                            <p:strVal val="#ppt_w"/>
                                          </p:val>
                                        </p:tav>
                                      </p:tavLst>
                                    </p:anim>
                                    <p:anim calcmode="lin" valueType="num">
                                      <p:cBhvr>
                                        <p:cTn id="94" dur="500" fill="hold"/>
                                        <p:tgtEl>
                                          <p:spTgt spid="177"/>
                                        </p:tgtEl>
                                        <p:attrNameLst>
                                          <p:attrName>ppt_h</p:attrName>
                                        </p:attrNameLst>
                                      </p:cBhvr>
                                      <p:tavLst>
                                        <p:tav tm="0">
                                          <p:val>
                                            <p:strVal val="#ppt_h"/>
                                          </p:val>
                                        </p:tav>
                                        <p:tav tm="100000">
                                          <p:val>
                                            <p:strVal val="#ppt_h"/>
                                          </p:val>
                                        </p:tav>
                                      </p:tavLst>
                                    </p:anim>
                                  </p:childTnLst>
                                </p:cTn>
                              </p:par>
                              <p:par>
                                <p:cTn id="95" presetID="22" presetClass="entr" presetSubtype="8" fill="hold" grpId="0" nodeType="withEffect">
                                  <p:stCondLst>
                                    <p:cond delay="0"/>
                                  </p:stCondLst>
                                  <p:childTnLst>
                                    <p:set>
                                      <p:cBhvr>
                                        <p:cTn id="96" dur="1" fill="hold">
                                          <p:stCondLst>
                                            <p:cond delay="0"/>
                                          </p:stCondLst>
                                        </p:cTn>
                                        <p:tgtEl>
                                          <p:spTgt spid="293"/>
                                        </p:tgtEl>
                                        <p:attrNameLst>
                                          <p:attrName>style.visibility</p:attrName>
                                        </p:attrNameLst>
                                      </p:cBhvr>
                                      <p:to>
                                        <p:strVal val="visible"/>
                                      </p:to>
                                    </p:set>
                                    <p:animEffect transition="in" filter="wipe(left)">
                                      <p:cBhvr>
                                        <p:cTn id="97" dur="1000"/>
                                        <p:tgtEl>
                                          <p:spTgt spid="293"/>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294"/>
                                        </p:tgtEl>
                                        <p:attrNameLst>
                                          <p:attrName>style.visibility</p:attrName>
                                        </p:attrNameLst>
                                      </p:cBhvr>
                                      <p:to>
                                        <p:strVal val="visible"/>
                                      </p:to>
                                    </p:set>
                                    <p:animEffect transition="in" filter="wipe(left)">
                                      <p:cBhvr>
                                        <p:cTn id="100" dur="1000"/>
                                        <p:tgtEl>
                                          <p:spTgt spid="294"/>
                                        </p:tgtEl>
                                      </p:cBhvr>
                                    </p:animEffect>
                                  </p:childTnLst>
                                </p:cTn>
                              </p:par>
                              <p:par>
                                <p:cTn id="101" presetID="17" presetClass="entr" presetSubtype="10" fill="hold" nodeType="withEffect">
                                  <p:stCondLst>
                                    <p:cond delay="0"/>
                                  </p:stCondLst>
                                  <p:childTnLst>
                                    <p:set>
                                      <p:cBhvr>
                                        <p:cTn id="102" dur="1" fill="hold">
                                          <p:stCondLst>
                                            <p:cond delay="0"/>
                                          </p:stCondLst>
                                        </p:cTn>
                                        <p:tgtEl>
                                          <p:spTgt spid="313"/>
                                        </p:tgtEl>
                                        <p:attrNameLst>
                                          <p:attrName>style.visibility</p:attrName>
                                        </p:attrNameLst>
                                      </p:cBhvr>
                                      <p:to>
                                        <p:strVal val="visible"/>
                                      </p:to>
                                    </p:set>
                                    <p:anim calcmode="lin" valueType="num">
                                      <p:cBhvr>
                                        <p:cTn id="103" dur="1000" fill="hold"/>
                                        <p:tgtEl>
                                          <p:spTgt spid="313"/>
                                        </p:tgtEl>
                                        <p:attrNameLst>
                                          <p:attrName>ppt_w</p:attrName>
                                        </p:attrNameLst>
                                      </p:cBhvr>
                                      <p:tavLst>
                                        <p:tav tm="0">
                                          <p:val>
                                            <p:fltVal val="0"/>
                                          </p:val>
                                        </p:tav>
                                        <p:tav tm="100000">
                                          <p:val>
                                            <p:strVal val="#ppt_w"/>
                                          </p:val>
                                        </p:tav>
                                      </p:tavLst>
                                    </p:anim>
                                    <p:anim calcmode="lin" valueType="num">
                                      <p:cBhvr>
                                        <p:cTn id="104" dur="1000" fill="hold"/>
                                        <p:tgtEl>
                                          <p:spTgt spid="313"/>
                                        </p:tgtEl>
                                        <p:attrNameLst>
                                          <p:attrName>ppt_h</p:attrName>
                                        </p:attrNameLst>
                                      </p:cBhvr>
                                      <p:tavLst>
                                        <p:tav tm="0">
                                          <p:val>
                                            <p:strVal val="#ppt_h"/>
                                          </p:val>
                                        </p:tav>
                                        <p:tav tm="100000">
                                          <p:val>
                                            <p:strVal val="#ppt_h"/>
                                          </p:val>
                                        </p:tav>
                                      </p:tavLst>
                                    </p:anim>
                                  </p:childTnLst>
                                </p:cTn>
                              </p:par>
                              <p:par>
                                <p:cTn id="105" presetID="22" presetClass="entr" presetSubtype="8" fill="hold" grpId="0" nodeType="withEffect">
                                  <p:stCondLst>
                                    <p:cond delay="0"/>
                                  </p:stCondLst>
                                  <p:childTnLst>
                                    <p:set>
                                      <p:cBhvr>
                                        <p:cTn id="106" dur="1" fill="hold">
                                          <p:stCondLst>
                                            <p:cond delay="0"/>
                                          </p:stCondLst>
                                        </p:cTn>
                                        <p:tgtEl>
                                          <p:spTgt spid="284"/>
                                        </p:tgtEl>
                                        <p:attrNameLst>
                                          <p:attrName>style.visibility</p:attrName>
                                        </p:attrNameLst>
                                      </p:cBhvr>
                                      <p:to>
                                        <p:strVal val="visible"/>
                                      </p:to>
                                    </p:set>
                                    <p:animEffect transition="in" filter="wipe(left)">
                                      <p:cBhvr>
                                        <p:cTn id="107" dur="1000"/>
                                        <p:tgtEl>
                                          <p:spTgt spid="284"/>
                                        </p:tgtEl>
                                      </p:cBhvr>
                                    </p:animEffect>
                                  </p:childTnLst>
                                </p:cTn>
                              </p:par>
                              <p:par>
                                <p:cTn id="108" presetID="17" presetClass="entr" presetSubtype="10" fill="hold" nodeType="withEffect">
                                  <p:stCondLst>
                                    <p:cond delay="0"/>
                                  </p:stCondLst>
                                  <p:childTnLst>
                                    <p:set>
                                      <p:cBhvr>
                                        <p:cTn id="109" dur="1" fill="hold">
                                          <p:stCondLst>
                                            <p:cond delay="0"/>
                                          </p:stCondLst>
                                        </p:cTn>
                                        <p:tgtEl>
                                          <p:spTgt spid="316"/>
                                        </p:tgtEl>
                                        <p:attrNameLst>
                                          <p:attrName>style.visibility</p:attrName>
                                        </p:attrNameLst>
                                      </p:cBhvr>
                                      <p:to>
                                        <p:strVal val="visible"/>
                                      </p:to>
                                    </p:set>
                                    <p:anim calcmode="lin" valueType="num">
                                      <p:cBhvr>
                                        <p:cTn id="110" dur="1000" fill="hold"/>
                                        <p:tgtEl>
                                          <p:spTgt spid="316"/>
                                        </p:tgtEl>
                                        <p:attrNameLst>
                                          <p:attrName>ppt_w</p:attrName>
                                        </p:attrNameLst>
                                      </p:cBhvr>
                                      <p:tavLst>
                                        <p:tav tm="0">
                                          <p:val>
                                            <p:fltVal val="0"/>
                                          </p:val>
                                        </p:tav>
                                        <p:tav tm="100000">
                                          <p:val>
                                            <p:strVal val="#ppt_w"/>
                                          </p:val>
                                        </p:tav>
                                      </p:tavLst>
                                    </p:anim>
                                    <p:anim calcmode="lin" valueType="num">
                                      <p:cBhvr>
                                        <p:cTn id="111" dur="1000" fill="hold"/>
                                        <p:tgtEl>
                                          <p:spTgt spid="316"/>
                                        </p:tgtEl>
                                        <p:attrNameLst>
                                          <p:attrName>ppt_h</p:attrName>
                                        </p:attrNameLst>
                                      </p:cBhvr>
                                      <p:tavLst>
                                        <p:tav tm="0">
                                          <p:val>
                                            <p:strVal val="#ppt_h"/>
                                          </p:val>
                                        </p:tav>
                                        <p:tav tm="100000">
                                          <p:val>
                                            <p:strVal val="#ppt_h"/>
                                          </p:val>
                                        </p:tav>
                                      </p:tavLst>
                                    </p:anim>
                                  </p:childTnLst>
                                </p:cTn>
                              </p:par>
                              <p:par>
                                <p:cTn id="112" presetID="22" presetClass="entr" presetSubtype="8" fill="hold" grpId="0" nodeType="withEffect">
                                  <p:stCondLst>
                                    <p:cond delay="0"/>
                                  </p:stCondLst>
                                  <p:childTnLst>
                                    <p:set>
                                      <p:cBhvr>
                                        <p:cTn id="113" dur="1" fill="hold">
                                          <p:stCondLst>
                                            <p:cond delay="0"/>
                                          </p:stCondLst>
                                        </p:cTn>
                                        <p:tgtEl>
                                          <p:spTgt spid="287"/>
                                        </p:tgtEl>
                                        <p:attrNameLst>
                                          <p:attrName>style.visibility</p:attrName>
                                        </p:attrNameLst>
                                      </p:cBhvr>
                                      <p:to>
                                        <p:strVal val="visible"/>
                                      </p:to>
                                    </p:set>
                                    <p:animEffect transition="in" filter="wipe(left)">
                                      <p:cBhvr>
                                        <p:cTn id="114" dur="1000"/>
                                        <p:tgtEl>
                                          <p:spTgt spid="287"/>
                                        </p:tgtEl>
                                      </p:cBhvr>
                                    </p:animEffect>
                                  </p:childTnLst>
                                </p:cTn>
                              </p:par>
                              <p:par>
                                <p:cTn id="115" presetID="22" presetClass="entr" presetSubtype="8" fill="hold" grpId="0" nodeType="withEffect">
                                  <p:stCondLst>
                                    <p:cond delay="0"/>
                                  </p:stCondLst>
                                  <p:childTnLst>
                                    <p:set>
                                      <p:cBhvr>
                                        <p:cTn id="116" dur="1" fill="hold">
                                          <p:stCondLst>
                                            <p:cond delay="0"/>
                                          </p:stCondLst>
                                        </p:cTn>
                                        <p:tgtEl>
                                          <p:spTgt spid="178"/>
                                        </p:tgtEl>
                                        <p:attrNameLst>
                                          <p:attrName>style.visibility</p:attrName>
                                        </p:attrNameLst>
                                      </p:cBhvr>
                                      <p:to>
                                        <p:strVal val="visible"/>
                                      </p:to>
                                    </p:set>
                                    <p:animEffect transition="in" filter="wipe(left)">
                                      <p:cBhvr>
                                        <p:cTn id="117" dur="1000"/>
                                        <p:tgtEl>
                                          <p:spTgt spid="178"/>
                                        </p:tgtEl>
                                      </p:cBhvr>
                                    </p:animEffect>
                                  </p:childTnLst>
                                </p:cTn>
                              </p:par>
                              <p:par>
                                <p:cTn id="118" presetID="22" presetClass="entr" presetSubtype="8" fill="hold" grpId="0" nodeType="withEffect">
                                  <p:stCondLst>
                                    <p:cond delay="0"/>
                                  </p:stCondLst>
                                  <p:childTnLst>
                                    <p:set>
                                      <p:cBhvr>
                                        <p:cTn id="119" dur="1" fill="hold">
                                          <p:stCondLst>
                                            <p:cond delay="0"/>
                                          </p:stCondLst>
                                        </p:cTn>
                                        <p:tgtEl>
                                          <p:spTgt spid="288"/>
                                        </p:tgtEl>
                                        <p:attrNameLst>
                                          <p:attrName>style.visibility</p:attrName>
                                        </p:attrNameLst>
                                      </p:cBhvr>
                                      <p:to>
                                        <p:strVal val="visible"/>
                                      </p:to>
                                    </p:set>
                                    <p:animEffect transition="in" filter="wipe(left)">
                                      <p:cBhvr>
                                        <p:cTn id="120" dur="1000"/>
                                        <p:tgtEl>
                                          <p:spTgt spid="288"/>
                                        </p:tgtEl>
                                      </p:cBhvr>
                                    </p:animEffect>
                                  </p:childTnLst>
                                </p:cTn>
                              </p:par>
                              <p:par>
                                <p:cTn id="121" presetID="17" presetClass="entr" presetSubtype="10" fill="hold" nodeType="withEffect">
                                  <p:stCondLst>
                                    <p:cond delay="0"/>
                                  </p:stCondLst>
                                  <p:childTnLst>
                                    <p:set>
                                      <p:cBhvr>
                                        <p:cTn id="122" dur="1" fill="hold">
                                          <p:stCondLst>
                                            <p:cond delay="0"/>
                                          </p:stCondLst>
                                        </p:cTn>
                                        <p:tgtEl>
                                          <p:spTgt spid="174"/>
                                        </p:tgtEl>
                                        <p:attrNameLst>
                                          <p:attrName>style.visibility</p:attrName>
                                        </p:attrNameLst>
                                      </p:cBhvr>
                                      <p:to>
                                        <p:strVal val="visible"/>
                                      </p:to>
                                    </p:set>
                                    <p:anim calcmode="lin" valueType="num">
                                      <p:cBhvr>
                                        <p:cTn id="123" dur="500" fill="hold"/>
                                        <p:tgtEl>
                                          <p:spTgt spid="174"/>
                                        </p:tgtEl>
                                        <p:attrNameLst>
                                          <p:attrName>ppt_w</p:attrName>
                                        </p:attrNameLst>
                                      </p:cBhvr>
                                      <p:tavLst>
                                        <p:tav tm="0">
                                          <p:val>
                                            <p:fltVal val="0"/>
                                          </p:val>
                                        </p:tav>
                                        <p:tav tm="100000">
                                          <p:val>
                                            <p:strVal val="#ppt_w"/>
                                          </p:val>
                                        </p:tav>
                                      </p:tavLst>
                                    </p:anim>
                                    <p:anim calcmode="lin" valueType="num">
                                      <p:cBhvr>
                                        <p:cTn id="124" dur="500" fill="hold"/>
                                        <p:tgtEl>
                                          <p:spTgt spid="174"/>
                                        </p:tgtEl>
                                        <p:attrNameLst>
                                          <p:attrName>ppt_h</p:attrName>
                                        </p:attrNameLst>
                                      </p:cBhvr>
                                      <p:tavLst>
                                        <p:tav tm="0">
                                          <p:val>
                                            <p:strVal val="#ppt_h"/>
                                          </p:val>
                                        </p:tav>
                                        <p:tav tm="100000">
                                          <p:val>
                                            <p:strVal val="#ppt_h"/>
                                          </p:val>
                                        </p:tav>
                                      </p:tavLst>
                                    </p:anim>
                                  </p:childTnLst>
                                </p:cTn>
                              </p:par>
                              <p:par>
                                <p:cTn id="125" presetID="22" presetClass="entr" presetSubtype="8" fill="hold" grpId="0" nodeType="withEffect">
                                  <p:stCondLst>
                                    <p:cond delay="0"/>
                                  </p:stCondLst>
                                  <p:childTnLst>
                                    <p:set>
                                      <p:cBhvr>
                                        <p:cTn id="126" dur="1" fill="hold">
                                          <p:stCondLst>
                                            <p:cond delay="0"/>
                                          </p:stCondLst>
                                        </p:cTn>
                                        <p:tgtEl>
                                          <p:spTgt spid="295"/>
                                        </p:tgtEl>
                                        <p:attrNameLst>
                                          <p:attrName>style.visibility</p:attrName>
                                        </p:attrNameLst>
                                      </p:cBhvr>
                                      <p:to>
                                        <p:strVal val="visible"/>
                                      </p:to>
                                    </p:set>
                                    <p:animEffect transition="in" filter="wipe(left)">
                                      <p:cBhvr>
                                        <p:cTn id="127" dur="1000"/>
                                        <p:tgtEl>
                                          <p:spTgt spid="295"/>
                                        </p:tgtEl>
                                      </p:cBhvr>
                                    </p:animEffect>
                                  </p:childTnLst>
                                </p:cTn>
                              </p:par>
                              <p:par>
                                <p:cTn id="128" presetID="22" presetClass="entr" presetSubtype="8" fill="hold" grpId="0" nodeType="withEffect">
                                  <p:stCondLst>
                                    <p:cond delay="0"/>
                                  </p:stCondLst>
                                  <p:childTnLst>
                                    <p:set>
                                      <p:cBhvr>
                                        <p:cTn id="129" dur="1" fill="hold">
                                          <p:stCondLst>
                                            <p:cond delay="0"/>
                                          </p:stCondLst>
                                        </p:cTn>
                                        <p:tgtEl>
                                          <p:spTgt spid="296"/>
                                        </p:tgtEl>
                                        <p:attrNameLst>
                                          <p:attrName>style.visibility</p:attrName>
                                        </p:attrNameLst>
                                      </p:cBhvr>
                                      <p:to>
                                        <p:strVal val="visible"/>
                                      </p:to>
                                    </p:set>
                                    <p:animEffect transition="in" filter="wipe(left)">
                                      <p:cBhvr>
                                        <p:cTn id="130" dur="1000"/>
                                        <p:tgtEl>
                                          <p:spTgt spid="296"/>
                                        </p:tgtEl>
                                      </p:cBhvr>
                                    </p:animEffect>
                                  </p:childTnLst>
                                </p:cTn>
                              </p:par>
                              <p:par>
                                <p:cTn id="131" presetID="22" presetClass="entr" presetSubtype="1" fill="hold" nodeType="withEffect">
                                  <p:stCondLst>
                                    <p:cond delay="0"/>
                                  </p:stCondLst>
                                  <p:childTnLst>
                                    <p:set>
                                      <p:cBhvr>
                                        <p:cTn id="132" dur="1" fill="hold">
                                          <p:stCondLst>
                                            <p:cond delay="0"/>
                                          </p:stCondLst>
                                        </p:cTn>
                                        <p:tgtEl>
                                          <p:spTgt spid="171"/>
                                        </p:tgtEl>
                                        <p:attrNameLst>
                                          <p:attrName>style.visibility</p:attrName>
                                        </p:attrNameLst>
                                      </p:cBhvr>
                                      <p:to>
                                        <p:strVal val="visible"/>
                                      </p:to>
                                    </p:set>
                                    <p:animEffect transition="in" filter="wipe(up)">
                                      <p:cBhvr>
                                        <p:cTn id="133" dur="1000"/>
                                        <p:tgtEl>
                                          <p:spTgt spid="171"/>
                                        </p:tgtEl>
                                      </p:cBhvr>
                                    </p:animEffect>
                                  </p:childTnLst>
                                </p:cTn>
                              </p:par>
                              <p:par>
                                <p:cTn id="134" presetID="22" presetClass="entr" presetSubtype="1" fill="hold" nodeType="withEffect">
                                  <p:stCondLst>
                                    <p:cond delay="0"/>
                                  </p:stCondLst>
                                  <p:childTnLst>
                                    <p:set>
                                      <p:cBhvr>
                                        <p:cTn id="135" dur="1" fill="hold">
                                          <p:stCondLst>
                                            <p:cond delay="0"/>
                                          </p:stCondLst>
                                        </p:cTn>
                                        <p:tgtEl>
                                          <p:spTgt spid="166"/>
                                        </p:tgtEl>
                                        <p:attrNameLst>
                                          <p:attrName>style.visibility</p:attrName>
                                        </p:attrNameLst>
                                      </p:cBhvr>
                                      <p:to>
                                        <p:strVal val="visible"/>
                                      </p:to>
                                    </p:set>
                                    <p:animEffect transition="in" filter="wipe(up)">
                                      <p:cBhvr>
                                        <p:cTn id="136" dur="1000"/>
                                        <p:tgtEl>
                                          <p:spTgt spid="166"/>
                                        </p:tgtEl>
                                      </p:cBhvr>
                                    </p:animEffect>
                                  </p:childTnLst>
                                </p:cTn>
                              </p:par>
                              <p:par>
                                <p:cTn id="137" presetID="22" presetClass="entr" presetSubtype="4" fill="hold" nodeType="withEffect">
                                  <p:stCondLst>
                                    <p:cond delay="0"/>
                                  </p:stCondLst>
                                  <p:childTnLst>
                                    <p:set>
                                      <p:cBhvr>
                                        <p:cTn id="138" dur="1" fill="hold">
                                          <p:stCondLst>
                                            <p:cond delay="0"/>
                                          </p:stCondLst>
                                        </p:cTn>
                                        <p:tgtEl>
                                          <p:spTgt spid="167"/>
                                        </p:tgtEl>
                                        <p:attrNameLst>
                                          <p:attrName>style.visibility</p:attrName>
                                        </p:attrNameLst>
                                      </p:cBhvr>
                                      <p:to>
                                        <p:strVal val="visible"/>
                                      </p:to>
                                    </p:set>
                                    <p:animEffect transition="in" filter="wipe(down)">
                                      <p:cBhvr>
                                        <p:cTn id="139" dur="1000"/>
                                        <p:tgtEl>
                                          <p:spTgt spid="167"/>
                                        </p:tgtEl>
                                      </p:cBhvr>
                                    </p:animEffect>
                                  </p:childTnLst>
                                </p:cTn>
                              </p:par>
                              <p:par>
                                <p:cTn id="140" presetID="22" presetClass="entr" presetSubtype="1" fill="hold" nodeType="withEffect">
                                  <p:stCondLst>
                                    <p:cond delay="0"/>
                                  </p:stCondLst>
                                  <p:childTnLst>
                                    <p:set>
                                      <p:cBhvr>
                                        <p:cTn id="141" dur="1" fill="hold">
                                          <p:stCondLst>
                                            <p:cond delay="0"/>
                                          </p:stCondLst>
                                        </p:cTn>
                                        <p:tgtEl>
                                          <p:spTgt spid="172"/>
                                        </p:tgtEl>
                                        <p:attrNameLst>
                                          <p:attrName>style.visibility</p:attrName>
                                        </p:attrNameLst>
                                      </p:cBhvr>
                                      <p:to>
                                        <p:strVal val="visible"/>
                                      </p:to>
                                    </p:set>
                                    <p:animEffect transition="in" filter="wipe(up)">
                                      <p:cBhvr>
                                        <p:cTn id="142" dur="1000"/>
                                        <p:tgtEl>
                                          <p:spTgt spid="172"/>
                                        </p:tgtEl>
                                      </p:cBhvr>
                                    </p:animEffect>
                                  </p:childTnLst>
                                </p:cTn>
                              </p:par>
                              <p:par>
                                <p:cTn id="143" presetID="22" presetClass="entr" presetSubtype="4" fill="hold" nodeType="withEffect">
                                  <p:stCondLst>
                                    <p:cond delay="0"/>
                                  </p:stCondLst>
                                  <p:childTnLst>
                                    <p:set>
                                      <p:cBhvr>
                                        <p:cTn id="144" dur="1" fill="hold">
                                          <p:stCondLst>
                                            <p:cond delay="0"/>
                                          </p:stCondLst>
                                        </p:cTn>
                                        <p:tgtEl>
                                          <p:spTgt spid="169"/>
                                        </p:tgtEl>
                                        <p:attrNameLst>
                                          <p:attrName>style.visibility</p:attrName>
                                        </p:attrNameLst>
                                      </p:cBhvr>
                                      <p:to>
                                        <p:strVal val="visible"/>
                                      </p:to>
                                    </p:set>
                                    <p:animEffect transition="in" filter="wipe(down)">
                                      <p:cBhvr>
                                        <p:cTn id="145" dur="1000"/>
                                        <p:tgtEl>
                                          <p:spTgt spid="169"/>
                                        </p:tgtEl>
                                      </p:cBhvr>
                                    </p:animEffect>
                                  </p:childTnLst>
                                </p:cTn>
                              </p:par>
                              <p:par>
                                <p:cTn id="146" presetID="22" presetClass="entr" presetSubtype="1" fill="hold" nodeType="withEffect">
                                  <p:stCondLst>
                                    <p:cond delay="0"/>
                                  </p:stCondLst>
                                  <p:childTnLst>
                                    <p:set>
                                      <p:cBhvr>
                                        <p:cTn id="147" dur="1" fill="hold">
                                          <p:stCondLst>
                                            <p:cond delay="0"/>
                                          </p:stCondLst>
                                        </p:cTn>
                                        <p:tgtEl>
                                          <p:spTgt spid="170"/>
                                        </p:tgtEl>
                                        <p:attrNameLst>
                                          <p:attrName>style.visibility</p:attrName>
                                        </p:attrNameLst>
                                      </p:cBhvr>
                                      <p:to>
                                        <p:strVal val="visible"/>
                                      </p:to>
                                    </p:set>
                                    <p:animEffect transition="in" filter="wipe(up)">
                                      <p:cBhvr>
                                        <p:cTn id="148" dur="1000"/>
                                        <p:tgtEl>
                                          <p:spTgt spid="170"/>
                                        </p:tgtEl>
                                      </p:cBhvr>
                                    </p:animEffect>
                                  </p:childTnLst>
                                </p:cTn>
                              </p:par>
                            </p:childTnLst>
                          </p:cTn>
                        </p:par>
                      </p:childTnLst>
                    </p:cTn>
                  </p:par>
                  <p:par>
                    <p:cTn id="149" fill="hold">
                      <p:stCondLst>
                        <p:cond delay="indefinite"/>
                      </p:stCondLst>
                      <p:childTnLst>
                        <p:par>
                          <p:cTn id="150" fill="hold">
                            <p:stCondLst>
                              <p:cond delay="0"/>
                            </p:stCondLst>
                            <p:childTnLst>
                              <p:par>
                                <p:cTn id="151" presetID="17" presetClass="entr" presetSubtype="10" fill="hold" grpId="0" nodeType="clickEffect">
                                  <p:stCondLst>
                                    <p:cond delay="0"/>
                                  </p:stCondLst>
                                  <p:childTnLst>
                                    <p:set>
                                      <p:cBhvr>
                                        <p:cTn id="152" dur="1" fill="hold">
                                          <p:stCondLst>
                                            <p:cond delay="0"/>
                                          </p:stCondLst>
                                        </p:cTn>
                                        <p:tgtEl>
                                          <p:spTgt spid="139"/>
                                        </p:tgtEl>
                                        <p:attrNameLst>
                                          <p:attrName>style.visibility</p:attrName>
                                        </p:attrNameLst>
                                      </p:cBhvr>
                                      <p:to>
                                        <p:strVal val="visible"/>
                                      </p:to>
                                    </p:set>
                                    <p:anim calcmode="lin" valueType="num">
                                      <p:cBhvr>
                                        <p:cTn id="153" dur="500" fill="hold"/>
                                        <p:tgtEl>
                                          <p:spTgt spid="139"/>
                                        </p:tgtEl>
                                        <p:attrNameLst>
                                          <p:attrName>ppt_w</p:attrName>
                                        </p:attrNameLst>
                                      </p:cBhvr>
                                      <p:tavLst>
                                        <p:tav tm="0">
                                          <p:val>
                                            <p:fltVal val="0"/>
                                          </p:val>
                                        </p:tav>
                                        <p:tav tm="100000">
                                          <p:val>
                                            <p:strVal val="#ppt_w"/>
                                          </p:val>
                                        </p:tav>
                                      </p:tavLst>
                                    </p:anim>
                                    <p:anim calcmode="lin" valueType="num">
                                      <p:cBhvr>
                                        <p:cTn id="154" dur="500" fill="hold"/>
                                        <p:tgtEl>
                                          <p:spTgt spid="139"/>
                                        </p:tgtEl>
                                        <p:attrNameLst>
                                          <p:attrName>ppt_h</p:attrName>
                                        </p:attrNameLst>
                                      </p:cBhvr>
                                      <p:tavLst>
                                        <p:tav tm="0">
                                          <p:val>
                                            <p:strVal val="#ppt_h"/>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7" presetID="17" presetClass="entr" presetSubtype="10" fill="hold" grpId="0" nodeType="clickEffect">
                                  <p:stCondLst>
                                    <p:cond delay="0"/>
                                  </p:stCondLst>
                                  <p:childTnLst>
                                    <p:set>
                                      <p:cBhvr>
                                        <p:cTn id="158" dur="1" fill="hold">
                                          <p:stCondLst>
                                            <p:cond delay="0"/>
                                          </p:stCondLst>
                                        </p:cTn>
                                        <p:tgtEl>
                                          <p:spTgt spid="182"/>
                                        </p:tgtEl>
                                        <p:attrNameLst>
                                          <p:attrName>style.visibility</p:attrName>
                                        </p:attrNameLst>
                                      </p:cBhvr>
                                      <p:to>
                                        <p:strVal val="visible"/>
                                      </p:to>
                                    </p:set>
                                    <p:anim calcmode="lin" valueType="num">
                                      <p:cBhvr>
                                        <p:cTn id="159" dur="1000" fill="hold"/>
                                        <p:tgtEl>
                                          <p:spTgt spid="182"/>
                                        </p:tgtEl>
                                        <p:attrNameLst>
                                          <p:attrName>ppt_w</p:attrName>
                                        </p:attrNameLst>
                                      </p:cBhvr>
                                      <p:tavLst>
                                        <p:tav tm="0">
                                          <p:val>
                                            <p:fltVal val="0"/>
                                          </p:val>
                                        </p:tav>
                                        <p:tav tm="100000">
                                          <p:val>
                                            <p:strVal val="#ppt_w"/>
                                          </p:val>
                                        </p:tav>
                                      </p:tavLst>
                                    </p:anim>
                                    <p:anim calcmode="lin" valueType="num">
                                      <p:cBhvr>
                                        <p:cTn id="160" dur="1000" fill="hold"/>
                                        <p:tgtEl>
                                          <p:spTgt spid="182"/>
                                        </p:tgtEl>
                                        <p:attrNameLst>
                                          <p:attrName>ppt_h</p:attrName>
                                        </p:attrNameLst>
                                      </p:cBhvr>
                                      <p:tavLst>
                                        <p:tav tm="0">
                                          <p:val>
                                            <p:strVal val="#ppt_h"/>
                                          </p:val>
                                        </p:tav>
                                        <p:tav tm="100000">
                                          <p:val>
                                            <p:strVal val="#ppt_h"/>
                                          </p:val>
                                        </p:tav>
                                      </p:tavLst>
                                    </p:anim>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nodeType="clickEffect">
                                  <p:stCondLst>
                                    <p:cond delay="0"/>
                                  </p:stCondLst>
                                  <p:childTnLst>
                                    <p:set>
                                      <p:cBhvr>
                                        <p:cTn id="164" dur="1" fill="hold">
                                          <p:stCondLst>
                                            <p:cond delay="0"/>
                                          </p:stCondLst>
                                        </p:cTn>
                                        <p:tgtEl>
                                          <p:spTgt spid="301"/>
                                        </p:tgtEl>
                                        <p:attrNameLst>
                                          <p:attrName>style.visibility</p:attrName>
                                        </p:attrNameLst>
                                      </p:cBhvr>
                                      <p:to>
                                        <p:strVal val="visible"/>
                                      </p:to>
                                    </p:set>
                                    <p:animEffect transition="in" filter="wipe(up)">
                                      <p:cBhvr>
                                        <p:cTn id="165" dur="1000"/>
                                        <p:tgtEl>
                                          <p:spTgt spid="301"/>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4" fill="hold" nodeType="clickEffect">
                                  <p:stCondLst>
                                    <p:cond delay="0"/>
                                  </p:stCondLst>
                                  <p:childTnLst>
                                    <p:set>
                                      <p:cBhvr>
                                        <p:cTn id="169" dur="1" fill="hold">
                                          <p:stCondLst>
                                            <p:cond delay="0"/>
                                          </p:stCondLst>
                                        </p:cTn>
                                        <p:tgtEl>
                                          <p:spTgt spid="302"/>
                                        </p:tgtEl>
                                        <p:attrNameLst>
                                          <p:attrName>style.visibility</p:attrName>
                                        </p:attrNameLst>
                                      </p:cBhvr>
                                      <p:to>
                                        <p:strVal val="visible"/>
                                      </p:to>
                                    </p:set>
                                    <p:animEffect transition="in" filter="wipe(down)">
                                      <p:cBhvr>
                                        <p:cTn id="170" dur="1000"/>
                                        <p:tgtEl>
                                          <p:spTgt spid="302"/>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1" fill="hold" nodeType="clickEffect">
                                  <p:stCondLst>
                                    <p:cond delay="0"/>
                                  </p:stCondLst>
                                  <p:childTnLst>
                                    <p:set>
                                      <p:cBhvr>
                                        <p:cTn id="174" dur="1" fill="hold">
                                          <p:stCondLst>
                                            <p:cond delay="0"/>
                                          </p:stCondLst>
                                        </p:cTn>
                                        <p:tgtEl>
                                          <p:spTgt spid="104"/>
                                        </p:tgtEl>
                                        <p:attrNameLst>
                                          <p:attrName>style.visibility</p:attrName>
                                        </p:attrNameLst>
                                      </p:cBhvr>
                                      <p:to>
                                        <p:strVal val="visible"/>
                                      </p:to>
                                    </p:set>
                                    <p:animEffect transition="in" filter="wipe(up)">
                                      <p:cBhvr>
                                        <p:cTn id="175" dur="1000"/>
                                        <p:tgtEl>
                                          <p:spTgt spid="104"/>
                                        </p:tgtEl>
                                      </p:cBhvr>
                                    </p:animEffect>
                                  </p:childTnLst>
                                </p:cTn>
                              </p:par>
                              <p:par>
                                <p:cTn id="176" presetID="1" presetClass="exit" presetSubtype="0" fill="hold" nodeType="withEffect">
                                  <p:stCondLst>
                                    <p:cond delay="0"/>
                                  </p:stCondLst>
                                  <p:childTnLst>
                                    <p:set>
                                      <p:cBhvr>
                                        <p:cTn id="177" dur="1" fill="hold">
                                          <p:stCondLst>
                                            <p:cond delay="0"/>
                                          </p:stCondLst>
                                        </p:cTn>
                                        <p:tgtEl>
                                          <p:spTgt spid="165"/>
                                        </p:tgtEl>
                                        <p:attrNameLst>
                                          <p:attrName>style.visibility</p:attrName>
                                        </p:attrNameLst>
                                      </p:cBhvr>
                                      <p:to>
                                        <p:strVal val="hidden"/>
                                      </p:to>
                                    </p:set>
                                  </p:childTnLst>
                                </p:cTn>
                              </p:par>
                              <p:par>
                                <p:cTn id="178" presetID="1" presetClass="exit" presetSubtype="0" fill="hold" nodeType="withEffect">
                                  <p:stCondLst>
                                    <p:cond delay="0"/>
                                  </p:stCondLst>
                                  <p:childTnLst>
                                    <p:set>
                                      <p:cBhvr>
                                        <p:cTn id="179" dur="1" fill="hold">
                                          <p:stCondLst>
                                            <p:cond delay="0"/>
                                          </p:stCondLst>
                                        </p:cTn>
                                        <p:tgtEl>
                                          <p:spTgt spid="171"/>
                                        </p:tgtEl>
                                        <p:attrNameLst>
                                          <p:attrName>style.visibility</p:attrName>
                                        </p:attrNameLst>
                                      </p:cBhvr>
                                      <p:to>
                                        <p:strVal val="hidden"/>
                                      </p:to>
                                    </p:set>
                                  </p:childTnLst>
                                </p:cTn>
                              </p:par>
                            </p:childTnLst>
                          </p:cTn>
                        </p:par>
                      </p:childTnLst>
                    </p:cTn>
                  </p:par>
                  <p:par>
                    <p:cTn id="180" fill="hold">
                      <p:stCondLst>
                        <p:cond delay="indefinite"/>
                      </p:stCondLst>
                      <p:childTnLst>
                        <p:par>
                          <p:cTn id="181" fill="hold">
                            <p:stCondLst>
                              <p:cond delay="0"/>
                            </p:stCondLst>
                            <p:childTnLst>
                              <p:par>
                                <p:cTn id="182" presetID="22" presetClass="entr" presetSubtype="4" fill="hold" nodeType="clickEffect">
                                  <p:stCondLst>
                                    <p:cond delay="0"/>
                                  </p:stCondLst>
                                  <p:childTnLst>
                                    <p:set>
                                      <p:cBhvr>
                                        <p:cTn id="183" dur="1" fill="hold">
                                          <p:stCondLst>
                                            <p:cond delay="0"/>
                                          </p:stCondLst>
                                        </p:cTn>
                                        <p:tgtEl>
                                          <p:spTgt spid="303"/>
                                        </p:tgtEl>
                                        <p:attrNameLst>
                                          <p:attrName>style.visibility</p:attrName>
                                        </p:attrNameLst>
                                      </p:cBhvr>
                                      <p:to>
                                        <p:strVal val="visible"/>
                                      </p:to>
                                    </p:set>
                                    <p:animEffect transition="in" filter="wipe(down)">
                                      <p:cBhvr>
                                        <p:cTn id="184" dur="1000"/>
                                        <p:tgtEl>
                                          <p:spTgt spid="303"/>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1" fill="hold" nodeType="clickEffect">
                                  <p:stCondLst>
                                    <p:cond delay="0"/>
                                  </p:stCondLst>
                                  <p:childTnLst>
                                    <p:set>
                                      <p:cBhvr>
                                        <p:cTn id="188" dur="1" fill="hold">
                                          <p:stCondLst>
                                            <p:cond delay="0"/>
                                          </p:stCondLst>
                                        </p:cTn>
                                        <p:tgtEl>
                                          <p:spTgt spid="304"/>
                                        </p:tgtEl>
                                        <p:attrNameLst>
                                          <p:attrName>style.visibility</p:attrName>
                                        </p:attrNameLst>
                                      </p:cBhvr>
                                      <p:to>
                                        <p:strVal val="visible"/>
                                      </p:to>
                                    </p:set>
                                    <p:animEffect transition="in" filter="wipe(up)">
                                      <p:cBhvr>
                                        <p:cTn id="189" dur="1000"/>
                                        <p:tgtEl>
                                          <p:spTgt spid="304"/>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1" fill="hold" nodeType="clickEffect">
                                  <p:stCondLst>
                                    <p:cond delay="0"/>
                                  </p:stCondLst>
                                  <p:childTnLst>
                                    <p:set>
                                      <p:cBhvr>
                                        <p:cTn id="193" dur="1" fill="hold">
                                          <p:stCondLst>
                                            <p:cond delay="0"/>
                                          </p:stCondLst>
                                        </p:cTn>
                                        <p:tgtEl>
                                          <p:spTgt spid="105"/>
                                        </p:tgtEl>
                                        <p:attrNameLst>
                                          <p:attrName>style.visibility</p:attrName>
                                        </p:attrNameLst>
                                      </p:cBhvr>
                                      <p:to>
                                        <p:strVal val="visible"/>
                                      </p:to>
                                    </p:set>
                                    <p:animEffect transition="in" filter="wipe(up)">
                                      <p:cBhvr>
                                        <p:cTn id="194" dur="1000"/>
                                        <p:tgtEl>
                                          <p:spTgt spid="105"/>
                                        </p:tgtEl>
                                      </p:cBhvr>
                                    </p:animEffect>
                                  </p:childTnLst>
                                </p:cTn>
                              </p:par>
                              <p:par>
                                <p:cTn id="195" presetID="1" presetClass="exit" presetSubtype="0" fill="hold" nodeType="withEffect">
                                  <p:stCondLst>
                                    <p:cond delay="0"/>
                                  </p:stCondLst>
                                  <p:childTnLst>
                                    <p:set>
                                      <p:cBhvr>
                                        <p:cTn id="196" dur="1" fill="hold">
                                          <p:stCondLst>
                                            <p:cond delay="0"/>
                                          </p:stCondLst>
                                        </p:cTn>
                                        <p:tgtEl>
                                          <p:spTgt spid="168"/>
                                        </p:tgtEl>
                                        <p:attrNameLst>
                                          <p:attrName>style.visibility</p:attrName>
                                        </p:attrNameLst>
                                      </p:cBhvr>
                                      <p:to>
                                        <p:strVal val="hidden"/>
                                      </p:to>
                                    </p:set>
                                  </p:childTnLst>
                                </p:cTn>
                              </p:par>
                              <p:par>
                                <p:cTn id="197" presetID="1" presetClass="exit" presetSubtype="0" fill="hold" nodeType="withEffect">
                                  <p:stCondLst>
                                    <p:cond delay="0"/>
                                  </p:stCondLst>
                                  <p:childTnLst>
                                    <p:set>
                                      <p:cBhvr>
                                        <p:cTn id="198" dur="1" fill="hold">
                                          <p:stCondLst>
                                            <p:cond delay="0"/>
                                          </p:stCondLst>
                                        </p:cTn>
                                        <p:tgtEl>
                                          <p:spTgt spid="172"/>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311"/>
                                        </p:tgtEl>
                                        <p:attrNameLst>
                                          <p:attrName>style.visibility</p:attrName>
                                        </p:attrNameLst>
                                      </p:cBhvr>
                                      <p:to>
                                        <p:strVal val="visible"/>
                                      </p:to>
                                    </p:set>
                                    <p:animEffect transition="in" filter="wipe(left)">
                                      <p:cBhvr>
                                        <p:cTn id="203" dur="1000"/>
                                        <p:tgtEl>
                                          <p:spTgt spid="311"/>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307"/>
                                        </p:tgtEl>
                                        <p:attrNameLst>
                                          <p:attrName>style.visibility</p:attrName>
                                        </p:attrNameLst>
                                      </p:cBhvr>
                                      <p:to>
                                        <p:strVal val="visible"/>
                                      </p:to>
                                    </p:set>
                                    <p:animEffect transition="in" filter="wipe(left)">
                                      <p:cBhvr>
                                        <p:cTn id="208" dur="1000"/>
                                        <p:tgtEl>
                                          <p:spTgt spid="307"/>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ntr" presetSubtype="8" fill="hold" nodeType="clickEffect">
                                  <p:stCondLst>
                                    <p:cond delay="0"/>
                                  </p:stCondLst>
                                  <p:childTnLst>
                                    <p:set>
                                      <p:cBhvr>
                                        <p:cTn id="212" dur="1" fill="hold">
                                          <p:stCondLst>
                                            <p:cond delay="0"/>
                                          </p:stCondLst>
                                        </p:cTn>
                                        <p:tgtEl>
                                          <p:spTgt spid="308"/>
                                        </p:tgtEl>
                                        <p:attrNameLst>
                                          <p:attrName>style.visibility</p:attrName>
                                        </p:attrNameLst>
                                      </p:cBhvr>
                                      <p:to>
                                        <p:strVal val="visible"/>
                                      </p:to>
                                    </p:set>
                                    <p:animEffect transition="in" filter="wipe(left)">
                                      <p:cBhvr>
                                        <p:cTn id="213" dur="1000"/>
                                        <p:tgtEl>
                                          <p:spTgt spid="308"/>
                                        </p:tgtEl>
                                      </p:cBhvr>
                                    </p:animEffect>
                                  </p:childTnLst>
                                </p:cTn>
                              </p:par>
                            </p:childTnLst>
                          </p:cTn>
                        </p:par>
                      </p:childTnLst>
                    </p:cTn>
                  </p:par>
                  <p:par>
                    <p:cTn id="214" fill="hold">
                      <p:stCondLst>
                        <p:cond delay="indefinite"/>
                      </p:stCondLst>
                      <p:childTnLst>
                        <p:par>
                          <p:cTn id="215" fill="hold">
                            <p:stCondLst>
                              <p:cond delay="0"/>
                            </p:stCondLst>
                            <p:childTnLst>
                              <p:par>
                                <p:cTn id="216" presetID="1" presetClass="exit" presetSubtype="0" fill="hold" nodeType="clickEffect">
                                  <p:stCondLst>
                                    <p:cond delay="0"/>
                                  </p:stCondLst>
                                  <p:childTnLst>
                                    <p:set>
                                      <p:cBhvr>
                                        <p:cTn id="217" dur="1" fill="hold">
                                          <p:stCondLst>
                                            <p:cond delay="0"/>
                                          </p:stCondLst>
                                        </p:cTn>
                                        <p:tgtEl>
                                          <p:spTgt spid="129"/>
                                        </p:tgtEl>
                                        <p:attrNameLst>
                                          <p:attrName>style.visibility</p:attrName>
                                        </p:attrNameLst>
                                      </p:cBhvr>
                                      <p:to>
                                        <p:strVal val="hidden"/>
                                      </p:to>
                                    </p:set>
                                  </p:childTnLst>
                                </p:cTn>
                              </p:par>
                            </p:childTnLst>
                          </p:cTn>
                        </p:par>
                      </p:childTnLst>
                    </p:cTn>
                  </p:par>
                  <p:par>
                    <p:cTn id="218" fill="hold">
                      <p:stCondLst>
                        <p:cond delay="indefinite"/>
                      </p:stCondLst>
                      <p:childTnLst>
                        <p:par>
                          <p:cTn id="219" fill="hold">
                            <p:stCondLst>
                              <p:cond delay="0"/>
                            </p:stCondLst>
                            <p:childTnLst>
                              <p:par>
                                <p:cTn id="220" presetID="22" presetClass="entr" presetSubtype="8" fill="hold" nodeType="clickEffect">
                                  <p:stCondLst>
                                    <p:cond delay="0"/>
                                  </p:stCondLst>
                                  <p:childTnLst>
                                    <p:set>
                                      <p:cBhvr>
                                        <p:cTn id="221" dur="1" fill="hold">
                                          <p:stCondLst>
                                            <p:cond delay="0"/>
                                          </p:stCondLst>
                                        </p:cTn>
                                        <p:tgtEl>
                                          <p:spTgt spid="309"/>
                                        </p:tgtEl>
                                        <p:attrNameLst>
                                          <p:attrName>style.visibility</p:attrName>
                                        </p:attrNameLst>
                                      </p:cBhvr>
                                      <p:to>
                                        <p:strVal val="visible"/>
                                      </p:to>
                                    </p:set>
                                    <p:animEffect transition="in" filter="wipe(left)">
                                      <p:cBhvr>
                                        <p:cTn id="222" dur="1000"/>
                                        <p:tgtEl>
                                          <p:spTgt spid="309"/>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nodeType="clickEffect">
                                  <p:stCondLst>
                                    <p:cond delay="0"/>
                                  </p:stCondLst>
                                  <p:childTnLst>
                                    <p:set>
                                      <p:cBhvr>
                                        <p:cTn id="226" dur="1" fill="hold">
                                          <p:stCondLst>
                                            <p:cond delay="0"/>
                                          </p:stCondLst>
                                        </p:cTn>
                                        <p:tgtEl>
                                          <p:spTgt spid="310"/>
                                        </p:tgtEl>
                                        <p:attrNameLst>
                                          <p:attrName>style.visibility</p:attrName>
                                        </p:attrNameLst>
                                      </p:cBhvr>
                                      <p:to>
                                        <p:strVal val="visible"/>
                                      </p:to>
                                    </p:set>
                                    <p:animEffect transition="in" filter="wipe(left)">
                                      <p:cBhvr>
                                        <p:cTn id="227" dur="1000"/>
                                        <p:tgtEl>
                                          <p:spTgt spid="310"/>
                                        </p:tgtEl>
                                      </p:cBhvr>
                                    </p:animEffect>
                                  </p:childTnLst>
                                </p:cTn>
                              </p:par>
                            </p:childTnLst>
                          </p:cTn>
                        </p:par>
                      </p:childTnLst>
                    </p:cTn>
                  </p:par>
                  <p:par>
                    <p:cTn id="228" fill="hold">
                      <p:stCondLst>
                        <p:cond delay="indefinite"/>
                      </p:stCondLst>
                      <p:childTnLst>
                        <p:par>
                          <p:cTn id="229" fill="hold">
                            <p:stCondLst>
                              <p:cond delay="0"/>
                            </p:stCondLst>
                            <p:childTnLst>
                              <p:par>
                                <p:cTn id="230" presetID="1" presetClass="exit" presetSubtype="0" fill="hold" nodeType="clickEffect">
                                  <p:stCondLst>
                                    <p:cond delay="0"/>
                                  </p:stCondLst>
                                  <p:childTnLst>
                                    <p:set>
                                      <p:cBhvr>
                                        <p:cTn id="231" dur="1" fill="hold">
                                          <p:stCondLst>
                                            <p:cond delay="0"/>
                                          </p:stCondLst>
                                        </p:cTn>
                                        <p:tgtEl>
                                          <p:spTgt spid="131"/>
                                        </p:tgtEl>
                                        <p:attrNameLst>
                                          <p:attrName>style.visibility</p:attrName>
                                        </p:attrNameLst>
                                      </p:cBhvr>
                                      <p:to>
                                        <p:strVal val="hidden"/>
                                      </p:to>
                                    </p:set>
                                  </p:childTnLst>
                                </p:cTn>
                              </p:par>
                            </p:childTnLst>
                          </p:cTn>
                        </p:par>
                      </p:childTnLst>
                    </p:cTn>
                  </p:par>
                  <p:par>
                    <p:cTn id="232" fill="hold">
                      <p:stCondLst>
                        <p:cond delay="indefinite"/>
                      </p:stCondLst>
                      <p:childTnLst>
                        <p:par>
                          <p:cTn id="233" fill="hold">
                            <p:stCondLst>
                              <p:cond delay="0"/>
                            </p:stCondLst>
                            <p:childTnLst>
                              <p:par>
                                <p:cTn id="234" presetID="22" presetClass="entr" presetSubtype="1" fill="hold" nodeType="clickEffect">
                                  <p:stCondLst>
                                    <p:cond delay="0"/>
                                  </p:stCondLst>
                                  <p:childTnLst>
                                    <p:set>
                                      <p:cBhvr>
                                        <p:cTn id="235" dur="1" fill="hold">
                                          <p:stCondLst>
                                            <p:cond delay="0"/>
                                          </p:stCondLst>
                                        </p:cTn>
                                        <p:tgtEl>
                                          <p:spTgt spid="305"/>
                                        </p:tgtEl>
                                        <p:attrNameLst>
                                          <p:attrName>style.visibility</p:attrName>
                                        </p:attrNameLst>
                                      </p:cBhvr>
                                      <p:to>
                                        <p:strVal val="visible"/>
                                      </p:to>
                                    </p:set>
                                    <p:animEffect transition="in" filter="wipe(up)">
                                      <p:cBhvr>
                                        <p:cTn id="236" dur="1000"/>
                                        <p:tgtEl>
                                          <p:spTgt spid="305"/>
                                        </p:tgtEl>
                                      </p:cBhvr>
                                    </p:animEffect>
                                  </p:childTnLst>
                                </p:cTn>
                              </p:par>
                            </p:childTnLst>
                          </p:cTn>
                        </p:par>
                      </p:childTnLst>
                    </p:cTn>
                  </p:par>
                  <p:par>
                    <p:cTn id="237" fill="hold">
                      <p:stCondLst>
                        <p:cond delay="indefinite"/>
                      </p:stCondLst>
                      <p:childTnLst>
                        <p:par>
                          <p:cTn id="238" fill="hold">
                            <p:stCondLst>
                              <p:cond delay="0"/>
                            </p:stCondLst>
                            <p:childTnLst>
                              <p:par>
                                <p:cTn id="239" presetID="22" presetClass="entr" presetSubtype="1" fill="hold" nodeType="clickEffect">
                                  <p:stCondLst>
                                    <p:cond delay="0"/>
                                  </p:stCondLst>
                                  <p:childTnLst>
                                    <p:set>
                                      <p:cBhvr>
                                        <p:cTn id="240" dur="1" fill="hold">
                                          <p:stCondLst>
                                            <p:cond delay="0"/>
                                          </p:stCondLst>
                                        </p:cTn>
                                        <p:tgtEl>
                                          <p:spTgt spid="306"/>
                                        </p:tgtEl>
                                        <p:attrNameLst>
                                          <p:attrName>style.visibility</p:attrName>
                                        </p:attrNameLst>
                                      </p:cBhvr>
                                      <p:to>
                                        <p:strVal val="visible"/>
                                      </p:to>
                                    </p:set>
                                    <p:animEffect transition="in" filter="wipe(up)">
                                      <p:cBhvr>
                                        <p:cTn id="241" dur="1000"/>
                                        <p:tgtEl>
                                          <p:spTgt spid="306"/>
                                        </p:tgtEl>
                                      </p:cBhvr>
                                    </p:animEffect>
                                  </p:childTnLst>
                                </p:cTn>
                              </p:par>
                            </p:childTnLst>
                          </p:cTn>
                        </p:par>
                      </p:childTnLst>
                    </p:cTn>
                  </p:par>
                  <p:par>
                    <p:cTn id="242" fill="hold">
                      <p:stCondLst>
                        <p:cond delay="indefinite"/>
                      </p:stCondLst>
                      <p:childTnLst>
                        <p:par>
                          <p:cTn id="243" fill="hold">
                            <p:stCondLst>
                              <p:cond delay="0"/>
                            </p:stCondLst>
                            <p:childTnLst>
                              <p:par>
                                <p:cTn id="244" presetID="1" presetClass="exit" presetSubtype="0" fill="hold" nodeType="clickEffect">
                                  <p:stCondLst>
                                    <p:cond delay="0"/>
                                  </p:stCondLst>
                                  <p:childTnLst>
                                    <p:set>
                                      <p:cBhvr>
                                        <p:cTn id="245" dur="1" fill="hold">
                                          <p:stCondLst>
                                            <p:cond delay="0"/>
                                          </p:stCondLst>
                                        </p:cTn>
                                        <p:tgtEl>
                                          <p:spTgt spid="125"/>
                                        </p:tgtEl>
                                        <p:attrNameLst>
                                          <p:attrName>style.visibility</p:attrName>
                                        </p:attrNameLst>
                                      </p:cBhvr>
                                      <p:to>
                                        <p:strVal val="hidden"/>
                                      </p:to>
                                    </p:set>
                                  </p:childTnLst>
                                </p:cTn>
                              </p:par>
                            </p:childTnLst>
                          </p:cTn>
                        </p:par>
                      </p:childTnLst>
                    </p:cTn>
                  </p:par>
                  <p:par>
                    <p:cTn id="246" fill="hold">
                      <p:stCondLst>
                        <p:cond delay="indefinite"/>
                      </p:stCondLst>
                      <p:childTnLst>
                        <p:par>
                          <p:cTn id="247" fill="hold">
                            <p:stCondLst>
                              <p:cond delay="0"/>
                            </p:stCondLst>
                            <p:childTnLst>
                              <p:par>
                                <p:cTn id="248" presetID="1" presetClass="exit" presetSubtype="0" fill="hold" nodeType="clickEffect">
                                  <p:stCondLst>
                                    <p:cond delay="0"/>
                                  </p:stCondLst>
                                  <p:childTnLst>
                                    <p:set>
                                      <p:cBhvr>
                                        <p:cTn id="249" dur="1" fill="hold">
                                          <p:stCondLst>
                                            <p:cond delay="0"/>
                                          </p:stCondLst>
                                        </p:cTn>
                                        <p:tgtEl>
                                          <p:spTgt spid="124"/>
                                        </p:tgtEl>
                                        <p:attrNameLst>
                                          <p:attrName>style.visibility</p:attrName>
                                        </p:attrNameLst>
                                      </p:cBhvr>
                                      <p:to>
                                        <p:strVal val="hidden"/>
                                      </p:to>
                                    </p:set>
                                  </p:childTnLst>
                                </p:cTn>
                              </p:par>
                            </p:childTnLst>
                          </p:cTn>
                        </p:par>
                        <p:par>
                          <p:cTn id="250" fill="hold">
                            <p:stCondLst>
                              <p:cond delay="0"/>
                            </p:stCondLst>
                            <p:childTnLst>
                              <p:par>
                                <p:cTn id="251" presetID="22" presetClass="entr" presetSubtype="1" fill="hold" nodeType="afterEffect">
                                  <p:stCondLst>
                                    <p:cond delay="0"/>
                                  </p:stCondLst>
                                  <p:childTnLst>
                                    <p:set>
                                      <p:cBhvr>
                                        <p:cTn id="252" dur="1" fill="hold">
                                          <p:stCondLst>
                                            <p:cond delay="0"/>
                                          </p:stCondLst>
                                        </p:cTn>
                                        <p:tgtEl>
                                          <p:spTgt spid="107"/>
                                        </p:tgtEl>
                                        <p:attrNameLst>
                                          <p:attrName>style.visibility</p:attrName>
                                        </p:attrNameLst>
                                      </p:cBhvr>
                                      <p:to>
                                        <p:strVal val="visible"/>
                                      </p:to>
                                    </p:set>
                                    <p:animEffect transition="in" filter="wipe(up)">
                                      <p:cBhvr>
                                        <p:cTn id="253" dur="1000"/>
                                        <p:tgtEl>
                                          <p:spTgt spid="107"/>
                                        </p:tgtEl>
                                      </p:cBhvr>
                                    </p:animEffect>
                                  </p:childTnLst>
                                </p:cTn>
                              </p:par>
                            </p:childTnLst>
                          </p:cTn>
                        </p:par>
                      </p:childTnLst>
                    </p:cTn>
                  </p:par>
                  <p:par>
                    <p:cTn id="254" fill="hold">
                      <p:stCondLst>
                        <p:cond delay="indefinite"/>
                      </p:stCondLst>
                      <p:childTnLst>
                        <p:par>
                          <p:cTn id="255" fill="hold">
                            <p:stCondLst>
                              <p:cond delay="0"/>
                            </p:stCondLst>
                            <p:childTnLst>
                              <p:par>
                                <p:cTn id="256" presetID="1" presetClass="exit" presetSubtype="0" fill="hold" nodeType="clickEffect">
                                  <p:stCondLst>
                                    <p:cond delay="0"/>
                                  </p:stCondLst>
                                  <p:childTnLst>
                                    <p:set>
                                      <p:cBhvr>
                                        <p:cTn id="257" dur="1" fill="hold">
                                          <p:stCondLst>
                                            <p:cond delay="0"/>
                                          </p:stCondLst>
                                        </p:cTn>
                                        <p:tgtEl>
                                          <p:spTgt spid="126"/>
                                        </p:tgtEl>
                                        <p:attrNameLst>
                                          <p:attrName>style.visibility</p:attrName>
                                        </p:attrNameLst>
                                      </p:cBhvr>
                                      <p:to>
                                        <p:strVal val="hidden"/>
                                      </p:to>
                                    </p:set>
                                  </p:childTnLst>
                                </p:cTn>
                              </p:par>
                            </p:childTnLst>
                          </p:cTn>
                        </p:par>
                        <p:par>
                          <p:cTn id="258" fill="hold">
                            <p:stCondLst>
                              <p:cond delay="0"/>
                            </p:stCondLst>
                            <p:childTnLst>
                              <p:par>
                                <p:cTn id="259" presetID="22" presetClass="entr" presetSubtype="1" fill="hold" nodeType="afterEffect">
                                  <p:stCondLst>
                                    <p:cond delay="0"/>
                                  </p:stCondLst>
                                  <p:childTnLst>
                                    <p:set>
                                      <p:cBhvr>
                                        <p:cTn id="260" dur="1" fill="hold">
                                          <p:stCondLst>
                                            <p:cond delay="0"/>
                                          </p:stCondLst>
                                        </p:cTn>
                                        <p:tgtEl>
                                          <p:spTgt spid="106"/>
                                        </p:tgtEl>
                                        <p:attrNameLst>
                                          <p:attrName>style.visibility</p:attrName>
                                        </p:attrNameLst>
                                      </p:cBhvr>
                                      <p:to>
                                        <p:strVal val="visible"/>
                                      </p:to>
                                    </p:set>
                                    <p:animEffect transition="in" filter="wipe(up)">
                                      <p:cBhvr>
                                        <p:cTn id="261"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P spid="179" grpId="0"/>
      <p:bldP spid="180" grpId="0"/>
      <p:bldP spid="181" grpId="0"/>
      <p:bldP spid="214" grpId="0"/>
      <p:bldP spid="284" grpId="0"/>
      <p:bldP spid="285" grpId="0"/>
      <p:bldP spid="286" grpId="0"/>
      <p:bldP spid="287" grpId="0"/>
      <p:bldP spid="288" grpId="0"/>
      <p:bldP spid="289" grpId="0"/>
      <p:bldP spid="290" grpId="0"/>
      <p:bldP spid="291" grpId="0"/>
      <p:bldP spid="292" grpId="0"/>
      <p:bldP spid="293" grpId="0"/>
      <p:bldP spid="294" grpId="0"/>
      <p:bldP spid="295" grpId="0"/>
      <p:bldP spid="296" grpId="0"/>
      <p:bldP spid="139" grpId="0"/>
      <p:bldP spid="18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1" name="Text Box 216"/>
          <p:cNvSpPr txBox="1"/>
          <p:nvPr/>
        </p:nvSpPr>
        <p:spPr>
          <a:xfrm>
            <a:off x="503548" y="744948"/>
            <a:ext cx="2325689" cy="461665"/>
          </a:xfrm>
          <a:prstGeom prst="rect">
            <a:avLst/>
          </a:prstGeom>
          <a:noFill/>
          <a:ln w="38100">
            <a:noFill/>
          </a:ln>
        </p:spPr>
        <p:txBody>
          <a:bodyPr wrap="square">
            <a:spAutoFit/>
          </a:bodyPr>
          <a:lstStyle/>
          <a:p>
            <a:pPr algn="just"/>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作图结果</a:t>
            </a:r>
          </a:p>
        </p:txBody>
      </p:sp>
      <p:sp>
        <p:nvSpPr>
          <p:cNvPr id="104" name="Line 109"/>
          <p:cNvSpPr>
            <a:spLocks noChangeShapeType="1"/>
          </p:cNvSpPr>
          <p:nvPr/>
        </p:nvSpPr>
        <p:spPr bwMode="auto">
          <a:xfrm flipV="1">
            <a:off x="2405063" y="1687922"/>
            <a:ext cx="0" cy="1550988"/>
          </a:xfrm>
          <a:prstGeom prst="line">
            <a:avLst/>
          </a:prstGeom>
          <a:noFill/>
          <a:ln w="15875">
            <a:solidFill>
              <a:srgbClr val="0000FF"/>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5" name="Line 110"/>
          <p:cNvSpPr>
            <a:spLocks noChangeShapeType="1"/>
          </p:cNvSpPr>
          <p:nvPr/>
        </p:nvSpPr>
        <p:spPr bwMode="auto">
          <a:xfrm flipV="1">
            <a:off x="3532188" y="1683160"/>
            <a:ext cx="0" cy="1562100"/>
          </a:xfrm>
          <a:prstGeom prst="line">
            <a:avLst/>
          </a:prstGeom>
          <a:noFill/>
          <a:ln w="15875">
            <a:solidFill>
              <a:srgbClr val="0000FF"/>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6" name="Line 120"/>
          <p:cNvSpPr>
            <a:spLocks noChangeShapeType="1"/>
          </p:cNvSpPr>
          <p:nvPr/>
        </p:nvSpPr>
        <p:spPr bwMode="auto">
          <a:xfrm>
            <a:off x="3744913" y="1729197"/>
            <a:ext cx="0" cy="1468438"/>
          </a:xfrm>
          <a:prstGeom prst="line">
            <a:avLst/>
          </a:prstGeom>
          <a:noFill/>
          <a:ln w="15875">
            <a:solidFill>
              <a:srgbClr val="008000"/>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7" name="Line 119"/>
          <p:cNvSpPr>
            <a:spLocks noChangeShapeType="1"/>
          </p:cNvSpPr>
          <p:nvPr/>
        </p:nvSpPr>
        <p:spPr bwMode="auto">
          <a:xfrm>
            <a:off x="2185988" y="1726022"/>
            <a:ext cx="0" cy="1473200"/>
          </a:xfrm>
          <a:prstGeom prst="line">
            <a:avLst/>
          </a:prstGeom>
          <a:noFill/>
          <a:ln w="15875">
            <a:solidFill>
              <a:srgbClr val="008000"/>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8" name="Line 2"/>
          <p:cNvSpPr>
            <a:spLocks noChangeShapeType="1"/>
          </p:cNvSpPr>
          <p:nvPr/>
        </p:nvSpPr>
        <p:spPr bwMode="auto">
          <a:xfrm>
            <a:off x="3524250" y="4550185"/>
            <a:ext cx="60483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09" name="Line 3"/>
          <p:cNvSpPr>
            <a:spLocks noChangeShapeType="1"/>
          </p:cNvSpPr>
          <p:nvPr/>
        </p:nvSpPr>
        <p:spPr bwMode="auto">
          <a:xfrm>
            <a:off x="1798638" y="4550185"/>
            <a:ext cx="614362"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0" name="Line 4"/>
          <p:cNvSpPr>
            <a:spLocks noChangeShapeType="1"/>
          </p:cNvSpPr>
          <p:nvPr/>
        </p:nvSpPr>
        <p:spPr bwMode="auto">
          <a:xfrm>
            <a:off x="1803400" y="5907497"/>
            <a:ext cx="232568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1" name="Line 5"/>
          <p:cNvSpPr>
            <a:spLocks noChangeShapeType="1"/>
          </p:cNvSpPr>
          <p:nvPr/>
        </p:nvSpPr>
        <p:spPr bwMode="auto">
          <a:xfrm>
            <a:off x="2176463" y="4172360"/>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2" name="Line 6"/>
          <p:cNvSpPr>
            <a:spLocks noChangeShapeType="1"/>
          </p:cNvSpPr>
          <p:nvPr/>
        </p:nvSpPr>
        <p:spPr bwMode="auto">
          <a:xfrm>
            <a:off x="4121150" y="4545422"/>
            <a:ext cx="0" cy="1366838"/>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3" name="Line 7"/>
          <p:cNvSpPr>
            <a:spLocks noChangeShapeType="1"/>
          </p:cNvSpPr>
          <p:nvPr/>
        </p:nvSpPr>
        <p:spPr bwMode="auto">
          <a:xfrm>
            <a:off x="1812925" y="4550185"/>
            <a:ext cx="0" cy="1362075"/>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4" name="Line 8"/>
          <p:cNvSpPr>
            <a:spLocks noChangeShapeType="1"/>
          </p:cNvSpPr>
          <p:nvPr/>
        </p:nvSpPr>
        <p:spPr bwMode="auto">
          <a:xfrm>
            <a:off x="5270500" y="1673635"/>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5" name="Line 9"/>
          <p:cNvSpPr>
            <a:spLocks noChangeShapeType="1"/>
          </p:cNvSpPr>
          <p:nvPr/>
        </p:nvSpPr>
        <p:spPr bwMode="auto">
          <a:xfrm>
            <a:off x="6240463" y="1376772"/>
            <a:ext cx="0" cy="87947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6" name="Line 10"/>
          <p:cNvSpPr>
            <a:spLocks noChangeShapeType="1"/>
          </p:cNvSpPr>
          <p:nvPr/>
        </p:nvSpPr>
        <p:spPr bwMode="auto">
          <a:xfrm>
            <a:off x="6240463" y="2688047"/>
            <a:ext cx="0" cy="852488"/>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7" name="Line 11"/>
          <p:cNvSpPr>
            <a:spLocks noChangeShapeType="1"/>
          </p:cNvSpPr>
          <p:nvPr/>
        </p:nvSpPr>
        <p:spPr bwMode="auto">
          <a:xfrm>
            <a:off x="4884738" y="1376772"/>
            <a:ext cx="0" cy="2166938"/>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8" name="Line 12"/>
          <p:cNvSpPr>
            <a:spLocks noChangeShapeType="1"/>
          </p:cNvSpPr>
          <p:nvPr/>
        </p:nvSpPr>
        <p:spPr bwMode="auto">
          <a:xfrm>
            <a:off x="2185988" y="1383122"/>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19" name="Line 13"/>
          <p:cNvSpPr>
            <a:spLocks noChangeShapeType="1"/>
          </p:cNvSpPr>
          <p:nvPr/>
        </p:nvSpPr>
        <p:spPr bwMode="auto">
          <a:xfrm>
            <a:off x="2967038" y="1383122"/>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0" name="Line 14"/>
          <p:cNvSpPr>
            <a:spLocks noChangeShapeType="1"/>
          </p:cNvSpPr>
          <p:nvPr/>
        </p:nvSpPr>
        <p:spPr bwMode="auto">
          <a:xfrm>
            <a:off x="3744913" y="1383122"/>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1" name="Line 15"/>
          <p:cNvSpPr>
            <a:spLocks noChangeShapeType="1"/>
          </p:cNvSpPr>
          <p:nvPr/>
        </p:nvSpPr>
        <p:spPr bwMode="auto">
          <a:xfrm>
            <a:off x="2185988" y="323891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2" name="Line 16"/>
          <p:cNvSpPr>
            <a:spLocks noChangeShapeType="1"/>
          </p:cNvSpPr>
          <p:nvPr/>
        </p:nvSpPr>
        <p:spPr bwMode="auto">
          <a:xfrm>
            <a:off x="2967038" y="323891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3" name="Line 17"/>
          <p:cNvSpPr>
            <a:spLocks noChangeShapeType="1"/>
          </p:cNvSpPr>
          <p:nvPr/>
        </p:nvSpPr>
        <p:spPr bwMode="auto">
          <a:xfrm>
            <a:off x="3744913" y="3238910"/>
            <a:ext cx="0" cy="2984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5" name="Line 19"/>
          <p:cNvSpPr>
            <a:spLocks noChangeShapeType="1"/>
          </p:cNvSpPr>
          <p:nvPr/>
        </p:nvSpPr>
        <p:spPr bwMode="auto">
          <a:xfrm>
            <a:off x="2967038" y="1681572"/>
            <a:ext cx="0" cy="1562100"/>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7" name="Line 21"/>
          <p:cNvSpPr>
            <a:spLocks noChangeShapeType="1"/>
          </p:cNvSpPr>
          <p:nvPr/>
        </p:nvSpPr>
        <p:spPr bwMode="auto">
          <a:xfrm>
            <a:off x="4121150" y="1673635"/>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8" name="Line 22"/>
          <p:cNvSpPr>
            <a:spLocks noChangeShapeType="1"/>
          </p:cNvSpPr>
          <p:nvPr/>
        </p:nvSpPr>
        <p:spPr bwMode="auto">
          <a:xfrm>
            <a:off x="1812925" y="1673635"/>
            <a:ext cx="0" cy="157638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0" name="Line 24"/>
          <p:cNvSpPr>
            <a:spLocks noChangeShapeType="1"/>
          </p:cNvSpPr>
          <p:nvPr/>
        </p:nvSpPr>
        <p:spPr bwMode="auto">
          <a:xfrm>
            <a:off x="2187575" y="2462622"/>
            <a:ext cx="1557338"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2" name="Line 26"/>
          <p:cNvSpPr>
            <a:spLocks noChangeShapeType="1"/>
          </p:cNvSpPr>
          <p:nvPr/>
        </p:nvSpPr>
        <p:spPr bwMode="auto">
          <a:xfrm>
            <a:off x="3741738" y="1684747"/>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3" name="Line 27"/>
          <p:cNvSpPr>
            <a:spLocks noChangeShapeType="1"/>
          </p:cNvSpPr>
          <p:nvPr/>
        </p:nvSpPr>
        <p:spPr bwMode="auto">
          <a:xfrm>
            <a:off x="3741738" y="2462622"/>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 name="Line 28"/>
          <p:cNvSpPr>
            <a:spLocks noChangeShapeType="1"/>
          </p:cNvSpPr>
          <p:nvPr/>
        </p:nvSpPr>
        <p:spPr bwMode="auto">
          <a:xfrm>
            <a:off x="3741738" y="3243672"/>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5" name="Line 29"/>
          <p:cNvSpPr>
            <a:spLocks noChangeShapeType="1"/>
          </p:cNvSpPr>
          <p:nvPr/>
        </p:nvSpPr>
        <p:spPr bwMode="auto">
          <a:xfrm>
            <a:off x="1804988" y="1684747"/>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6" name="Line 31"/>
          <p:cNvSpPr>
            <a:spLocks noChangeShapeType="1"/>
          </p:cNvSpPr>
          <p:nvPr/>
        </p:nvSpPr>
        <p:spPr bwMode="auto">
          <a:xfrm>
            <a:off x="1804988" y="3243672"/>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7" name="Line 32"/>
          <p:cNvSpPr>
            <a:spLocks noChangeShapeType="1"/>
          </p:cNvSpPr>
          <p:nvPr/>
        </p:nvSpPr>
        <p:spPr bwMode="auto">
          <a:xfrm>
            <a:off x="2176463" y="1391060"/>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8" name="Line 33"/>
          <p:cNvSpPr>
            <a:spLocks noChangeShapeType="1"/>
          </p:cNvSpPr>
          <p:nvPr/>
        </p:nvSpPr>
        <p:spPr bwMode="auto">
          <a:xfrm>
            <a:off x="2176463" y="3527835"/>
            <a:ext cx="1577975"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1" name="Line 36"/>
          <p:cNvSpPr>
            <a:spLocks noChangeShapeType="1"/>
          </p:cNvSpPr>
          <p:nvPr/>
        </p:nvSpPr>
        <p:spPr bwMode="auto">
          <a:xfrm>
            <a:off x="2187575" y="4169185"/>
            <a:ext cx="779463" cy="13525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2" name="Line 37"/>
          <p:cNvSpPr>
            <a:spLocks noChangeShapeType="1"/>
          </p:cNvSpPr>
          <p:nvPr/>
        </p:nvSpPr>
        <p:spPr bwMode="auto">
          <a:xfrm flipV="1">
            <a:off x="2967038" y="4169185"/>
            <a:ext cx="779462" cy="135255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3" name="Line 38"/>
          <p:cNvSpPr>
            <a:spLocks noChangeShapeType="1"/>
          </p:cNvSpPr>
          <p:nvPr/>
        </p:nvSpPr>
        <p:spPr bwMode="auto">
          <a:xfrm>
            <a:off x="4887913" y="1392647"/>
            <a:ext cx="1349375" cy="1588"/>
          </a:xfrm>
          <a:prstGeom prst="line">
            <a:avLst/>
          </a:prstGeom>
          <a:noFill/>
          <a:ln w="0">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 name="Line 39"/>
          <p:cNvSpPr>
            <a:spLocks noChangeShapeType="1"/>
          </p:cNvSpPr>
          <p:nvPr/>
        </p:nvSpPr>
        <p:spPr bwMode="auto">
          <a:xfrm>
            <a:off x="4887913" y="3531010"/>
            <a:ext cx="1349375" cy="1587"/>
          </a:xfrm>
          <a:prstGeom prst="line">
            <a:avLst/>
          </a:prstGeom>
          <a:noFill/>
          <a:ln w="0">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 name="Line 40"/>
          <p:cNvSpPr>
            <a:spLocks noChangeShapeType="1"/>
          </p:cNvSpPr>
          <p:nvPr/>
        </p:nvSpPr>
        <p:spPr bwMode="auto">
          <a:xfrm flipH="1" flipV="1">
            <a:off x="5272088" y="1684747"/>
            <a:ext cx="1349375" cy="78105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6" name="Line 41"/>
          <p:cNvSpPr>
            <a:spLocks noChangeShapeType="1"/>
          </p:cNvSpPr>
          <p:nvPr/>
        </p:nvSpPr>
        <p:spPr bwMode="auto">
          <a:xfrm flipV="1">
            <a:off x="5272088" y="2465797"/>
            <a:ext cx="1349375" cy="779463"/>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7" name="Line 42"/>
          <p:cNvSpPr>
            <a:spLocks noChangeShapeType="1"/>
          </p:cNvSpPr>
          <p:nvPr/>
        </p:nvSpPr>
        <p:spPr bwMode="auto">
          <a:xfrm>
            <a:off x="4881563" y="1391060"/>
            <a:ext cx="1365250"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48" name="Line 43"/>
          <p:cNvSpPr>
            <a:spLocks noChangeShapeType="1"/>
          </p:cNvSpPr>
          <p:nvPr/>
        </p:nvSpPr>
        <p:spPr bwMode="auto">
          <a:xfrm>
            <a:off x="4881563" y="3527835"/>
            <a:ext cx="1363662" cy="0"/>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6" name="Line 63"/>
          <p:cNvSpPr>
            <a:spLocks noChangeShapeType="1"/>
          </p:cNvSpPr>
          <p:nvPr/>
        </p:nvSpPr>
        <p:spPr bwMode="auto">
          <a:xfrm>
            <a:off x="2405063" y="1684747"/>
            <a:ext cx="566737" cy="557213"/>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7" name="Line 64"/>
          <p:cNvSpPr>
            <a:spLocks noChangeShapeType="1"/>
          </p:cNvSpPr>
          <p:nvPr/>
        </p:nvSpPr>
        <p:spPr bwMode="auto">
          <a:xfrm flipV="1">
            <a:off x="2403475" y="2681697"/>
            <a:ext cx="566738" cy="56515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69" name="Line 66"/>
          <p:cNvSpPr>
            <a:spLocks noChangeShapeType="1"/>
          </p:cNvSpPr>
          <p:nvPr/>
        </p:nvSpPr>
        <p:spPr bwMode="auto">
          <a:xfrm flipV="1">
            <a:off x="2963863" y="1681572"/>
            <a:ext cx="566737" cy="555625"/>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0" name="Line 67"/>
          <p:cNvSpPr>
            <a:spLocks noChangeShapeType="1"/>
          </p:cNvSpPr>
          <p:nvPr/>
        </p:nvSpPr>
        <p:spPr bwMode="auto">
          <a:xfrm>
            <a:off x="2967038" y="2688047"/>
            <a:ext cx="563562" cy="558800"/>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1" name="Line 105"/>
          <p:cNvSpPr>
            <a:spLocks noChangeShapeType="1"/>
          </p:cNvSpPr>
          <p:nvPr/>
        </p:nvSpPr>
        <p:spPr bwMode="auto">
          <a:xfrm>
            <a:off x="2405063" y="1684747"/>
            <a:ext cx="566737" cy="557213"/>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2" name="Line 106"/>
          <p:cNvSpPr>
            <a:spLocks noChangeShapeType="1"/>
          </p:cNvSpPr>
          <p:nvPr/>
        </p:nvSpPr>
        <p:spPr bwMode="auto">
          <a:xfrm flipV="1">
            <a:off x="2403475" y="2681697"/>
            <a:ext cx="566738" cy="565150"/>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3" name="Line 107"/>
          <p:cNvSpPr>
            <a:spLocks noChangeShapeType="1"/>
          </p:cNvSpPr>
          <p:nvPr/>
        </p:nvSpPr>
        <p:spPr bwMode="auto">
          <a:xfrm flipV="1">
            <a:off x="2963863" y="1681572"/>
            <a:ext cx="566737" cy="555625"/>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4" name="Line 108"/>
          <p:cNvSpPr>
            <a:spLocks noChangeShapeType="1"/>
          </p:cNvSpPr>
          <p:nvPr/>
        </p:nvSpPr>
        <p:spPr bwMode="auto">
          <a:xfrm>
            <a:off x="2967038" y="2688047"/>
            <a:ext cx="563562" cy="558800"/>
          </a:xfrm>
          <a:prstGeom prst="line">
            <a:avLst/>
          </a:prstGeom>
          <a:noFill/>
          <a:ln w="317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5" name="Line 111"/>
          <p:cNvSpPr>
            <a:spLocks noChangeShapeType="1"/>
          </p:cNvSpPr>
          <p:nvPr/>
        </p:nvSpPr>
        <p:spPr bwMode="auto">
          <a:xfrm>
            <a:off x="2967038" y="1667285"/>
            <a:ext cx="0" cy="56197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6" name="Line 112"/>
          <p:cNvSpPr>
            <a:spLocks noChangeShapeType="1"/>
          </p:cNvSpPr>
          <p:nvPr/>
        </p:nvSpPr>
        <p:spPr bwMode="auto">
          <a:xfrm>
            <a:off x="2967038" y="2681697"/>
            <a:ext cx="0" cy="581025"/>
          </a:xfrm>
          <a:prstGeom prst="line">
            <a:avLst/>
          </a:prstGeom>
          <a:noFill/>
          <a:ln w="3175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 name="Line 114"/>
          <p:cNvSpPr>
            <a:spLocks noChangeShapeType="1"/>
          </p:cNvSpPr>
          <p:nvPr/>
        </p:nvSpPr>
        <p:spPr bwMode="auto">
          <a:xfrm>
            <a:off x="2185988" y="1684747"/>
            <a:ext cx="2317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8" name="Line 116"/>
          <p:cNvSpPr>
            <a:spLocks noChangeShapeType="1"/>
          </p:cNvSpPr>
          <p:nvPr/>
        </p:nvSpPr>
        <p:spPr bwMode="auto">
          <a:xfrm>
            <a:off x="3527425" y="1684747"/>
            <a:ext cx="2317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9" name="Line 117"/>
          <p:cNvSpPr>
            <a:spLocks noChangeShapeType="1"/>
          </p:cNvSpPr>
          <p:nvPr/>
        </p:nvSpPr>
        <p:spPr bwMode="auto">
          <a:xfrm>
            <a:off x="2187575" y="3245260"/>
            <a:ext cx="23812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0" name="Line 118"/>
          <p:cNvSpPr>
            <a:spLocks noChangeShapeType="1"/>
          </p:cNvSpPr>
          <p:nvPr/>
        </p:nvSpPr>
        <p:spPr bwMode="auto">
          <a:xfrm>
            <a:off x="3533775" y="3245260"/>
            <a:ext cx="211138"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1" name="Line 113"/>
          <p:cNvSpPr>
            <a:spLocks noChangeShapeType="1"/>
          </p:cNvSpPr>
          <p:nvPr/>
        </p:nvSpPr>
        <p:spPr bwMode="auto">
          <a:xfrm>
            <a:off x="2185988" y="2462622"/>
            <a:ext cx="1579562"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12" name="Line 30"/>
          <p:cNvSpPr>
            <a:spLocks noChangeShapeType="1"/>
          </p:cNvSpPr>
          <p:nvPr/>
        </p:nvSpPr>
        <p:spPr bwMode="auto">
          <a:xfrm>
            <a:off x="1804988" y="2462622"/>
            <a:ext cx="3873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pic>
        <p:nvPicPr>
          <p:cNvPr id="139" name="Picture 35"/>
          <p:cNvPicPr>
            <a:picLocks noChangeAspect="1" noChangeArrowheads="1"/>
          </p:cNvPicPr>
          <p:nvPr/>
        </p:nvPicPr>
        <p:blipFill>
          <a:blip r:embed="rId3">
            <a:extLst>
              <a:ext uri="{28A0092B-C50C-407E-A947-70E740481C1C}">
                <a14:useLocalDpi xmlns:a14="http://schemas.microsoft.com/office/drawing/2010/main" val="0"/>
              </a:ext>
            </a:extLst>
          </a:blip>
          <a:srcRect l="15364" t="18195" r="25261" b="18993"/>
          <a:stretch>
            <a:fillRect/>
          </a:stretch>
        </p:blipFill>
        <p:spPr bwMode="auto">
          <a:xfrm>
            <a:off x="4900612" y="3945348"/>
            <a:ext cx="2411187" cy="19131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slide(fromBottom)">
                                      <p:cBhvr>
                                        <p:cTn id="7"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424" name="Group 1560">
            <a:extLst>
              <a:ext uri="{FF2B5EF4-FFF2-40B4-BE49-F238E27FC236}">
                <a16:creationId xmlns:a16="http://schemas.microsoft.com/office/drawing/2014/main" id="{AA5B26AB-25C4-4FBF-95FB-F8241264F92E}"/>
              </a:ext>
            </a:extLst>
          </p:cNvPr>
          <p:cNvGrpSpPr>
            <a:grpSpLocks/>
          </p:cNvGrpSpPr>
          <p:nvPr/>
        </p:nvGrpSpPr>
        <p:grpSpPr bwMode="auto">
          <a:xfrm>
            <a:off x="5372100" y="1482725"/>
            <a:ext cx="1588" cy="2403475"/>
            <a:chOff x="3384" y="934"/>
            <a:chExt cx="1" cy="1514"/>
          </a:xfrm>
        </p:grpSpPr>
        <p:sp>
          <p:nvSpPr>
            <p:cNvPr id="38423" name="Freeform 1559">
              <a:extLst>
                <a:ext uri="{FF2B5EF4-FFF2-40B4-BE49-F238E27FC236}">
                  <a16:creationId xmlns:a16="http://schemas.microsoft.com/office/drawing/2014/main" id="{2E74749D-E257-4B0A-89D7-38E1CBB53E38}"/>
                </a:ext>
              </a:extLst>
            </p:cNvPr>
            <p:cNvSpPr>
              <a:spLocks/>
            </p:cNvSpPr>
            <p:nvPr/>
          </p:nvSpPr>
          <p:spPr bwMode="auto">
            <a:xfrm>
              <a:off x="3384" y="1739"/>
              <a:ext cx="1" cy="709"/>
            </a:xfrm>
            <a:custGeom>
              <a:avLst/>
              <a:gdLst>
                <a:gd name="T0" fmla="*/ 0 w 1"/>
                <a:gd name="T1" fmla="*/ 0 h 709"/>
                <a:gd name="T2" fmla="*/ 0 w 1"/>
                <a:gd name="T3" fmla="*/ 709 h 709"/>
              </a:gdLst>
              <a:ahLst/>
              <a:cxnLst>
                <a:cxn ang="0">
                  <a:pos x="T0" y="T1"/>
                </a:cxn>
                <a:cxn ang="0">
                  <a:pos x="T2" y="T3"/>
                </a:cxn>
              </a:cxnLst>
              <a:rect l="0" t="0" r="r" b="b"/>
              <a:pathLst>
                <a:path w="1" h="709">
                  <a:moveTo>
                    <a:pt x="0" y="0"/>
                  </a:moveTo>
                  <a:lnTo>
                    <a:pt x="0" y="709"/>
                  </a:lnTo>
                </a:path>
              </a:pathLst>
            </a:custGeom>
            <a:noFill/>
            <a:ln w="38100" cap="flat"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421" name="Freeform 1557">
              <a:extLst>
                <a:ext uri="{FF2B5EF4-FFF2-40B4-BE49-F238E27FC236}">
                  <a16:creationId xmlns:a16="http://schemas.microsoft.com/office/drawing/2014/main" id="{159E9325-6F78-4D88-84BF-454B7D03E63D}"/>
                </a:ext>
              </a:extLst>
            </p:cNvPr>
            <p:cNvSpPr>
              <a:spLocks/>
            </p:cNvSpPr>
            <p:nvPr/>
          </p:nvSpPr>
          <p:spPr bwMode="auto">
            <a:xfrm>
              <a:off x="3384" y="934"/>
              <a:ext cx="1" cy="389"/>
            </a:xfrm>
            <a:custGeom>
              <a:avLst/>
              <a:gdLst>
                <a:gd name="T0" fmla="*/ 0 w 1"/>
                <a:gd name="T1" fmla="*/ 0 h 389"/>
                <a:gd name="T2" fmla="*/ 0 w 1"/>
                <a:gd name="T3" fmla="*/ 389 h 389"/>
              </a:gdLst>
              <a:ahLst/>
              <a:cxnLst>
                <a:cxn ang="0">
                  <a:pos x="T0" y="T1"/>
                </a:cxn>
                <a:cxn ang="0">
                  <a:pos x="T2" y="T3"/>
                </a:cxn>
              </a:cxnLst>
              <a:rect l="0" t="0" r="r" b="b"/>
              <a:pathLst>
                <a:path w="1" h="389">
                  <a:moveTo>
                    <a:pt x="0" y="0"/>
                  </a:moveTo>
                  <a:lnTo>
                    <a:pt x="0" y="389"/>
                  </a:lnTo>
                </a:path>
              </a:pathLst>
            </a:custGeom>
            <a:noFill/>
            <a:ln w="38100" cap="flat"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415" name="Group 1551">
            <a:extLst>
              <a:ext uri="{FF2B5EF4-FFF2-40B4-BE49-F238E27FC236}">
                <a16:creationId xmlns:a16="http://schemas.microsoft.com/office/drawing/2014/main" id="{036FBD7D-9F2F-4572-83F2-ABF8FD729746}"/>
              </a:ext>
            </a:extLst>
          </p:cNvPr>
          <p:cNvGrpSpPr>
            <a:grpSpLocks/>
          </p:cNvGrpSpPr>
          <p:nvPr/>
        </p:nvGrpSpPr>
        <p:grpSpPr bwMode="auto">
          <a:xfrm>
            <a:off x="5368925" y="2095500"/>
            <a:ext cx="2981325" cy="658813"/>
            <a:chOff x="3382" y="1320"/>
            <a:chExt cx="1878" cy="415"/>
          </a:xfrm>
        </p:grpSpPr>
        <p:sp>
          <p:nvSpPr>
            <p:cNvPr id="38053" name="Line 1189">
              <a:extLst>
                <a:ext uri="{FF2B5EF4-FFF2-40B4-BE49-F238E27FC236}">
                  <a16:creationId xmlns:a16="http://schemas.microsoft.com/office/drawing/2014/main" id="{A54BDA84-8070-49FF-B846-2935C3274965}"/>
                </a:ext>
              </a:extLst>
            </p:cNvPr>
            <p:cNvSpPr>
              <a:spLocks noChangeShapeType="1"/>
            </p:cNvSpPr>
            <p:nvPr/>
          </p:nvSpPr>
          <p:spPr bwMode="auto">
            <a:xfrm flipH="1" flipV="1">
              <a:off x="3382" y="1320"/>
              <a:ext cx="1878"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54" name="Line 1190">
              <a:extLst>
                <a:ext uri="{FF2B5EF4-FFF2-40B4-BE49-F238E27FC236}">
                  <a16:creationId xmlns:a16="http://schemas.microsoft.com/office/drawing/2014/main" id="{B07189BD-88B7-4EC9-B8A3-520134A42FE0}"/>
                </a:ext>
              </a:extLst>
            </p:cNvPr>
            <p:cNvSpPr>
              <a:spLocks noChangeShapeType="1"/>
            </p:cNvSpPr>
            <p:nvPr/>
          </p:nvSpPr>
          <p:spPr bwMode="auto">
            <a:xfrm flipH="1" flipV="1">
              <a:off x="3382" y="1735"/>
              <a:ext cx="1878"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413" name="Group 1549">
            <a:extLst>
              <a:ext uri="{FF2B5EF4-FFF2-40B4-BE49-F238E27FC236}">
                <a16:creationId xmlns:a16="http://schemas.microsoft.com/office/drawing/2014/main" id="{F07F2C9F-8041-4FE5-AD84-BA88D2227D4E}"/>
              </a:ext>
            </a:extLst>
          </p:cNvPr>
          <p:cNvGrpSpPr>
            <a:grpSpLocks/>
          </p:cNvGrpSpPr>
          <p:nvPr/>
        </p:nvGrpSpPr>
        <p:grpSpPr bwMode="auto">
          <a:xfrm>
            <a:off x="4824413" y="1824038"/>
            <a:ext cx="1076325" cy="3024187"/>
            <a:chOff x="3039" y="1149"/>
            <a:chExt cx="678" cy="1905"/>
          </a:xfrm>
        </p:grpSpPr>
        <p:sp>
          <p:nvSpPr>
            <p:cNvPr id="38412" name="Freeform 1548">
              <a:extLst>
                <a:ext uri="{FF2B5EF4-FFF2-40B4-BE49-F238E27FC236}">
                  <a16:creationId xmlns:a16="http://schemas.microsoft.com/office/drawing/2014/main" id="{0E9F886B-8284-466E-A7D6-96B33C8302E7}"/>
                </a:ext>
              </a:extLst>
            </p:cNvPr>
            <p:cNvSpPr>
              <a:spLocks/>
            </p:cNvSpPr>
            <p:nvPr/>
          </p:nvSpPr>
          <p:spPr bwMode="auto">
            <a:xfrm>
              <a:off x="3716" y="1152"/>
              <a:ext cx="1" cy="1902"/>
            </a:xfrm>
            <a:custGeom>
              <a:avLst/>
              <a:gdLst>
                <a:gd name="T0" fmla="*/ 0 w 1"/>
                <a:gd name="T1" fmla="*/ 0 h 1902"/>
                <a:gd name="T2" fmla="*/ 1 w 1"/>
                <a:gd name="T3" fmla="*/ 1902 h 1902"/>
              </a:gdLst>
              <a:ahLst/>
              <a:cxnLst>
                <a:cxn ang="0">
                  <a:pos x="T0" y="T1"/>
                </a:cxn>
                <a:cxn ang="0">
                  <a:pos x="T2" y="T3"/>
                </a:cxn>
              </a:cxnLst>
              <a:rect l="0" t="0" r="r" b="b"/>
              <a:pathLst>
                <a:path w="1" h="1902">
                  <a:moveTo>
                    <a:pt x="0" y="0"/>
                  </a:moveTo>
                  <a:lnTo>
                    <a:pt x="1" y="1902"/>
                  </a:lnTo>
                </a:path>
              </a:pathLst>
            </a:custGeom>
            <a:noFill/>
            <a:ln w="12700" cap="flat"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0" name="Freeform 1426">
              <a:extLst>
                <a:ext uri="{FF2B5EF4-FFF2-40B4-BE49-F238E27FC236}">
                  <a16:creationId xmlns:a16="http://schemas.microsoft.com/office/drawing/2014/main" id="{2ECA1C2B-D164-45F5-A76E-EAC59186274F}"/>
                </a:ext>
              </a:extLst>
            </p:cNvPr>
            <p:cNvSpPr>
              <a:spLocks/>
            </p:cNvSpPr>
            <p:nvPr/>
          </p:nvSpPr>
          <p:spPr bwMode="auto">
            <a:xfrm>
              <a:off x="3039" y="1149"/>
              <a:ext cx="1" cy="1902"/>
            </a:xfrm>
            <a:custGeom>
              <a:avLst/>
              <a:gdLst>
                <a:gd name="T0" fmla="*/ 0 w 1"/>
                <a:gd name="T1" fmla="*/ 0 h 1902"/>
                <a:gd name="T2" fmla="*/ 1 w 1"/>
                <a:gd name="T3" fmla="*/ 1902 h 1902"/>
              </a:gdLst>
              <a:ahLst/>
              <a:cxnLst>
                <a:cxn ang="0">
                  <a:pos x="T0" y="T1"/>
                </a:cxn>
                <a:cxn ang="0">
                  <a:pos x="T2" y="T3"/>
                </a:cxn>
              </a:cxnLst>
              <a:rect l="0" t="0" r="r" b="b"/>
              <a:pathLst>
                <a:path w="1" h="1902">
                  <a:moveTo>
                    <a:pt x="0" y="0"/>
                  </a:moveTo>
                  <a:lnTo>
                    <a:pt x="1" y="1902"/>
                  </a:lnTo>
                </a:path>
              </a:pathLst>
            </a:custGeom>
            <a:noFill/>
            <a:ln w="12700" cap="flat"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779" name="AutoShape 731">
            <a:extLst>
              <a:ext uri="{FF2B5EF4-FFF2-40B4-BE49-F238E27FC236}">
                <a16:creationId xmlns:a16="http://schemas.microsoft.com/office/drawing/2014/main" id="{9BC7E447-7F35-4755-AF6F-90C16CDAB0D7}"/>
              </a:ext>
            </a:extLst>
          </p:cNvPr>
          <p:cNvSpPr>
            <a:spLocks noChangeArrowheads="1"/>
          </p:cNvSpPr>
          <p:nvPr/>
        </p:nvSpPr>
        <p:spPr bwMode="auto">
          <a:xfrm>
            <a:off x="152400" y="1600200"/>
            <a:ext cx="3657600" cy="4876800"/>
          </a:xfrm>
          <a:prstGeom prst="roundRect">
            <a:avLst>
              <a:gd name="adj" fmla="val 16667"/>
            </a:avLst>
          </a:prstGeom>
          <a:solidFill>
            <a:schemeClr val="hlink">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35" name="Text Box 587">
            <a:extLst>
              <a:ext uri="{FF2B5EF4-FFF2-40B4-BE49-F238E27FC236}">
                <a16:creationId xmlns:a16="http://schemas.microsoft.com/office/drawing/2014/main" id="{210A7183-4426-45A7-945A-00CE6626210D}"/>
              </a:ext>
            </a:extLst>
          </p:cNvPr>
          <p:cNvSpPr txBox="1">
            <a:spLocks noChangeArrowheads="1"/>
          </p:cNvSpPr>
          <p:nvPr/>
        </p:nvSpPr>
        <p:spPr bwMode="auto">
          <a:xfrm>
            <a:off x="3886200" y="171450"/>
            <a:ext cx="4038600" cy="781050"/>
          </a:xfrm>
          <a:prstGeom prst="rect">
            <a:avLst/>
          </a:prstGeom>
          <a:solidFill>
            <a:srgbClr val="CCFFCC"/>
          </a:solidFill>
          <a:ln w="19050">
            <a:solidFill>
              <a:srgbClr val="CC3300"/>
            </a:solidFill>
            <a:miter lim="800000"/>
            <a:headEnd/>
            <a:tailEnd/>
          </a:ln>
          <a:effectLst>
            <a:outerShdw dist="107763" dir="2700000" algn="ctr" rotWithShape="0">
              <a:srgbClr val="00CCFF"/>
            </a:outerShdw>
          </a:effectLst>
        </p:spPr>
        <p:txBody>
          <a:bodyPr>
            <a:spAutoFit/>
          </a:bodyPr>
          <a:lstStyle/>
          <a:p>
            <a:r>
              <a:rPr lang="zh-CN" altLang="en-US" sz="2200" b="1"/>
              <a:t>相贯线是两形体表面的公有线</a:t>
            </a:r>
          </a:p>
          <a:p>
            <a:r>
              <a:rPr lang="zh-CN" altLang="en-US" sz="2200" b="1"/>
              <a:t>相贯线一般是封闭的空间折线</a:t>
            </a:r>
            <a:endParaRPr lang="zh-CN" altLang="en-US" sz="2200"/>
          </a:p>
        </p:txBody>
      </p:sp>
      <p:sp>
        <p:nvSpPr>
          <p:cNvPr id="2579" name="Text Box 531">
            <a:extLst>
              <a:ext uri="{FF2B5EF4-FFF2-40B4-BE49-F238E27FC236}">
                <a16:creationId xmlns:a16="http://schemas.microsoft.com/office/drawing/2014/main" id="{BF230A80-4163-4432-837C-5CDD86A084DF}"/>
              </a:ext>
            </a:extLst>
          </p:cNvPr>
          <p:cNvSpPr txBox="1">
            <a:spLocks noChangeArrowheads="1"/>
          </p:cNvSpPr>
          <p:nvPr/>
        </p:nvSpPr>
        <p:spPr bwMode="auto">
          <a:xfrm>
            <a:off x="152400" y="1066800"/>
            <a:ext cx="41520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zh-CN" b="1" dirty="0">
                <a:solidFill>
                  <a:srgbClr val="FF5050"/>
                </a:solidFill>
              </a:rPr>
              <a:t>[例</a:t>
            </a:r>
            <a:r>
              <a:rPr lang="en-US" altLang="zh-CN" b="1" dirty="0">
                <a:solidFill>
                  <a:srgbClr val="FF5050"/>
                </a:solidFill>
              </a:rPr>
              <a:t>3</a:t>
            </a:r>
            <a:r>
              <a:rPr lang="zh-CN" altLang="zh-CN" b="1" dirty="0">
                <a:solidFill>
                  <a:srgbClr val="FF5050"/>
                </a:solidFill>
              </a:rPr>
              <a:t>]</a:t>
            </a:r>
            <a:r>
              <a:rPr lang="zh-CN" altLang="zh-CN" b="1" dirty="0"/>
              <a:t> 求两三棱柱的相贯线。</a:t>
            </a:r>
            <a:endParaRPr lang="zh-CN" altLang="en-US" u="sng" dirty="0"/>
          </a:p>
        </p:txBody>
      </p:sp>
      <p:sp>
        <p:nvSpPr>
          <p:cNvPr id="2618" name="Text Box 570">
            <a:extLst>
              <a:ext uri="{FF2B5EF4-FFF2-40B4-BE49-F238E27FC236}">
                <a16:creationId xmlns:a16="http://schemas.microsoft.com/office/drawing/2014/main" id="{CCF99458-9657-4C23-870C-D3E6B1BC4893}"/>
              </a:ext>
            </a:extLst>
          </p:cNvPr>
          <p:cNvSpPr txBox="1">
            <a:spLocks noChangeArrowheads="1"/>
          </p:cNvSpPr>
          <p:nvPr/>
        </p:nvSpPr>
        <p:spPr bwMode="auto">
          <a:xfrm>
            <a:off x="228600" y="1944688"/>
            <a:ext cx="33528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pPr>
            <a:r>
              <a:rPr lang="zh-CN" altLang="zh-CN" sz="2200" b="1"/>
              <a:t>1. 求两形体各参贯侧棱与</a:t>
            </a:r>
          </a:p>
          <a:p>
            <a:pPr algn="l">
              <a:lnSpc>
                <a:spcPct val="110000"/>
              </a:lnSpc>
            </a:pPr>
            <a:r>
              <a:rPr lang="zh-CN" altLang="zh-CN" sz="2200" b="1"/>
              <a:t>    另一形体表面的贯穿点.</a:t>
            </a:r>
            <a:endParaRPr lang="en-US" altLang="zh-CN" b="1"/>
          </a:p>
        </p:txBody>
      </p:sp>
      <p:sp>
        <p:nvSpPr>
          <p:cNvPr id="2641" name="Text Box 593">
            <a:extLst>
              <a:ext uri="{FF2B5EF4-FFF2-40B4-BE49-F238E27FC236}">
                <a16:creationId xmlns:a16="http://schemas.microsoft.com/office/drawing/2014/main" id="{8FCF899D-0009-46F7-9058-1D64744439DB}"/>
              </a:ext>
            </a:extLst>
          </p:cNvPr>
          <p:cNvSpPr txBox="1">
            <a:spLocks noChangeArrowheads="1"/>
          </p:cNvSpPr>
          <p:nvPr/>
        </p:nvSpPr>
        <p:spPr bwMode="auto">
          <a:xfrm>
            <a:off x="228600" y="2949575"/>
            <a:ext cx="3429000"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zh-CN" sz="2200" b="1">
                <a:latin typeface="宋体" panose="02010600030101010101" pitchFamily="2" charset="-122"/>
              </a:rPr>
              <a:t>2.把位于甲形体同一侧面</a:t>
            </a:r>
          </a:p>
          <a:p>
            <a:pPr algn="l">
              <a:lnSpc>
                <a:spcPct val="120000"/>
              </a:lnSpc>
            </a:pPr>
            <a:r>
              <a:rPr lang="zh-CN" altLang="zh-CN" sz="2200" b="1">
                <a:latin typeface="宋体" panose="02010600030101010101" pitchFamily="2" charset="-122"/>
              </a:rPr>
              <a:t>  又位于乙形体同一侧面</a:t>
            </a:r>
          </a:p>
          <a:p>
            <a:pPr algn="l">
              <a:lnSpc>
                <a:spcPct val="120000"/>
              </a:lnSpc>
            </a:pPr>
            <a:r>
              <a:rPr lang="zh-CN" altLang="zh-CN" sz="2200" b="1">
                <a:latin typeface="宋体" panose="02010600030101010101" pitchFamily="2" charset="-122"/>
              </a:rPr>
              <a:t>  上的两点，依次连线,并</a:t>
            </a:r>
          </a:p>
          <a:p>
            <a:pPr algn="l">
              <a:lnSpc>
                <a:spcPct val="120000"/>
              </a:lnSpc>
            </a:pPr>
            <a:r>
              <a:rPr lang="zh-CN" altLang="zh-CN" sz="2200" b="1">
                <a:latin typeface="宋体" panose="02010600030101010101" pitchFamily="2" charset="-122"/>
              </a:rPr>
              <a:t>  判断可见性</a:t>
            </a:r>
            <a:r>
              <a:rPr lang="zh-CN" altLang="zh-CN" sz="2200" b="1">
                <a:solidFill>
                  <a:srgbClr val="CC0000"/>
                </a:solidFill>
                <a:latin typeface="宋体" panose="02010600030101010101" pitchFamily="2" charset="-122"/>
              </a:rPr>
              <a:t>（</a:t>
            </a:r>
            <a:r>
              <a:rPr lang="zh-CN" altLang="zh-CN" sz="2200" b="1">
                <a:solidFill>
                  <a:srgbClr val="CC3300"/>
                </a:solidFill>
                <a:latin typeface="宋体" panose="02010600030101010101" pitchFamily="2" charset="-122"/>
              </a:rPr>
              <a:t>只有于两</a:t>
            </a:r>
          </a:p>
          <a:p>
            <a:pPr algn="l">
              <a:lnSpc>
                <a:spcPct val="120000"/>
              </a:lnSpc>
            </a:pPr>
            <a:r>
              <a:rPr lang="zh-CN" altLang="zh-CN" sz="2200" b="1">
                <a:solidFill>
                  <a:srgbClr val="CC3300"/>
                </a:solidFill>
                <a:latin typeface="宋体" panose="02010600030101010101" pitchFamily="2" charset="-122"/>
              </a:rPr>
              <a:t>  形体都可见的侧面上的</a:t>
            </a:r>
          </a:p>
          <a:p>
            <a:pPr algn="l">
              <a:lnSpc>
                <a:spcPct val="120000"/>
              </a:lnSpc>
            </a:pPr>
            <a:r>
              <a:rPr lang="zh-CN" altLang="zh-CN" sz="2200" b="1">
                <a:solidFill>
                  <a:srgbClr val="CC3300"/>
                </a:solidFill>
                <a:latin typeface="宋体" panose="02010600030101010101" pitchFamily="2" charset="-122"/>
              </a:rPr>
              <a:t>  交线才可见）。</a:t>
            </a:r>
          </a:p>
        </p:txBody>
      </p:sp>
      <p:sp>
        <p:nvSpPr>
          <p:cNvPr id="2661" name="Text Box 613">
            <a:extLst>
              <a:ext uri="{FF2B5EF4-FFF2-40B4-BE49-F238E27FC236}">
                <a16:creationId xmlns:a16="http://schemas.microsoft.com/office/drawing/2014/main" id="{F5A2190B-B1F8-482B-8FF5-69968682CC9F}"/>
              </a:ext>
            </a:extLst>
          </p:cNvPr>
          <p:cNvSpPr txBox="1">
            <a:spLocks noChangeArrowheads="1"/>
          </p:cNvSpPr>
          <p:nvPr/>
        </p:nvSpPr>
        <p:spPr bwMode="auto">
          <a:xfrm>
            <a:off x="304800" y="5668963"/>
            <a:ext cx="27114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t>3. </a:t>
            </a:r>
            <a:r>
              <a:rPr lang="zh-CN" altLang="en-US" sz="2200" b="1"/>
              <a:t>加粗其余轮廓线。</a:t>
            </a:r>
            <a:endParaRPr lang="zh-CN" altLang="en-US" b="1"/>
          </a:p>
        </p:txBody>
      </p:sp>
      <p:sp>
        <p:nvSpPr>
          <p:cNvPr id="2866" name="Rectangle 818">
            <a:extLst>
              <a:ext uri="{FF2B5EF4-FFF2-40B4-BE49-F238E27FC236}">
                <a16:creationId xmlns:a16="http://schemas.microsoft.com/office/drawing/2014/main" id="{147536C0-0056-4218-843D-7C4DACFA053C}"/>
              </a:ext>
            </a:extLst>
          </p:cNvPr>
          <p:cNvSpPr>
            <a:spLocks noGrp="1" noChangeArrowheads="1"/>
          </p:cNvSpPr>
          <p:nvPr>
            <p:ph type="title" idx="4294967295"/>
          </p:nvPr>
        </p:nvSpPr>
        <p:spPr>
          <a:xfrm flipH="1">
            <a:off x="2895600" y="381000"/>
            <a:ext cx="152400" cy="304800"/>
          </a:xfrm>
        </p:spPr>
        <p:txBody>
          <a:bodyPr/>
          <a:lstStyle/>
          <a:p>
            <a:pPr algn="r"/>
            <a:r>
              <a:rPr lang="zh-CN" altLang="en-US" sz="200">
                <a:solidFill>
                  <a:schemeClr val="bg1"/>
                </a:solidFill>
              </a:rPr>
              <a:t>平面体相贯</a:t>
            </a:r>
            <a:r>
              <a:rPr lang="en-US" altLang="zh-CN" sz="200">
                <a:solidFill>
                  <a:schemeClr val="bg1"/>
                </a:solidFill>
              </a:rPr>
              <a:t>(</a:t>
            </a:r>
            <a:r>
              <a:rPr lang="zh-CN" altLang="en-US" sz="200">
                <a:solidFill>
                  <a:schemeClr val="bg1"/>
                </a:solidFill>
              </a:rPr>
              <a:t>例</a:t>
            </a:r>
            <a:r>
              <a:rPr lang="en-US" altLang="zh-CN" sz="200">
                <a:solidFill>
                  <a:schemeClr val="bg1"/>
                </a:solidFill>
              </a:rPr>
              <a:t>1:</a:t>
            </a:r>
            <a:r>
              <a:rPr lang="zh-CN" altLang="en-US" sz="200">
                <a:solidFill>
                  <a:schemeClr val="bg1"/>
                </a:solidFill>
              </a:rPr>
              <a:t>两三棱柱相贯</a:t>
            </a:r>
            <a:r>
              <a:rPr lang="en-US" altLang="zh-CN" sz="200">
                <a:solidFill>
                  <a:schemeClr val="bg1"/>
                </a:solidFill>
              </a:rPr>
              <a:t>)</a:t>
            </a:r>
          </a:p>
        </p:txBody>
      </p:sp>
      <p:grpSp>
        <p:nvGrpSpPr>
          <p:cNvPr id="38280" name="Group 1416">
            <a:extLst>
              <a:ext uri="{FF2B5EF4-FFF2-40B4-BE49-F238E27FC236}">
                <a16:creationId xmlns:a16="http://schemas.microsoft.com/office/drawing/2014/main" id="{871AA556-793E-42B5-BB2B-269C0F56F49D}"/>
              </a:ext>
            </a:extLst>
          </p:cNvPr>
          <p:cNvGrpSpPr>
            <a:grpSpLocks/>
          </p:cNvGrpSpPr>
          <p:nvPr/>
        </p:nvGrpSpPr>
        <p:grpSpPr bwMode="auto">
          <a:xfrm>
            <a:off x="6816725" y="4360863"/>
            <a:ext cx="2098675" cy="2039937"/>
            <a:chOff x="4006" y="2651"/>
            <a:chExt cx="1322" cy="1285"/>
          </a:xfrm>
        </p:grpSpPr>
        <p:sp>
          <p:nvSpPr>
            <p:cNvPr id="38242" name="Freeform 1378">
              <a:extLst>
                <a:ext uri="{FF2B5EF4-FFF2-40B4-BE49-F238E27FC236}">
                  <a16:creationId xmlns:a16="http://schemas.microsoft.com/office/drawing/2014/main" id="{2CEE4B51-4FB5-41E1-9EB3-54A26448AB08}"/>
                </a:ext>
              </a:extLst>
            </p:cNvPr>
            <p:cNvSpPr>
              <a:spLocks/>
            </p:cNvSpPr>
            <p:nvPr/>
          </p:nvSpPr>
          <p:spPr bwMode="auto">
            <a:xfrm flipV="1">
              <a:off x="4006" y="2924"/>
              <a:ext cx="187" cy="716"/>
            </a:xfrm>
            <a:custGeom>
              <a:avLst/>
              <a:gdLst>
                <a:gd name="T0" fmla="*/ 0 w 303"/>
                <a:gd name="T1" fmla="*/ 1105 h 1105"/>
                <a:gd name="T2" fmla="*/ 0 w 303"/>
                <a:gd name="T3" fmla="*/ 0 h 1105"/>
                <a:gd name="T4" fmla="*/ 303 w 303"/>
                <a:gd name="T5" fmla="*/ 464 h 1105"/>
              </a:gdLst>
              <a:ahLst/>
              <a:cxnLst>
                <a:cxn ang="0">
                  <a:pos x="T0" y="T1"/>
                </a:cxn>
                <a:cxn ang="0">
                  <a:pos x="T2" y="T3"/>
                </a:cxn>
                <a:cxn ang="0">
                  <a:pos x="T4" y="T5"/>
                </a:cxn>
              </a:cxnLst>
              <a:rect l="0" t="0" r="r" b="b"/>
              <a:pathLst>
                <a:path w="303" h="1105">
                  <a:moveTo>
                    <a:pt x="0" y="1105"/>
                  </a:moveTo>
                  <a:lnTo>
                    <a:pt x="0" y="0"/>
                  </a:lnTo>
                  <a:lnTo>
                    <a:pt x="303" y="464"/>
                  </a:lnTo>
                </a:path>
              </a:pathLst>
            </a:custGeom>
            <a:solidFill>
              <a:srgbClr val="99CCFF"/>
            </a:solidFill>
            <a:ln w="12700" cmpd="sng">
              <a:solidFill>
                <a:srgbClr val="000000"/>
              </a:solidFill>
              <a:prstDash val="solid"/>
              <a:round/>
              <a:headEnd/>
              <a:tailEnd/>
            </a:ln>
          </p:spPr>
          <p:txBody>
            <a:bodyPr/>
            <a:lstStyle/>
            <a:p>
              <a:endParaRPr lang="en-US"/>
            </a:p>
          </p:txBody>
        </p:sp>
        <p:sp>
          <p:nvSpPr>
            <p:cNvPr id="38239" name="Freeform 1375">
              <a:extLst>
                <a:ext uri="{FF2B5EF4-FFF2-40B4-BE49-F238E27FC236}">
                  <a16:creationId xmlns:a16="http://schemas.microsoft.com/office/drawing/2014/main" id="{A4F89853-CDDF-49D1-8EF4-4090E9817C92}"/>
                </a:ext>
              </a:extLst>
            </p:cNvPr>
            <p:cNvSpPr>
              <a:spLocks noChangeArrowheads="1"/>
            </p:cNvSpPr>
            <p:nvPr/>
          </p:nvSpPr>
          <p:spPr bwMode="auto">
            <a:xfrm>
              <a:off x="4627" y="2651"/>
              <a:ext cx="218" cy="453"/>
            </a:xfrm>
            <a:custGeom>
              <a:avLst/>
              <a:gdLst>
                <a:gd name="T0" fmla="*/ 0 w 218"/>
                <a:gd name="T1" fmla="*/ 170 h 453"/>
                <a:gd name="T2" fmla="*/ 1 w 218"/>
                <a:gd name="T3" fmla="*/ 453 h 453"/>
                <a:gd name="T4" fmla="*/ 199 w 218"/>
                <a:gd name="T5" fmla="*/ 273 h 453"/>
                <a:gd name="T6" fmla="*/ 218 w 218"/>
                <a:gd name="T7" fmla="*/ 274 h 453"/>
                <a:gd name="T8" fmla="*/ 218 w 218"/>
                <a:gd name="T9" fmla="*/ 0 h 453"/>
                <a:gd name="T10" fmla="*/ 1 w 218"/>
                <a:gd name="T11" fmla="*/ 171 h 453"/>
              </a:gdLst>
              <a:ahLst/>
              <a:cxnLst>
                <a:cxn ang="0">
                  <a:pos x="T0" y="T1"/>
                </a:cxn>
                <a:cxn ang="0">
                  <a:pos x="T2" y="T3"/>
                </a:cxn>
                <a:cxn ang="0">
                  <a:pos x="T4" y="T5"/>
                </a:cxn>
                <a:cxn ang="0">
                  <a:pos x="T6" y="T7"/>
                </a:cxn>
                <a:cxn ang="0">
                  <a:pos x="T8" y="T9"/>
                </a:cxn>
                <a:cxn ang="0">
                  <a:pos x="T10" y="T11"/>
                </a:cxn>
              </a:cxnLst>
              <a:rect l="0" t="0" r="r" b="b"/>
              <a:pathLst>
                <a:path w="218" h="453">
                  <a:moveTo>
                    <a:pt x="0" y="170"/>
                  </a:moveTo>
                  <a:lnTo>
                    <a:pt x="1" y="453"/>
                  </a:lnTo>
                  <a:lnTo>
                    <a:pt x="199" y="273"/>
                  </a:lnTo>
                  <a:lnTo>
                    <a:pt x="218" y="274"/>
                  </a:lnTo>
                  <a:lnTo>
                    <a:pt x="218" y="0"/>
                  </a:lnTo>
                  <a:lnTo>
                    <a:pt x="1" y="171"/>
                  </a:lnTo>
                </a:path>
              </a:pathLst>
            </a:custGeom>
            <a:gradFill rotWithShape="0">
              <a:gsLst>
                <a:gs pos="0">
                  <a:srgbClr val="CC00CC">
                    <a:gamma/>
                    <a:shade val="46275"/>
                    <a:invGamma/>
                  </a:srgbClr>
                </a:gs>
                <a:gs pos="100000">
                  <a:srgbClr val="CC00CC"/>
                </a:gs>
              </a:gsLst>
              <a:lin ang="0" scaled="1"/>
            </a:gradFill>
            <a:ln w="12700" cmpd="sng">
              <a:solidFill>
                <a:srgbClr val="000000"/>
              </a:solidFill>
              <a:prstDash val="solid"/>
              <a:round/>
              <a:headEnd/>
              <a:tailEnd/>
            </a:ln>
          </p:spPr>
          <p:txBody>
            <a:bodyPr/>
            <a:lstStyle/>
            <a:p>
              <a:endParaRPr lang="en-US"/>
            </a:p>
          </p:txBody>
        </p:sp>
        <p:sp>
          <p:nvSpPr>
            <p:cNvPr id="38269" name="Freeform 1405">
              <a:extLst>
                <a:ext uri="{FF2B5EF4-FFF2-40B4-BE49-F238E27FC236}">
                  <a16:creationId xmlns:a16="http://schemas.microsoft.com/office/drawing/2014/main" id="{7C608543-CCA3-4C24-ACD4-6F48BB6ADC8D}"/>
                </a:ext>
              </a:extLst>
            </p:cNvPr>
            <p:cNvSpPr>
              <a:spLocks noChangeArrowheads="1"/>
            </p:cNvSpPr>
            <p:nvPr/>
          </p:nvSpPr>
          <p:spPr bwMode="auto">
            <a:xfrm>
              <a:off x="4627" y="3416"/>
              <a:ext cx="220" cy="520"/>
            </a:xfrm>
            <a:custGeom>
              <a:avLst/>
              <a:gdLst>
                <a:gd name="T0" fmla="*/ 0 w 220"/>
                <a:gd name="T1" fmla="*/ 520 h 520"/>
                <a:gd name="T2" fmla="*/ 220 w 220"/>
                <a:gd name="T3" fmla="*/ 348 h 520"/>
                <a:gd name="T4" fmla="*/ 220 w 220"/>
                <a:gd name="T5" fmla="*/ 225 h 520"/>
                <a:gd name="T6" fmla="*/ 197 w 220"/>
                <a:gd name="T7" fmla="*/ 228 h 520"/>
                <a:gd name="T8" fmla="*/ 1 w 220"/>
                <a:gd name="T9" fmla="*/ 0 h 520"/>
                <a:gd name="T10" fmla="*/ 1 w 220"/>
                <a:gd name="T11" fmla="*/ 519 h 520"/>
              </a:gdLst>
              <a:ahLst/>
              <a:cxnLst>
                <a:cxn ang="0">
                  <a:pos x="T0" y="T1"/>
                </a:cxn>
                <a:cxn ang="0">
                  <a:pos x="T2" y="T3"/>
                </a:cxn>
                <a:cxn ang="0">
                  <a:pos x="T4" y="T5"/>
                </a:cxn>
                <a:cxn ang="0">
                  <a:pos x="T6" y="T7"/>
                </a:cxn>
                <a:cxn ang="0">
                  <a:pos x="T8" y="T9"/>
                </a:cxn>
                <a:cxn ang="0">
                  <a:pos x="T10" y="T11"/>
                </a:cxn>
              </a:cxnLst>
              <a:rect l="0" t="0" r="r" b="b"/>
              <a:pathLst>
                <a:path w="220" h="520">
                  <a:moveTo>
                    <a:pt x="0" y="520"/>
                  </a:moveTo>
                  <a:lnTo>
                    <a:pt x="220" y="348"/>
                  </a:lnTo>
                  <a:lnTo>
                    <a:pt x="220" y="225"/>
                  </a:lnTo>
                  <a:lnTo>
                    <a:pt x="197" y="228"/>
                  </a:lnTo>
                  <a:lnTo>
                    <a:pt x="1" y="0"/>
                  </a:lnTo>
                  <a:lnTo>
                    <a:pt x="1" y="519"/>
                  </a:lnTo>
                </a:path>
              </a:pathLst>
            </a:custGeom>
            <a:gradFill rotWithShape="0">
              <a:gsLst>
                <a:gs pos="0">
                  <a:srgbClr val="CC00CC">
                    <a:gamma/>
                    <a:shade val="46275"/>
                    <a:invGamma/>
                  </a:srgbClr>
                </a:gs>
                <a:gs pos="100000">
                  <a:srgbClr val="CC00CC"/>
                </a:gs>
              </a:gsLst>
              <a:lin ang="0" scaled="1"/>
            </a:gradFill>
            <a:ln w="12700" cmpd="sng">
              <a:solidFill>
                <a:srgbClr val="000000"/>
              </a:solidFill>
              <a:prstDash val="solid"/>
              <a:round/>
              <a:headEnd/>
              <a:tailEnd/>
            </a:ln>
          </p:spPr>
          <p:txBody>
            <a:bodyPr/>
            <a:lstStyle/>
            <a:p>
              <a:endParaRPr lang="en-US"/>
            </a:p>
          </p:txBody>
        </p:sp>
        <p:sp>
          <p:nvSpPr>
            <p:cNvPr id="38110" name="Freeform 1246">
              <a:extLst>
                <a:ext uri="{FF2B5EF4-FFF2-40B4-BE49-F238E27FC236}">
                  <a16:creationId xmlns:a16="http://schemas.microsoft.com/office/drawing/2014/main" id="{1AF0733E-A1BB-4493-92A6-6CB1E051C8FA}"/>
                </a:ext>
              </a:extLst>
            </p:cNvPr>
            <p:cNvSpPr>
              <a:spLocks noChangeArrowheads="1"/>
            </p:cNvSpPr>
            <p:nvPr/>
          </p:nvSpPr>
          <p:spPr bwMode="auto">
            <a:xfrm>
              <a:off x="4007" y="2924"/>
              <a:ext cx="1321" cy="417"/>
            </a:xfrm>
            <a:custGeom>
              <a:avLst/>
              <a:gdLst>
                <a:gd name="T0" fmla="*/ 1321 w 1321"/>
                <a:gd name="T1" fmla="*/ 417 h 417"/>
                <a:gd name="T2" fmla="*/ 1135 w 1321"/>
                <a:gd name="T3" fmla="*/ 0 h 417"/>
                <a:gd name="T4" fmla="*/ 819 w 1321"/>
                <a:gd name="T5" fmla="*/ 1 h 417"/>
                <a:gd name="T6" fmla="*/ 621 w 1321"/>
                <a:gd name="T7" fmla="*/ 180 h 417"/>
                <a:gd name="T8" fmla="*/ 316 w 1321"/>
                <a:gd name="T9" fmla="*/ 0 h 417"/>
                <a:gd name="T10" fmla="*/ 0 w 1321"/>
                <a:gd name="T11" fmla="*/ 0 h 417"/>
                <a:gd name="T12" fmla="*/ 184 w 1321"/>
                <a:gd name="T13" fmla="*/ 417 h 417"/>
                <a:gd name="T14" fmla="*/ 1321 w 1321"/>
                <a:gd name="T15" fmla="*/ 417 h 4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1" h="417">
                  <a:moveTo>
                    <a:pt x="1321" y="417"/>
                  </a:moveTo>
                  <a:lnTo>
                    <a:pt x="1135" y="0"/>
                  </a:lnTo>
                  <a:lnTo>
                    <a:pt x="819" y="1"/>
                  </a:lnTo>
                  <a:lnTo>
                    <a:pt x="621" y="180"/>
                  </a:lnTo>
                  <a:lnTo>
                    <a:pt x="316" y="0"/>
                  </a:lnTo>
                  <a:lnTo>
                    <a:pt x="0" y="0"/>
                  </a:lnTo>
                  <a:lnTo>
                    <a:pt x="184" y="417"/>
                  </a:lnTo>
                  <a:lnTo>
                    <a:pt x="1321" y="417"/>
                  </a:lnTo>
                </a:path>
              </a:pathLst>
            </a:custGeom>
            <a:solidFill>
              <a:schemeClr val="hlink"/>
            </a:solidFill>
            <a:ln w="12700" cmpd="sng">
              <a:solidFill>
                <a:srgbClr val="000000"/>
              </a:solidFill>
              <a:prstDash val="solid"/>
              <a:round/>
              <a:headEnd/>
              <a:tailEnd/>
            </a:ln>
          </p:spPr>
          <p:txBody>
            <a:bodyPr/>
            <a:lstStyle/>
            <a:p>
              <a:endParaRPr lang="en-US"/>
            </a:p>
          </p:txBody>
        </p:sp>
        <p:sp>
          <p:nvSpPr>
            <p:cNvPr id="38111" name="Freeform 1247">
              <a:extLst>
                <a:ext uri="{FF2B5EF4-FFF2-40B4-BE49-F238E27FC236}">
                  <a16:creationId xmlns:a16="http://schemas.microsoft.com/office/drawing/2014/main" id="{6F7CBD16-B42D-45B6-B7F6-BC2D14EB16A7}"/>
                </a:ext>
              </a:extLst>
            </p:cNvPr>
            <p:cNvSpPr>
              <a:spLocks noChangeArrowheads="1"/>
            </p:cNvSpPr>
            <p:nvPr/>
          </p:nvSpPr>
          <p:spPr bwMode="auto">
            <a:xfrm>
              <a:off x="4008" y="3340"/>
              <a:ext cx="1318" cy="302"/>
            </a:xfrm>
            <a:custGeom>
              <a:avLst/>
              <a:gdLst>
                <a:gd name="T0" fmla="*/ 619 w 1318"/>
                <a:gd name="T1" fmla="*/ 72 h 302"/>
                <a:gd name="T2" fmla="*/ 314 w 1318"/>
                <a:gd name="T3" fmla="*/ 300 h 302"/>
                <a:gd name="T4" fmla="*/ 0 w 1318"/>
                <a:gd name="T5" fmla="*/ 300 h 302"/>
                <a:gd name="T6" fmla="*/ 182 w 1318"/>
                <a:gd name="T7" fmla="*/ 0 h 302"/>
                <a:gd name="T8" fmla="*/ 1318 w 1318"/>
                <a:gd name="T9" fmla="*/ 0 h 302"/>
                <a:gd name="T10" fmla="*/ 1134 w 1318"/>
                <a:gd name="T11" fmla="*/ 302 h 302"/>
                <a:gd name="T12" fmla="*/ 818 w 1318"/>
                <a:gd name="T13" fmla="*/ 302 h 302"/>
                <a:gd name="T14" fmla="*/ 620 w 1318"/>
                <a:gd name="T15" fmla="*/ 7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8" h="302">
                  <a:moveTo>
                    <a:pt x="619" y="72"/>
                  </a:moveTo>
                  <a:lnTo>
                    <a:pt x="314" y="300"/>
                  </a:lnTo>
                  <a:lnTo>
                    <a:pt x="0" y="300"/>
                  </a:lnTo>
                  <a:lnTo>
                    <a:pt x="182" y="0"/>
                  </a:lnTo>
                  <a:lnTo>
                    <a:pt x="1318" y="0"/>
                  </a:lnTo>
                  <a:lnTo>
                    <a:pt x="1134" y="302"/>
                  </a:lnTo>
                  <a:lnTo>
                    <a:pt x="818" y="302"/>
                  </a:lnTo>
                  <a:lnTo>
                    <a:pt x="620" y="72"/>
                  </a:lnTo>
                </a:path>
              </a:pathLst>
            </a:custGeom>
            <a:gradFill rotWithShape="0">
              <a:gsLst>
                <a:gs pos="0">
                  <a:srgbClr val="0066CC">
                    <a:gamma/>
                    <a:shade val="36078"/>
                    <a:invGamma/>
                  </a:srgbClr>
                </a:gs>
                <a:gs pos="100000">
                  <a:srgbClr val="0066CC"/>
                </a:gs>
              </a:gsLst>
              <a:lin ang="5400000" scaled="1"/>
            </a:gradFill>
            <a:ln w="12700" cmpd="sng">
              <a:solidFill>
                <a:srgbClr val="000000"/>
              </a:solidFill>
              <a:prstDash val="solid"/>
              <a:round/>
              <a:headEnd/>
              <a:tailEnd/>
            </a:ln>
          </p:spPr>
          <p:txBody>
            <a:bodyPr/>
            <a:lstStyle/>
            <a:p>
              <a:endParaRPr lang="en-US"/>
            </a:p>
          </p:txBody>
        </p:sp>
        <p:sp>
          <p:nvSpPr>
            <p:cNvPr id="38210" name="Freeform 1346">
              <a:extLst>
                <a:ext uri="{FF2B5EF4-FFF2-40B4-BE49-F238E27FC236}">
                  <a16:creationId xmlns:a16="http://schemas.microsoft.com/office/drawing/2014/main" id="{54362F42-31EF-4149-8A3B-EAFE4DB4792E}"/>
                </a:ext>
              </a:extLst>
            </p:cNvPr>
            <p:cNvSpPr>
              <a:spLocks noChangeArrowheads="1"/>
            </p:cNvSpPr>
            <p:nvPr/>
          </p:nvSpPr>
          <p:spPr bwMode="auto">
            <a:xfrm>
              <a:off x="4088" y="2651"/>
              <a:ext cx="540" cy="451"/>
            </a:xfrm>
            <a:custGeom>
              <a:avLst/>
              <a:gdLst>
                <a:gd name="T0" fmla="*/ 0 w 540"/>
                <a:gd name="T1" fmla="*/ 0 h 451"/>
                <a:gd name="T2" fmla="*/ 0 w 540"/>
                <a:gd name="T3" fmla="*/ 273 h 451"/>
                <a:gd name="T4" fmla="*/ 234 w 540"/>
                <a:gd name="T5" fmla="*/ 273 h 451"/>
                <a:gd name="T6" fmla="*/ 540 w 540"/>
                <a:gd name="T7" fmla="*/ 451 h 451"/>
                <a:gd name="T8" fmla="*/ 540 w 540"/>
                <a:gd name="T9" fmla="*/ 171 h 451"/>
                <a:gd name="T10" fmla="*/ 0 w 540"/>
                <a:gd name="T11" fmla="*/ 0 h 451"/>
              </a:gdLst>
              <a:ahLst/>
              <a:cxnLst>
                <a:cxn ang="0">
                  <a:pos x="T0" y="T1"/>
                </a:cxn>
                <a:cxn ang="0">
                  <a:pos x="T2" y="T3"/>
                </a:cxn>
                <a:cxn ang="0">
                  <a:pos x="T4" y="T5"/>
                </a:cxn>
                <a:cxn ang="0">
                  <a:pos x="T6" y="T7"/>
                </a:cxn>
                <a:cxn ang="0">
                  <a:pos x="T8" y="T9"/>
                </a:cxn>
                <a:cxn ang="0">
                  <a:pos x="T10" y="T11"/>
                </a:cxn>
              </a:cxnLst>
              <a:rect l="0" t="0" r="r" b="b"/>
              <a:pathLst>
                <a:path w="540" h="451">
                  <a:moveTo>
                    <a:pt x="0" y="0"/>
                  </a:moveTo>
                  <a:lnTo>
                    <a:pt x="0" y="273"/>
                  </a:lnTo>
                  <a:lnTo>
                    <a:pt x="234" y="273"/>
                  </a:lnTo>
                  <a:lnTo>
                    <a:pt x="540" y="451"/>
                  </a:lnTo>
                  <a:lnTo>
                    <a:pt x="540" y="171"/>
                  </a:lnTo>
                  <a:lnTo>
                    <a:pt x="0" y="0"/>
                  </a:lnTo>
                </a:path>
              </a:pathLst>
            </a:custGeom>
            <a:solidFill>
              <a:srgbClr val="FF99FF"/>
            </a:solidFill>
            <a:ln w="12700" cmpd="sng">
              <a:solidFill>
                <a:srgbClr val="000000"/>
              </a:solidFill>
              <a:prstDash val="solid"/>
              <a:round/>
              <a:headEnd/>
              <a:tailEnd/>
            </a:ln>
          </p:spPr>
          <p:txBody>
            <a:bodyPr/>
            <a:lstStyle/>
            <a:p>
              <a:endParaRPr lang="en-US"/>
            </a:p>
          </p:txBody>
        </p:sp>
        <p:sp>
          <p:nvSpPr>
            <p:cNvPr id="38211" name="Freeform 1347">
              <a:extLst>
                <a:ext uri="{FF2B5EF4-FFF2-40B4-BE49-F238E27FC236}">
                  <a16:creationId xmlns:a16="http://schemas.microsoft.com/office/drawing/2014/main" id="{E2F9C72E-F9FB-48CD-BB5C-0972B90ED60F}"/>
                </a:ext>
              </a:extLst>
            </p:cNvPr>
            <p:cNvSpPr>
              <a:spLocks/>
            </p:cNvSpPr>
            <p:nvPr/>
          </p:nvSpPr>
          <p:spPr bwMode="auto">
            <a:xfrm flipV="1">
              <a:off x="4088" y="2651"/>
              <a:ext cx="757" cy="170"/>
            </a:xfrm>
            <a:custGeom>
              <a:avLst/>
              <a:gdLst>
                <a:gd name="T0" fmla="*/ 875 w 1228"/>
                <a:gd name="T1" fmla="*/ 0 h 261"/>
                <a:gd name="T2" fmla="*/ 0 w 1228"/>
                <a:gd name="T3" fmla="*/ 261 h 261"/>
                <a:gd name="T4" fmla="*/ 1228 w 1228"/>
                <a:gd name="T5" fmla="*/ 261 h 261"/>
                <a:gd name="T6" fmla="*/ 875 w 1228"/>
                <a:gd name="T7" fmla="*/ 0 h 261"/>
              </a:gdLst>
              <a:ahLst/>
              <a:cxnLst>
                <a:cxn ang="0">
                  <a:pos x="T0" y="T1"/>
                </a:cxn>
                <a:cxn ang="0">
                  <a:pos x="T2" y="T3"/>
                </a:cxn>
                <a:cxn ang="0">
                  <a:pos x="T4" y="T5"/>
                </a:cxn>
                <a:cxn ang="0">
                  <a:pos x="T6" y="T7"/>
                </a:cxn>
              </a:cxnLst>
              <a:rect l="0" t="0" r="r" b="b"/>
              <a:pathLst>
                <a:path w="1228" h="261">
                  <a:moveTo>
                    <a:pt x="875" y="0"/>
                  </a:moveTo>
                  <a:lnTo>
                    <a:pt x="0" y="261"/>
                  </a:lnTo>
                  <a:lnTo>
                    <a:pt x="1228" y="261"/>
                  </a:lnTo>
                  <a:lnTo>
                    <a:pt x="875" y="0"/>
                  </a:lnTo>
                </a:path>
              </a:pathLst>
            </a:custGeom>
            <a:solidFill>
              <a:srgbClr val="FFCCFF"/>
            </a:solidFill>
            <a:ln w="12700" cmpd="sng">
              <a:solidFill>
                <a:srgbClr val="000000"/>
              </a:solidFill>
              <a:prstDash val="solid"/>
              <a:round/>
              <a:headEnd/>
              <a:tailEnd/>
            </a:ln>
          </p:spPr>
          <p:txBody>
            <a:bodyPr/>
            <a:lstStyle/>
            <a:p>
              <a:endParaRPr lang="en-US"/>
            </a:p>
          </p:txBody>
        </p:sp>
        <p:sp>
          <p:nvSpPr>
            <p:cNvPr id="38270" name="Freeform 1406">
              <a:extLst>
                <a:ext uri="{FF2B5EF4-FFF2-40B4-BE49-F238E27FC236}">
                  <a16:creationId xmlns:a16="http://schemas.microsoft.com/office/drawing/2014/main" id="{4E551ED7-75D4-4C5D-B4AA-012A131D1BAA}"/>
                </a:ext>
              </a:extLst>
            </p:cNvPr>
            <p:cNvSpPr>
              <a:spLocks noChangeArrowheads="1"/>
            </p:cNvSpPr>
            <p:nvPr/>
          </p:nvSpPr>
          <p:spPr bwMode="auto">
            <a:xfrm>
              <a:off x="4088" y="3412"/>
              <a:ext cx="540" cy="522"/>
            </a:xfrm>
            <a:custGeom>
              <a:avLst/>
              <a:gdLst>
                <a:gd name="T0" fmla="*/ 0 w 540"/>
                <a:gd name="T1" fmla="*/ 354 h 522"/>
                <a:gd name="T2" fmla="*/ 0 w 540"/>
                <a:gd name="T3" fmla="*/ 228 h 522"/>
                <a:gd name="T4" fmla="*/ 236 w 540"/>
                <a:gd name="T5" fmla="*/ 228 h 522"/>
                <a:gd name="T6" fmla="*/ 540 w 540"/>
                <a:gd name="T7" fmla="*/ 0 h 522"/>
                <a:gd name="T8" fmla="*/ 540 w 540"/>
                <a:gd name="T9" fmla="*/ 522 h 522"/>
                <a:gd name="T10" fmla="*/ 1 w 540"/>
                <a:gd name="T11" fmla="*/ 356 h 522"/>
              </a:gdLst>
              <a:ahLst/>
              <a:cxnLst>
                <a:cxn ang="0">
                  <a:pos x="T0" y="T1"/>
                </a:cxn>
                <a:cxn ang="0">
                  <a:pos x="T2" y="T3"/>
                </a:cxn>
                <a:cxn ang="0">
                  <a:pos x="T4" y="T5"/>
                </a:cxn>
                <a:cxn ang="0">
                  <a:pos x="T6" y="T7"/>
                </a:cxn>
                <a:cxn ang="0">
                  <a:pos x="T8" y="T9"/>
                </a:cxn>
                <a:cxn ang="0">
                  <a:pos x="T10" y="T11"/>
                </a:cxn>
              </a:cxnLst>
              <a:rect l="0" t="0" r="r" b="b"/>
              <a:pathLst>
                <a:path w="540" h="522">
                  <a:moveTo>
                    <a:pt x="0" y="354"/>
                  </a:moveTo>
                  <a:lnTo>
                    <a:pt x="0" y="228"/>
                  </a:lnTo>
                  <a:lnTo>
                    <a:pt x="236" y="228"/>
                  </a:lnTo>
                  <a:lnTo>
                    <a:pt x="540" y="0"/>
                  </a:lnTo>
                  <a:lnTo>
                    <a:pt x="540" y="522"/>
                  </a:lnTo>
                  <a:lnTo>
                    <a:pt x="1" y="356"/>
                  </a:lnTo>
                </a:path>
              </a:pathLst>
            </a:custGeom>
            <a:solidFill>
              <a:srgbClr val="FF99FF"/>
            </a:solidFill>
            <a:ln w="12700" cmpd="sng">
              <a:solidFill>
                <a:srgbClr val="000000"/>
              </a:solidFill>
              <a:prstDash val="solid"/>
              <a:round/>
              <a:headEnd/>
              <a:tailEnd/>
            </a:ln>
          </p:spPr>
          <p:txBody>
            <a:bodyPr/>
            <a:lstStyle/>
            <a:p>
              <a:endParaRPr lang="en-US"/>
            </a:p>
          </p:txBody>
        </p:sp>
        <p:grpSp>
          <p:nvGrpSpPr>
            <p:cNvPr id="38279" name="Group 1415">
              <a:extLst>
                <a:ext uri="{FF2B5EF4-FFF2-40B4-BE49-F238E27FC236}">
                  <a16:creationId xmlns:a16="http://schemas.microsoft.com/office/drawing/2014/main" id="{014A3B20-67FA-4988-A79C-91132EE42D58}"/>
                </a:ext>
              </a:extLst>
            </p:cNvPr>
            <p:cNvGrpSpPr>
              <a:grpSpLocks/>
            </p:cNvGrpSpPr>
            <p:nvPr/>
          </p:nvGrpSpPr>
          <p:grpSpPr bwMode="auto">
            <a:xfrm>
              <a:off x="4088" y="2924"/>
              <a:ext cx="1051" cy="844"/>
              <a:chOff x="4088" y="2924"/>
              <a:chExt cx="1051" cy="844"/>
            </a:xfrm>
          </p:grpSpPr>
          <p:sp>
            <p:nvSpPr>
              <p:cNvPr id="38273" name="Line 1409">
                <a:extLst>
                  <a:ext uri="{FF2B5EF4-FFF2-40B4-BE49-F238E27FC236}">
                    <a16:creationId xmlns:a16="http://schemas.microsoft.com/office/drawing/2014/main" id="{47801A16-CA1E-45B4-B4E8-E3DC7656B819}"/>
                  </a:ext>
                </a:extLst>
              </p:cNvPr>
              <p:cNvSpPr>
                <a:spLocks noChangeShapeType="1"/>
              </p:cNvSpPr>
              <p:nvPr/>
            </p:nvSpPr>
            <p:spPr bwMode="auto">
              <a:xfrm>
                <a:off x="4088" y="2924"/>
                <a:ext cx="0" cy="72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74" name="Freeform 1410">
                <a:extLst>
                  <a:ext uri="{FF2B5EF4-FFF2-40B4-BE49-F238E27FC236}">
                    <a16:creationId xmlns:a16="http://schemas.microsoft.com/office/drawing/2014/main" id="{50816312-17EE-4234-8A41-72BAA3593875}"/>
                  </a:ext>
                </a:extLst>
              </p:cNvPr>
              <p:cNvSpPr>
                <a:spLocks/>
              </p:cNvSpPr>
              <p:nvPr/>
            </p:nvSpPr>
            <p:spPr bwMode="auto">
              <a:xfrm>
                <a:off x="4320" y="2929"/>
                <a:ext cx="3" cy="707"/>
              </a:xfrm>
              <a:custGeom>
                <a:avLst/>
                <a:gdLst>
                  <a:gd name="T0" fmla="*/ 0 w 3"/>
                  <a:gd name="T1" fmla="*/ 0 h 707"/>
                  <a:gd name="T2" fmla="*/ 3 w 3"/>
                  <a:gd name="T3" fmla="*/ 707 h 707"/>
                </a:gdLst>
                <a:ahLst/>
                <a:cxnLst>
                  <a:cxn ang="0">
                    <a:pos x="T0" y="T1"/>
                  </a:cxn>
                  <a:cxn ang="0">
                    <a:pos x="T2" y="T3"/>
                  </a:cxn>
                </a:cxnLst>
                <a:rect l="0" t="0" r="r" b="b"/>
                <a:pathLst>
                  <a:path w="3" h="707">
                    <a:moveTo>
                      <a:pt x="0" y="0"/>
                    </a:moveTo>
                    <a:lnTo>
                      <a:pt x="3" y="707"/>
                    </a:lnTo>
                  </a:path>
                </a:pathLst>
              </a:custGeom>
              <a:noFill/>
              <a:ln w="12700" cap="flat" cmpd="sng">
                <a:solidFill>
                  <a:schemeClr val="tx1"/>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75" name="Line 1411">
                <a:extLst>
                  <a:ext uri="{FF2B5EF4-FFF2-40B4-BE49-F238E27FC236}">
                    <a16:creationId xmlns:a16="http://schemas.microsoft.com/office/drawing/2014/main" id="{72C52913-EF32-463F-9C3A-502D07867AD2}"/>
                  </a:ext>
                </a:extLst>
              </p:cNvPr>
              <p:cNvSpPr>
                <a:spLocks noChangeShapeType="1"/>
              </p:cNvSpPr>
              <p:nvPr/>
            </p:nvSpPr>
            <p:spPr bwMode="auto">
              <a:xfrm>
                <a:off x="4845" y="2928"/>
                <a:ext cx="0" cy="72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76" name="Line 1412">
                <a:extLst>
                  <a:ext uri="{FF2B5EF4-FFF2-40B4-BE49-F238E27FC236}">
                    <a16:creationId xmlns:a16="http://schemas.microsoft.com/office/drawing/2014/main" id="{4DA85617-C523-44E4-8F56-8452253AC35C}"/>
                  </a:ext>
                </a:extLst>
              </p:cNvPr>
              <p:cNvSpPr>
                <a:spLocks noChangeShapeType="1"/>
              </p:cNvSpPr>
              <p:nvPr/>
            </p:nvSpPr>
            <p:spPr bwMode="auto">
              <a:xfrm>
                <a:off x="4824" y="2928"/>
                <a:ext cx="0" cy="72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77" name="Freeform 1413">
                <a:extLst>
                  <a:ext uri="{FF2B5EF4-FFF2-40B4-BE49-F238E27FC236}">
                    <a16:creationId xmlns:a16="http://schemas.microsoft.com/office/drawing/2014/main" id="{102AA637-DB15-485B-9429-EB44B778EC1D}"/>
                  </a:ext>
                </a:extLst>
              </p:cNvPr>
              <p:cNvSpPr>
                <a:spLocks/>
              </p:cNvSpPr>
              <p:nvPr/>
            </p:nvSpPr>
            <p:spPr bwMode="auto">
              <a:xfrm>
                <a:off x="4090" y="3762"/>
                <a:ext cx="764" cy="6"/>
              </a:xfrm>
              <a:custGeom>
                <a:avLst/>
                <a:gdLst>
                  <a:gd name="T0" fmla="*/ 0 w 764"/>
                  <a:gd name="T1" fmla="*/ 6 h 6"/>
                  <a:gd name="T2" fmla="*/ 764 w 764"/>
                  <a:gd name="T3" fmla="*/ 0 h 6"/>
                </a:gdLst>
                <a:ahLst/>
                <a:cxnLst>
                  <a:cxn ang="0">
                    <a:pos x="T0" y="T1"/>
                  </a:cxn>
                  <a:cxn ang="0">
                    <a:pos x="T2" y="T3"/>
                  </a:cxn>
                </a:cxnLst>
                <a:rect l="0" t="0" r="r" b="b"/>
                <a:pathLst>
                  <a:path w="764" h="6">
                    <a:moveTo>
                      <a:pt x="0" y="6"/>
                    </a:moveTo>
                    <a:lnTo>
                      <a:pt x="764" y="0"/>
                    </a:lnTo>
                  </a:path>
                </a:pathLst>
              </a:custGeom>
              <a:noFill/>
              <a:ln w="12700" cap="flat" cmpd="sng">
                <a:solidFill>
                  <a:schemeClr val="tx1"/>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78" name="Freeform 1414">
                <a:extLst>
                  <a:ext uri="{FF2B5EF4-FFF2-40B4-BE49-F238E27FC236}">
                    <a16:creationId xmlns:a16="http://schemas.microsoft.com/office/drawing/2014/main" id="{9E07FF91-3682-428C-A580-C7B219A33335}"/>
                  </a:ext>
                </a:extLst>
              </p:cNvPr>
              <p:cNvSpPr>
                <a:spLocks/>
              </p:cNvSpPr>
              <p:nvPr/>
            </p:nvSpPr>
            <p:spPr bwMode="auto">
              <a:xfrm>
                <a:off x="5136" y="2924"/>
                <a:ext cx="3" cy="707"/>
              </a:xfrm>
              <a:custGeom>
                <a:avLst/>
                <a:gdLst>
                  <a:gd name="T0" fmla="*/ 0 w 3"/>
                  <a:gd name="T1" fmla="*/ 0 h 707"/>
                  <a:gd name="T2" fmla="*/ 3 w 3"/>
                  <a:gd name="T3" fmla="*/ 707 h 707"/>
                </a:gdLst>
                <a:ahLst/>
                <a:cxnLst>
                  <a:cxn ang="0">
                    <a:pos x="T0" y="T1"/>
                  </a:cxn>
                  <a:cxn ang="0">
                    <a:pos x="T2" y="T3"/>
                  </a:cxn>
                </a:cxnLst>
                <a:rect l="0" t="0" r="r" b="b"/>
                <a:pathLst>
                  <a:path w="3" h="707">
                    <a:moveTo>
                      <a:pt x="0" y="0"/>
                    </a:moveTo>
                    <a:lnTo>
                      <a:pt x="3" y="707"/>
                    </a:lnTo>
                  </a:path>
                </a:pathLst>
              </a:custGeom>
              <a:noFill/>
              <a:ln w="12700" cap="flat" cmpd="sng">
                <a:solidFill>
                  <a:schemeClr val="tx1"/>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8418" name="Group 1554">
            <a:extLst>
              <a:ext uri="{FF2B5EF4-FFF2-40B4-BE49-F238E27FC236}">
                <a16:creationId xmlns:a16="http://schemas.microsoft.com/office/drawing/2014/main" id="{6149CD67-46A5-4EF3-B7D6-AACEDB19A134}"/>
              </a:ext>
            </a:extLst>
          </p:cNvPr>
          <p:cNvGrpSpPr>
            <a:grpSpLocks/>
          </p:cNvGrpSpPr>
          <p:nvPr/>
        </p:nvGrpSpPr>
        <p:grpSpPr bwMode="auto">
          <a:xfrm>
            <a:off x="4824413" y="1825625"/>
            <a:ext cx="1084262" cy="1541463"/>
            <a:chOff x="3039" y="1150"/>
            <a:chExt cx="683" cy="971"/>
          </a:xfrm>
        </p:grpSpPr>
        <p:sp>
          <p:nvSpPr>
            <p:cNvPr id="38035" name="Line 1171">
              <a:extLst>
                <a:ext uri="{FF2B5EF4-FFF2-40B4-BE49-F238E27FC236}">
                  <a16:creationId xmlns:a16="http://schemas.microsoft.com/office/drawing/2014/main" id="{D7C64EE2-D852-4BE0-BEA3-17541349C337}"/>
                </a:ext>
              </a:extLst>
            </p:cNvPr>
            <p:cNvSpPr>
              <a:spLocks noChangeShapeType="1"/>
            </p:cNvSpPr>
            <p:nvPr/>
          </p:nvSpPr>
          <p:spPr bwMode="auto">
            <a:xfrm flipH="1">
              <a:off x="3039" y="1735"/>
              <a:ext cx="343" cy="38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36" name="Line 1172">
              <a:extLst>
                <a:ext uri="{FF2B5EF4-FFF2-40B4-BE49-F238E27FC236}">
                  <a16:creationId xmlns:a16="http://schemas.microsoft.com/office/drawing/2014/main" id="{75672E64-902B-41C6-88C4-049CB5E352CD}"/>
                </a:ext>
              </a:extLst>
            </p:cNvPr>
            <p:cNvSpPr>
              <a:spLocks noChangeShapeType="1"/>
            </p:cNvSpPr>
            <p:nvPr/>
          </p:nvSpPr>
          <p:spPr bwMode="auto">
            <a:xfrm>
              <a:off x="3382" y="1735"/>
              <a:ext cx="340" cy="38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37" name="Line 1173">
              <a:extLst>
                <a:ext uri="{FF2B5EF4-FFF2-40B4-BE49-F238E27FC236}">
                  <a16:creationId xmlns:a16="http://schemas.microsoft.com/office/drawing/2014/main" id="{585C9B16-594A-4FBF-9A8B-16DBFDAE521B}"/>
                </a:ext>
              </a:extLst>
            </p:cNvPr>
            <p:cNvSpPr>
              <a:spLocks noChangeShapeType="1"/>
            </p:cNvSpPr>
            <p:nvPr/>
          </p:nvSpPr>
          <p:spPr bwMode="auto">
            <a:xfrm flipV="1">
              <a:off x="3382" y="1150"/>
              <a:ext cx="340" cy="17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38" name="Line 1174">
              <a:extLst>
                <a:ext uri="{FF2B5EF4-FFF2-40B4-BE49-F238E27FC236}">
                  <a16:creationId xmlns:a16="http://schemas.microsoft.com/office/drawing/2014/main" id="{E124694B-1C9C-421C-B273-5409006A4641}"/>
                </a:ext>
              </a:extLst>
            </p:cNvPr>
            <p:cNvSpPr>
              <a:spLocks noChangeShapeType="1"/>
            </p:cNvSpPr>
            <p:nvPr/>
          </p:nvSpPr>
          <p:spPr bwMode="auto">
            <a:xfrm flipH="1" flipV="1">
              <a:off x="3039" y="1150"/>
              <a:ext cx="343" cy="17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419" name="Group 1555">
            <a:extLst>
              <a:ext uri="{FF2B5EF4-FFF2-40B4-BE49-F238E27FC236}">
                <a16:creationId xmlns:a16="http://schemas.microsoft.com/office/drawing/2014/main" id="{877DEB09-C802-4982-AF69-FD5E007B58C5}"/>
              </a:ext>
            </a:extLst>
          </p:cNvPr>
          <p:cNvGrpSpPr>
            <a:grpSpLocks/>
          </p:cNvGrpSpPr>
          <p:nvPr/>
        </p:nvGrpSpPr>
        <p:grpSpPr bwMode="auto">
          <a:xfrm>
            <a:off x="4826000" y="1827213"/>
            <a:ext cx="1076325" cy="1533525"/>
            <a:chOff x="3040" y="1151"/>
            <a:chExt cx="678" cy="966"/>
          </a:xfrm>
        </p:grpSpPr>
        <p:sp>
          <p:nvSpPr>
            <p:cNvPr id="38283" name="Line 1419">
              <a:extLst>
                <a:ext uri="{FF2B5EF4-FFF2-40B4-BE49-F238E27FC236}">
                  <a16:creationId xmlns:a16="http://schemas.microsoft.com/office/drawing/2014/main" id="{C7EF787F-F2A5-488F-AA65-1F5A07368AEF}"/>
                </a:ext>
              </a:extLst>
            </p:cNvPr>
            <p:cNvSpPr>
              <a:spLocks noChangeShapeType="1"/>
            </p:cNvSpPr>
            <p:nvPr/>
          </p:nvSpPr>
          <p:spPr bwMode="auto">
            <a:xfrm>
              <a:off x="3718" y="1157"/>
              <a:ext cx="0" cy="960"/>
            </a:xfrm>
            <a:prstGeom prst="line">
              <a:avLst/>
            </a:prstGeom>
            <a:noFill/>
            <a:ln w="19050">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88" name="Line 1424">
              <a:extLst>
                <a:ext uri="{FF2B5EF4-FFF2-40B4-BE49-F238E27FC236}">
                  <a16:creationId xmlns:a16="http://schemas.microsoft.com/office/drawing/2014/main" id="{B12B84D7-ABAC-4645-A04D-2A7519705269}"/>
                </a:ext>
              </a:extLst>
            </p:cNvPr>
            <p:cNvSpPr>
              <a:spLocks noChangeShapeType="1"/>
            </p:cNvSpPr>
            <p:nvPr/>
          </p:nvSpPr>
          <p:spPr bwMode="auto">
            <a:xfrm>
              <a:off x="3040" y="1151"/>
              <a:ext cx="0" cy="960"/>
            </a:xfrm>
            <a:prstGeom prst="line">
              <a:avLst/>
            </a:prstGeom>
            <a:noFill/>
            <a:ln w="19050">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431" name="Group 1567">
            <a:extLst>
              <a:ext uri="{FF2B5EF4-FFF2-40B4-BE49-F238E27FC236}">
                <a16:creationId xmlns:a16="http://schemas.microsoft.com/office/drawing/2014/main" id="{E0467248-7F24-4FAE-881D-6C1163D8E444}"/>
              </a:ext>
            </a:extLst>
          </p:cNvPr>
          <p:cNvGrpSpPr>
            <a:grpSpLocks/>
          </p:cNvGrpSpPr>
          <p:nvPr/>
        </p:nvGrpSpPr>
        <p:grpSpPr bwMode="auto">
          <a:xfrm>
            <a:off x="4149725" y="1484313"/>
            <a:ext cx="4686300" cy="4552950"/>
            <a:chOff x="2614" y="935"/>
            <a:chExt cx="2952" cy="2868"/>
          </a:xfrm>
        </p:grpSpPr>
        <p:grpSp>
          <p:nvGrpSpPr>
            <p:cNvPr id="38426" name="Group 1562">
              <a:extLst>
                <a:ext uri="{FF2B5EF4-FFF2-40B4-BE49-F238E27FC236}">
                  <a16:creationId xmlns:a16="http://schemas.microsoft.com/office/drawing/2014/main" id="{199E40A5-66EE-48BE-A9D9-912B8874874A}"/>
                </a:ext>
              </a:extLst>
            </p:cNvPr>
            <p:cNvGrpSpPr>
              <a:grpSpLocks/>
            </p:cNvGrpSpPr>
            <p:nvPr/>
          </p:nvGrpSpPr>
          <p:grpSpPr bwMode="auto">
            <a:xfrm>
              <a:off x="2867" y="1152"/>
              <a:ext cx="1022" cy="970"/>
              <a:chOff x="2871" y="1152"/>
              <a:chExt cx="1022" cy="970"/>
            </a:xfrm>
          </p:grpSpPr>
          <p:sp>
            <p:nvSpPr>
              <p:cNvPr id="38427" name="Freeform 1563">
                <a:extLst>
                  <a:ext uri="{FF2B5EF4-FFF2-40B4-BE49-F238E27FC236}">
                    <a16:creationId xmlns:a16="http://schemas.microsoft.com/office/drawing/2014/main" id="{0B5AB638-2BD4-4E5F-961A-187FA893F5AF}"/>
                  </a:ext>
                </a:extLst>
              </p:cNvPr>
              <p:cNvSpPr>
                <a:spLocks noChangeArrowheads="1"/>
              </p:cNvSpPr>
              <p:nvPr/>
            </p:nvSpPr>
            <p:spPr bwMode="auto">
              <a:xfrm>
                <a:off x="2871" y="1152"/>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12700" cmpd="sng">
                <a:solidFill>
                  <a:schemeClr val="tx2"/>
                </a:solidFill>
                <a:prstDash val="solid"/>
                <a:round/>
                <a:headEnd/>
                <a:tailEnd/>
              </a:ln>
            </p:spPr>
            <p:txBody>
              <a:bodyPr/>
              <a:lstStyle/>
              <a:p>
                <a:endParaRPr lang="en-US"/>
              </a:p>
            </p:txBody>
          </p:sp>
          <p:sp>
            <p:nvSpPr>
              <p:cNvPr id="38428" name="Freeform 1564">
                <a:extLst>
                  <a:ext uri="{FF2B5EF4-FFF2-40B4-BE49-F238E27FC236}">
                    <a16:creationId xmlns:a16="http://schemas.microsoft.com/office/drawing/2014/main" id="{D90C46B8-CD79-41EB-B7B1-58F501B3A8B8}"/>
                  </a:ext>
                </a:extLst>
              </p:cNvPr>
              <p:cNvSpPr>
                <a:spLocks noChangeArrowheads="1"/>
              </p:cNvSpPr>
              <p:nvPr/>
            </p:nvSpPr>
            <p:spPr bwMode="auto">
              <a:xfrm>
                <a:off x="2871" y="2121"/>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12700" cmpd="sng">
                <a:solidFill>
                  <a:schemeClr val="tx2"/>
                </a:solidFill>
                <a:prstDash val="solid"/>
                <a:round/>
                <a:headEnd/>
                <a:tailEnd/>
              </a:ln>
            </p:spPr>
            <p:txBody>
              <a:bodyPr/>
              <a:lstStyle/>
              <a:p>
                <a:endParaRPr lang="en-US"/>
              </a:p>
            </p:txBody>
          </p:sp>
          <p:sp>
            <p:nvSpPr>
              <p:cNvPr id="38429" name="Freeform 1565">
                <a:extLst>
                  <a:ext uri="{FF2B5EF4-FFF2-40B4-BE49-F238E27FC236}">
                    <a16:creationId xmlns:a16="http://schemas.microsoft.com/office/drawing/2014/main" id="{C5EDC264-8E7F-4510-97DC-6F40B79A279B}"/>
                  </a:ext>
                </a:extLst>
              </p:cNvPr>
              <p:cNvSpPr>
                <a:spLocks noChangeArrowheads="1"/>
              </p:cNvSpPr>
              <p:nvPr/>
            </p:nvSpPr>
            <p:spPr bwMode="auto">
              <a:xfrm flipH="1">
                <a:off x="3722" y="1152"/>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12700" cmpd="sng">
                <a:solidFill>
                  <a:schemeClr val="tx2"/>
                </a:solidFill>
                <a:prstDash val="solid"/>
                <a:round/>
                <a:headEnd/>
                <a:tailEnd/>
              </a:ln>
            </p:spPr>
            <p:txBody>
              <a:bodyPr/>
              <a:lstStyle/>
              <a:p>
                <a:endParaRPr lang="en-US"/>
              </a:p>
            </p:txBody>
          </p:sp>
          <p:sp>
            <p:nvSpPr>
              <p:cNvPr id="38430" name="Freeform 1566">
                <a:extLst>
                  <a:ext uri="{FF2B5EF4-FFF2-40B4-BE49-F238E27FC236}">
                    <a16:creationId xmlns:a16="http://schemas.microsoft.com/office/drawing/2014/main" id="{CF2D1AD2-8902-493B-B6F9-3102F9B327BC}"/>
                  </a:ext>
                </a:extLst>
              </p:cNvPr>
              <p:cNvSpPr>
                <a:spLocks noChangeArrowheads="1"/>
              </p:cNvSpPr>
              <p:nvPr/>
            </p:nvSpPr>
            <p:spPr bwMode="auto">
              <a:xfrm flipH="1">
                <a:off x="3722" y="2121"/>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12700" cmpd="sng">
                <a:solidFill>
                  <a:schemeClr val="tx2"/>
                </a:solidFill>
                <a:prstDash val="solid"/>
                <a:round/>
                <a:headEnd/>
                <a:tailEnd/>
              </a:ln>
            </p:spPr>
            <p:txBody>
              <a:bodyPr/>
              <a:lstStyle/>
              <a:p>
                <a:endParaRPr lang="en-US"/>
              </a:p>
            </p:txBody>
          </p:sp>
        </p:grpSp>
        <p:grpSp>
          <p:nvGrpSpPr>
            <p:cNvPr id="38331" name="Group 1467">
              <a:extLst>
                <a:ext uri="{FF2B5EF4-FFF2-40B4-BE49-F238E27FC236}">
                  <a16:creationId xmlns:a16="http://schemas.microsoft.com/office/drawing/2014/main" id="{15D7C788-9CFB-4250-9CDA-530744418185}"/>
                </a:ext>
              </a:extLst>
            </p:cNvPr>
            <p:cNvGrpSpPr>
              <a:grpSpLocks/>
            </p:cNvGrpSpPr>
            <p:nvPr/>
          </p:nvGrpSpPr>
          <p:grpSpPr bwMode="auto">
            <a:xfrm>
              <a:off x="2614" y="935"/>
              <a:ext cx="2952" cy="2868"/>
              <a:chOff x="2614" y="935"/>
              <a:chExt cx="2952" cy="2868"/>
            </a:xfrm>
          </p:grpSpPr>
          <p:grpSp>
            <p:nvGrpSpPr>
              <p:cNvPr id="38289" name="Group 1425">
                <a:extLst>
                  <a:ext uri="{FF2B5EF4-FFF2-40B4-BE49-F238E27FC236}">
                    <a16:creationId xmlns:a16="http://schemas.microsoft.com/office/drawing/2014/main" id="{5D54A327-456E-4FA8-8869-28F0DC9B6649}"/>
                  </a:ext>
                </a:extLst>
              </p:cNvPr>
              <p:cNvGrpSpPr>
                <a:grpSpLocks/>
              </p:cNvGrpSpPr>
              <p:nvPr/>
            </p:nvGrpSpPr>
            <p:grpSpPr bwMode="auto">
              <a:xfrm>
                <a:off x="2614" y="2833"/>
                <a:ext cx="1536" cy="970"/>
                <a:chOff x="2352" y="2774"/>
                <a:chExt cx="1536" cy="970"/>
              </a:xfrm>
            </p:grpSpPr>
            <p:sp>
              <p:nvSpPr>
                <p:cNvPr id="37982" name="Freeform 1118">
                  <a:extLst>
                    <a:ext uri="{FF2B5EF4-FFF2-40B4-BE49-F238E27FC236}">
                      <a16:creationId xmlns:a16="http://schemas.microsoft.com/office/drawing/2014/main" id="{7CCADDDD-0DE0-49C4-80F0-E2F0F8E81AFD}"/>
                    </a:ext>
                  </a:extLst>
                </p:cNvPr>
                <p:cNvSpPr>
                  <a:spLocks/>
                </p:cNvSpPr>
                <p:nvPr/>
              </p:nvSpPr>
              <p:spPr bwMode="auto">
                <a:xfrm flipV="1">
                  <a:off x="2608" y="2775"/>
                  <a:ext cx="1023" cy="647"/>
                </a:xfrm>
                <a:custGeom>
                  <a:avLst/>
                  <a:gdLst>
                    <a:gd name="T0" fmla="*/ 0 w 1228"/>
                    <a:gd name="T1" fmla="*/ 737 h 737"/>
                    <a:gd name="T2" fmla="*/ 614 w 1228"/>
                    <a:gd name="T3" fmla="*/ 0 h 737"/>
                    <a:gd name="T4" fmla="*/ 1228 w 1228"/>
                    <a:gd name="T5" fmla="*/ 737 h 737"/>
                  </a:gdLst>
                  <a:ahLst/>
                  <a:cxnLst>
                    <a:cxn ang="0">
                      <a:pos x="T0" y="T1"/>
                    </a:cxn>
                    <a:cxn ang="0">
                      <a:pos x="T2" y="T3"/>
                    </a:cxn>
                    <a:cxn ang="0">
                      <a:pos x="T4" y="T5"/>
                    </a:cxn>
                  </a:cxnLst>
                  <a:rect l="0" t="0" r="r" b="b"/>
                  <a:pathLst>
                    <a:path w="1228" h="737">
                      <a:moveTo>
                        <a:pt x="0" y="737"/>
                      </a:moveTo>
                      <a:lnTo>
                        <a:pt x="614" y="0"/>
                      </a:lnTo>
                      <a:lnTo>
                        <a:pt x="1228" y="737"/>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83" name="Line 1119">
                  <a:extLst>
                    <a:ext uri="{FF2B5EF4-FFF2-40B4-BE49-F238E27FC236}">
                      <a16:creationId xmlns:a16="http://schemas.microsoft.com/office/drawing/2014/main" id="{8E57273B-8C3E-47D4-955A-BC4A53F3ABBC}"/>
                    </a:ext>
                  </a:extLst>
                </p:cNvPr>
                <p:cNvSpPr>
                  <a:spLocks noChangeShapeType="1"/>
                </p:cNvSpPr>
                <p:nvPr/>
              </p:nvSpPr>
              <p:spPr bwMode="auto">
                <a:xfrm flipH="1" flipV="1">
                  <a:off x="3460" y="2990"/>
                  <a:ext cx="427"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1" name="Line 1177">
                  <a:extLst>
                    <a:ext uri="{FF2B5EF4-FFF2-40B4-BE49-F238E27FC236}">
                      <a16:creationId xmlns:a16="http://schemas.microsoft.com/office/drawing/2014/main" id="{4FD8B206-EA64-4C0C-AFFC-EC6AD504F8C0}"/>
                    </a:ext>
                  </a:extLst>
                </p:cNvPr>
                <p:cNvSpPr>
                  <a:spLocks noChangeShapeType="1"/>
                </p:cNvSpPr>
                <p:nvPr/>
              </p:nvSpPr>
              <p:spPr bwMode="auto">
                <a:xfrm>
                  <a:off x="2352" y="2991"/>
                  <a:ext cx="0" cy="75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2" name="Line 1178">
                  <a:extLst>
                    <a:ext uri="{FF2B5EF4-FFF2-40B4-BE49-F238E27FC236}">
                      <a16:creationId xmlns:a16="http://schemas.microsoft.com/office/drawing/2014/main" id="{6ADD7A48-4040-40EA-9052-D4837679FADE}"/>
                    </a:ext>
                  </a:extLst>
                </p:cNvPr>
                <p:cNvSpPr>
                  <a:spLocks noChangeShapeType="1"/>
                </p:cNvSpPr>
                <p:nvPr/>
              </p:nvSpPr>
              <p:spPr bwMode="auto">
                <a:xfrm>
                  <a:off x="3887" y="2991"/>
                  <a:ext cx="1" cy="75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5" name="Line 1181">
                  <a:extLst>
                    <a:ext uri="{FF2B5EF4-FFF2-40B4-BE49-F238E27FC236}">
                      <a16:creationId xmlns:a16="http://schemas.microsoft.com/office/drawing/2014/main" id="{45C88490-5EE9-438C-B210-9B15D6CF8640}"/>
                    </a:ext>
                  </a:extLst>
                </p:cNvPr>
                <p:cNvSpPr>
                  <a:spLocks noChangeShapeType="1"/>
                </p:cNvSpPr>
                <p:nvPr/>
              </p:nvSpPr>
              <p:spPr bwMode="auto">
                <a:xfrm flipH="1" flipV="1">
                  <a:off x="2608" y="2774"/>
                  <a:ext cx="1023"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7" name="Line 1183">
                  <a:extLst>
                    <a:ext uri="{FF2B5EF4-FFF2-40B4-BE49-F238E27FC236}">
                      <a16:creationId xmlns:a16="http://schemas.microsoft.com/office/drawing/2014/main" id="{1AA02CC3-F1A8-411D-939D-0D756578C5B6}"/>
                    </a:ext>
                  </a:extLst>
                </p:cNvPr>
                <p:cNvSpPr>
                  <a:spLocks noChangeShapeType="1"/>
                </p:cNvSpPr>
                <p:nvPr/>
              </p:nvSpPr>
              <p:spPr bwMode="auto">
                <a:xfrm flipV="1">
                  <a:off x="2352" y="2990"/>
                  <a:ext cx="425"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8" name="Line 1184">
                  <a:extLst>
                    <a:ext uri="{FF2B5EF4-FFF2-40B4-BE49-F238E27FC236}">
                      <a16:creationId xmlns:a16="http://schemas.microsoft.com/office/drawing/2014/main" id="{69536CAB-5710-41A3-8FC3-D49DD7F77E3D}"/>
                    </a:ext>
                  </a:extLst>
                </p:cNvPr>
                <p:cNvSpPr>
                  <a:spLocks noChangeShapeType="1"/>
                </p:cNvSpPr>
                <p:nvPr/>
              </p:nvSpPr>
              <p:spPr bwMode="auto">
                <a:xfrm flipV="1">
                  <a:off x="2352" y="3744"/>
                  <a:ext cx="153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327" name="Group 1463">
                <a:extLst>
                  <a:ext uri="{FF2B5EF4-FFF2-40B4-BE49-F238E27FC236}">
                    <a16:creationId xmlns:a16="http://schemas.microsoft.com/office/drawing/2014/main" id="{7F3B434E-66D2-45B8-BC80-DF10DDC9079D}"/>
                  </a:ext>
                </a:extLst>
              </p:cNvPr>
              <p:cNvGrpSpPr>
                <a:grpSpLocks/>
              </p:cNvGrpSpPr>
              <p:nvPr/>
            </p:nvGrpSpPr>
            <p:grpSpPr bwMode="auto">
              <a:xfrm>
                <a:off x="4645" y="935"/>
                <a:ext cx="921" cy="1512"/>
                <a:chOff x="4453" y="935"/>
                <a:chExt cx="921" cy="1512"/>
              </a:xfrm>
            </p:grpSpPr>
            <p:sp>
              <p:nvSpPr>
                <p:cNvPr id="37985" name="Line 1121">
                  <a:extLst>
                    <a:ext uri="{FF2B5EF4-FFF2-40B4-BE49-F238E27FC236}">
                      <a16:creationId xmlns:a16="http://schemas.microsoft.com/office/drawing/2014/main" id="{007A7F2B-4FA0-4030-AAAD-6265F06519B3}"/>
                    </a:ext>
                  </a:extLst>
                </p:cNvPr>
                <p:cNvSpPr>
                  <a:spLocks noChangeShapeType="1"/>
                </p:cNvSpPr>
                <p:nvPr/>
              </p:nvSpPr>
              <p:spPr bwMode="auto">
                <a:xfrm flipH="1">
                  <a:off x="4659" y="1448"/>
                  <a:ext cx="715" cy="67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326" name="Group 1462">
                  <a:extLst>
                    <a:ext uri="{FF2B5EF4-FFF2-40B4-BE49-F238E27FC236}">
                      <a16:creationId xmlns:a16="http://schemas.microsoft.com/office/drawing/2014/main" id="{95534B80-E8C1-42DE-8EE4-45FE72ED2D73}"/>
                    </a:ext>
                  </a:extLst>
                </p:cNvPr>
                <p:cNvGrpSpPr>
                  <a:grpSpLocks/>
                </p:cNvGrpSpPr>
                <p:nvPr/>
              </p:nvGrpSpPr>
              <p:grpSpPr bwMode="auto">
                <a:xfrm>
                  <a:off x="4453" y="935"/>
                  <a:ext cx="921" cy="1512"/>
                  <a:chOff x="4453" y="935"/>
                  <a:chExt cx="921" cy="1512"/>
                </a:xfrm>
              </p:grpSpPr>
              <p:sp>
                <p:nvSpPr>
                  <p:cNvPr id="37984" name="Line 1120">
                    <a:extLst>
                      <a:ext uri="{FF2B5EF4-FFF2-40B4-BE49-F238E27FC236}">
                        <a16:creationId xmlns:a16="http://schemas.microsoft.com/office/drawing/2014/main" id="{F973CE80-2006-45BB-8C9A-4FF1E897CA5A}"/>
                      </a:ext>
                    </a:extLst>
                  </p:cNvPr>
                  <p:cNvSpPr>
                    <a:spLocks noChangeShapeType="1"/>
                  </p:cNvSpPr>
                  <p:nvPr/>
                </p:nvSpPr>
                <p:spPr bwMode="auto">
                  <a:xfrm flipV="1">
                    <a:off x="4659" y="1150"/>
                    <a:ext cx="0" cy="97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6" name="Line 1122">
                    <a:extLst>
                      <a:ext uri="{FF2B5EF4-FFF2-40B4-BE49-F238E27FC236}">
                        <a16:creationId xmlns:a16="http://schemas.microsoft.com/office/drawing/2014/main" id="{11A6EDC6-6CF8-4447-8D38-220F96143186}"/>
                      </a:ext>
                    </a:extLst>
                  </p:cNvPr>
                  <p:cNvSpPr>
                    <a:spLocks noChangeShapeType="1"/>
                  </p:cNvSpPr>
                  <p:nvPr/>
                </p:nvSpPr>
                <p:spPr bwMode="auto">
                  <a:xfrm flipH="1" flipV="1">
                    <a:off x="4659" y="1150"/>
                    <a:ext cx="715" cy="2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39" name="Freeform 1175">
                    <a:extLst>
                      <a:ext uri="{FF2B5EF4-FFF2-40B4-BE49-F238E27FC236}">
                        <a16:creationId xmlns:a16="http://schemas.microsoft.com/office/drawing/2014/main" id="{C5AEDE14-914D-425D-B6BF-582116527DA5}"/>
                      </a:ext>
                    </a:extLst>
                  </p:cNvPr>
                  <p:cNvSpPr>
                    <a:spLocks noChangeArrowheads="1"/>
                  </p:cNvSpPr>
                  <p:nvPr/>
                </p:nvSpPr>
                <p:spPr bwMode="auto">
                  <a:xfrm>
                    <a:off x="5068" y="935"/>
                    <a:ext cx="1" cy="386"/>
                  </a:xfrm>
                  <a:custGeom>
                    <a:avLst/>
                    <a:gdLst>
                      <a:gd name="T0" fmla="*/ 0 w 1"/>
                      <a:gd name="T1" fmla="*/ 386 h 386"/>
                      <a:gd name="T2" fmla="*/ 0 w 1"/>
                      <a:gd name="T3" fmla="*/ 0 h 386"/>
                    </a:gdLst>
                    <a:ahLst/>
                    <a:cxnLst>
                      <a:cxn ang="0">
                        <a:pos x="T0" y="T1"/>
                      </a:cxn>
                      <a:cxn ang="0">
                        <a:pos x="T2" y="T3"/>
                      </a:cxn>
                    </a:cxnLst>
                    <a:rect l="0" t="0" r="r" b="b"/>
                    <a:pathLst>
                      <a:path w="1" h="386">
                        <a:moveTo>
                          <a:pt x="0" y="386"/>
                        </a:moveTo>
                        <a:lnTo>
                          <a:pt x="0" y="0"/>
                        </a:lnTo>
                      </a:path>
                    </a:pathLst>
                  </a:custGeom>
                  <a:solidFill>
                    <a:srgbClr val="FFFFFF"/>
                  </a:solidFill>
                  <a:ln w="38100" cmpd="sng">
                    <a:solidFill>
                      <a:srgbClr val="000000"/>
                    </a:solidFill>
                    <a:prstDash val="solid"/>
                    <a:round/>
                    <a:headEnd/>
                    <a:tailEnd/>
                  </a:ln>
                </p:spPr>
                <p:txBody>
                  <a:bodyPr/>
                  <a:lstStyle/>
                  <a:p>
                    <a:endParaRPr lang="en-US"/>
                  </a:p>
                </p:txBody>
              </p:sp>
              <p:sp>
                <p:nvSpPr>
                  <p:cNvPr id="38052" name="Line 1188">
                    <a:extLst>
                      <a:ext uri="{FF2B5EF4-FFF2-40B4-BE49-F238E27FC236}">
                        <a16:creationId xmlns:a16="http://schemas.microsoft.com/office/drawing/2014/main" id="{EEDE495B-C68E-4ACA-8CD1-79B52DD31881}"/>
                      </a:ext>
                    </a:extLst>
                  </p:cNvPr>
                  <p:cNvSpPr>
                    <a:spLocks noChangeShapeType="1"/>
                  </p:cNvSpPr>
                  <p:nvPr/>
                </p:nvSpPr>
                <p:spPr bwMode="auto">
                  <a:xfrm flipH="1" flipV="1">
                    <a:off x="4453" y="935"/>
                    <a:ext cx="6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4" name="Freeform 1240">
                    <a:extLst>
                      <a:ext uri="{FF2B5EF4-FFF2-40B4-BE49-F238E27FC236}">
                        <a16:creationId xmlns:a16="http://schemas.microsoft.com/office/drawing/2014/main" id="{EE5CDDBB-EC51-47F9-BF71-70FAE445D32F}"/>
                      </a:ext>
                    </a:extLst>
                  </p:cNvPr>
                  <p:cNvSpPr>
                    <a:spLocks noChangeArrowheads="1"/>
                  </p:cNvSpPr>
                  <p:nvPr/>
                </p:nvSpPr>
                <p:spPr bwMode="auto">
                  <a:xfrm>
                    <a:off x="5069" y="1735"/>
                    <a:ext cx="1" cy="710"/>
                  </a:xfrm>
                  <a:custGeom>
                    <a:avLst/>
                    <a:gdLst>
                      <a:gd name="T0" fmla="*/ 1 w 1"/>
                      <a:gd name="T1" fmla="*/ 0 h 710"/>
                      <a:gd name="T2" fmla="*/ 0 w 1"/>
                      <a:gd name="T3" fmla="*/ 710 h 710"/>
                    </a:gdLst>
                    <a:ahLst/>
                    <a:cxnLst>
                      <a:cxn ang="0">
                        <a:pos x="T0" y="T1"/>
                      </a:cxn>
                      <a:cxn ang="0">
                        <a:pos x="T2" y="T3"/>
                      </a:cxn>
                    </a:cxnLst>
                    <a:rect l="0" t="0" r="r" b="b"/>
                    <a:pathLst>
                      <a:path w="1" h="710">
                        <a:moveTo>
                          <a:pt x="1" y="0"/>
                        </a:moveTo>
                        <a:lnTo>
                          <a:pt x="0" y="710"/>
                        </a:lnTo>
                      </a:path>
                    </a:pathLst>
                  </a:custGeom>
                  <a:solidFill>
                    <a:srgbClr val="FFFFFF"/>
                  </a:solidFill>
                  <a:ln w="38100" cmpd="sng">
                    <a:solidFill>
                      <a:srgbClr val="000000"/>
                    </a:solidFill>
                    <a:prstDash val="solid"/>
                    <a:round/>
                    <a:headEnd/>
                    <a:tailEnd/>
                  </a:ln>
                </p:spPr>
                <p:txBody>
                  <a:bodyPr/>
                  <a:lstStyle/>
                  <a:p>
                    <a:endParaRPr lang="en-US"/>
                  </a:p>
                </p:txBody>
              </p:sp>
              <p:sp>
                <p:nvSpPr>
                  <p:cNvPr id="38105" name="Freeform 1241">
                    <a:extLst>
                      <a:ext uri="{FF2B5EF4-FFF2-40B4-BE49-F238E27FC236}">
                        <a16:creationId xmlns:a16="http://schemas.microsoft.com/office/drawing/2014/main" id="{0240B05A-6865-433A-A4E4-394A097977D3}"/>
                      </a:ext>
                    </a:extLst>
                  </p:cNvPr>
                  <p:cNvSpPr>
                    <a:spLocks noChangeArrowheads="1"/>
                  </p:cNvSpPr>
                  <p:nvPr/>
                </p:nvSpPr>
                <p:spPr bwMode="auto">
                  <a:xfrm>
                    <a:off x="4454" y="936"/>
                    <a:ext cx="1" cy="1511"/>
                  </a:xfrm>
                  <a:custGeom>
                    <a:avLst/>
                    <a:gdLst>
                      <a:gd name="T0" fmla="*/ 0 w 1"/>
                      <a:gd name="T1" fmla="*/ 0 h 1511"/>
                      <a:gd name="T2" fmla="*/ 0 w 1"/>
                      <a:gd name="T3" fmla="*/ 1511 h 1511"/>
                    </a:gdLst>
                    <a:ahLst/>
                    <a:cxnLst>
                      <a:cxn ang="0">
                        <a:pos x="T0" y="T1"/>
                      </a:cxn>
                      <a:cxn ang="0">
                        <a:pos x="T2" y="T3"/>
                      </a:cxn>
                    </a:cxnLst>
                    <a:rect l="0" t="0" r="r" b="b"/>
                    <a:pathLst>
                      <a:path w="1" h="1511">
                        <a:moveTo>
                          <a:pt x="0" y="0"/>
                        </a:moveTo>
                        <a:lnTo>
                          <a:pt x="0" y="1511"/>
                        </a:lnTo>
                      </a:path>
                    </a:pathLst>
                  </a:custGeom>
                  <a:solidFill>
                    <a:srgbClr val="FFFFFF"/>
                  </a:solidFill>
                  <a:ln w="38100" cmpd="sng">
                    <a:solidFill>
                      <a:srgbClr val="000000"/>
                    </a:solidFill>
                    <a:prstDash val="solid"/>
                    <a:round/>
                    <a:headEnd/>
                    <a:tailEnd/>
                  </a:ln>
                </p:spPr>
                <p:txBody>
                  <a:bodyPr/>
                  <a:lstStyle/>
                  <a:p>
                    <a:endParaRPr lang="en-US"/>
                  </a:p>
                </p:txBody>
              </p:sp>
              <p:sp>
                <p:nvSpPr>
                  <p:cNvPr id="38109" name="Line 1245">
                    <a:extLst>
                      <a:ext uri="{FF2B5EF4-FFF2-40B4-BE49-F238E27FC236}">
                        <a16:creationId xmlns:a16="http://schemas.microsoft.com/office/drawing/2014/main" id="{AC6CFB1C-83E2-459B-91AB-A6CF2641C2A1}"/>
                      </a:ext>
                    </a:extLst>
                  </p:cNvPr>
                  <p:cNvSpPr>
                    <a:spLocks noChangeShapeType="1"/>
                  </p:cNvSpPr>
                  <p:nvPr/>
                </p:nvSpPr>
                <p:spPr bwMode="auto">
                  <a:xfrm flipV="1">
                    <a:off x="4453" y="2445"/>
                    <a:ext cx="6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8330" name="Group 1466">
                <a:extLst>
                  <a:ext uri="{FF2B5EF4-FFF2-40B4-BE49-F238E27FC236}">
                    <a16:creationId xmlns:a16="http://schemas.microsoft.com/office/drawing/2014/main" id="{00512B95-8673-49ED-8C6F-FEEBD9AA07E2}"/>
                  </a:ext>
                </a:extLst>
              </p:cNvPr>
              <p:cNvGrpSpPr>
                <a:grpSpLocks/>
              </p:cNvGrpSpPr>
              <p:nvPr/>
            </p:nvGrpSpPr>
            <p:grpSpPr bwMode="auto">
              <a:xfrm>
                <a:off x="2614" y="935"/>
                <a:ext cx="1538" cy="1510"/>
                <a:chOff x="2422" y="935"/>
                <a:chExt cx="1538" cy="1510"/>
              </a:xfrm>
            </p:grpSpPr>
            <p:sp>
              <p:nvSpPr>
                <p:cNvPr id="38055" name="Line 1191">
                  <a:extLst>
                    <a:ext uri="{FF2B5EF4-FFF2-40B4-BE49-F238E27FC236}">
                      <a16:creationId xmlns:a16="http://schemas.microsoft.com/office/drawing/2014/main" id="{2C4AEE28-B193-434A-BC19-543BD4597995}"/>
                    </a:ext>
                  </a:extLst>
                </p:cNvPr>
                <p:cNvSpPr>
                  <a:spLocks noChangeShapeType="1"/>
                </p:cNvSpPr>
                <p:nvPr/>
              </p:nvSpPr>
              <p:spPr bwMode="auto">
                <a:xfrm flipV="1">
                  <a:off x="2424" y="1150"/>
                  <a:ext cx="0" cy="97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329" name="Group 1465">
                  <a:extLst>
                    <a:ext uri="{FF2B5EF4-FFF2-40B4-BE49-F238E27FC236}">
                      <a16:creationId xmlns:a16="http://schemas.microsoft.com/office/drawing/2014/main" id="{6DF6BED3-95FC-4A61-B1F9-813A10B46A83}"/>
                    </a:ext>
                  </a:extLst>
                </p:cNvPr>
                <p:cNvGrpSpPr>
                  <a:grpSpLocks/>
                </p:cNvGrpSpPr>
                <p:nvPr/>
              </p:nvGrpSpPr>
              <p:grpSpPr bwMode="auto">
                <a:xfrm>
                  <a:off x="2422" y="935"/>
                  <a:ext cx="1538" cy="1510"/>
                  <a:chOff x="2422" y="935"/>
                  <a:chExt cx="1538" cy="1510"/>
                </a:xfrm>
              </p:grpSpPr>
              <p:sp>
                <p:nvSpPr>
                  <p:cNvPr id="38046" name="Freeform 1182">
                    <a:extLst>
                      <a:ext uri="{FF2B5EF4-FFF2-40B4-BE49-F238E27FC236}">
                        <a16:creationId xmlns:a16="http://schemas.microsoft.com/office/drawing/2014/main" id="{854EC6AB-771D-4ADD-B9B4-C71CE20BA62C}"/>
                      </a:ext>
                    </a:extLst>
                  </p:cNvPr>
                  <p:cNvSpPr>
                    <a:spLocks noChangeArrowheads="1"/>
                  </p:cNvSpPr>
                  <p:nvPr/>
                </p:nvSpPr>
                <p:spPr bwMode="auto">
                  <a:xfrm>
                    <a:off x="2423" y="1447"/>
                    <a:ext cx="1535" cy="1"/>
                  </a:xfrm>
                  <a:custGeom>
                    <a:avLst/>
                    <a:gdLst>
                      <a:gd name="T0" fmla="*/ 1535 w 1535"/>
                      <a:gd name="T1" fmla="*/ 0 h 1"/>
                      <a:gd name="T2" fmla="*/ 0 w 1535"/>
                      <a:gd name="T3" fmla="*/ 1 h 1"/>
                    </a:gdLst>
                    <a:ahLst/>
                    <a:cxnLst>
                      <a:cxn ang="0">
                        <a:pos x="T0" y="T1"/>
                      </a:cxn>
                      <a:cxn ang="0">
                        <a:pos x="T2" y="T3"/>
                      </a:cxn>
                    </a:cxnLst>
                    <a:rect l="0" t="0" r="r" b="b"/>
                    <a:pathLst>
                      <a:path w="1535" h="1">
                        <a:moveTo>
                          <a:pt x="1535" y="0"/>
                        </a:moveTo>
                        <a:lnTo>
                          <a:pt x="0" y="1"/>
                        </a:lnTo>
                      </a:path>
                    </a:pathLst>
                  </a:custGeom>
                  <a:solidFill>
                    <a:srgbClr val="FFFFFF"/>
                  </a:solidFill>
                  <a:ln w="38100" cmpd="sng">
                    <a:solidFill>
                      <a:srgbClr val="000000"/>
                    </a:solidFill>
                    <a:prstDash val="solid"/>
                    <a:round/>
                    <a:headEnd/>
                    <a:tailEnd/>
                  </a:ln>
                </p:spPr>
                <p:txBody>
                  <a:bodyPr/>
                  <a:lstStyle/>
                  <a:p>
                    <a:endParaRPr lang="en-US"/>
                  </a:p>
                </p:txBody>
              </p:sp>
              <p:sp>
                <p:nvSpPr>
                  <p:cNvPr id="38040" name="Freeform 1176">
                    <a:extLst>
                      <a:ext uri="{FF2B5EF4-FFF2-40B4-BE49-F238E27FC236}">
                        <a16:creationId xmlns:a16="http://schemas.microsoft.com/office/drawing/2014/main" id="{6D0967F9-BDAB-4790-A321-7C6BCE3C7698}"/>
                      </a:ext>
                    </a:extLst>
                  </p:cNvPr>
                  <p:cNvSpPr>
                    <a:spLocks noChangeArrowheads="1"/>
                  </p:cNvSpPr>
                  <p:nvPr/>
                </p:nvSpPr>
                <p:spPr bwMode="auto">
                  <a:xfrm>
                    <a:off x="3191" y="936"/>
                    <a:ext cx="1" cy="387"/>
                  </a:xfrm>
                  <a:custGeom>
                    <a:avLst/>
                    <a:gdLst>
                      <a:gd name="T0" fmla="*/ 0 w 1"/>
                      <a:gd name="T1" fmla="*/ 387 h 387"/>
                      <a:gd name="T2" fmla="*/ 0 w 1"/>
                      <a:gd name="T3" fmla="*/ 0 h 387"/>
                    </a:gdLst>
                    <a:ahLst/>
                    <a:cxnLst>
                      <a:cxn ang="0">
                        <a:pos x="T0" y="T1"/>
                      </a:cxn>
                      <a:cxn ang="0">
                        <a:pos x="T2" y="T3"/>
                      </a:cxn>
                    </a:cxnLst>
                    <a:rect l="0" t="0" r="r" b="b"/>
                    <a:pathLst>
                      <a:path w="1" h="387">
                        <a:moveTo>
                          <a:pt x="0" y="387"/>
                        </a:moveTo>
                        <a:lnTo>
                          <a:pt x="0" y="0"/>
                        </a:lnTo>
                      </a:path>
                    </a:pathLst>
                  </a:custGeom>
                  <a:solidFill>
                    <a:srgbClr val="FFFFFF"/>
                  </a:solidFill>
                  <a:ln w="12700" cmpd="sng">
                    <a:solidFill>
                      <a:srgbClr val="000000"/>
                    </a:solidFill>
                    <a:prstDash val="solid"/>
                    <a:round/>
                    <a:headEnd/>
                    <a:tailEnd/>
                  </a:ln>
                </p:spPr>
                <p:txBody>
                  <a:bodyPr/>
                  <a:lstStyle/>
                  <a:p>
                    <a:endParaRPr lang="en-US"/>
                  </a:p>
                </p:txBody>
              </p:sp>
              <p:sp>
                <p:nvSpPr>
                  <p:cNvPr id="38284" name="Line 1420">
                    <a:extLst>
                      <a:ext uri="{FF2B5EF4-FFF2-40B4-BE49-F238E27FC236}">
                        <a16:creationId xmlns:a16="http://schemas.microsoft.com/office/drawing/2014/main" id="{51CADEF4-3502-494F-972F-8E1949C1C13F}"/>
                      </a:ext>
                    </a:extLst>
                  </p:cNvPr>
                  <p:cNvSpPr>
                    <a:spLocks noChangeShapeType="1"/>
                  </p:cNvSpPr>
                  <p:nvPr/>
                </p:nvSpPr>
                <p:spPr bwMode="auto">
                  <a:xfrm>
                    <a:off x="3703" y="1151"/>
                    <a:ext cx="0" cy="960"/>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87" name="Line 1423">
                    <a:extLst>
                      <a:ext uri="{FF2B5EF4-FFF2-40B4-BE49-F238E27FC236}">
                        <a16:creationId xmlns:a16="http://schemas.microsoft.com/office/drawing/2014/main" id="{2F5FEDDD-5A81-486B-A3DD-0524015C7221}"/>
                      </a:ext>
                    </a:extLst>
                  </p:cNvPr>
                  <p:cNvSpPr>
                    <a:spLocks noChangeShapeType="1"/>
                  </p:cNvSpPr>
                  <p:nvPr/>
                </p:nvSpPr>
                <p:spPr bwMode="auto">
                  <a:xfrm>
                    <a:off x="2679" y="1157"/>
                    <a:ext cx="0" cy="960"/>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050" name="Freeform 1186">
                    <a:extLst>
                      <a:ext uri="{FF2B5EF4-FFF2-40B4-BE49-F238E27FC236}">
                        <a16:creationId xmlns:a16="http://schemas.microsoft.com/office/drawing/2014/main" id="{EE6A8019-E98A-4D43-ACFD-C79BCF485D54}"/>
                      </a:ext>
                    </a:extLst>
                  </p:cNvPr>
                  <p:cNvSpPr>
                    <a:spLocks noChangeArrowheads="1"/>
                  </p:cNvSpPr>
                  <p:nvPr/>
                </p:nvSpPr>
                <p:spPr bwMode="auto">
                  <a:xfrm>
                    <a:off x="2422" y="1152"/>
                    <a:ext cx="257" cy="1"/>
                  </a:xfrm>
                  <a:custGeom>
                    <a:avLst/>
                    <a:gdLst>
                      <a:gd name="T0" fmla="*/ 0 w 257"/>
                      <a:gd name="T1" fmla="*/ 0 h 1"/>
                      <a:gd name="T2" fmla="*/ 257 w 257"/>
                      <a:gd name="T3" fmla="*/ 0 h 1"/>
                    </a:gdLst>
                    <a:ahLst/>
                    <a:cxnLst>
                      <a:cxn ang="0">
                        <a:pos x="T0" y="T1"/>
                      </a:cxn>
                      <a:cxn ang="0">
                        <a:pos x="T2" y="T3"/>
                      </a:cxn>
                    </a:cxnLst>
                    <a:rect l="0" t="0" r="r" b="b"/>
                    <a:pathLst>
                      <a:path w="257" h="1">
                        <a:moveTo>
                          <a:pt x="0" y="0"/>
                        </a:moveTo>
                        <a:lnTo>
                          <a:pt x="257" y="0"/>
                        </a:lnTo>
                      </a:path>
                    </a:pathLst>
                  </a:custGeom>
                  <a:solidFill>
                    <a:srgbClr val="FFFFFF"/>
                  </a:solidFill>
                  <a:ln w="38100" cmpd="sng">
                    <a:solidFill>
                      <a:srgbClr val="000000"/>
                    </a:solidFill>
                    <a:prstDash val="solid"/>
                    <a:round/>
                    <a:headEnd/>
                    <a:tailEnd/>
                  </a:ln>
                </p:spPr>
                <p:txBody>
                  <a:bodyPr/>
                  <a:lstStyle/>
                  <a:p>
                    <a:endParaRPr lang="en-US"/>
                  </a:p>
                </p:txBody>
              </p:sp>
              <p:sp>
                <p:nvSpPr>
                  <p:cNvPr id="38043" name="Line 1179">
                    <a:extLst>
                      <a:ext uri="{FF2B5EF4-FFF2-40B4-BE49-F238E27FC236}">
                        <a16:creationId xmlns:a16="http://schemas.microsoft.com/office/drawing/2014/main" id="{A256D2D9-43A8-4144-885C-FC9BC6552512}"/>
                      </a:ext>
                    </a:extLst>
                  </p:cNvPr>
                  <p:cNvSpPr>
                    <a:spLocks noChangeShapeType="1"/>
                  </p:cNvSpPr>
                  <p:nvPr/>
                </p:nvSpPr>
                <p:spPr bwMode="auto">
                  <a:xfrm flipV="1">
                    <a:off x="2680" y="935"/>
                    <a:ext cx="0" cy="2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4" name="Line 1180">
                    <a:extLst>
                      <a:ext uri="{FF2B5EF4-FFF2-40B4-BE49-F238E27FC236}">
                        <a16:creationId xmlns:a16="http://schemas.microsoft.com/office/drawing/2014/main" id="{1D2F390D-59BB-4888-8AA9-51CE31E8BD6D}"/>
                      </a:ext>
                    </a:extLst>
                  </p:cNvPr>
                  <p:cNvSpPr>
                    <a:spLocks noChangeShapeType="1"/>
                  </p:cNvSpPr>
                  <p:nvPr/>
                </p:nvSpPr>
                <p:spPr bwMode="auto">
                  <a:xfrm flipV="1">
                    <a:off x="3703" y="935"/>
                    <a:ext cx="0" cy="2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9" name="Freeform 1185">
                    <a:extLst>
                      <a:ext uri="{FF2B5EF4-FFF2-40B4-BE49-F238E27FC236}">
                        <a16:creationId xmlns:a16="http://schemas.microsoft.com/office/drawing/2014/main" id="{EF368C03-A17C-4A2F-A6DA-6394C9CCDE9F}"/>
                      </a:ext>
                    </a:extLst>
                  </p:cNvPr>
                  <p:cNvSpPr>
                    <a:spLocks noChangeArrowheads="1"/>
                  </p:cNvSpPr>
                  <p:nvPr/>
                </p:nvSpPr>
                <p:spPr bwMode="auto">
                  <a:xfrm>
                    <a:off x="2679" y="937"/>
                    <a:ext cx="1025" cy="1"/>
                  </a:xfrm>
                  <a:custGeom>
                    <a:avLst/>
                    <a:gdLst>
                      <a:gd name="T0" fmla="*/ 1025 w 1025"/>
                      <a:gd name="T1" fmla="*/ 0 h 1"/>
                      <a:gd name="T2" fmla="*/ 0 w 1025"/>
                      <a:gd name="T3" fmla="*/ 1 h 1"/>
                    </a:gdLst>
                    <a:ahLst/>
                    <a:cxnLst>
                      <a:cxn ang="0">
                        <a:pos x="T0" y="T1"/>
                      </a:cxn>
                      <a:cxn ang="0">
                        <a:pos x="T2" y="T3"/>
                      </a:cxn>
                    </a:cxnLst>
                    <a:rect l="0" t="0" r="r" b="b"/>
                    <a:pathLst>
                      <a:path w="1025" h="1">
                        <a:moveTo>
                          <a:pt x="1025" y="0"/>
                        </a:moveTo>
                        <a:lnTo>
                          <a:pt x="0" y="1"/>
                        </a:lnTo>
                      </a:path>
                    </a:pathLst>
                  </a:custGeom>
                  <a:solidFill>
                    <a:srgbClr val="FFFFFF"/>
                  </a:solidFill>
                  <a:ln w="38100" cmpd="sng">
                    <a:solidFill>
                      <a:srgbClr val="000000"/>
                    </a:solidFill>
                    <a:prstDash val="solid"/>
                    <a:round/>
                    <a:headEnd/>
                    <a:tailEnd/>
                  </a:ln>
                </p:spPr>
                <p:txBody>
                  <a:bodyPr/>
                  <a:lstStyle/>
                  <a:p>
                    <a:endParaRPr lang="en-US"/>
                  </a:p>
                </p:txBody>
              </p:sp>
              <p:sp>
                <p:nvSpPr>
                  <p:cNvPr id="38079" name="Freeform 1215">
                    <a:extLst>
                      <a:ext uri="{FF2B5EF4-FFF2-40B4-BE49-F238E27FC236}">
                        <a16:creationId xmlns:a16="http://schemas.microsoft.com/office/drawing/2014/main" id="{D98A2005-8280-46CC-A957-2F06D7FD2AFC}"/>
                      </a:ext>
                    </a:extLst>
                  </p:cNvPr>
                  <p:cNvSpPr>
                    <a:spLocks noChangeArrowheads="1"/>
                  </p:cNvSpPr>
                  <p:nvPr/>
                </p:nvSpPr>
                <p:spPr bwMode="auto">
                  <a:xfrm>
                    <a:off x="3959" y="1150"/>
                    <a:ext cx="1" cy="972"/>
                  </a:xfrm>
                  <a:custGeom>
                    <a:avLst/>
                    <a:gdLst>
                      <a:gd name="T0" fmla="*/ 0 w 1"/>
                      <a:gd name="T1" fmla="*/ 972 h 972"/>
                      <a:gd name="T2" fmla="*/ 0 w 1"/>
                      <a:gd name="T3" fmla="*/ 0 h 972"/>
                    </a:gdLst>
                    <a:ahLst/>
                    <a:cxnLst>
                      <a:cxn ang="0">
                        <a:pos x="T0" y="T1"/>
                      </a:cxn>
                      <a:cxn ang="0">
                        <a:pos x="T2" y="T3"/>
                      </a:cxn>
                    </a:cxnLst>
                    <a:rect l="0" t="0" r="r" b="b"/>
                    <a:pathLst>
                      <a:path w="1" h="972">
                        <a:moveTo>
                          <a:pt x="0" y="972"/>
                        </a:moveTo>
                        <a:lnTo>
                          <a:pt x="0" y="0"/>
                        </a:lnTo>
                      </a:path>
                    </a:pathLst>
                  </a:custGeom>
                  <a:solidFill>
                    <a:srgbClr val="FFFFFF"/>
                  </a:solidFill>
                  <a:ln w="38100" cmpd="sng">
                    <a:solidFill>
                      <a:srgbClr val="000000"/>
                    </a:solidFill>
                    <a:prstDash val="solid"/>
                    <a:round/>
                    <a:headEnd/>
                    <a:tailEnd/>
                  </a:ln>
                </p:spPr>
                <p:txBody>
                  <a:bodyPr/>
                  <a:lstStyle/>
                  <a:p>
                    <a:endParaRPr lang="en-US"/>
                  </a:p>
                </p:txBody>
              </p:sp>
              <p:sp>
                <p:nvSpPr>
                  <p:cNvPr id="38103" name="Line 1239">
                    <a:extLst>
                      <a:ext uri="{FF2B5EF4-FFF2-40B4-BE49-F238E27FC236}">
                        <a16:creationId xmlns:a16="http://schemas.microsoft.com/office/drawing/2014/main" id="{19CCA5DC-7672-4EBA-81F8-ACED35C4A195}"/>
                      </a:ext>
                    </a:extLst>
                  </p:cNvPr>
                  <p:cNvSpPr>
                    <a:spLocks noChangeShapeType="1"/>
                  </p:cNvSpPr>
                  <p:nvPr/>
                </p:nvSpPr>
                <p:spPr bwMode="auto">
                  <a:xfrm>
                    <a:off x="2678" y="2121"/>
                    <a:ext cx="0" cy="3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6" name="Line 1242">
                    <a:extLst>
                      <a:ext uri="{FF2B5EF4-FFF2-40B4-BE49-F238E27FC236}">
                        <a16:creationId xmlns:a16="http://schemas.microsoft.com/office/drawing/2014/main" id="{5130995E-A435-493F-9F36-9DCDDE384B84}"/>
                      </a:ext>
                    </a:extLst>
                  </p:cNvPr>
                  <p:cNvSpPr>
                    <a:spLocks noChangeShapeType="1"/>
                  </p:cNvSpPr>
                  <p:nvPr/>
                </p:nvSpPr>
                <p:spPr bwMode="auto">
                  <a:xfrm>
                    <a:off x="3703" y="2121"/>
                    <a:ext cx="0" cy="3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7" name="Line 1243">
                    <a:extLst>
                      <a:ext uri="{FF2B5EF4-FFF2-40B4-BE49-F238E27FC236}">
                        <a16:creationId xmlns:a16="http://schemas.microsoft.com/office/drawing/2014/main" id="{2A328DD5-3990-4A83-A234-3D10AF1976BD}"/>
                      </a:ext>
                    </a:extLst>
                  </p:cNvPr>
                  <p:cNvSpPr>
                    <a:spLocks noChangeShapeType="1"/>
                  </p:cNvSpPr>
                  <p:nvPr/>
                </p:nvSpPr>
                <p:spPr bwMode="auto">
                  <a:xfrm>
                    <a:off x="3192" y="1735"/>
                    <a:ext cx="0" cy="7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8" name="Line 1244">
                    <a:extLst>
                      <a:ext uri="{FF2B5EF4-FFF2-40B4-BE49-F238E27FC236}">
                        <a16:creationId xmlns:a16="http://schemas.microsoft.com/office/drawing/2014/main" id="{60742C9F-D8D2-40EB-9B9F-5DA98F895898}"/>
                      </a:ext>
                    </a:extLst>
                  </p:cNvPr>
                  <p:cNvSpPr>
                    <a:spLocks noChangeShapeType="1"/>
                  </p:cNvSpPr>
                  <p:nvPr/>
                </p:nvSpPr>
                <p:spPr bwMode="auto">
                  <a:xfrm flipV="1">
                    <a:off x="2680" y="2445"/>
                    <a:ext cx="1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316" name="Freeform 1452">
                    <a:extLst>
                      <a:ext uri="{FF2B5EF4-FFF2-40B4-BE49-F238E27FC236}">
                        <a16:creationId xmlns:a16="http://schemas.microsoft.com/office/drawing/2014/main" id="{A781312B-5B52-4B0F-B6BE-97BB1D1AA2F3}"/>
                      </a:ext>
                    </a:extLst>
                  </p:cNvPr>
                  <p:cNvSpPr>
                    <a:spLocks noChangeArrowheads="1"/>
                  </p:cNvSpPr>
                  <p:nvPr/>
                </p:nvSpPr>
                <p:spPr bwMode="auto">
                  <a:xfrm>
                    <a:off x="2422" y="2121"/>
                    <a:ext cx="257" cy="1"/>
                  </a:xfrm>
                  <a:custGeom>
                    <a:avLst/>
                    <a:gdLst>
                      <a:gd name="T0" fmla="*/ 0 w 257"/>
                      <a:gd name="T1" fmla="*/ 0 h 1"/>
                      <a:gd name="T2" fmla="*/ 257 w 257"/>
                      <a:gd name="T3" fmla="*/ 0 h 1"/>
                    </a:gdLst>
                    <a:ahLst/>
                    <a:cxnLst>
                      <a:cxn ang="0">
                        <a:pos x="T0" y="T1"/>
                      </a:cxn>
                      <a:cxn ang="0">
                        <a:pos x="T2" y="T3"/>
                      </a:cxn>
                    </a:cxnLst>
                    <a:rect l="0" t="0" r="r" b="b"/>
                    <a:pathLst>
                      <a:path w="257" h="1">
                        <a:moveTo>
                          <a:pt x="0" y="0"/>
                        </a:moveTo>
                        <a:lnTo>
                          <a:pt x="257" y="0"/>
                        </a:lnTo>
                      </a:path>
                    </a:pathLst>
                  </a:custGeom>
                  <a:solidFill>
                    <a:srgbClr val="FFFFFF"/>
                  </a:solidFill>
                  <a:ln w="38100" cmpd="sng">
                    <a:solidFill>
                      <a:srgbClr val="000000"/>
                    </a:solidFill>
                    <a:prstDash val="solid"/>
                    <a:round/>
                    <a:headEnd/>
                    <a:tailEnd/>
                  </a:ln>
                </p:spPr>
                <p:txBody>
                  <a:bodyPr/>
                  <a:lstStyle/>
                  <a:p>
                    <a:endParaRPr lang="en-US"/>
                  </a:p>
                </p:txBody>
              </p:sp>
              <p:sp>
                <p:nvSpPr>
                  <p:cNvPr id="38318" name="Freeform 1454">
                    <a:extLst>
                      <a:ext uri="{FF2B5EF4-FFF2-40B4-BE49-F238E27FC236}">
                        <a16:creationId xmlns:a16="http://schemas.microsoft.com/office/drawing/2014/main" id="{2DEEB55A-253A-4CD3-83E4-F8F01FFC0E24}"/>
                      </a:ext>
                    </a:extLst>
                  </p:cNvPr>
                  <p:cNvSpPr>
                    <a:spLocks noChangeArrowheads="1"/>
                  </p:cNvSpPr>
                  <p:nvPr/>
                </p:nvSpPr>
                <p:spPr bwMode="auto">
                  <a:xfrm flipH="1">
                    <a:off x="3701" y="1152"/>
                    <a:ext cx="257" cy="1"/>
                  </a:xfrm>
                  <a:custGeom>
                    <a:avLst/>
                    <a:gdLst>
                      <a:gd name="T0" fmla="*/ 0 w 257"/>
                      <a:gd name="T1" fmla="*/ 0 h 1"/>
                      <a:gd name="T2" fmla="*/ 257 w 257"/>
                      <a:gd name="T3" fmla="*/ 0 h 1"/>
                    </a:gdLst>
                    <a:ahLst/>
                    <a:cxnLst>
                      <a:cxn ang="0">
                        <a:pos x="T0" y="T1"/>
                      </a:cxn>
                      <a:cxn ang="0">
                        <a:pos x="T2" y="T3"/>
                      </a:cxn>
                    </a:cxnLst>
                    <a:rect l="0" t="0" r="r" b="b"/>
                    <a:pathLst>
                      <a:path w="257" h="1">
                        <a:moveTo>
                          <a:pt x="0" y="0"/>
                        </a:moveTo>
                        <a:lnTo>
                          <a:pt x="257" y="0"/>
                        </a:lnTo>
                      </a:path>
                    </a:pathLst>
                  </a:custGeom>
                  <a:solidFill>
                    <a:srgbClr val="FFFFFF"/>
                  </a:solidFill>
                  <a:ln w="38100" cmpd="sng">
                    <a:solidFill>
                      <a:srgbClr val="000000"/>
                    </a:solidFill>
                    <a:prstDash val="solid"/>
                    <a:round/>
                    <a:headEnd/>
                    <a:tailEnd/>
                  </a:ln>
                </p:spPr>
                <p:txBody>
                  <a:bodyPr/>
                  <a:lstStyle/>
                  <a:p>
                    <a:endParaRPr lang="en-US"/>
                  </a:p>
                </p:txBody>
              </p:sp>
              <p:sp>
                <p:nvSpPr>
                  <p:cNvPr id="38320" name="Freeform 1456">
                    <a:extLst>
                      <a:ext uri="{FF2B5EF4-FFF2-40B4-BE49-F238E27FC236}">
                        <a16:creationId xmlns:a16="http://schemas.microsoft.com/office/drawing/2014/main" id="{CE9C68A2-ADDA-40B6-B94E-6969DCEAB2D1}"/>
                      </a:ext>
                    </a:extLst>
                  </p:cNvPr>
                  <p:cNvSpPr>
                    <a:spLocks noChangeArrowheads="1"/>
                  </p:cNvSpPr>
                  <p:nvPr/>
                </p:nvSpPr>
                <p:spPr bwMode="auto">
                  <a:xfrm flipH="1">
                    <a:off x="3701" y="2121"/>
                    <a:ext cx="257" cy="1"/>
                  </a:xfrm>
                  <a:custGeom>
                    <a:avLst/>
                    <a:gdLst>
                      <a:gd name="T0" fmla="*/ 0 w 257"/>
                      <a:gd name="T1" fmla="*/ 0 h 1"/>
                      <a:gd name="T2" fmla="*/ 257 w 257"/>
                      <a:gd name="T3" fmla="*/ 0 h 1"/>
                    </a:gdLst>
                    <a:ahLst/>
                    <a:cxnLst>
                      <a:cxn ang="0">
                        <a:pos x="T0" y="T1"/>
                      </a:cxn>
                      <a:cxn ang="0">
                        <a:pos x="T2" y="T3"/>
                      </a:cxn>
                    </a:cxnLst>
                    <a:rect l="0" t="0" r="r" b="b"/>
                    <a:pathLst>
                      <a:path w="257" h="1">
                        <a:moveTo>
                          <a:pt x="0" y="0"/>
                        </a:moveTo>
                        <a:lnTo>
                          <a:pt x="257" y="0"/>
                        </a:lnTo>
                      </a:path>
                    </a:pathLst>
                  </a:custGeom>
                  <a:solidFill>
                    <a:srgbClr val="FFFFFF"/>
                  </a:solidFill>
                  <a:ln w="38100" cmpd="sng">
                    <a:solidFill>
                      <a:srgbClr val="000000"/>
                    </a:solidFill>
                    <a:prstDash val="solid"/>
                    <a:round/>
                    <a:headEnd/>
                    <a:tailEnd/>
                  </a:ln>
                </p:spPr>
                <p:txBody>
                  <a:bodyPr/>
                  <a:lstStyle/>
                  <a:p>
                    <a:endParaRPr lang="en-US"/>
                  </a:p>
                </p:txBody>
              </p:sp>
            </p:grpSp>
          </p:grpSp>
        </p:grpSp>
      </p:grpSp>
      <p:grpSp>
        <p:nvGrpSpPr>
          <p:cNvPr id="38420" name="Group 1556">
            <a:extLst>
              <a:ext uri="{FF2B5EF4-FFF2-40B4-BE49-F238E27FC236}">
                <a16:creationId xmlns:a16="http://schemas.microsoft.com/office/drawing/2014/main" id="{FF28A0D0-C1F6-4B2A-9D17-4FB17856925D}"/>
              </a:ext>
            </a:extLst>
          </p:cNvPr>
          <p:cNvGrpSpPr>
            <a:grpSpLocks/>
          </p:cNvGrpSpPr>
          <p:nvPr/>
        </p:nvGrpSpPr>
        <p:grpSpPr bwMode="auto">
          <a:xfrm>
            <a:off x="4557713" y="1828800"/>
            <a:ext cx="1622425" cy="1539875"/>
            <a:chOff x="2871" y="1152"/>
            <a:chExt cx="1022" cy="970"/>
          </a:xfrm>
        </p:grpSpPr>
        <p:sp>
          <p:nvSpPr>
            <p:cNvPr id="38315" name="Freeform 1451">
              <a:extLst>
                <a:ext uri="{FF2B5EF4-FFF2-40B4-BE49-F238E27FC236}">
                  <a16:creationId xmlns:a16="http://schemas.microsoft.com/office/drawing/2014/main" id="{3F51063E-4A6D-4A1B-A71F-87B8DB3B42FD}"/>
                </a:ext>
              </a:extLst>
            </p:cNvPr>
            <p:cNvSpPr>
              <a:spLocks noChangeArrowheads="1"/>
            </p:cNvSpPr>
            <p:nvPr/>
          </p:nvSpPr>
          <p:spPr bwMode="auto">
            <a:xfrm>
              <a:off x="2871" y="1152"/>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38100" cmpd="sng">
              <a:solidFill>
                <a:schemeClr val="accent2"/>
              </a:solidFill>
              <a:prstDash val="solid"/>
              <a:round/>
              <a:headEnd/>
              <a:tailEnd/>
            </a:ln>
          </p:spPr>
          <p:txBody>
            <a:bodyPr/>
            <a:lstStyle/>
            <a:p>
              <a:endParaRPr lang="en-US"/>
            </a:p>
          </p:txBody>
        </p:sp>
        <p:sp>
          <p:nvSpPr>
            <p:cNvPr id="38317" name="Freeform 1453">
              <a:extLst>
                <a:ext uri="{FF2B5EF4-FFF2-40B4-BE49-F238E27FC236}">
                  <a16:creationId xmlns:a16="http://schemas.microsoft.com/office/drawing/2014/main" id="{77F94DAD-4AB8-43F3-97AA-78FD0303A099}"/>
                </a:ext>
              </a:extLst>
            </p:cNvPr>
            <p:cNvSpPr>
              <a:spLocks noChangeArrowheads="1"/>
            </p:cNvSpPr>
            <p:nvPr/>
          </p:nvSpPr>
          <p:spPr bwMode="auto">
            <a:xfrm>
              <a:off x="2871" y="2121"/>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38100" cmpd="sng">
              <a:solidFill>
                <a:schemeClr val="accent2"/>
              </a:solidFill>
              <a:prstDash val="solid"/>
              <a:round/>
              <a:headEnd/>
              <a:tailEnd/>
            </a:ln>
          </p:spPr>
          <p:txBody>
            <a:bodyPr/>
            <a:lstStyle/>
            <a:p>
              <a:endParaRPr lang="en-US"/>
            </a:p>
          </p:txBody>
        </p:sp>
        <p:sp>
          <p:nvSpPr>
            <p:cNvPr id="38319" name="Freeform 1455">
              <a:extLst>
                <a:ext uri="{FF2B5EF4-FFF2-40B4-BE49-F238E27FC236}">
                  <a16:creationId xmlns:a16="http://schemas.microsoft.com/office/drawing/2014/main" id="{B9CE302C-F67A-4B98-A19E-49BF172E301B}"/>
                </a:ext>
              </a:extLst>
            </p:cNvPr>
            <p:cNvSpPr>
              <a:spLocks noChangeArrowheads="1"/>
            </p:cNvSpPr>
            <p:nvPr/>
          </p:nvSpPr>
          <p:spPr bwMode="auto">
            <a:xfrm flipH="1">
              <a:off x="3722" y="1152"/>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38100" cmpd="sng">
              <a:solidFill>
                <a:schemeClr val="accent2"/>
              </a:solidFill>
              <a:prstDash val="solid"/>
              <a:round/>
              <a:headEnd/>
              <a:tailEnd/>
            </a:ln>
          </p:spPr>
          <p:txBody>
            <a:bodyPr/>
            <a:lstStyle/>
            <a:p>
              <a:endParaRPr lang="en-US"/>
            </a:p>
          </p:txBody>
        </p:sp>
        <p:sp>
          <p:nvSpPr>
            <p:cNvPr id="38321" name="Freeform 1457">
              <a:extLst>
                <a:ext uri="{FF2B5EF4-FFF2-40B4-BE49-F238E27FC236}">
                  <a16:creationId xmlns:a16="http://schemas.microsoft.com/office/drawing/2014/main" id="{6AA22084-83CB-4FDC-BA6E-B150F688AEFA}"/>
                </a:ext>
              </a:extLst>
            </p:cNvPr>
            <p:cNvSpPr>
              <a:spLocks noChangeArrowheads="1"/>
            </p:cNvSpPr>
            <p:nvPr/>
          </p:nvSpPr>
          <p:spPr bwMode="auto">
            <a:xfrm flipH="1">
              <a:off x="3722" y="2121"/>
              <a:ext cx="171" cy="1"/>
            </a:xfrm>
            <a:custGeom>
              <a:avLst/>
              <a:gdLst>
                <a:gd name="T0" fmla="*/ 0 w 171"/>
                <a:gd name="T1" fmla="*/ 0 h 1"/>
                <a:gd name="T2" fmla="*/ 171 w 171"/>
                <a:gd name="T3" fmla="*/ 0 h 1"/>
              </a:gdLst>
              <a:ahLst/>
              <a:cxnLst>
                <a:cxn ang="0">
                  <a:pos x="T0" y="T1"/>
                </a:cxn>
                <a:cxn ang="0">
                  <a:pos x="T2" y="T3"/>
                </a:cxn>
              </a:cxnLst>
              <a:rect l="0" t="0" r="r" b="b"/>
              <a:pathLst>
                <a:path w="171" h="1">
                  <a:moveTo>
                    <a:pt x="0" y="0"/>
                  </a:moveTo>
                  <a:lnTo>
                    <a:pt x="171" y="0"/>
                  </a:lnTo>
                </a:path>
              </a:pathLst>
            </a:custGeom>
            <a:solidFill>
              <a:srgbClr val="FFFFFF"/>
            </a:solidFill>
            <a:ln w="38100" cmpd="sng">
              <a:solidFill>
                <a:schemeClr val="accent2"/>
              </a:solidFill>
              <a:prstDash val="solid"/>
              <a:round/>
              <a:headEnd/>
              <a:tailEnd/>
            </a:ln>
          </p:spPr>
          <p:txBody>
            <a:bodyPr/>
            <a:lstStyle/>
            <a:p>
              <a:endParaRPr lang="en-US"/>
            </a:p>
          </p:txBody>
        </p:sp>
      </p:grpSp>
      <p:grpSp>
        <p:nvGrpSpPr>
          <p:cNvPr id="38338" name="Group 1474">
            <a:extLst>
              <a:ext uri="{FF2B5EF4-FFF2-40B4-BE49-F238E27FC236}">
                <a16:creationId xmlns:a16="http://schemas.microsoft.com/office/drawing/2014/main" id="{574F61D4-58EF-4CA4-AC29-57153A84F38F}"/>
              </a:ext>
            </a:extLst>
          </p:cNvPr>
          <p:cNvGrpSpPr>
            <a:grpSpLocks/>
          </p:cNvGrpSpPr>
          <p:nvPr/>
        </p:nvGrpSpPr>
        <p:grpSpPr bwMode="auto">
          <a:xfrm>
            <a:off x="7277100" y="4443413"/>
            <a:ext cx="1223963" cy="1846262"/>
            <a:chOff x="4584" y="2799"/>
            <a:chExt cx="771" cy="1163"/>
          </a:xfrm>
        </p:grpSpPr>
        <p:sp>
          <p:nvSpPr>
            <p:cNvPr id="38306" name="Oval 1442">
              <a:extLst>
                <a:ext uri="{FF2B5EF4-FFF2-40B4-BE49-F238E27FC236}">
                  <a16:creationId xmlns:a16="http://schemas.microsoft.com/office/drawing/2014/main" id="{9F1BE746-AB4F-4D40-B4C8-C1BBDF36693B}"/>
                </a:ext>
              </a:extLst>
            </p:cNvPr>
            <p:cNvSpPr>
              <a:spLocks noChangeArrowheads="1"/>
            </p:cNvSpPr>
            <p:nvPr/>
          </p:nvSpPr>
          <p:spPr bwMode="auto">
            <a:xfrm>
              <a:off x="4584" y="2997"/>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07" name="Oval 1443">
              <a:extLst>
                <a:ext uri="{FF2B5EF4-FFF2-40B4-BE49-F238E27FC236}">
                  <a16:creationId xmlns:a16="http://schemas.microsoft.com/office/drawing/2014/main" id="{6A57715F-57C3-42C9-B2BF-6BD562FF3E9C}"/>
                </a:ext>
              </a:extLst>
            </p:cNvPr>
            <p:cNvSpPr>
              <a:spLocks noChangeArrowheads="1"/>
            </p:cNvSpPr>
            <p:nvPr/>
          </p:nvSpPr>
          <p:spPr bwMode="auto">
            <a:xfrm>
              <a:off x="4892" y="3173"/>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08" name="Oval 1444">
              <a:extLst>
                <a:ext uri="{FF2B5EF4-FFF2-40B4-BE49-F238E27FC236}">
                  <a16:creationId xmlns:a16="http://schemas.microsoft.com/office/drawing/2014/main" id="{E89FDD64-8CBE-4EE8-8E6E-112C0D11CCED}"/>
                </a:ext>
              </a:extLst>
            </p:cNvPr>
            <p:cNvSpPr>
              <a:spLocks noChangeArrowheads="1"/>
            </p:cNvSpPr>
            <p:nvPr/>
          </p:nvSpPr>
          <p:spPr bwMode="auto">
            <a:xfrm>
              <a:off x="5088" y="2997"/>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09" name="Oval 1445">
              <a:extLst>
                <a:ext uri="{FF2B5EF4-FFF2-40B4-BE49-F238E27FC236}">
                  <a16:creationId xmlns:a16="http://schemas.microsoft.com/office/drawing/2014/main" id="{2B938826-62CE-4E4D-BD87-5DE9C6297CC6}"/>
                </a:ext>
              </a:extLst>
            </p:cNvPr>
            <p:cNvSpPr>
              <a:spLocks noChangeArrowheads="1"/>
            </p:cNvSpPr>
            <p:nvPr/>
          </p:nvSpPr>
          <p:spPr bwMode="auto">
            <a:xfrm>
              <a:off x="4586" y="3713"/>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10" name="Oval 1446">
              <a:extLst>
                <a:ext uri="{FF2B5EF4-FFF2-40B4-BE49-F238E27FC236}">
                  <a16:creationId xmlns:a16="http://schemas.microsoft.com/office/drawing/2014/main" id="{00432502-836F-42F3-8BBF-431796018A4E}"/>
                </a:ext>
              </a:extLst>
            </p:cNvPr>
            <p:cNvSpPr>
              <a:spLocks noChangeArrowheads="1"/>
            </p:cNvSpPr>
            <p:nvPr/>
          </p:nvSpPr>
          <p:spPr bwMode="auto">
            <a:xfrm>
              <a:off x="5088" y="3713"/>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11" name="Oval 1447">
              <a:extLst>
                <a:ext uri="{FF2B5EF4-FFF2-40B4-BE49-F238E27FC236}">
                  <a16:creationId xmlns:a16="http://schemas.microsoft.com/office/drawing/2014/main" id="{601B70B8-4BCA-4CF4-82B7-340800BE9131}"/>
                </a:ext>
              </a:extLst>
            </p:cNvPr>
            <p:cNvSpPr>
              <a:spLocks noChangeArrowheads="1"/>
            </p:cNvSpPr>
            <p:nvPr/>
          </p:nvSpPr>
          <p:spPr bwMode="auto">
            <a:xfrm>
              <a:off x="4892" y="3495"/>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32" name="Text Box 1468">
              <a:extLst>
                <a:ext uri="{FF2B5EF4-FFF2-40B4-BE49-F238E27FC236}">
                  <a16:creationId xmlns:a16="http://schemas.microsoft.com/office/drawing/2014/main" id="{529D3BA8-5332-4167-92DD-89868208379C}"/>
                </a:ext>
              </a:extLst>
            </p:cNvPr>
            <p:cNvSpPr txBox="1">
              <a:spLocks noChangeArrowheads="1"/>
            </p:cNvSpPr>
            <p:nvPr/>
          </p:nvSpPr>
          <p:spPr bwMode="auto">
            <a:xfrm>
              <a:off x="4611" y="2826"/>
              <a:ext cx="24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A</a:t>
              </a:r>
            </a:p>
          </p:txBody>
        </p:sp>
        <p:sp>
          <p:nvSpPr>
            <p:cNvPr id="38333" name="Text Box 1469">
              <a:extLst>
                <a:ext uri="{FF2B5EF4-FFF2-40B4-BE49-F238E27FC236}">
                  <a16:creationId xmlns:a16="http://schemas.microsoft.com/office/drawing/2014/main" id="{E292BCA1-873E-4D44-B0FD-1E8E02097732}"/>
                </a:ext>
              </a:extLst>
            </p:cNvPr>
            <p:cNvSpPr txBox="1">
              <a:spLocks noChangeArrowheads="1"/>
            </p:cNvSpPr>
            <p:nvPr/>
          </p:nvSpPr>
          <p:spPr bwMode="auto">
            <a:xfrm>
              <a:off x="4713" y="3120"/>
              <a:ext cx="23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B</a:t>
              </a:r>
            </a:p>
          </p:txBody>
        </p:sp>
        <p:sp>
          <p:nvSpPr>
            <p:cNvPr id="38334" name="Text Box 1470">
              <a:extLst>
                <a:ext uri="{FF2B5EF4-FFF2-40B4-BE49-F238E27FC236}">
                  <a16:creationId xmlns:a16="http://schemas.microsoft.com/office/drawing/2014/main" id="{601EB033-B490-448B-9FBC-2DEB3DAC8415}"/>
                </a:ext>
              </a:extLst>
            </p:cNvPr>
            <p:cNvSpPr txBox="1">
              <a:spLocks noChangeArrowheads="1"/>
            </p:cNvSpPr>
            <p:nvPr/>
          </p:nvSpPr>
          <p:spPr bwMode="auto">
            <a:xfrm>
              <a:off x="5104" y="2799"/>
              <a:ext cx="23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C</a:t>
              </a:r>
            </a:p>
          </p:txBody>
        </p:sp>
        <p:sp>
          <p:nvSpPr>
            <p:cNvPr id="38335" name="Text Box 1471">
              <a:extLst>
                <a:ext uri="{FF2B5EF4-FFF2-40B4-BE49-F238E27FC236}">
                  <a16:creationId xmlns:a16="http://schemas.microsoft.com/office/drawing/2014/main" id="{5CEDFDC7-96BF-46B9-9126-BBAE509D4188}"/>
                </a:ext>
              </a:extLst>
            </p:cNvPr>
            <p:cNvSpPr txBox="1">
              <a:spLocks noChangeArrowheads="1"/>
            </p:cNvSpPr>
            <p:nvPr/>
          </p:nvSpPr>
          <p:spPr bwMode="auto">
            <a:xfrm>
              <a:off x="5112" y="3693"/>
              <a:ext cx="24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D</a:t>
              </a:r>
            </a:p>
          </p:txBody>
        </p:sp>
        <p:sp>
          <p:nvSpPr>
            <p:cNvPr id="38336" name="Text Box 1472">
              <a:extLst>
                <a:ext uri="{FF2B5EF4-FFF2-40B4-BE49-F238E27FC236}">
                  <a16:creationId xmlns:a16="http://schemas.microsoft.com/office/drawing/2014/main" id="{AA23D245-E0A5-404D-9DFD-88335FDFA819}"/>
                </a:ext>
              </a:extLst>
            </p:cNvPr>
            <p:cNvSpPr txBox="1">
              <a:spLocks noChangeArrowheads="1"/>
            </p:cNvSpPr>
            <p:nvPr/>
          </p:nvSpPr>
          <p:spPr bwMode="auto">
            <a:xfrm>
              <a:off x="4740" y="3528"/>
              <a:ext cx="22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E</a:t>
              </a:r>
            </a:p>
          </p:txBody>
        </p:sp>
        <p:sp>
          <p:nvSpPr>
            <p:cNvPr id="38337" name="Text Box 1473">
              <a:extLst>
                <a:ext uri="{FF2B5EF4-FFF2-40B4-BE49-F238E27FC236}">
                  <a16:creationId xmlns:a16="http://schemas.microsoft.com/office/drawing/2014/main" id="{52655441-0262-4A3D-B9FD-15A50161B9C8}"/>
                </a:ext>
              </a:extLst>
            </p:cNvPr>
            <p:cNvSpPr txBox="1">
              <a:spLocks noChangeArrowheads="1"/>
            </p:cNvSpPr>
            <p:nvPr/>
          </p:nvSpPr>
          <p:spPr bwMode="auto">
            <a:xfrm>
              <a:off x="4605" y="3630"/>
              <a:ext cx="21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F</a:t>
              </a:r>
            </a:p>
          </p:txBody>
        </p:sp>
      </p:grpSp>
      <p:grpSp>
        <p:nvGrpSpPr>
          <p:cNvPr id="38409" name="Group 1545">
            <a:extLst>
              <a:ext uri="{FF2B5EF4-FFF2-40B4-BE49-F238E27FC236}">
                <a16:creationId xmlns:a16="http://schemas.microsoft.com/office/drawing/2014/main" id="{23D73626-08EB-4F99-A710-1E833241BF9E}"/>
              </a:ext>
            </a:extLst>
          </p:cNvPr>
          <p:cNvGrpSpPr>
            <a:grpSpLocks/>
          </p:cNvGrpSpPr>
          <p:nvPr/>
        </p:nvGrpSpPr>
        <p:grpSpPr bwMode="auto">
          <a:xfrm>
            <a:off x="7334250" y="1524000"/>
            <a:ext cx="1295400" cy="2179638"/>
            <a:chOff x="4620" y="960"/>
            <a:chExt cx="816" cy="1373"/>
          </a:xfrm>
        </p:grpSpPr>
        <p:grpSp>
          <p:nvGrpSpPr>
            <p:cNvPr id="38351" name="Group 1487">
              <a:extLst>
                <a:ext uri="{FF2B5EF4-FFF2-40B4-BE49-F238E27FC236}">
                  <a16:creationId xmlns:a16="http://schemas.microsoft.com/office/drawing/2014/main" id="{795729E5-8DDD-4850-9138-A74D1DE28D18}"/>
                </a:ext>
              </a:extLst>
            </p:cNvPr>
            <p:cNvGrpSpPr>
              <a:grpSpLocks/>
            </p:cNvGrpSpPr>
            <p:nvPr/>
          </p:nvGrpSpPr>
          <p:grpSpPr bwMode="auto">
            <a:xfrm>
              <a:off x="4826" y="1129"/>
              <a:ext cx="458" cy="1010"/>
              <a:chOff x="4826" y="1129"/>
              <a:chExt cx="458" cy="1010"/>
            </a:xfrm>
          </p:grpSpPr>
          <p:sp>
            <p:nvSpPr>
              <p:cNvPr id="38301" name="Oval 1437">
                <a:extLst>
                  <a:ext uri="{FF2B5EF4-FFF2-40B4-BE49-F238E27FC236}">
                    <a16:creationId xmlns:a16="http://schemas.microsoft.com/office/drawing/2014/main" id="{21FBD821-68EE-4274-AE59-0E886E01BDAF}"/>
                  </a:ext>
                </a:extLst>
              </p:cNvPr>
              <p:cNvSpPr>
                <a:spLocks noChangeArrowheads="1"/>
              </p:cNvSpPr>
              <p:nvPr/>
            </p:nvSpPr>
            <p:spPr bwMode="auto">
              <a:xfrm>
                <a:off x="4826" y="2091"/>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8" name="Oval 1434">
                <a:extLst>
                  <a:ext uri="{FF2B5EF4-FFF2-40B4-BE49-F238E27FC236}">
                    <a16:creationId xmlns:a16="http://schemas.microsoft.com/office/drawing/2014/main" id="{636CDC50-A151-4927-8389-52AE4B066481}"/>
                  </a:ext>
                </a:extLst>
              </p:cNvPr>
              <p:cNvSpPr>
                <a:spLocks noChangeArrowheads="1"/>
              </p:cNvSpPr>
              <p:nvPr/>
            </p:nvSpPr>
            <p:spPr bwMode="auto">
              <a:xfrm>
                <a:off x="4826" y="1129"/>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9" name="Oval 1435">
                <a:extLst>
                  <a:ext uri="{FF2B5EF4-FFF2-40B4-BE49-F238E27FC236}">
                    <a16:creationId xmlns:a16="http://schemas.microsoft.com/office/drawing/2014/main" id="{B0FD8DF5-5328-4BD8-9C47-B72AC8768D5F}"/>
                  </a:ext>
                </a:extLst>
              </p:cNvPr>
              <p:cNvSpPr>
                <a:spLocks noChangeArrowheads="1"/>
              </p:cNvSpPr>
              <p:nvPr/>
            </p:nvSpPr>
            <p:spPr bwMode="auto">
              <a:xfrm>
                <a:off x="5236" y="1297"/>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00" name="Oval 1436">
                <a:extLst>
                  <a:ext uri="{FF2B5EF4-FFF2-40B4-BE49-F238E27FC236}">
                    <a16:creationId xmlns:a16="http://schemas.microsoft.com/office/drawing/2014/main" id="{729DEDB5-9151-421E-980E-C6CA75AB86DD}"/>
                  </a:ext>
                </a:extLst>
              </p:cNvPr>
              <p:cNvSpPr>
                <a:spLocks noChangeArrowheads="1"/>
              </p:cNvSpPr>
              <p:nvPr/>
            </p:nvSpPr>
            <p:spPr bwMode="auto">
              <a:xfrm>
                <a:off x="5236" y="1711"/>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404" name="Group 1540">
              <a:extLst>
                <a:ext uri="{FF2B5EF4-FFF2-40B4-BE49-F238E27FC236}">
                  <a16:creationId xmlns:a16="http://schemas.microsoft.com/office/drawing/2014/main" id="{720E05FA-BCC1-4619-B0E6-ADE72B983B98}"/>
                </a:ext>
              </a:extLst>
            </p:cNvPr>
            <p:cNvGrpSpPr>
              <a:grpSpLocks/>
            </p:cNvGrpSpPr>
            <p:nvPr/>
          </p:nvGrpSpPr>
          <p:grpSpPr bwMode="auto">
            <a:xfrm>
              <a:off x="4620" y="960"/>
              <a:ext cx="816" cy="1373"/>
              <a:chOff x="4620" y="960"/>
              <a:chExt cx="816" cy="1373"/>
            </a:xfrm>
          </p:grpSpPr>
          <p:grpSp>
            <p:nvGrpSpPr>
              <p:cNvPr id="38360" name="Group 1496">
                <a:extLst>
                  <a:ext uri="{FF2B5EF4-FFF2-40B4-BE49-F238E27FC236}">
                    <a16:creationId xmlns:a16="http://schemas.microsoft.com/office/drawing/2014/main" id="{9740B734-2911-496C-95CF-3FF8E955DD7D}"/>
                  </a:ext>
                </a:extLst>
              </p:cNvPr>
              <p:cNvGrpSpPr>
                <a:grpSpLocks/>
              </p:cNvGrpSpPr>
              <p:nvPr/>
            </p:nvGrpSpPr>
            <p:grpSpPr bwMode="auto">
              <a:xfrm>
                <a:off x="4620" y="2064"/>
                <a:ext cx="170" cy="269"/>
                <a:chOff x="4620" y="2064"/>
                <a:chExt cx="170" cy="269"/>
              </a:xfrm>
            </p:grpSpPr>
            <p:sp>
              <p:nvSpPr>
                <p:cNvPr id="38356" name="Text Box 1492">
                  <a:extLst>
                    <a:ext uri="{FF2B5EF4-FFF2-40B4-BE49-F238E27FC236}">
                      <a16:creationId xmlns:a16="http://schemas.microsoft.com/office/drawing/2014/main" id="{E801FDA9-CB43-41B2-996C-612CBA67CBBD}"/>
                    </a:ext>
                  </a:extLst>
                </p:cNvPr>
                <p:cNvSpPr txBox="1">
                  <a:spLocks noChangeArrowheads="1"/>
                </p:cNvSpPr>
                <p:nvPr/>
              </p:nvSpPr>
              <p:spPr bwMode="auto">
                <a:xfrm>
                  <a:off x="4620" y="2064"/>
                  <a:ext cx="17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f</a:t>
                  </a:r>
                  <a:endParaRPr lang="en-US" altLang="zh-CN">
                    <a:solidFill>
                      <a:srgbClr val="CC3300"/>
                    </a:solidFill>
                    <a:latin typeface="Txt" pitchFamily="2" charset="0"/>
                  </a:endParaRPr>
                </a:p>
              </p:txBody>
            </p:sp>
            <p:sp>
              <p:nvSpPr>
                <p:cNvPr id="38358" name="Line 1494">
                  <a:extLst>
                    <a:ext uri="{FF2B5EF4-FFF2-40B4-BE49-F238E27FC236}">
                      <a16:creationId xmlns:a16="http://schemas.microsoft.com/office/drawing/2014/main" id="{7930ADAC-1E8D-438F-8FDB-A06289C07ADB}"/>
                    </a:ext>
                  </a:extLst>
                </p:cNvPr>
                <p:cNvSpPr>
                  <a:spLocks noChangeShapeType="1"/>
                </p:cNvSpPr>
                <p:nvPr/>
              </p:nvSpPr>
              <p:spPr bwMode="auto">
                <a:xfrm>
                  <a:off x="4752" y="2112"/>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59" name="Line 1495">
                  <a:extLst>
                    <a:ext uri="{FF2B5EF4-FFF2-40B4-BE49-F238E27FC236}">
                      <a16:creationId xmlns:a16="http://schemas.microsoft.com/office/drawing/2014/main" id="{D6008AFE-E461-45A1-A2FB-5D76C2029D7D}"/>
                    </a:ext>
                  </a:extLst>
                </p:cNvPr>
                <p:cNvSpPr>
                  <a:spLocks noChangeShapeType="1"/>
                </p:cNvSpPr>
                <p:nvPr/>
              </p:nvSpPr>
              <p:spPr bwMode="auto">
                <a:xfrm>
                  <a:off x="4782" y="2112"/>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65" name="Group 1501">
                <a:extLst>
                  <a:ext uri="{FF2B5EF4-FFF2-40B4-BE49-F238E27FC236}">
                    <a16:creationId xmlns:a16="http://schemas.microsoft.com/office/drawing/2014/main" id="{D70BC9A2-C184-4D03-A9B3-6E42EFA1799B}"/>
                  </a:ext>
                </a:extLst>
              </p:cNvPr>
              <p:cNvGrpSpPr>
                <a:grpSpLocks/>
              </p:cNvGrpSpPr>
              <p:nvPr/>
            </p:nvGrpSpPr>
            <p:grpSpPr bwMode="auto">
              <a:xfrm>
                <a:off x="5236" y="1645"/>
                <a:ext cx="195" cy="269"/>
                <a:chOff x="5272" y="1675"/>
                <a:chExt cx="195" cy="269"/>
              </a:xfrm>
            </p:grpSpPr>
            <p:sp>
              <p:nvSpPr>
                <p:cNvPr id="38362" name="Text Box 1498">
                  <a:extLst>
                    <a:ext uri="{FF2B5EF4-FFF2-40B4-BE49-F238E27FC236}">
                      <a16:creationId xmlns:a16="http://schemas.microsoft.com/office/drawing/2014/main" id="{15931CFE-291C-4180-82AB-56DA897C3416}"/>
                    </a:ext>
                  </a:extLst>
                </p:cNvPr>
                <p:cNvSpPr txBox="1">
                  <a:spLocks noChangeArrowheads="1"/>
                </p:cNvSpPr>
                <p:nvPr/>
              </p:nvSpPr>
              <p:spPr bwMode="auto">
                <a:xfrm>
                  <a:off x="5272" y="1675"/>
                  <a:ext cx="1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e</a:t>
                  </a:r>
                  <a:endParaRPr lang="en-US" altLang="zh-CN">
                    <a:solidFill>
                      <a:srgbClr val="CC3300"/>
                    </a:solidFill>
                    <a:latin typeface="Txt" pitchFamily="2" charset="0"/>
                  </a:endParaRPr>
                </a:p>
              </p:txBody>
            </p:sp>
            <p:sp>
              <p:nvSpPr>
                <p:cNvPr id="38363" name="Line 1499">
                  <a:extLst>
                    <a:ext uri="{FF2B5EF4-FFF2-40B4-BE49-F238E27FC236}">
                      <a16:creationId xmlns:a16="http://schemas.microsoft.com/office/drawing/2014/main" id="{8C80D678-181A-46AB-9518-9E4070FD1B2C}"/>
                    </a:ext>
                  </a:extLst>
                </p:cNvPr>
                <p:cNvSpPr>
                  <a:spLocks noChangeShapeType="1"/>
                </p:cNvSpPr>
                <p:nvPr/>
              </p:nvSpPr>
              <p:spPr bwMode="auto">
                <a:xfrm>
                  <a:off x="5422" y="174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64" name="Line 1500">
                  <a:extLst>
                    <a:ext uri="{FF2B5EF4-FFF2-40B4-BE49-F238E27FC236}">
                      <a16:creationId xmlns:a16="http://schemas.microsoft.com/office/drawing/2014/main" id="{8E6BBE01-80B9-42F7-8D29-6FC0F0A3E773}"/>
                    </a:ext>
                  </a:extLst>
                </p:cNvPr>
                <p:cNvSpPr>
                  <a:spLocks noChangeShapeType="1"/>
                </p:cNvSpPr>
                <p:nvPr/>
              </p:nvSpPr>
              <p:spPr bwMode="auto">
                <a:xfrm>
                  <a:off x="5452" y="174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66" name="Group 1502">
                <a:extLst>
                  <a:ext uri="{FF2B5EF4-FFF2-40B4-BE49-F238E27FC236}">
                    <a16:creationId xmlns:a16="http://schemas.microsoft.com/office/drawing/2014/main" id="{7E4B8CA6-6B5C-48F7-AE7F-A2FD48B7A8E6}"/>
                  </a:ext>
                </a:extLst>
              </p:cNvPr>
              <p:cNvGrpSpPr>
                <a:grpSpLocks/>
              </p:cNvGrpSpPr>
              <p:nvPr/>
            </p:nvGrpSpPr>
            <p:grpSpPr bwMode="auto">
              <a:xfrm>
                <a:off x="4632" y="960"/>
                <a:ext cx="199" cy="269"/>
                <a:chOff x="5272" y="1675"/>
                <a:chExt cx="199" cy="269"/>
              </a:xfrm>
            </p:grpSpPr>
            <p:sp>
              <p:nvSpPr>
                <p:cNvPr id="38367" name="Text Box 1503">
                  <a:extLst>
                    <a:ext uri="{FF2B5EF4-FFF2-40B4-BE49-F238E27FC236}">
                      <a16:creationId xmlns:a16="http://schemas.microsoft.com/office/drawing/2014/main" id="{61F80AA0-86B9-4801-9041-24451B7589E7}"/>
                    </a:ext>
                  </a:extLst>
                </p:cNvPr>
                <p:cNvSpPr txBox="1">
                  <a:spLocks noChangeArrowheads="1"/>
                </p:cNvSpPr>
                <p:nvPr/>
              </p:nvSpPr>
              <p:spPr bwMode="auto">
                <a:xfrm>
                  <a:off x="5272" y="1675"/>
                  <a:ext cx="19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a</a:t>
                  </a:r>
                  <a:endParaRPr lang="en-US" altLang="zh-CN">
                    <a:solidFill>
                      <a:srgbClr val="CC3300"/>
                    </a:solidFill>
                    <a:latin typeface="Txt" pitchFamily="2" charset="0"/>
                  </a:endParaRPr>
                </a:p>
              </p:txBody>
            </p:sp>
            <p:sp>
              <p:nvSpPr>
                <p:cNvPr id="38368" name="Line 1504">
                  <a:extLst>
                    <a:ext uri="{FF2B5EF4-FFF2-40B4-BE49-F238E27FC236}">
                      <a16:creationId xmlns:a16="http://schemas.microsoft.com/office/drawing/2014/main" id="{E5BF1A74-FFF0-41DC-ABFF-51BFF10CBA57}"/>
                    </a:ext>
                  </a:extLst>
                </p:cNvPr>
                <p:cNvSpPr>
                  <a:spLocks noChangeShapeType="1"/>
                </p:cNvSpPr>
                <p:nvPr/>
              </p:nvSpPr>
              <p:spPr bwMode="auto">
                <a:xfrm>
                  <a:off x="5422" y="174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69" name="Line 1505">
                  <a:extLst>
                    <a:ext uri="{FF2B5EF4-FFF2-40B4-BE49-F238E27FC236}">
                      <a16:creationId xmlns:a16="http://schemas.microsoft.com/office/drawing/2014/main" id="{11A5EDC2-DC05-4AD7-BEC0-2B5D9B330DB3}"/>
                    </a:ext>
                  </a:extLst>
                </p:cNvPr>
                <p:cNvSpPr>
                  <a:spLocks noChangeShapeType="1"/>
                </p:cNvSpPr>
                <p:nvPr/>
              </p:nvSpPr>
              <p:spPr bwMode="auto">
                <a:xfrm>
                  <a:off x="5452" y="174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74" name="Group 1510">
                <a:extLst>
                  <a:ext uri="{FF2B5EF4-FFF2-40B4-BE49-F238E27FC236}">
                    <a16:creationId xmlns:a16="http://schemas.microsoft.com/office/drawing/2014/main" id="{5EA259CE-9430-4CAD-BC30-F8982B15B257}"/>
                  </a:ext>
                </a:extLst>
              </p:cNvPr>
              <p:cNvGrpSpPr>
                <a:grpSpLocks/>
              </p:cNvGrpSpPr>
              <p:nvPr/>
            </p:nvGrpSpPr>
            <p:grpSpPr bwMode="auto">
              <a:xfrm>
                <a:off x="4889" y="960"/>
                <a:ext cx="390" cy="269"/>
                <a:chOff x="4889" y="960"/>
                <a:chExt cx="390" cy="269"/>
              </a:xfrm>
            </p:grpSpPr>
            <p:sp>
              <p:nvSpPr>
                <p:cNvPr id="38371" name="Text Box 1507">
                  <a:extLst>
                    <a:ext uri="{FF2B5EF4-FFF2-40B4-BE49-F238E27FC236}">
                      <a16:creationId xmlns:a16="http://schemas.microsoft.com/office/drawing/2014/main" id="{BD813311-CA51-43A4-ADCD-79FE92D38D8A}"/>
                    </a:ext>
                  </a:extLst>
                </p:cNvPr>
                <p:cNvSpPr txBox="1">
                  <a:spLocks noChangeArrowheads="1"/>
                </p:cNvSpPr>
                <p:nvPr/>
              </p:nvSpPr>
              <p:spPr bwMode="auto">
                <a:xfrm>
                  <a:off x="4889" y="960"/>
                  <a:ext cx="39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(c )</a:t>
                  </a:r>
                  <a:endParaRPr lang="en-US" altLang="zh-CN">
                    <a:solidFill>
                      <a:srgbClr val="CC3300"/>
                    </a:solidFill>
                    <a:latin typeface="Txt" pitchFamily="2" charset="0"/>
                  </a:endParaRPr>
                </a:p>
              </p:txBody>
            </p:sp>
            <p:sp>
              <p:nvSpPr>
                <p:cNvPr id="38372" name="Line 1508">
                  <a:extLst>
                    <a:ext uri="{FF2B5EF4-FFF2-40B4-BE49-F238E27FC236}">
                      <a16:creationId xmlns:a16="http://schemas.microsoft.com/office/drawing/2014/main" id="{89F63C66-71DA-4DA1-9135-1D3EC576E9BD}"/>
                    </a:ext>
                  </a:extLst>
                </p:cNvPr>
                <p:cNvSpPr>
                  <a:spLocks noChangeShapeType="1"/>
                </p:cNvSpPr>
                <p:nvPr/>
              </p:nvSpPr>
              <p:spPr bwMode="auto">
                <a:xfrm>
                  <a:off x="5105" y="102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73" name="Line 1509">
                  <a:extLst>
                    <a:ext uri="{FF2B5EF4-FFF2-40B4-BE49-F238E27FC236}">
                      <a16:creationId xmlns:a16="http://schemas.microsoft.com/office/drawing/2014/main" id="{86A80173-44AC-4DE0-B243-1CB88C8081D7}"/>
                    </a:ext>
                  </a:extLst>
                </p:cNvPr>
                <p:cNvSpPr>
                  <a:spLocks noChangeShapeType="1"/>
                </p:cNvSpPr>
                <p:nvPr/>
              </p:nvSpPr>
              <p:spPr bwMode="auto">
                <a:xfrm>
                  <a:off x="5135" y="102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75" name="Group 1511">
                <a:extLst>
                  <a:ext uri="{FF2B5EF4-FFF2-40B4-BE49-F238E27FC236}">
                    <a16:creationId xmlns:a16="http://schemas.microsoft.com/office/drawing/2014/main" id="{D8052E6C-446D-4B5C-AD50-60C578D21484}"/>
                  </a:ext>
                </a:extLst>
              </p:cNvPr>
              <p:cNvGrpSpPr>
                <a:grpSpLocks/>
              </p:cNvGrpSpPr>
              <p:nvPr/>
            </p:nvGrpSpPr>
            <p:grpSpPr bwMode="auto">
              <a:xfrm>
                <a:off x="5237" y="1110"/>
                <a:ext cx="199" cy="269"/>
                <a:chOff x="5272" y="1675"/>
                <a:chExt cx="199" cy="269"/>
              </a:xfrm>
            </p:grpSpPr>
            <p:sp>
              <p:nvSpPr>
                <p:cNvPr id="38376" name="Text Box 1512">
                  <a:extLst>
                    <a:ext uri="{FF2B5EF4-FFF2-40B4-BE49-F238E27FC236}">
                      <a16:creationId xmlns:a16="http://schemas.microsoft.com/office/drawing/2014/main" id="{713528BE-3455-4777-BF67-215837562297}"/>
                    </a:ext>
                  </a:extLst>
                </p:cNvPr>
                <p:cNvSpPr txBox="1">
                  <a:spLocks noChangeArrowheads="1"/>
                </p:cNvSpPr>
                <p:nvPr/>
              </p:nvSpPr>
              <p:spPr bwMode="auto">
                <a:xfrm>
                  <a:off x="5272" y="1675"/>
                  <a:ext cx="19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b</a:t>
                  </a:r>
                  <a:endParaRPr lang="en-US" altLang="zh-CN">
                    <a:solidFill>
                      <a:srgbClr val="CC3300"/>
                    </a:solidFill>
                    <a:latin typeface="Txt" pitchFamily="2" charset="0"/>
                  </a:endParaRPr>
                </a:p>
              </p:txBody>
            </p:sp>
            <p:sp>
              <p:nvSpPr>
                <p:cNvPr id="38377" name="Line 1513">
                  <a:extLst>
                    <a:ext uri="{FF2B5EF4-FFF2-40B4-BE49-F238E27FC236}">
                      <a16:creationId xmlns:a16="http://schemas.microsoft.com/office/drawing/2014/main" id="{882DD945-05FF-49A2-AE47-0E8D3E913B43}"/>
                    </a:ext>
                  </a:extLst>
                </p:cNvPr>
                <p:cNvSpPr>
                  <a:spLocks noChangeShapeType="1"/>
                </p:cNvSpPr>
                <p:nvPr/>
              </p:nvSpPr>
              <p:spPr bwMode="auto">
                <a:xfrm>
                  <a:off x="5422" y="174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78" name="Line 1514">
                  <a:extLst>
                    <a:ext uri="{FF2B5EF4-FFF2-40B4-BE49-F238E27FC236}">
                      <a16:creationId xmlns:a16="http://schemas.microsoft.com/office/drawing/2014/main" id="{5C3C833D-2BD2-4BEC-B1C7-22E07C9C6A75}"/>
                    </a:ext>
                  </a:extLst>
                </p:cNvPr>
                <p:cNvSpPr>
                  <a:spLocks noChangeShapeType="1"/>
                </p:cNvSpPr>
                <p:nvPr/>
              </p:nvSpPr>
              <p:spPr bwMode="auto">
                <a:xfrm>
                  <a:off x="5452" y="174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79" name="Group 1515">
                <a:extLst>
                  <a:ext uri="{FF2B5EF4-FFF2-40B4-BE49-F238E27FC236}">
                    <a16:creationId xmlns:a16="http://schemas.microsoft.com/office/drawing/2014/main" id="{0D1AD14C-9FA9-49F0-B5D9-0A4D2799F624}"/>
                  </a:ext>
                </a:extLst>
              </p:cNvPr>
              <p:cNvGrpSpPr>
                <a:grpSpLocks/>
              </p:cNvGrpSpPr>
              <p:nvPr/>
            </p:nvGrpSpPr>
            <p:grpSpPr bwMode="auto">
              <a:xfrm>
                <a:off x="4842" y="2035"/>
                <a:ext cx="394" cy="269"/>
                <a:chOff x="4889" y="960"/>
                <a:chExt cx="394" cy="269"/>
              </a:xfrm>
            </p:grpSpPr>
            <p:sp>
              <p:nvSpPr>
                <p:cNvPr id="38380" name="Text Box 1516">
                  <a:extLst>
                    <a:ext uri="{FF2B5EF4-FFF2-40B4-BE49-F238E27FC236}">
                      <a16:creationId xmlns:a16="http://schemas.microsoft.com/office/drawing/2014/main" id="{84078EEF-026C-4AA7-A3F7-A5F2A35D23FD}"/>
                    </a:ext>
                  </a:extLst>
                </p:cNvPr>
                <p:cNvSpPr txBox="1">
                  <a:spLocks noChangeArrowheads="1"/>
                </p:cNvSpPr>
                <p:nvPr/>
              </p:nvSpPr>
              <p:spPr bwMode="auto">
                <a:xfrm>
                  <a:off x="4889" y="960"/>
                  <a:ext cx="39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(d )</a:t>
                  </a:r>
                  <a:endParaRPr lang="en-US" altLang="zh-CN">
                    <a:solidFill>
                      <a:srgbClr val="CC3300"/>
                    </a:solidFill>
                    <a:latin typeface="Txt" pitchFamily="2" charset="0"/>
                  </a:endParaRPr>
                </a:p>
              </p:txBody>
            </p:sp>
            <p:sp>
              <p:nvSpPr>
                <p:cNvPr id="38381" name="Line 1517">
                  <a:extLst>
                    <a:ext uri="{FF2B5EF4-FFF2-40B4-BE49-F238E27FC236}">
                      <a16:creationId xmlns:a16="http://schemas.microsoft.com/office/drawing/2014/main" id="{834A7E64-7DFF-4CB7-BA9B-A3E057B54703}"/>
                    </a:ext>
                  </a:extLst>
                </p:cNvPr>
                <p:cNvSpPr>
                  <a:spLocks noChangeShapeType="1"/>
                </p:cNvSpPr>
                <p:nvPr/>
              </p:nvSpPr>
              <p:spPr bwMode="auto">
                <a:xfrm>
                  <a:off x="5105" y="102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82" name="Line 1518">
                  <a:extLst>
                    <a:ext uri="{FF2B5EF4-FFF2-40B4-BE49-F238E27FC236}">
                      <a16:creationId xmlns:a16="http://schemas.microsoft.com/office/drawing/2014/main" id="{62DA31E5-28BA-4418-A4F5-4E5D4A934CA7}"/>
                    </a:ext>
                  </a:extLst>
                </p:cNvPr>
                <p:cNvSpPr>
                  <a:spLocks noChangeShapeType="1"/>
                </p:cNvSpPr>
                <p:nvPr/>
              </p:nvSpPr>
              <p:spPr bwMode="auto">
                <a:xfrm>
                  <a:off x="5135" y="102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grpSp>
        <p:nvGrpSpPr>
          <p:cNvPr id="38422" name="Group 1558">
            <a:extLst>
              <a:ext uri="{FF2B5EF4-FFF2-40B4-BE49-F238E27FC236}">
                <a16:creationId xmlns:a16="http://schemas.microsoft.com/office/drawing/2014/main" id="{4C799043-91B3-4EE0-A15D-CCACD9977ACD}"/>
              </a:ext>
            </a:extLst>
          </p:cNvPr>
          <p:cNvGrpSpPr>
            <a:grpSpLocks/>
          </p:cNvGrpSpPr>
          <p:nvPr/>
        </p:nvGrpSpPr>
        <p:grpSpPr bwMode="auto">
          <a:xfrm>
            <a:off x="5029200" y="1676400"/>
            <a:ext cx="377825" cy="1265238"/>
            <a:chOff x="3168" y="1056"/>
            <a:chExt cx="238" cy="797"/>
          </a:xfrm>
        </p:grpSpPr>
        <p:sp>
          <p:nvSpPr>
            <p:cNvPr id="38293" name="Oval 1429">
              <a:extLst>
                <a:ext uri="{FF2B5EF4-FFF2-40B4-BE49-F238E27FC236}">
                  <a16:creationId xmlns:a16="http://schemas.microsoft.com/office/drawing/2014/main" id="{192B342E-09F0-413A-8F84-E832FAECEE70}"/>
                </a:ext>
              </a:extLst>
            </p:cNvPr>
            <p:cNvSpPr>
              <a:spLocks noChangeArrowheads="1"/>
            </p:cNvSpPr>
            <p:nvPr/>
          </p:nvSpPr>
          <p:spPr bwMode="auto">
            <a:xfrm>
              <a:off x="3358" y="1297"/>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7" name="Oval 1433">
              <a:extLst>
                <a:ext uri="{FF2B5EF4-FFF2-40B4-BE49-F238E27FC236}">
                  <a16:creationId xmlns:a16="http://schemas.microsoft.com/office/drawing/2014/main" id="{C68C8CC4-25FF-4C00-B17D-BCF6B32218F7}"/>
                </a:ext>
              </a:extLst>
            </p:cNvPr>
            <p:cNvSpPr>
              <a:spLocks noChangeArrowheads="1"/>
            </p:cNvSpPr>
            <p:nvPr/>
          </p:nvSpPr>
          <p:spPr bwMode="auto">
            <a:xfrm>
              <a:off x="3358" y="1711"/>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8392" name="Group 1528">
              <a:extLst>
                <a:ext uri="{FF2B5EF4-FFF2-40B4-BE49-F238E27FC236}">
                  <a16:creationId xmlns:a16="http://schemas.microsoft.com/office/drawing/2014/main" id="{F00E46F3-D06F-4540-8F00-C74B39A34572}"/>
                </a:ext>
              </a:extLst>
            </p:cNvPr>
            <p:cNvGrpSpPr>
              <a:grpSpLocks/>
            </p:cNvGrpSpPr>
            <p:nvPr/>
          </p:nvGrpSpPr>
          <p:grpSpPr bwMode="auto">
            <a:xfrm>
              <a:off x="3168" y="1584"/>
              <a:ext cx="195" cy="269"/>
              <a:chOff x="3132" y="2131"/>
              <a:chExt cx="195" cy="269"/>
            </a:xfrm>
          </p:grpSpPr>
          <p:sp>
            <p:nvSpPr>
              <p:cNvPr id="38393" name="Text Box 1529">
                <a:extLst>
                  <a:ext uri="{FF2B5EF4-FFF2-40B4-BE49-F238E27FC236}">
                    <a16:creationId xmlns:a16="http://schemas.microsoft.com/office/drawing/2014/main" id="{0B209292-F912-4528-857E-3C637DE03297}"/>
                  </a:ext>
                </a:extLst>
              </p:cNvPr>
              <p:cNvSpPr txBox="1">
                <a:spLocks noChangeArrowheads="1"/>
              </p:cNvSpPr>
              <p:nvPr/>
            </p:nvSpPr>
            <p:spPr bwMode="auto">
              <a:xfrm>
                <a:off x="3132" y="2131"/>
                <a:ext cx="1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e</a:t>
                </a:r>
                <a:endParaRPr lang="en-US" altLang="zh-CN">
                  <a:solidFill>
                    <a:srgbClr val="CC3300"/>
                  </a:solidFill>
                  <a:latin typeface="Txt" pitchFamily="2" charset="0"/>
                </a:endParaRPr>
              </a:p>
            </p:txBody>
          </p:sp>
          <p:sp>
            <p:nvSpPr>
              <p:cNvPr id="38394" name="Line 1530">
                <a:extLst>
                  <a:ext uri="{FF2B5EF4-FFF2-40B4-BE49-F238E27FC236}">
                    <a16:creationId xmlns:a16="http://schemas.microsoft.com/office/drawing/2014/main" id="{5813F1AC-14CD-427D-8CCA-A7B15417DB5B}"/>
                  </a:ext>
                </a:extLst>
              </p:cNvPr>
              <p:cNvSpPr>
                <a:spLocks noChangeShapeType="1"/>
              </p:cNvSpPr>
              <p:nvPr/>
            </p:nvSpPr>
            <p:spPr bwMode="auto">
              <a:xfrm>
                <a:off x="3294" y="219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95" name="Group 1531">
              <a:extLst>
                <a:ext uri="{FF2B5EF4-FFF2-40B4-BE49-F238E27FC236}">
                  <a16:creationId xmlns:a16="http://schemas.microsoft.com/office/drawing/2014/main" id="{43A9E58E-D0CA-43C9-A3F6-A28F24D2BD5D}"/>
                </a:ext>
              </a:extLst>
            </p:cNvPr>
            <p:cNvGrpSpPr>
              <a:grpSpLocks/>
            </p:cNvGrpSpPr>
            <p:nvPr/>
          </p:nvGrpSpPr>
          <p:grpSpPr bwMode="auto">
            <a:xfrm>
              <a:off x="3196" y="1056"/>
              <a:ext cx="199" cy="269"/>
              <a:chOff x="3132" y="2131"/>
              <a:chExt cx="199" cy="269"/>
            </a:xfrm>
          </p:grpSpPr>
          <p:sp>
            <p:nvSpPr>
              <p:cNvPr id="38396" name="Text Box 1532">
                <a:extLst>
                  <a:ext uri="{FF2B5EF4-FFF2-40B4-BE49-F238E27FC236}">
                    <a16:creationId xmlns:a16="http://schemas.microsoft.com/office/drawing/2014/main" id="{7297B078-9BD3-404A-9BBA-4E183CE82B4E}"/>
                  </a:ext>
                </a:extLst>
              </p:cNvPr>
              <p:cNvSpPr txBox="1">
                <a:spLocks noChangeArrowheads="1"/>
              </p:cNvSpPr>
              <p:nvPr/>
            </p:nvSpPr>
            <p:spPr bwMode="auto">
              <a:xfrm>
                <a:off x="3132" y="2131"/>
                <a:ext cx="19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b</a:t>
                </a:r>
                <a:endParaRPr lang="en-US" altLang="zh-CN">
                  <a:solidFill>
                    <a:srgbClr val="CC3300"/>
                  </a:solidFill>
                  <a:latin typeface="Txt" pitchFamily="2" charset="0"/>
                </a:endParaRPr>
              </a:p>
            </p:txBody>
          </p:sp>
          <p:sp>
            <p:nvSpPr>
              <p:cNvPr id="38397" name="Line 1533">
                <a:extLst>
                  <a:ext uri="{FF2B5EF4-FFF2-40B4-BE49-F238E27FC236}">
                    <a16:creationId xmlns:a16="http://schemas.microsoft.com/office/drawing/2014/main" id="{E3D63146-F186-4D74-BC2F-D08D97F0F317}"/>
                  </a:ext>
                </a:extLst>
              </p:cNvPr>
              <p:cNvSpPr>
                <a:spLocks noChangeShapeType="1"/>
              </p:cNvSpPr>
              <p:nvPr/>
            </p:nvSpPr>
            <p:spPr bwMode="auto">
              <a:xfrm>
                <a:off x="3294" y="219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8425" name="Group 1561">
            <a:extLst>
              <a:ext uri="{FF2B5EF4-FFF2-40B4-BE49-F238E27FC236}">
                <a16:creationId xmlns:a16="http://schemas.microsoft.com/office/drawing/2014/main" id="{275964E3-C51B-42BB-9E75-42612EBD130C}"/>
              </a:ext>
            </a:extLst>
          </p:cNvPr>
          <p:cNvGrpSpPr>
            <a:grpSpLocks/>
          </p:cNvGrpSpPr>
          <p:nvPr/>
        </p:nvGrpSpPr>
        <p:grpSpPr bwMode="auto">
          <a:xfrm>
            <a:off x="4787900" y="1504950"/>
            <a:ext cx="1152525" cy="2154238"/>
            <a:chOff x="3016" y="948"/>
            <a:chExt cx="726" cy="1357"/>
          </a:xfrm>
        </p:grpSpPr>
        <p:sp>
          <p:nvSpPr>
            <p:cNvPr id="38296" name="Oval 1432">
              <a:extLst>
                <a:ext uri="{FF2B5EF4-FFF2-40B4-BE49-F238E27FC236}">
                  <a16:creationId xmlns:a16="http://schemas.microsoft.com/office/drawing/2014/main" id="{209E03F7-69BA-46EB-BAA4-F382CEEBB2C6}"/>
                </a:ext>
              </a:extLst>
            </p:cNvPr>
            <p:cNvSpPr>
              <a:spLocks noChangeArrowheads="1"/>
            </p:cNvSpPr>
            <p:nvPr/>
          </p:nvSpPr>
          <p:spPr bwMode="auto">
            <a:xfrm>
              <a:off x="3694" y="2097"/>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5" name="Oval 1431">
              <a:extLst>
                <a:ext uri="{FF2B5EF4-FFF2-40B4-BE49-F238E27FC236}">
                  <a16:creationId xmlns:a16="http://schemas.microsoft.com/office/drawing/2014/main" id="{912EDAB0-0335-4E7B-B97C-5563849D3D3A}"/>
                </a:ext>
              </a:extLst>
            </p:cNvPr>
            <p:cNvSpPr>
              <a:spLocks noChangeArrowheads="1"/>
            </p:cNvSpPr>
            <p:nvPr/>
          </p:nvSpPr>
          <p:spPr bwMode="auto">
            <a:xfrm>
              <a:off x="3016" y="2097"/>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2" name="Oval 1428">
              <a:extLst>
                <a:ext uri="{FF2B5EF4-FFF2-40B4-BE49-F238E27FC236}">
                  <a16:creationId xmlns:a16="http://schemas.microsoft.com/office/drawing/2014/main" id="{1CEDFB2A-876F-4A69-A72E-D6BB3DEDC711}"/>
                </a:ext>
              </a:extLst>
            </p:cNvPr>
            <p:cNvSpPr>
              <a:spLocks noChangeArrowheads="1"/>
            </p:cNvSpPr>
            <p:nvPr/>
          </p:nvSpPr>
          <p:spPr bwMode="auto">
            <a:xfrm>
              <a:off x="3016" y="1125"/>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4" name="Oval 1430">
              <a:extLst>
                <a:ext uri="{FF2B5EF4-FFF2-40B4-BE49-F238E27FC236}">
                  <a16:creationId xmlns:a16="http://schemas.microsoft.com/office/drawing/2014/main" id="{31755505-C9AC-4C5C-A01E-7A206DB89DB1}"/>
                </a:ext>
              </a:extLst>
            </p:cNvPr>
            <p:cNvSpPr>
              <a:spLocks noChangeArrowheads="1"/>
            </p:cNvSpPr>
            <p:nvPr/>
          </p:nvSpPr>
          <p:spPr bwMode="auto">
            <a:xfrm>
              <a:off x="3694" y="1125"/>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8387" name="Group 1523">
              <a:extLst>
                <a:ext uri="{FF2B5EF4-FFF2-40B4-BE49-F238E27FC236}">
                  <a16:creationId xmlns:a16="http://schemas.microsoft.com/office/drawing/2014/main" id="{11BC281B-603A-4E78-A365-A13E384BB991}"/>
                </a:ext>
              </a:extLst>
            </p:cNvPr>
            <p:cNvGrpSpPr>
              <a:grpSpLocks/>
            </p:cNvGrpSpPr>
            <p:nvPr/>
          </p:nvGrpSpPr>
          <p:grpSpPr bwMode="auto">
            <a:xfrm>
              <a:off x="3036" y="2035"/>
              <a:ext cx="170" cy="269"/>
              <a:chOff x="3088" y="2160"/>
              <a:chExt cx="170" cy="269"/>
            </a:xfrm>
          </p:grpSpPr>
          <p:sp>
            <p:nvSpPr>
              <p:cNvPr id="38384" name="Text Box 1520">
                <a:extLst>
                  <a:ext uri="{FF2B5EF4-FFF2-40B4-BE49-F238E27FC236}">
                    <a16:creationId xmlns:a16="http://schemas.microsoft.com/office/drawing/2014/main" id="{75DC241A-2848-4BE9-A838-488AFC18F855}"/>
                  </a:ext>
                </a:extLst>
              </p:cNvPr>
              <p:cNvSpPr txBox="1">
                <a:spLocks noChangeArrowheads="1"/>
              </p:cNvSpPr>
              <p:nvPr/>
            </p:nvSpPr>
            <p:spPr bwMode="auto">
              <a:xfrm>
                <a:off x="3088" y="2160"/>
                <a:ext cx="17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f</a:t>
                </a:r>
                <a:endParaRPr lang="en-US" altLang="zh-CN">
                  <a:solidFill>
                    <a:srgbClr val="CC3300"/>
                  </a:solidFill>
                  <a:latin typeface="Txt" pitchFamily="2" charset="0"/>
                </a:endParaRPr>
              </a:p>
            </p:txBody>
          </p:sp>
          <p:sp>
            <p:nvSpPr>
              <p:cNvPr id="38386" name="Line 1522">
                <a:extLst>
                  <a:ext uri="{FF2B5EF4-FFF2-40B4-BE49-F238E27FC236}">
                    <a16:creationId xmlns:a16="http://schemas.microsoft.com/office/drawing/2014/main" id="{306DA7CD-1A8E-476F-8B0E-67C3238F3F58}"/>
                  </a:ext>
                </a:extLst>
              </p:cNvPr>
              <p:cNvSpPr>
                <a:spLocks noChangeShapeType="1"/>
              </p:cNvSpPr>
              <p:nvPr/>
            </p:nvSpPr>
            <p:spPr bwMode="auto">
              <a:xfrm>
                <a:off x="3234" y="2208"/>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91" name="Group 1527">
              <a:extLst>
                <a:ext uri="{FF2B5EF4-FFF2-40B4-BE49-F238E27FC236}">
                  <a16:creationId xmlns:a16="http://schemas.microsoft.com/office/drawing/2014/main" id="{A596AF9E-1E75-4933-9E6E-91F34B0EE7BC}"/>
                </a:ext>
              </a:extLst>
            </p:cNvPr>
            <p:cNvGrpSpPr>
              <a:grpSpLocks/>
            </p:cNvGrpSpPr>
            <p:nvPr/>
          </p:nvGrpSpPr>
          <p:grpSpPr bwMode="auto">
            <a:xfrm>
              <a:off x="3490" y="2036"/>
              <a:ext cx="199" cy="269"/>
              <a:chOff x="3132" y="2131"/>
              <a:chExt cx="199" cy="269"/>
            </a:xfrm>
          </p:grpSpPr>
          <p:sp>
            <p:nvSpPr>
              <p:cNvPr id="38389" name="Text Box 1525">
                <a:extLst>
                  <a:ext uri="{FF2B5EF4-FFF2-40B4-BE49-F238E27FC236}">
                    <a16:creationId xmlns:a16="http://schemas.microsoft.com/office/drawing/2014/main" id="{4FFC5308-FDC5-49A6-891D-5BFE8D05D37E}"/>
                  </a:ext>
                </a:extLst>
              </p:cNvPr>
              <p:cNvSpPr txBox="1">
                <a:spLocks noChangeArrowheads="1"/>
              </p:cNvSpPr>
              <p:nvPr/>
            </p:nvSpPr>
            <p:spPr bwMode="auto">
              <a:xfrm>
                <a:off x="3132" y="2131"/>
                <a:ext cx="19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d</a:t>
                </a:r>
                <a:endParaRPr lang="en-US" altLang="zh-CN">
                  <a:solidFill>
                    <a:srgbClr val="CC3300"/>
                  </a:solidFill>
                  <a:latin typeface="Txt" pitchFamily="2" charset="0"/>
                </a:endParaRPr>
              </a:p>
            </p:txBody>
          </p:sp>
          <p:sp>
            <p:nvSpPr>
              <p:cNvPr id="38390" name="Line 1526">
                <a:extLst>
                  <a:ext uri="{FF2B5EF4-FFF2-40B4-BE49-F238E27FC236}">
                    <a16:creationId xmlns:a16="http://schemas.microsoft.com/office/drawing/2014/main" id="{C28CF7EC-9F1D-4F25-B9FE-0FC19E5741D3}"/>
                  </a:ext>
                </a:extLst>
              </p:cNvPr>
              <p:cNvSpPr>
                <a:spLocks noChangeShapeType="1"/>
              </p:cNvSpPr>
              <p:nvPr/>
            </p:nvSpPr>
            <p:spPr bwMode="auto">
              <a:xfrm>
                <a:off x="3294" y="219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398" name="Group 1534">
              <a:extLst>
                <a:ext uri="{FF2B5EF4-FFF2-40B4-BE49-F238E27FC236}">
                  <a16:creationId xmlns:a16="http://schemas.microsoft.com/office/drawing/2014/main" id="{E713821F-5AC9-4C61-A3FB-5939B7F6C92D}"/>
                </a:ext>
              </a:extLst>
            </p:cNvPr>
            <p:cNvGrpSpPr>
              <a:grpSpLocks/>
            </p:cNvGrpSpPr>
            <p:nvPr/>
          </p:nvGrpSpPr>
          <p:grpSpPr bwMode="auto">
            <a:xfrm>
              <a:off x="3024" y="948"/>
              <a:ext cx="199" cy="269"/>
              <a:chOff x="3132" y="2131"/>
              <a:chExt cx="199" cy="269"/>
            </a:xfrm>
          </p:grpSpPr>
          <p:sp>
            <p:nvSpPr>
              <p:cNvPr id="38399" name="Text Box 1535">
                <a:extLst>
                  <a:ext uri="{FF2B5EF4-FFF2-40B4-BE49-F238E27FC236}">
                    <a16:creationId xmlns:a16="http://schemas.microsoft.com/office/drawing/2014/main" id="{44367598-6A8B-40FC-9782-8C8943BEBC1D}"/>
                  </a:ext>
                </a:extLst>
              </p:cNvPr>
              <p:cNvSpPr txBox="1">
                <a:spLocks noChangeArrowheads="1"/>
              </p:cNvSpPr>
              <p:nvPr/>
            </p:nvSpPr>
            <p:spPr bwMode="auto">
              <a:xfrm>
                <a:off x="3132" y="2131"/>
                <a:ext cx="19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a</a:t>
                </a:r>
                <a:endParaRPr lang="en-US" altLang="zh-CN">
                  <a:solidFill>
                    <a:srgbClr val="CC3300"/>
                  </a:solidFill>
                  <a:latin typeface="Txt" pitchFamily="2" charset="0"/>
                </a:endParaRPr>
              </a:p>
            </p:txBody>
          </p:sp>
          <p:sp>
            <p:nvSpPr>
              <p:cNvPr id="38400" name="Line 1536">
                <a:extLst>
                  <a:ext uri="{FF2B5EF4-FFF2-40B4-BE49-F238E27FC236}">
                    <a16:creationId xmlns:a16="http://schemas.microsoft.com/office/drawing/2014/main" id="{DAE3CCF4-8499-4E06-B27C-CC3CB2AA9DD3}"/>
                  </a:ext>
                </a:extLst>
              </p:cNvPr>
              <p:cNvSpPr>
                <a:spLocks noChangeShapeType="1"/>
              </p:cNvSpPr>
              <p:nvPr/>
            </p:nvSpPr>
            <p:spPr bwMode="auto">
              <a:xfrm>
                <a:off x="3294" y="219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401" name="Group 1537">
              <a:extLst>
                <a:ext uri="{FF2B5EF4-FFF2-40B4-BE49-F238E27FC236}">
                  <a16:creationId xmlns:a16="http://schemas.microsoft.com/office/drawing/2014/main" id="{1B868F48-1C31-4FD0-9288-18512D554310}"/>
                </a:ext>
              </a:extLst>
            </p:cNvPr>
            <p:cNvGrpSpPr>
              <a:grpSpLocks/>
            </p:cNvGrpSpPr>
            <p:nvPr/>
          </p:nvGrpSpPr>
          <p:grpSpPr bwMode="auto">
            <a:xfrm>
              <a:off x="3534" y="960"/>
              <a:ext cx="195" cy="269"/>
              <a:chOff x="3132" y="2131"/>
              <a:chExt cx="195" cy="269"/>
            </a:xfrm>
          </p:grpSpPr>
          <p:sp>
            <p:nvSpPr>
              <p:cNvPr id="38402" name="Text Box 1538">
                <a:extLst>
                  <a:ext uri="{FF2B5EF4-FFF2-40B4-BE49-F238E27FC236}">
                    <a16:creationId xmlns:a16="http://schemas.microsoft.com/office/drawing/2014/main" id="{EF62213C-DF51-445F-AFA6-E49A4416F489}"/>
                  </a:ext>
                </a:extLst>
              </p:cNvPr>
              <p:cNvSpPr txBox="1">
                <a:spLocks noChangeArrowheads="1"/>
              </p:cNvSpPr>
              <p:nvPr/>
            </p:nvSpPr>
            <p:spPr bwMode="auto">
              <a:xfrm>
                <a:off x="3132" y="2131"/>
                <a:ext cx="1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c</a:t>
                </a:r>
                <a:endParaRPr lang="en-US" altLang="zh-CN">
                  <a:solidFill>
                    <a:srgbClr val="CC3300"/>
                  </a:solidFill>
                  <a:latin typeface="Txt" pitchFamily="2" charset="0"/>
                </a:endParaRPr>
              </a:p>
            </p:txBody>
          </p:sp>
          <p:sp>
            <p:nvSpPr>
              <p:cNvPr id="38403" name="Line 1539">
                <a:extLst>
                  <a:ext uri="{FF2B5EF4-FFF2-40B4-BE49-F238E27FC236}">
                    <a16:creationId xmlns:a16="http://schemas.microsoft.com/office/drawing/2014/main" id="{589E486E-9761-4AAA-BE2D-542310883F95}"/>
                  </a:ext>
                </a:extLst>
              </p:cNvPr>
              <p:cNvSpPr>
                <a:spLocks noChangeShapeType="1"/>
              </p:cNvSpPr>
              <p:nvPr/>
            </p:nvSpPr>
            <p:spPr bwMode="auto">
              <a:xfrm>
                <a:off x="3294" y="219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8410" name="Group 1546">
            <a:extLst>
              <a:ext uri="{FF2B5EF4-FFF2-40B4-BE49-F238E27FC236}">
                <a16:creationId xmlns:a16="http://schemas.microsoft.com/office/drawing/2014/main" id="{355C72CD-ECA4-42B9-825A-FBA004372FD6}"/>
              </a:ext>
            </a:extLst>
          </p:cNvPr>
          <p:cNvGrpSpPr>
            <a:grpSpLocks/>
          </p:cNvGrpSpPr>
          <p:nvPr/>
        </p:nvGrpSpPr>
        <p:grpSpPr bwMode="auto">
          <a:xfrm>
            <a:off x="4343400" y="4802188"/>
            <a:ext cx="2035175" cy="1160462"/>
            <a:chOff x="2736" y="3025"/>
            <a:chExt cx="1282" cy="731"/>
          </a:xfrm>
        </p:grpSpPr>
        <p:grpSp>
          <p:nvGrpSpPr>
            <p:cNvPr id="38405" name="Group 1541">
              <a:extLst>
                <a:ext uri="{FF2B5EF4-FFF2-40B4-BE49-F238E27FC236}">
                  <a16:creationId xmlns:a16="http://schemas.microsoft.com/office/drawing/2014/main" id="{CFCB611F-F770-4739-97AF-6B9B82EB3B10}"/>
                </a:ext>
              </a:extLst>
            </p:cNvPr>
            <p:cNvGrpSpPr>
              <a:grpSpLocks/>
            </p:cNvGrpSpPr>
            <p:nvPr/>
          </p:nvGrpSpPr>
          <p:grpSpPr bwMode="auto">
            <a:xfrm>
              <a:off x="3016" y="3025"/>
              <a:ext cx="726" cy="478"/>
              <a:chOff x="3016" y="3025"/>
              <a:chExt cx="726" cy="478"/>
            </a:xfrm>
          </p:grpSpPr>
          <p:sp>
            <p:nvSpPr>
              <p:cNvPr id="38304" name="Oval 1440">
                <a:extLst>
                  <a:ext uri="{FF2B5EF4-FFF2-40B4-BE49-F238E27FC236}">
                    <a16:creationId xmlns:a16="http://schemas.microsoft.com/office/drawing/2014/main" id="{EA851BA8-7C1E-47AA-B692-E365B832BD74}"/>
                  </a:ext>
                </a:extLst>
              </p:cNvPr>
              <p:cNvSpPr>
                <a:spLocks noChangeArrowheads="1"/>
              </p:cNvSpPr>
              <p:nvPr/>
            </p:nvSpPr>
            <p:spPr bwMode="auto">
              <a:xfrm>
                <a:off x="3358" y="3455"/>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02" name="Oval 1438">
                <a:extLst>
                  <a:ext uri="{FF2B5EF4-FFF2-40B4-BE49-F238E27FC236}">
                    <a16:creationId xmlns:a16="http://schemas.microsoft.com/office/drawing/2014/main" id="{FDC7B1E8-5E7C-4BDC-958B-6F749ADA8513}"/>
                  </a:ext>
                </a:extLst>
              </p:cNvPr>
              <p:cNvSpPr>
                <a:spLocks noChangeArrowheads="1"/>
              </p:cNvSpPr>
              <p:nvPr/>
            </p:nvSpPr>
            <p:spPr bwMode="auto">
              <a:xfrm>
                <a:off x="3016" y="3025"/>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303" name="Oval 1439">
                <a:extLst>
                  <a:ext uri="{FF2B5EF4-FFF2-40B4-BE49-F238E27FC236}">
                    <a16:creationId xmlns:a16="http://schemas.microsoft.com/office/drawing/2014/main" id="{44523C9F-FE39-4432-9AA7-519C0A6F3228}"/>
                  </a:ext>
                </a:extLst>
              </p:cNvPr>
              <p:cNvSpPr>
                <a:spLocks noChangeArrowheads="1"/>
              </p:cNvSpPr>
              <p:nvPr/>
            </p:nvSpPr>
            <p:spPr bwMode="auto">
              <a:xfrm>
                <a:off x="3694" y="3025"/>
                <a:ext cx="48" cy="48"/>
              </a:xfrm>
              <a:prstGeom prst="ellipse">
                <a:avLst/>
              </a:prstGeom>
              <a:solidFill>
                <a:srgbClr val="FFFF00"/>
              </a:solidFill>
              <a:ln w="127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8406" name="Rectangle 1542">
              <a:extLst>
                <a:ext uri="{FF2B5EF4-FFF2-40B4-BE49-F238E27FC236}">
                  <a16:creationId xmlns:a16="http://schemas.microsoft.com/office/drawing/2014/main" id="{80BC1639-AB85-4FF4-94C5-D5D5B7738753}"/>
                </a:ext>
              </a:extLst>
            </p:cNvPr>
            <p:cNvSpPr>
              <a:spLocks noChangeArrowheads="1"/>
            </p:cNvSpPr>
            <p:nvPr/>
          </p:nvSpPr>
          <p:spPr bwMode="auto">
            <a:xfrm>
              <a:off x="2736" y="3072"/>
              <a:ext cx="377"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a(f)</a:t>
              </a:r>
            </a:p>
          </p:txBody>
        </p:sp>
        <p:sp>
          <p:nvSpPr>
            <p:cNvPr id="38407" name="Rectangle 1543">
              <a:extLst>
                <a:ext uri="{FF2B5EF4-FFF2-40B4-BE49-F238E27FC236}">
                  <a16:creationId xmlns:a16="http://schemas.microsoft.com/office/drawing/2014/main" id="{673B58FE-8626-4C75-A347-6E8849D81878}"/>
                </a:ext>
              </a:extLst>
            </p:cNvPr>
            <p:cNvSpPr>
              <a:spLocks noChangeArrowheads="1"/>
            </p:cNvSpPr>
            <p:nvPr/>
          </p:nvSpPr>
          <p:spPr bwMode="auto">
            <a:xfrm>
              <a:off x="3616" y="3054"/>
              <a:ext cx="40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c(d)</a:t>
              </a:r>
            </a:p>
          </p:txBody>
        </p:sp>
        <p:sp>
          <p:nvSpPr>
            <p:cNvPr id="38408" name="Rectangle 1544">
              <a:extLst>
                <a:ext uri="{FF2B5EF4-FFF2-40B4-BE49-F238E27FC236}">
                  <a16:creationId xmlns:a16="http://schemas.microsoft.com/office/drawing/2014/main" id="{D3BDDEA8-3537-4CD8-88B6-455622DCF20A}"/>
                </a:ext>
              </a:extLst>
            </p:cNvPr>
            <p:cNvSpPr>
              <a:spLocks noChangeArrowheads="1"/>
            </p:cNvSpPr>
            <p:nvPr/>
          </p:nvSpPr>
          <p:spPr bwMode="auto">
            <a:xfrm>
              <a:off x="3166" y="3487"/>
              <a:ext cx="40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rgbClr val="CC3300"/>
                  </a:solidFill>
                  <a:latin typeface="Modern" pitchFamily="50"/>
                </a:rPr>
                <a:t>b(e)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5"/>
                                        </p:tgtEl>
                                        <p:attrNameLst>
                                          <p:attrName>style.visibility</p:attrName>
                                        </p:attrNameLst>
                                      </p:cBhvr>
                                      <p:to>
                                        <p:strVal val="visible"/>
                                      </p:to>
                                    </p:set>
                                    <p:animEffect transition="in" filter="wipe(left)">
                                      <p:cBhvr>
                                        <p:cTn id="7" dur="500"/>
                                        <p:tgtEl>
                                          <p:spTgt spid="2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9"/>
                                        </p:tgtEl>
                                        <p:attrNameLst>
                                          <p:attrName>style.visibility</p:attrName>
                                        </p:attrNameLst>
                                      </p:cBhvr>
                                      <p:to>
                                        <p:strVal val="visible"/>
                                      </p:to>
                                    </p:set>
                                    <p:animEffect transition="in" filter="wipe(left)">
                                      <p:cBhvr>
                                        <p:cTn id="12" dur="500"/>
                                        <p:tgtEl>
                                          <p:spTgt spid="2579"/>
                                        </p:tgtEl>
                                      </p:cBhvr>
                                    </p:animEffect>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8431"/>
                                        </p:tgtEl>
                                        <p:attrNameLst>
                                          <p:attrName>style.visibility</p:attrName>
                                        </p:attrNameLst>
                                      </p:cBhvr>
                                      <p:to>
                                        <p:strVal val="visible"/>
                                      </p:to>
                                    </p:set>
                                    <p:animEffect transition="in" filter="dissolve">
                                      <p:cBhvr>
                                        <p:cTn id="17" dur="500"/>
                                        <p:tgtEl>
                                          <p:spTgt spid="38431"/>
                                        </p:tgtEl>
                                      </p:cBhvr>
                                    </p:animEffect>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528" fill="hold" nodeType="clickEffect">
                                  <p:stCondLst>
                                    <p:cond delay="0"/>
                                  </p:stCondLst>
                                  <p:childTnLst>
                                    <p:set>
                                      <p:cBhvr>
                                        <p:cTn id="21" dur="1" fill="hold">
                                          <p:stCondLst>
                                            <p:cond delay="0"/>
                                          </p:stCondLst>
                                        </p:cTn>
                                        <p:tgtEl>
                                          <p:spTgt spid="38280"/>
                                        </p:tgtEl>
                                        <p:attrNameLst>
                                          <p:attrName>style.visibility</p:attrName>
                                        </p:attrNameLst>
                                      </p:cBhvr>
                                      <p:to>
                                        <p:strVal val="visible"/>
                                      </p:to>
                                    </p:set>
                                    <p:anim calcmode="lin" valueType="num">
                                      <p:cBhvr>
                                        <p:cTn id="22" dur="500" fill="hold"/>
                                        <p:tgtEl>
                                          <p:spTgt spid="38280"/>
                                        </p:tgtEl>
                                        <p:attrNameLst>
                                          <p:attrName>ppt_w</p:attrName>
                                        </p:attrNameLst>
                                      </p:cBhvr>
                                      <p:tavLst>
                                        <p:tav tm="0">
                                          <p:val>
                                            <p:fltVal val="0"/>
                                          </p:val>
                                        </p:tav>
                                        <p:tav tm="100000">
                                          <p:val>
                                            <p:strVal val="#ppt_w"/>
                                          </p:val>
                                        </p:tav>
                                      </p:tavLst>
                                    </p:anim>
                                    <p:anim calcmode="lin" valueType="num">
                                      <p:cBhvr>
                                        <p:cTn id="23" dur="500" fill="hold"/>
                                        <p:tgtEl>
                                          <p:spTgt spid="38280"/>
                                        </p:tgtEl>
                                        <p:attrNameLst>
                                          <p:attrName>ppt_h</p:attrName>
                                        </p:attrNameLst>
                                      </p:cBhvr>
                                      <p:tavLst>
                                        <p:tav tm="0">
                                          <p:val>
                                            <p:fltVal val="0"/>
                                          </p:val>
                                        </p:tav>
                                        <p:tav tm="100000">
                                          <p:val>
                                            <p:strVal val="#ppt_h"/>
                                          </p:val>
                                        </p:tav>
                                      </p:tavLst>
                                    </p:anim>
                                    <p:anim calcmode="lin" valueType="num">
                                      <p:cBhvr>
                                        <p:cTn id="24" dur="500" fill="hold"/>
                                        <p:tgtEl>
                                          <p:spTgt spid="38280"/>
                                        </p:tgtEl>
                                        <p:attrNameLst>
                                          <p:attrName>ppt_x</p:attrName>
                                        </p:attrNameLst>
                                      </p:cBhvr>
                                      <p:tavLst>
                                        <p:tav tm="0">
                                          <p:val>
                                            <p:fltVal val="0.5"/>
                                          </p:val>
                                        </p:tav>
                                        <p:tav tm="100000">
                                          <p:val>
                                            <p:strVal val="#ppt_x"/>
                                          </p:val>
                                        </p:tav>
                                      </p:tavLst>
                                    </p:anim>
                                    <p:anim calcmode="lin" valueType="num">
                                      <p:cBhvr>
                                        <p:cTn id="25" dur="500" fill="hold"/>
                                        <p:tgtEl>
                                          <p:spTgt spid="38280"/>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2" name="WHOOSH.WAV"/>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38338"/>
                                        </p:tgtEl>
                                        <p:attrNameLst>
                                          <p:attrName>style.visibility</p:attrName>
                                        </p:attrNameLst>
                                      </p:cBhvr>
                                      <p:to>
                                        <p:strVal val="visible"/>
                                      </p:to>
                                    </p:set>
                                    <p:anim calcmode="lin" valueType="num">
                                      <p:cBhvr>
                                        <p:cTn id="30" dur="500" fill="hold"/>
                                        <p:tgtEl>
                                          <p:spTgt spid="38338"/>
                                        </p:tgtEl>
                                        <p:attrNameLst>
                                          <p:attrName>ppt_w</p:attrName>
                                        </p:attrNameLst>
                                      </p:cBhvr>
                                      <p:tavLst>
                                        <p:tav tm="0">
                                          <p:val>
                                            <p:fltVal val="0"/>
                                          </p:val>
                                        </p:tav>
                                        <p:tav tm="100000">
                                          <p:val>
                                            <p:strVal val="#ppt_w"/>
                                          </p:val>
                                        </p:tav>
                                      </p:tavLst>
                                    </p:anim>
                                    <p:anim calcmode="lin" valueType="num">
                                      <p:cBhvr>
                                        <p:cTn id="31" dur="500" fill="hold"/>
                                        <p:tgtEl>
                                          <p:spTgt spid="3833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2" name="WHOOSH.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18"/>
                                        </p:tgtEl>
                                        <p:attrNameLst>
                                          <p:attrName>style.visibility</p:attrName>
                                        </p:attrNameLst>
                                      </p:cBhvr>
                                      <p:to>
                                        <p:strVal val="visible"/>
                                      </p:to>
                                    </p:set>
                                    <p:animEffect transition="in" filter="wipe(left)">
                                      <p:cBhvr>
                                        <p:cTn id="36" dur="500"/>
                                        <p:tgtEl>
                                          <p:spTgt spid="2618"/>
                                        </p:tgtEl>
                                      </p:cBhvr>
                                    </p:animEffect>
                                  </p:childTnLst>
                                  <p:subTnLst>
                                    <p:audio>
                                      <p:cMediaNode>
                                        <p:cTn display="0" masterRel="sameClick">
                                          <p:stCondLst>
                                            <p:cond evt="begin" delay="0">
                                              <p:tn val="34"/>
                                            </p:cond>
                                          </p:stCondLst>
                                          <p:endCondLst>
                                            <p:cond evt="onStopAudio" delay="0">
                                              <p:tgtEl>
                                                <p:sldTgt/>
                                              </p:tgtEl>
                                            </p:cond>
                                          </p:endCondLst>
                                        </p:cTn>
                                        <p:tgtEl>
                                          <p:sndTgt r:embed="rId2" name="WHOOSH.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38410"/>
                                        </p:tgtEl>
                                        <p:attrNameLst>
                                          <p:attrName>style.visibility</p:attrName>
                                        </p:attrNameLst>
                                      </p:cBhvr>
                                      <p:to>
                                        <p:strVal val="visible"/>
                                      </p:to>
                                    </p:set>
                                    <p:anim calcmode="lin" valueType="num">
                                      <p:cBhvr>
                                        <p:cTn id="41" dur="500" fill="hold"/>
                                        <p:tgtEl>
                                          <p:spTgt spid="38410"/>
                                        </p:tgtEl>
                                        <p:attrNameLst>
                                          <p:attrName>ppt_w</p:attrName>
                                        </p:attrNameLst>
                                      </p:cBhvr>
                                      <p:tavLst>
                                        <p:tav tm="0">
                                          <p:val>
                                            <p:fltVal val="0"/>
                                          </p:val>
                                        </p:tav>
                                        <p:tav tm="100000">
                                          <p:val>
                                            <p:strVal val="#ppt_w"/>
                                          </p:val>
                                        </p:tav>
                                      </p:tavLst>
                                    </p:anim>
                                    <p:anim calcmode="lin" valueType="num">
                                      <p:cBhvr>
                                        <p:cTn id="42" dur="500" fill="hold"/>
                                        <p:tgtEl>
                                          <p:spTgt spid="3841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2" name="WHOOSH.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38409"/>
                                        </p:tgtEl>
                                        <p:attrNameLst>
                                          <p:attrName>style.visibility</p:attrName>
                                        </p:attrNameLst>
                                      </p:cBhvr>
                                      <p:to>
                                        <p:strVal val="visible"/>
                                      </p:to>
                                    </p:set>
                                    <p:anim calcmode="lin" valueType="num">
                                      <p:cBhvr>
                                        <p:cTn id="47" dur="500" fill="hold"/>
                                        <p:tgtEl>
                                          <p:spTgt spid="38409"/>
                                        </p:tgtEl>
                                        <p:attrNameLst>
                                          <p:attrName>ppt_w</p:attrName>
                                        </p:attrNameLst>
                                      </p:cBhvr>
                                      <p:tavLst>
                                        <p:tav tm="0">
                                          <p:val>
                                            <p:fltVal val="0"/>
                                          </p:val>
                                        </p:tav>
                                        <p:tav tm="100000">
                                          <p:val>
                                            <p:strVal val="#ppt_w"/>
                                          </p:val>
                                        </p:tav>
                                      </p:tavLst>
                                    </p:anim>
                                    <p:anim calcmode="lin" valueType="num">
                                      <p:cBhvr>
                                        <p:cTn id="48" dur="500" fill="hold"/>
                                        <p:tgtEl>
                                          <p:spTgt spid="3840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38413"/>
                                        </p:tgtEl>
                                        <p:attrNameLst>
                                          <p:attrName>style.visibility</p:attrName>
                                        </p:attrNameLst>
                                      </p:cBhvr>
                                      <p:to>
                                        <p:strVal val="visible"/>
                                      </p:to>
                                    </p:set>
                                    <p:animEffect transition="in" filter="wipe(down)">
                                      <p:cBhvr>
                                        <p:cTn id="53" dur="500"/>
                                        <p:tgtEl>
                                          <p:spTgt spid="38413"/>
                                        </p:tgtEl>
                                      </p:cBhvr>
                                    </p:animEffect>
                                  </p:childTnLst>
                                  <p:subTnLst>
                                    <p:set>
                                      <p:cBhvr override="childStyle">
                                        <p:cTn dur="1" fill="hold" display="0" masterRel="nextClick" afterEffect="1"/>
                                        <p:tgtEl>
                                          <p:spTgt spid="38413"/>
                                        </p:tgtEl>
                                        <p:attrNameLst>
                                          <p:attrName>style.visibility</p:attrName>
                                        </p:attrNameLst>
                                      </p:cBhvr>
                                      <p:to>
                                        <p:strVal val="hidden"/>
                                      </p:to>
                                    </p:set>
                                    <p:audio>
                                      <p:cMediaNode>
                                        <p:cTn display="0" masterRel="sameClick">
                                          <p:stCondLst>
                                            <p:cond evt="begin" delay="0">
                                              <p:tn val="51"/>
                                            </p:cond>
                                          </p:stCondLst>
                                          <p:endCondLst>
                                            <p:cond evt="onStopAudio" delay="0">
                                              <p:tgtEl>
                                                <p:sldTgt/>
                                              </p:tgtEl>
                                            </p:cond>
                                          </p:endCondLst>
                                        </p:cTn>
                                        <p:tgtEl>
                                          <p:sndTgt r:embed="rId2" name="WHOOSH.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nodeType="clickEffect">
                                  <p:stCondLst>
                                    <p:cond delay="0"/>
                                  </p:stCondLst>
                                  <p:childTnLst>
                                    <p:set>
                                      <p:cBhvr>
                                        <p:cTn id="57" dur="1" fill="hold">
                                          <p:stCondLst>
                                            <p:cond delay="0"/>
                                          </p:stCondLst>
                                        </p:cTn>
                                        <p:tgtEl>
                                          <p:spTgt spid="38425"/>
                                        </p:tgtEl>
                                        <p:attrNameLst>
                                          <p:attrName>style.visibility</p:attrName>
                                        </p:attrNameLst>
                                      </p:cBhvr>
                                      <p:to>
                                        <p:strVal val="visible"/>
                                      </p:to>
                                    </p:set>
                                    <p:anim calcmode="lin" valueType="num">
                                      <p:cBhvr>
                                        <p:cTn id="58" dur="500" fill="hold"/>
                                        <p:tgtEl>
                                          <p:spTgt spid="38425"/>
                                        </p:tgtEl>
                                        <p:attrNameLst>
                                          <p:attrName>ppt_w</p:attrName>
                                        </p:attrNameLst>
                                      </p:cBhvr>
                                      <p:tavLst>
                                        <p:tav tm="0">
                                          <p:val>
                                            <p:fltVal val="0"/>
                                          </p:val>
                                        </p:tav>
                                        <p:tav tm="100000">
                                          <p:val>
                                            <p:strVal val="#ppt_w"/>
                                          </p:val>
                                        </p:tav>
                                      </p:tavLst>
                                    </p:anim>
                                    <p:anim calcmode="lin" valueType="num">
                                      <p:cBhvr>
                                        <p:cTn id="59" dur="500" fill="hold"/>
                                        <p:tgtEl>
                                          <p:spTgt spid="3842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2" name="WHOOSH.WAV"/>
                                        </p:tgtEl>
                                      </p:cMediaNode>
                                    </p:audio>
                                  </p:sub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2" fill="hold" nodeType="clickEffect">
                                  <p:stCondLst>
                                    <p:cond delay="0"/>
                                  </p:stCondLst>
                                  <p:childTnLst>
                                    <p:set>
                                      <p:cBhvr>
                                        <p:cTn id="63" dur="1" fill="hold">
                                          <p:stCondLst>
                                            <p:cond delay="0"/>
                                          </p:stCondLst>
                                        </p:cTn>
                                        <p:tgtEl>
                                          <p:spTgt spid="38415"/>
                                        </p:tgtEl>
                                        <p:attrNameLst>
                                          <p:attrName>style.visibility</p:attrName>
                                        </p:attrNameLst>
                                      </p:cBhvr>
                                      <p:to>
                                        <p:strVal val="visible"/>
                                      </p:to>
                                    </p:set>
                                    <p:animEffect transition="in" filter="wipe(right)">
                                      <p:cBhvr>
                                        <p:cTn id="64" dur="500"/>
                                        <p:tgtEl>
                                          <p:spTgt spid="38415"/>
                                        </p:tgtEl>
                                      </p:cBhvr>
                                    </p:animEffect>
                                  </p:childTnLst>
                                  <p:subTnLst>
                                    <p:audio>
                                      <p:cMediaNode>
                                        <p:cTn display="0" masterRel="sameClick">
                                          <p:stCondLst>
                                            <p:cond evt="begin" delay="0">
                                              <p:tn val="62"/>
                                            </p:cond>
                                          </p:stCondLst>
                                          <p:endCondLst>
                                            <p:cond evt="onStopAudio" delay="0">
                                              <p:tgtEl>
                                                <p:sldTgt/>
                                              </p:tgtEl>
                                            </p:cond>
                                          </p:endCondLst>
                                        </p:cTn>
                                        <p:tgtEl>
                                          <p:sndTgt r:embed="rId2" name="WHOOSH.WAV"/>
                                        </p:tgtEl>
                                      </p:cMediaNode>
                                    </p:audio>
                                  </p:sub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32" fill="hold" nodeType="clickEffect">
                                  <p:stCondLst>
                                    <p:cond delay="0"/>
                                  </p:stCondLst>
                                  <p:childTnLst>
                                    <p:set>
                                      <p:cBhvr>
                                        <p:cTn id="68" dur="1" fill="hold">
                                          <p:stCondLst>
                                            <p:cond delay="0"/>
                                          </p:stCondLst>
                                        </p:cTn>
                                        <p:tgtEl>
                                          <p:spTgt spid="38422"/>
                                        </p:tgtEl>
                                        <p:attrNameLst>
                                          <p:attrName>style.visibility</p:attrName>
                                        </p:attrNameLst>
                                      </p:cBhvr>
                                      <p:to>
                                        <p:strVal val="visible"/>
                                      </p:to>
                                    </p:set>
                                    <p:anim calcmode="lin" valueType="num">
                                      <p:cBhvr>
                                        <p:cTn id="69" dur="500" fill="hold"/>
                                        <p:tgtEl>
                                          <p:spTgt spid="38422"/>
                                        </p:tgtEl>
                                        <p:attrNameLst>
                                          <p:attrName>ppt_w</p:attrName>
                                        </p:attrNameLst>
                                      </p:cBhvr>
                                      <p:tavLst>
                                        <p:tav tm="0">
                                          <p:val>
                                            <p:strVal val="4*#ppt_w"/>
                                          </p:val>
                                        </p:tav>
                                        <p:tav tm="100000">
                                          <p:val>
                                            <p:strVal val="#ppt_w"/>
                                          </p:val>
                                        </p:tav>
                                      </p:tavLst>
                                    </p:anim>
                                    <p:anim calcmode="lin" valueType="num">
                                      <p:cBhvr>
                                        <p:cTn id="70" dur="500" fill="hold"/>
                                        <p:tgtEl>
                                          <p:spTgt spid="38422"/>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7"/>
                                            </p:cond>
                                          </p:stCondLst>
                                          <p:endCondLst>
                                            <p:cond evt="onStopAudio" delay="0">
                                              <p:tgtEl>
                                                <p:sldTgt/>
                                              </p:tgtEl>
                                            </p:cond>
                                          </p:endCondLst>
                                        </p:cTn>
                                        <p:tgtEl>
                                          <p:sndTgt r:embed="rId2" name="WHOOSH.WAV"/>
                                        </p:tgtEl>
                                      </p:cMediaNode>
                                    </p:audio>
                                  </p:sub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641"/>
                                        </p:tgtEl>
                                        <p:attrNameLst>
                                          <p:attrName>style.visibility</p:attrName>
                                        </p:attrNameLst>
                                      </p:cBhvr>
                                      <p:to>
                                        <p:strVal val="visible"/>
                                      </p:to>
                                    </p:set>
                                    <p:animEffect transition="in" filter="wipe(left)">
                                      <p:cBhvr>
                                        <p:cTn id="75" dur="500"/>
                                        <p:tgtEl>
                                          <p:spTgt spid="2641"/>
                                        </p:tgtEl>
                                      </p:cBhvr>
                                    </p:animEffect>
                                  </p:childTnLst>
                                  <p:subTnLst>
                                    <p:audio>
                                      <p:cMediaNode>
                                        <p:cTn display="0" masterRel="sameClick">
                                          <p:stCondLst>
                                            <p:cond evt="begin" delay="0">
                                              <p:tn val="73"/>
                                            </p:cond>
                                          </p:stCondLst>
                                          <p:endCondLst>
                                            <p:cond evt="onStopAudio" delay="0">
                                              <p:tgtEl>
                                                <p:sldTgt/>
                                              </p:tgtEl>
                                            </p:cond>
                                          </p:endCondLst>
                                        </p:cTn>
                                        <p:tgtEl>
                                          <p:sndTgt r:embed="rId2" name="WHOOSH.WAV"/>
                                        </p:tgtEl>
                                      </p:cMediaNode>
                                    </p:audio>
                                  </p:subTnLst>
                                </p:cTn>
                              </p:par>
                            </p:childTnLst>
                          </p:cTn>
                        </p:par>
                      </p:childTnLst>
                    </p:cTn>
                  </p:par>
                  <p:par>
                    <p:cTn id="76" fill="hold" nodeType="clickPar">
                      <p:stCondLst>
                        <p:cond delay="indefinite"/>
                      </p:stCondLst>
                      <p:childTnLst>
                        <p:par>
                          <p:cTn id="77" fill="hold" nodeType="withGroup">
                            <p:stCondLst>
                              <p:cond delay="0"/>
                            </p:stCondLst>
                            <p:childTnLst>
                              <p:par>
                                <p:cTn id="78" presetID="23" presetClass="entr" presetSubtype="32" fill="hold" nodeType="clickEffect">
                                  <p:stCondLst>
                                    <p:cond delay="0"/>
                                  </p:stCondLst>
                                  <p:childTnLst>
                                    <p:set>
                                      <p:cBhvr>
                                        <p:cTn id="79" dur="1" fill="hold">
                                          <p:stCondLst>
                                            <p:cond delay="0"/>
                                          </p:stCondLst>
                                        </p:cTn>
                                        <p:tgtEl>
                                          <p:spTgt spid="38418"/>
                                        </p:tgtEl>
                                        <p:attrNameLst>
                                          <p:attrName>style.visibility</p:attrName>
                                        </p:attrNameLst>
                                      </p:cBhvr>
                                      <p:to>
                                        <p:strVal val="visible"/>
                                      </p:to>
                                    </p:set>
                                    <p:anim calcmode="lin" valueType="num">
                                      <p:cBhvr>
                                        <p:cTn id="80" dur="500" fill="hold"/>
                                        <p:tgtEl>
                                          <p:spTgt spid="38418"/>
                                        </p:tgtEl>
                                        <p:attrNameLst>
                                          <p:attrName>ppt_w</p:attrName>
                                        </p:attrNameLst>
                                      </p:cBhvr>
                                      <p:tavLst>
                                        <p:tav tm="0">
                                          <p:val>
                                            <p:strVal val="4*#ppt_w"/>
                                          </p:val>
                                        </p:tav>
                                        <p:tav tm="100000">
                                          <p:val>
                                            <p:strVal val="#ppt_w"/>
                                          </p:val>
                                        </p:tav>
                                      </p:tavLst>
                                    </p:anim>
                                    <p:anim calcmode="lin" valueType="num">
                                      <p:cBhvr>
                                        <p:cTn id="81" dur="500" fill="hold"/>
                                        <p:tgtEl>
                                          <p:spTgt spid="3841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2" name="WHOOSH.WAV"/>
                                        </p:tgtEl>
                                      </p:cMediaNode>
                                    </p:audio>
                                  </p:subTnLst>
                                </p:cTn>
                              </p:par>
                            </p:childTnLst>
                          </p:cTn>
                        </p:par>
                      </p:childTnLst>
                    </p:cTn>
                  </p:par>
                  <p:par>
                    <p:cTn id="82" fill="hold" nodeType="clickPar">
                      <p:stCondLst>
                        <p:cond delay="indefinite"/>
                      </p:stCondLst>
                      <p:childTnLst>
                        <p:par>
                          <p:cTn id="83" fill="hold" nodeType="withGroup">
                            <p:stCondLst>
                              <p:cond delay="0"/>
                            </p:stCondLst>
                            <p:childTnLst>
                              <p:par>
                                <p:cTn id="84" presetID="23" presetClass="entr" presetSubtype="16" fill="hold" nodeType="clickEffect">
                                  <p:stCondLst>
                                    <p:cond delay="0"/>
                                  </p:stCondLst>
                                  <p:childTnLst>
                                    <p:set>
                                      <p:cBhvr>
                                        <p:cTn id="85" dur="1" fill="hold">
                                          <p:stCondLst>
                                            <p:cond delay="0"/>
                                          </p:stCondLst>
                                        </p:cTn>
                                        <p:tgtEl>
                                          <p:spTgt spid="38419"/>
                                        </p:tgtEl>
                                        <p:attrNameLst>
                                          <p:attrName>style.visibility</p:attrName>
                                        </p:attrNameLst>
                                      </p:cBhvr>
                                      <p:to>
                                        <p:strVal val="visible"/>
                                      </p:to>
                                    </p:set>
                                    <p:anim calcmode="lin" valueType="num">
                                      <p:cBhvr>
                                        <p:cTn id="86" dur="500" fill="hold"/>
                                        <p:tgtEl>
                                          <p:spTgt spid="38419"/>
                                        </p:tgtEl>
                                        <p:attrNameLst>
                                          <p:attrName>ppt_w</p:attrName>
                                        </p:attrNameLst>
                                      </p:cBhvr>
                                      <p:tavLst>
                                        <p:tav tm="0">
                                          <p:val>
                                            <p:fltVal val="0"/>
                                          </p:val>
                                        </p:tav>
                                        <p:tav tm="100000">
                                          <p:val>
                                            <p:strVal val="#ppt_w"/>
                                          </p:val>
                                        </p:tav>
                                      </p:tavLst>
                                    </p:anim>
                                    <p:anim calcmode="lin" valueType="num">
                                      <p:cBhvr>
                                        <p:cTn id="87" dur="500" fill="hold"/>
                                        <p:tgtEl>
                                          <p:spTgt spid="3841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84"/>
                                            </p:cond>
                                          </p:stCondLst>
                                          <p:endCondLst>
                                            <p:cond evt="onStopAudio" delay="0">
                                              <p:tgtEl>
                                                <p:sldTgt/>
                                              </p:tgtEl>
                                            </p:cond>
                                          </p:endCondLst>
                                        </p:cTn>
                                        <p:tgtEl>
                                          <p:sndTgt r:embed="rId2" name="WHOOSH.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661"/>
                                        </p:tgtEl>
                                        <p:attrNameLst>
                                          <p:attrName>style.visibility</p:attrName>
                                        </p:attrNameLst>
                                      </p:cBhvr>
                                      <p:to>
                                        <p:strVal val="visible"/>
                                      </p:to>
                                    </p:set>
                                    <p:animEffect transition="in" filter="wipe(left)">
                                      <p:cBhvr>
                                        <p:cTn id="92" dur="500"/>
                                        <p:tgtEl>
                                          <p:spTgt spid="2661"/>
                                        </p:tgtEl>
                                      </p:cBhvr>
                                    </p:animEffect>
                                  </p:childTnLst>
                                  <p:subTnLst>
                                    <p:audio>
                                      <p:cMediaNode>
                                        <p:cTn display="0" masterRel="sameClick">
                                          <p:stCondLst>
                                            <p:cond evt="begin" delay="0">
                                              <p:tn val="90"/>
                                            </p:cond>
                                          </p:stCondLst>
                                          <p:endCondLst>
                                            <p:cond evt="onStopAudio" delay="0">
                                              <p:tgtEl>
                                                <p:sldTgt/>
                                              </p:tgtEl>
                                            </p:cond>
                                          </p:endCondLst>
                                        </p:cTn>
                                        <p:tgtEl>
                                          <p:sndTgt r:embed="rId2" name="WHOOSH.WAV"/>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23" presetClass="entr" presetSubtype="528" fill="hold" nodeType="clickEffect">
                                  <p:stCondLst>
                                    <p:cond delay="0"/>
                                  </p:stCondLst>
                                  <p:childTnLst>
                                    <p:set>
                                      <p:cBhvr>
                                        <p:cTn id="96" dur="1" fill="hold">
                                          <p:stCondLst>
                                            <p:cond delay="0"/>
                                          </p:stCondLst>
                                        </p:cTn>
                                        <p:tgtEl>
                                          <p:spTgt spid="38420"/>
                                        </p:tgtEl>
                                        <p:attrNameLst>
                                          <p:attrName>style.visibility</p:attrName>
                                        </p:attrNameLst>
                                      </p:cBhvr>
                                      <p:to>
                                        <p:strVal val="visible"/>
                                      </p:to>
                                    </p:set>
                                    <p:anim calcmode="lin" valueType="num">
                                      <p:cBhvr>
                                        <p:cTn id="97" dur="500" fill="hold"/>
                                        <p:tgtEl>
                                          <p:spTgt spid="38420"/>
                                        </p:tgtEl>
                                        <p:attrNameLst>
                                          <p:attrName>ppt_w</p:attrName>
                                        </p:attrNameLst>
                                      </p:cBhvr>
                                      <p:tavLst>
                                        <p:tav tm="0">
                                          <p:val>
                                            <p:fltVal val="0"/>
                                          </p:val>
                                        </p:tav>
                                        <p:tav tm="100000">
                                          <p:val>
                                            <p:strVal val="#ppt_w"/>
                                          </p:val>
                                        </p:tav>
                                      </p:tavLst>
                                    </p:anim>
                                    <p:anim calcmode="lin" valueType="num">
                                      <p:cBhvr>
                                        <p:cTn id="98" dur="500" fill="hold"/>
                                        <p:tgtEl>
                                          <p:spTgt spid="38420"/>
                                        </p:tgtEl>
                                        <p:attrNameLst>
                                          <p:attrName>ppt_h</p:attrName>
                                        </p:attrNameLst>
                                      </p:cBhvr>
                                      <p:tavLst>
                                        <p:tav tm="0">
                                          <p:val>
                                            <p:fltVal val="0"/>
                                          </p:val>
                                        </p:tav>
                                        <p:tav tm="100000">
                                          <p:val>
                                            <p:strVal val="#ppt_h"/>
                                          </p:val>
                                        </p:tav>
                                      </p:tavLst>
                                    </p:anim>
                                    <p:anim calcmode="lin" valueType="num">
                                      <p:cBhvr>
                                        <p:cTn id="99" dur="500" fill="hold"/>
                                        <p:tgtEl>
                                          <p:spTgt spid="38420"/>
                                        </p:tgtEl>
                                        <p:attrNameLst>
                                          <p:attrName>ppt_x</p:attrName>
                                        </p:attrNameLst>
                                      </p:cBhvr>
                                      <p:tavLst>
                                        <p:tav tm="0">
                                          <p:val>
                                            <p:fltVal val="0.5"/>
                                          </p:val>
                                        </p:tav>
                                        <p:tav tm="100000">
                                          <p:val>
                                            <p:strVal val="#ppt_x"/>
                                          </p:val>
                                        </p:tav>
                                      </p:tavLst>
                                    </p:anim>
                                    <p:anim calcmode="lin" valueType="num">
                                      <p:cBhvr>
                                        <p:cTn id="100" dur="500" fill="hold"/>
                                        <p:tgtEl>
                                          <p:spTgt spid="38420"/>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2" name="WHOOSH.WAV"/>
                                        </p:tgtEl>
                                      </p:cMediaNode>
                                    </p:audio>
                                  </p:sub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8" fill="hold" nodeType="clickEffect">
                                  <p:stCondLst>
                                    <p:cond delay="0"/>
                                  </p:stCondLst>
                                  <p:childTnLst>
                                    <p:set>
                                      <p:cBhvr>
                                        <p:cTn id="104" dur="1" fill="hold">
                                          <p:stCondLst>
                                            <p:cond delay="0"/>
                                          </p:stCondLst>
                                        </p:cTn>
                                        <p:tgtEl>
                                          <p:spTgt spid="38424"/>
                                        </p:tgtEl>
                                        <p:attrNameLst>
                                          <p:attrName>style.visibility</p:attrName>
                                        </p:attrNameLst>
                                      </p:cBhvr>
                                      <p:to>
                                        <p:strVal val="visible"/>
                                      </p:to>
                                    </p:set>
                                    <p:anim calcmode="lin" valueType="num">
                                      <p:cBhvr additive="base">
                                        <p:cTn id="105" dur="500" fill="hold"/>
                                        <p:tgtEl>
                                          <p:spTgt spid="38424"/>
                                        </p:tgtEl>
                                        <p:attrNameLst>
                                          <p:attrName>ppt_x</p:attrName>
                                        </p:attrNameLst>
                                      </p:cBhvr>
                                      <p:tavLst>
                                        <p:tav tm="0">
                                          <p:val>
                                            <p:strVal val="0-#ppt_w/2"/>
                                          </p:val>
                                        </p:tav>
                                        <p:tav tm="100000">
                                          <p:val>
                                            <p:strVal val="#ppt_x"/>
                                          </p:val>
                                        </p:tav>
                                      </p:tavLst>
                                    </p:anim>
                                    <p:anim calcmode="lin" valueType="num">
                                      <p:cBhvr additive="base">
                                        <p:cTn id="106" dur="500" fill="hold"/>
                                        <p:tgtEl>
                                          <p:spTgt spid="384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5" grpId="0" animBg="1" autoUpdateAnimBg="0"/>
      <p:bldP spid="2579" grpId="0" autoUpdateAnimBg="0"/>
      <p:bldP spid="2618" grpId="0" autoUpdateAnimBg="0"/>
      <p:bldP spid="2641" grpId="0" autoUpdateAnimBg="0"/>
      <p:bldP spid="266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a:extLst>
              <a:ext uri="{FF2B5EF4-FFF2-40B4-BE49-F238E27FC236}">
                <a16:creationId xmlns:a16="http://schemas.microsoft.com/office/drawing/2014/main" id="{2ACB233B-4820-4CA8-B406-F5AF323EA497}"/>
              </a:ext>
            </a:extLst>
          </p:cNvPr>
          <p:cNvGrpSpPr>
            <a:grpSpLocks/>
          </p:cNvGrpSpPr>
          <p:nvPr/>
        </p:nvGrpSpPr>
        <p:grpSpPr bwMode="auto">
          <a:xfrm>
            <a:off x="3833813" y="4292600"/>
            <a:ext cx="1758950" cy="1762125"/>
            <a:chOff x="2319" y="2512"/>
            <a:chExt cx="1108" cy="1110"/>
          </a:xfrm>
        </p:grpSpPr>
        <p:sp>
          <p:nvSpPr>
            <p:cNvPr id="36867" name="Freeform 3">
              <a:extLst>
                <a:ext uri="{FF2B5EF4-FFF2-40B4-BE49-F238E27FC236}">
                  <a16:creationId xmlns:a16="http://schemas.microsoft.com/office/drawing/2014/main" id="{7501EE47-E3C1-4B11-82E3-899BA61039A1}"/>
                </a:ext>
              </a:extLst>
            </p:cNvPr>
            <p:cNvSpPr>
              <a:spLocks noChangeArrowheads="1"/>
            </p:cNvSpPr>
            <p:nvPr/>
          </p:nvSpPr>
          <p:spPr bwMode="auto">
            <a:xfrm>
              <a:off x="2595" y="2512"/>
              <a:ext cx="278" cy="283"/>
            </a:xfrm>
            <a:custGeom>
              <a:avLst/>
              <a:gdLst>
                <a:gd name="T0" fmla="*/ 0 w 278"/>
                <a:gd name="T1" fmla="*/ 283 h 283"/>
                <a:gd name="T2" fmla="*/ 278 w 278"/>
                <a:gd name="T3" fmla="*/ 0 h 283"/>
              </a:gdLst>
              <a:ahLst/>
              <a:cxnLst>
                <a:cxn ang="0">
                  <a:pos x="T0" y="T1"/>
                </a:cxn>
                <a:cxn ang="0">
                  <a:pos x="T2" y="T3"/>
                </a:cxn>
              </a:cxnLst>
              <a:rect l="0" t="0" r="r" b="b"/>
              <a:pathLst>
                <a:path w="278" h="283">
                  <a:moveTo>
                    <a:pt x="0" y="283"/>
                  </a:moveTo>
                  <a:lnTo>
                    <a:pt x="278" y="0"/>
                  </a:lnTo>
                </a:path>
              </a:pathLst>
            </a:custGeom>
            <a:solidFill>
              <a:srgbClr val="FFFFFF"/>
            </a:solidFill>
            <a:ln w="57150" cmpd="sng">
              <a:solidFill>
                <a:srgbClr val="CC3300"/>
              </a:solidFill>
              <a:prstDash val="solid"/>
              <a:round/>
              <a:headEnd/>
              <a:tailEnd/>
            </a:ln>
          </p:spPr>
          <p:txBody>
            <a:bodyPr/>
            <a:lstStyle/>
            <a:p>
              <a:endParaRPr lang="en-US"/>
            </a:p>
          </p:txBody>
        </p:sp>
        <p:sp>
          <p:nvSpPr>
            <p:cNvPr id="36868" name="Line 4">
              <a:extLst>
                <a:ext uri="{FF2B5EF4-FFF2-40B4-BE49-F238E27FC236}">
                  <a16:creationId xmlns:a16="http://schemas.microsoft.com/office/drawing/2014/main" id="{FECC3B50-7B89-4D53-BFA2-D48D8EB6A4CD}"/>
                </a:ext>
              </a:extLst>
            </p:cNvPr>
            <p:cNvSpPr>
              <a:spLocks noChangeShapeType="1"/>
            </p:cNvSpPr>
            <p:nvPr/>
          </p:nvSpPr>
          <p:spPr bwMode="auto">
            <a:xfrm flipH="1">
              <a:off x="2873" y="3066"/>
              <a:ext cx="554" cy="554"/>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9" name="Freeform 5">
              <a:extLst>
                <a:ext uri="{FF2B5EF4-FFF2-40B4-BE49-F238E27FC236}">
                  <a16:creationId xmlns:a16="http://schemas.microsoft.com/office/drawing/2014/main" id="{968993D9-D4FD-439B-8EE5-1E9DAB0BA00E}"/>
                </a:ext>
              </a:extLst>
            </p:cNvPr>
            <p:cNvSpPr>
              <a:spLocks noChangeArrowheads="1"/>
            </p:cNvSpPr>
            <p:nvPr/>
          </p:nvSpPr>
          <p:spPr bwMode="auto">
            <a:xfrm>
              <a:off x="2319" y="3066"/>
              <a:ext cx="555" cy="556"/>
            </a:xfrm>
            <a:custGeom>
              <a:avLst/>
              <a:gdLst>
                <a:gd name="T0" fmla="*/ 555 w 555"/>
                <a:gd name="T1" fmla="*/ 556 h 556"/>
                <a:gd name="T2" fmla="*/ 0 w 555"/>
                <a:gd name="T3" fmla="*/ 0 h 556"/>
              </a:gdLst>
              <a:ahLst/>
              <a:cxnLst>
                <a:cxn ang="0">
                  <a:pos x="T0" y="T1"/>
                </a:cxn>
                <a:cxn ang="0">
                  <a:pos x="T2" y="T3"/>
                </a:cxn>
              </a:cxnLst>
              <a:rect l="0" t="0" r="r" b="b"/>
              <a:pathLst>
                <a:path w="555" h="556">
                  <a:moveTo>
                    <a:pt x="555" y="556"/>
                  </a:moveTo>
                  <a:lnTo>
                    <a:pt x="0" y="0"/>
                  </a:lnTo>
                </a:path>
              </a:pathLst>
            </a:custGeom>
            <a:solidFill>
              <a:srgbClr val="FFFFFF"/>
            </a:solidFill>
            <a:ln w="57150">
              <a:solidFill>
                <a:srgbClr val="CC3300"/>
              </a:solidFill>
              <a:round/>
              <a:headEnd/>
              <a:tailEnd/>
            </a:ln>
          </p:spPr>
          <p:txBody>
            <a:bodyPr/>
            <a:lstStyle/>
            <a:p>
              <a:endParaRPr lang="en-US"/>
            </a:p>
          </p:txBody>
        </p:sp>
        <p:sp>
          <p:nvSpPr>
            <p:cNvPr id="36870" name="Freeform 6">
              <a:extLst>
                <a:ext uri="{FF2B5EF4-FFF2-40B4-BE49-F238E27FC236}">
                  <a16:creationId xmlns:a16="http://schemas.microsoft.com/office/drawing/2014/main" id="{1275DAED-5168-477B-BDB2-D4432C5D3B3F}"/>
                </a:ext>
              </a:extLst>
            </p:cNvPr>
            <p:cNvSpPr>
              <a:spLocks noChangeArrowheads="1"/>
            </p:cNvSpPr>
            <p:nvPr/>
          </p:nvSpPr>
          <p:spPr bwMode="auto">
            <a:xfrm>
              <a:off x="2323" y="2789"/>
              <a:ext cx="279" cy="278"/>
            </a:xfrm>
            <a:custGeom>
              <a:avLst/>
              <a:gdLst>
                <a:gd name="T0" fmla="*/ 0 w 279"/>
                <a:gd name="T1" fmla="*/ 278 h 278"/>
                <a:gd name="T2" fmla="*/ 279 w 279"/>
                <a:gd name="T3" fmla="*/ 0 h 278"/>
              </a:gdLst>
              <a:ahLst/>
              <a:cxnLst>
                <a:cxn ang="0">
                  <a:pos x="T0" y="T1"/>
                </a:cxn>
                <a:cxn ang="0">
                  <a:pos x="T2" y="T3"/>
                </a:cxn>
              </a:cxnLst>
              <a:rect l="0" t="0" r="r" b="b"/>
              <a:pathLst>
                <a:path w="279" h="278">
                  <a:moveTo>
                    <a:pt x="0" y="278"/>
                  </a:moveTo>
                  <a:lnTo>
                    <a:pt x="279" y="0"/>
                  </a:lnTo>
                </a:path>
              </a:pathLst>
            </a:custGeom>
            <a:solidFill>
              <a:srgbClr val="FFFFFF"/>
            </a:solidFill>
            <a:ln w="57150" cmpd="sng">
              <a:solidFill>
                <a:srgbClr val="CC3300"/>
              </a:solidFill>
              <a:prstDash val="solid"/>
              <a:round/>
              <a:headEnd/>
              <a:tailEnd/>
            </a:ln>
          </p:spPr>
          <p:txBody>
            <a:bodyPr/>
            <a:lstStyle/>
            <a:p>
              <a:endParaRPr lang="en-US"/>
            </a:p>
          </p:txBody>
        </p:sp>
        <p:sp>
          <p:nvSpPr>
            <p:cNvPr id="36871" name="Freeform 7">
              <a:extLst>
                <a:ext uri="{FF2B5EF4-FFF2-40B4-BE49-F238E27FC236}">
                  <a16:creationId xmlns:a16="http://schemas.microsoft.com/office/drawing/2014/main" id="{1470E56A-2689-4B96-AD30-F59EFF690B6E}"/>
                </a:ext>
              </a:extLst>
            </p:cNvPr>
            <p:cNvSpPr>
              <a:spLocks noChangeArrowheads="1"/>
            </p:cNvSpPr>
            <p:nvPr/>
          </p:nvSpPr>
          <p:spPr bwMode="auto">
            <a:xfrm>
              <a:off x="2868" y="2515"/>
              <a:ext cx="559" cy="552"/>
            </a:xfrm>
            <a:custGeom>
              <a:avLst/>
              <a:gdLst>
                <a:gd name="T0" fmla="*/ 0 w 559"/>
                <a:gd name="T1" fmla="*/ 0 h 552"/>
                <a:gd name="T2" fmla="*/ 559 w 559"/>
                <a:gd name="T3" fmla="*/ 552 h 552"/>
              </a:gdLst>
              <a:ahLst/>
              <a:cxnLst>
                <a:cxn ang="0">
                  <a:pos x="T0" y="T1"/>
                </a:cxn>
                <a:cxn ang="0">
                  <a:pos x="T2" y="T3"/>
                </a:cxn>
              </a:cxnLst>
              <a:rect l="0" t="0" r="r" b="b"/>
              <a:pathLst>
                <a:path w="559" h="552">
                  <a:moveTo>
                    <a:pt x="0" y="0"/>
                  </a:moveTo>
                  <a:lnTo>
                    <a:pt x="559" y="552"/>
                  </a:lnTo>
                </a:path>
              </a:pathLst>
            </a:custGeom>
            <a:solidFill>
              <a:srgbClr val="FFFFFF"/>
            </a:solidFill>
            <a:ln w="57150" cap="flat" cmpd="sng">
              <a:solidFill>
                <a:srgbClr val="CC33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6872" name="AutoShape 8">
            <a:extLst>
              <a:ext uri="{FF2B5EF4-FFF2-40B4-BE49-F238E27FC236}">
                <a16:creationId xmlns:a16="http://schemas.microsoft.com/office/drawing/2014/main" id="{FEF2AF3C-D0B1-4C7E-9112-A3B612BB884F}"/>
              </a:ext>
            </a:extLst>
          </p:cNvPr>
          <p:cNvSpPr>
            <a:spLocks noChangeArrowheads="1"/>
          </p:cNvSpPr>
          <p:nvPr/>
        </p:nvSpPr>
        <p:spPr bwMode="auto">
          <a:xfrm>
            <a:off x="304800" y="1447800"/>
            <a:ext cx="2819400" cy="5181600"/>
          </a:xfrm>
          <a:prstGeom prst="roundRect">
            <a:avLst>
              <a:gd name="adj" fmla="val 16667"/>
            </a:avLst>
          </a:prstGeom>
          <a:solidFill>
            <a:schemeClr val="hlink">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4" name="Text Box 10">
            <a:extLst>
              <a:ext uri="{FF2B5EF4-FFF2-40B4-BE49-F238E27FC236}">
                <a16:creationId xmlns:a16="http://schemas.microsoft.com/office/drawing/2014/main" id="{FE48D305-6939-4183-9722-A31A9A7CD2CA}"/>
              </a:ext>
            </a:extLst>
          </p:cNvPr>
          <p:cNvSpPr txBox="1">
            <a:spLocks noChangeArrowheads="1"/>
          </p:cNvSpPr>
          <p:nvPr/>
        </p:nvSpPr>
        <p:spPr bwMode="auto">
          <a:xfrm>
            <a:off x="3810000" y="117475"/>
            <a:ext cx="4038600" cy="720725"/>
          </a:xfrm>
          <a:prstGeom prst="rect">
            <a:avLst/>
          </a:prstGeom>
          <a:solidFill>
            <a:srgbClr val="CCFFCC"/>
          </a:solidFill>
          <a:ln w="19050">
            <a:solidFill>
              <a:srgbClr val="CC3300"/>
            </a:solidFill>
            <a:miter lim="800000"/>
            <a:headEnd/>
            <a:tailEnd/>
          </a:ln>
          <a:effectLst/>
          <a:extLst>
            <a:ext uri="{AF507438-7753-43E0-B8FC-AC1667EBCBE1}">
              <a14:hiddenEffects xmlns:a14="http://schemas.microsoft.com/office/drawing/2010/main">
                <a:effectLst>
                  <a:outerShdw dist="107763" dir="2700000" algn="ctr" rotWithShape="0">
                    <a:srgbClr val="00CCFF"/>
                  </a:outerShdw>
                </a:effectLst>
              </a14:hiddenEffects>
            </a:ext>
          </a:extLst>
        </p:spPr>
        <p:txBody>
          <a:bodyPr>
            <a:spAutoFit/>
          </a:bodyPr>
          <a:lstStyle/>
          <a:p>
            <a:r>
              <a:rPr lang="zh-CN" altLang="en-US" sz="2000" b="1"/>
              <a:t>相贯线是两形体表面的公有线</a:t>
            </a:r>
          </a:p>
          <a:p>
            <a:r>
              <a:rPr lang="zh-CN" altLang="en-US" sz="2000" b="1"/>
              <a:t>相贯线一般是封闭的空间折线</a:t>
            </a:r>
            <a:endParaRPr lang="zh-CN" altLang="en-US" sz="2000"/>
          </a:p>
        </p:txBody>
      </p:sp>
      <p:sp>
        <p:nvSpPr>
          <p:cNvPr id="36875" name="Line 11">
            <a:extLst>
              <a:ext uri="{FF2B5EF4-FFF2-40B4-BE49-F238E27FC236}">
                <a16:creationId xmlns:a16="http://schemas.microsoft.com/office/drawing/2014/main" id="{ECD70B12-A1A4-4C44-AE8C-1C336926C5A3}"/>
              </a:ext>
            </a:extLst>
          </p:cNvPr>
          <p:cNvSpPr>
            <a:spLocks noChangeShapeType="1"/>
          </p:cNvSpPr>
          <p:nvPr/>
        </p:nvSpPr>
        <p:spPr bwMode="auto">
          <a:xfrm>
            <a:off x="3846513" y="2127250"/>
            <a:ext cx="881062" cy="52705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6" name="Line 12">
            <a:extLst>
              <a:ext uri="{FF2B5EF4-FFF2-40B4-BE49-F238E27FC236}">
                <a16:creationId xmlns:a16="http://schemas.microsoft.com/office/drawing/2014/main" id="{8804A61C-6071-454F-8531-C9F2412B5A14}"/>
              </a:ext>
            </a:extLst>
          </p:cNvPr>
          <p:cNvSpPr>
            <a:spLocks noChangeShapeType="1"/>
          </p:cNvSpPr>
          <p:nvPr/>
        </p:nvSpPr>
        <p:spPr bwMode="auto">
          <a:xfrm>
            <a:off x="5168900" y="1828800"/>
            <a:ext cx="0" cy="175260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7" name="Line 13">
            <a:extLst>
              <a:ext uri="{FF2B5EF4-FFF2-40B4-BE49-F238E27FC236}">
                <a16:creationId xmlns:a16="http://schemas.microsoft.com/office/drawing/2014/main" id="{176F3069-1C25-454F-856A-9FEAAF5BFB2E}"/>
              </a:ext>
            </a:extLst>
          </p:cNvPr>
          <p:cNvSpPr>
            <a:spLocks noChangeShapeType="1"/>
          </p:cNvSpPr>
          <p:nvPr/>
        </p:nvSpPr>
        <p:spPr bwMode="auto">
          <a:xfrm flipV="1">
            <a:off x="4727575" y="2127250"/>
            <a:ext cx="879475" cy="52705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14">
            <a:extLst>
              <a:ext uri="{FF2B5EF4-FFF2-40B4-BE49-F238E27FC236}">
                <a16:creationId xmlns:a16="http://schemas.microsoft.com/office/drawing/2014/main" id="{283F9AC4-4E51-4436-A782-D91108A9AE4E}"/>
              </a:ext>
            </a:extLst>
          </p:cNvPr>
          <p:cNvSpPr>
            <a:spLocks noChangeShapeType="1"/>
          </p:cNvSpPr>
          <p:nvPr/>
        </p:nvSpPr>
        <p:spPr bwMode="auto">
          <a:xfrm flipH="1" flipV="1">
            <a:off x="5165725" y="1839913"/>
            <a:ext cx="441325" cy="287337"/>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15">
            <a:extLst>
              <a:ext uri="{FF2B5EF4-FFF2-40B4-BE49-F238E27FC236}">
                <a16:creationId xmlns:a16="http://schemas.microsoft.com/office/drawing/2014/main" id="{457F3FB7-DBF1-4FF1-9DF4-5C68E08B0173}"/>
              </a:ext>
            </a:extLst>
          </p:cNvPr>
          <p:cNvSpPr>
            <a:spLocks noChangeShapeType="1"/>
          </p:cNvSpPr>
          <p:nvPr/>
        </p:nvSpPr>
        <p:spPr bwMode="auto">
          <a:xfrm flipV="1">
            <a:off x="5165725" y="3424238"/>
            <a:ext cx="441325" cy="155575"/>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Line 16">
            <a:extLst>
              <a:ext uri="{FF2B5EF4-FFF2-40B4-BE49-F238E27FC236}">
                <a16:creationId xmlns:a16="http://schemas.microsoft.com/office/drawing/2014/main" id="{14704CDD-7CF8-4D41-9EBC-DBF795A2C3EF}"/>
              </a:ext>
            </a:extLst>
          </p:cNvPr>
          <p:cNvSpPr>
            <a:spLocks noChangeShapeType="1"/>
          </p:cNvSpPr>
          <p:nvPr/>
        </p:nvSpPr>
        <p:spPr bwMode="auto">
          <a:xfrm flipH="1" flipV="1">
            <a:off x="4727575" y="3135313"/>
            <a:ext cx="879475" cy="288925"/>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1" name="Line 17">
            <a:extLst>
              <a:ext uri="{FF2B5EF4-FFF2-40B4-BE49-F238E27FC236}">
                <a16:creationId xmlns:a16="http://schemas.microsoft.com/office/drawing/2014/main" id="{A48722A6-D679-4B59-9521-1DE4B803AE91}"/>
              </a:ext>
            </a:extLst>
          </p:cNvPr>
          <p:cNvSpPr>
            <a:spLocks noChangeShapeType="1"/>
          </p:cNvSpPr>
          <p:nvPr/>
        </p:nvSpPr>
        <p:spPr bwMode="auto">
          <a:xfrm flipH="1">
            <a:off x="3846513" y="3135313"/>
            <a:ext cx="881062" cy="288925"/>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2" name="Line 18">
            <a:extLst>
              <a:ext uri="{FF2B5EF4-FFF2-40B4-BE49-F238E27FC236}">
                <a16:creationId xmlns:a16="http://schemas.microsoft.com/office/drawing/2014/main" id="{16AD77CB-E2D0-496B-9501-227C0CB1659B}"/>
              </a:ext>
            </a:extLst>
          </p:cNvPr>
          <p:cNvSpPr>
            <a:spLocks noChangeShapeType="1"/>
          </p:cNvSpPr>
          <p:nvPr/>
        </p:nvSpPr>
        <p:spPr bwMode="auto">
          <a:xfrm>
            <a:off x="3846513" y="3425825"/>
            <a:ext cx="439737" cy="155575"/>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6883" name="Line 19">
            <a:extLst>
              <a:ext uri="{FF2B5EF4-FFF2-40B4-BE49-F238E27FC236}">
                <a16:creationId xmlns:a16="http://schemas.microsoft.com/office/drawing/2014/main" id="{E97E9F4D-8EE7-4982-8D2C-CAAB0A83E1A8}"/>
              </a:ext>
            </a:extLst>
          </p:cNvPr>
          <p:cNvSpPr>
            <a:spLocks noChangeShapeType="1"/>
          </p:cNvSpPr>
          <p:nvPr/>
        </p:nvSpPr>
        <p:spPr bwMode="auto">
          <a:xfrm flipH="1">
            <a:off x="3846513" y="1839913"/>
            <a:ext cx="439737" cy="287337"/>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6884" name="Line 20">
            <a:extLst>
              <a:ext uri="{FF2B5EF4-FFF2-40B4-BE49-F238E27FC236}">
                <a16:creationId xmlns:a16="http://schemas.microsoft.com/office/drawing/2014/main" id="{D07BED24-4B11-4B3B-BB09-593B37995C2E}"/>
              </a:ext>
            </a:extLst>
          </p:cNvPr>
          <p:cNvSpPr>
            <a:spLocks noChangeShapeType="1"/>
          </p:cNvSpPr>
          <p:nvPr/>
        </p:nvSpPr>
        <p:spPr bwMode="auto">
          <a:xfrm flipH="1" flipV="1">
            <a:off x="6388100" y="4103688"/>
            <a:ext cx="2527300" cy="2525712"/>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6885" name="Group 21">
            <a:extLst>
              <a:ext uri="{FF2B5EF4-FFF2-40B4-BE49-F238E27FC236}">
                <a16:creationId xmlns:a16="http://schemas.microsoft.com/office/drawing/2014/main" id="{1A76446B-3E86-471D-8ED9-163D744B56C8}"/>
              </a:ext>
            </a:extLst>
          </p:cNvPr>
          <p:cNvGrpSpPr>
            <a:grpSpLocks/>
          </p:cNvGrpSpPr>
          <p:nvPr/>
        </p:nvGrpSpPr>
        <p:grpSpPr bwMode="auto">
          <a:xfrm>
            <a:off x="4286250" y="1828800"/>
            <a:ext cx="879475" cy="2913063"/>
            <a:chOff x="2604" y="960"/>
            <a:chExt cx="554" cy="1835"/>
          </a:xfrm>
        </p:grpSpPr>
        <p:sp>
          <p:nvSpPr>
            <p:cNvPr id="36886" name="Freeform 22">
              <a:extLst>
                <a:ext uri="{FF2B5EF4-FFF2-40B4-BE49-F238E27FC236}">
                  <a16:creationId xmlns:a16="http://schemas.microsoft.com/office/drawing/2014/main" id="{D4AA6FFC-41A5-4340-8F3A-88C38EDB3241}"/>
                </a:ext>
              </a:extLst>
            </p:cNvPr>
            <p:cNvSpPr>
              <a:spLocks noChangeArrowheads="1"/>
            </p:cNvSpPr>
            <p:nvPr/>
          </p:nvSpPr>
          <p:spPr bwMode="auto">
            <a:xfrm>
              <a:off x="3153" y="962"/>
              <a:ext cx="5" cy="1833"/>
            </a:xfrm>
            <a:custGeom>
              <a:avLst/>
              <a:gdLst>
                <a:gd name="T0" fmla="*/ 0 w 5"/>
                <a:gd name="T1" fmla="*/ 1833 h 1833"/>
                <a:gd name="T2" fmla="*/ 5 w 5"/>
                <a:gd name="T3" fmla="*/ 0 h 1833"/>
              </a:gdLst>
              <a:ahLst/>
              <a:cxnLst>
                <a:cxn ang="0">
                  <a:pos x="T0" y="T1"/>
                </a:cxn>
                <a:cxn ang="0">
                  <a:pos x="T2" y="T3"/>
                </a:cxn>
              </a:cxnLst>
              <a:rect l="0" t="0" r="r" b="b"/>
              <a:pathLst>
                <a:path w="5" h="1833">
                  <a:moveTo>
                    <a:pt x="0" y="1833"/>
                  </a:moveTo>
                  <a:lnTo>
                    <a:pt x="5" y="0"/>
                  </a:lnTo>
                </a:path>
              </a:pathLst>
            </a:custGeom>
            <a:solidFill>
              <a:srgbClr val="FFFFFF"/>
            </a:solidFill>
            <a:ln w="19050">
              <a:solidFill>
                <a:srgbClr val="008000"/>
              </a:solidFill>
              <a:round/>
              <a:headEnd/>
              <a:tailEnd/>
            </a:ln>
          </p:spPr>
          <p:txBody>
            <a:bodyPr/>
            <a:lstStyle/>
            <a:p>
              <a:endParaRPr lang="en-US"/>
            </a:p>
          </p:txBody>
        </p:sp>
        <p:sp>
          <p:nvSpPr>
            <p:cNvPr id="36887" name="Freeform 23">
              <a:extLst>
                <a:ext uri="{FF2B5EF4-FFF2-40B4-BE49-F238E27FC236}">
                  <a16:creationId xmlns:a16="http://schemas.microsoft.com/office/drawing/2014/main" id="{287418A0-2CA7-46AA-8E4C-6B65CC1D65F1}"/>
                </a:ext>
              </a:extLst>
            </p:cNvPr>
            <p:cNvSpPr>
              <a:spLocks noChangeArrowheads="1"/>
            </p:cNvSpPr>
            <p:nvPr/>
          </p:nvSpPr>
          <p:spPr bwMode="auto">
            <a:xfrm>
              <a:off x="2604" y="960"/>
              <a:ext cx="1" cy="1829"/>
            </a:xfrm>
            <a:custGeom>
              <a:avLst/>
              <a:gdLst>
                <a:gd name="T0" fmla="*/ 0 w 1"/>
                <a:gd name="T1" fmla="*/ 1829 h 1829"/>
                <a:gd name="T2" fmla="*/ 1 w 1"/>
                <a:gd name="T3" fmla="*/ 0 h 1829"/>
              </a:gdLst>
              <a:ahLst/>
              <a:cxnLst>
                <a:cxn ang="0">
                  <a:pos x="T0" y="T1"/>
                </a:cxn>
                <a:cxn ang="0">
                  <a:pos x="T2" y="T3"/>
                </a:cxn>
              </a:cxnLst>
              <a:rect l="0" t="0" r="r" b="b"/>
              <a:pathLst>
                <a:path w="1" h="1829">
                  <a:moveTo>
                    <a:pt x="0" y="1829"/>
                  </a:moveTo>
                  <a:lnTo>
                    <a:pt x="1" y="0"/>
                  </a:lnTo>
                </a:path>
              </a:pathLst>
            </a:custGeom>
            <a:solidFill>
              <a:srgbClr val="FFFFFF"/>
            </a:solidFill>
            <a:ln w="19050">
              <a:solidFill>
                <a:srgbClr val="008000"/>
              </a:solidFill>
              <a:round/>
              <a:headEnd/>
              <a:tailEnd/>
            </a:ln>
          </p:spPr>
          <p:txBody>
            <a:bodyPr/>
            <a:lstStyle/>
            <a:p>
              <a:endParaRPr lang="en-US"/>
            </a:p>
          </p:txBody>
        </p:sp>
      </p:grpSp>
      <p:grpSp>
        <p:nvGrpSpPr>
          <p:cNvPr id="36888" name="Group 24">
            <a:extLst>
              <a:ext uri="{FF2B5EF4-FFF2-40B4-BE49-F238E27FC236}">
                <a16:creationId xmlns:a16="http://schemas.microsoft.com/office/drawing/2014/main" id="{405F6746-5128-4EA4-A0B7-67EE938994E7}"/>
              </a:ext>
            </a:extLst>
          </p:cNvPr>
          <p:cNvGrpSpPr>
            <a:grpSpLocks/>
          </p:cNvGrpSpPr>
          <p:nvPr/>
        </p:nvGrpSpPr>
        <p:grpSpPr bwMode="auto">
          <a:xfrm>
            <a:off x="3362325" y="2946400"/>
            <a:ext cx="5451475" cy="3579813"/>
            <a:chOff x="2022" y="1664"/>
            <a:chExt cx="3434" cy="2255"/>
          </a:xfrm>
        </p:grpSpPr>
        <p:sp>
          <p:nvSpPr>
            <p:cNvPr id="36889" name="Line 25">
              <a:extLst>
                <a:ext uri="{FF2B5EF4-FFF2-40B4-BE49-F238E27FC236}">
                  <a16:creationId xmlns:a16="http://schemas.microsoft.com/office/drawing/2014/main" id="{969711D8-DB4C-4C9D-ACBD-11FDE01D7AFD}"/>
                </a:ext>
              </a:extLst>
            </p:cNvPr>
            <p:cNvSpPr>
              <a:spLocks noChangeShapeType="1"/>
            </p:cNvSpPr>
            <p:nvPr/>
          </p:nvSpPr>
          <p:spPr bwMode="auto">
            <a:xfrm>
              <a:off x="5455" y="1664"/>
              <a:ext cx="1" cy="2255"/>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0" name="Line 26">
              <a:extLst>
                <a:ext uri="{FF2B5EF4-FFF2-40B4-BE49-F238E27FC236}">
                  <a16:creationId xmlns:a16="http://schemas.microsoft.com/office/drawing/2014/main" id="{5E68667E-0F02-4608-910C-792A6B977BC4}"/>
                </a:ext>
              </a:extLst>
            </p:cNvPr>
            <p:cNvSpPr>
              <a:spLocks noChangeShapeType="1"/>
            </p:cNvSpPr>
            <p:nvPr/>
          </p:nvSpPr>
          <p:spPr bwMode="auto">
            <a:xfrm>
              <a:off x="4324" y="2063"/>
              <a:ext cx="1" cy="726"/>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1" name="Freeform 27">
              <a:extLst>
                <a:ext uri="{FF2B5EF4-FFF2-40B4-BE49-F238E27FC236}">
                  <a16:creationId xmlns:a16="http://schemas.microsoft.com/office/drawing/2014/main" id="{EDD2A523-C3AB-4C6A-ABFB-7A9D91D5786A}"/>
                </a:ext>
              </a:extLst>
            </p:cNvPr>
            <p:cNvSpPr>
              <a:spLocks noChangeArrowheads="1"/>
            </p:cNvSpPr>
            <p:nvPr/>
          </p:nvSpPr>
          <p:spPr bwMode="auto">
            <a:xfrm>
              <a:off x="2022" y="3917"/>
              <a:ext cx="3433" cy="2"/>
            </a:xfrm>
            <a:custGeom>
              <a:avLst/>
              <a:gdLst>
                <a:gd name="T0" fmla="*/ 3433 w 3433"/>
                <a:gd name="T1" fmla="*/ 2 h 2"/>
                <a:gd name="T2" fmla="*/ 0 w 3433"/>
                <a:gd name="T3" fmla="*/ 0 h 2"/>
              </a:gdLst>
              <a:ahLst/>
              <a:cxnLst>
                <a:cxn ang="0">
                  <a:pos x="T0" y="T1"/>
                </a:cxn>
                <a:cxn ang="0">
                  <a:pos x="T2" y="T3"/>
                </a:cxn>
              </a:cxnLst>
              <a:rect l="0" t="0" r="r" b="b"/>
              <a:pathLst>
                <a:path w="3433" h="2">
                  <a:moveTo>
                    <a:pt x="3433" y="2"/>
                  </a:moveTo>
                  <a:lnTo>
                    <a:pt x="0" y="0"/>
                  </a:lnTo>
                </a:path>
              </a:pathLst>
            </a:custGeom>
            <a:solidFill>
              <a:srgbClr val="FFFFFF"/>
            </a:solidFill>
            <a:ln w="19050">
              <a:solidFill>
                <a:srgbClr val="008000"/>
              </a:solidFill>
              <a:round/>
              <a:headEnd/>
              <a:tailEnd/>
            </a:ln>
          </p:spPr>
          <p:txBody>
            <a:bodyPr/>
            <a:lstStyle/>
            <a:p>
              <a:endParaRPr lang="en-US"/>
            </a:p>
          </p:txBody>
        </p:sp>
        <p:sp>
          <p:nvSpPr>
            <p:cNvPr id="36892" name="Freeform 28">
              <a:extLst>
                <a:ext uri="{FF2B5EF4-FFF2-40B4-BE49-F238E27FC236}">
                  <a16:creationId xmlns:a16="http://schemas.microsoft.com/office/drawing/2014/main" id="{D6595E6D-CBE8-473E-BBB9-F4A21614AE05}"/>
                </a:ext>
              </a:extLst>
            </p:cNvPr>
            <p:cNvSpPr>
              <a:spLocks noChangeArrowheads="1"/>
            </p:cNvSpPr>
            <p:nvPr/>
          </p:nvSpPr>
          <p:spPr bwMode="auto">
            <a:xfrm>
              <a:off x="2029" y="2784"/>
              <a:ext cx="2295" cy="5"/>
            </a:xfrm>
            <a:custGeom>
              <a:avLst/>
              <a:gdLst>
                <a:gd name="T0" fmla="*/ 2295 w 2295"/>
                <a:gd name="T1" fmla="*/ 5 h 5"/>
                <a:gd name="T2" fmla="*/ 0 w 2295"/>
                <a:gd name="T3" fmla="*/ 0 h 5"/>
              </a:gdLst>
              <a:ahLst/>
              <a:cxnLst>
                <a:cxn ang="0">
                  <a:pos x="T0" y="T1"/>
                </a:cxn>
                <a:cxn ang="0">
                  <a:pos x="T2" y="T3"/>
                </a:cxn>
              </a:cxnLst>
              <a:rect l="0" t="0" r="r" b="b"/>
              <a:pathLst>
                <a:path w="2295" h="5">
                  <a:moveTo>
                    <a:pt x="2295" y="5"/>
                  </a:moveTo>
                  <a:lnTo>
                    <a:pt x="0" y="0"/>
                  </a:lnTo>
                </a:path>
              </a:pathLst>
            </a:custGeom>
            <a:solidFill>
              <a:srgbClr val="FFFFFF"/>
            </a:solidFill>
            <a:ln w="19050">
              <a:solidFill>
                <a:srgbClr val="008000"/>
              </a:solidFill>
              <a:round/>
              <a:headEnd/>
              <a:tailEnd/>
            </a:ln>
          </p:spPr>
          <p:txBody>
            <a:bodyPr/>
            <a:lstStyle/>
            <a:p>
              <a:endParaRPr lang="en-US"/>
            </a:p>
          </p:txBody>
        </p:sp>
      </p:grpSp>
      <p:grpSp>
        <p:nvGrpSpPr>
          <p:cNvPr id="36893" name="Group 29">
            <a:extLst>
              <a:ext uri="{FF2B5EF4-FFF2-40B4-BE49-F238E27FC236}">
                <a16:creationId xmlns:a16="http://schemas.microsoft.com/office/drawing/2014/main" id="{86312898-453B-44E9-B7D5-3B8223F6A37B}"/>
              </a:ext>
            </a:extLst>
          </p:cNvPr>
          <p:cNvGrpSpPr>
            <a:grpSpLocks/>
          </p:cNvGrpSpPr>
          <p:nvPr/>
        </p:nvGrpSpPr>
        <p:grpSpPr bwMode="auto">
          <a:xfrm>
            <a:off x="4287838" y="1838325"/>
            <a:ext cx="2730500" cy="1747838"/>
            <a:chOff x="2605" y="966"/>
            <a:chExt cx="1720" cy="1101"/>
          </a:xfrm>
        </p:grpSpPr>
        <p:sp>
          <p:nvSpPr>
            <p:cNvPr id="36894" name="Freeform 30">
              <a:extLst>
                <a:ext uri="{FF2B5EF4-FFF2-40B4-BE49-F238E27FC236}">
                  <a16:creationId xmlns:a16="http://schemas.microsoft.com/office/drawing/2014/main" id="{26F7B8E7-1F6E-4665-B8C3-E30E2A1090B7}"/>
                </a:ext>
              </a:extLst>
            </p:cNvPr>
            <p:cNvSpPr>
              <a:spLocks noChangeArrowheads="1"/>
            </p:cNvSpPr>
            <p:nvPr/>
          </p:nvSpPr>
          <p:spPr bwMode="auto">
            <a:xfrm>
              <a:off x="2605" y="966"/>
              <a:ext cx="1720" cy="1"/>
            </a:xfrm>
            <a:custGeom>
              <a:avLst/>
              <a:gdLst>
                <a:gd name="T0" fmla="*/ 1720 w 1720"/>
                <a:gd name="T1" fmla="*/ 1 h 1"/>
                <a:gd name="T2" fmla="*/ 0 w 1720"/>
                <a:gd name="T3" fmla="*/ 0 h 1"/>
              </a:gdLst>
              <a:ahLst/>
              <a:cxnLst>
                <a:cxn ang="0">
                  <a:pos x="T0" y="T1"/>
                </a:cxn>
                <a:cxn ang="0">
                  <a:pos x="T2" y="T3"/>
                </a:cxn>
              </a:cxnLst>
              <a:rect l="0" t="0" r="r" b="b"/>
              <a:pathLst>
                <a:path w="1720" h="1">
                  <a:moveTo>
                    <a:pt x="1720" y="1"/>
                  </a:moveTo>
                  <a:lnTo>
                    <a:pt x="0" y="0"/>
                  </a:lnTo>
                </a:path>
              </a:pathLst>
            </a:custGeom>
            <a:solidFill>
              <a:srgbClr val="FFFFFF"/>
            </a:solidFill>
            <a:ln w="19050">
              <a:solidFill>
                <a:srgbClr val="008000"/>
              </a:solidFill>
              <a:round/>
              <a:headEnd/>
              <a:tailEnd/>
            </a:ln>
          </p:spPr>
          <p:txBody>
            <a:bodyPr/>
            <a:lstStyle/>
            <a:p>
              <a:endParaRPr lang="en-US"/>
            </a:p>
          </p:txBody>
        </p:sp>
        <p:sp>
          <p:nvSpPr>
            <p:cNvPr id="36895" name="Freeform 31">
              <a:extLst>
                <a:ext uri="{FF2B5EF4-FFF2-40B4-BE49-F238E27FC236}">
                  <a16:creationId xmlns:a16="http://schemas.microsoft.com/office/drawing/2014/main" id="{526C3AA5-B50A-40E7-BDC0-F77772598B99}"/>
                </a:ext>
              </a:extLst>
            </p:cNvPr>
            <p:cNvSpPr>
              <a:spLocks noChangeArrowheads="1"/>
            </p:cNvSpPr>
            <p:nvPr/>
          </p:nvSpPr>
          <p:spPr bwMode="auto">
            <a:xfrm>
              <a:off x="2605" y="2063"/>
              <a:ext cx="1720" cy="4"/>
            </a:xfrm>
            <a:custGeom>
              <a:avLst/>
              <a:gdLst>
                <a:gd name="T0" fmla="*/ 1720 w 1720"/>
                <a:gd name="T1" fmla="*/ 0 h 4"/>
                <a:gd name="T2" fmla="*/ 0 w 1720"/>
                <a:gd name="T3" fmla="*/ 4 h 4"/>
              </a:gdLst>
              <a:ahLst/>
              <a:cxnLst>
                <a:cxn ang="0">
                  <a:pos x="T0" y="T1"/>
                </a:cxn>
                <a:cxn ang="0">
                  <a:pos x="T2" y="T3"/>
                </a:cxn>
              </a:cxnLst>
              <a:rect l="0" t="0" r="r" b="b"/>
              <a:pathLst>
                <a:path w="1720" h="4">
                  <a:moveTo>
                    <a:pt x="1720" y="0"/>
                  </a:moveTo>
                  <a:lnTo>
                    <a:pt x="0" y="4"/>
                  </a:lnTo>
                </a:path>
              </a:pathLst>
            </a:custGeom>
            <a:solidFill>
              <a:srgbClr val="FFFFFF"/>
            </a:solidFill>
            <a:ln w="19050">
              <a:solidFill>
                <a:srgbClr val="008000"/>
              </a:solidFill>
              <a:round/>
              <a:headEnd/>
              <a:tailEnd/>
            </a:ln>
          </p:spPr>
          <p:txBody>
            <a:bodyPr/>
            <a:lstStyle/>
            <a:p>
              <a:endParaRPr lang="en-US"/>
            </a:p>
          </p:txBody>
        </p:sp>
      </p:grpSp>
      <p:grpSp>
        <p:nvGrpSpPr>
          <p:cNvPr id="36896" name="Group 32">
            <a:extLst>
              <a:ext uri="{FF2B5EF4-FFF2-40B4-BE49-F238E27FC236}">
                <a16:creationId xmlns:a16="http://schemas.microsoft.com/office/drawing/2014/main" id="{50DB05DD-EFB0-4C3E-BCED-048195C9B0C2}"/>
              </a:ext>
            </a:extLst>
          </p:cNvPr>
          <p:cNvGrpSpPr>
            <a:grpSpLocks/>
          </p:cNvGrpSpPr>
          <p:nvPr/>
        </p:nvGrpSpPr>
        <p:grpSpPr bwMode="auto">
          <a:xfrm>
            <a:off x="4727575" y="2654300"/>
            <a:ext cx="3608388" cy="482600"/>
            <a:chOff x="2882" y="1480"/>
            <a:chExt cx="2273" cy="304"/>
          </a:xfrm>
        </p:grpSpPr>
        <p:sp>
          <p:nvSpPr>
            <p:cNvPr id="36897" name="Line 33">
              <a:extLst>
                <a:ext uri="{FF2B5EF4-FFF2-40B4-BE49-F238E27FC236}">
                  <a16:creationId xmlns:a16="http://schemas.microsoft.com/office/drawing/2014/main" id="{B9B72E7F-1D71-47C3-B608-B60CAEBE03CB}"/>
                </a:ext>
              </a:extLst>
            </p:cNvPr>
            <p:cNvSpPr>
              <a:spLocks noChangeShapeType="1"/>
            </p:cNvSpPr>
            <p:nvPr/>
          </p:nvSpPr>
          <p:spPr bwMode="auto">
            <a:xfrm flipH="1">
              <a:off x="2882" y="1480"/>
              <a:ext cx="2273" cy="1"/>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8" name="Line 34">
              <a:extLst>
                <a:ext uri="{FF2B5EF4-FFF2-40B4-BE49-F238E27FC236}">
                  <a16:creationId xmlns:a16="http://schemas.microsoft.com/office/drawing/2014/main" id="{93A44758-9F8B-4B84-96F9-4CC7A4636480}"/>
                </a:ext>
              </a:extLst>
            </p:cNvPr>
            <p:cNvSpPr>
              <a:spLocks noChangeShapeType="1"/>
            </p:cNvSpPr>
            <p:nvPr/>
          </p:nvSpPr>
          <p:spPr bwMode="auto">
            <a:xfrm flipH="1">
              <a:off x="2882" y="1783"/>
              <a:ext cx="2235" cy="1"/>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99" name="Group 35">
            <a:extLst>
              <a:ext uri="{FF2B5EF4-FFF2-40B4-BE49-F238E27FC236}">
                <a16:creationId xmlns:a16="http://schemas.microsoft.com/office/drawing/2014/main" id="{6A9C3F4F-42AE-4FFA-B5F5-1310B69EDCE9}"/>
              </a:ext>
            </a:extLst>
          </p:cNvPr>
          <p:cNvGrpSpPr>
            <a:grpSpLocks/>
          </p:cNvGrpSpPr>
          <p:nvPr/>
        </p:nvGrpSpPr>
        <p:grpSpPr bwMode="auto">
          <a:xfrm>
            <a:off x="3846513" y="2127250"/>
            <a:ext cx="3611562" cy="1298575"/>
            <a:chOff x="2327" y="1148"/>
            <a:chExt cx="2275" cy="818"/>
          </a:xfrm>
        </p:grpSpPr>
        <p:sp>
          <p:nvSpPr>
            <p:cNvPr id="36900" name="Line 36">
              <a:extLst>
                <a:ext uri="{FF2B5EF4-FFF2-40B4-BE49-F238E27FC236}">
                  <a16:creationId xmlns:a16="http://schemas.microsoft.com/office/drawing/2014/main" id="{734916EE-0C22-463F-B0A0-481F4A4BE74C}"/>
                </a:ext>
              </a:extLst>
            </p:cNvPr>
            <p:cNvSpPr>
              <a:spLocks noChangeShapeType="1"/>
            </p:cNvSpPr>
            <p:nvPr/>
          </p:nvSpPr>
          <p:spPr bwMode="auto">
            <a:xfrm flipH="1">
              <a:off x="2327" y="1148"/>
              <a:ext cx="2275" cy="1"/>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1" name="Line 37">
              <a:extLst>
                <a:ext uri="{FF2B5EF4-FFF2-40B4-BE49-F238E27FC236}">
                  <a16:creationId xmlns:a16="http://schemas.microsoft.com/office/drawing/2014/main" id="{F44B7FFD-0A0E-487C-B65C-364DFADCE47E}"/>
                </a:ext>
              </a:extLst>
            </p:cNvPr>
            <p:cNvSpPr>
              <a:spLocks noChangeShapeType="1"/>
            </p:cNvSpPr>
            <p:nvPr/>
          </p:nvSpPr>
          <p:spPr bwMode="auto">
            <a:xfrm flipH="1">
              <a:off x="2327" y="1965"/>
              <a:ext cx="2275" cy="1"/>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902" name="Group 38">
            <a:extLst>
              <a:ext uri="{FF2B5EF4-FFF2-40B4-BE49-F238E27FC236}">
                <a16:creationId xmlns:a16="http://schemas.microsoft.com/office/drawing/2014/main" id="{7899BF2A-BA2E-458B-BFB6-4DCE44BB987E}"/>
              </a:ext>
            </a:extLst>
          </p:cNvPr>
          <p:cNvGrpSpPr>
            <a:grpSpLocks/>
          </p:cNvGrpSpPr>
          <p:nvPr/>
        </p:nvGrpSpPr>
        <p:grpSpPr bwMode="auto">
          <a:xfrm>
            <a:off x="7016750" y="1839913"/>
            <a:ext cx="1795463" cy="1739900"/>
            <a:chOff x="4324" y="967"/>
            <a:chExt cx="1131" cy="1096"/>
          </a:xfrm>
        </p:grpSpPr>
        <p:sp>
          <p:nvSpPr>
            <p:cNvPr id="36903" name="Line 39">
              <a:extLst>
                <a:ext uri="{FF2B5EF4-FFF2-40B4-BE49-F238E27FC236}">
                  <a16:creationId xmlns:a16="http://schemas.microsoft.com/office/drawing/2014/main" id="{C06C9E9A-47D9-4237-8BA1-F5B05AB158A6}"/>
                </a:ext>
              </a:extLst>
            </p:cNvPr>
            <p:cNvSpPr>
              <a:spLocks noChangeShapeType="1"/>
            </p:cNvSpPr>
            <p:nvPr/>
          </p:nvSpPr>
          <p:spPr bwMode="auto">
            <a:xfrm>
              <a:off x="4324" y="967"/>
              <a:ext cx="1" cy="1096"/>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4" name="Freeform 40">
              <a:extLst>
                <a:ext uri="{FF2B5EF4-FFF2-40B4-BE49-F238E27FC236}">
                  <a16:creationId xmlns:a16="http://schemas.microsoft.com/office/drawing/2014/main" id="{3DC95FE2-6625-40AF-8BAD-DB2AC6490806}"/>
                </a:ext>
              </a:extLst>
            </p:cNvPr>
            <p:cNvSpPr>
              <a:spLocks noChangeArrowheads="1"/>
            </p:cNvSpPr>
            <p:nvPr/>
          </p:nvSpPr>
          <p:spPr bwMode="auto">
            <a:xfrm>
              <a:off x="4324" y="967"/>
              <a:ext cx="831" cy="513"/>
            </a:xfrm>
            <a:custGeom>
              <a:avLst/>
              <a:gdLst>
                <a:gd name="T0" fmla="*/ 0 w 831"/>
                <a:gd name="T1" fmla="*/ 0 h 513"/>
                <a:gd name="T2" fmla="*/ 831 w 831"/>
                <a:gd name="T3" fmla="*/ 513 h 513"/>
              </a:gdLst>
              <a:ahLst/>
              <a:cxnLst>
                <a:cxn ang="0">
                  <a:pos x="T0" y="T1"/>
                </a:cxn>
                <a:cxn ang="0">
                  <a:pos x="T2" y="T3"/>
                </a:cxn>
              </a:cxnLst>
              <a:rect l="0" t="0" r="r" b="b"/>
              <a:pathLst>
                <a:path w="831" h="513">
                  <a:moveTo>
                    <a:pt x="0" y="0"/>
                  </a:moveTo>
                  <a:lnTo>
                    <a:pt x="831" y="513"/>
                  </a:lnTo>
                </a:path>
              </a:pathLst>
            </a:custGeom>
            <a:solidFill>
              <a:srgbClr val="FFFFFF"/>
            </a:solidFill>
            <a:ln w="57150" cmpd="sng">
              <a:solidFill>
                <a:srgbClr val="CC3300"/>
              </a:solidFill>
              <a:prstDash val="solid"/>
              <a:round/>
              <a:headEnd/>
              <a:tailEnd/>
            </a:ln>
          </p:spPr>
          <p:txBody>
            <a:bodyPr/>
            <a:lstStyle/>
            <a:p>
              <a:endParaRPr lang="en-US"/>
            </a:p>
          </p:txBody>
        </p:sp>
        <p:sp>
          <p:nvSpPr>
            <p:cNvPr id="36905" name="Freeform 41">
              <a:extLst>
                <a:ext uri="{FF2B5EF4-FFF2-40B4-BE49-F238E27FC236}">
                  <a16:creationId xmlns:a16="http://schemas.microsoft.com/office/drawing/2014/main" id="{63C091D1-AA8E-40AC-8581-915B35BFA22F}"/>
                </a:ext>
              </a:extLst>
            </p:cNvPr>
            <p:cNvSpPr>
              <a:spLocks noChangeArrowheads="1"/>
            </p:cNvSpPr>
            <p:nvPr/>
          </p:nvSpPr>
          <p:spPr bwMode="auto">
            <a:xfrm>
              <a:off x="4325" y="1781"/>
              <a:ext cx="823" cy="282"/>
            </a:xfrm>
            <a:custGeom>
              <a:avLst/>
              <a:gdLst>
                <a:gd name="T0" fmla="*/ 823 w 823"/>
                <a:gd name="T1" fmla="*/ 0 h 282"/>
                <a:gd name="T2" fmla="*/ 0 w 823"/>
                <a:gd name="T3" fmla="*/ 282 h 282"/>
              </a:gdLst>
              <a:ahLst/>
              <a:cxnLst>
                <a:cxn ang="0">
                  <a:pos x="T0" y="T1"/>
                </a:cxn>
                <a:cxn ang="0">
                  <a:pos x="T2" y="T3"/>
                </a:cxn>
              </a:cxnLst>
              <a:rect l="0" t="0" r="r" b="b"/>
              <a:pathLst>
                <a:path w="823" h="282">
                  <a:moveTo>
                    <a:pt x="823" y="0"/>
                  </a:moveTo>
                  <a:lnTo>
                    <a:pt x="0" y="282"/>
                  </a:lnTo>
                </a:path>
              </a:pathLst>
            </a:custGeom>
            <a:solidFill>
              <a:srgbClr val="FFFFFF"/>
            </a:solidFill>
            <a:ln w="57150" cmpd="sng">
              <a:solidFill>
                <a:srgbClr val="CC3300"/>
              </a:solidFill>
              <a:prstDash val="solid"/>
              <a:round/>
              <a:headEnd/>
              <a:tailEnd/>
            </a:ln>
          </p:spPr>
          <p:txBody>
            <a:bodyPr/>
            <a:lstStyle/>
            <a:p>
              <a:endParaRPr lang="en-US"/>
            </a:p>
          </p:txBody>
        </p:sp>
        <p:sp>
          <p:nvSpPr>
            <p:cNvPr id="36906" name="Freeform 42">
              <a:extLst>
                <a:ext uri="{FF2B5EF4-FFF2-40B4-BE49-F238E27FC236}">
                  <a16:creationId xmlns:a16="http://schemas.microsoft.com/office/drawing/2014/main" id="{6A26E3E8-7F49-4995-A71E-A8AADF6A1841}"/>
                </a:ext>
              </a:extLst>
            </p:cNvPr>
            <p:cNvSpPr>
              <a:spLocks noChangeArrowheads="1"/>
            </p:cNvSpPr>
            <p:nvPr/>
          </p:nvSpPr>
          <p:spPr bwMode="auto">
            <a:xfrm>
              <a:off x="5151" y="1477"/>
              <a:ext cx="304" cy="301"/>
            </a:xfrm>
            <a:custGeom>
              <a:avLst/>
              <a:gdLst>
                <a:gd name="T0" fmla="*/ 7 w 304"/>
                <a:gd name="T1" fmla="*/ 0 h 301"/>
                <a:gd name="T2" fmla="*/ 304 w 304"/>
                <a:gd name="T3" fmla="*/ 189 h 301"/>
                <a:gd name="T4" fmla="*/ 0 w 304"/>
                <a:gd name="T5" fmla="*/ 301 h 301"/>
              </a:gdLst>
              <a:ahLst/>
              <a:cxnLst>
                <a:cxn ang="0">
                  <a:pos x="T0" y="T1"/>
                </a:cxn>
                <a:cxn ang="0">
                  <a:pos x="T2" y="T3"/>
                </a:cxn>
                <a:cxn ang="0">
                  <a:pos x="T4" y="T5"/>
                </a:cxn>
              </a:cxnLst>
              <a:rect l="0" t="0" r="r" b="b"/>
              <a:pathLst>
                <a:path w="304" h="301">
                  <a:moveTo>
                    <a:pt x="7" y="0"/>
                  </a:moveTo>
                  <a:lnTo>
                    <a:pt x="304" y="189"/>
                  </a:lnTo>
                  <a:lnTo>
                    <a:pt x="0" y="301"/>
                  </a:lnTo>
                </a:path>
              </a:pathLst>
            </a:custGeom>
            <a:solidFill>
              <a:srgbClr val="FFFFFF"/>
            </a:solidFill>
            <a:ln w="57150" cmpd="sng">
              <a:solidFill>
                <a:srgbClr val="CC3300"/>
              </a:solidFill>
              <a:prstDash val="solid"/>
              <a:round/>
              <a:headEnd/>
              <a:tailEnd/>
            </a:ln>
          </p:spPr>
          <p:txBody>
            <a:bodyPr/>
            <a:lstStyle/>
            <a:p>
              <a:endParaRPr lang="en-US"/>
            </a:p>
          </p:txBody>
        </p:sp>
      </p:grpSp>
      <p:sp>
        <p:nvSpPr>
          <p:cNvPr id="36907" name="Freeform 43">
            <a:extLst>
              <a:ext uri="{FF2B5EF4-FFF2-40B4-BE49-F238E27FC236}">
                <a16:creationId xmlns:a16="http://schemas.microsoft.com/office/drawing/2014/main" id="{42CC5C33-4E81-4BE2-B9DA-A610D0D2DF2A}"/>
              </a:ext>
            </a:extLst>
          </p:cNvPr>
          <p:cNvSpPr>
            <a:spLocks noChangeArrowheads="1"/>
          </p:cNvSpPr>
          <p:nvPr/>
        </p:nvSpPr>
        <p:spPr bwMode="auto">
          <a:xfrm>
            <a:off x="3846513" y="1435100"/>
            <a:ext cx="1587" cy="692150"/>
          </a:xfrm>
          <a:custGeom>
            <a:avLst/>
            <a:gdLst>
              <a:gd name="T0" fmla="*/ 0 w 1"/>
              <a:gd name="T1" fmla="*/ 0 h 436"/>
              <a:gd name="T2" fmla="*/ 1 w 1"/>
              <a:gd name="T3" fmla="*/ 436 h 436"/>
            </a:gdLst>
            <a:ahLst/>
            <a:cxnLst>
              <a:cxn ang="0">
                <a:pos x="T0" y="T1"/>
              </a:cxn>
              <a:cxn ang="0">
                <a:pos x="T2" y="T3"/>
              </a:cxn>
            </a:cxnLst>
            <a:rect l="0" t="0" r="r" b="b"/>
            <a:pathLst>
              <a:path w="1" h="436">
                <a:moveTo>
                  <a:pt x="0" y="0"/>
                </a:moveTo>
                <a:lnTo>
                  <a:pt x="1" y="436"/>
                </a:lnTo>
              </a:path>
            </a:pathLst>
          </a:custGeom>
          <a:solidFill>
            <a:srgbClr val="FFFFFF"/>
          </a:solidFill>
          <a:ln w="57150">
            <a:solidFill>
              <a:srgbClr val="000000"/>
            </a:solidFill>
            <a:round/>
            <a:headEnd/>
            <a:tailEnd/>
          </a:ln>
        </p:spPr>
        <p:txBody>
          <a:bodyPr/>
          <a:lstStyle/>
          <a:p>
            <a:endParaRPr lang="en-US"/>
          </a:p>
        </p:txBody>
      </p:sp>
      <p:sp>
        <p:nvSpPr>
          <p:cNvPr id="36908" name="Freeform 44">
            <a:extLst>
              <a:ext uri="{FF2B5EF4-FFF2-40B4-BE49-F238E27FC236}">
                <a16:creationId xmlns:a16="http://schemas.microsoft.com/office/drawing/2014/main" id="{84E9E5FD-991E-4E98-9DFA-D4639B31D324}"/>
              </a:ext>
            </a:extLst>
          </p:cNvPr>
          <p:cNvSpPr>
            <a:spLocks noChangeArrowheads="1"/>
          </p:cNvSpPr>
          <p:nvPr/>
        </p:nvSpPr>
        <p:spPr bwMode="auto">
          <a:xfrm>
            <a:off x="5607050" y="1427163"/>
            <a:ext cx="1588" cy="703262"/>
          </a:xfrm>
          <a:custGeom>
            <a:avLst/>
            <a:gdLst>
              <a:gd name="T0" fmla="*/ 0 w 1"/>
              <a:gd name="T1" fmla="*/ 0 h 443"/>
              <a:gd name="T2" fmla="*/ 0 w 1"/>
              <a:gd name="T3" fmla="*/ 443 h 443"/>
            </a:gdLst>
            <a:ahLst/>
            <a:cxnLst>
              <a:cxn ang="0">
                <a:pos x="T0" y="T1"/>
              </a:cxn>
              <a:cxn ang="0">
                <a:pos x="T2" y="T3"/>
              </a:cxn>
            </a:cxnLst>
            <a:rect l="0" t="0" r="r" b="b"/>
            <a:pathLst>
              <a:path w="1" h="443">
                <a:moveTo>
                  <a:pt x="0" y="0"/>
                </a:moveTo>
                <a:lnTo>
                  <a:pt x="0" y="443"/>
                </a:lnTo>
              </a:path>
            </a:pathLst>
          </a:custGeom>
          <a:solidFill>
            <a:srgbClr val="FFFFFF"/>
          </a:solidFill>
          <a:ln w="57150" cmpd="sng">
            <a:solidFill>
              <a:srgbClr val="000000"/>
            </a:solidFill>
            <a:prstDash val="solid"/>
            <a:round/>
            <a:headEnd/>
            <a:tailEnd/>
          </a:ln>
        </p:spPr>
        <p:txBody>
          <a:bodyPr/>
          <a:lstStyle/>
          <a:p>
            <a:endParaRPr lang="en-US"/>
          </a:p>
        </p:txBody>
      </p:sp>
      <p:grpSp>
        <p:nvGrpSpPr>
          <p:cNvPr id="36909" name="Group 45">
            <a:extLst>
              <a:ext uri="{FF2B5EF4-FFF2-40B4-BE49-F238E27FC236}">
                <a16:creationId xmlns:a16="http://schemas.microsoft.com/office/drawing/2014/main" id="{7C51CE47-89AF-4B53-AE99-F27EC6064E71}"/>
              </a:ext>
            </a:extLst>
          </p:cNvPr>
          <p:cNvGrpSpPr>
            <a:grpSpLocks/>
          </p:cNvGrpSpPr>
          <p:nvPr/>
        </p:nvGrpSpPr>
        <p:grpSpPr bwMode="auto">
          <a:xfrm>
            <a:off x="152400" y="1782763"/>
            <a:ext cx="2425700" cy="427037"/>
            <a:chOff x="96" y="449"/>
            <a:chExt cx="1528" cy="269"/>
          </a:xfrm>
        </p:grpSpPr>
        <p:sp>
          <p:nvSpPr>
            <p:cNvPr id="36910" name="Text Box 46">
              <a:extLst>
                <a:ext uri="{FF2B5EF4-FFF2-40B4-BE49-F238E27FC236}">
                  <a16:creationId xmlns:a16="http://schemas.microsoft.com/office/drawing/2014/main" id="{B9615DBD-92D9-48AA-973C-75A85A95DB12}"/>
                </a:ext>
              </a:extLst>
            </p:cNvPr>
            <p:cNvSpPr txBox="1">
              <a:spLocks noChangeArrowheads="1"/>
            </p:cNvSpPr>
            <p:nvPr/>
          </p:nvSpPr>
          <p:spPr bwMode="auto">
            <a:xfrm>
              <a:off x="464" y="449"/>
              <a:ext cx="116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zh-CN" sz="2200" b="1"/>
                <a:t>看清已知条件</a:t>
              </a:r>
              <a:endParaRPr lang="zh-CN" altLang="en-US" sz="2200" u="sng"/>
            </a:p>
          </p:txBody>
        </p:sp>
        <p:grpSp>
          <p:nvGrpSpPr>
            <p:cNvPr id="36911" name="Group 47">
              <a:extLst>
                <a:ext uri="{FF2B5EF4-FFF2-40B4-BE49-F238E27FC236}">
                  <a16:creationId xmlns:a16="http://schemas.microsoft.com/office/drawing/2014/main" id="{7448B940-4168-4561-A307-71E56E95AC48}"/>
                </a:ext>
              </a:extLst>
            </p:cNvPr>
            <p:cNvGrpSpPr>
              <a:grpSpLocks/>
            </p:cNvGrpSpPr>
            <p:nvPr/>
          </p:nvGrpSpPr>
          <p:grpSpPr bwMode="auto">
            <a:xfrm rot="5400000">
              <a:off x="175" y="449"/>
              <a:ext cx="178" cy="336"/>
              <a:chOff x="673" y="1490"/>
              <a:chExt cx="201" cy="381"/>
            </a:xfrm>
          </p:grpSpPr>
          <p:sp>
            <p:nvSpPr>
              <p:cNvPr id="36912" name="Freeform 48">
                <a:extLst>
                  <a:ext uri="{FF2B5EF4-FFF2-40B4-BE49-F238E27FC236}">
                    <a16:creationId xmlns:a16="http://schemas.microsoft.com/office/drawing/2014/main" id="{95966F12-B2D9-413A-88DD-8F247D2998F9}"/>
                  </a:ext>
                </a:extLst>
              </p:cNvPr>
              <p:cNvSpPr>
                <a:spLocks/>
              </p:cNvSpPr>
              <p:nvPr/>
            </p:nvSpPr>
            <p:spPr bwMode="auto">
              <a:xfrm>
                <a:off x="674" y="1632"/>
                <a:ext cx="200" cy="239"/>
              </a:xfrm>
              <a:custGeom>
                <a:avLst/>
                <a:gdLst>
                  <a:gd name="T0" fmla="*/ 935 w 1202"/>
                  <a:gd name="T1" fmla="*/ 1434 h 1434"/>
                  <a:gd name="T2" fmla="*/ 959 w 1202"/>
                  <a:gd name="T3" fmla="*/ 1241 h 1434"/>
                  <a:gd name="T4" fmla="*/ 1025 w 1202"/>
                  <a:gd name="T5" fmla="*/ 1137 h 1434"/>
                  <a:gd name="T6" fmla="*/ 1093 w 1202"/>
                  <a:gd name="T7" fmla="*/ 1046 h 1434"/>
                  <a:gd name="T8" fmla="*/ 1156 w 1202"/>
                  <a:gd name="T9" fmla="*/ 931 h 1434"/>
                  <a:gd name="T10" fmla="*/ 1188 w 1202"/>
                  <a:gd name="T11" fmla="*/ 835 h 1434"/>
                  <a:gd name="T12" fmla="*/ 1202 w 1202"/>
                  <a:gd name="T13" fmla="*/ 718 h 1434"/>
                  <a:gd name="T14" fmla="*/ 1175 w 1202"/>
                  <a:gd name="T15" fmla="*/ 591 h 1434"/>
                  <a:gd name="T16" fmla="*/ 1133 w 1202"/>
                  <a:gd name="T17" fmla="*/ 488 h 1434"/>
                  <a:gd name="T18" fmla="*/ 1140 w 1202"/>
                  <a:gd name="T19" fmla="*/ 396 h 1434"/>
                  <a:gd name="T20" fmla="*/ 1123 w 1202"/>
                  <a:gd name="T21" fmla="*/ 313 h 1434"/>
                  <a:gd name="T22" fmla="*/ 1099 w 1202"/>
                  <a:gd name="T23" fmla="*/ 266 h 1434"/>
                  <a:gd name="T24" fmla="*/ 1067 w 1202"/>
                  <a:gd name="T25" fmla="*/ 226 h 1434"/>
                  <a:gd name="T26" fmla="*/ 1055 w 1202"/>
                  <a:gd name="T27" fmla="*/ 199 h 1434"/>
                  <a:gd name="T28" fmla="*/ 1008 w 1202"/>
                  <a:gd name="T29" fmla="*/ 172 h 1434"/>
                  <a:gd name="T30" fmla="*/ 970 w 1202"/>
                  <a:gd name="T31" fmla="*/ 167 h 1434"/>
                  <a:gd name="T32" fmla="*/ 941 w 1202"/>
                  <a:gd name="T33" fmla="*/ 181 h 1434"/>
                  <a:gd name="T34" fmla="*/ 906 w 1202"/>
                  <a:gd name="T35" fmla="*/ 272 h 1434"/>
                  <a:gd name="T36" fmla="*/ 842 w 1202"/>
                  <a:gd name="T37" fmla="*/ 405 h 1434"/>
                  <a:gd name="T38" fmla="*/ 937 w 1202"/>
                  <a:gd name="T39" fmla="*/ 177 h 1434"/>
                  <a:gd name="T40" fmla="*/ 953 w 1202"/>
                  <a:gd name="T41" fmla="*/ 149 h 1434"/>
                  <a:gd name="T42" fmla="*/ 932 w 1202"/>
                  <a:gd name="T43" fmla="*/ 98 h 1434"/>
                  <a:gd name="T44" fmla="*/ 897 w 1202"/>
                  <a:gd name="T45" fmla="*/ 80 h 1434"/>
                  <a:gd name="T46" fmla="*/ 851 w 1202"/>
                  <a:gd name="T47" fmla="*/ 61 h 1434"/>
                  <a:gd name="T48" fmla="*/ 788 w 1202"/>
                  <a:gd name="T49" fmla="*/ 39 h 1434"/>
                  <a:gd name="T50" fmla="*/ 772 w 1202"/>
                  <a:gd name="T51" fmla="*/ 25 h 1434"/>
                  <a:gd name="T52" fmla="*/ 743 w 1202"/>
                  <a:gd name="T53" fmla="*/ 0 h 1434"/>
                  <a:gd name="T54" fmla="*/ 569 w 1202"/>
                  <a:gd name="T55" fmla="*/ 39 h 1434"/>
                  <a:gd name="T56" fmla="*/ 339 w 1202"/>
                  <a:gd name="T57" fmla="*/ 166 h 1434"/>
                  <a:gd name="T58" fmla="*/ 322 w 1202"/>
                  <a:gd name="T59" fmla="*/ 199 h 1434"/>
                  <a:gd name="T60" fmla="*/ 269 w 1202"/>
                  <a:gd name="T61" fmla="*/ 253 h 1434"/>
                  <a:gd name="T62" fmla="*/ 206 w 1202"/>
                  <a:gd name="T63" fmla="*/ 296 h 1434"/>
                  <a:gd name="T64" fmla="*/ 151 w 1202"/>
                  <a:gd name="T65" fmla="*/ 319 h 1434"/>
                  <a:gd name="T66" fmla="*/ 100 w 1202"/>
                  <a:gd name="T67" fmla="*/ 369 h 1434"/>
                  <a:gd name="T68" fmla="*/ 67 w 1202"/>
                  <a:gd name="T69" fmla="*/ 456 h 1434"/>
                  <a:gd name="T70" fmla="*/ 20 w 1202"/>
                  <a:gd name="T71" fmla="*/ 570 h 1434"/>
                  <a:gd name="T72" fmla="*/ 0 w 1202"/>
                  <a:gd name="T73" fmla="*/ 635 h 1434"/>
                  <a:gd name="T74" fmla="*/ 20 w 1202"/>
                  <a:gd name="T75" fmla="*/ 736 h 1434"/>
                  <a:gd name="T76" fmla="*/ 54 w 1202"/>
                  <a:gd name="T77" fmla="*/ 841 h 1434"/>
                  <a:gd name="T78" fmla="*/ 108 w 1202"/>
                  <a:gd name="T79" fmla="*/ 975 h 1434"/>
                  <a:gd name="T80" fmla="*/ 138 w 1202"/>
                  <a:gd name="T81" fmla="*/ 1085 h 1434"/>
                  <a:gd name="T82" fmla="*/ 214 w 1202"/>
                  <a:gd name="T83" fmla="*/ 1187 h 1434"/>
                  <a:gd name="T84" fmla="*/ 252 w 1202"/>
                  <a:gd name="T85" fmla="*/ 1205 h 1434"/>
                  <a:gd name="T86" fmla="*/ 273 w 1202"/>
                  <a:gd name="T87" fmla="*/ 1261 h 1434"/>
                  <a:gd name="T88" fmla="*/ 277 w 1202"/>
                  <a:gd name="T89" fmla="*/ 1432 h 1434"/>
                  <a:gd name="T90" fmla="*/ 935 w 1202"/>
                  <a:gd name="T91" fmla="*/ 1434 h 1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2" h="1434">
                    <a:moveTo>
                      <a:pt x="935" y="1434"/>
                    </a:moveTo>
                    <a:lnTo>
                      <a:pt x="959" y="1241"/>
                    </a:lnTo>
                    <a:lnTo>
                      <a:pt x="1025" y="1137"/>
                    </a:lnTo>
                    <a:lnTo>
                      <a:pt x="1093" y="1046"/>
                    </a:lnTo>
                    <a:lnTo>
                      <a:pt x="1156" y="931"/>
                    </a:lnTo>
                    <a:lnTo>
                      <a:pt x="1188" y="835"/>
                    </a:lnTo>
                    <a:lnTo>
                      <a:pt x="1202" y="718"/>
                    </a:lnTo>
                    <a:lnTo>
                      <a:pt x="1175" y="591"/>
                    </a:lnTo>
                    <a:lnTo>
                      <a:pt x="1133" y="488"/>
                    </a:lnTo>
                    <a:lnTo>
                      <a:pt x="1140" y="396"/>
                    </a:lnTo>
                    <a:lnTo>
                      <a:pt x="1123" y="313"/>
                    </a:lnTo>
                    <a:lnTo>
                      <a:pt x="1099" y="266"/>
                    </a:lnTo>
                    <a:lnTo>
                      <a:pt x="1067" y="226"/>
                    </a:lnTo>
                    <a:lnTo>
                      <a:pt x="1055" y="199"/>
                    </a:lnTo>
                    <a:lnTo>
                      <a:pt x="1008" y="172"/>
                    </a:lnTo>
                    <a:lnTo>
                      <a:pt x="970" y="167"/>
                    </a:lnTo>
                    <a:lnTo>
                      <a:pt x="941" y="181"/>
                    </a:lnTo>
                    <a:lnTo>
                      <a:pt x="906" y="272"/>
                    </a:lnTo>
                    <a:lnTo>
                      <a:pt x="842" y="405"/>
                    </a:lnTo>
                    <a:lnTo>
                      <a:pt x="937" y="177"/>
                    </a:lnTo>
                    <a:lnTo>
                      <a:pt x="953" y="149"/>
                    </a:lnTo>
                    <a:lnTo>
                      <a:pt x="932" y="98"/>
                    </a:lnTo>
                    <a:lnTo>
                      <a:pt x="897" y="80"/>
                    </a:lnTo>
                    <a:lnTo>
                      <a:pt x="851" y="61"/>
                    </a:lnTo>
                    <a:lnTo>
                      <a:pt x="788" y="39"/>
                    </a:lnTo>
                    <a:lnTo>
                      <a:pt x="772" y="25"/>
                    </a:lnTo>
                    <a:lnTo>
                      <a:pt x="743" y="0"/>
                    </a:lnTo>
                    <a:lnTo>
                      <a:pt x="569" y="39"/>
                    </a:lnTo>
                    <a:lnTo>
                      <a:pt x="339" y="166"/>
                    </a:lnTo>
                    <a:lnTo>
                      <a:pt x="322" y="199"/>
                    </a:lnTo>
                    <a:lnTo>
                      <a:pt x="269" y="253"/>
                    </a:lnTo>
                    <a:lnTo>
                      <a:pt x="206" y="296"/>
                    </a:lnTo>
                    <a:lnTo>
                      <a:pt x="151" y="319"/>
                    </a:lnTo>
                    <a:lnTo>
                      <a:pt x="100" y="369"/>
                    </a:lnTo>
                    <a:lnTo>
                      <a:pt x="67" y="456"/>
                    </a:lnTo>
                    <a:lnTo>
                      <a:pt x="20" y="570"/>
                    </a:lnTo>
                    <a:lnTo>
                      <a:pt x="0" y="635"/>
                    </a:lnTo>
                    <a:lnTo>
                      <a:pt x="20" y="736"/>
                    </a:lnTo>
                    <a:lnTo>
                      <a:pt x="54" y="841"/>
                    </a:lnTo>
                    <a:lnTo>
                      <a:pt x="108" y="975"/>
                    </a:lnTo>
                    <a:lnTo>
                      <a:pt x="138" y="1085"/>
                    </a:lnTo>
                    <a:lnTo>
                      <a:pt x="214" y="1187"/>
                    </a:lnTo>
                    <a:lnTo>
                      <a:pt x="252" y="1205"/>
                    </a:lnTo>
                    <a:lnTo>
                      <a:pt x="273" y="1261"/>
                    </a:lnTo>
                    <a:lnTo>
                      <a:pt x="277" y="1432"/>
                    </a:lnTo>
                    <a:lnTo>
                      <a:pt x="935" y="1434"/>
                    </a:lnTo>
                    <a:close/>
                  </a:path>
                </a:pathLst>
              </a:custGeom>
              <a:solidFill>
                <a:srgbClr val="FF9F9F"/>
              </a:solidFill>
              <a:ln w="1588">
                <a:solidFill>
                  <a:srgbClr val="000000"/>
                </a:solidFill>
                <a:prstDash val="solid"/>
                <a:round/>
                <a:headEnd/>
                <a:tailEnd/>
              </a:ln>
            </p:spPr>
            <p:txBody>
              <a:bodyPr/>
              <a:lstStyle/>
              <a:p>
                <a:endParaRPr lang="en-US"/>
              </a:p>
            </p:txBody>
          </p:sp>
          <p:sp>
            <p:nvSpPr>
              <p:cNvPr id="36913" name="Freeform 49">
                <a:extLst>
                  <a:ext uri="{FF2B5EF4-FFF2-40B4-BE49-F238E27FC236}">
                    <a16:creationId xmlns:a16="http://schemas.microsoft.com/office/drawing/2014/main" id="{0A8F4C88-5170-4D8C-A217-CDB675F03BBE}"/>
                  </a:ext>
                </a:extLst>
              </p:cNvPr>
              <p:cNvSpPr>
                <a:spLocks/>
              </p:cNvSpPr>
              <p:nvPr/>
            </p:nvSpPr>
            <p:spPr bwMode="auto">
              <a:xfrm>
                <a:off x="786" y="1706"/>
                <a:ext cx="88" cy="45"/>
              </a:xfrm>
              <a:custGeom>
                <a:avLst/>
                <a:gdLst>
                  <a:gd name="T0" fmla="*/ 0 w 527"/>
                  <a:gd name="T1" fmla="*/ 0 h 269"/>
                  <a:gd name="T2" fmla="*/ 230 w 527"/>
                  <a:gd name="T3" fmla="*/ 160 h 269"/>
                  <a:gd name="T4" fmla="*/ 435 w 527"/>
                  <a:gd name="T5" fmla="*/ 240 h 269"/>
                  <a:gd name="T6" fmla="*/ 527 w 527"/>
                  <a:gd name="T7" fmla="*/ 269 h 269"/>
                </a:gdLst>
                <a:ahLst/>
                <a:cxnLst>
                  <a:cxn ang="0">
                    <a:pos x="T0" y="T1"/>
                  </a:cxn>
                  <a:cxn ang="0">
                    <a:pos x="T2" y="T3"/>
                  </a:cxn>
                  <a:cxn ang="0">
                    <a:pos x="T4" y="T5"/>
                  </a:cxn>
                  <a:cxn ang="0">
                    <a:pos x="T6" y="T7"/>
                  </a:cxn>
                </a:cxnLst>
                <a:rect l="0" t="0" r="r" b="b"/>
                <a:pathLst>
                  <a:path w="527" h="269">
                    <a:moveTo>
                      <a:pt x="0" y="0"/>
                    </a:moveTo>
                    <a:lnTo>
                      <a:pt x="230" y="160"/>
                    </a:lnTo>
                    <a:lnTo>
                      <a:pt x="435" y="240"/>
                    </a:lnTo>
                    <a:lnTo>
                      <a:pt x="527" y="26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14" name="Freeform 50">
                <a:extLst>
                  <a:ext uri="{FF2B5EF4-FFF2-40B4-BE49-F238E27FC236}">
                    <a16:creationId xmlns:a16="http://schemas.microsoft.com/office/drawing/2014/main" id="{9132C200-161F-4AD1-8380-F3D1ACE846F7}"/>
                  </a:ext>
                </a:extLst>
              </p:cNvPr>
              <p:cNvSpPr>
                <a:spLocks/>
              </p:cNvSpPr>
              <p:nvPr/>
            </p:nvSpPr>
            <p:spPr bwMode="auto">
              <a:xfrm>
                <a:off x="732" y="1694"/>
                <a:ext cx="98" cy="104"/>
              </a:xfrm>
              <a:custGeom>
                <a:avLst/>
                <a:gdLst>
                  <a:gd name="T0" fmla="*/ 0 w 587"/>
                  <a:gd name="T1" fmla="*/ 0 h 627"/>
                  <a:gd name="T2" fmla="*/ 329 w 587"/>
                  <a:gd name="T3" fmla="*/ 175 h 627"/>
                  <a:gd name="T4" fmla="*/ 403 w 587"/>
                  <a:gd name="T5" fmla="*/ 239 h 627"/>
                  <a:gd name="T6" fmla="*/ 498 w 587"/>
                  <a:gd name="T7" fmla="*/ 352 h 627"/>
                  <a:gd name="T8" fmla="*/ 538 w 587"/>
                  <a:gd name="T9" fmla="*/ 443 h 627"/>
                  <a:gd name="T10" fmla="*/ 560 w 587"/>
                  <a:gd name="T11" fmla="*/ 521 h 627"/>
                  <a:gd name="T12" fmla="*/ 587 w 587"/>
                  <a:gd name="T13" fmla="*/ 627 h 627"/>
                </a:gdLst>
                <a:ahLst/>
                <a:cxnLst>
                  <a:cxn ang="0">
                    <a:pos x="T0" y="T1"/>
                  </a:cxn>
                  <a:cxn ang="0">
                    <a:pos x="T2" y="T3"/>
                  </a:cxn>
                  <a:cxn ang="0">
                    <a:pos x="T4" y="T5"/>
                  </a:cxn>
                  <a:cxn ang="0">
                    <a:pos x="T6" y="T7"/>
                  </a:cxn>
                  <a:cxn ang="0">
                    <a:pos x="T8" y="T9"/>
                  </a:cxn>
                  <a:cxn ang="0">
                    <a:pos x="T10" y="T11"/>
                  </a:cxn>
                  <a:cxn ang="0">
                    <a:pos x="T12" y="T13"/>
                  </a:cxn>
                </a:cxnLst>
                <a:rect l="0" t="0" r="r" b="b"/>
                <a:pathLst>
                  <a:path w="587" h="627">
                    <a:moveTo>
                      <a:pt x="0" y="0"/>
                    </a:moveTo>
                    <a:lnTo>
                      <a:pt x="329" y="175"/>
                    </a:lnTo>
                    <a:lnTo>
                      <a:pt x="403" y="239"/>
                    </a:lnTo>
                    <a:lnTo>
                      <a:pt x="498" y="352"/>
                    </a:lnTo>
                    <a:lnTo>
                      <a:pt x="538" y="443"/>
                    </a:lnTo>
                    <a:lnTo>
                      <a:pt x="560" y="521"/>
                    </a:lnTo>
                    <a:lnTo>
                      <a:pt x="587" y="62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15" name="Freeform 51">
                <a:extLst>
                  <a:ext uri="{FF2B5EF4-FFF2-40B4-BE49-F238E27FC236}">
                    <a16:creationId xmlns:a16="http://schemas.microsoft.com/office/drawing/2014/main" id="{2E92D2EC-6139-450B-9802-631128367BBC}"/>
                  </a:ext>
                </a:extLst>
              </p:cNvPr>
              <p:cNvSpPr>
                <a:spLocks/>
              </p:cNvSpPr>
              <p:nvPr/>
            </p:nvSpPr>
            <p:spPr bwMode="auto">
              <a:xfrm>
                <a:off x="771" y="1636"/>
                <a:ext cx="65" cy="102"/>
              </a:xfrm>
              <a:custGeom>
                <a:avLst/>
                <a:gdLst>
                  <a:gd name="T0" fmla="*/ 382 w 385"/>
                  <a:gd name="T1" fmla="*/ 136 h 609"/>
                  <a:gd name="T2" fmla="*/ 385 w 385"/>
                  <a:gd name="T3" fmla="*/ 96 h 609"/>
                  <a:gd name="T4" fmla="*/ 359 w 385"/>
                  <a:gd name="T5" fmla="*/ 42 h 609"/>
                  <a:gd name="T6" fmla="*/ 320 w 385"/>
                  <a:gd name="T7" fmla="*/ 15 h 609"/>
                  <a:gd name="T8" fmla="*/ 283 w 385"/>
                  <a:gd name="T9" fmla="*/ 0 h 609"/>
                  <a:gd name="T10" fmla="*/ 243 w 385"/>
                  <a:gd name="T11" fmla="*/ 2 h 609"/>
                  <a:gd name="T12" fmla="*/ 206 w 385"/>
                  <a:gd name="T13" fmla="*/ 11 h 609"/>
                  <a:gd name="T14" fmla="*/ 176 w 385"/>
                  <a:gd name="T15" fmla="*/ 29 h 609"/>
                  <a:gd name="T16" fmla="*/ 120 w 385"/>
                  <a:gd name="T17" fmla="*/ 163 h 609"/>
                  <a:gd name="T18" fmla="*/ 81 w 385"/>
                  <a:gd name="T19" fmla="*/ 292 h 609"/>
                  <a:gd name="T20" fmla="*/ 44 w 385"/>
                  <a:gd name="T21" fmla="*/ 393 h 609"/>
                  <a:gd name="T22" fmla="*/ 0 w 385"/>
                  <a:gd name="T23" fmla="*/ 501 h 609"/>
                  <a:gd name="T24" fmla="*/ 16 w 385"/>
                  <a:gd name="T25" fmla="*/ 568 h 609"/>
                  <a:gd name="T26" fmla="*/ 37 w 385"/>
                  <a:gd name="T27" fmla="*/ 591 h 609"/>
                  <a:gd name="T28" fmla="*/ 71 w 385"/>
                  <a:gd name="T29" fmla="*/ 609 h 609"/>
                  <a:gd name="T30" fmla="*/ 108 w 385"/>
                  <a:gd name="T31" fmla="*/ 604 h 609"/>
                  <a:gd name="T32" fmla="*/ 145 w 385"/>
                  <a:gd name="T33" fmla="*/ 589 h 609"/>
                  <a:gd name="T34" fmla="*/ 182 w 385"/>
                  <a:gd name="T35" fmla="*/ 528 h 609"/>
                  <a:gd name="T36" fmla="*/ 197 w 385"/>
                  <a:gd name="T37" fmla="*/ 443 h 609"/>
                  <a:gd name="T38" fmla="*/ 229 w 385"/>
                  <a:gd name="T39" fmla="*/ 390 h 609"/>
                  <a:gd name="T40" fmla="*/ 258 w 385"/>
                  <a:gd name="T41" fmla="*/ 325 h 609"/>
                  <a:gd name="T42" fmla="*/ 308 w 385"/>
                  <a:gd name="T43" fmla="*/ 261 h 609"/>
                  <a:gd name="T44" fmla="*/ 355 w 385"/>
                  <a:gd name="T45" fmla="*/ 179 h 609"/>
                  <a:gd name="T46" fmla="*/ 382 w 385"/>
                  <a:gd name="T47" fmla="*/ 136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5" h="609">
                    <a:moveTo>
                      <a:pt x="382" y="136"/>
                    </a:moveTo>
                    <a:lnTo>
                      <a:pt x="385" y="96"/>
                    </a:lnTo>
                    <a:lnTo>
                      <a:pt x="359" y="42"/>
                    </a:lnTo>
                    <a:lnTo>
                      <a:pt x="320" y="15"/>
                    </a:lnTo>
                    <a:lnTo>
                      <a:pt x="283" y="0"/>
                    </a:lnTo>
                    <a:lnTo>
                      <a:pt x="243" y="2"/>
                    </a:lnTo>
                    <a:lnTo>
                      <a:pt x="206" y="11"/>
                    </a:lnTo>
                    <a:lnTo>
                      <a:pt x="176" y="29"/>
                    </a:lnTo>
                    <a:lnTo>
                      <a:pt x="120" y="163"/>
                    </a:lnTo>
                    <a:lnTo>
                      <a:pt x="81" y="292"/>
                    </a:lnTo>
                    <a:lnTo>
                      <a:pt x="44" y="393"/>
                    </a:lnTo>
                    <a:lnTo>
                      <a:pt x="0" y="501"/>
                    </a:lnTo>
                    <a:lnTo>
                      <a:pt x="16" y="568"/>
                    </a:lnTo>
                    <a:lnTo>
                      <a:pt x="37" y="591"/>
                    </a:lnTo>
                    <a:lnTo>
                      <a:pt x="71" y="609"/>
                    </a:lnTo>
                    <a:lnTo>
                      <a:pt x="108" y="604"/>
                    </a:lnTo>
                    <a:lnTo>
                      <a:pt x="145" y="589"/>
                    </a:lnTo>
                    <a:lnTo>
                      <a:pt x="182" y="528"/>
                    </a:lnTo>
                    <a:lnTo>
                      <a:pt x="197" y="443"/>
                    </a:lnTo>
                    <a:lnTo>
                      <a:pt x="229" y="390"/>
                    </a:lnTo>
                    <a:lnTo>
                      <a:pt x="258" y="325"/>
                    </a:lnTo>
                    <a:lnTo>
                      <a:pt x="308" y="261"/>
                    </a:lnTo>
                    <a:lnTo>
                      <a:pt x="355" y="179"/>
                    </a:lnTo>
                    <a:lnTo>
                      <a:pt x="382" y="136"/>
                    </a:lnTo>
                    <a:close/>
                  </a:path>
                </a:pathLst>
              </a:custGeom>
              <a:solidFill>
                <a:srgbClr val="FF9F9F"/>
              </a:solidFill>
              <a:ln w="1588">
                <a:solidFill>
                  <a:srgbClr val="000000"/>
                </a:solidFill>
                <a:prstDash val="solid"/>
                <a:round/>
                <a:headEnd/>
                <a:tailEnd/>
              </a:ln>
            </p:spPr>
            <p:txBody>
              <a:bodyPr/>
              <a:lstStyle/>
              <a:p>
                <a:endParaRPr lang="en-US"/>
              </a:p>
            </p:txBody>
          </p:sp>
          <p:sp>
            <p:nvSpPr>
              <p:cNvPr id="36916" name="Freeform 52">
                <a:extLst>
                  <a:ext uri="{FF2B5EF4-FFF2-40B4-BE49-F238E27FC236}">
                    <a16:creationId xmlns:a16="http://schemas.microsoft.com/office/drawing/2014/main" id="{A8E6F6D8-406A-409A-9786-F84B21AA778F}"/>
                  </a:ext>
                </a:extLst>
              </p:cNvPr>
              <p:cNvSpPr>
                <a:spLocks/>
              </p:cNvSpPr>
              <p:nvPr/>
            </p:nvSpPr>
            <p:spPr bwMode="auto">
              <a:xfrm>
                <a:off x="778" y="1709"/>
                <a:ext cx="18" cy="25"/>
              </a:xfrm>
              <a:custGeom>
                <a:avLst/>
                <a:gdLst>
                  <a:gd name="T0" fmla="*/ 16 w 111"/>
                  <a:gd name="T1" fmla="*/ 18 h 145"/>
                  <a:gd name="T2" fmla="*/ 37 w 111"/>
                  <a:gd name="T3" fmla="*/ 0 h 145"/>
                  <a:gd name="T4" fmla="*/ 75 w 111"/>
                  <a:gd name="T5" fmla="*/ 4 h 145"/>
                  <a:gd name="T6" fmla="*/ 111 w 111"/>
                  <a:gd name="T7" fmla="*/ 21 h 145"/>
                  <a:gd name="T8" fmla="*/ 111 w 111"/>
                  <a:gd name="T9" fmla="*/ 75 h 145"/>
                  <a:gd name="T10" fmla="*/ 106 w 111"/>
                  <a:gd name="T11" fmla="*/ 105 h 145"/>
                  <a:gd name="T12" fmla="*/ 90 w 111"/>
                  <a:gd name="T13" fmla="*/ 136 h 145"/>
                  <a:gd name="T14" fmla="*/ 53 w 111"/>
                  <a:gd name="T15" fmla="*/ 145 h 145"/>
                  <a:gd name="T16" fmla="*/ 34 w 111"/>
                  <a:gd name="T17" fmla="*/ 143 h 145"/>
                  <a:gd name="T18" fmla="*/ 12 w 111"/>
                  <a:gd name="T19" fmla="*/ 121 h 145"/>
                  <a:gd name="T20" fmla="*/ 0 w 111"/>
                  <a:gd name="T21" fmla="*/ 96 h 145"/>
                  <a:gd name="T22" fmla="*/ 16 w 111"/>
                  <a:gd name="T23" fmla="*/ 1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45">
                    <a:moveTo>
                      <a:pt x="16" y="18"/>
                    </a:moveTo>
                    <a:lnTo>
                      <a:pt x="37" y="0"/>
                    </a:lnTo>
                    <a:lnTo>
                      <a:pt x="75" y="4"/>
                    </a:lnTo>
                    <a:lnTo>
                      <a:pt x="111" y="21"/>
                    </a:lnTo>
                    <a:lnTo>
                      <a:pt x="111" y="75"/>
                    </a:lnTo>
                    <a:lnTo>
                      <a:pt x="106" y="105"/>
                    </a:lnTo>
                    <a:lnTo>
                      <a:pt x="90" y="136"/>
                    </a:lnTo>
                    <a:lnTo>
                      <a:pt x="53" y="145"/>
                    </a:lnTo>
                    <a:lnTo>
                      <a:pt x="34" y="143"/>
                    </a:lnTo>
                    <a:lnTo>
                      <a:pt x="12" y="121"/>
                    </a:lnTo>
                    <a:lnTo>
                      <a:pt x="0" y="96"/>
                    </a:lnTo>
                    <a:lnTo>
                      <a:pt x="16" y="18"/>
                    </a:lnTo>
                    <a:close/>
                  </a:path>
                </a:pathLst>
              </a:custGeom>
              <a:solidFill>
                <a:srgbClr val="FFBFBF"/>
              </a:solidFill>
              <a:ln w="1588">
                <a:solidFill>
                  <a:srgbClr val="000000"/>
                </a:solidFill>
                <a:prstDash val="solid"/>
                <a:round/>
                <a:headEnd/>
                <a:tailEnd/>
              </a:ln>
            </p:spPr>
            <p:txBody>
              <a:bodyPr/>
              <a:lstStyle/>
              <a:p>
                <a:endParaRPr lang="en-US"/>
              </a:p>
            </p:txBody>
          </p:sp>
          <p:sp>
            <p:nvSpPr>
              <p:cNvPr id="36917" name="Freeform 53">
                <a:extLst>
                  <a:ext uri="{FF2B5EF4-FFF2-40B4-BE49-F238E27FC236}">
                    <a16:creationId xmlns:a16="http://schemas.microsoft.com/office/drawing/2014/main" id="{FC225157-68B6-4A58-9FE5-D830E553FD04}"/>
                  </a:ext>
                </a:extLst>
              </p:cNvPr>
              <p:cNvSpPr>
                <a:spLocks/>
              </p:cNvSpPr>
              <p:nvPr/>
            </p:nvSpPr>
            <p:spPr bwMode="auto">
              <a:xfrm>
                <a:off x="715" y="1490"/>
                <a:ext cx="48" cy="177"/>
              </a:xfrm>
              <a:custGeom>
                <a:avLst/>
                <a:gdLst>
                  <a:gd name="T0" fmla="*/ 277 w 283"/>
                  <a:gd name="T1" fmla="*/ 982 h 1065"/>
                  <a:gd name="T2" fmla="*/ 282 w 283"/>
                  <a:gd name="T3" fmla="*/ 926 h 1065"/>
                  <a:gd name="T4" fmla="*/ 283 w 283"/>
                  <a:gd name="T5" fmla="*/ 800 h 1065"/>
                  <a:gd name="T6" fmla="*/ 274 w 283"/>
                  <a:gd name="T7" fmla="*/ 676 h 1065"/>
                  <a:gd name="T8" fmla="*/ 268 w 283"/>
                  <a:gd name="T9" fmla="*/ 621 h 1065"/>
                  <a:gd name="T10" fmla="*/ 265 w 283"/>
                  <a:gd name="T11" fmla="*/ 580 h 1065"/>
                  <a:gd name="T12" fmla="*/ 265 w 283"/>
                  <a:gd name="T13" fmla="*/ 494 h 1065"/>
                  <a:gd name="T14" fmla="*/ 270 w 283"/>
                  <a:gd name="T15" fmla="*/ 397 h 1065"/>
                  <a:gd name="T16" fmla="*/ 268 w 283"/>
                  <a:gd name="T17" fmla="*/ 325 h 1065"/>
                  <a:gd name="T18" fmla="*/ 266 w 283"/>
                  <a:gd name="T19" fmla="*/ 270 h 1065"/>
                  <a:gd name="T20" fmla="*/ 256 w 283"/>
                  <a:gd name="T21" fmla="*/ 163 h 1065"/>
                  <a:gd name="T22" fmla="*/ 247 w 283"/>
                  <a:gd name="T23" fmla="*/ 87 h 1065"/>
                  <a:gd name="T24" fmla="*/ 230 w 283"/>
                  <a:gd name="T25" fmla="*/ 24 h 1065"/>
                  <a:gd name="T26" fmla="*/ 209 w 283"/>
                  <a:gd name="T27" fmla="*/ 4 h 1065"/>
                  <a:gd name="T28" fmla="*/ 182 w 283"/>
                  <a:gd name="T29" fmla="*/ 1 h 1065"/>
                  <a:gd name="T30" fmla="*/ 153 w 283"/>
                  <a:gd name="T31" fmla="*/ 0 h 1065"/>
                  <a:gd name="T32" fmla="*/ 118 w 283"/>
                  <a:gd name="T33" fmla="*/ 15 h 1065"/>
                  <a:gd name="T34" fmla="*/ 90 w 283"/>
                  <a:gd name="T35" fmla="*/ 69 h 1065"/>
                  <a:gd name="T36" fmla="*/ 83 w 283"/>
                  <a:gd name="T37" fmla="*/ 157 h 1065"/>
                  <a:gd name="T38" fmla="*/ 80 w 283"/>
                  <a:gd name="T39" fmla="*/ 259 h 1065"/>
                  <a:gd name="T40" fmla="*/ 74 w 283"/>
                  <a:gd name="T41" fmla="*/ 325 h 1065"/>
                  <a:gd name="T42" fmla="*/ 65 w 283"/>
                  <a:gd name="T43" fmla="*/ 394 h 1065"/>
                  <a:gd name="T44" fmla="*/ 66 w 283"/>
                  <a:gd name="T45" fmla="*/ 475 h 1065"/>
                  <a:gd name="T46" fmla="*/ 63 w 283"/>
                  <a:gd name="T47" fmla="*/ 567 h 1065"/>
                  <a:gd name="T48" fmla="*/ 49 w 283"/>
                  <a:gd name="T49" fmla="*/ 637 h 1065"/>
                  <a:gd name="T50" fmla="*/ 36 w 283"/>
                  <a:gd name="T51" fmla="*/ 748 h 1065"/>
                  <a:gd name="T52" fmla="*/ 19 w 283"/>
                  <a:gd name="T53" fmla="*/ 865 h 1065"/>
                  <a:gd name="T54" fmla="*/ 3 w 283"/>
                  <a:gd name="T55" fmla="*/ 964 h 1065"/>
                  <a:gd name="T56" fmla="*/ 0 w 283"/>
                  <a:gd name="T57" fmla="*/ 1065 h 1065"/>
                  <a:gd name="T58" fmla="*/ 259 w 283"/>
                  <a:gd name="T59" fmla="*/ 1061 h 1065"/>
                  <a:gd name="T60" fmla="*/ 277 w 283"/>
                  <a:gd name="T61" fmla="*/ 982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3" h="1065">
                    <a:moveTo>
                      <a:pt x="277" y="982"/>
                    </a:moveTo>
                    <a:lnTo>
                      <a:pt x="282" y="926"/>
                    </a:lnTo>
                    <a:lnTo>
                      <a:pt x="283" y="800"/>
                    </a:lnTo>
                    <a:lnTo>
                      <a:pt x="274" y="676"/>
                    </a:lnTo>
                    <a:lnTo>
                      <a:pt x="268" y="621"/>
                    </a:lnTo>
                    <a:lnTo>
                      <a:pt x="265" y="580"/>
                    </a:lnTo>
                    <a:lnTo>
                      <a:pt x="265" y="494"/>
                    </a:lnTo>
                    <a:lnTo>
                      <a:pt x="270" y="397"/>
                    </a:lnTo>
                    <a:lnTo>
                      <a:pt x="268" y="325"/>
                    </a:lnTo>
                    <a:lnTo>
                      <a:pt x="266" y="270"/>
                    </a:lnTo>
                    <a:lnTo>
                      <a:pt x="256" y="163"/>
                    </a:lnTo>
                    <a:lnTo>
                      <a:pt x="247" y="87"/>
                    </a:lnTo>
                    <a:lnTo>
                      <a:pt x="230" y="24"/>
                    </a:lnTo>
                    <a:lnTo>
                      <a:pt x="209" y="4"/>
                    </a:lnTo>
                    <a:lnTo>
                      <a:pt x="182" y="1"/>
                    </a:lnTo>
                    <a:lnTo>
                      <a:pt x="153" y="0"/>
                    </a:lnTo>
                    <a:lnTo>
                      <a:pt x="118" y="15"/>
                    </a:lnTo>
                    <a:lnTo>
                      <a:pt x="90" y="69"/>
                    </a:lnTo>
                    <a:lnTo>
                      <a:pt x="83" y="157"/>
                    </a:lnTo>
                    <a:lnTo>
                      <a:pt x="80" y="259"/>
                    </a:lnTo>
                    <a:lnTo>
                      <a:pt x="74" y="325"/>
                    </a:lnTo>
                    <a:lnTo>
                      <a:pt x="65" y="394"/>
                    </a:lnTo>
                    <a:lnTo>
                      <a:pt x="66" y="475"/>
                    </a:lnTo>
                    <a:lnTo>
                      <a:pt x="63" y="567"/>
                    </a:lnTo>
                    <a:lnTo>
                      <a:pt x="49" y="637"/>
                    </a:lnTo>
                    <a:lnTo>
                      <a:pt x="36" y="748"/>
                    </a:lnTo>
                    <a:lnTo>
                      <a:pt x="19" y="865"/>
                    </a:lnTo>
                    <a:lnTo>
                      <a:pt x="3" y="964"/>
                    </a:lnTo>
                    <a:lnTo>
                      <a:pt x="0" y="1065"/>
                    </a:lnTo>
                    <a:lnTo>
                      <a:pt x="259" y="1061"/>
                    </a:lnTo>
                    <a:lnTo>
                      <a:pt x="277" y="982"/>
                    </a:lnTo>
                    <a:close/>
                  </a:path>
                </a:pathLst>
              </a:custGeom>
              <a:solidFill>
                <a:srgbClr val="FF9F9F"/>
              </a:solidFill>
              <a:ln w="1588">
                <a:solidFill>
                  <a:srgbClr val="000000"/>
                </a:solidFill>
                <a:prstDash val="solid"/>
                <a:round/>
                <a:headEnd/>
                <a:tailEnd/>
              </a:ln>
            </p:spPr>
            <p:txBody>
              <a:bodyPr/>
              <a:lstStyle/>
              <a:p>
                <a:endParaRPr lang="en-US"/>
              </a:p>
            </p:txBody>
          </p:sp>
          <p:sp>
            <p:nvSpPr>
              <p:cNvPr id="36918" name="Freeform 54">
                <a:extLst>
                  <a:ext uri="{FF2B5EF4-FFF2-40B4-BE49-F238E27FC236}">
                    <a16:creationId xmlns:a16="http://schemas.microsoft.com/office/drawing/2014/main" id="{FA395D06-A501-4CBE-9739-1A9DA0051FC3}"/>
                  </a:ext>
                </a:extLst>
              </p:cNvPr>
              <p:cNvSpPr>
                <a:spLocks/>
              </p:cNvSpPr>
              <p:nvPr/>
            </p:nvSpPr>
            <p:spPr bwMode="auto">
              <a:xfrm>
                <a:off x="827" y="1711"/>
                <a:ext cx="36" cy="5"/>
              </a:xfrm>
              <a:custGeom>
                <a:avLst/>
                <a:gdLst>
                  <a:gd name="T0" fmla="*/ 216 w 216"/>
                  <a:gd name="T1" fmla="*/ 14 h 27"/>
                  <a:gd name="T2" fmla="*/ 152 w 216"/>
                  <a:gd name="T3" fmla="*/ 24 h 27"/>
                  <a:gd name="T4" fmla="*/ 102 w 216"/>
                  <a:gd name="T5" fmla="*/ 27 h 27"/>
                  <a:gd name="T6" fmla="*/ 34 w 216"/>
                  <a:gd name="T7" fmla="*/ 14 h 27"/>
                  <a:gd name="T8" fmla="*/ 0 w 216"/>
                  <a:gd name="T9" fmla="*/ 0 h 27"/>
                </a:gdLst>
                <a:ahLst/>
                <a:cxnLst>
                  <a:cxn ang="0">
                    <a:pos x="T0" y="T1"/>
                  </a:cxn>
                  <a:cxn ang="0">
                    <a:pos x="T2" y="T3"/>
                  </a:cxn>
                  <a:cxn ang="0">
                    <a:pos x="T4" y="T5"/>
                  </a:cxn>
                  <a:cxn ang="0">
                    <a:pos x="T6" y="T7"/>
                  </a:cxn>
                  <a:cxn ang="0">
                    <a:pos x="T8" y="T9"/>
                  </a:cxn>
                </a:cxnLst>
                <a:rect l="0" t="0" r="r" b="b"/>
                <a:pathLst>
                  <a:path w="216" h="27">
                    <a:moveTo>
                      <a:pt x="216" y="14"/>
                    </a:moveTo>
                    <a:lnTo>
                      <a:pt x="152" y="24"/>
                    </a:lnTo>
                    <a:lnTo>
                      <a:pt x="102" y="27"/>
                    </a:lnTo>
                    <a:lnTo>
                      <a:pt x="34" y="14"/>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19" name="Freeform 55">
                <a:extLst>
                  <a:ext uri="{FF2B5EF4-FFF2-40B4-BE49-F238E27FC236}">
                    <a16:creationId xmlns:a16="http://schemas.microsoft.com/office/drawing/2014/main" id="{53E920C7-5B04-4E66-913D-E10998C617C5}"/>
                  </a:ext>
                </a:extLst>
              </p:cNvPr>
              <p:cNvSpPr>
                <a:spLocks/>
              </p:cNvSpPr>
              <p:nvPr/>
            </p:nvSpPr>
            <p:spPr bwMode="auto">
              <a:xfrm>
                <a:off x="718" y="1835"/>
                <a:ext cx="29" cy="2"/>
              </a:xfrm>
              <a:custGeom>
                <a:avLst/>
                <a:gdLst>
                  <a:gd name="T0" fmla="*/ 0 w 177"/>
                  <a:gd name="T1" fmla="*/ 0 h 14"/>
                  <a:gd name="T2" fmla="*/ 69 w 177"/>
                  <a:gd name="T3" fmla="*/ 14 h 14"/>
                  <a:gd name="T4" fmla="*/ 143 w 177"/>
                  <a:gd name="T5" fmla="*/ 14 h 14"/>
                  <a:gd name="T6" fmla="*/ 177 w 177"/>
                  <a:gd name="T7" fmla="*/ 7 h 14"/>
                </a:gdLst>
                <a:ahLst/>
                <a:cxnLst>
                  <a:cxn ang="0">
                    <a:pos x="T0" y="T1"/>
                  </a:cxn>
                  <a:cxn ang="0">
                    <a:pos x="T2" y="T3"/>
                  </a:cxn>
                  <a:cxn ang="0">
                    <a:pos x="T4" y="T5"/>
                  </a:cxn>
                  <a:cxn ang="0">
                    <a:pos x="T6" y="T7"/>
                  </a:cxn>
                </a:cxnLst>
                <a:rect l="0" t="0" r="r" b="b"/>
                <a:pathLst>
                  <a:path w="177" h="14">
                    <a:moveTo>
                      <a:pt x="0" y="0"/>
                    </a:moveTo>
                    <a:lnTo>
                      <a:pt x="69" y="14"/>
                    </a:lnTo>
                    <a:lnTo>
                      <a:pt x="143" y="14"/>
                    </a:lnTo>
                    <a:lnTo>
                      <a:pt x="177" y="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20" name="Freeform 56">
                <a:extLst>
                  <a:ext uri="{FF2B5EF4-FFF2-40B4-BE49-F238E27FC236}">
                    <a16:creationId xmlns:a16="http://schemas.microsoft.com/office/drawing/2014/main" id="{2D210867-2013-46D8-BE76-66101AC24CB6}"/>
                  </a:ext>
                </a:extLst>
              </p:cNvPr>
              <p:cNvSpPr>
                <a:spLocks/>
              </p:cNvSpPr>
              <p:nvPr/>
            </p:nvSpPr>
            <p:spPr bwMode="auto">
              <a:xfrm>
                <a:off x="801" y="1659"/>
                <a:ext cx="61" cy="81"/>
              </a:xfrm>
              <a:custGeom>
                <a:avLst/>
                <a:gdLst>
                  <a:gd name="T0" fmla="*/ 361 w 361"/>
                  <a:gd name="T1" fmla="*/ 95 h 490"/>
                  <a:gd name="T2" fmla="*/ 354 w 361"/>
                  <a:gd name="T3" fmla="*/ 156 h 490"/>
                  <a:gd name="T4" fmla="*/ 323 w 361"/>
                  <a:gd name="T5" fmla="*/ 210 h 490"/>
                  <a:gd name="T6" fmla="*/ 269 w 361"/>
                  <a:gd name="T7" fmla="*/ 260 h 490"/>
                  <a:gd name="T8" fmla="*/ 233 w 361"/>
                  <a:gd name="T9" fmla="*/ 273 h 490"/>
                  <a:gd name="T10" fmla="*/ 204 w 361"/>
                  <a:gd name="T11" fmla="*/ 287 h 490"/>
                  <a:gd name="T12" fmla="*/ 186 w 361"/>
                  <a:gd name="T13" fmla="*/ 337 h 490"/>
                  <a:gd name="T14" fmla="*/ 159 w 361"/>
                  <a:gd name="T15" fmla="*/ 405 h 490"/>
                  <a:gd name="T16" fmla="*/ 129 w 361"/>
                  <a:gd name="T17" fmla="*/ 469 h 490"/>
                  <a:gd name="T18" fmla="*/ 94 w 361"/>
                  <a:gd name="T19" fmla="*/ 490 h 490"/>
                  <a:gd name="T20" fmla="*/ 44 w 361"/>
                  <a:gd name="T21" fmla="*/ 490 h 490"/>
                  <a:gd name="T22" fmla="*/ 13 w 361"/>
                  <a:gd name="T23" fmla="*/ 475 h 490"/>
                  <a:gd name="T24" fmla="*/ 0 w 361"/>
                  <a:gd name="T25" fmla="*/ 436 h 490"/>
                  <a:gd name="T26" fmla="*/ 3 w 361"/>
                  <a:gd name="T27" fmla="*/ 392 h 490"/>
                  <a:gd name="T28" fmla="*/ 19 w 361"/>
                  <a:gd name="T29" fmla="*/ 311 h 490"/>
                  <a:gd name="T30" fmla="*/ 50 w 361"/>
                  <a:gd name="T31" fmla="*/ 246 h 490"/>
                  <a:gd name="T32" fmla="*/ 87 w 361"/>
                  <a:gd name="T33" fmla="*/ 189 h 490"/>
                  <a:gd name="T34" fmla="*/ 156 w 361"/>
                  <a:gd name="T35" fmla="*/ 68 h 490"/>
                  <a:gd name="T36" fmla="*/ 202 w 361"/>
                  <a:gd name="T37" fmla="*/ 14 h 490"/>
                  <a:gd name="T38" fmla="*/ 263 w 361"/>
                  <a:gd name="T39" fmla="*/ 0 h 490"/>
                  <a:gd name="T40" fmla="*/ 297 w 361"/>
                  <a:gd name="T41" fmla="*/ 9 h 490"/>
                  <a:gd name="T42" fmla="*/ 323 w 361"/>
                  <a:gd name="T43" fmla="*/ 27 h 490"/>
                  <a:gd name="T44" fmla="*/ 348 w 361"/>
                  <a:gd name="T45" fmla="*/ 60 h 490"/>
                  <a:gd name="T46" fmla="*/ 361 w 361"/>
                  <a:gd name="T47" fmla="*/ 95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1" h="490">
                    <a:moveTo>
                      <a:pt x="361" y="95"/>
                    </a:moveTo>
                    <a:lnTo>
                      <a:pt x="354" y="156"/>
                    </a:lnTo>
                    <a:lnTo>
                      <a:pt x="323" y="210"/>
                    </a:lnTo>
                    <a:lnTo>
                      <a:pt x="269" y="260"/>
                    </a:lnTo>
                    <a:lnTo>
                      <a:pt x="233" y="273"/>
                    </a:lnTo>
                    <a:lnTo>
                      <a:pt x="204" y="287"/>
                    </a:lnTo>
                    <a:lnTo>
                      <a:pt x="186" y="337"/>
                    </a:lnTo>
                    <a:lnTo>
                      <a:pt x="159" y="405"/>
                    </a:lnTo>
                    <a:lnTo>
                      <a:pt x="129" y="469"/>
                    </a:lnTo>
                    <a:lnTo>
                      <a:pt x="94" y="490"/>
                    </a:lnTo>
                    <a:lnTo>
                      <a:pt x="44" y="490"/>
                    </a:lnTo>
                    <a:lnTo>
                      <a:pt x="13" y="475"/>
                    </a:lnTo>
                    <a:lnTo>
                      <a:pt x="0" y="436"/>
                    </a:lnTo>
                    <a:lnTo>
                      <a:pt x="3" y="392"/>
                    </a:lnTo>
                    <a:lnTo>
                      <a:pt x="19" y="311"/>
                    </a:lnTo>
                    <a:lnTo>
                      <a:pt x="50" y="246"/>
                    </a:lnTo>
                    <a:lnTo>
                      <a:pt x="87" y="189"/>
                    </a:lnTo>
                    <a:lnTo>
                      <a:pt x="156" y="68"/>
                    </a:lnTo>
                    <a:lnTo>
                      <a:pt x="202" y="14"/>
                    </a:lnTo>
                    <a:lnTo>
                      <a:pt x="263" y="0"/>
                    </a:lnTo>
                    <a:lnTo>
                      <a:pt x="297" y="9"/>
                    </a:lnTo>
                    <a:lnTo>
                      <a:pt x="323" y="27"/>
                    </a:lnTo>
                    <a:lnTo>
                      <a:pt x="348" y="60"/>
                    </a:lnTo>
                    <a:lnTo>
                      <a:pt x="361" y="95"/>
                    </a:lnTo>
                    <a:close/>
                  </a:path>
                </a:pathLst>
              </a:custGeom>
              <a:solidFill>
                <a:srgbClr val="FF9F9F"/>
              </a:solidFill>
              <a:ln w="1588">
                <a:solidFill>
                  <a:srgbClr val="000000"/>
                </a:solidFill>
                <a:prstDash val="solid"/>
                <a:round/>
                <a:headEnd/>
                <a:tailEnd/>
              </a:ln>
            </p:spPr>
            <p:txBody>
              <a:bodyPr/>
              <a:lstStyle/>
              <a:p>
                <a:endParaRPr lang="en-US"/>
              </a:p>
            </p:txBody>
          </p:sp>
          <p:sp>
            <p:nvSpPr>
              <p:cNvPr id="36921" name="Freeform 57">
                <a:extLst>
                  <a:ext uri="{FF2B5EF4-FFF2-40B4-BE49-F238E27FC236}">
                    <a16:creationId xmlns:a16="http://schemas.microsoft.com/office/drawing/2014/main" id="{910C4C43-CE8D-4EFC-86D1-293BD62E9A00}"/>
                  </a:ext>
                </a:extLst>
              </p:cNvPr>
              <p:cNvSpPr>
                <a:spLocks/>
              </p:cNvSpPr>
              <p:nvPr/>
            </p:nvSpPr>
            <p:spPr bwMode="auto">
              <a:xfrm>
                <a:off x="804" y="1720"/>
                <a:ext cx="16" cy="18"/>
              </a:xfrm>
              <a:custGeom>
                <a:avLst/>
                <a:gdLst>
                  <a:gd name="T0" fmla="*/ 17 w 96"/>
                  <a:gd name="T1" fmla="*/ 0 h 111"/>
                  <a:gd name="T2" fmla="*/ 55 w 96"/>
                  <a:gd name="T3" fmla="*/ 0 h 111"/>
                  <a:gd name="T4" fmla="*/ 94 w 96"/>
                  <a:gd name="T5" fmla="*/ 13 h 111"/>
                  <a:gd name="T6" fmla="*/ 96 w 96"/>
                  <a:gd name="T7" fmla="*/ 57 h 111"/>
                  <a:gd name="T8" fmla="*/ 85 w 96"/>
                  <a:gd name="T9" fmla="*/ 90 h 111"/>
                  <a:gd name="T10" fmla="*/ 48 w 96"/>
                  <a:gd name="T11" fmla="*/ 111 h 111"/>
                  <a:gd name="T12" fmla="*/ 21 w 96"/>
                  <a:gd name="T13" fmla="*/ 100 h 111"/>
                  <a:gd name="T14" fmla="*/ 11 w 96"/>
                  <a:gd name="T15" fmla="*/ 81 h 111"/>
                  <a:gd name="T16" fmla="*/ 0 w 96"/>
                  <a:gd name="T17" fmla="*/ 53 h 111"/>
                  <a:gd name="T18" fmla="*/ 4 w 96"/>
                  <a:gd name="T19" fmla="*/ 16 h 111"/>
                  <a:gd name="T20" fmla="*/ 17 w 96"/>
                  <a:gd name="T2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11">
                    <a:moveTo>
                      <a:pt x="17" y="0"/>
                    </a:moveTo>
                    <a:lnTo>
                      <a:pt x="55" y="0"/>
                    </a:lnTo>
                    <a:lnTo>
                      <a:pt x="94" y="13"/>
                    </a:lnTo>
                    <a:lnTo>
                      <a:pt x="96" y="57"/>
                    </a:lnTo>
                    <a:lnTo>
                      <a:pt x="85" y="90"/>
                    </a:lnTo>
                    <a:lnTo>
                      <a:pt x="48" y="111"/>
                    </a:lnTo>
                    <a:lnTo>
                      <a:pt x="21" y="100"/>
                    </a:lnTo>
                    <a:lnTo>
                      <a:pt x="11" y="81"/>
                    </a:lnTo>
                    <a:lnTo>
                      <a:pt x="0" y="53"/>
                    </a:lnTo>
                    <a:lnTo>
                      <a:pt x="4" y="16"/>
                    </a:lnTo>
                    <a:lnTo>
                      <a:pt x="17" y="0"/>
                    </a:lnTo>
                    <a:close/>
                  </a:path>
                </a:pathLst>
              </a:custGeom>
              <a:solidFill>
                <a:srgbClr val="FFBFBF"/>
              </a:solidFill>
              <a:ln w="1588">
                <a:solidFill>
                  <a:srgbClr val="000000"/>
                </a:solidFill>
                <a:prstDash val="solid"/>
                <a:round/>
                <a:headEnd/>
                <a:tailEnd/>
              </a:ln>
            </p:spPr>
            <p:txBody>
              <a:bodyPr/>
              <a:lstStyle/>
              <a:p>
                <a:endParaRPr lang="en-US"/>
              </a:p>
            </p:txBody>
          </p:sp>
          <p:sp>
            <p:nvSpPr>
              <p:cNvPr id="36922" name="Freeform 58">
                <a:extLst>
                  <a:ext uri="{FF2B5EF4-FFF2-40B4-BE49-F238E27FC236}">
                    <a16:creationId xmlns:a16="http://schemas.microsoft.com/office/drawing/2014/main" id="{A52ED9DC-E1E2-48BF-8383-965E8B3F80F7}"/>
                  </a:ext>
                </a:extLst>
              </p:cNvPr>
              <p:cNvSpPr>
                <a:spLocks/>
              </p:cNvSpPr>
              <p:nvPr/>
            </p:nvSpPr>
            <p:spPr bwMode="auto">
              <a:xfrm>
                <a:off x="751" y="1629"/>
                <a:ext cx="52" cy="101"/>
              </a:xfrm>
              <a:custGeom>
                <a:avLst/>
                <a:gdLst>
                  <a:gd name="T0" fmla="*/ 311 w 311"/>
                  <a:gd name="T1" fmla="*/ 88 h 611"/>
                  <a:gd name="T2" fmla="*/ 297 w 311"/>
                  <a:gd name="T3" fmla="*/ 46 h 611"/>
                  <a:gd name="T4" fmla="*/ 275 w 311"/>
                  <a:gd name="T5" fmla="*/ 17 h 611"/>
                  <a:gd name="T6" fmla="*/ 240 w 311"/>
                  <a:gd name="T7" fmla="*/ 7 h 611"/>
                  <a:gd name="T8" fmla="*/ 196 w 311"/>
                  <a:gd name="T9" fmla="*/ 0 h 611"/>
                  <a:gd name="T10" fmla="*/ 135 w 311"/>
                  <a:gd name="T11" fmla="*/ 21 h 611"/>
                  <a:gd name="T12" fmla="*/ 90 w 311"/>
                  <a:gd name="T13" fmla="*/ 48 h 611"/>
                  <a:gd name="T14" fmla="*/ 52 w 311"/>
                  <a:gd name="T15" fmla="*/ 115 h 611"/>
                  <a:gd name="T16" fmla="*/ 30 w 311"/>
                  <a:gd name="T17" fmla="*/ 270 h 611"/>
                  <a:gd name="T18" fmla="*/ 4 w 311"/>
                  <a:gd name="T19" fmla="*/ 385 h 611"/>
                  <a:gd name="T20" fmla="*/ 0 w 311"/>
                  <a:gd name="T21" fmla="*/ 500 h 611"/>
                  <a:gd name="T22" fmla="*/ 8 w 311"/>
                  <a:gd name="T23" fmla="*/ 554 h 611"/>
                  <a:gd name="T24" fmla="*/ 33 w 311"/>
                  <a:gd name="T25" fmla="*/ 594 h 611"/>
                  <a:gd name="T26" fmla="*/ 89 w 311"/>
                  <a:gd name="T27" fmla="*/ 611 h 611"/>
                  <a:gd name="T28" fmla="*/ 142 w 311"/>
                  <a:gd name="T29" fmla="*/ 587 h 611"/>
                  <a:gd name="T30" fmla="*/ 170 w 311"/>
                  <a:gd name="T31" fmla="*/ 527 h 611"/>
                  <a:gd name="T32" fmla="*/ 189 w 311"/>
                  <a:gd name="T33" fmla="*/ 425 h 611"/>
                  <a:gd name="T34" fmla="*/ 216 w 311"/>
                  <a:gd name="T35" fmla="*/ 333 h 611"/>
                  <a:gd name="T36" fmla="*/ 261 w 311"/>
                  <a:gd name="T37" fmla="*/ 247 h 611"/>
                  <a:gd name="T38" fmla="*/ 294 w 311"/>
                  <a:gd name="T39" fmla="*/ 151 h 611"/>
                  <a:gd name="T40" fmla="*/ 311 w 311"/>
                  <a:gd name="T41" fmla="*/ 88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1" h="611">
                    <a:moveTo>
                      <a:pt x="311" y="88"/>
                    </a:moveTo>
                    <a:lnTo>
                      <a:pt x="297" y="46"/>
                    </a:lnTo>
                    <a:lnTo>
                      <a:pt x="275" y="17"/>
                    </a:lnTo>
                    <a:lnTo>
                      <a:pt x="240" y="7"/>
                    </a:lnTo>
                    <a:lnTo>
                      <a:pt x="196" y="0"/>
                    </a:lnTo>
                    <a:lnTo>
                      <a:pt x="135" y="21"/>
                    </a:lnTo>
                    <a:lnTo>
                      <a:pt x="90" y="48"/>
                    </a:lnTo>
                    <a:lnTo>
                      <a:pt x="52" y="115"/>
                    </a:lnTo>
                    <a:lnTo>
                      <a:pt x="30" y="270"/>
                    </a:lnTo>
                    <a:lnTo>
                      <a:pt x="4" y="385"/>
                    </a:lnTo>
                    <a:lnTo>
                      <a:pt x="0" y="500"/>
                    </a:lnTo>
                    <a:lnTo>
                      <a:pt x="8" y="554"/>
                    </a:lnTo>
                    <a:lnTo>
                      <a:pt x="33" y="594"/>
                    </a:lnTo>
                    <a:lnTo>
                      <a:pt x="89" y="611"/>
                    </a:lnTo>
                    <a:lnTo>
                      <a:pt x="142" y="587"/>
                    </a:lnTo>
                    <a:lnTo>
                      <a:pt x="170" y="527"/>
                    </a:lnTo>
                    <a:lnTo>
                      <a:pt x="189" y="425"/>
                    </a:lnTo>
                    <a:lnTo>
                      <a:pt x="216" y="333"/>
                    </a:lnTo>
                    <a:lnTo>
                      <a:pt x="261" y="247"/>
                    </a:lnTo>
                    <a:lnTo>
                      <a:pt x="294" y="151"/>
                    </a:lnTo>
                    <a:lnTo>
                      <a:pt x="311" y="88"/>
                    </a:lnTo>
                    <a:close/>
                  </a:path>
                </a:pathLst>
              </a:custGeom>
              <a:solidFill>
                <a:srgbClr val="FF9F9F"/>
              </a:solidFill>
              <a:ln w="1588">
                <a:solidFill>
                  <a:srgbClr val="000000"/>
                </a:solidFill>
                <a:prstDash val="solid"/>
                <a:round/>
                <a:headEnd/>
                <a:tailEnd/>
              </a:ln>
            </p:spPr>
            <p:txBody>
              <a:bodyPr/>
              <a:lstStyle/>
              <a:p>
                <a:endParaRPr lang="en-US"/>
              </a:p>
            </p:txBody>
          </p:sp>
          <p:sp>
            <p:nvSpPr>
              <p:cNvPr id="36923" name="Freeform 59">
                <a:extLst>
                  <a:ext uri="{FF2B5EF4-FFF2-40B4-BE49-F238E27FC236}">
                    <a16:creationId xmlns:a16="http://schemas.microsoft.com/office/drawing/2014/main" id="{F54ACEAD-B3D9-4260-BF88-41F8352400BC}"/>
                  </a:ext>
                </a:extLst>
              </p:cNvPr>
              <p:cNvSpPr>
                <a:spLocks/>
              </p:cNvSpPr>
              <p:nvPr/>
            </p:nvSpPr>
            <p:spPr bwMode="auto">
              <a:xfrm>
                <a:off x="754" y="1701"/>
                <a:ext cx="22" cy="24"/>
              </a:xfrm>
              <a:custGeom>
                <a:avLst/>
                <a:gdLst>
                  <a:gd name="T0" fmla="*/ 128 w 130"/>
                  <a:gd name="T1" fmla="*/ 24 h 149"/>
                  <a:gd name="T2" fmla="*/ 130 w 130"/>
                  <a:gd name="T3" fmla="*/ 79 h 149"/>
                  <a:gd name="T4" fmla="*/ 110 w 130"/>
                  <a:gd name="T5" fmla="*/ 134 h 149"/>
                  <a:gd name="T6" fmla="*/ 77 w 130"/>
                  <a:gd name="T7" fmla="*/ 149 h 149"/>
                  <a:gd name="T8" fmla="*/ 26 w 130"/>
                  <a:gd name="T9" fmla="*/ 134 h 149"/>
                  <a:gd name="T10" fmla="*/ 10 w 130"/>
                  <a:gd name="T11" fmla="*/ 109 h 149"/>
                  <a:gd name="T12" fmla="*/ 3 w 130"/>
                  <a:gd name="T13" fmla="*/ 80 h 149"/>
                  <a:gd name="T14" fmla="*/ 0 w 130"/>
                  <a:gd name="T15" fmla="*/ 38 h 149"/>
                  <a:gd name="T16" fmla="*/ 22 w 130"/>
                  <a:gd name="T17" fmla="*/ 10 h 149"/>
                  <a:gd name="T18" fmla="*/ 90 w 130"/>
                  <a:gd name="T19" fmla="*/ 0 h 149"/>
                  <a:gd name="T20" fmla="*/ 128 w 130"/>
                  <a:gd name="T21" fmla="*/ 2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 h="149">
                    <a:moveTo>
                      <a:pt x="128" y="24"/>
                    </a:moveTo>
                    <a:lnTo>
                      <a:pt x="130" y="79"/>
                    </a:lnTo>
                    <a:lnTo>
                      <a:pt x="110" y="134"/>
                    </a:lnTo>
                    <a:lnTo>
                      <a:pt x="77" y="149"/>
                    </a:lnTo>
                    <a:lnTo>
                      <a:pt x="26" y="134"/>
                    </a:lnTo>
                    <a:lnTo>
                      <a:pt x="10" y="109"/>
                    </a:lnTo>
                    <a:lnTo>
                      <a:pt x="3" y="80"/>
                    </a:lnTo>
                    <a:lnTo>
                      <a:pt x="0" y="38"/>
                    </a:lnTo>
                    <a:lnTo>
                      <a:pt x="22" y="10"/>
                    </a:lnTo>
                    <a:lnTo>
                      <a:pt x="90" y="0"/>
                    </a:lnTo>
                    <a:lnTo>
                      <a:pt x="128" y="24"/>
                    </a:lnTo>
                    <a:close/>
                  </a:path>
                </a:pathLst>
              </a:custGeom>
              <a:solidFill>
                <a:srgbClr val="FFBFBF"/>
              </a:solidFill>
              <a:ln w="1588">
                <a:solidFill>
                  <a:srgbClr val="000000"/>
                </a:solidFill>
                <a:prstDash val="solid"/>
                <a:round/>
                <a:headEnd/>
                <a:tailEnd/>
              </a:ln>
            </p:spPr>
            <p:txBody>
              <a:bodyPr/>
              <a:lstStyle/>
              <a:p>
                <a:endParaRPr lang="en-US"/>
              </a:p>
            </p:txBody>
          </p:sp>
          <p:sp>
            <p:nvSpPr>
              <p:cNvPr id="36924" name="Freeform 60">
                <a:extLst>
                  <a:ext uri="{FF2B5EF4-FFF2-40B4-BE49-F238E27FC236}">
                    <a16:creationId xmlns:a16="http://schemas.microsoft.com/office/drawing/2014/main" id="{33EEEC60-2CFC-4560-B2E2-10991C462031}"/>
                  </a:ext>
                </a:extLst>
              </p:cNvPr>
              <p:cNvSpPr>
                <a:spLocks/>
              </p:cNvSpPr>
              <p:nvPr/>
            </p:nvSpPr>
            <p:spPr bwMode="auto">
              <a:xfrm>
                <a:off x="673" y="1635"/>
                <a:ext cx="95" cy="153"/>
              </a:xfrm>
              <a:custGeom>
                <a:avLst/>
                <a:gdLst>
                  <a:gd name="T0" fmla="*/ 236 w 564"/>
                  <a:gd name="T1" fmla="*/ 115 h 918"/>
                  <a:gd name="T2" fmla="*/ 318 w 564"/>
                  <a:gd name="T3" fmla="*/ 94 h 918"/>
                  <a:gd name="T4" fmla="*/ 372 w 564"/>
                  <a:gd name="T5" fmla="*/ 61 h 918"/>
                  <a:gd name="T6" fmla="*/ 439 w 564"/>
                  <a:gd name="T7" fmla="*/ 20 h 918"/>
                  <a:gd name="T8" fmla="*/ 514 w 564"/>
                  <a:gd name="T9" fmla="*/ 0 h 918"/>
                  <a:gd name="T10" fmla="*/ 541 w 564"/>
                  <a:gd name="T11" fmla="*/ 10 h 918"/>
                  <a:gd name="T12" fmla="*/ 561 w 564"/>
                  <a:gd name="T13" fmla="*/ 32 h 918"/>
                  <a:gd name="T14" fmla="*/ 564 w 564"/>
                  <a:gd name="T15" fmla="*/ 70 h 918"/>
                  <a:gd name="T16" fmla="*/ 554 w 564"/>
                  <a:gd name="T17" fmla="*/ 115 h 918"/>
                  <a:gd name="T18" fmla="*/ 544 w 564"/>
                  <a:gd name="T19" fmla="*/ 154 h 918"/>
                  <a:gd name="T20" fmla="*/ 514 w 564"/>
                  <a:gd name="T21" fmla="*/ 202 h 918"/>
                  <a:gd name="T22" fmla="*/ 443 w 564"/>
                  <a:gd name="T23" fmla="*/ 270 h 918"/>
                  <a:gd name="T24" fmla="*/ 392 w 564"/>
                  <a:gd name="T25" fmla="*/ 303 h 918"/>
                  <a:gd name="T26" fmla="*/ 352 w 564"/>
                  <a:gd name="T27" fmla="*/ 324 h 918"/>
                  <a:gd name="T28" fmla="*/ 359 w 564"/>
                  <a:gd name="T29" fmla="*/ 398 h 918"/>
                  <a:gd name="T30" fmla="*/ 365 w 564"/>
                  <a:gd name="T31" fmla="*/ 465 h 918"/>
                  <a:gd name="T32" fmla="*/ 359 w 564"/>
                  <a:gd name="T33" fmla="*/ 567 h 918"/>
                  <a:gd name="T34" fmla="*/ 345 w 564"/>
                  <a:gd name="T35" fmla="*/ 627 h 918"/>
                  <a:gd name="T36" fmla="*/ 338 w 564"/>
                  <a:gd name="T37" fmla="*/ 688 h 918"/>
                  <a:gd name="T38" fmla="*/ 308 w 564"/>
                  <a:gd name="T39" fmla="*/ 751 h 918"/>
                  <a:gd name="T40" fmla="*/ 280 w 564"/>
                  <a:gd name="T41" fmla="*/ 796 h 918"/>
                  <a:gd name="T42" fmla="*/ 229 w 564"/>
                  <a:gd name="T43" fmla="*/ 839 h 918"/>
                  <a:gd name="T44" fmla="*/ 182 w 564"/>
                  <a:gd name="T45" fmla="*/ 878 h 918"/>
                  <a:gd name="T46" fmla="*/ 131 w 564"/>
                  <a:gd name="T47" fmla="*/ 904 h 918"/>
                  <a:gd name="T48" fmla="*/ 94 w 564"/>
                  <a:gd name="T49" fmla="*/ 918 h 918"/>
                  <a:gd name="T50" fmla="*/ 61 w 564"/>
                  <a:gd name="T51" fmla="*/ 844 h 918"/>
                  <a:gd name="T52" fmla="*/ 40 w 564"/>
                  <a:gd name="T53" fmla="*/ 769 h 918"/>
                  <a:gd name="T54" fmla="*/ 7 w 564"/>
                  <a:gd name="T55" fmla="*/ 654 h 918"/>
                  <a:gd name="T56" fmla="*/ 0 w 564"/>
                  <a:gd name="T57" fmla="*/ 600 h 918"/>
                  <a:gd name="T58" fmla="*/ 27 w 564"/>
                  <a:gd name="T59" fmla="*/ 513 h 918"/>
                  <a:gd name="T60" fmla="*/ 54 w 564"/>
                  <a:gd name="T61" fmla="*/ 391 h 918"/>
                  <a:gd name="T62" fmla="*/ 88 w 564"/>
                  <a:gd name="T63" fmla="*/ 236 h 918"/>
                  <a:gd name="T64" fmla="*/ 121 w 564"/>
                  <a:gd name="T65" fmla="*/ 162 h 918"/>
                  <a:gd name="T66" fmla="*/ 182 w 564"/>
                  <a:gd name="T67" fmla="*/ 128 h 918"/>
                  <a:gd name="T68" fmla="*/ 236 w 564"/>
                  <a:gd name="T69" fmla="*/ 115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918">
                    <a:moveTo>
                      <a:pt x="236" y="115"/>
                    </a:moveTo>
                    <a:lnTo>
                      <a:pt x="318" y="94"/>
                    </a:lnTo>
                    <a:lnTo>
                      <a:pt x="372" y="61"/>
                    </a:lnTo>
                    <a:lnTo>
                      <a:pt x="439" y="20"/>
                    </a:lnTo>
                    <a:lnTo>
                      <a:pt x="514" y="0"/>
                    </a:lnTo>
                    <a:lnTo>
                      <a:pt x="541" y="10"/>
                    </a:lnTo>
                    <a:lnTo>
                      <a:pt x="561" y="32"/>
                    </a:lnTo>
                    <a:lnTo>
                      <a:pt x="564" y="70"/>
                    </a:lnTo>
                    <a:lnTo>
                      <a:pt x="554" y="115"/>
                    </a:lnTo>
                    <a:lnTo>
                      <a:pt x="544" y="154"/>
                    </a:lnTo>
                    <a:lnTo>
                      <a:pt x="514" y="202"/>
                    </a:lnTo>
                    <a:lnTo>
                      <a:pt x="443" y="270"/>
                    </a:lnTo>
                    <a:lnTo>
                      <a:pt x="392" y="303"/>
                    </a:lnTo>
                    <a:lnTo>
                      <a:pt x="352" y="324"/>
                    </a:lnTo>
                    <a:lnTo>
                      <a:pt x="359" y="398"/>
                    </a:lnTo>
                    <a:lnTo>
                      <a:pt x="365" y="465"/>
                    </a:lnTo>
                    <a:lnTo>
                      <a:pt x="359" y="567"/>
                    </a:lnTo>
                    <a:lnTo>
                      <a:pt x="345" y="627"/>
                    </a:lnTo>
                    <a:lnTo>
                      <a:pt x="338" y="688"/>
                    </a:lnTo>
                    <a:lnTo>
                      <a:pt x="308" y="751"/>
                    </a:lnTo>
                    <a:lnTo>
                      <a:pt x="280" y="796"/>
                    </a:lnTo>
                    <a:lnTo>
                      <a:pt x="229" y="839"/>
                    </a:lnTo>
                    <a:lnTo>
                      <a:pt x="182" y="878"/>
                    </a:lnTo>
                    <a:lnTo>
                      <a:pt x="131" y="904"/>
                    </a:lnTo>
                    <a:lnTo>
                      <a:pt x="94" y="918"/>
                    </a:lnTo>
                    <a:lnTo>
                      <a:pt x="61" y="844"/>
                    </a:lnTo>
                    <a:lnTo>
                      <a:pt x="40" y="769"/>
                    </a:lnTo>
                    <a:lnTo>
                      <a:pt x="7" y="654"/>
                    </a:lnTo>
                    <a:lnTo>
                      <a:pt x="0" y="600"/>
                    </a:lnTo>
                    <a:lnTo>
                      <a:pt x="27" y="513"/>
                    </a:lnTo>
                    <a:lnTo>
                      <a:pt x="54" y="391"/>
                    </a:lnTo>
                    <a:lnTo>
                      <a:pt x="88" y="236"/>
                    </a:lnTo>
                    <a:lnTo>
                      <a:pt x="121" y="162"/>
                    </a:lnTo>
                    <a:lnTo>
                      <a:pt x="182" y="128"/>
                    </a:lnTo>
                    <a:lnTo>
                      <a:pt x="236" y="115"/>
                    </a:lnTo>
                    <a:close/>
                  </a:path>
                </a:pathLst>
              </a:custGeom>
              <a:solidFill>
                <a:srgbClr val="FF9F9F"/>
              </a:solidFill>
              <a:ln w="1588">
                <a:solidFill>
                  <a:srgbClr val="000000"/>
                </a:solidFill>
                <a:prstDash val="solid"/>
                <a:round/>
                <a:headEnd/>
                <a:tailEnd/>
              </a:ln>
            </p:spPr>
            <p:txBody>
              <a:bodyPr/>
              <a:lstStyle/>
              <a:p>
                <a:endParaRPr lang="en-US"/>
              </a:p>
            </p:txBody>
          </p:sp>
          <p:sp>
            <p:nvSpPr>
              <p:cNvPr id="36925" name="Freeform 61">
                <a:extLst>
                  <a:ext uri="{FF2B5EF4-FFF2-40B4-BE49-F238E27FC236}">
                    <a16:creationId xmlns:a16="http://schemas.microsoft.com/office/drawing/2014/main" id="{9F8B6C03-31A2-4B85-9C59-96B1634D89D5}"/>
                  </a:ext>
                </a:extLst>
              </p:cNvPr>
              <p:cNvSpPr>
                <a:spLocks/>
              </p:cNvSpPr>
              <p:nvPr/>
            </p:nvSpPr>
            <p:spPr bwMode="auto">
              <a:xfrm>
                <a:off x="730" y="1636"/>
                <a:ext cx="34" cy="24"/>
              </a:xfrm>
              <a:custGeom>
                <a:avLst/>
                <a:gdLst>
                  <a:gd name="T0" fmla="*/ 0 w 206"/>
                  <a:gd name="T1" fmla="*/ 81 h 145"/>
                  <a:gd name="T2" fmla="*/ 27 w 206"/>
                  <a:gd name="T3" fmla="*/ 132 h 145"/>
                  <a:gd name="T4" fmla="*/ 54 w 206"/>
                  <a:gd name="T5" fmla="*/ 145 h 145"/>
                  <a:gd name="T6" fmla="*/ 118 w 206"/>
                  <a:gd name="T7" fmla="*/ 128 h 145"/>
                  <a:gd name="T8" fmla="*/ 179 w 206"/>
                  <a:gd name="T9" fmla="*/ 101 h 145"/>
                  <a:gd name="T10" fmla="*/ 203 w 206"/>
                  <a:gd name="T11" fmla="*/ 81 h 145"/>
                  <a:gd name="T12" fmla="*/ 206 w 206"/>
                  <a:gd name="T13" fmla="*/ 31 h 145"/>
                  <a:gd name="T14" fmla="*/ 186 w 206"/>
                  <a:gd name="T15" fmla="*/ 0 h 145"/>
                  <a:gd name="T16" fmla="*/ 139 w 206"/>
                  <a:gd name="T17" fmla="*/ 4 h 145"/>
                  <a:gd name="T18" fmla="*/ 101 w 206"/>
                  <a:gd name="T19" fmla="*/ 19 h 145"/>
                  <a:gd name="T20" fmla="*/ 61 w 206"/>
                  <a:gd name="T21" fmla="*/ 40 h 145"/>
                  <a:gd name="T22" fmla="*/ 0 w 206"/>
                  <a:gd name="T23" fmla="*/ 81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6" h="145">
                    <a:moveTo>
                      <a:pt x="0" y="81"/>
                    </a:moveTo>
                    <a:lnTo>
                      <a:pt x="27" y="132"/>
                    </a:lnTo>
                    <a:lnTo>
                      <a:pt x="54" y="145"/>
                    </a:lnTo>
                    <a:lnTo>
                      <a:pt x="118" y="128"/>
                    </a:lnTo>
                    <a:lnTo>
                      <a:pt x="179" y="101"/>
                    </a:lnTo>
                    <a:lnTo>
                      <a:pt x="203" y="81"/>
                    </a:lnTo>
                    <a:lnTo>
                      <a:pt x="206" y="31"/>
                    </a:lnTo>
                    <a:lnTo>
                      <a:pt x="186" y="0"/>
                    </a:lnTo>
                    <a:lnTo>
                      <a:pt x="139" y="4"/>
                    </a:lnTo>
                    <a:lnTo>
                      <a:pt x="101" y="19"/>
                    </a:lnTo>
                    <a:lnTo>
                      <a:pt x="61" y="40"/>
                    </a:lnTo>
                    <a:lnTo>
                      <a:pt x="0" y="81"/>
                    </a:lnTo>
                    <a:close/>
                  </a:path>
                </a:pathLst>
              </a:custGeom>
              <a:solidFill>
                <a:srgbClr val="FFBFBF"/>
              </a:solidFill>
              <a:ln w="1588">
                <a:solidFill>
                  <a:srgbClr val="000000"/>
                </a:solidFill>
                <a:prstDash val="solid"/>
                <a:round/>
                <a:headEnd/>
                <a:tailEnd/>
              </a:ln>
            </p:spPr>
            <p:txBody>
              <a:bodyPr/>
              <a:lstStyle/>
              <a:p>
                <a:endParaRPr lang="en-US"/>
              </a:p>
            </p:txBody>
          </p:sp>
          <p:sp>
            <p:nvSpPr>
              <p:cNvPr id="36926" name="Freeform 62">
                <a:extLst>
                  <a:ext uri="{FF2B5EF4-FFF2-40B4-BE49-F238E27FC236}">
                    <a16:creationId xmlns:a16="http://schemas.microsoft.com/office/drawing/2014/main" id="{5FBC7E5E-7C3C-4D66-B857-720322671A95}"/>
                  </a:ext>
                </a:extLst>
              </p:cNvPr>
              <p:cNvSpPr>
                <a:spLocks/>
              </p:cNvSpPr>
              <p:nvPr/>
            </p:nvSpPr>
            <p:spPr bwMode="auto">
              <a:xfrm>
                <a:off x="833" y="1700"/>
                <a:ext cx="2" cy="7"/>
              </a:xfrm>
              <a:custGeom>
                <a:avLst/>
                <a:gdLst>
                  <a:gd name="T0" fmla="*/ 7 w 7"/>
                  <a:gd name="T1" fmla="*/ 40 h 40"/>
                  <a:gd name="T2" fmla="*/ 7 w 7"/>
                  <a:gd name="T3" fmla="*/ 17 h 40"/>
                  <a:gd name="T4" fmla="*/ 0 w 7"/>
                  <a:gd name="T5" fmla="*/ 0 h 40"/>
                </a:gdLst>
                <a:ahLst/>
                <a:cxnLst>
                  <a:cxn ang="0">
                    <a:pos x="T0" y="T1"/>
                  </a:cxn>
                  <a:cxn ang="0">
                    <a:pos x="T2" y="T3"/>
                  </a:cxn>
                  <a:cxn ang="0">
                    <a:pos x="T4" y="T5"/>
                  </a:cxn>
                </a:cxnLst>
                <a:rect l="0" t="0" r="r" b="b"/>
                <a:pathLst>
                  <a:path w="7" h="40">
                    <a:moveTo>
                      <a:pt x="7" y="40"/>
                    </a:moveTo>
                    <a:lnTo>
                      <a:pt x="7"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nvGrpSpPr>
          <p:cNvPr id="36927" name="Group 63">
            <a:extLst>
              <a:ext uri="{FF2B5EF4-FFF2-40B4-BE49-F238E27FC236}">
                <a16:creationId xmlns:a16="http://schemas.microsoft.com/office/drawing/2014/main" id="{B1E7EA57-4DA4-409F-B084-2735B778C0E3}"/>
              </a:ext>
            </a:extLst>
          </p:cNvPr>
          <p:cNvGrpSpPr>
            <a:grpSpLocks/>
          </p:cNvGrpSpPr>
          <p:nvPr/>
        </p:nvGrpSpPr>
        <p:grpSpPr bwMode="auto">
          <a:xfrm>
            <a:off x="146050" y="2209800"/>
            <a:ext cx="2735263" cy="762000"/>
            <a:chOff x="92" y="833"/>
            <a:chExt cx="1723" cy="480"/>
          </a:xfrm>
        </p:grpSpPr>
        <p:sp>
          <p:nvSpPr>
            <p:cNvPr id="36928" name="Text Box 64">
              <a:extLst>
                <a:ext uri="{FF2B5EF4-FFF2-40B4-BE49-F238E27FC236}">
                  <a16:creationId xmlns:a16="http://schemas.microsoft.com/office/drawing/2014/main" id="{C75B89F8-0F4A-4E9C-B3DB-3C960E0CEED4}"/>
                </a:ext>
              </a:extLst>
            </p:cNvPr>
            <p:cNvSpPr txBox="1">
              <a:spLocks noChangeArrowheads="1"/>
            </p:cNvSpPr>
            <p:nvPr/>
          </p:nvSpPr>
          <p:spPr bwMode="auto">
            <a:xfrm>
              <a:off x="460" y="833"/>
              <a:ext cx="1355"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zh-CN" sz="2200" b="1"/>
                <a:t>求各侧棱对另一</a:t>
              </a:r>
            </a:p>
            <a:p>
              <a:pPr algn="l"/>
              <a:r>
                <a:rPr lang="zh-CN" altLang="zh-CN" sz="2200" b="1"/>
                <a:t>形体表面的交点</a:t>
              </a:r>
              <a:endParaRPr lang="zh-CN" altLang="en-US" b="1"/>
            </a:p>
          </p:txBody>
        </p:sp>
        <p:grpSp>
          <p:nvGrpSpPr>
            <p:cNvPr id="36929" name="Group 65">
              <a:extLst>
                <a:ext uri="{FF2B5EF4-FFF2-40B4-BE49-F238E27FC236}">
                  <a16:creationId xmlns:a16="http://schemas.microsoft.com/office/drawing/2014/main" id="{03E527D7-8551-41C9-BFF3-3B0CDCE9D84A}"/>
                </a:ext>
              </a:extLst>
            </p:cNvPr>
            <p:cNvGrpSpPr>
              <a:grpSpLocks/>
            </p:cNvGrpSpPr>
            <p:nvPr/>
          </p:nvGrpSpPr>
          <p:grpSpPr bwMode="auto">
            <a:xfrm rot="5400000">
              <a:off x="171" y="833"/>
              <a:ext cx="178" cy="336"/>
              <a:chOff x="673" y="1490"/>
              <a:chExt cx="201" cy="381"/>
            </a:xfrm>
          </p:grpSpPr>
          <p:sp>
            <p:nvSpPr>
              <p:cNvPr id="36930" name="Freeform 66">
                <a:extLst>
                  <a:ext uri="{FF2B5EF4-FFF2-40B4-BE49-F238E27FC236}">
                    <a16:creationId xmlns:a16="http://schemas.microsoft.com/office/drawing/2014/main" id="{CE57962E-D3E4-467E-93CD-9A9A28385522}"/>
                  </a:ext>
                </a:extLst>
              </p:cNvPr>
              <p:cNvSpPr>
                <a:spLocks/>
              </p:cNvSpPr>
              <p:nvPr/>
            </p:nvSpPr>
            <p:spPr bwMode="auto">
              <a:xfrm>
                <a:off x="674" y="1632"/>
                <a:ext cx="200" cy="239"/>
              </a:xfrm>
              <a:custGeom>
                <a:avLst/>
                <a:gdLst>
                  <a:gd name="T0" fmla="*/ 935 w 1202"/>
                  <a:gd name="T1" fmla="*/ 1434 h 1434"/>
                  <a:gd name="T2" fmla="*/ 959 w 1202"/>
                  <a:gd name="T3" fmla="*/ 1241 h 1434"/>
                  <a:gd name="T4" fmla="*/ 1025 w 1202"/>
                  <a:gd name="T5" fmla="*/ 1137 h 1434"/>
                  <a:gd name="T6" fmla="*/ 1093 w 1202"/>
                  <a:gd name="T7" fmla="*/ 1046 h 1434"/>
                  <a:gd name="T8" fmla="*/ 1156 w 1202"/>
                  <a:gd name="T9" fmla="*/ 931 h 1434"/>
                  <a:gd name="T10" fmla="*/ 1188 w 1202"/>
                  <a:gd name="T11" fmla="*/ 835 h 1434"/>
                  <a:gd name="T12" fmla="*/ 1202 w 1202"/>
                  <a:gd name="T13" fmla="*/ 718 h 1434"/>
                  <a:gd name="T14" fmla="*/ 1175 w 1202"/>
                  <a:gd name="T15" fmla="*/ 591 h 1434"/>
                  <a:gd name="T16" fmla="*/ 1133 w 1202"/>
                  <a:gd name="T17" fmla="*/ 488 h 1434"/>
                  <a:gd name="T18" fmla="*/ 1140 w 1202"/>
                  <a:gd name="T19" fmla="*/ 396 h 1434"/>
                  <a:gd name="T20" fmla="*/ 1123 w 1202"/>
                  <a:gd name="T21" fmla="*/ 313 h 1434"/>
                  <a:gd name="T22" fmla="*/ 1099 w 1202"/>
                  <a:gd name="T23" fmla="*/ 266 h 1434"/>
                  <a:gd name="T24" fmla="*/ 1067 w 1202"/>
                  <a:gd name="T25" fmla="*/ 226 h 1434"/>
                  <a:gd name="T26" fmla="*/ 1055 w 1202"/>
                  <a:gd name="T27" fmla="*/ 199 h 1434"/>
                  <a:gd name="T28" fmla="*/ 1008 w 1202"/>
                  <a:gd name="T29" fmla="*/ 172 h 1434"/>
                  <a:gd name="T30" fmla="*/ 970 w 1202"/>
                  <a:gd name="T31" fmla="*/ 167 h 1434"/>
                  <a:gd name="T32" fmla="*/ 941 w 1202"/>
                  <a:gd name="T33" fmla="*/ 181 h 1434"/>
                  <a:gd name="T34" fmla="*/ 906 w 1202"/>
                  <a:gd name="T35" fmla="*/ 272 h 1434"/>
                  <a:gd name="T36" fmla="*/ 842 w 1202"/>
                  <a:gd name="T37" fmla="*/ 405 h 1434"/>
                  <a:gd name="T38" fmla="*/ 937 w 1202"/>
                  <a:gd name="T39" fmla="*/ 177 h 1434"/>
                  <a:gd name="T40" fmla="*/ 953 w 1202"/>
                  <a:gd name="T41" fmla="*/ 149 h 1434"/>
                  <a:gd name="T42" fmla="*/ 932 w 1202"/>
                  <a:gd name="T43" fmla="*/ 98 h 1434"/>
                  <a:gd name="T44" fmla="*/ 897 w 1202"/>
                  <a:gd name="T45" fmla="*/ 80 h 1434"/>
                  <a:gd name="T46" fmla="*/ 851 w 1202"/>
                  <a:gd name="T47" fmla="*/ 61 h 1434"/>
                  <a:gd name="T48" fmla="*/ 788 w 1202"/>
                  <a:gd name="T49" fmla="*/ 39 h 1434"/>
                  <a:gd name="T50" fmla="*/ 772 w 1202"/>
                  <a:gd name="T51" fmla="*/ 25 h 1434"/>
                  <a:gd name="T52" fmla="*/ 743 w 1202"/>
                  <a:gd name="T53" fmla="*/ 0 h 1434"/>
                  <a:gd name="T54" fmla="*/ 569 w 1202"/>
                  <a:gd name="T55" fmla="*/ 39 h 1434"/>
                  <a:gd name="T56" fmla="*/ 339 w 1202"/>
                  <a:gd name="T57" fmla="*/ 166 h 1434"/>
                  <a:gd name="T58" fmla="*/ 322 w 1202"/>
                  <a:gd name="T59" fmla="*/ 199 h 1434"/>
                  <a:gd name="T60" fmla="*/ 269 w 1202"/>
                  <a:gd name="T61" fmla="*/ 253 h 1434"/>
                  <a:gd name="T62" fmla="*/ 206 w 1202"/>
                  <a:gd name="T63" fmla="*/ 296 h 1434"/>
                  <a:gd name="T64" fmla="*/ 151 w 1202"/>
                  <a:gd name="T65" fmla="*/ 319 h 1434"/>
                  <a:gd name="T66" fmla="*/ 100 w 1202"/>
                  <a:gd name="T67" fmla="*/ 369 h 1434"/>
                  <a:gd name="T68" fmla="*/ 67 w 1202"/>
                  <a:gd name="T69" fmla="*/ 456 h 1434"/>
                  <a:gd name="T70" fmla="*/ 20 w 1202"/>
                  <a:gd name="T71" fmla="*/ 570 h 1434"/>
                  <a:gd name="T72" fmla="*/ 0 w 1202"/>
                  <a:gd name="T73" fmla="*/ 635 h 1434"/>
                  <a:gd name="T74" fmla="*/ 20 w 1202"/>
                  <a:gd name="T75" fmla="*/ 736 h 1434"/>
                  <a:gd name="T76" fmla="*/ 54 w 1202"/>
                  <a:gd name="T77" fmla="*/ 841 h 1434"/>
                  <a:gd name="T78" fmla="*/ 108 w 1202"/>
                  <a:gd name="T79" fmla="*/ 975 h 1434"/>
                  <a:gd name="T80" fmla="*/ 138 w 1202"/>
                  <a:gd name="T81" fmla="*/ 1085 h 1434"/>
                  <a:gd name="T82" fmla="*/ 214 w 1202"/>
                  <a:gd name="T83" fmla="*/ 1187 h 1434"/>
                  <a:gd name="T84" fmla="*/ 252 w 1202"/>
                  <a:gd name="T85" fmla="*/ 1205 h 1434"/>
                  <a:gd name="T86" fmla="*/ 273 w 1202"/>
                  <a:gd name="T87" fmla="*/ 1261 h 1434"/>
                  <a:gd name="T88" fmla="*/ 277 w 1202"/>
                  <a:gd name="T89" fmla="*/ 1432 h 1434"/>
                  <a:gd name="T90" fmla="*/ 935 w 1202"/>
                  <a:gd name="T91" fmla="*/ 1434 h 1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2" h="1434">
                    <a:moveTo>
                      <a:pt x="935" y="1434"/>
                    </a:moveTo>
                    <a:lnTo>
                      <a:pt x="959" y="1241"/>
                    </a:lnTo>
                    <a:lnTo>
                      <a:pt x="1025" y="1137"/>
                    </a:lnTo>
                    <a:lnTo>
                      <a:pt x="1093" y="1046"/>
                    </a:lnTo>
                    <a:lnTo>
                      <a:pt x="1156" y="931"/>
                    </a:lnTo>
                    <a:lnTo>
                      <a:pt x="1188" y="835"/>
                    </a:lnTo>
                    <a:lnTo>
                      <a:pt x="1202" y="718"/>
                    </a:lnTo>
                    <a:lnTo>
                      <a:pt x="1175" y="591"/>
                    </a:lnTo>
                    <a:lnTo>
                      <a:pt x="1133" y="488"/>
                    </a:lnTo>
                    <a:lnTo>
                      <a:pt x="1140" y="396"/>
                    </a:lnTo>
                    <a:lnTo>
                      <a:pt x="1123" y="313"/>
                    </a:lnTo>
                    <a:lnTo>
                      <a:pt x="1099" y="266"/>
                    </a:lnTo>
                    <a:lnTo>
                      <a:pt x="1067" y="226"/>
                    </a:lnTo>
                    <a:lnTo>
                      <a:pt x="1055" y="199"/>
                    </a:lnTo>
                    <a:lnTo>
                      <a:pt x="1008" y="172"/>
                    </a:lnTo>
                    <a:lnTo>
                      <a:pt x="970" y="167"/>
                    </a:lnTo>
                    <a:lnTo>
                      <a:pt x="941" y="181"/>
                    </a:lnTo>
                    <a:lnTo>
                      <a:pt x="906" y="272"/>
                    </a:lnTo>
                    <a:lnTo>
                      <a:pt x="842" y="405"/>
                    </a:lnTo>
                    <a:lnTo>
                      <a:pt x="937" y="177"/>
                    </a:lnTo>
                    <a:lnTo>
                      <a:pt x="953" y="149"/>
                    </a:lnTo>
                    <a:lnTo>
                      <a:pt x="932" y="98"/>
                    </a:lnTo>
                    <a:lnTo>
                      <a:pt x="897" y="80"/>
                    </a:lnTo>
                    <a:lnTo>
                      <a:pt x="851" y="61"/>
                    </a:lnTo>
                    <a:lnTo>
                      <a:pt x="788" y="39"/>
                    </a:lnTo>
                    <a:lnTo>
                      <a:pt x="772" y="25"/>
                    </a:lnTo>
                    <a:lnTo>
                      <a:pt x="743" y="0"/>
                    </a:lnTo>
                    <a:lnTo>
                      <a:pt x="569" y="39"/>
                    </a:lnTo>
                    <a:lnTo>
                      <a:pt x="339" y="166"/>
                    </a:lnTo>
                    <a:lnTo>
                      <a:pt x="322" y="199"/>
                    </a:lnTo>
                    <a:lnTo>
                      <a:pt x="269" y="253"/>
                    </a:lnTo>
                    <a:lnTo>
                      <a:pt x="206" y="296"/>
                    </a:lnTo>
                    <a:lnTo>
                      <a:pt x="151" y="319"/>
                    </a:lnTo>
                    <a:lnTo>
                      <a:pt x="100" y="369"/>
                    </a:lnTo>
                    <a:lnTo>
                      <a:pt x="67" y="456"/>
                    </a:lnTo>
                    <a:lnTo>
                      <a:pt x="20" y="570"/>
                    </a:lnTo>
                    <a:lnTo>
                      <a:pt x="0" y="635"/>
                    </a:lnTo>
                    <a:lnTo>
                      <a:pt x="20" y="736"/>
                    </a:lnTo>
                    <a:lnTo>
                      <a:pt x="54" y="841"/>
                    </a:lnTo>
                    <a:lnTo>
                      <a:pt x="108" y="975"/>
                    </a:lnTo>
                    <a:lnTo>
                      <a:pt x="138" y="1085"/>
                    </a:lnTo>
                    <a:lnTo>
                      <a:pt x="214" y="1187"/>
                    </a:lnTo>
                    <a:lnTo>
                      <a:pt x="252" y="1205"/>
                    </a:lnTo>
                    <a:lnTo>
                      <a:pt x="273" y="1261"/>
                    </a:lnTo>
                    <a:lnTo>
                      <a:pt x="277" y="1432"/>
                    </a:lnTo>
                    <a:lnTo>
                      <a:pt x="935" y="1434"/>
                    </a:lnTo>
                    <a:close/>
                  </a:path>
                </a:pathLst>
              </a:custGeom>
              <a:solidFill>
                <a:srgbClr val="FF9F9F"/>
              </a:solidFill>
              <a:ln w="1588">
                <a:solidFill>
                  <a:srgbClr val="000000"/>
                </a:solidFill>
                <a:prstDash val="solid"/>
                <a:round/>
                <a:headEnd/>
                <a:tailEnd/>
              </a:ln>
            </p:spPr>
            <p:txBody>
              <a:bodyPr/>
              <a:lstStyle/>
              <a:p>
                <a:endParaRPr lang="en-US"/>
              </a:p>
            </p:txBody>
          </p:sp>
          <p:sp>
            <p:nvSpPr>
              <p:cNvPr id="36931" name="Freeform 67">
                <a:extLst>
                  <a:ext uri="{FF2B5EF4-FFF2-40B4-BE49-F238E27FC236}">
                    <a16:creationId xmlns:a16="http://schemas.microsoft.com/office/drawing/2014/main" id="{9F5C28E7-5F0A-4557-8377-88D2272C952B}"/>
                  </a:ext>
                </a:extLst>
              </p:cNvPr>
              <p:cNvSpPr>
                <a:spLocks/>
              </p:cNvSpPr>
              <p:nvPr/>
            </p:nvSpPr>
            <p:spPr bwMode="auto">
              <a:xfrm>
                <a:off x="786" y="1706"/>
                <a:ext cx="88" cy="45"/>
              </a:xfrm>
              <a:custGeom>
                <a:avLst/>
                <a:gdLst>
                  <a:gd name="T0" fmla="*/ 0 w 527"/>
                  <a:gd name="T1" fmla="*/ 0 h 269"/>
                  <a:gd name="T2" fmla="*/ 230 w 527"/>
                  <a:gd name="T3" fmla="*/ 160 h 269"/>
                  <a:gd name="T4" fmla="*/ 435 w 527"/>
                  <a:gd name="T5" fmla="*/ 240 h 269"/>
                  <a:gd name="T6" fmla="*/ 527 w 527"/>
                  <a:gd name="T7" fmla="*/ 269 h 269"/>
                </a:gdLst>
                <a:ahLst/>
                <a:cxnLst>
                  <a:cxn ang="0">
                    <a:pos x="T0" y="T1"/>
                  </a:cxn>
                  <a:cxn ang="0">
                    <a:pos x="T2" y="T3"/>
                  </a:cxn>
                  <a:cxn ang="0">
                    <a:pos x="T4" y="T5"/>
                  </a:cxn>
                  <a:cxn ang="0">
                    <a:pos x="T6" y="T7"/>
                  </a:cxn>
                </a:cxnLst>
                <a:rect l="0" t="0" r="r" b="b"/>
                <a:pathLst>
                  <a:path w="527" h="269">
                    <a:moveTo>
                      <a:pt x="0" y="0"/>
                    </a:moveTo>
                    <a:lnTo>
                      <a:pt x="230" y="160"/>
                    </a:lnTo>
                    <a:lnTo>
                      <a:pt x="435" y="240"/>
                    </a:lnTo>
                    <a:lnTo>
                      <a:pt x="527" y="26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32" name="Freeform 68">
                <a:extLst>
                  <a:ext uri="{FF2B5EF4-FFF2-40B4-BE49-F238E27FC236}">
                    <a16:creationId xmlns:a16="http://schemas.microsoft.com/office/drawing/2014/main" id="{C739A8C2-33ED-4D83-B2CA-02F29DD2C9AA}"/>
                  </a:ext>
                </a:extLst>
              </p:cNvPr>
              <p:cNvSpPr>
                <a:spLocks/>
              </p:cNvSpPr>
              <p:nvPr/>
            </p:nvSpPr>
            <p:spPr bwMode="auto">
              <a:xfrm>
                <a:off x="732" y="1694"/>
                <a:ext cx="98" cy="104"/>
              </a:xfrm>
              <a:custGeom>
                <a:avLst/>
                <a:gdLst>
                  <a:gd name="T0" fmla="*/ 0 w 587"/>
                  <a:gd name="T1" fmla="*/ 0 h 627"/>
                  <a:gd name="T2" fmla="*/ 329 w 587"/>
                  <a:gd name="T3" fmla="*/ 175 h 627"/>
                  <a:gd name="T4" fmla="*/ 403 w 587"/>
                  <a:gd name="T5" fmla="*/ 239 h 627"/>
                  <a:gd name="T6" fmla="*/ 498 w 587"/>
                  <a:gd name="T7" fmla="*/ 352 h 627"/>
                  <a:gd name="T8" fmla="*/ 538 w 587"/>
                  <a:gd name="T9" fmla="*/ 443 h 627"/>
                  <a:gd name="T10" fmla="*/ 560 w 587"/>
                  <a:gd name="T11" fmla="*/ 521 h 627"/>
                  <a:gd name="T12" fmla="*/ 587 w 587"/>
                  <a:gd name="T13" fmla="*/ 627 h 627"/>
                </a:gdLst>
                <a:ahLst/>
                <a:cxnLst>
                  <a:cxn ang="0">
                    <a:pos x="T0" y="T1"/>
                  </a:cxn>
                  <a:cxn ang="0">
                    <a:pos x="T2" y="T3"/>
                  </a:cxn>
                  <a:cxn ang="0">
                    <a:pos x="T4" y="T5"/>
                  </a:cxn>
                  <a:cxn ang="0">
                    <a:pos x="T6" y="T7"/>
                  </a:cxn>
                  <a:cxn ang="0">
                    <a:pos x="T8" y="T9"/>
                  </a:cxn>
                  <a:cxn ang="0">
                    <a:pos x="T10" y="T11"/>
                  </a:cxn>
                  <a:cxn ang="0">
                    <a:pos x="T12" y="T13"/>
                  </a:cxn>
                </a:cxnLst>
                <a:rect l="0" t="0" r="r" b="b"/>
                <a:pathLst>
                  <a:path w="587" h="627">
                    <a:moveTo>
                      <a:pt x="0" y="0"/>
                    </a:moveTo>
                    <a:lnTo>
                      <a:pt x="329" y="175"/>
                    </a:lnTo>
                    <a:lnTo>
                      <a:pt x="403" y="239"/>
                    </a:lnTo>
                    <a:lnTo>
                      <a:pt x="498" y="352"/>
                    </a:lnTo>
                    <a:lnTo>
                      <a:pt x="538" y="443"/>
                    </a:lnTo>
                    <a:lnTo>
                      <a:pt x="560" y="521"/>
                    </a:lnTo>
                    <a:lnTo>
                      <a:pt x="587" y="62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33" name="Freeform 69">
                <a:extLst>
                  <a:ext uri="{FF2B5EF4-FFF2-40B4-BE49-F238E27FC236}">
                    <a16:creationId xmlns:a16="http://schemas.microsoft.com/office/drawing/2014/main" id="{AAF81EF5-21AC-4BE6-9875-5FD2DD8BCA8C}"/>
                  </a:ext>
                </a:extLst>
              </p:cNvPr>
              <p:cNvSpPr>
                <a:spLocks/>
              </p:cNvSpPr>
              <p:nvPr/>
            </p:nvSpPr>
            <p:spPr bwMode="auto">
              <a:xfrm>
                <a:off x="771" y="1636"/>
                <a:ext cx="65" cy="102"/>
              </a:xfrm>
              <a:custGeom>
                <a:avLst/>
                <a:gdLst>
                  <a:gd name="T0" fmla="*/ 382 w 385"/>
                  <a:gd name="T1" fmla="*/ 136 h 609"/>
                  <a:gd name="T2" fmla="*/ 385 w 385"/>
                  <a:gd name="T3" fmla="*/ 96 h 609"/>
                  <a:gd name="T4" fmla="*/ 359 w 385"/>
                  <a:gd name="T5" fmla="*/ 42 h 609"/>
                  <a:gd name="T6" fmla="*/ 320 w 385"/>
                  <a:gd name="T7" fmla="*/ 15 h 609"/>
                  <a:gd name="T8" fmla="*/ 283 w 385"/>
                  <a:gd name="T9" fmla="*/ 0 h 609"/>
                  <a:gd name="T10" fmla="*/ 243 w 385"/>
                  <a:gd name="T11" fmla="*/ 2 h 609"/>
                  <a:gd name="T12" fmla="*/ 206 w 385"/>
                  <a:gd name="T13" fmla="*/ 11 h 609"/>
                  <a:gd name="T14" fmla="*/ 176 w 385"/>
                  <a:gd name="T15" fmla="*/ 29 h 609"/>
                  <a:gd name="T16" fmla="*/ 120 w 385"/>
                  <a:gd name="T17" fmla="*/ 163 h 609"/>
                  <a:gd name="T18" fmla="*/ 81 w 385"/>
                  <a:gd name="T19" fmla="*/ 292 h 609"/>
                  <a:gd name="T20" fmla="*/ 44 w 385"/>
                  <a:gd name="T21" fmla="*/ 393 h 609"/>
                  <a:gd name="T22" fmla="*/ 0 w 385"/>
                  <a:gd name="T23" fmla="*/ 501 h 609"/>
                  <a:gd name="T24" fmla="*/ 16 w 385"/>
                  <a:gd name="T25" fmla="*/ 568 h 609"/>
                  <a:gd name="T26" fmla="*/ 37 w 385"/>
                  <a:gd name="T27" fmla="*/ 591 h 609"/>
                  <a:gd name="T28" fmla="*/ 71 w 385"/>
                  <a:gd name="T29" fmla="*/ 609 h 609"/>
                  <a:gd name="T30" fmla="*/ 108 w 385"/>
                  <a:gd name="T31" fmla="*/ 604 h 609"/>
                  <a:gd name="T32" fmla="*/ 145 w 385"/>
                  <a:gd name="T33" fmla="*/ 589 h 609"/>
                  <a:gd name="T34" fmla="*/ 182 w 385"/>
                  <a:gd name="T35" fmla="*/ 528 h 609"/>
                  <a:gd name="T36" fmla="*/ 197 w 385"/>
                  <a:gd name="T37" fmla="*/ 443 h 609"/>
                  <a:gd name="T38" fmla="*/ 229 w 385"/>
                  <a:gd name="T39" fmla="*/ 390 h 609"/>
                  <a:gd name="T40" fmla="*/ 258 w 385"/>
                  <a:gd name="T41" fmla="*/ 325 h 609"/>
                  <a:gd name="T42" fmla="*/ 308 w 385"/>
                  <a:gd name="T43" fmla="*/ 261 h 609"/>
                  <a:gd name="T44" fmla="*/ 355 w 385"/>
                  <a:gd name="T45" fmla="*/ 179 h 609"/>
                  <a:gd name="T46" fmla="*/ 382 w 385"/>
                  <a:gd name="T47" fmla="*/ 136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5" h="609">
                    <a:moveTo>
                      <a:pt x="382" y="136"/>
                    </a:moveTo>
                    <a:lnTo>
                      <a:pt x="385" y="96"/>
                    </a:lnTo>
                    <a:lnTo>
                      <a:pt x="359" y="42"/>
                    </a:lnTo>
                    <a:lnTo>
                      <a:pt x="320" y="15"/>
                    </a:lnTo>
                    <a:lnTo>
                      <a:pt x="283" y="0"/>
                    </a:lnTo>
                    <a:lnTo>
                      <a:pt x="243" y="2"/>
                    </a:lnTo>
                    <a:lnTo>
                      <a:pt x="206" y="11"/>
                    </a:lnTo>
                    <a:lnTo>
                      <a:pt x="176" y="29"/>
                    </a:lnTo>
                    <a:lnTo>
                      <a:pt x="120" y="163"/>
                    </a:lnTo>
                    <a:lnTo>
                      <a:pt x="81" y="292"/>
                    </a:lnTo>
                    <a:lnTo>
                      <a:pt x="44" y="393"/>
                    </a:lnTo>
                    <a:lnTo>
                      <a:pt x="0" y="501"/>
                    </a:lnTo>
                    <a:lnTo>
                      <a:pt x="16" y="568"/>
                    </a:lnTo>
                    <a:lnTo>
                      <a:pt x="37" y="591"/>
                    </a:lnTo>
                    <a:lnTo>
                      <a:pt x="71" y="609"/>
                    </a:lnTo>
                    <a:lnTo>
                      <a:pt x="108" y="604"/>
                    </a:lnTo>
                    <a:lnTo>
                      <a:pt x="145" y="589"/>
                    </a:lnTo>
                    <a:lnTo>
                      <a:pt x="182" y="528"/>
                    </a:lnTo>
                    <a:lnTo>
                      <a:pt x="197" y="443"/>
                    </a:lnTo>
                    <a:lnTo>
                      <a:pt x="229" y="390"/>
                    </a:lnTo>
                    <a:lnTo>
                      <a:pt x="258" y="325"/>
                    </a:lnTo>
                    <a:lnTo>
                      <a:pt x="308" y="261"/>
                    </a:lnTo>
                    <a:lnTo>
                      <a:pt x="355" y="179"/>
                    </a:lnTo>
                    <a:lnTo>
                      <a:pt x="382" y="136"/>
                    </a:lnTo>
                    <a:close/>
                  </a:path>
                </a:pathLst>
              </a:custGeom>
              <a:solidFill>
                <a:srgbClr val="FF9F9F"/>
              </a:solidFill>
              <a:ln w="1588">
                <a:solidFill>
                  <a:srgbClr val="000000"/>
                </a:solidFill>
                <a:prstDash val="solid"/>
                <a:round/>
                <a:headEnd/>
                <a:tailEnd/>
              </a:ln>
            </p:spPr>
            <p:txBody>
              <a:bodyPr/>
              <a:lstStyle/>
              <a:p>
                <a:endParaRPr lang="en-US"/>
              </a:p>
            </p:txBody>
          </p:sp>
          <p:sp>
            <p:nvSpPr>
              <p:cNvPr id="36934" name="Freeform 70">
                <a:extLst>
                  <a:ext uri="{FF2B5EF4-FFF2-40B4-BE49-F238E27FC236}">
                    <a16:creationId xmlns:a16="http://schemas.microsoft.com/office/drawing/2014/main" id="{F7E8E545-F7B9-4A43-AF70-93B8A8C4712E}"/>
                  </a:ext>
                </a:extLst>
              </p:cNvPr>
              <p:cNvSpPr>
                <a:spLocks/>
              </p:cNvSpPr>
              <p:nvPr/>
            </p:nvSpPr>
            <p:spPr bwMode="auto">
              <a:xfrm>
                <a:off x="778" y="1709"/>
                <a:ext cx="18" cy="25"/>
              </a:xfrm>
              <a:custGeom>
                <a:avLst/>
                <a:gdLst>
                  <a:gd name="T0" fmla="*/ 16 w 111"/>
                  <a:gd name="T1" fmla="*/ 18 h 145"/>
                  <a:gd name="T2" fmla="*/ 37 w 111"/>
                  <a:gd name="T3" fmla="*/ 0 h 145"/>
                  <a:gd name="T4" fmla="*/ 75 w 111"/>
                  <a:gd name="T5" fmla="*/ 4 h 145"/>
                  <a:gd name="T6" fmla="*/ 111 w 111"/>
                  <a:gd name="T7" fmla="*/ 21 h 145"/>
                  <a:gd name="T8" fmla="*/ 111 w 111"/>
                  <a:gd name="T9" fmla="*/ 75 h 145"/>
                  <a:gd name="T10" fmla="*/ 106 w 111"/>
                  <a:gd name="T11" fmla="*/ 105 h 145"/>
                  <a:gd name="T12" fmla="*/ 90 w 111"/>
                  <a:gd name="T13" fmla="*/ 136 h 145"/>
                  <a:gd name="T14" fmla="*/ 53 w 111"/>
                  <a:gd name="T15" fmla="*/ 145 h 145"/>
                  <a:gd name="T16" fmla="*/ 34 w 111"/>
                  <a:gd name="T17" fmla="*/ 143 h 145"/>
                  <a:gd name="T18" fmla="*/ 12 w 111"/>
                  <a:gd name="T19" fmla="*/ 121 h 145"/>
                  <a:gd name="T20" fmla="*/ 0 w 111"/>
                  <a:gd name="T21" fmla="*/ 96 h 145"/>
                  <a:gd name="T22" fmla="*/ 16 w 111"/>
                  <a:gd name="T23" fmla="*/ 1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45">
                    <a:moveTo>
                      <a:pt x="16" y="18"/>
                    </a:moveTo>
                    <a:lnTo>
                      <a:pt x="37" y="0"/>
                    </a:lnTo>
                    <a:lnTo>
                      <a:pt x="75" y="4"/>
                    </a:lnTo>
                    <a:lnTo>
                      <a:pt x="111" y="21"/>
                    </a:lnTo>
                    <a:lnTo>
                      <a:pt x="111" y="75"/>
                    </a:lnTo>
                    <a:lnTo>
                      <a:pt x="106" y="105"/>
                    </a:lnTo>
                    <a:lnTo>
                      <a:pt x="90" y="136"/>
                    </a:lnTo>
                    <a:lnTo>
                      <a:pt x="53" y="145"/>
                    </a:lnTo>
                    <a:lnTo>
                      <a:pt x="34" y="143"/>
                    </a:lnTo>
                    <a:lnTo>
                      <a:pt x="12" y="121"/>
                    </a:lnTo>
                    <a:lnTo>
                      <a:pt x="0" y="96"/>
                    </a:lnTo>
                    <a:lnTo>
                      <a:pt x="16" y="18"/>
                    </a:lnTo>
                    <a:close/>
                  </a:path>
                </a:pathLst>
              </a:custGeom>
              <a:solidFill>
                <a:srgbClr val="FFBFBF"/>
              </a:solidFill>
              <a:ln w="1588">
                <a:solidFill>
                  <a:srgbClr val="000000"/>
                </a:solidFill>
                <a:prstDash val="solid"/>
                <a:round/>
                <a:headEnd/>
                <a:tailEnd/>
              </a:ln>
            </p:spPr>
            <p:txBody>
              <a:bodyPr/>
              <a:lstStyle/>
              <a:p>
                <a:endParaRPr lang="en-US"/>
              </a:p>
            </p:txBody>
          </p:sp>
          <p:sp>
            <p:nvSpPr>
              <p:cNvPr id="36935" name="Freeform 71">
                <a:extLst>
                  <a:ext uri="{FF2B5EF4-FFF2-40B4-BE49-F238E27FC236}">
                    <a16:creationId xmlns:a16="http://schemas.microsoft.com/office/drawing/2014/main" id="{70DD9B53-6F99-4DB6-AE8D-BCD29AAE28C1}"/>
                  </a:ext>
                </a:extLst>
              </p:cNvPr>
              <p:cNvSpPr>
                <a:spLocks/>
              </p:cNvSpPr>
              <p:nvPr/>
            </p:nvSpPr>
            <p:spPr bwMode="auto">
              <a:xfrm>
                <a:off x="715" y="1490"/>
                <a:ext cx="48" cy="177"/>
              </a:xfrm>
              <a:custGeom>
                <a:avLst/>
                <a:gdLst>
                  <a:gd name="T0" fmla="*/ 277 w 283"/>
                  <a:gd name="T1" fmla="*/ 982 h 1065"/>
                  <a:gd name="T2" fmla="*/ 282 w 283"/>
                  <a:gd name="T3" fmla="*/ 926 h 1065"/>
                  <a:gd name="T4" fmla="*/ 283 w 283"/>
                  <a:gd name="T5" fmla="*/ 800 h 1065"/>
                  <a:gd name="T6" fmla="*/ 274 w 283"/>
                  <a:gd name="T7" fmla="*/ 676 h 1065"/>
                  <a:gd name="T8" fmla="*/ 268 w 283"/>
                  <a:gd name="T9" fmla="*/ 621 h 1065"/>
                  <a:gd name="T10" fmla="*/ 265 w 283"/>
                  <a:gd name="T11" fmla="*/ 580 h 1065"/>
                  <a:gd name="T12" fmla="*/ 265 w 283"/>
                  <a:gd name="T13" fmla="*/ 494 h 1065"/>
                  <a:gd name="T14" fmla="*/ 270 w 283"/>
                  <a:gd name="T15" fmla="*/ 397 h 1065"/>
                  <a:gd name="T16" fmla="*/ 268 w 283"/>
                  <a:gd name="T17" fmla="*/ 325 h 1065"/>
                  <a:gd name="T18" fmla="*/ 266 w 283"/>
                  <a:gd name="T19" fmla="*/ 270 h 1065"/>
                  <a:gd name="T20" fmla="*/ 256 w 283"/>
                  <a:gd name="T21" fmla="*/ 163 h 1065"/>
                  <a:gd name="T22" fmla="*/ 247 w 283"/>
                  <a:gd name="T23" fmla="*/ 87 h 1065"/>
                  <a:gd name="T24" fmla="*/ 230 w 283"/>
                  <a:gd name="T25" fmla="*/ 24 h 1065"/>
                  <a:gd name="T26" fmla="*/ 209 w 283"/>
                  <a:gd name="T27" fmla="*/ 4 h 1065"/>
                  <a:gd name="T28" fmla="*/ 182 w 283"/>
                  <a:gd name="T29" fmla="*/ 1 h 1065"/>
                  <a:gd name="T30" fmla="*/ 153 w 283"/>
                  <a:gd name="T31" fmla="*/ 0 h 1065"/>
                  <a:gd name="T32" fmla="*/ 118 w 283"/>
                  <a:gd name="T33" fmla="*/ 15 h 1065"/>
                  <a:gd name="T34" fmla="*/ 90 w 283"/>
                  <a:gd name="T35" fmla="*/ 69 h 1065"/>
                  <a:gd name="T36" fmla="*/ 83 w 283"/>
                  <a:gd name="T37" fmla="*/ 157 h 1065"/>
                  <a:gd name="T38" fmla="*/ 80 w 283"/>
                  <a:gd name="T39" fmla="*/ 259 h 1065"/>
                  <a:gd name="T40" fmla="*/ 74 w 283"/>
                  <a:gd name="T41" fmla="*/ 325 h 1065"/>
                  <a:gd name="T42" fmla="*/ 65 w 283"/>
                  <a:gd name="T43" fmla="*/ 394 h 1065"/>
                  <a:gd name="T44" fmla="*/ 66 w 283"/>
                  <a:gd name="T45" fmla="*/ 475 h 1065"/>
                  <a:gd name="T46" fmla="*/ 63 w 283"/>
                  <a:gd name="T47" fmla="*/ 567 h 1065"/>
                  <a:gd name="T48" fmla="*/ 49 w 283"/>
                  <a:gd name="T49" fmla="*/ 637 h 1065"/>
                  <a:gd name="T50" fmla="*/ 36 w 283"/>
                  <a:gd name="T51" fmla="*/ 748 h 1065"/>
                  <a:gd name="T52" fmla="*/ 19 w 283"/>
                  <a:gd name="T53" fmla="*/ 865 h 1065"/>
                  <a:gd name="T54" fmla="*/ 3 w 283"/>
                  <a:gd name="T55" fmla="*/ 964 h 1065"/>
                  <a:gd name="T56" fmla="*/ 0 w 283"/>
                  <a:gd name="T57" fmla="*/ 1065 h 1065"/>
                  <a:gd name="T58" fmla="*/ 259 w 283"/>
                  <a:gd name="T59" fmla="*/ 1061 h 1065"/>
                  <a:gd name="T60" fmla="*/ 277 w 283"/>
                  <a:gd name="T61" fmla="*/ 982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3" h="1065">
                    <a:moveTo>
                      <a:pt x="277" y="982"/>
                    </a:moveTo>
                    <a:lnTo>
                      <a:pt x="282" y="926"/>
                    </a:lnTo>
                    <a:lnTo>
                      <a:pt x="283" y="800"/>
                    </a:lnTo>
                    <a:lnTo>
                      <a:pt x="274" y="676"/>
                    </a:lnTo>
                    <a:lnTo>
                      <a:pt x="268" y="621"/>
                    </a:lnTo>
                    <a:lnTo>
                      <a:pt x="265" y="580"/>
                    </a:lnTo>
                    <a:lnTo>
                      <a:pt x="265" y="494"/>
                    </a:lnTo>
                    <a:lnTo>
                      <a:pt x="270" y="397"/>
                    </a:lnTo>
                    <a:lnTo>
                      <a:pt x="268" y="325"/>
                    </a:lnTo>
                    <a:lnTo>
                      <a:pt x="266" y="270"/>
                    </a:lnTo>
                    <a:lnTo>
                      <a:pt x="256" y="163"/>
                    </a:lnTo>
                    <a:lnTo>
                      <a:pt x="247" y="87"/>
                    </a:lnTo>
                    <a:lnTo>
                      <a:pt x="230" y="24"/>
                    </a:lnTo>
                    <a:lnTo>
                      <a:pt x="209" y="4"/>
                    </a:lnTo>
                    <a:lnTo>
                      <a:pt x="182" y="1"/>
                    </a:lnTo>
                    <a:lnTo>
                      <a:pt x="153" y="0"/>
                    </a:lnTo>
                    <a:lnTo>
                      <a:pt x="118" y="15"/>
                    </a:lnTo>
                    <a:lnTo>
                      <a:pt x="90" y="69"/>
                    </a:lnTo>
                    <a:lnTo>
                      <a:pt x="83" y="157"/>
                    </a:lnTo>
                    <a:lnTo>
                      <a:pt x="80" y="259"/>
                    </a:lnTo>
                    <a:lnTo>
                      <a:pt x="74" y="325"/>
                    </a:lnTo>
                    <a:lnTo>
                      <a:pt x="65" y="394"/>
                    </a:lnTo>
                    <a:lnTo>
                      <a:pt x="66" y="475"/>
                    </a:lnTo>
                    <a:lnTo>
                      <a:pt x="63" y="567"/>
                    </a:lnTo>
                    <a:lnTo>
                      <a:pt x="49" y="637"/>
                    </a:lnTo>
                    <a:lnTo>
                      <a:pt x="36" y="748"/>
                    </a:lnTo>
                    <a:lnTo>
                      <a:pt x="19" y="865"/>
                    </a:lnTo>
                    <a:lnTo>
                      <a:pt x="3" y="964"/>
                    </a:lnTo>
                    <a:lnTo>
                      <a:pt x="0" y="1065"/>
                    </a:lnTo>
                    <a:lnTo>
                      <a:pt x="259" y="1061"/>
                    </a:lnTo>
                    <a:lnTo>
                      <a:pt x="277" y="982"/>
                    </a:lnTo>
                    <a:close/>
                  </a:path>
                </a:pathLst>
              </a:custGeom>
              <a:solidFill>
                <a:srgbClr val="FF9F9F"/>
              </a:solidFill>
              <a:ln w="1588">
                <a:solidFill>
                  <a:srgbClr val="000000"/>
                </a:solidFill>
                <a:prstDash val="solid"/>
                <a:round/>
                <a:headEnd/>
                <a:tailEnd/>
              </a:ln>
            </p:spPr>
            <p:txBody>
              <a:bodyPr/>
              <a:lstStyle/>
              <a:p>
                <a:endParaRPr lang="en-US"/>
              </a:p>
            </p:txBody>
          </p:sp>
          <p:sp>
            <p:nvSpPr>
              <p:cNvPr id="36936" name="Freeform 72">
                <a:extLst>
                  <a:ext uri="{FF2B5EF4-FFF2-40B4-BE49-F238E27FC236}">
                    <a16:creationId xmlns:a16="http://schemas.microsoft.com/office/drawing/2014/main" id="{23529FF0-699C-4DB8-894C-0E2C55785B15}"/>
                  </a:ext>
                </a:extLst>
              </p:cNvPr>
              <p:cNvSpPr>
                <a:spLocks/>
              </p:cNvSpPr>
              <p:nvPr/>
            </p:nvSpPr>
            <p:spPr bwMode="auto">
              <a:xfrm>
                <a:off x="827" y="1711"/>
                <a:ext cx="36" cy="5"/>
              </a:xfrm>
              <a:custGeom>
                <a:avLst/>
                <a:gdLst>
                  <a:gd name="T0" fmla="*/ 216 w 216"/>
                  <a:gd name="T1" fmla="*/ 14 h 27"/>
                  <a:gd name="T2" fmla="*/ 152 w 216"/>
                  <a:gd name="T3" fmla="*/ 24 h 27"/>
                  <a:gd name="T4" fmla="*/ 102 w 216"/>
                  <a:gd name="T5" fmla="*/ 27 h 27"/>
                  <a:gd name="T6" fmla="*/ 34 w 216"/>
                  <a:gd name="T7" fmla="*/ 14 h 27"/>
                  <a:gd name="T8" fmla="*/ 0 w 216"/>
                  <a:gd name="T9" fmla="*/ 0 h 27"/>
                </a:gdLst>
                <a:ahLst/>
                <a:cxnLst>
                  <a:cxn ang="0">
                    <a:pos x="T0" y="T1"/>
                  </a:cxn>
                  <a:cxn ang="0">
                    <a:pos x="T2" y="T3"/>
                  </a:cxn>
                  <a:cxn ang="0">
                    <a:pos x="T4" y="T5"/>
                  </a:cxn>
                  <a:cxn ang="0">
                    <a:pos x="T6" y="T7"/>
                  </a:cxn>
                  <a:cxn ang="0">
                    <a:pos x="T8" y="T9"/>
                  </a:cxn>
                </a:cxnLst>
                <a:rect l="0" t="0" r="r" b="b"/>
                <a:pathLst>
                  <a:path w="216" h="27">
                    <a:moveTo>
                      <a:pt x="216" y="14"/>
                    </a:moveTo>
                    <a:lnTo>
                      <a:pt x="152" y="24"/>
                    </a:lnTo>
                    <a:lnTo>
                      <a:pt x="102" y="27"/>
                    </a:lnTo>
                    <a:lnTo>
                      <a:pt x="34" y="14"/>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37" name="Freeform 73">
                <a:extLst>
                  <a:ext uri="{FF2B5EF4-FFF2-40B4-BE49-F238E27FC236}">
                    <a16:creationId xmlns:a16="http://schemas.microsoft.com/office/drawing/2014/main" id="{6AA50733-6930-46A8-B272-6E90F0D5F35C}"/>
                  </a:ext>
                </a:extLst>
              </p:cNvPr>
              <p:cNvSpPr>
                <a:spLocks/>
              </p:cNvSpPr>
              <p:nvPr/>
            </p:nvSpPr>
            <p:spPr bwMode="auto">
              <a:xfrm>
                <a:off x="718" y="1835"/>
                <a:ext cx="29" cy="2"/>
              </a:xfrm>
              <a:custGeom>
                <a:avLst/>
                <a:gdLst>
                  <a:gd name="T0" fmla="*/ 0 w 177"/>
                  <a:gd name="T1" fmla="*/ 0 h 14"/>
                  <a:gd name="T2" fmla="*/ 69 w 177"/>
                  <a:gd name="T3" fmla="*/ 14 h 14"/>
                  <a:gd name="T4" fmla="*/ 143 w 177"/>
                  <a:gd name="T5" fmla="*/ 14 h 14"/>
                  <a:gd name="T6" fmla="*/ 177 w 177"/>
                  <a:gd name="T7" fmla="*/ 7 h 14"/>
                </a:gdLst>
                <a:ahLst/>
                <a:cxnLst>
                  <a:cxn ang="0">
                    <a:pos x="T0" y="T1"/>
                  </a:cxn>
                  <a:cxn ang="0">
                    <a:pos x="T2" y="T3"/>
                  </a:cxn>
                  <a:cxn ang="0">
                    <a:pos x="T4" y="T5"/>
                  </a:cxn>
                  <a:cxn ang="0">
                    <a:pos x="T6" y="T7"/>
                  </a:cxn>
                </a:cxnLst>
                <a:rect l="0" t="0" r="r" b="b"/>
                <a:pathLst>
                  <a:path w="177" h="14">
                    <a:moveTo>
                      <a:pt x="0" y="0"/>
                    </a:moveTo>
                    <a:lnTo>
                      <a:pt x="69" y="14"/>
                    </a:lnTo>
                    <a:lnTo>
                      <a:pt x="143" y="14"/>
                    </a:lnTo>
                    <a:lnTo>
                      <a:pt x="177" y="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38" name="Freeform 74">
                <a:extLst>
                  <a:ext uri="{FF2B5EF4-FFF2-40B4-BE49-F238E27FC236}">
                    <a16:creationId xmlns:a16="http://schemas.microsoft.com/office/drawing/2014/main" id="{0C811EF6-C8D4-4392-8C63-B60F2F4B1028}"/>
                  </a:ext>
                </a:extLst>
              </p:cNvPr>
              <p:cNvSpPr>
                <a:spLocks/>
              </p:cNvSpPr>
              <p:nvPr/>
            </p:nvSpPr>
            <p:spPr bwMode="auto">
              <a:xfrm>
                <a:off x="801" y="1659"/>
                <a:ext cx="61" cy="81"/>
              </a:xfrm>
              <a:custGeom>
                <a:avLst/>
                <a:gdLst>
                  <a:gd name="T0" fmla="*/ 361 w 361"/>
                  <a:gd name="T1" fmla="*/ 95 h 490"/>
                  <a:gd name="T2" fmla="*/ 354 w 361"/>
                  <a:gd name="T3" fmla="*/ 156 h 490"/>
                  <a:gd name="T4" fmla="*/ 323 w 361"/>
                  <a:gd name="T5" fmla="*/ 210 h 490"/>
                  <a:gd name="T6" fmla="*/ 269 w 361"/>
                  <a:gd name="T7" fmla="*/ 260 h 490"/>
                  <a:gd name="T8" fmla="*/ 233 w 361"/>
                  <a:gd name="T9" fmla="*/ 273 h 490"/>
                  <a:gd name="T10" fmla="*/ 204 w 361"/>
                  <a:gd name="T11" fmla="*/ 287 h 490"/>
                  <a:gd name="T12" fmla="*/ 186 w 361"/>
                  <a:gd name="T13" fmla="*/ 337 h 490"/>
                  <a:gd name="T14" fmla="*/ 159 w 361"/>
                  <a:gd name="T15" fmla="*/ 405 h 490"/>
                  <a:gd name="T16" fmla="*/ 129 w 361"/>
                  <a:gd name="T17" fmla="*/ 469 h 490"/>
                  <a:gd name="T18" fmla="*/ 94 w 361"/>
                  <a:gd name="T19" fmla="*/ 490 h 490"/>
                  <a:gd name="T20" fmla="*/ 44 w 361"/>
                  <a:gd name="T21" fmla="*/ 490 h 490"/>
                  <a:gd name="T22" fmla="*/ 13 w 361"/>
                  <a:gd name="T23" fmla="*/ 475 h 490"/>
                  <a:gd name="T24" fmla="*/ 0 w 361"/>
                  <a:gd name="T25" fmla="*/ 436 h 490"/>
                  <a:gd name="T26" fmla="*/ 3 w 361"/>
                  <a:gd name="T27" fmla="*/ 392 h 490"/>
                  <a:gd name="T28" fmla="*/ 19 w 361"/>
                  <a:gd name="T29" fmla="*/ 311 h 490"/>
                  <a:gd name="T30" fmla="*/ 50 w 361"/>
                  <a:gd name="T31" fmla="*/ 246 h 490"/>
                  <a:gd name="T32" fmla="*/ 87 w 361"/>
                  <a:gd name="T33" fmla="*/ 189 h 490"/>
                  <a:gd name="T34" fmla="*/ 156 w 361"/>
                  <a:gd name="T35" fmla="*/ 68 h 490"/>
                  <a:gd name="T36" fmla="*/ 202 w 361"/>
                  <a:gd name="T37" fmla="*/ 14 h 490"/>
                  <a:gd name="T38" fmla="*/ 263 w 361"/>
                  <a:gd name="T39" fmla="*/ 0 h 490"/>
                  <a:gd name="T40" fmla="*/ 297 w 361"/>
                  <a:gd name="T41" fmla="*/ 9 h 490"/>
                  <a:gd name="T42" fmla="*/ 323 w 361"/>
                  <a:gd name="T43" fmla="*/ 27 h 490"/>
                  <a:gd name="T44" fmla="*/ 348 w 361"/>
                  <a:gd name="T45" fmla="*/ 60 h 490"/>
                  <a:gd name="T46" fmla="*/ 361 w 361"/>
                  <a:gd name="T47" fmla="*/ 95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1" h="490">
                    <a:moveTo>
                      <a:pt x="361" y="95"/>
                    </a:moveTo>
                    <a:lnTo>
                      <a:pt x="354" y="156"/>
                    </a:lnTo>
                    <a:lnTo>
                      <a:pt x="323" y="210"/>
                    </a:lnTo>
                    <a:lnTo>
                      <a:pt x="269" y="260"/>
                    </a:lnTo>
                    <a:lnTo>
                      <a:pt x="233" y="273"/>
                    </a:lnTo>
                    <a:lnTo>
                      <a:pt x="204" y="287"/>
                    </a:lnTo>
                    <a:lnTo>
                      <a:pt x="186" y="337"/>
                    </a:lnTo>
                    <a:lnTo>
                      <a:pt x="159" y="405"/>
                    </a:lnTo>
                    <a:lnTo>
                      <a:pt x="129" y="469"/>
                    </a:lnTo>
                    <a:lnTo>
                      <a:pt x="94" y="490"/>
                    </a:lnTo>
                    <a:lnTo>
                      <a:pt x="44" y="490"/>
                    </a:lnTo>
                    <a:lnTo>
                      <a:pt x="13" y="475"/>
                    </a:lnTo>
                    <a:lnTo>
                      <a:pt x="0" y="436"/>
                    </a:lnTo>
                    <a:lnTo>
                      <a:pt x="3" y="392"/>
                    </a:lnTo>
                    <a:lnTo>
                      <a:pt x="19" y="311"/>
                    </a:lnTo>
                    <a:lnTo>
                      <a:pt x="50" y="246"/>
                    </a:lnTo>
                    <a:lnTo>
                      <a:pt x="87" y="189"/>
                    </a:lnTo>
                    <a:lnTo>
                      <a:pt x="156" y="68"/>
                    </a:lnTo>
                    <a:lnTo>
                      <a:pt x="202" y="14"/>
                    </a:lnTo>
                    <a:lnTo>
                      <a:pt x="263" y="0"/>
                    </a:lnTo>
                    <a:lnTo>
                      <a:pt x="297" y="9"/>
                    </a:lnTo>
                    <a:lnTo>
                      <a:pt x="323" y="27"/>
                    </a:lnTo>
                    <a:lnTo>
                      <a:pt x="348" y="60"/>
                    </a:lnTo>
                    <a:lnTo>
                      <a:pt x="361" y="95"/>
                    </a:lnTo>
                    <a:close/>
                  </a:path>
                </a:pathLst>
              </a:custGeom>
              <a:solidFill>
                <a:srgbClr val="FF9F9F"/>
              </a:solidFill>
              <a:ln w="1588">
                <a:solidFill>
                  <a:srgbClr val="000000"/>
                </a:solidFill>
                <a:prstDash val="solid"/>
                <a:round/>
                <a:headEnd/>
                <a:tailEnd/>
              </a:ln>
            </p:spPr>
            <p:txBody>
              <a:bodyPr/>
              <a:lstStyle/>
              <a:p>
                <a:endParaRPr lang="en-US"/>
              </a:p>
            </p:txBody>
          </p:sp>
          <p:sp>
            <p:nvSpPr>
              <p:cNvPr id="36939" name="Freeform 75">
                <a:extLst>
                  <a:ext uri="{FF2B5EF4-FFF2-40B4-BE49-F238E27FC236}">
                    <a16:creationId xmlns:a16="http://schemas.microsoft.com/office/drawing/2014/main" id="{AE28C507-AC9F-4071-86C8-7B0E6130DF11}"/>
                  </a:ext>
                </a:extLst>
              </p:cNvPr>
              <p:cNvSpPr>
                <a:spLocks/>
              </p:cNvSpPr>
              <p:nvPr/>
            </p:nvSpPr>
            <p:spPr bwMode="auto">
              <a:xfrm>
                <a:off x="804" y="1720"/>
                <a:ext cx="16" cy="18"/>
              </a:xfrm>
              <a:custGeom>
                <a:avLst/>
                <a:gdLst>
                  <a:gd name="T0" fmla="*/ 17 w 96"/>
                  <a:gd name="T1" fmla="*/ 0 h 111"/>
                  <a:gd name="T2" fmla="*/ 55 w 96"/>
                  <a:gd name="T3" fmla="*/ 0 h 111"/>
                  <a:gd name="T4" fmla="*/ 94 w 96"/>
                  <a:gd name="T5" fmla="*/ 13 h 111"/>
                  <a:gd name="T6" fmla="*/ 96 w 96"/>
                  <a:gd name="T7" fmla="*/ 57 h 111"/>
                  <a:gd name="T8" fmla="*/ 85 w 96"/>
                  <a:gd name="T9" fmla="*/ 90 h 111"/>
                  <a:gd name="T10" fmla="*/ 48 w 96"/>
                  <a:gd name="T11" fmla="*/ 111 h 111"/>
                  <a:gd name="T12" fmla="*/ 21 w 96"/>
                  <a:gd name="T13" fmla="*/ 100 h 111"/>
                  <a:gd name="T14" fmla="*/ 11 w 96"/>
                  <a:gd name="T15" fmla="*/ 81 h 111"/>
                  <a:gd name="T16" fmla="*/ 0 w 96"/>
                  <a:gd name="T17" fmla="*/ 53 h 111"/>
                  <a:gd name="T18" fmla="*/ 4 w 96"/>
                  <a:gd name="T19" fmla="*/ 16 h 111"/>
                  <a:gd name="T20" fmla="*/ 17 w 96"/>
                  <a:gd name="T2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11">
                    <a:moveTo>
                      <a:pt x="17" y="0"/>
                    </a:moveTo>
                    <a:lnTo>
                      <a:pt x="55" y="0"/>
                    </a:lnTo>
                    <a:lnTo>
                      <a:pt x="94" y="13"/>
                    </a:lnTo>
                    <a:lnTo>
                      <a:pt x="96" y="57"/>
                    </a:lnTo>
                    <a:lnTo>
                      <a:pt x="85" y="90"/>
                    </a:lnTo>
                    <a:lnTo>
                      <a:pt x="48" y="111"/>
                    </a:lnTo>
                    <a:lnTo>
                      <a:pt x="21" y="100"/>
                    </a:lnTo>
                    <a:lnTo>
                      <a:pt x="11" y="81"/>
                    </a:lnTo>
                    <a:lnTo>
                      <a:pt x="0" y="53"/>
                    </a:lnTo>
                    <a:lnTo>
                      <a:pt x="4" y="16"/>
                    </a:lnTo>
                    <a:lnTo>
                      <a:pt x="17" y="0"/>
                    </a:lnTo>
                    <a:close/>
                  </a:path>
                </a:pathLst>
              </a:custGeom>
              <a:solidFill>
                <a:srgbClr val="FFBFBF"/>
              </a:solidFill>
              <a:ln w="1588">
                <a:solidFill>
                  <a:srgbClr val="000000"/>
                </a:solidFill>
                <a:prstDash val="solid"/>
                <a:round/>
                <a:headEnd/>
                <a:tailEnd/>
              </a:ln>
            </p:spPr>
            <p:txBody>
              <a:bodyPr/>
              <a:lstStyle/>
              <a:p>
                <a:endParaRPr lang="en-US"/>
              </a:p>
            </p:txBody>
          </p:sp>
          <p:sp>
            <p:nvSpPr>
              <p:cNvPr id="36940" name="Freeform 76">
                <a:extLst>
                  <a:ext uri="{FF2B5EF4-FFF2-40B4-BE49-F238E27FC236}">
                    <a16:creationId xmlns:a16="http://schemas.microsoft.com/office/drawing/2014/main" id="{CB26F305-B0C1-4B86-A912-0E932FF2C6C0}"/>
                  </a:ext>
                </a:extLst>
              </p:cNvPr>
              <p:cNvSpPr>
                <a:spLocks/>
              </p:cNvSpPr>
              <p:nvPr/>
            </p:nvSpPr>
            <p:spPr bwMode="auto">
              <a:xfrm>
                <a:off x="751" y="1629"/>
                <a:ext cx="52" cy="101"/>
              </a:xfrm>
              <a:custGeom>
                <a:avLst/>
                <a:gdLst>
                  <a:gd name="T0" fmla="*/ 311 w 311"/>
                  <a:gd name="T1" fmla="*/ 88 h 611"/>
                  <a:gd name="T2" fmla="*/ 297 w 311"/>
                  <a:gd name="T3" fmla="*/ 46 h 611"/>
                  <a:gd name="T4" fmla="*/ 275 w 311"/>
                  <a:gd name="T5" fmla="*/ 17 h 611"/>
                  <a:gd name="T6" fmla="*/ 240 w 311"/>
                  <a:gd name="T7" fmla="*/ 7 h 611"/>
                  <a:gd name="T8" fmla="*/ 196 w 311"/>
                  <a:gd name="T9" fmla="*/ 0 h 611"/>
                  <a:gd name="T10" fmla="*/ 135 w 311"/>
                  <a:gd name="T11" fmla="*/ 21 h 611"/>
                  <a:gd name="T12" fmla="*/ 90 w 311"/>
                  <a:gd name="T13" fmla="*/ 48 h 611"/>
                  <a:gd name="T14" fmla="*/ 52 w 311"/>
                  <a:gd name="T15" fmla="*/ 115 h 611"/>
                  <a:gd name="T16" fmla="*/ 30 w 311"/>
                  <a:gd name="T17" fmla="*/ 270 h 611"/>
                  <a:gd name="T18" fmla="*/ 4 w 311"/>
                  <a:gd name="T19" fmla="*/ 385 h 611"/>
                  <a:gd name="T20" fmla="*/ 0 w 311"/>
                  <a:gd name="T21" fmla="*/ 500 h 611"/>
                  <a:gd name="T22" fmla="*/ 8 w 311"/>
                  <a:gd name="T23" fmla="*/ 554 h 611"/>
                  <a:gd name="T24" fmla="*/ 33 w 311"/>
                  <a:gd name="T25" fmla="*/ 594 h 611"/>
                  <a:gd name="T26" fmla="*/ 89 w 311"/>
                  <a:gd name="T27" fmla="*/ 611 h 611"/>
                  <a:gd name="T28" fmla="*/ 142 w 311"/>
                  <a:gd name="T29" fmla="*/ 587 h 611"/>
                  <a:gd name="T30" fmla="*/ 170 w 311"/>
                  <a:gd name="T31" fmla="*/ 527 h 611"/>
                  <a:gd name="T32" fmla="*/ 189 w 311"/>
                  <a:gd name="T33" fmla="*/ 425 h 611"/>
                  <a:gd name="T34" fmla="*/ 216 w 311"/>
                  <a:gd name="T35" fmla="*/ 333 h 611"/>
                  <a:gd name="T36" fmla="*/ 261 w 311"/>
                  <a:gd name="T37" fmla="*/ 247 h 611"/>
                  <a:gd name="T38" fmla="*/ 294 w 311"/>
                  <a:gd name="T39" fmla="*/ 151 h 611"/>
                  <a:gd name="T40" fmla="*/ 311 w 311"/>
                  <a:gd name="T41" fmla="*/ 88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1" h="611">
                    <a:moveTo>
                      <a:pt x="311" y="88"/>
                    </a:moveTo>
                    <a:lnTo>
                      <a:pt x="297" y="46"/>
                    </a:lnTo>
                    <a:lnTo>
                      <a:pt x="275" y="17"/>
                    </a:lnTo>
                    <a:lnTo>
                      <a:pt x="240" y="7"/>
                    </a:lnTo>
                    <a:lnTo>
                      <a:pt x="196" y="0"/>
                    </a:lnTo>
                    <a:lnTo>
                      <a:pt x="135" y="21"/>
                    </a:lnTo>
                    <a:lnTo>
                      <a:pt x="90" y="48"/>
                    </a:lnTo>
                    <a:lnTo>
                      <a:pt x="52" y="115"/>
                    </a:lnTo>
                    <a:lnTo>
                      <a:pt x="30" y="270"/>
                    </a:lnTo>
                    <a:lnTo>
                      <a:pt x="4" y="385"/>
                    </a:lnTo>
                    <a:lnTo>
                      <a:pt x="0" y="500"/>
                    </a:lnTo>
                    <a:lnTo>
                      <a:pt x="8" y="554"/>
                    </a:lnTo>
                    <a:lnTo>
                      <a:pt x="33" y="594"/>
                    </a:lnTo>
                    <a:lnTo>
                      <a:pt x="89" y="611"/>
                    </a:lnTo>
                    <a:lnTo>
                      <a:pt x="142" y="587"/>
                    </a:lnTo>
                    <a:lnTo>
                      <a:pt x="170" y="527"/>
                    </a:lnTo>
                    <a:lnTo>
                      <a:pt x="189" y="425"/>
                    </a:lnTo>
                    <a:lnTo>
                      <a:pt x="216" y="333"/>
                    </a:lnTo>
                    <a:lnTo>
                      <a:pt x="261" y="247"/>
                    </a:lnTo>
                    <a:lnTo>
                      <a:pt x="294" y="151"/>
                    </a:lnTo>
                    <a:lnTo>
                      <a:pt x="311" y="88"/>
                    </a:lnTo>
                    <a:close/>
                  </a:path>
                </a:pathLst>
              </a:custGeom>
              <a:solidFill>
                <a:srgbClr val="FF9F9F"/>
              </a:solidFill>
              <a:ln w="1588">
                <a:solidFill>
                  <a:srgbClr val="000000"/>
                </a:solidFill>
                <a:prstDash val="solid"/>
                <a:round/>
                <a:headEnd/>
                <a:tailEnd/>
              </a:ln>
            </p:spPr>
            <p:txBody>
              <a:bodyPr/>
              <a:lstStyle/>
              <a:p>
                <a:endParaRPr lang="en-US"/>
              </a:p>
            </p:txBody>
          </p:sp>
          <p:sp>
            <p:nvSpPr>
              <p:cNvPr id="36941" name="Freeform 77">
                <a:extLst>
                  <a:ext uri="{FF2B5EF4-FFF2-40B4-BE49-F238E27FC236}">
                    <a16:creationId xmlns:a16="http://schemas.microsoft.com/office/drawing/2014/main" id="{AC6ED710-1AF9-4FBA-A248-F185D6A0B693}"/>
                  </a:ext>
                </a:extLst>
              </p:cNvPr>
              <p:cNvSpPr>
                <a:spLocks/>
              </p:cNvSpPr>
              <p:nvPr/>
            </p:nvSpPr>
            <p:spPr bwMode="auto">
              <a:xfrm>
                <a:off x="754" y="1701"/>
                <a:ext cx="22" cy="24"/>
              </a:xfrm>
              <a:custGeom>
                <a:avLst/>
                <a:gdLst>
                  <a:gd name="T0" fmla="*/ 128 w 130"/>
                  <a:gd name="T1" fmla="*/ 24 h 149"/>
                  <a:gd name="T2" fmla="*/ 130 w 130"/>
                  <a:gd name="T3" fmla="*/ 79 h 149"/>
                  <a:gd name="T4" fmla="*/ 110 w 130"/>
                  <a:gd name="T5" fmla="*/ 134 h 149"/>
                  <a:gd name="T6" fmla="*/ 77 w 130"/>
                  <a:gd name="T7" fmla="*/ 149 h 149"/>
                  <a:gd name="T8" fmla="*/ 26 w 130"/>
                  <a:gd name="T9" fmla="*/ 134 h 149"/>
                  <a:gd name="T10" fmla="*/ 10 w 130"/>
                  <a:gd name="T11" fmla="*/ 109 h 149"/>
                  <a:gd name="T12" fmla="*/ 3 w 130"/>
                  <a:gd name="T13" fmla="*/ 80 h 149"/>
                  <a:gd name="T14" fmla="*/ 0 w 130"/>
                  <a:gd name="T15" fmla="*/ 38 h 149"/>
                  <a:gd name="T16" fmla="*/ 22 w 130"/>
                  <a:gd name="T17" fmla="*/ 10 h 149"/>
                  <a:gd name="T18" fmla="*/ 90 w 130"/>
                  <a:gd name="T19" fmla="*/ 0 h 149"/>
                  <a:gd name="T20" fmla="*/ 128 w 130"/>
                  <a:gd name="T21" fmla="*/ 2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 h="149">
                    <a:moveTo>
                      <a:pt x="128" y="24"/>
                    </a:moveTo>
                    <a:lnTo>
                      <a:pt x="130" y="79"/>
                    </a:lnTo>
                    <a:lnTo>
                      <a:pt x="110" y="134"/>
                    </a:lnTo>
                    <a:lnTo>
                      <a:pt x="77" y="149"/>
                    </a:lnTo>
                    <a:lnTo>
                      <a:pt x="26" y="134"/>
                    </a:lnTo>
                    <a:lnTo>
                      <a:pt x="10" y="109"/>
                    </a:lnTo>
                    <a:lnTo>
                      <a:pt x="3" y="80"/>
                    </a:lnTo>
                    <a:lnTo>
                      <a:pt x="0" y="38"/>
                    </a:lnTo>
                    <a:lnTo>
                      <a:pt x="22" y="10"/>
                    </a:lnTo>
                    <a:lnTo>
                      <a:pt x="90" y="0"/>
                    </a:lnTo>
                    <a:lnTo>
                      <a:pt x="128" y="24"/>
                    </a:lnTo>
                    <a:close/>
                  </a:path>
                </a:pathLst>
              </a:custGeom>
              <a:solidFill>
                <a:srgbClr val="FFBFBF"/>
              </a:solidFill>
              <a:ln w="1588">
                <a:solidFill>
                  <a:srgbClr val="000000"/>
                </a:solidFill>
                <a:prstDash val="solid"/>
                <a:round/>
                <a:headEnd/>
                <a:tailEnd/>
              </a:ln>
            </p:spPr>
            <p:txBody>
              <a:bodyPr/>
              <a:lstStyle/>
              <a:p>
                <a:endParaRPr lang="en-US"/>
              </a:p>
            </p:txBody>
          </p:sp>
          <p:sp>
            <p:nvSpPr>
              <p:cNvPr id="36942" name="Freeform 78">
                <a:extLst>
                  <a:ext uri="{FF2B5EF4-FFF2-40B4-BE49-F238E27FC236}">
                    <a16:creationId xmlns:a16="http://schemas.microsoft.com/office/drawing/2014/main" id="{C675F288-F27E-4CDB-9200-F93001E11256}"/>
                  </a:ext>
                </a:extLst>
              </p:cNvPr>
              <p:cNvSpPr>
                <a:spLocks/>
              </p:cNvSpPr>
              <p:nvPr/>
            </p:nvSpPr>
            <p:spPr bwMode="auto">
              <a:xfrm>
                <a:off x="673" y="1635"/>
                <a:ext cx="95" cy="153"/>
              </a:xfrm>
              <a:custGeom>
                <a:avLst/>
                <a:gdLst>
                  <a:gd name="T0" fmla="*/ 236 w 564"/>
                  <a:gd name="T1" fmla="*/ 115 h 918"/>
                  <a:gd name="T2" fmla="*/ 318 w 564"/>
                  <a:gd name="T3" fmla="*/ 94 h 918"/>
                  <a:gd name="T4" fmla="*/ 372 w 564"/>
                  <a:gd name="T5" fmla="*/ 61 h 918"/>
                  <a:gd name="T6" fmla="*/ 439 w 564"/>
                  <a:gd name="T7" fmla="*/ 20 h 918"/>
                  <a:gd name="T8" fmla="*/ 514 w 564"/>
                  <a:gd name="T9" fmla="*/ 0 h 918"/>
                  <a:gd name="T10" fmla="*/ 541 w 564"/>
                  <a:gd name="T11" fmla="*/ 10 h 918"/>
                  <a:gd name="T12" fmla="*/ 561 w 564"/>
                  <a:gd name="T13" fmla="*/ 32 h 918"/>
                  <a:gd name="T14" fmla="*/ 564 w 564"/>
                  <a:gd name="T15" fmla="*/ 70 h 918"/>
                  <a:gd name="T16" fmla="*/ 554 w 564"/>
                  <a:gd name="T17" fmla="*/ 115 h 918"/>
                  <a:gd name="T18" fmla="*/ 544 w 564"/>
                  <a:gd name="T19" fmla="*/ 154 h 918"/>
                  <a:gd name="T20" fmla="*/ 514 w 564"/>
                  <a:gd name="T21" fmla="*/ 202 h 918"/>
                  <a:gd name="T22" fmla="*/ 443 w 564"/>
                  <a:gd name="T23" fmla="*/ 270 h 918"/>
                  <a:gd name="T24" fmla="*/ 392 w 564"/>
                  <a:gd name="T25" fmla="*/ 303 h 918"/>
                  <a:gd name="T26" fmla="*/ 352 w 564"/>
                  <a:gd name="T27" fmla="*/ 324 h 918"/>
                  <a:gd name="T28" fmla="*/ 359 w 564"/>
                  <a:gd name="T29" fmla="*/ 398 h 918"/>
                  <a:gd name="T30" fmla="*/ 365 w 564"/>
                  <a:gd name="T31" fmla="*/ 465 h 918"/>
                  <a:gd name="T32" fmla="*/ 359 w 564"/>
                  <a:gd name="T33" fmla="*/ 567 h 918"/>
                  <a:gd name="T34" fmla="*/ 345 w 564"/>
                  <a:gd name="T35" fmla="*/ 627 h 918"/>
                  <a:gd name="T36" fmla="*/ 338 w 564"/>
                  <a:gd name="T37" fmla="*/ 688 h 918"/>
                  <a:gd name="T38" fmla="*/ 308 w 564"/>
                  <a:gd name="T39" fmla="*/ 751 h 918"/>
                  <a:gd name="T40" fmla="*/ 280 w 564"/>
                  <a:gd name="T41" fmla="*/ 796 h 918"/>
                  <a:gd name="T42" fmla="*/ 229 w 564"/>
                  <a:gd name="T43" fmla="*/ 839 h 918"/>
                  <a:gd name="T44" fmla="*/ 182 w 564"/>
                  <a:gd name="T45" fmla="*/ 878 h 918"/>
                  <a:gd name="T46" fmla="*/ 131 w 564"/>
                  <a:gd name="T47" fmla="*/ 904 h 918"/>
                  <a:gd name="T48" fmla="*/ 94 w 564"/>
                  <a:gd name="T49" fmla="*/ 918 h 918"/>
                  <a:gd name="T50" fmla="*/ 61 w 564"/>
                  <a:gd name="T51" fmla="*/ 844 h 918"/>
                  <a:gd name="T52" fmla="*/ 40 w 564"/>
                  <a:gd name="T53" fmla="*/ 769 h 918"/>
                  <a:gd name="T54" fmla="*/ 7 w 564"/>
                  <a:gd name="T55" fmla="*/ 654 h 918"/>
                  <a:gd name="T56" fmla="*/ 0 w 564"/>
                  <a:gd name="T57" fmla="*/ 600 h 918"/>
                  <a:gd name="T58" fmla="*/ 27 w 564"/>
                  <a:gd name="T59" fmla="*/ 513 h 918"/>
                  <a:gd name="T60" fmla="*/ 54 w 564"/>
                  <a:gd name="T61" fmla="*/ 391 h 918"/>
                  <a:gd name="T62" fmla="*/ 88 w 564"/>
                  <a:gd name="T63" fmla="*/ 236 h 918"/>
                  <a:gd name="T64" fmla="*/ 121 w 564"/>
                  <a:gd name="T65" fmla="*/ 162 h 918"/>
                  <a:gd name="T66" fmla="*/ 182 w 564"/>
                  <a:gd name="T67" fmla="*/ 128 h 918"/>
                  <a:gd name="T68" fmla="*/ 236 w 564"/>
                  <a:gd name="T69" fmla="*/ 115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918">
                    <a:moveTo>
                      <a:pt x="236" y="115"/>
                    </a:moveTo>
                    <a:lnTo>
                      <a:pt x="318" y="94"/>
                    </a:lnTo>
                    <a:lnTo>
                      <a:pt x="372" y="61"/>
                    </a:lnTo>
                    <a:lnTo>
                      <a:pt x="439" y="20"/>
                    </a:lnTo>
                    <a:lnTo>
                      <a:pt x="514" y="0"/>
                    </a:lnTo>
                    <a:lnTo>
                      <a:pt x="541" y="10"/>
                    </a:lnTo>
                    <a:lnTo>
                      <a:pt x="561" y="32"/>
                    </a:lnTo>
                    <a:lnTo>
                      <a:pt x="564" y="70"/>
                    </a:lnTo>
                    <a:lnTo>
                      <a:pt x="554" y="115"/>
                    </a:lnTo>
                    <a:lnTo>
                      <a:pt x="544" y="154"/>
                    </a:lnTo>
                    <a:lnTo>
                      <a:pt x="514" y="202"/>
                    </a:lnTo>
                    <a:lnTo>
                      <a:pt x="443" y="270"/>
                    </a:lnTo>
                    <a:lnTo>
                      <a:pt x="392" y="303"/>
                    </a:lnTo>
                    <a:lnTo>
                      <a:pt x="352" y="324"/>
                    </a:lnTo>
                    <a:lnTo>
                      <a:pt x="359" y="398"/>
                    </a:lnTo>
                    <a:lnTo>
                      <a:pt x="365" y="465"/>
                    </a:lnTo>
                    <a:lnTo>
                      <a:pt x="359" y="567"/>
                    </a:lnTo>
                    <a:lnTo>
                      <a:pt x="345" y="627"/>
                    </a:lnTo>
                    <a:lnTo>
                      <a:pt x="338" y="688"/>
                    </a:lnTo>
                    <a:lnTo>
                      <a:pt x="308" y="751"/>
                    </a:lnTo>
                    <a:lnTo>
                      <a:pt x="280" y="796"/>
                    </a:lnTo>
                    <a:lnTo>
                      <a:pt x="229" y="839"/>
                    </a:lnTo>
                    <a:lnTo>
                      <a:pt x="182" y="878"/>
                    </a:lnTo>
                    <a:lnTo>
                      <a:pt x="131" y="904"/>
                    </a:lnTo>
                    <a:lnTo>
                      <a:pt x="94" y="918"/>
                    </a:lnTo>
                    <a:lnTo>
                      <a:pt x="61" y="844"/>
                    </a:lnTo>
                    <a:lnTo>
                      <a:pt x="40" y="769"/>
                    </a:lnTo>
                    <a:lnTo>
                      <a:pt x="7" y="654"/>
                    </a:lnTo>
                    <a:lnTo>
                      <a:pt x="0" y="600"/>
                    </a:lnTo>
                    <a:lnTo>
                      <a:pt x="27" y="513"/>
                    </a:lnTo>
                    <a:lnTo>
                      <a:pt x="54" y="391"/>
                    </a:lnTo>
                    <a:lnTo>
                      <a:pt x="88" y="236"/>
                    </a:lnTo>
                    <a:lnTo>
                      <a:pt x="121" y="162"/>
                    </a:lnTo>
                    <a:lnTo>
                      <a:pt x="182" y="128"/>
                    </a:lnTo>
                    <a:lnTo>
                      <a:pt x="236" y="115"/>
                    </a:lnTo>
                    <a:close/>
                  </a:path>
                </a:pathLst>
              </a:custGeom>
              <a:solidFill>
                <a:srgbClr val="FF9F9F"/>
              </a:solidFill>
              <a:ln w="1588">
                <a:solidFill>
                  <a:srgbClr val="000000"/>
                </a:solidFill>
                <a:prstDash val="solid"/>
                <a:round/>
                <a:headEnd/>
                <a:tailEnd/>
              </a:ln>
            </p:spPr>
            <p:txBody>
              <a:bodyPr/>
              <a:lstStyle/>
              <a:p>
                <a:endParaRPr lang="en-US"/>
              </a:p>
            </p:txBody>
          </p:sp>
          <p:sp>
            <p:nvSpPr>
              <p:cNvPr id="36943" name="Freeform 79">
                <a:extLst>
                  <a:ext uri="{FF2B5EF4-FFF2-40B4-BE49-F238E27FC236}">
                    <a16:creationId xmlns:a16="http://schemas.microsoft.com/office/drawing/2014/main" id="{23BADF6F-46A5-4D06-807F-08DC607D54EA}"/>
                  </a:ext>
                </a:extLst>
              </p:cNvPr>
              <p:cNvSpPr>
                <a:spLocks/>
              </p:cNvSpPr>
              <p:nvPr/>
            </p:nvSpPr>
            <p:spPr bwMode="auto">
              <a:xfrm>
                <a:off x="730" y="1636"/>
                <a:ext cx="34" cy="24"/>
              </a:xfrm>
              <a:custGeom>
                <a:avLst/>
                <a:gdLst>
                  <a:gd name="T0" fmla="*/ 0 w 206"/>
                  <a:gd name="T1" fmla="*/ 81 h 145"/>
                  <a:gd name="T2" fmla="*/ 27 w 206"/>
                  <a:gd name="T3" fmla="*/ 132 h 145"/>
                  <a:gd name="T4" fmla="*/ 54 w 206"/>
                  <a:gd name="T5" fmla="*/ 145 h 145"/>
                  <a:gd name="T6" fmla="*/ 118 w 206"/>
                  <a:gd name="T7" fmla="*/ 128 h 145"/>
                  <a:gd name="T8" fmla="*/ 179 w 206"/>
                  <a:gd name="T9" fmla="*/ 101 h 145"/>
                  <a:gd name="T10" fmla="*/ 203 w 206"/>
                  <a:gd name="T11" fmla="*/ 81 h 145"/>
                  <a:gd name="T12" fmla="*/ 206 w 206"/>
                  <a:gd name="T13" fmla="*/ 31 h 145"/>
                  <a:gd name="T14" fmla="*/ 186 w 206"/>
                  <a:gd name="T15" fmla="*/ 0 h 145"/>
                  <a:gd name="T16" fmla="*/ 139 w 206"/>
                  <a:gd name="T17" fmla="*/ 4 h 145"/>
                  <a:gd name="T18" fmla="*/ 101 w 206"/>
                  <a:gd name="T19" fmla="*/ 19 h 145"/>
                  <a:gd name="T20" fmla="*/ 61 w 206"/>
                  <a:gd name="T21" fmla="*/ 40 h 145"/>
                  <a:gd name="T22" fmla="*/ 0 w 206"/>
                  <a:gd name="T23" fmla="*/ 81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6" h="145">
                    <a:moveTo>
                      <a:pt x="0" y="81"/>
                    </a:moveTo>
                    <a:lnTo>
                      <a:pt x="27" y="132"/>
                    </a:lnTo>
                    <a:lnTo>
                      <a:pt x="54" y="145"/>
                    </a:lnTo>
                    <a:lnTo>
                      <a:pt x="118" y="128"/>
                    </a:lnTo>
                    <a:lnTo>
                      <a:pt x="179" y="101"/>
                    </a:lnTo>
                    <a:lnTo>
                      <a:pt x="203" y="81"/>
                    </a:lnTo>
                    <a:lnTo>
                      <a:pt x="206" y="31"/>
                    </a:lnTo>
                    <a:lnTo>
                      <a:pt x="186" y="0"/>
                    </a:lnTo>
                    <a:lnTo>
                      <a:pt x="139" y="4"/>
                    </a:lnTo>
                    <a:lnTo>
                      <a:pt x="101" y="19"/>
                    </a:lnTo>
                    <a:lnTo>
                      <a:pt x="61" y="40"/>
                    </a:lnTo>
                    <a:lnTo>
                      <a:pt x="0" y="81"/>
                    </a:lnTo>
                    <a:close/>
                  </a:path>
                </a:pathLst>
              </a:custGeom>
              <a:solidFill>
                <a:srgbClr val="FFBFBF"/>
              </a:solidFill>
              <a:ln w="1588">
                <a:solidFill>
                  <a:srgbClr val="000000"/>
                </a:solidFill>
                <a:prstDash val="solid"/>
                <a:round/>
                <a:headEnd/>
                <a:tailEnd/>
              </a:ln>
            </p:spPr>
            <p:txBody>
              <a:bodyPr/>
              <a:lstStyle/>
              <a:p>
                <a:endParaRPr lang="en-US"/>
              </a:p>
            </p:txBody>
          </p:sp>
          <p:sp>
            <p:nvSpPr>
              <p:cNvPr id="36944" name="Freeform 80">
                <a:extLst>
                  <a:ext uri="{FF2B5EF4-FFF2-40B4-BE49-F238E27FC236}">
                    <a16:creationId xmlns:a16="http://schemas.microsoft.com/office/drawing/2014/main" id="{448546D6-823F-4C59-8E83-CE39AC5C8D0E}"/>
                  </a:ext>
                </a:extLst>
              </p:cNvPr>
              <p:cNvSpPr>
                <a:spLocks/>
              </p:cNvSpPr>
              <p:nvPr/>
            </p:nvSpPr>
            <p:spPr bwMode="auto">
              <a:xfrm>
                <a:off x="833" y="1700"/>
                <a:ext cx="2" cy="7"/>
              </a:xfrm>
              <a:custGeom>
                <a:avLst/>
                <a:gdLst>
                  <a:gd name="T0" fmla="*/ 7 w 7"/>
                  <a:gd name="T1" fmla="*/ 40 h 40"/>
                  <a:gd name="T2" fmla="*/ 7 w 7"/>
                  <a:gd name="T3" fmla="*/ 17 h 40"/>
                  <a:gd name="T4" fmla="*/ 0 w 7"/>
                  <a:gd name="T5" fmla="*/ 0 h 40"/>
                </a:gdLst>
                <a:ahLst/>
                <a:cxnLst>
                  <a:cxn ang="0">
                    <a:pos x="T0" y="T1"/>
                  </a:cxn>
                  <a:cxn ang="0">
                    <a:pos x="T2" y="T3"/>
                  </a:cxn>
                  <a:cxn ang="0">
                    <a:pos x="T4" y="T5"/>
                  </a:cxn>
                </a:cxnLst>
                <a:rect l="0" t="0" r="r" b="b"/>
                <a:pathLst>
                  <a:path w="7" h="40">
                    <a:moveTo>
                      <a:pt x="7" y="40"/>
                    </a:moveTo>
                    <a:lnTo>
                      <a:pt x="7"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sp>
        <p:nvSpPr>
          <p:cNvPr id="36945" name="Text Box 81">
            <a:extLst>
              <a:ext uri="{FF2B5EF4-FFF2-40B4-BE49-F238E27FC236}">
                <a16:creationId xmlns:a16="http://schemas.microsoft.com/office/drawing/2014/main" id="{CF150987-B3BC-4E96-B950-EA772BFA2DCB}"/>
              </a:ext>
            </a:extLst>
          </p:cNvPr>
          <p:cNvSpPr txBox="1">
            <a:spLocks noChangeArrowheads="1"/>
          </p:cNvSpPr>
          <p:nvPr/>
        </p:nvSpPr>
        <p:spPr bwMode="auto">
          <a:xfrm>
            <a:off x="736600" y="2989263"/>
            <a:ext cx="2151063" cy="310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zh-CN" sz="2200" b="1">
                <a:latin typeface="宋体" panose="02010600030101010101" pitchFamily="2" charset="-122"/>
              </a:rPr>
              <a:t>把位于甲形体同</a:t>
            </a:r>
          </a:p>
          <a:p>
            <a:pPr algn="l"/>
            <a:r>
              <a:rPr lang="zh-CN" altLang="zh-CN" sz="2200" b="1">
                <a:latin typeface="宋体" panose="02010600030101010101" pitchFamily="2" charset="-122"/>
              </a:rPr>
              <a:t>一侧面又位于乙</a:t>
            </a:r>
          </a:p>
          <a:p>
            <a:pPr algn="l"/>
            <a:r>
              <a:rPr lang="zh-CN" altLang="zh-CN" sz="2200" b="1">
                <a:latin typeface="宋体" panose="02010600030101010101" pitchFamily="2" charset="-122"/>
              </a:rPr>
              <a:t>形体同一侧面上</a:t>
            </a:r>
          </a:p>
          <a:p>
            <a:pPr algn="l"/>
            <a:r>
              <a:rPr lang="zh-CN" altLang="zh-CN" sz="2200" b="1">
                <a:latin typeface="宋体" panose="02010600030101010101" pitchFamily="2" charset="-122"/>
              </a:rPr>
              <a:t>的两点，依次连</a:t>
            </a:r>
          </a:p>
          <a:p>
            <a:pPr algn="l"/>
            <a:r>
              <a:rPr lang="zh-CN" altLang="zh-CN" sz="2200" b="1">
                <a:latin typeface="宋体" panose="02010600030101010101" pitchFamily="2" charset="-122"/>
              </a:rPr>
              <a:t>线,并判断可见</a:t>
            </a:r>
          </a:p>
          <a:p>
            <a:pPr algn="l"/>
            <a:r>
              <a:rPr lang="zh-CN" altLang="zh-CN" sz="2200" b="1">
                <a:latin typeface="宋体" panose="02010600030101010101" pitchFamily="2" charset="-122"/>
              </a:rPr>
              <a:t>性（</a:t>
            </a:r>
            <a:r>
              <a:rPr lang="zh-CN" altLang="zh-CN" sz="2200" b="1">
                <a:solidFill>
                  <a:srgbClr val="CC3300"/>
                </a:solidFill>
                <a:latin typeface="宋体" panose="02010600030101010101" pitchFamily="2" charset="-122"/>
              </a:rPr>
              <a:t>只有位于两</a:t>
            </a:r>
          </a:p>
          <a:p>
            <a:pPr algn="l"/>
            <a:r>
              <a:rPr lang="zh-CN" altLang="zh-CN" sz="2200" b="1">
                <a:solidFill>
                  <a:srgbClr val="CC3300"/>
                </a:solidFill>
                <a:latin typeface="宋体" panose="02010600030101010101" pitchFamily="2" charset="-122"/>
              </a:rPr>
              <a:t>形体都可见的侧</a:t>
            </a:r>
          </a:p>
          <a:p>
            <a:pPr algn="l"/>
            <a:r>
              <a:rPr lang="zh-CN" altLang="zh-CN" sz="2200" b="1">
                <a:solidFill>
                  <a:srgbClr val="CC3300"/>
                </a:solidFill>
                <a:latin typeface="宋体" panose="02010600030101010101" pitchFamily="2" charset="-122"/>
              </a:rPr>
              <a:t>面上的交线才可</a:t>
            </a:r>
          </a:p>
          <a:p>
            <a:pPr algn="l"/>
            <a:r>
              <a:rPr lang="zh-CN" altLang="zh-CN" sz="2200" b="1">
                <a:solidFill>
                  <a:srgbClr val="CC3300"/>
                </a:solidFill>
                <a:latin typeface="宋体" panose="02010600030101010101" pitchFamily="2" charset="-122"/>
              </a:rPr>
              <a:t>见）。</a:t>
            </a:r>
          </a:p>
        </p:txBody>
      </p:sp>
      <p:grpSp>
        <p:nvGrpSpPr>
          <p:cNvPr id="36946" name="Group 82">
            <a:extLst>
              <a:ext uri="{FF2B5EF4-FFF2-40B4-BE49-F238E27FC236}">
                <a16:creationId xmlns:a16="http://schemas.microsoft.com/office/drawing/2014/main" id="{D92C81A4-B833-4FFF-B486-306EFC7DFD4C}"/>
              </a:ext>
            </a:extLst>
          </p:cNvPr>
          <p:cNvGrpSpPr>
            <a:grpSpLocks/>
          </p:cNvGrpSpPr>
          <p:nvPr/>
        </p:nvGrpSpPr>
        <p:grpSpPr bwMode="auto">
          <a:xfrm rot="5400000">
            <a:off x="277812" y="2989263"/>
            <a:ext cx="282575" cy="533400"/>
            <a:chOff x="673" y="1490"/>
            <a:chExt cx="201" cy="381"/>
          </a:xfrm>
        </p:grpSpPr>
        <p:sp>
          <p:nvSpPr>
            <p:cNvPr id="36947" name="Freeform 83">
              <a:extLst>
                <a:ext uri="{FF2B5EF4-FFF2-40B4-BE49-F238E27FC236}">
                  <a16:creationId xmlns:a16="http://schemas.microsoft.com/office/drawing/2014/main" id="{26D5D86A-CBC4-421A-8216-8F27B6A77CF6}"/>
                </a:ext>
              </a:extLst>
            </p:cNvPr>
            <p:cNvSpPr>
              <a:spLocks/>
            </p:cNvSpPr>
            <p:nvPr/>
          </p:nvSpPr>
          <p:spPr bwMode="auto">
            <a:xfrm>
              <a:off x="674" y="1632"/>
              <a:ext cx="200" cy="239"/>
            </a:xfrm>
            <a:custGeom>
              <a:avLst/>
              <a:gdLst>
                <a:gd name="T0" fmla="*/ 935 w 1202"/>
                <a:gd name="T1" fmla="*/ 1434 h 1434"/>
                <a:gd name="T2" fmla="*/ 959 w 1202"/>
                <a:gd name="T3" fmla="*/ 1241 h 1434"/>
                <a:gd name="T4" fmla="*/ 1025 w 1202"/>
                <a:gd name="T5" fmla="*/ 1137 h 1434"/>
                <a:gd name="T6" fmla="*/ 1093 w 1202"/>
                <a:gd name="T7" fmla="*/ 1046 h 1434"/>
                <a:gd name="T8" fmla="*/ 1156 w 1202"/>
                <a:gd name="T9" fmla="*/ 931 h 1434"/>
                <a:gd name="T10" fmla="*/ 1188 w 1202"/>
                <a:gd name="T11" fmla="*/ 835 h 1434"/>
                <a:gd name="T12" fmla="*/ 1202 w 1202"/>
                <a:gd name="T13" fmla="*/ 718 h 1434"/>
                <a:gd name="T14" fmla="*/ 1175 w 1202"/>
                <a:gd name="T15" fmla="*/ 591 h 1434"/>
                <a:gd name="T16" fmla="*/ 1133 w 1202"/>
                <a:gd name="T17" fmla="*/ 488 h 1434"/>
                <a:gd name="T18" fmla="*/ 1140 w 1202"/>
                <a:gd name="T19" fmla="*/ 396 h 1434"/>
                <a:gd name="T20" fmla="*/ 1123 w 1202"/>
                <a:gd name="T21" fmla="*/ 313 h 1434"/>
                <a:gd name="T22" fmla="*/ 1099 w 1202"/>
                <a:gd name="T23" fmla="*/ 266 h 1434"/>
                <a:gd name="T24" fmla="*/ 1067 w 1202"/>
                <a:gd name="T25" fmla="*/ 226 h 1434"/>
                <a:gd name="T26" fmla="*/ 1055 w 1202"/>
                <a:gd name="T27" fmla="*/ 199 h 1434"/>
                <a:gd name="T28" fmla="*/ 1008 w 1202"/>
                <a:gd name="T29" fmla="*/ 172 h 1434"/>
                <a:gd name="T30" fmla="*/ 970 w 1202"/>
                <a:gd name="T31" fmla="*/ 167 h 1434"/>
                <a:gd name="T32" fmla="*/ 941 w 1202"/>
                <a:gd name="T33" fmla="*/ 181 h 1434"/>
                <a:gd name="T34" fmla="*/ 906 w 1202"/>
                <a:gd name="T35" fmla="*/ 272 h 1434"/>
                <a:gd name="T36" fmla="*/ 842 w 1202"/>
                <a:gd name="T37" fmla="*/ 405 h 1434"/>
                <a:gd name="T38" fmla="*/ 937 w 1202"/>
                <a:gd name="T39" fmla="*/ 177 h 1434"/>
                <a:gd name="T40" fmla="*/ 953 w 1202"/>
                <a:gd name="T41" fmla="*/ 149 h 1434"/>
                <a:gd name="T42" fmla="*/ 932 w 1202"/>
                <a:gd name="T43" fmla="*/ 98 h 1434"/>
                <a:gd name="T44" fmla="*/ 897 w 1202"/>
                <a:gd name="T45" fmla="*/ 80 h 1434"/>
                <a:gd name="T46" fmla="*/ 851 w 1202"/>
                <a:gd name="T47" fmla="*/ 61 h 1434"/>
                <a:gd name="T48" fmla="*/ 788 w 1202"/>
                <a:gd name="T49" fmla="*/ 39 h 1434"/>
                <a:gd name="T50" fmla="*/ 772 w 1202"/>
                <a:gd name="T51" fmla="*/ 25 h 1434"/>
                <a:gd name="T52" fmla="*/ 743 w 1202"/>
                <a:gd name="T53" fmla="*/ 0 h 1434"/>
                <a:gd name="T54" fmla="*/ 569 w 1202"/>
                <a:gd name="T55" fmla="*/ 39 h 1434"/>
                <a:gd name="T56" fmla="*/ 339 w 1202"/>
                <a:gd name="T57" fmla="*/ 166 h 1434"/>
                <a:gd name="T58" fmla="*/ 322 w 1202"/>
                <a:gd name="T59" fmla="*/ 199 h 1434"/>
                <a:gd name="T60" fmla="*/ 269 w 1202"/>
                <a:gd name="T61" fmla="*/ 253 h 1434"/>
                <a:gd name="T62" fmla="*/ 206 w 1202"/>
                <a:gd name="T63" fmla="*/ 296 h 1434"/>
                <a:gd name="T64" fmla="*/ 151 w 1202"/>
                <a:gd name="T65" fmla="*/ 319 h 1434"/>
                <a:gd name="T66" fmla="*/ 100 w 1202"/>
                <a:gd name="T67" fmla="*/ 369 h 1434"/>
                <a:gd name="T68" fmla="*/ 67 w 1202"/>
                <a:gd name="T69" fmla="*/ 456 h 1434"/>
                <a:gd name="T70" fmla="*/ 20 w 1202"/>
                <a:gd name="T71" fmla="*/ 570 h 1434"/>
                <a:gd name="T72" fmla="*/ 0 w 1202"/>
                <a:gd name="T73" fmla="*/ 635 h 1434"/>
                <a:gd name="T74" fmla="*/ 20 w 1202"/>
                <a:gd name="T75" fmla="*/ 736 h 1434"/>
                <a:gd name="T76" fmla="*/ 54 w 1202"/>
                <a:gd name="T77" fmla="*/ 841 h 1434"/>
                <a:gd name="T78" fmla="*/ 108 w 1202"/>
                <a:gd name="T79" fmla="*/ 975 h 1434"/>
                <a:gd name="T80" fmla="*/ 138 w 1202"/>
                <a:gd name="T81" fmla="*/ 1085 h 1434"/>
                <a:gd name="T82" fmla="*/ 214 w 1202"/>
                <a:gd name="T83" fmla="*/ 1187 h 1434"/>
                <a:gd name="T84" fmla="*/ 252 w 1202"/>
                <a:gd name="T85" fmla="*/ 1205 h 1434"/>
                <a:gd name="T86" fmla="*/ 273 w 1202"/>
                <a:gd name="T87" fmla="*/ 1261 h 1434"/>
                <a:gd name="T88" fmla="*/ 277 w 1202"/>
                <a:gd name="T89" fmla="*/ 1432 h 1434"/>
                <a:gd name="T90" fmla="*/ 935 w 1202"/>
                <a:gd name="T91" fmla="*/ 1434 h 1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2" h="1434">
                  <a:moveTo>
                    <a:pt x="935" y="1434"/>
                  </a:moveTo>
                  <a:lnTo>
                    <a:pt x="959" y="1241"/>
                  </a:lnTo>
                  <a:lnTo>
                    <a:pt x="1025" y="1137"/>
                  </a:lnTo>
                  <a:lnTo>
                    <a:pt x="1093" y="1046"/>
                  </a:lnTo>
                  <a:lnTo>
                    <a:pt x="1156" y="931"/>
                  </a:lnTo>
                  <a:lnTo>
                    <a:pt x="1188" y="835"/>
                  </a:lnTo>
                  <a:lnTo>
                    <a:pt x="1202" y="718"/>
                  </a:lnTo>
                  <a:lnTo>
                    <a:pt x="1175" y="591"/>
                  </a:lnTo>
                  <a:lnTo>
                    <a:pt x="1133" y="488"/>
                  </a:lnTo>
                  <a:lnTo>
                    <a:pt x="1140" y="396"/>
                  </a:lnTo>
                  <a:lnTo>
                    <a:pt x="1123" y="313"/>
                  </a:lnTo>
                  <a:lnTo>
                    <a:pt x="1099" y="266"/>
                  </a:lnTo>
                  <a:lnTo>
                    <a:pt x="1067" y="226"/>
                  </a:lnTo>
                  <a:lnTo>
                    <a:pt x="1055" y="199"/>
                  </a:lnTo>
                  <a:lnTo>
                    <a:pt x="1008" y="172"/>
                  </a:lnTo>
                  <a:lnTo>
                    <a:pt x="970" y="167"/>
                  </a:lnTo>
                  <a:lnTo>
                    <a:pt x="941" y="181"/>
                  </a:lnTo>
                  <a:lnTo>
                    <a:pt x="906" y="272"/>
                  </a:lnTo>
                  <a:lnTo>
                    <a:pt x="842" y="405"/>
                  </a:lnTo>
                  <a:lnTo>
                    <a:pt x="937" y="177"/>
                  </a:lnTo>
                  <a:lnTo>
                    <a:pt x="953" y="149"/>
                  </a:lnTo>
                  <a:lnTo>
                    <a:pt x="932" y="98"/>
                  </a:lnTo>
                  <a:lnTo>
                    <a:pt x="897" y="80"/>
                  </a:lnTo>
                  <a:lnTo>
                    <a:pt x="851" y="61"/>
                  </a:lnTo>
                  <a:lnTo>
                    <a:pt x="788" y="39"/>
                  </a:lnTo>
                  <a:lnTo>
                    <a:pt x="772" y="25"/>
                  </a:lnTo>
                  <a:lnTo>
                    <a:pt x="743" y="0"/>
                  </a:lnTo>
                  <a:lnTo>
                    <a:pt x="569" y="39"/>
                  </a:lnTo>
                  <a:lnTo>
                    <a:pt x="339" y="166"/>
                  </a:lnTo>
                  <a:lnTo>
                    <a:pt x="322" y="199"/>
                  </a:lnTo>
                  <a:lnTo>
                    <a:pt x="269" y="253"/>
                  </a:lnTo>
                  <a:lnTo>
                    <a:pt x="206" y="296"/>
                  </a:lnTo>
                  <a:lnTo>
                    <a:pt x="151" y="319"/>
                  </a:lnTo>
                  <a:lnTo>
                    <a:pt x="100" y="369"/>
                  </a:lnTo>
                  <a:lnTo>
                    <a:pt x="67" y="456"/>
                  </a:lnTo>
                  <a:lnTo>
                    <a:pt x="20" y="570"/>
                  </a:lnTo>
                  <a:lnTo>
                    <a:pt x="0" y="635"/>
                  </a:lnTo>
                  <a:lnTo>
                    <a:pt x="20" y="736"/>
                  </a:lnTo>
                  <a:lnTo>
                    <a:pt x="54" y="841"/>
                  </a:lnTo>
                  <a:lnTo>
                    <a:pt x="108" y="975"/>
                  </a:lnTo>
                  <a:lnTo>
                    <a:pt x="138" y="1085"/>
                  </a:lnTo>
                  <a:lnTo>
                    <a:pt x="214" y="1187"/>
                  </a:lnTo>
                  <a:lnTo>
                    <a:pt x="252" y="1205"/>
                  </a:lnTo>
                  <a:lnTo>
                    <a:pt x="273" y="1261"/>
                  </a:lnTo>
                  <a:lnTo>
                    <a:pt x="277" y="1432"/>
                  </a:lnTo>
                  <a:lnTo>
                    <a:pt x="935" y="1434"/>
                  </a:lnTo>
                  <a:close/>
                </a:path>
              </a:pathLst>
            </a:custGeom>
            <a:solidFill>
              <a:srgbClr val="FF9F9F"/>
            </a:solidFill>
            <a:ln w="1588">
              <a:solidFill>
                <a:srgbClr val="000000"/>
              </a:solidFill>
              <a:prstDash val="solid"/>
              <a:round/>
              <a:headEnd/>
              <a:tailEnd/>
            </a:ln>
          </p:spPr>
          <p:txBody>
            <a:bodyPr/>
            <a:lstStyle/>
            <a:p>
              <a:endParaRPr lang="en-US"/>
            </a:p>
          </p:txBody>
        </p:sp>
        <p:sp>
          <p:nvSpPr>
            <p:cNvPr id="36948" name="Freeform 84">
              <a:extLst>
                <a:ext uri="{FF2B5EF4-FFF2-40B4-BE49-F238E27FC236}">
                  <a16:creationId xmlns:a16="http://schemas.microsoft.com/office/drawing/2014/main" id="{F588F424-5804-419D-B148-AF0B4AE72D40}"/>
                </a:ext>
              </a:extLst>
            </p:cNvPr>
            <p:cNvSpPr>
              <a:spLocks/>
            </p:cNvSpPr>
            <p:nvPr/>
          </p:nvSpPr>
          <p:spPr bwMode="auto">
            <a:xfrm>
              <a:off x="786" y="1706"/>
              <a:ext cx="88" cy="45"/>
            </a:xfrm>
            <a:custGeom>
              <a:avLst/>
              <a:gdLst>
                <a:gd name="T0" fmla="*/ 0 w 527"/>
                <a:gd name="T1" fmla="*/ 0 h 269"/>
                <a:gd name="T2" fmla="*/ 230 w 527"/>
                <a:gd name="T3" fmla="*/ 160 h 269"/>
                <a:gd name="T4" fmla="*/ 435 w 527"/>
                <a:gd name="T5" fmla="*/ 240 h 269"/>
                <a:gd name="T6" fmla="*/ 527 w 527"/>
                <a:gd name="T7" fmla="*/ 269 h 269"/>
              </a:gdLst>
              <a:ahLst/>
              <a:cxnLst>
                <a:cxn ang="0">
                  <a:pos x="T0" y="T1"/>
                </a:cxn>
                <a:cxn ang="0">
                  <a:pos x="T2" y="T3"/>
                </a:cxn>
                <a:cxn ang="0">
                  <a:pos x="T4" y="T5"/>
                </a:cxn>
                <a:cxn ang="0">
                  <a:pos x="T6" y="T7"/>
                </a:cxn>
              </a:cxnLst>
              <a:rect l="0" t="0" r="r" b="b"/>
              <a:pathLst>
                <a:path w="527" h="269">
                  <a:moveTo>
                    <a:pt x="0" y="0"/>
                  </a:moveTo>
                  <a:lnTo>
                    <a:pt x="230" y="160"/>
                  </a:lnTo>
                  <a:lnTo>
                    <a:pt x="435" y="240"/>
                  </a:lnTo>
                  <a:lnTo>
                    <a:pt x="527" y="26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49" name="Freeform 85">
              <a:extLst>
                <a:ext uri="{FF2B5EF4-FFF2-40B4-BE49-F238E27FC236}">
                  <a16:creationId xmlns:a16="http://schemas.microsoft.com/office/drawing/2014/main" id="{3D7394A7-D901-40F9-A12E-0E03FAC0D5AA}"/>
                </a:ext>
              </a:extLst>
            </p:cNvPr>
            <p:cNvSpPr>
              <a:spLocks/>
            </p:cNvSpPr>
            <p:nvPr/>
          </p:nvSpPr>
          <p:spPr bwMode="auto">
            <a:xfrm>
              <a:off x="732" y="1694"/>
              <a:ext cx="98" cy="104"/>
            </a:xfrm>
            <a:custGeom>
              <a:avLst/>
              <a:gdLst>
                <a:gd name="T0" fmla="*/ 0 w 587"/>
                <a:gd name="T1" fmla="*/ 0 h 627"/>
                <a:gd name="T2" fmla="*/ 329 w 587"/>
                <a:gd name="T3" fmla="*/ 175 h 627"/>
                <a:gd name="T4" fmla="*/ 403 w 587"/>
                <a:gd name="T5" fmla="*/ 239 h 627"/>
                <a:gd name="T6" fmla="*/ 498 w 587"/>
                <a:gd name="T7" fmla="*/ 352 h 627"/>
                <a:gd name="T8" fmla="*/ 538 w 587"/>
                <a:gd name="T9" fmla="*/ 443 h 627"/>
                <a:gd name="T10" fmla="*/ 560 w 587"/>
                <a:gd name="T11" fmla="*/ 521 h 627"/>
                <a:gd name="T12" fmla="*/ 587 w 587"/>
                <a:gd name="T13" fmla="*/ 627 h 627"/>
              </a:gdLst>
              <a:ahLst/>
              <a:cxnLst>
                <a:cxn ang="0">
                  <a:pos x="T0" y="T1"/>
                </a:cxn>
                <a:cxn ang="0">
                  <a:pos x="T2" y="T3"/>
                </a:cxn>
                <a:cxn ang="0">
                  <a:pos x="T4" y="T5"/>
                </a:cxn>
                <a:cxn ang="0">
                  <a:pos x="T6" y="T7"/>
                </a:cxn>
                <a:cxn ang="0">
                  <a:pos x="T8" y="T9"/>
                </a:cxn>
                <a:cxn ang="0">
                  <a:pos x="T10" y="T11"/>
                </a:cxn>
                <a:cxn ang="0">
                  <a:pos x="T12" y="T13"/>
                </a:cxn>
              </a:cxnLst>
              <a:rect l="0" t="0" r="r" b="b"/>
              <a:pathLst>
                <a:path w="587" h="627">
                  <a:moveTo>
                    <a:pt x="0" y="0"/>
                  </a:moveTo>
                  <a:lnTo>
                    <a:pt x="329" y="175"/>
                  </a:lnTo>
                  <a:lnTo>
                    <a:pt x="403" y="239"/>
                  </a:lnTo>
                  <a:lnTo>
                    <a:pt x="498" y="352"/>
                  </a:lnTo>
                  <a:lnTo>
                    <a:pt x="538" y="443"/>
                  </a:lnTo>
                  <a:lnTo>
                    <a:pt x="560" y="521"/>
                  </a:lnTo>
                  <a:lnTo>
                    <a:pt x="587" y="62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50" name="Freeform 86">
              <a:extLst>
                <a:ext uri="{FF2B5EF4-FFF2-40B4-BE49-F238E27FC236}">
                  <a16:creationId xmlns:a16="http://schemas.microsoft.com/office/drawing/2014/main" id="{FFBC883C-8EF3-446F-835F-CD55FC6DE766}"/>
                </a:ext>
              </a:extLst>
            </p:cNvPr>
            <p:cNvSpPr>
              <a:spLocks/>
            </p:cNvSpPr>
            <p:nvPr/>
          </p:nvSpPr>
          <p:spPr bwMode="auto">
            <a:xfrm>
              <a:off x="771" y="1636"/>
              <a:ext cx="65" cy="102"/>
            </a:xfrm>
            <a:custGeom>
              <a:avLst/>
              <a:gdLst>
                <a:gd name="T0" fmla="*/ 382 w 385"/>
                <a:gd name="T1" fmla="*/ 136 h 609"/>
                <a:gd name="T2" fmla="*/ 385 w 385"/>
                <a:gd name="T3" fmla="*/ 96 h 609"/>
                <a:gd name="T4" fmla="*/ 359 w 385"/>
                <a:gd name="T5" fmla="*/ 42 h 609"/>
                <a:gd name="T6" fmla="*/ 320 w 385"/>
                <a:gd name="T7" fmla="*/ 15 h 609"/>
                <a:gd name="T8" fmla="*/ 283 w 385"/>
                <a:gd name="T9" fmla="*/ 0 h 609"/>
                <a:gd name="T10" fmla="*/ 243 w 385"/>
                <a:gd name="T11" fmla="*/ 2 h 609"/>
                <a:gd name="T12" fmla="*/ 206 w 385"/>
                <a:gd name="T13" fmla="*/ 11 h 609"/>
                <a:gd name="T14" fmla="*/ 176 w 385"/>
                <a:gd name="T15" fmla="*/ 29 h 609"/>
                <a:gd name="T16" fmla="*/ 120 w 385"/>
                <a:gd name="T17" fmla="*/ 163 h 609"/>
                <a:gd name="T18" fmla="*/ 81 w 385"/>
                <a:gd name="T19" fmla="*/ 292 h 609"/>
                <a:gd name="T20" fmla="*/ 44 w 385"/>
                <a:gd name="T21" fmla="*/ 393 h 609"/>
                <a:gd name="T22" fmla="*/ 0 w 385"/>
                <a:gd name="T23" fmla="*/ 501 h 609"/>
                <a:gd name="T24" fmla="*/ 16 w 385"/>
                <a:gd name="T25" fmla="*/ 568 h 609"/>
                <a:gd name="T26" fmla="*/ 37 w 385"/>
                <a:gd name="T27" fmla="*/ 591 h 609"/>
                <a:gd name="T28" fmla="*/ 71 w 385"/>
                <a:gd name="T29" fmla="*/ 609 h 609"/>
                <a:gd name="T30" fmla="*/ 108 w 385"/>
                <a:gd name="T31" fmla="*/ 604 h 609"/>
                <a:gd name="T32" fmla="*/ 145 w 385"/>
                <a:gd name="T33" fmla="*/ 589 h 609"/>
                <a:gd name="T34" fmla="*/ 182 w 385"/>
                <a:gd name="T35" fmla="*/ 528 h 609"/>
                <a:gd name="T36" fmla="*/ 197 w 385"/>
                <a:gd name="T37" fmla="*/ 443 h 609"/>
                <a:gd name="T38" fmla="*/ 229 w 385"/>
                <a:gd name="T39" fmla="*/ 390 h 609"/>
                <a:gd name="T40" fmla="*/ 258 w 385"/>
                <a:gd name="T41" fmla="*/ 325 h 609"/>
                <a:gd name="T42" fmla="*/ 308 w 385"/>
                <a:gd name="T43" fmla="*/ 261 h 609"/>
                <a:gd name="T44" fmla="*/ 355 w 385"/>
                <a:gd name="T45" fmla="*/ 179 h 609"/>
                <a:gd name="T46" fmla="*/ 382 w 385"/>
                <a:gd name="T47" fmla="*/ 136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5" h="609">
                  <a:moveTo>
                    <a:pt x="382" y="136"/>
                  </a:moveTo>
                  <a:lnTo>
                    <a:pt x="385" y="96"/>
                  </a:lnTo>
                  <a:lnTo>
                    <a:pt x="359" y="42"/>
                  </a:lnTo>
                  <a:lnTo>
                    <a:pt x="320" y="15"/>
                  </a:lnTo>
                  <a:lnTo>
                    <a:pt x="283" y="0"/>
                  </a:lnTo>
                  <a:lnTo>
                    <a:pt x="243" y="2"/>
                  </a:lnTo>
                  <a:lnTo>
                    <a:pt x="206" y="11"/>
                  </a:lnTo>
                  <a:lnTo>
                    <a:pt x="176" y="29"/>
                  </a:lnTo>
                  <a:lnTo>
                    <a:pt x="120" y="163"/>
                  </a:lnTo>
                  <a:lnTo>
                    <a:pt x="81" y="292"/>
                  </a:lnTo>
                  <a:lnTo>
                    <a:pt x="44" y="393"/>
                  </a:lnTo>
                  <a:lnTo>
                    <a:pt x="0" y="501"/>
                  </a:lnTo>
                  <a:lnTo>
                    <a:pt x="16" y="568"/>
                  </a:lnTo>
                  <a:lnTo>
                    <a:pt x="37" y="591"/>
                  </a:lnTo>
                  <a:lnTo>
                    <a:pt x="71" y="609"/>
                  </a:lnTo>
                  <a:lnTo>
                    <a:pt x="108" y="604"/>
                  </a:lnTo>
                  <a:lnTo>
                    <a:pt x="145" y="589"/>
                  </a:lnTo>
                  <a:lnTo>
                    <a:pt x="182" y="528"/>
                  </a:lnTo>
                  <a:lnTo>
                    <a:pt x="197" y="443"/>
                  </a:lnTo>
                  <a:lnTo>
                    <a:pt x="229" y="390"/>
                  </a:lnTo>
                  <a:lnTo>
                    <a:pt x="258" y="325"/>
                  </a:lnTo>
                  <a:lnTo>
                    <a:pt x="308" y="261"/>
                  </a:lnTo>
                  <a:lnTo>
                    <a:pt x="355" y="179"/>
                  </a:lnTo>
                  <a:lnTo>
                    <a:pt x="382" y="136"/>
                  </a:lnTo>
                  <a:close/>
                </a:path>
              </a:pathLst>
            </a:custGeom>
            <a:solidFill>
              <a:srgbClr val="FF9F9F"/>
            </a:solidFill>
            <a:ln w="1588">
              <a:solidFill>
                <a:srgbClr val="000000"/>
              </a:solidFill>
              <a:prstDash val="solid"/>
              <a:round/>
              <a:headEnd/>
              <a:tailEnd/>
            </a:ln>
          </p:spPr>
          <p:txBody>
            <a:bodyPr/>
            <a:lstStyle/>
            <a:p>
              <a:endParaRPr lang="en-US"/>
            </a:p>
          </p:txBody>
        </p:sp>
        <p:sp>
          <p:nvSpPr>
            <p:cNvPr id="36951" name="Freeform 87">
              <a:extLst>
                <a:ext uri="{FF2B5EF4-FFF2-40B4-BE49-F238E27FC236}">
                  <a16:creationId xmlns:a16="http://schemas.microsoft.com/office/drawing/2014/main" id="{0B8516E5-C862-4DA3-AEE1-CB112677FC93}"/>
                </a:ext>
              </a:extLst>
            </p:cNvPr>
            <p:cNvSpPr>
              <a:spLocks/>
            </p:cNvSpPr>
            <p:nvPr/>
          </p:nvSpPr>
          <p:spPr bwMode="auto">
            <a:xfrm>
              <a:off x="778" y="1709"/>
              <a:ext cx="18" cy="25"/>
            </a:xfrm>
            <a:custGeom>
              <a:avLst/>
              <a:gdLst>
                <a:gd name="T0" fmla="*/ 16 w 111"/>
                <a:gd name="T1" fmla="*/ 18 h 145"/>
                <a:gd name="T2" fmla="*/ 37 w 111"/>
                <a:gd name="T3" fmla="*/ 0 h 145"/>
                <a:gd name="T4" fmla="*/ 75 w 111"/>
                <a:gd name="T5" fmla="*/ 4 h 145"/>
                <a:gd name="T6" fmla="*/ 111 w 111"/>
                <a:gd name="T7" fmla="*/ 21 h 145"/>
                <a:gd name="T8" fmla="*/ 111 w 111"/>
                <a:gd name="T9" fmla="*/ 75 h 145"/>
                <a:gd name="T10" fmla="*/ 106 w 111"/>
                <a:gd name="T11" fmla="*/ 105 h 145"/>
                <a:gd name="T12" fmla="*/ 90 w 111"/>
                <a:gd name="T13" fmla="*/ 136 h 145"/>
                <a:gd name="T14" fmla="*/ 53 w 111"/>
                <a:gd name="T15" fmla="*/ 145 h 145"/>
                <a:gd name="T16" fmla="*/ 34 w 111"/>
                <a:gd name="T17" fmla="*/ 143 h 145"/>
                <a:gd name="T18" fmla="*/ 12 w 111"/>
                <a:gd name="T19" fmla="*/ 121 h 145"/>
                <a:gd name="T20" fmla="*/ 0 w 111"/>
                <a:gd name="T21" fmla="*/ 96 h 145"/>
                <a:gd name="T22" fmla="*/ 16 w 111"/>
                <a:gd name="T23" fmla="*/ 1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45">
                  <a:moveTo>
                    <a:pt x="16" y="18"/>
                  </a:moveTo>
                  <a:lnTo>
                    <a:pt x="37" y="0"/>
                  </a:lnTo>
                  <a:lnTo>
                    <a:pt x="75" y="4"/>
                  </a:lnTo>
                  <a:lnTo>
                    <a:pt x="111" y="21"/>
                  </a:lnTo>
                  <a:lnTo>
                    <a:pt x="111" y="75"/>
                  </a:lnTo>
                  <a:lnTo>
                    <a:pt x="106" y="105"/>
                  </a:lnTo>
                  <a:lnTo>
                    <a:pt x="90" y="136"/>
                  </a:lnTo>
                  <a:lnTo>
                    <a:pt x="53" y="145"/>
                  </a:lnTo>
                  <a:lnTo>
                    <a:pt x="34" y="143"/>
                  </a:lnTo>
                  <a:lnTo>
                    <a:pt x="12" y="121"/>
                  </a:lnTo>
                  <a:lnTo>
                    <a:pt x="0" y="96"/>
                  </a:lnTo>
                  <a:lnTo>
                    <a:pt x="16" y="18"/>
                  </a:lnTo>
                  <a:close/>
                </a:path>
              </a:pathLst>
            </a:custGeom>
            <a:solidFill>
              <a:srgbClr val="FFBFBF"/>
            </a:solidFill>
            <a:ln w="1588">
              <a:solidFill>
                <a:srgbClr val="000000"/>
              </a:solidFill>
              <a:prstDash val="solid"/>
              <a:round/>
              <a:headEnd/>
              <a:tailEnd/>
            </a:ln>
          </p:spPr>
          <p:txBody>
            <a:bodyPr/>
            <a:lstStyle/>
            <a:p>
              <a:endParaRPr lang="en-US"/>
            </a:p>
          </p:txBody>
        </p:sp>
        <p:sp>
          <p:nvSpPr>
            <p:cNvPr id="36952" name="Freeform 88">
              <a:extLst>
                <a:ext uri="{FF2B5EF4-FFF2-40B4-BE49-F238E27FC236}">
                  <a16:creationId xmlns:a16="http://schemas.microsoft.com/office/drawing/2014/main" id="{15382A5C-1F7C-47D7-B213-5D72F8D0739D}"/>
                </a:ext>
              </a:extLst>
            </p:cNvPr>
            <p:cNvSpPr>
              <a:spLocks/>
            </p:cNvSpPr>
            <p:nvPr/>
          </p:nvSpPr>
          <p:spPr bwMode="auto">
            <a:xfrm>
              <a:off x="715" y="1490"/>
              <a:ext cx="48" cy="177"/>
            </a:xfrm>
            <a:custGeom>
              <a:avLst/>
              <a:gdLst>
                <a:gd name="T0" fmla="*/ 277 w 283"/>
                <a:gd name="T1" fmla="*/ 982 h 1065"/>
                <a:gd name="T2" fmla="*/ 282 w 283"/>
                <a:gd name="T3" fmla="*/ 926 h 1065"/>
                <a:gd name="T4" fmla="*/ 283 w 283"/>
                <a:gd name="T5" fmla="*/ 800 h 1065"/>
                <a:gd name="T6" fmla="*/ 274 w 283"/>
                <a:gd name="T7" fmla="*/ 676 h 1065"/>
                <a:gd name="T8" fmla="*/ 268 w 283"/>
                <a:gd name="T9" fmla="*/ 621 h 1065"/>
                <a:gd name="T10" fmla="*/ 265 w 283"/>
                <a:gd name="T11" fmla="*/ 580 h 1065"/>
                <a:gd name="T12" fmla="*/ 265 w 283"/>
                <a:gd name="T13" fmla="*/ 494 h 1065"/>
                <a:gd name="T14" fmla="*/ 270 w 283"/>
                <a:gd name="T15" fmla="*/ 397 h 1065"/>
                <a:gd name="T16" fmla="*/ 268 w 283"/>
                <a:gd name="T17" fmla="*/ 325 h 1065"/>
                <a:gd name="T18" fmla="*/ 266 w 283"/>
                <a:gd name="T19" fmla="*/ 270 h 1065"/>
                <a:gd name="T20" fmla="*/ 256 w 283"/>
                <a:gd name="T21" fmla="*/ 163 h 1065"/>
                <a:gd name="T22" fmla="*/ 247 w 283"/>
                <a:gd name="T23" fmla="*/ 87 h 1065"/>
                <a:gd name="T24" fmla="*/ 230 w 283"/>
                <a:gd name="T25" fmla="*/ 24 h 1065"/>
                <a:gd name="T26" fmla="*/ 209 w 283"/>
                <a:gd name="T27" fmla="*/ 4 h 1065"/>
                <a:gd name="T28" fmla="*/ 182 w 283"/>
                <a:gd name="T29" fmla="*/ 1 h 1065"/>
                <a:gd name="T30" fmla="*/ 153 w 283"/>
                <a:gd name="T31" fmla="*/ 0 h 1065"/>
                <a:gd name="T32" fmla="*/ 118 w 283"/>
                <a:gd name="T33" fmla="*/ 15 h 1065"/>
                <a:gd name="T34" fmla="*/ 90 w 283"/>
                <a:gd name="T35" fmla="*/ 69 h 1065"/>
                <a:gd name="T36" fmla="*/ 83 w 283"/>
                <a:gd name="T37" fmla="*/ 157 h 1065"/>
                <a:gd name="T38" fmla="*/ 80 w 283"/>
                <a:gd name="T39" fmla="*/ 259 h 1065"/>
                <a:gd name="T40" fmla="*/ 74 w 283"/>
                <a:gd name="T41" fmla="*/ 325 h 1065"/>
                <a:gd name="T42" fmla="*/ 65 w 283"/>
                <a:gd name="T43" fmla="*/ 394 h 1065"/>
                <a:gd name="T44" fmla="*/ 66 w 283"/>
                <a:gd name="T45" fmla="*/ 475 h 1065"/>
                <a:gd name="T46" fmla="*/ 63 w 283"/>
                <a:gd name="T47" fmla="*/ 567 h 1065"/>
                <a:gd name="T48" fmla="*/ 49 w 283"/>
                <a:gd name="T49" fmla="*/ 637 h 1065"/>
                <a:gd name="T50" fmla="*/ 36 w 283"/>
                <a:gd name="T51" fmla="*/ 748 h 1065"/>
                <a:gd name="T52" fmla="*/ 19 w 283"/>
                <a:gd name="T53" fmla="*/ 865 h 1065"/>
                <a:gd name="T54" fmla="*/ 3 w 283"/>
                <a:gd name="T55" fmla="*/ 964 h 1065"/>
                <a:gd name="T56" fmla="*/ 0 w 283"/>
                <a:gd name="T57" fmla="*/ 1065 h 1065"/>
                <a:gd name="T58" fmla="*/ 259 w 283"/>
                <a:gd name="T59" fmla="*/ 1061 h 1065"/>
                <a:gd name="T60" fmla="*/ 277 w 283"/>
                <a:gd name="T61" fmla="*/ 982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3" h="1065">
                  <a:moveTo>
                    <a:pt x="277" y="982"/>
                  </a:moveTo>
                  <a:lnTo>
                    <a:pt x="282" y="926"/>
                  </a:lnTo>
                  <a:lnTo>
                    <a:pt x="283" y="800"/>
                  </a:lnTo>
                  <a:lnTo>
                    <a:pt x="274" y="676"/>
                  </a:lnTo>
                  <a:lnTo>
                    <a:pt x="268" y="621"/>
                  </a:lnTo>
                  <a:lnTo>
                    <a:pt x="265" y="580"/>
                  </a:lnTo>
                  <a:lnTo>
                    <a:pt x="265" y="494"/>
                  </a:lnTo>
                  <a:lnTo>
                    <a:pt x="270" y="397"/>
                  </a:lnTo>
                  <a:lnTo>
                    <a:pt x="268" y="325"/>
                  </a:lnTo>
                  <a:lnTo>
                    <a:pt x="266" y="270"/>
                  </a:lnTo>
                  <a:lnTo>
                    <a:pt x="256" y="163"/>
                  </a:lnTo>
                  <a:lnTo>
                    <a:pt x="247" y="87"/>
                  </a:lnTo>
                  <a:lnTo>
                    <a:pt x="230" y="24"/>
                  </a:lnTo>
                  <a:lnTo>
                    <a:pt x="209" y="4"/>
                  </a:lnTo>
                  <a:lnTo>
                    <a:pt x="182" y="1"/>
                  </a:lnTo>
                  <a:lnTo>
                    <a:pt x="153" y="0"/>
                  </a:lnTo>
                  <a:lnTo>
                    <a:pt x="118" y="15"/>
                  </a:lnTo>
                  <a:lnTo>
                    <a:pt x="90" y="69"/>
                  </a:lnTo>
                  <a:lnTo>
                    <a:pt x="83" y="157"/>
                  </a:lnTo>
                  <a:lnTo>
                    <a:pt x="80" y="259"/>
                  </a:lnTo>
                  <a:lnTo>
                    <a:pt x="74" y="325"/>
                  </a:lnTo>
                  <a:lnTo>
                    <a:pt x="65" y="394"/>
                  </a:lnTo>
                  <a:lnTo>
                    <a:pt x="66" y="475"/>
                  </a:lnTo>
                  <a:lnTo>
                    <a:pt x="63" y="567"/>
                  </a:lnTo>
                  <a:lnTo>
                    <a:pt x="49" y="637"/>
                  </a:lnTo>
                  <a:lnTo>
                    <a:pt x="36" y="748"/>
                  </a:lnTo>
                  <a:lnTo>
                    <a:pt x="19" y="865"/>
                  </a:lnTo>
                  <a:lnTo>
                    <a:pt x="3" y="964"/>
                  </a:lnTo>
                  <a:lnTo>
                    <a:pt x="0" y="1065"/>
                  </a:lnTo>
                  <a:lnTo>
                    <a:pt x="259" y="1061"/>
                  </a:lnTo>
                  <a:lnTo>
                    <a:pt x="277" y="982"/>
                  </a:lnTo>
                  <a:close/>
                </a:path>
              </a:pathLst>
            </a:custGeom>
            <a:solidFill>
              <a:srgbClr val="FF9F9F"/>
            </a:solidFill>
            <a:ln w="1588">
              <a:solidFill>
                <a:srgbClr val="000000"/>
              </a:solidFill>
              <a:prstDash val="solid"/>
              <a:round/>
              <a:headEnd/>
              <a:tailEnd/>
            </a:ln>
          </p:spPr>
          <p:txBody>
            <a:bodyPr/>
            <a:lstStyle/>
            <a:p>
              <a:endParaRPr lang="en-US"/>
            </a:p>
          </p:txBody>
        </p:sp>
        <p:sp>
          <p:nvSpPr>
            <p:cNvPr id="36953" name="Freeform 89">
              <a:extLst>
                <a:ext uri="{FF2B5EF4-FFF2-40B4-BE49-F238E27FC236}">
                  <a16:creationId xmlns:a16="http://schemas.microsoft.com/office/drawing/2014/main" id="{7D1C7FFA-261F-40E5-A4D6-713C0BF31AFB}"/>
                </a:ext>
              </a:extLst>
            </p:cNvPr>
            <p:cNvSpPr>
              <a:spLocks/>
            </p:cNvSpPr>
            <p:nvPr/>
          </p:nvSpPr>
          <p:spPr bwMode="auto">
            <a:xfrm>
              <a:off x="827" y="1711"/>
              <a:ext cx="36" cy="5"/>
            </a:xfrm>
            <a:custGeom>
              <a:avLst/>
              <a:gdLst>
                <a:gd name="T0" fmla="*/ 216 w 216"/>
                <a:gd name="T1" fmla="*/ 14 h 27"/>
                <a:gd name="T2" fmla="*/ 152 w 216"/>
                <a:gd name="T3" fmla="*/ 24 h 27"/>
                <a:gd name="T4" fmla="*/ 102 w 216"/>
                <a:gd name="T5" fmla="*/ 27 h 27"/>
                <a:gd name="T6" fmla="*/ 34 w 216"/>
                <a:gd name="T7" fmla="*/ 14 h 27"/>
                <a:gd name="T8" fmla="*/ 0 w 216"/>
                <a:gd name="T9" fmla="*/ 0 h 27"/>
              </a:gdLst>
              <a:ahLst/>
              <a:cxnLst>
                <a:cxn ang="0">
                  <a:pos x="T0" y="T1"/>
                </a:cxn>
                <a:cxn ang="0">
                  <a:pos x="T2" y="T3"/>
                </a:cxn>
                <a:cxn ang="0">
                  <a:pos x="T4" y="T5"/>
                </a:cxn>
                <a:cxn ang="0">
                  <a:pos x="T6" y="T7"/>
                </a:cxn>
                <a:cxn ang="0">
                  <a:pos x="T8" y="T9"/>
                </a:cxn>
              </a:cxnLst>
              <a:rect l="0" t="0" r="r" b="b"/>
              <a:pathLst>
                <a:path w="216" h="27">
                  <a:moveTo>
                    <a:pt x="216" y="14"/>
                  </a:moveTo>
                  <a:lnTo>
                    <a:pt x="152" y="24"/>
                  </a:lnTo>
                  <a:lnTo>
                    <a:pt x="102" y="27"/>
                  </a:lnTo>
                  <a:lnTo>
                    <a:pt x="34" y="14"/>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54" name="Freeform 90">
              <a:extLst>
                <a:ext uri="{FF2B5EF4-FFF2-40B4-BE49-F238E27FC236}">
                  <a16:creationId xmlns:a16="http://schemas.microsoft.com/office/drawing/2014/main" id="{65D247F7-27C0-4724-9BE6-EA9851BCDA0D}"/>
                </a:ext>
              </a:extLst>
            </p:cNvPr>
            <p:cNvSpPr>
              <a:spLocks/>
            </p:cNvSpPr>
            <p:nvPr/>
          </p:nvSpPr>
          <p:spPr bwMode="auto">
            <a:xfrm>
              <a:off x="718" y="1835"/>
              <a:ext cx="29" cy="2"/>
            </a:xfrm>
            <a:custGeom>
              <a:avLst/>
              <a:gdLst>
                <a:gd name="T0" fmla="*/ 0 w 177"/>
                <a:gd name="T1" fmla="*/ 0 h 14"/>
                <a:gd name="T2" fmla="*/ 69 w 177"/>
                <a:gd name="T3" fmla="*/ 14 h 14"/>
                <a:gd name="T4" fmla="*/ 143 w 177"/>
                <a:gd name="T5" fmla="*/ 14 h 14"/>
                <a:gd name="T6" fmla="*/ 177 w 177"/>
                <a:gd name="T7" fmla="*/ 7 h 14"/>
              </a:gdLst>
              <a:ahLst/>
              <a:cxnLst>
                <a:cxn ang="0">
                  <a:pos x="T0" y="T1"/>
                </a:cxn>
                <a:cxn ang="0">
                  <a:pos x="T2" y="T3"/>
                </a:cxn>
                <a:cxn ang="0">
                  <a:pos x="T4" y="T5"/>
                </a:cxn>
                <a:cxn ang="0">
                  <a:pos x="T6" y="T7"/>
                </a:cxn>
              </a:cxnLst>
              <a:rect l="0" t="0" r="r" b="b"/>
              <a:pathLst>
                <a:path w="177" h="14">
                  <a:moveTo>
                    <a:pt x="0" y="0"/>
                  </a:moveTo>
                  <a:lnTo>
                    <a:pt x="69" y="14"/>
                  </a:lnTo>
                  <a:lnTo>
                    <a:pt x="143" y="14"/>
                  </a:lnTo>
                  <a:lnTo>
                    <a:pt x="177" y="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55" name="Freeform 91">
              <a:extLst>
                <a:ext uri="{FF2B5EF4-FFF2-40B4-BE49-F238E27FC236}">
                  <a16:creationId xmlns:a16="http://schemas.microsoft.com/office/drawing/2014/main" id="{A74B3790-7E5A-4477-8F82-23D117034749}"/>
                </a:ext>
              </a:extLst>
            </p:cNvPr>
            <p:cNvSpPr>
              <a:spLocks/>
            </p:cNvSpPr>
            <p:nvPr/>
          </p:nvSpPr>
          <p:spPr bwMode="auto">
            <a:xfrm>
              <a:off x="801" y="1659"/>
              <a:ext cx="61" cy="81"/>
            </a:xfrm>
            <a:custGeom>
              <a:avLst/>
              <a:gdLst>
                <a:gd name="T0" fmla="*/ 361 w 361"/>
                <a:gd name="T1" fmla="*/ 95 h 490"/>
                <a:gd name="T2" fmla="*/ 354 w 361"/>
                <a:gd name="T3" fmla="*/ 156 h 490"/>
                <a:gd name="T4" fmla="*/ 323 w 361"/>
                <a:gd name="T5" fmla="*/ 210 h 490"/>
                <a:gd name="T6" fmla="*/ 269 w 361"/>
                <a:gd name="T7" fmla="*/ 260 h 490"/>
                <a:gd name="T8" fmla="*/ 233 w 361"/>
                <a:gd name="T9" fmla="*/ 273 h 490"/>
                <a:gd name="T10" fmla="*/ 204 w 361"/>
                <a:gd name="T11" fmla="*/ 287 h 490"/>
                <a:gd name="T12" fmla="*/ 186 w 361"/>
                <a:gd name="T13" fmla="*/ 337 h 490"/>
                <a:gd name="T14" fmla="*/ 159 w 361"/>
                <a:gd name="T15" fmla="*/ 405 h 490"/>
                <a:gd name="T16" fmla="*/ 129 w 361"/>
                <a:gd name="T17" fmla="*/ 469 h 490"/>
                <a:gd name="T18" fmla="*/ 94 w 361"/>
                <a:gd name="T19" fmla="*/ 490 h 490"/>
                <a:gd name="T20" fmla="*/ 44 w 361"/>
                <a:gd name="T21" fmla="*/ 490 h 490"/>
                <a:gd name="T22" fmla="*/ 13 w 361"/>
                <a:gd name="T23" fmla="*/ 475 h 490"/>
                <a:gd name="T24" fmla="*/ 0 w 361"/>
                <a:gd name="T25" fmla="*/ 436 h 490"/>
                <a:gd name="T26" fmla="*/ 3 w 361"/>
                <a:gd name="T27" fmla="*/ 392 h 490"/>
                <a:gd name="T28" fmla="*/ 19 w 361"/>
                <a:gd name="T29" fmla="*/ 311 h 490"/>
                <a:gd name="T30" fmla="*/ 50 w 361"/>
                <a:gd name="T31" fmla="*/ 246 h 490"/>
                <a:gd name="T32" fmla="*/ 87 w 361"/>
                <a:gd name="T33" fmla="*/ 189 h 490"/>
                <a:gd name="T34" fmla="*/ 156 w 361"/>
                <a:gd name="T35" fmla="*/ 68 h 490"/>
                <a:gd name="T36" fmla="*/ 202 w 361"/>
                <a:gd name="T37" fmla="*/ 14 h 490"/>
                <a:gd name="T38" fmla="*/ 263 w 361"/>
                <a:gd name="T39" fmla="*/ 0 h 490"/>
                <a:gd name="T40" fmla="*/ 297 w 361"/>
                <a:gd name="T41" fmla="*/ 9 h 490"/>
                <a:gd name="T42" fmla="*/ 323 w 361"/>
                <a:gd name="T43" fmla="*/ 27 h 490"/>
                <a:gd name="T44" fmla="*/ 348 w 361"/>
                <a:gd name="T45" fmla="*/ 60 h 490"/>
                <a:gd name="T46" fmla="*/ 361 w 361"/>
                <a:gd name="T47" fmla="*/ 95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1" h="490">
                  <a:moveTo>
                    <a:pt x="361" y="95"/>
                  </a:moveTo>
                  <a:lnTo>
                    <a:pt x="354" y="156"/>
                  </a:lnTo>
                  <a:lnTo>
                    <a:pt x="323" y="210"/>
                  </a:lnTo>
                  <a:lnTo>
                    <a:pt x="269" y="260"/>
                  </a:lnTo>
                  <a:lnTo>
                    <a:pt x="233" y="273"/>
                  </a:lnTo>
                  <a:lnTo>
                    <a:pt x="204" y="287"/>
                  </a:lnTo>
                  <a:lnTo>
                    <a:pt x="186" y="337"/>
                  </a:lnTo>
                  <a:lnTo>
                    <a:pt x="159" y="405"/>
                  </a:lnTo>
                  <a:lnTo>
                    <a:pt x="129" y="469"/>
                  </a:lnTo>
                  <a:lnTo>
                    <a:pt x="94" y="490"/>
                  </a:lnTo>
                  <a:lnTo>
                    <a:pt x="44" y="490"/>
                  </a:lnTo>
                  <a:lnTo>
                    <a:pt x="13" y="475"/>
                  </a:lnTo>
                  <a:lnTo>
                    <a:pt x="0" y="436"/>
                  </a:lnTo>
                  <a:lnTo>
                    <a:pt x="3" y="392"/>
                  </a:lnTo>
                  <a:lnTo>
                    <a:pt x="19" y="311"/>
                  </a:lnTo>
                  <a:lnTo>
                    <a:pt x="50" y="246"/>
                  </a:lnTo>
                  <a:lnTo>
                    <a:pt x="87" y="189"/>
                  </a:lnTo>
                  <a:lnTo>
                    <a:pt x="156" y="68"/>
                  </a:lnTo>
                  <a:lnTo>
                    <a:pt x="202" y="14"/>
                  </a:lnTo>
                  <a:lnTo>
                    <a:pt x="263" y="0"/>
                  </a:lnTo>
                  <a:lnTo>
                    <a:pt x="297" y="9"/>
                  </a:lnTo>
                  <a:lnTo>
                    <a:pt x="323" y="27"/>
                  </a:lnTo>
                  <a:lnTo>
                    <a:pt x="348" y="60"/>
                  </a:lnTo>
                  <a:lnTo>
                    <a:pt x="361" y="95"/>
                  </a:lnTo>
                  <a:close/>
                </a:path>
              </a:pathLst>
            </a:custGeom>
            <a:solidFill>
              <a:srgbClr val="FF9F9F"/>
            </a:solidFill>
            <a:ln w="1588">
              <a:solidFill>
                <a:srgbClr val="000000"/>
              </a:solidFill>
              <a:prstDash val="solid"/>
              <a:round/>
              <a:headEnd/>
              <a:tailEnd/>
            </a:ln>
          </p:spPr>
          <p:txBody>
            <a:bodyPr/>
            <a:lstStyle/>
            <a:p>
              <a:endParaRPr lang="en-US"/>
            </a:p>
          </p:txBody>
        </p:sp>
        <p:sp>
          <p:nvSpPr>
            <p:cNvPr id="36956" name="Freeform 92">
              <a:extLst>
                <a:ext uri="{FF2B5EF4-FFF2-40B4-BE49-F238E27FC236}">
                  <a16:creationId xmlns:a16="http://schemas.microsoft.com/office/drawing/2014/main" id="{E4703539-5B6C-4468-8CFF-867C14D2646B}"/>
                </a:ext>
              </a:extLst>
            </p:cNvPr>
            <p:cNvSpPr>
              <a:spLocks/>
            </p:cNvSpPr>
            <p:nvPr/>
          </p:nvSpPr>
          <p:spPr bwMode="auto">
            <a:xfrm>
              <a:off x="804" y="1720"/>
              <a:ext cx="16" cy="18"/>
            </a:xfrm>
            <a:custGeom>
              <a:avLst/>
              <a:gdLst>
                <a:gd name="T0" fmla="*/ 17 w 96"/>
                <a:gd name="T1" fmla="*/ 0 h 111"/>
                <a:gd name="T2" fmla="*/ 55 w 96"/>
                <a:gd name="T3" fmla="*/ 0 h 111"/>
                <a:gd name="T4" fmla="*/ 94 w 96"/>
                <a:gd name="T5" fmla="*/ 13 h 111"/>
                <a:gd name="T6" fmla="*/ 96 w 96"/>
                <a:gd name="T7" fmla="*/ 57 h 111"/>
                <a:gd name="T8" fmla="*/ 85 w 96"/>
                <a:gd name="T9" fmla="*/ 90 h 111"/>
                <a:gd name="T10" fmla="*/ 48 w 96"/>
                <a:gd name="T11" fmla="*/ 111 h 111"/>
                <a:gd name="T12" fmla="*/ 21 w 96"/>
                <a:gd name="T13" fmla="*/ 100 h 111"/>
                <a:gd name="T14" fmla="*/ 11 w 96"/>
                <a:gd name="T15" fmla="*/ 81 h 111"/>
                <a:gd name="T16" fmla="*/ 0 w 96"/>
                <a:gd name="T17" fmla="*/ 53 h 111"/>
                <a:gd name="T18" fmla="*/ 4 w 96"/>
                <a:gd name="T19" fmla="*/ 16 h 111"/>
                <a:gd name="T20" fmla="*/ 17 w 96"/>
                <a:gd name="T2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11">
                  <a:moveTo>
                    <a:pt x="17" y="0"/>
                  </a:moveTo>
                  <a:lnTo>
                    <a:pt x="55" y="0"/>
                  </a:lnTo>
                  <a:lnTo>
                    <a:pt x="94" y="13"/>
                  </a:lnTo>
                  <a:lnTo>
                    <a:pt x="96" y="57"/>
                  </a:lnTo>
                  <a:lnTo>
                    <a:pt x="85" y="90"/>
                  </a:lnTo>
                  <a:lnTo>
                    <a:pt x="48" y="111"/>
                  </a:lnTo>
                  <a:lnTo>
                    <a:pt x="21" y="100"/>
                  </a:lnTo>
                  <a:lnTo>
                    <a:pt x="11" y="81"/>
                  </a:lnTo>
                  <a:lnTo>
                    <a:pt x="0" y="53"/>
                  </a:lnTo>
                  <a:lnTo>
                    <a:pt x="4" y="16"/>
                  </a:lnTo>
                  <a:lnTo>
                    <a:pt x="17" y="0"/>
                  </a:lnTo>
                  <a:close/>
                </a:path>
              </a:pathLst>
            </a:custGeom>
            <a:solidFill>
              <a:srgbClr val="FFBFBF"/>
            </a:solidFill>
            <a:ln w="1588">
              <a:solidFill>
                <a:srgbClr val="000000"/>
              </a:solidFill>
              <a:prstDash val="solid"/>
              <a:round/>
              <a:headEnd/>
              <a:tailEnd/>
            </a:ln>
          </p:spPr>
          <p:txBody>
            <a:bodyPr/>
            <a:lstStyle/>
            <a:p>
              <a:endParaRPr lang="en-US"/>
            </a:p>
          </p:txBody>
        </p:sp>
        <p:sp>
          <p:nvSpPr>
            <p:cNvPr id="36957" name="Freeform 93">
              <a:extLst>
                <a:ext uri="{FF2B5EF4-FFF2-40B4-BE49-F238E27FC236}">
                  <a16:creationId xmlns:a16="http://schemas.microsoft.com/office/drawing/2014/main" id="{F2CF640F-CDF6-4647-A658-9C56ACCC2DEF}"/>
                </a:ext>
              </a:extLst>
            </p:cNvPr>
            <p:cNvSpPr>
              <a:spLocks/>
            </p:cNvSpPr>
            <p:nvPr/>
          </p:nvSpPr>
          <p:spPr bwMode="auto">
            <a:xfrm>
              <a:off x="751" y="1629"/>
              <a:ext cx="52" cy="101"/>
            </a:xfrm>
            <a:custGeom>
              <a:avLst/>
              <a:gdLst>
                <a:gd name="T0" fmla="*/ 311 w 311"/>
                <a:gd name="T1" fmla="*/ 88 h 611"/>
                <a:gd name="T2" fmla="*/ 297 w 311"/>
                <a:gd name="T3" fmla="*/ 46 h 611"/>
                <a:gd name="T4" fmla="*/ 275 w 311"/>
                <a:gd name="T5" fmla="*/ 17 h 611"/>
                <a:gd name="T6" fmla="*/ 240 w 311"/>
                <a:gd name="T7" fmla="*/ 7 h 611"/>
                <a:gd name="T8" fmla="*/ 196 w 311"/>
                <a:gd name="T9" fmla="*/ 0 h 611"/>
                <a:gd name="T10" fmla="*/ 135 w 311"/>
                <a:gd name="T11" fmla="*/ 21 h 611"/>
                <a:gd name="T12" fmla="*/ 90 w 311"/>
                <a:gd name="T13" fmla="*/ 48 h 611"/>
                <a:gd name="T14" fmla="*/ 52 w 311"/>
                <a:gd name="T15" fmla="*/ 115 h 611"/>
                <a:gd name="T16" fmla="*/ 30 w 311"/>
                <a:gd name="T17" fmla="*/ 270 h 611"/>
                <a:gd name="T18" fmla="*/ 4 w 311"/>
                <a:gd name="T19" fmla="*/ 385 h 611"/>
                <a:gd name="T20" fmla="*/ 0 w 311"/>
                <a:gd name="T21" fmla="*/ 500 h 611"/>
                <a:gd name="T22" fmla="*/ 8 w 311"/>
                <a:gd name="T23" fmla="*/ 554 h 611"/>
                <a:gd name="T24" fmla="*/ 33 w 311"/>
                <a:gd name="T25" fmla="*/ 594 h 611"/>
                <a:gd name="T26" fmla="*/ 89 w 311"/>
                <a:gd name="T27" fmla="*/ 611 h 611"/>
                <a:gd name="T28" fmla="*/ 142 w 311"/>
                <a:gd name="T29" fmla="*/ 587 h 611"/>
                <a:gd name="T30" fmla="*/ 170 w 311"/>
                <a:gd name="T31" fmla="*/ 527 h 611"/>
                <a:gd name="T32" fmla="*/ 189 w 311"/>
                <a:gd name="T33" fmla="*/ 425 h 611"/>
                <a:gd name="T34" fmla="*/ 216 w 311"/>
                <a:gd name="T35" fmla="*/ 333 h 611"/>
                <a:gd name="T36" fmla="*/ 261 w 311"/>
                <a:gd name="T37" fmla="*/ 247 h 611"/>
                <a:gd name="T38" fmla="*/ 294 w 311"/>
                <a:gd name="T39" fmla="*/ 151 h 611"/>
                <a:gd name="T40" fmla="*/ 311 w 311"/>
                <a:gd name="T41" fmla="*/ 88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1" h="611">
                  <a:moveTo>
                    <a:pt x="311" y="88"/>
                  </a:moveTo>
                  <a:lnTo>
                    <a:pt x="297" y="46"/>
                  </a:lnTo>
                  <a:lnTo>
                    <a:pt x="275" y="17"/>
                  </a:lnTo>
                  <a:lnTo>
                    <a:pt x="240" y="7"/>
                  </a:lnTo>
                  <a:lnTo>
                    <a:pt x="196" y="0"/>
                  </a:lnTo>
                  <a:lnTo>
                    <a:pt x="135" y="21"/>
                  </a:lnTo>
                  <a:lnTo>
                    <a:pt x="90" y="48"/>
                  </a:lnTo>
                  <a:lnTo>
                    <a:pt x="52" y="115"/>
                  </a:lnTo>
                  <a:lnTo>
                    <a:pt x="30" y="270"/>
                  </a:lnTo>
                  <a:lnTo>
                    <a:pt x="4" y="385"/>
                  </a:lnTo>
                  <a:lnTo>
                    <a:pt x="0" y="500"/>
                  </a:lnTo>
                  <a:lnTo>
                    <a:pt x="8" y="554"/>
                  </a:lnTo>
                  <a:lnTo>
                    <a:pt x="33" y="594"/>
                  </a:lnTo>
                  <a:lnTo>
                    <a:pt x="89" y="611"/>
                  </a:lnTo>
                  <a:lnTo>
                    <a:pt x="142" y="587"/>
                  </a:lnTo>
                  <a:lnTo>
                    <a:pt x="170" y="527"/>
                  </a:lnTo>
                  <a:lnTo>
                    <a:pt x="189" y="425"/>
                  </a:lnTo>
                  <a:lnTo>
                    <a:pt x="216" y="333"/>
                  </a:lnTo>
                  <a:lnTo>
                    <a:pt x="261" y="247"/>
                  </a:lnTo>
                  <a:lnTo>
                    <a:pt x="294" y="151"/>
                  </a:lnTo>
                  <a:lnTo>
                    <a:pt x="311" y="88"/>
                  </a:lnTo>
                  <a:close/>
                </a:path>
              </a:pathLst>
            </a:custGeom>
            <a:solidFill>
              <a:srgbClr val="FF9F9F"/>
            </a:solidFill>
            <a:ln w="1588">
              <a:solidFill>
                <a:srgbClr val="000000"/>
              </a:solidFill>
              <a:prstDash val="solid"/>
              <a:round/>
              <a:headEnd/>
              <a:tailEnd/>
            </a:ln>
          </p:spPr>
          <p:txBody>
            <a:bodyPr/>
            <a:lstStyle/>
            <a:p>
              <a:endParaRPr lang="en-US"/>
            </a:p>
          </p:txBody>
        </p:sp>
        <p:sp>
          <p:nvSpPr>
            <p:cNvPr id="36958" name="Freeform 94">
              <a:extLst>
                <a:ext uri="{FF2B5EF4-FFF2-40B4-BE49-F238E27FC236}">
                  <a16:creationId xmlns:a16="http://schemas.microsoft.com/office/drawing/2014/main" id="{89535E03-E0F8-4646-955F-02824D428BD2}"/>
                </a:ext>
              </a:extLst>
            </p:cNvPr>
            <p:cNvSpPr>
              <a:spLocks/>
            </p:cNvSpPr>
            <p:nvPr/>
          </p:nvSpPr>
          <p:spPr bwMode="auto">
            <a:xfrm>
              <a:off x="754" y="1701"/>
              <a:ext cx="22" cy="24"/>
            </a:xfrm>
            <a:custGeom>
              <a:avLst/>
              <a:gdLst>
                <a:gd name="T0" fmla="*/ 128 w 130"/>
                <a:gd name="T1" fmla="*/ 24 h 149"/>
                <a:gd name="T2" fmla="*/ 130 w 130"/>
                <a:gd name="T3" fmla="*/ 79 h 149"/>
                <a:gd name="T4" fmla="*/ 110 w 130"/>
                <a:gd name="T5" fmla="*/ 134 h 149"/>
                <a:gd name="T6" fmla="*/ 77 w 130"/>
                <a:gd name="T7" fmla="*/ 149 h 149"/>
                <a:gd name="T8" fmla="*/ 26 w 130"/>
                <a:gd name="T9" fmla="*/ 134 h 149"/>
                <a:gd name="T10" fmla="*/ 10 w 130"/>
                <a:gd name="T11" fmla="*/ 109 h 149"/>
                <a:gd name="T12" fmla="*/ 3 w 130"/>
                <a:gd name="T13" fmla="*/ 80 h 149"/>
                <a:gd name="T14" fmla="*/ 0 w 130"/>
                <a:gd name="T15" fmla="*/ 38 h 149"/>
                <a:gd name="T16" fmla="*/ 22 w 130"/>
                <a:gd name="T17" fmla="*/ 10 h 149"/>
                <a:gd name="T18" fmla="*/ 90 w 130"/>
                <a:gd name="T19" fmla="*/ 0 h 149"/>
                <a:gd name="T20" fmla="*/ 128 w 130"/>
                <a:gd name="T21" fmla="*/ 2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 h="149">
                  <a:moveTo>
                    <a:pt x="128" y="24"/>
                  </a:moveTo>
                  <a:lnTo>
                    <a:pt x="130" y="79"/>
                  </a:lnTo>
                  <a:lnTo>
                    <a:pt x="110" y="134"/>
                  </a:lnTo>
                  <a:lnTo>
                    <a:pt x="77" y="149"/>
                  </a:lnTo>
                  <a:lnTo>
                    <a:pt x="26" y="134"/>
                  </a:lnTo>
                  <a:lnTo>
                    <a:pt x="10" y="109"/>
                  </a:lnTo>
                  <a:lnTo>
                    <a:pt x="3" y="80"/>
                  </a:lnTo>
                  <a:lnTo>
                    <a:pt x="0" y="38"/>
                  </a:lnTo>
                  <a:lnTo>
                    <a:pt x="22" y="10"/>
                  </a:lnTo>
                  <a:lnTo>
                    <a:pt x="90" y="0"/>
                  </a:lnTo>
                  <a:lnTo>
                    <a:pt x="128" y="24"/>
                  </a:lnTo>
                  <a:close/>
                </a:path>
              </a:pathLst>
            </a:custGeom>
            <a:solidFill>
              <a:srgbClr val="FFBFBF"/>
            </a:solidFill>
            <a:ln w="1588">
              <a:solidFill>
                <a:srgbClr val="000000"/>
              </a:solidFill>
              <a:prstDash val="solid"/>
              <a:round/>
              <a:headEnd/>
              <a:tailEnd/>
            </a:ln>
          </p:spPr>
          <p:txBody>
            <a:bodyPr/>
            <a:lstStyle/>
            <a:p>
              <a:endParaRPr lang="en-US"/>
            </a:p>
          </p:txBody>
        </p:sp>
        <p:sp>
          <p:nvSpPr>
            <p:cNvPr id="36959" name="Freeform 95">
              <a:extLst>
                <a:ext uri="{FF2B5EF4-FFF2-40B4-BE49-F238E27FC236}">
                  <a16:creationId xmlns:a16="http://schemas.microsoft.com/office/drawing/2014/main" id="{D398D9B7-8931-4A05-830D-10E97CF515FF}"/>
                </a:ext>
              </a:extLst>
            </p:cNvPr>
            <p:cNvSpPr>
              <a:spLocks/>
            </p:cNvSpPr>
            <p:nvPr/>
          </p:nvSpPr>
          <p:spPr bwMode="auto">
            <a:xfrm>
              <a:off x="673" y="1635"/>
              <a:ext cx="95" cy="153"/>
            </a:xfrm>
            <a:custGeom>
              <a:avLst/>
              <a:gdLst>
                <a:gd name="T0" fmla="*/ 236 w 564"/>
                <a:gd name="T1" fmla="*/ 115 h 918"/>
                <a:gd name="T2" fmla="*/ 318 w 564"/>
                <a:gd name="T3" fmla="*/ 94 h 918"/>
                <a:gd name="T4" fmla="*/ 372 w 564"/>
                <a:gd name="T5" fmla="*/ 61 h 918"/>
                <a:gd name="T6" fmla="*/ 439 w 564"/>
                <a:gd name="T7" fmla="*/ 20 h 918"/>
                <a:gd name="T8" fmla="*/ 514 w 564"/>
                <a:gd name="T9" fmla="*/ 0 h 918"/>
                <a:gd name="T10" fmla="*/ 541 w 564"/>
                <a:gd name="T11" fmla="*/ 10 h 918"/>
                <a:gd name="T12" fmla="*/ 561 w 564"/>
                <a:gd name="T13" fmla="*/ 32 h 918"/>
                <a:gd name="T14" fmla="*/ 564 w 564"/>
                <a:gd name="T15" fmla="*/ 70 h 918"/>
                <a:gd name="T16" fmla="*/ 554 w 564"/>
                <a:gd name="T17" fmla="*/ 115 h 918"/>
                <a:gd name="T18" fmla="*/ 544 w 564"/>
                <a:gd name="T19" fmla="*/ 154 h 918"/>
                <a:gd name="T20" fmla="*/ 514 w 564"/>
                <a:gd name="T21" fmla="*/ 202 h 918"/>
                <a:gd name="T22" fmla="*/ 443 w 564"/>
                <a:gd name="T23" fmla="*/ 270 h 918"/>
                <a:gd name="T24" fmla="*/ 392 w 564"/>
                <a:gd name="T25" fmla="*/ 303 h 918"/>
                <a:gd name="T26" fmla="*/ 352 w 564"/>
                <a:gd name="T27" fmla="*/ 324 h 918"/>
                <a:gd name="T28" fmla="*/ 359 w 564"/>
                <a:gd name="T29" fmla="*/ 398 h 918"/>
                <a:gd name="T30" fmla="*/ 365 w 564"/>
                <a:gd name="T31" fmla="*/ 465 h 918"/>
                <a:gd name="T32" fmla="*/ 359 w 564"/>
                <a:gd name="T33" fmla="*/ 567 h 918"/>
                <a:gd name="T34" fmla="*/ 345 w 564"/>
                <a:gd name="T35" fmla="*/ 627 h 918"/>
                <a:gd name="T36" fmla="*/ 338 w 564"/>
                <a:gd name="T37" fmla="*/ 688 h 918"/>
                <a:gd name="T38" fmla="*/ 308 w 564"/>
                <a:gd name="T39" fmla="*/ 751 h 918"/>
                <a:gd name="T40" fmla="*/ 280 w 564"/>
                <a:gd name="T41" fmla="*/ 796 h 918"/>
                <a:gd name="T42" fmla="*/ 229 w 564"/>
                <a:gd name="T43" fmla="*/ 839 h 918"/>
                <a:gd name="T44" fmla="*/ 182 w 564"/>
                <a:gd name="T45" fmla="*/ 878 h 918"/>
                <a:gd name="T46" fmla="*/ 131 w 564"/>
                <a:gd name="T47" fmla="*/ 904 h 918"/>
                <a:gd name="T48" fmla="*/ 94 w 564"/>
                <a:gd name="T49" fmla="*/ 918 h 918"/>
                <a:gd name="T50" fmla="*/ 61 w 564"/>
                <a:gd name="T51" fmla="*/ 844 h 918"/>
                <a:gd name="T52" fmla="*/ 40 w 564"/>
                <a:gd name="T53" fmla="*/ 769 h 918"/>
                <a:gd name="T54" fmla="*/ 7 w 564"/>
                <a:gd name="T55" fmla="*/ 654 h 918"/>
                <a:gd name="T56" fmla="*/ 0 w 564"/>
                <a:gd name="T57" fmla="*/ 600 h 918"/>
                <a:gd name="T58" fmla="*/ 27 w 564"/>
                <a:gd name="T59" fmla="*/ 513 h 918"/>
                <a:gd name="T60" fmla="*/ 54 w 564"/>
                <a:gd name="T61" fmla="*/ 391 h 918"/>
                <a:gd name="T62" fmla="*/ 88 w 564"/>
                <a:gd name="T63" fmla="*/ 236 h 918"/>
                <a:gd name="T64" fmla="*/ 121 w 564"/>
                <a:gd name="T65" fmla="*/ 162 h 918"/>
                <a:gd name="T66" fmla="*/ 182 w 564"/>
                <a:gd name="T67" fmla="*/ 128 h 918"/>
                <a:gd name="T68" fmla="*/ 236 w 564"/>
                <a:gd name="T69" fmla="*/ 115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918">
                  <a:moveTo>
                    <a:pt x="236" y="115"/>
                  </a:moveTo>
                  <a:lnTo>
                    <a:pt x="318" y="94"/>
                  </a:lnTo>
                  <a:lnTo>
                    <a:pt x="372" y="61"/>
                  </a:lnTo>
                  <a:lnTo>
                    <a:pt x="439" y="20"/>
                  </a:lnTo>
                  <a:lnTo>
                    <a:pt x="514" y="0"/>
                  </a:lnTo>
                  <a:lnTo>
                    <a:pt x="541" y="10"/>
                  </a:lnTo>
                  <a:lnTo>
                    <a:pt x="561" y="32"/>
                  </a:lnTo>
                  <a:lnTo>
                    <a:pt x="564" y="70"/>
                  </a:lnTo>
                  <a:lnTo>
                    <a:pt x="554" y="115"/>
                  </a:lnTo>
                  <a:lnTo>
                    <a:pt x="544" y="154"/>
                  </a:lnTo>
                  <a:lnTo>
                    <a:pt x="514" y="202"/>
                  </a:lnTo>
                  <a:lnTo>
                    <a:pt x="443" y="270"/>
                  </a:lnTo>
                  <a:lnTo>
                    <a:pt x="392" y="303"/>
                  </a:lnTo>
                  <a:lnTo>
                    <a:pt x="352" y="324"/>
                  </a:lnTo>
                  <a:lnTo>
                    <a:pt x="359" y="398"/>
                  </a:lnTo>
                  <a:lnTo>
                    <a:pt x="365" y="465"/>
                  </a:lnTo>
                  <a:lnTo>
                    <a:pt x="359" y="567"/>
                  </a:lnTo>
                  <a:lnTo>
                    <a:pt x="345" y="627"/>
                  </a:lnTo>
                  <a:lnTo>
                    <a:pt x="338" y="688"/>
                  </a:lnTo>
                  <a:lnTo>
                    <a:pt x="308" y="751"/>
                  </a:lnTo>
                  <a:lnTo>
                    <a:pt x="280" y="796"/>
                  </a:lnTo>
                  <a:lnTo>
                    <a:pt x="229" y="839"/>
                  </a:lnTo>
                  <a:lnTo>
                    <a:pt x="182" y="878"/>
                  </a:lnTo>
                  <a:lnTo>
                    <a:pt x="131" y="904"/>
                  </a:lnTo>
                  <a:lnTo>
                    <a:pt x="94" y="918"/>
                  </a:lnTo>
                  <a:lnTo>
                    <a:pt x="61" y="844"/>
                  </a:lnTo>
                  <a:lnTo>
                    <a:pt x="40" y="769"/>
                  </a:lnTo>
                  <a:lnTo>
                    <a:pt x="7" y="654"/>
                  </a:lnTo>
                  <a:lnTo>
                    <a:pt x="0" y="600"/>
                  </a:lnTo>
                  <a:lnTo>
                    <a:pt x="27" y="513"/>
                  </a:lnTo>
                  <a:lnTo>
                    <a:pt x="54" y="391"/>
                  </a:lnTo>
                  <a:lnTo>
                    <a:pt x="88" y="236"/>
                  </a:lnTo>
                  <a:lnTo>
                    <a:pt x="121" y="162"/>
                  </a:lnTo>
                  <a:lnTo>
                    <a:pt x="182" y="128"/>
                  </a:lnTo>
                  <a:lnTo>
                    <a:pt x="236" y="115"/>
                  </a:lnTo>
                  <a:close/>
                </a:path>
              </a:pathLst>
            </a:custGeom>
            <a:solidFill>
              <a:srgbClr val="FF9F9F"/>
            </a:solidFill>
            <a:ln w="1588">
              <a:solidFill>
                <a:srgbClr val="000000"/>
              </a:solidFill>
              <a:prstDash val="solid"/>
              <a:round/>
              <a:headEnd/>
              <a:tailEnd/>
            </a:ln>
          </p:spPr>
          <p:txBody>
            <a:bodyPr/>
            <a:lstStyle/>
            <a:p>
              <a:endParaRPr lang="en-US"/>
            </a:p>
          </p:txBody>
        </p:sp>
        <p:sp>
          <p:nvSpPr>
            <p:cNvPr id="36960" name="Freeform 96">
              <a:extLst>
                <a:ext uri="{FF2B5EF4-FFF2-40B4-BE49-F238E27FC236}">
                  <a16:creationId xmlns:a16="http://schemas.microsoft.com/office/drawing/2014/main" id="{7790BACA-9974-46B5-9305-1A33CD631BB0}"/>
                </a:ext>
              </a:extLst>
            </p:cNvPr>
            <p:cNvSpPr>
              <a:spLocks/>
            </p:cNvSpPr>
            <p:nvPr/>
          </p:nvSpPr>
          <p:spPr bwMode="auto">
            <a:xfrm>
              <a:off x="730" y="1636"/>
              <a:ext cx="34" cy="24"/>
            </a:xfrm>
            <a:custGeom>
              <a:avLst/>
              <a:gdLst>
                <a:gd name="T0" fmla="*/ 0 w 206"/>
                <a:gd name="T1" fmla="*/ 81 h 145"/>
                <a:gd name="T2" fmla="*/ 27 w 206"/>
                <a:gd name="T3" fmla="*/ 132 h 145"/>
                <a:gd name="T4" fmla="*/ 54 w 206"/>
                <a:gd name="T5" fmla="*/ 145 h 145"/>
                <a:gd name="T6" fmla="*/ 118 w 206"/>
                <a:gd name="T7" fmla="*/ 128 h 145"/>
                <a:gd name="T8" fmla="*/ 179 w 206"/>
                <a:gd name="T9" fmla="*/ 101 h 145"/>
                <a:gd name="T10" fmla="*/ 203 w 206"/>
                <a:gd name="T11" fmla="*/ 81 h 145"/>
                <a:gd name="T12" fmla="*/ 206 w 206"/>
                <a:gd name="T13" fmla="*/ 31 h 145"/>
                <a:gd name="T14" fmla="*/ 186 w 206"/>
                <a:gd name="T15" fmla="*/ 0 h 145"/>
                <a:gd name="T16" fmla="*/ 139 w 206"/>
                <a:gd name="T17" fmla="*/ 4 h 145"/>
                <a:gd name="T18" fmla="*/ 101 w 206"/>
                <a:gd name="T19" fmla="*/ 19 h 145"/>
                <a:gd name="T20" fmla="*/ 61 w 206"/>
                <a:gd name="T21" fmla="*/ 40 h 145"/>
                <a:gd name="T22" fmla="*/ 0 w 206"/>
                <a:gd name="T23" fmla="*/ 81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6" h="145">
                  <a:moveTo>
                    <a:pt x="0" y="81"/>
                  </a:moveTo>
                  <a:lnTo>
                    <a:pt x="27" y="132"/>
                  </a:lnTo>
                  <a:lnTo>
                    <a:pt x="54" y="145"/>
                  </a:lnTo>
                  <a:lnTo>
                    <a:pt x="118" y="128"/>
                  </a:lnTo>
                  <a:lnTo>
                    <a:pt x="179" y="101"/>
                  </a:lnTo>
                  <a:lnTo>
                    <a:pt x="203" y="81"/>
                  </a:lnTo>
                  <a:lnTo>
                    <a:pt x="206" y="31"/>
                  </a:lnTo>
                  <a:lnTo>
                    <a:pt x="186" y="0"/>
                  </a:lnTo>
                  <a:lnTo>
                    <a:pt x="139" y="4"/>
                  </a:lnTo>
                  <a:lnTo>
                    <a:pt x="101" y="19"/>
                  </a:lnTo>
                  <a:lnTo>
                    <a:pt x="61" y="40"/>
                  </a:lnTo>
                  <a:lnTo>
                    <a:pt x="0" y="81"/>
                  </a:lnTo>
                  <a:close/>
                </a:path>
              </a:pathLst>
            </a:custGeom>
            <a:solidFill>
              <a:srgbClr val="FFBFBF"/>
            </a:solidFill>
            <a:ln w="1588">
              <a:solidFill>
                <a:srgbClr val="000000"/>
              </a:solidFill>
              <a:prstDash val="solid"/>
              <a:round/>
              <a:headEnd/>
              <a:tailEnd/>
            </a:ln>
          </p:spPr>
          <p:txBody>
            <a:bodyPr/>
            <a:lstStyle/>
            <a:p>
              <a:endParaRPr lang="en-US"/>
            </a:p>
          </p:txBody>
        </p:sp>
        <p:sp>
          <p:nvSpPr>
            <p:cNvPr id="36961" name="Freeform 97">
              <a:extLst>
                <a:ext uri="{FF2B5EF4-FFF2-40B4-BE49-F238E27FC236}">
                  <a16:creationId xmlns:a16="http://schemas.microsoft.com/office/drawing/2014/main" id="{0982E121-C84F-452A-8F33-C1FD687FED1C}"/>
                </a:ext>
              </a:extLst>
            </p:cNvPr>
            <p:cNvSpPr>
              <a:spLocks/>
            </p:cNvSpPr>
            <p:nvPr/>
          </p:nvSpPr>
          <p:spPr bwMode="auto">
            <a:xfrm>
              <a:off x="833" y="1700"/>
              <a:ext cx="2" cy="7"/>
            </a:xfrm>
            <a:custGeom>
              <a:avLst/>
              <a:gdLst>
                <a:gd name="T0" fmla="*/ 7 w 7"/>
                <a:gd name="T1" fmla="*/ 40 h 40"/>
                <a:gd name="T2" fmla="*/ 7 w 7"/>
                <a:gd name="T3" fmla="*/ 17 h 40"/>
                <a:gd name="T4" fmla="*/ 0 w 7"/>
                <a:gd name="T5" fmla="*/ 0 h 40"/>
              </a:gdLst>
              <a:ahLst/>
              <a:cxnLst>
                <a:cxn ang="0">
                  <a:pos x="T0" y="T1"/>
                </a:cxn>
                <a:cxn ang="0">
                  <a:pos x="T2" y="T3"/>
                </a:cxn>
                <a:cxn ang="0">
                  <a:pos x="T4" y="T5"/>
                </a:cxn>
              </a:cxnLst>
              <a:rect l="0" t="0" r="r" b="b"/>
              <a:pathLst>
                <a:path w="7" h="40">
                  <a:moveTo>
                    <a:pt x="7" y="40"/>
                  </a:moveTo>
                  <a:lnTo>
                    <a:pt x="7"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962" name="Group 98">
            <a:extLst>
              <a:ext uri="{FF2B5EF4-FFF2-40B4-BE49-F238E27FC236}">
                <a16:creationId xmlns:a16="http://schemas.microsoft.com/office/drawing/2014/main" id="{2B8706E4-4ADB-4666-B8C4-6256D7AB8317}"/>
              </a:ext>
            </a:extLst>
          </p:cNvPr>
          <p:cNvGrpSpPr>
            <a:grpSpLocks/>
          </p:cNvGrpSpPr>
          <p:nvPr/>
        </p:nvGrpSpPr>
        <p:grpSpPr bwMode="auto">
          <a:xfrm>
            <a:off x="152400" y="6046788"/>
            <a:ext cx="3016250" cy="427037"/>
            <a:chOff x="92" y="2513"/>
            <a:chExt cx="1900" cy="269"/>
          </a:xfrm>
        </p:grpSpPr>
        <p:sp>
          <p:nvSpPr>
            <p:cNvPr id="36963" name="Text Box 99">
              <a:extLst>
                <a:ext uri="{FF2B5EF4-FFF2-40B4-BE49-F238E27FC236}">
                  <a16:creationId xmlns:a16="http://schemas.microsoft.com/office/drawing/2014/main" id="{C2E4B97F-0970-40C2-8255-D3B95FBB1B17}"/>
                </a:ext>
              </a:extLst>
            </p:cNvPr>
            <p:cNvSpPr txBox="1">
              <a:spLocks noChangeArrowheads="1"/>
            </p:cNvSpPr>
            <p:nvPr/>
          </p:nvSpPr>
          <p:spPr bwMode="auto">
            <a:xfrm>
              <a:off x="460" y="2513"/>
              <a:ext cx="153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00" b="1"/>
                <a:t>加粗其余轮廓线。</a:t>
              </a:r>
            </a:p>
          </p:txBody>
        </p:sp>
        <p:grpSp>
          <p:nvGrpSpPr>
            <p:cNvPr id="36964" name="Group 100">
              <a:extLst>
                <a:ext uri="{FF2B5EF4-FFF2-40B4-BE49-F238E27FC236}">
                  <a16:creationId xmlns:a16="http://schemas.microsoft.com/office/drawing/2014/main" id="{3B02B1C0-CC71-41B0-A97B-301946FA0969}"/>
                </a:ext>
              </a:extLst>
            </p:cNvPr>
            <p:cNvGrpSpPr>
              <a:grpSpLocks/>
            </p:cNvGrpSpPr>
            <p:nvPr/>
          </p:nvGrpSpPr>
          <p:grpSpPr bwMode="auto">
            <a:xfrm rot="5400000">
              <a:off x="171" y="2513"/>
              <a:ext cx="178" cy="336"/>
              <a:chOff x="673" y="1490"/>
              <a:chExt cx="201" cy="381"/>
            </a:xfrm>
          </p:grpSpPr>
          <p:sp>
            <p:nvSpPr>
              <p:cNvPr id="36965" name="Freeform 101">
                <a:extLst>
                  <a:ext uri="{FF2B5EF4-FFF2-40B4-BE49-F238E27FC236}">
                    <a16:creationId xmlns:a16="http://schemas.microsoft.com/office/drawing/2014/main" id="{414C93B6-D74F-426E-B7DF-74627B27F08D}"/>
                  </a:ext>
                </a:extLst>
              </p:cNvPr>
              <p:cNvSpPr>
                <a:spLocks/>
              </p:cNvSpPr>
              <p:nvPr/>
            </p:nvSpPr>
            <p:spPr bwMode="auto">
              <a:xfrm>
                <a:off x="674" y="1632"/>
                <a:ext cx="200" cy="239"/>
              </a:xfrm>
              <a:custGeom>
                <a:avLst/>
                <a:gdLst>
                  <a:gd name="T0" fmla="*/ 935 w 1202"/>
                  <a:gd name="T1" fmla="*/ 1434 h 1434"/>
                  <a:gd name="T2" fmla="*/ 959 w 1202"/>
                  <a:gd name="T3" fmla="*/ 1241 h 1434"/>
                  <a:gd name="T4" fmla="*/ 1025 w 1202"/>
                  <a:gd name="T5" fmla="*/ 1137 h 1434"/>
                  <a:gd name="T6" fmla="*/ 1093 w 1202"/>
                  <a:gd name="T7" fmla="*/ 1046 h 1434"/>
                  <a:gd name="T8" fmla="*/ 1156 w 1202"/>
                  <a:gd name="T9" fmla="*/ 931 h 1434"/>
                  <a:gd name="T10" fmla="*/ 1188 w 1202"/>
                  <a:gd name="T11" fmla="*/ 835 h 1434"/>
                  <a:gd name="T12" fmla="*/ 1202 w 1202"/>
                  <a:gd name="T13" fmla="*/ 718 h 1434"/>
                  <a:gd name="T14" fmla="*/ 1175 w 1202"/>
                  <a:gd name="T15" fmla="*/ 591 h 1434"/>
                  <a:gd name="T16" fmla="*/ 1133 w 1202"/>
                  <a:gd name="T17" fmla="*/ 488 h 1434"/>
                  <a:gd name="T18" fmla="*/ 1140 w 1202"/>
                  <a:gd name="T19" fmla="*/ 396 h 1434"/>
                  <a:gd name="T20" fmla="*/ 1123 w 1202"/>
                  <a:gd name="T21" fmla="*/ 313 h 1434"/>
                  <a:gd name="T22" fmla="*/ 1099 w 1202"/>
                  <a:gd name="T23" fmla="*/ 266 h 1434"/>
                  <a:gd name="T24" fmla="*/ 1067 w 1202"/>
                  <a:gd name="T25" fmla="*/ 226 h 1434"/>
                  <a:gd name="T26" fmla="*/ 1055 w 1202"/>
                  <a:gd name="T27" fmla="*/ 199 h 1434"/>
                  <a:gd name="T28" fmla="*/ 1008 w 1202"/>
                  <a:gd name="T29" fmla="*/ 172 h 1434"/>
                  <a:gd name="T30" fmla="*/ 970 w 1202"/>
                  <a:gd name="T31" fmla="*/ 167 h 1434"/>
                  <a:gd name="T32" fmla="*/ 941 w 1202"/>
                  <a:gd name="T33" fmla="*/ 181 h 1434"/>
                  <a:gd name="T34" fmla="*/ 906 w 1202"/>
                  <a:gd name="T35" fmla="*/ 272 h 1434"/>
                  <a:gd name="T36" fmla="*/ 842 w 1202"/>
                  <a:gd name="T37" fmla="*/ 405 h 1434"/>
                  <a:gd name="T38" fmla="*/ 937 w 1202"/>
                  <a:gd name="T39" fmla="*/ 177 h 1434"/>
                  <a:gd name="T40" fmla="*/ 953 w 1202"/>
                  <a:gd name="T41" fmla="*/ 149 h 1434"/>
                  <a:gd name="T42" fmla="*/ 932 w 1202"/>
                  <a:gd name="T43" fmla="*/ 98 h 1434"/>
                  <a:gd name="T44" fmla="*/ 897 w 1202"/>
                  <a:gd name="T45" fmla="*/ 80 h 1434"/>
                  <a:gd name="T46" fmla="*/ 851 w 1202"/>
                  <a:gd name="T47" fmla="*/ 61 h 1434"/>
                  <a:gd name="T48" fmla="*/ 788 w 1202"/>
                  <a:gd name="T49" fmla="*/ 39 h 1434"/>
                  <a:gd name="T50" fmla="*/ 772 w 1202"/>
                  <a:gd name="T51" fmla="*/ 25 h 1434"/>
                  <a:gd name="T52" fmla="*/ 743 w 1202"/>
                  <a:gd name="T53" fmla="*/ 0 h 1434"/>
                  <a:gd name="T54" fmla="*/ 569 w 1202"/>
                  <a:gd name="T55" fmla="*/ 39 h 1434"/>
                  <a:gd name="T56" fmla="*/ 339 w 1202"/>
                  <a:gd name="T57" fmla="*/ 166 h 1434"/>
                  <a:gd name="T58" fmla="*/ 322 w 1202"/>
                  <a:gd name="T59" fmla="*/ 199 h 1434"/>
                  <a:gd name="T60" fmla="*/ 269 w 1202"/>
                  <a:gd name="T61" fmla="*/ 253 h 1434"/>
                  <a:gd name="T62" fmla="*/ 206 w 1202"/>
                  <a:gd name="T63" fmla="*/ 296 h 1434"/>
                  <a:gd name="T64" fmla="*/ 151 w 1202"/>
                  <a:gd name="T65" fmla="*/ 319 h 1434"/>
                  <a:gd name="T66" fmla="*/ 100 w 1202"/>
                  <a:gd name="T67" fmla="*/ 369 h 1434"/>
                  <a:gd name="T68" fmla="*/ 67 w 1202"/>
                  <a:gd name="T69" fmla="*/ 456 h 1434"/>
                  <a:gd name="T70" fmla="*/ 20 w 1202"/>
                  <a:gd name="T71" fmla="*/ 570 h 1434"/>
                  <a:gd name="T72" fmla="*/ 0 w 1202"/>
                  <a:gd name="T73" fmla="*/ 635 h 1434"/>
                  <a:gd name="T74" fmla="*/ 20 w 1202"/>
                  <a:gd name="T75" fmla="*/ 736 h 1434"/>
                  <a:gd name="T76" fmla="*/ 54 w 1202"/>
                  <a:gd name="T77" fmla="*/ 841 h 1434"/>
                  <a:gd name="T78" fmla="*/ 108 w 1202"/>
                  <a:gd name="T79" fmla="*/ 975 h 1434"/>
                  <a:gd name="T80" fmla="*/ 138 w 1202"/>
                  <a:gd name="T81" fmla="*/ 1085 h 1434"/>
                  <a:gd name="T82" fmla="*/ 214 w 1202"/>
                  <a:gd name="T83" fmla="*/ 1187 h 1434"/>
                  <a:gd name="T84" fmla="*/ 252 w 1202"/>
                  <a:gd name="T85" fmla="*/ 1205 h 1434"/>
                  <a:gd name="T86" fmla="*/ 273 w 1202"/>
                  <a:gd name="T87" fmla="*/ 1261 h 1434"/>
                  <a:gd name="T88" fmla="*/ 277 w 1202"/>
                  <a:gd name="T89" fmla="*/ 1432 h 1434"/>
                  <a:gd name="T90" fmla="*/ 935 w 1202"/>
                  <a:gd name="T91" fmla="*/ 1434 h 1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2" h="1434">
                    <a:moveTo>
                      <a:pt x="935" y="1434"/>
                    </a:moveTo>
                    <a:lnTo>
                      <a:pt x="959" y="1241"/>
                    </a:lnTo>
                    <a:lnTo>
                      <a:pt x="1025" y="1137"/>
                    </a:lnTo>
                    <a:lnTo>
                      <a:pt x="1093" y="1046"/>
                    </a:lnTo>
                    <a:lnTo>
                      <a:pt x="1156" y="931"/>
                    </a:lnTo>
                    <a:lnTo>
                      <a:pt x="1188" y="835"/>
                    </a:lnTo>
                    <a:lnTo>
                      <a:pt x="1202" y="718"/>
                    </a:lnTo>
                    <a:lnTo>
                      <a:pt x="1175" y="591"/>
                    </a:lnTo>
                    <a:lnTo>
                      <a:pt x="1133" y="488"/>
                    </a:lnTo>
                    <a:lnTo>
                      <a:pt x="1140" y="396"/>
                    </a:lnTo>
                    <a:lnTo>
                      <a:pt x="1123" y="313"/>
                    </a:lnTo>
                    <a:lnTo>
                      <a:pt x="1099" y="266"/>
                    </a:lnTo>
                    <a:lnTo>
                      <a:pt x="1067" y="226"/>
                    </a:lnTo>
                    <a:lnTo>
                      <a:pt x="1055" y="199"/>
                    </a:lnTo>
                    <a:lnTo>
                      <a:pt x="1008" y="172"/>
                    </a:lnTo>
                    <a:lnTo>
                      <a:pt x="970" y="167"/>
                    </a:lnTo>
                    <a:lnTo>
                      <a:pt x="941" y="181"/>
                    </a:lnTo>
                    <a:lnTo>
                      <a:pt x="906" y="272"/>
                    </a:lnTo>
                    <a:lnTo>
                      <a:pt x="842" y="405"/>
                    </a:lnTo>
                    <a:lnTo>
                      <a:pt x="937" y="177"/>
                    </a:lnTo>
                    <a:lnTo>
                      <a:pt x="953" y="149"/>
                    </a:lnTo>
                    <a:lnTo>
                      <a:pt x="932" y="98"/>
                    </a:lnTo>
                    <a:lnTo>
                      <a:pt x="897" y="80"/>
                    </a:lnTo>
                    <a:lnTo>
                      <a:pt x="851" y="61"/>
                    </a:lnTo>
                    <a:lnTo>
                      <a:pt x="788" y="39"/>
                    </a:lnTo>
                    <a:lnTo>
                      <a:pt x="772" y="25"/>
                    </a:lnTo>
                    <a:lnTo>
                      <a:pt x="743" y="0"/>
                    </a:lnTo>
                    <a:lnTo>
                      <a:pt x="569" y="39"/>
                    </a:lnTo>
                    <a:lnTo>
                      <a:pt x="339" y="166"/>
                    </a:lnTo>
                    <a:lnTo>
                      <a:pt x="322" y="199"/>
                    </a:lnTo>
                    <a:lnTo>
                      <a:pt x="269" y="253"/>
                    </a:lnTo>
                    <a:lnTo>
                      <a:pt x="206" y="296"/>
                    </a:lnTo>
                    <a:lnTo>
                      <a:pt x="151" y="319"/>
                    </a:lnTo>
                    <a:lnTo>
                      <a:pt x="100" y="369"/>
                    </a:lnTo>
                    <a:lnTo>
                      <a:pt x="67" y="456"/>
                    </a:lnTo>
                    <a:lnTo>
                      <a:pt x="20" y="570"/>
                    </a:lnTo>
                    <a:lnTo>
                      <a:pt x="0" y="635"/>
                    </a:lnTo>
                    <a:lnTo>
                      <a:pt x="20" y="736"/>
                    </a:lnTo>
                    <a:lnTo>
                      <a:pt x="54" y="841"/>
                    </a:lnTo>
                    <a:lnTo>
                      <a:pt x="108" y="975"/>
                    </a:lnTo>
                    <a:lnTo>
                      <a:pt x="138" y="1085"/>
                    </a:lnTo>
                    <a:lnTo>
                      <a:pt x="214" y="1187"/>
                    </a:lnTo>
                    <a:lnTo>
                      <a:pt x="252" y="1205"/>
                    </a:lnTo>
                    <a:lnTo>
                      <a:pt x="273" y="1261"/>
                    </a:lnTo>
                    <a:lnTo>
                      <a:pt x="277" y="1432"/>
                    </a:lnTo>
                    <a:lnTo>
                      <a:pt x="935" y="1434"/>
                    </a:lnTo>
                    <a:close/>
                  </a:path>
                </a:pathLst>
              </a:custGeom>
              <a:solidFill>
                <a:srgbClr val="FF9F9F"/>
              </a:solidFill>
              <a:ln w="1588">
                <a:solidFill>
                  <a:srgbClr val="000000"/>
                </a:solidFill>
                <a:prstDash val="solid"/>
                <a:round/>
                <a:headEnd/>
                <a:tailEnd/>
              </a:ln>
            </p:spPr>
            <p:txBody>
              <a:bodyPr/>
              <a:lstStyle/>
              <a:p>
                <a:endParaRPr lang="en-US"/>
              </a:p>
            </p:txBody>
          </p:sp>
          <p:sp>
            <p:nvSpPr>
              <p:cNvPr id="36966" name="Freeform 102">
                <a:extLst>
                  <a:ext uri="{FF2B5EF4-FFF2-40B4-BE49-F238E27FC236}">
                    <a16:creationId xmlns:a16="http://schemas.microsoft.com/office/drawing/2014/main" id="{FC3BD506-3B14-4A77-AD82-315DA79C7063}"/>
                  </a:ext>
                </a:extLst>
              </p:cNvPr>
              <p:cNvSpPr>
                <a:spLocks/>
              </p:cNvSpPr>
              <p:nvPr/>
            </p:nvSpPr>
            <p:spPr bwMode="auto">
              <a:xfrm>
                <a:off x="786" y="1706"/>
                <a:ext cx="88" cy="45"/>
              </a:xfrm>
              <a:custGeom>
                <a:avLst/>
                <a:gdLst>
                  <a:gd name="T0" fmla="*/ 0 w 527"/>
                  <a:gd name="T1" fmla="*/ 0 h 269"/>
                  <a:gd name="T2" fmla="*/ 230 w 527"/>
                  <a:gd name="T3" fmla="*/ 160 h 269"/>
                  <a:gd name="T4" fmla="*/ 435 w 527"/>
                  <a:gd name="T5" fmla="*/ 240 h 269"/>
                  <a:gd name="T6" fmla="*/ 527 w 527"/>
                  <a:gd name="T7" fmla="*/ 269 h 269"/>
                </a:gdLst>
                <a:ahLst/>
                <a:cxnLst>
                  <a:cxn ang="0">
                    <a:pos x="T0" y="T1"/>
                  </a:cxn>
                  <a:cxn ang="0">
                    <a:pos x="T2" y="T3"/>
                  </a:cxn>
                  <a:cxn ang="0">
                    <a:pos x="T4" y="T5"/>
                  </a:cxn>
                  <a:cxn ang="0">
                    <a:pos x="T6" y="T7"/>
                  </a:cxn>
                </a:cxnLst>
                <a:rect l="0" t="0" r="r" b="b"/>
                <a:pathLst>
                  <a:path w="527" h="269">
                    <a:moveTo>
                      <a:pt x="0" y="0"/>
                    </a:moveTo>
                    <a:lnTo>
                      <a:pt x="230" y="160"/>
                    </a:lnTo>
                    <a:lnTo>
                      <a:pt x="435" y="240"/>
                    </a:lnTo>
                    <a:lnTo>
                      <a:pt x="527" y="26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67" name="Freeform 103">
                <a:extLst>
                  <a:ext uri="{FF2B5EF4-FFF2-40B4-BE49-F238E27FC236}">
                    <a16:creationId xmlns:a16="http://schemas.microsoft.com/office/drawing/2014/main" id="{3EDB9052-7688-4AA4-82C5-2CDCD690CF7E}"/>
                  </a:ext>
                </a:extLst>
              </p:cNvPr>
              <p:cNvSpPr>
                <a:spLocks/>
              </p:cNvSpPr>
              <p:nvPr/>
            </p:nvSpPr>
            <p:spPr bwMode="auto">
              <a:xfrm>
                <a:off x="732" y="1694"/>
                <a:ext cx="98" cy="104"/>
              </a:xfrm>
              <a:custGeom>
                <a:avLst/>
                <a:gdLst>
                  <a:gd name="T0" fmla="*/ 0 w 587"/>
                  <a:gd name="T1" fmla="*/ 0 h 627"/>
                  <a:gd name="T2" fmla="*/ 329 w 587"/>
                  <a:gd name="T3" fmla="*/ 175 h 627"/>
                  <a:gd name="T4" fmla="*/ 403 w 587"/>
                  <a:gd name="T5" fmla="*/ 239 h 627"/>
                  <a:gd name="T6" fmla="*/ 498 w 587"/>
                  <a:gd name="T7" fmla="*/ 352 h 627"/>
                  <a:gd name="T8" fmla="*/ 538 w 587"/>
                  <a:gd name="T9" fmla="*/ 443 h 627"/>
                  <a:gd name="T10" fmla="*/ 560 w 587"/>
                  <a:gd name="T11" fmla="*/ 521 h 627"/>
                  <a:gd name="T12" fmla="*/ 587 w 587"/>
                  <a:gd name="T13" fmla="*/ 627 h 627"/>
                </a:gdLst>
                <a:ahLst/>
                <a:cxnLst>
                  <a:cxn ang="0">
                    <a:pos x="T0" y="T1"/>
                  </a:cxn>
                  <a:cxn ang="0">
                    <a:pos x="T2" y="T3"/>
                  </a:cxn>
                  <a:cxn ang="0">
                    <a:pos x="T4" y="T5"/>
                  </a:cxn>
                  <a:cxn ang="0">
                    <a:pos x="T6" y="T7"/>
                  </a:cxn>
                  <a:cxn ang="0">
                    <a:pos x="T8" y="T9"/>
                  </a:cxn>
                  <a:cxn ang="0">
                    <a:pos x="T10" y="T11"/>
                  </a:cxn>
                  <a:cxn ang="0">
                    <a:pos x="T12" y="T13"/>
                  </a:cxn>
                </a:cxnLst>
                <a:rect l="0" t="0" r="r" b="b"/>
                <a:pathLst>
                  <a:path w="587" h="627">
                    <a:moveTo>
                      <a:pt x="0" y="0"/>
                    </a:moveTo>
                    <a:lnTo>
                      <a:pt x="329" y="175"/>
                    </a:lnTo>
                    <a:lnTo>
                      <a:pt x="403" y="239"/>
                    </a:lnTo>
                    <a:lnTo>
                      <a:pt x="498" y="352"/>
                    </a:lnTo>
                    <a:lnTo>
                      <a:pt x="538" y="443"/>
                    </a:lnTo>
                    <a:lnTo>
                      <a:pt x="560" y="521"/>
                    </a:lnTo>
                    <a:lnTo>
                      <a:pt x="587" y="62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68" name="Freeform 104">
                <a:extLst>
                  <a:ext uri="{FF2B5EF4-FFF2-40B4-BE49-F238E27FC236}">
                    <a16:creationId xmlns:a16="http://schemas.microsoft.com/office/drawing/2014/main" id="{1B95D887-6C1F-456B-BBA1-7EE3F72CF056}"/>
                  </a:ext>
                </a:extLst>
              </p:cNvPr>
              <p:cNvSpPr>
                <a:spLocks/>
              </p:cNvSpPr>
              <p:nvPr/>
            </p:nvSpPr>
            <p:spPr bwMode="auto">
              <a:xfrm>
                <a:off x="771" y="1636"/>
                <a:ext cx="65" cy="102"/>
              </a:xfrm>
              <a:custGeom>
                <a:avLst/>
                <a:gdLst>
                  <a:gd name="T0" fmla="*/ 382 w 385"/>
                  <a:gd name="T1" fmla="*/ 136 h 609"/>
                  <a:gd name="T2" fmla="*/ 385 w 385"/>
                  <a:gd name="T3" fmla="*/ 96 h 609"/>
                  <a:gd name="T4" fmla="*/ 359 w 385"/>
                  <a:gd name="T5" fmla="*/ 42 h 609"/>
                  <a:gd name="T6" fmla="*/ 320 w 385"/>
                  <a:gd name="T7" fmla="*/ 15 h 609"/>
                  <a:gd name="T8" fmla="*/ 283 w 385"/>
                  <a:gd name="T9" fmla="*/ 0 h 609"/>
                  <a:gd name="T10" fmla="*/ 243 w 385"/>
                  <a:gd name="T11" fmla="*/ 2 h 609"/>
                  <a:gd name="T12" fmla="*/ 206 w 385"/>
                  <a:gd name="T13" fmla="*/ 11 h 609"/>
                  <a:gd name="T14" fmla="*/ 176 w 385"/>
                  <a:gd name="T15" fmla="*/ 29 h 609"/>
                  <a:gd name="T16" fmla="*/ 120 w 385"/>
                  <a:gd name="T17" fmla="*/ 163 h 609"/>
                  <a:gd name="T18" fmla="*/ 81 w 385"/>
                  <a:gd name="T19" fmla="*/ 292 h 609"/>
                  <a:gd name="T20" fmla="*/ 44 w 385"/>
                  <a:gd name="T21" fmla="*/ 393 h 609"/>
                  <a:gd name="T22" fmla="*/ 0 w 385"/>
                  <a:gd name="T23" fmla="*/ 501 h 609"/>
                  <a:gd name="T24" fmla="*/ 16 w 385"/>
                  <a:gd name="T25" fmla="*/ 568 h 609"/>
                  <a:gd name="T26" fmla="*/ 37 w 385"/>
                  <a:gd name="T27" fmla="*/ 591 h 609"/>
                  <a:gd name="T28" fmla="*/ 71 w 385"/>
                  <a:gd name="T29" fmla="*/ 609 h 609"/>
                  <a:gd name="T30" fmla="*/ 108 w 385"/>
                  <a:gd name="T31" fmla="*/ 604 h 609"/>
                  <a:gd name="T32" fmla="*/ 145 w 385"/>
                  <a:gd name="T33" fmla="*/ 589 h 609"/>
                  <a:gd name="T34" fmla="*/ 182 w 385"/>
                  <a:gd name="T35" fmla="*/ 528 h 609"/>
                  <a:gd name="T36" fmla="*/ 197 w 385"/>
                  <a:gd name="T37" fmla="*/ 443 h 609"/>
                  <a:gd name="T38" fmla="*/ 229 w 385"/>
                  <a:gd name="T39" fmla="*/ 390 h 609"/>
                  <a:gd name="T40" fmla="*/ 258 w 385"/>
                  <a:gd name="T41" fmla="*/ 325 h 609"/>
                  <a:gd name="T42" fmla="*/ 308 w 385"/>
                  <a:gd name="T43" fmla="*/ 261 h 609"/>
                  <a:gd name="T44" fmla="*/ 355 w 385"/>
                  <a:gd name="T45" fmla="*/ 179 h 609"/>
                  <a:gd name="T46" fmla="*/ 382 w 385"/>
                  <a:gd name="T47" fmla="*/ 136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5" h="609">
                    <a:moveTo>
                      <a:pt x="382" y="136"/>
                    </a:moveTo>
                    <a:lnTo>
                      <a:pt x="385" y="96"/>
                    </a:lnTo>
                    <a:lnTo>
                      <a:pt x="359" y="42"/>
                    </a:lnTo>
                    <a:lnTo>
                      <a:pt x="320" y="15"/>
                    </a:lnTo>
                    <a:lnTo>
                      <a:pt x="283" y="0"/>
                    </a:lnTo>
                    <a:lnTo>
                      <a:pt x="243" y="2"/>
                    </a:lnTo>
                    <a:lnTo>
                      <a:pt x="206" y="11"/>
                    </a:lnTo>
                    <a:lnTo>
                      <a:pt x="176" y="29"/>
                    </a:lnTo>
                    <a:lnTo>
                      <a:pt x="120" y="163"/>
                    </a:lnTo>
                    <a:lnTo>
                      <a:pt x="81" y="292"/>
                    </a:lnTo>
                    <a:lnTo>
                      <a:pt x="44" y="393"/>
                    </a:lnTo>
                    <a:lnTo>
                      <a:pt x="0" y="501"/>
                    </a:lnTo>
                    <a:lnTo>
                      <a:pt x="16" y="568"/>
                    </a:lnTo>
                    <a:lnTo>
                      <a:pt x="37" y="591"/>
                    </a:lnTo>
                    <a:lnTo>
                      <a:pt x="71" y="609"/>
                    </a:lnTo>
                    <a:lnTo>
                      <a:pt x="108" y="604"/>
                    </a:lnTo>
                    <a:lnTo>
                      <a:pt x="145" y="589"/>
                    </a:lnTo>
                    <a:lnTo>
                      <a:pt x="182" y="528"/>
                    </a:lnTo>
                    <a:lnTo>
                      <a:pt x="197" y="443"/>
                    </a:lnTo>
                    <a:lnTo>
                      <a:pt x="229" y="390"/>
                    </a:lnTo>
                    <a:lnTo>
                      <a:pt x="258" y="325"/>
                    </a:lnTo>
                    <a:lnTo>
                      <a:pt x="308" y="261"/>
                    </a:lnTo>
                    <a:lnTo>
                      <a:pt x="355" y="179"/>
                    </a:lnTo>
                    <a:lnTo>
                      <a:pt x="382" y="136"/>
                    </a:lnTo>
                    <a:close/>
                  </a:path>
                </a:pathLst>
              </a:custGeom>
              <a:solidFill>
                <a:srgbClr val="FF9F9F"/>
              </a:solidFill>
              <a:ln w="1588">
                <a:solidFill>
                  <a:srgbClr val="000000"/>
                </a:solidFill>
                <a:prstDash val="solid"/>
                <a:round/>
                <a:headEnd/>
                <a:tailEnd/>
              </a:ln>
            </p:spPr>
            <p:txBody>
              <a:bodyPr/>
              <a:lstStyle/>
              <a:p>
                <a:endParaRPr lang="en-US"/>
              </a:p>
            </p:txBody>
          </p:sp>
          <p:sp>
            <p:nvSpPr>
              <p:cNvPr id="36969" name="Freeform 105">
                <a:extLst>
                  <a:ext uri="{FF2B5EF4-FFF2-40B4-BE49-F238E27FC236}">
                    <a16:creationId xmlns:a16="http://schemas.microsoft.com/office/drawing/2014/main" id="{2F8F5A9B-98A7-49F4-A622-F4A4314ADAEF}"/>
                  </a:ext>
                </a:extLst>
              </p:cNvPr>
              <p:cNvSpPr>
                <a:spLocks/>
              </p:cNvSpPr>
              <p:nvPr/>
            </p:nvSpPr>
            <p:spPr bwMode="auto">
              <a:xfrm>
                <a:off x="778" y="1709"/>
                <a:ext cx="18" cy="25"/>
              </a:xfrm>
              <a:custGeom>
                <a:avLst/>
                <a:gdLst>
                  <a:gd name="T0" fmla="*/ 16 w 111"/>
                  <a:gd name="T1" fmla="*/ 18 h 145"/>
                  <a:gd name="T2" fmla="*/ 37 w 111"/>
                  <a:gd name="T3" fmla="*/ 0 h 145"/>
                  <a:gd name="T4" fmla="*/ 75 w 111"/>
                  <a:gd name="T5" fmla="*/ 4 h 145"/>
                  <a:gd name="T6" fmla="*/ 111 w 111"/>
                  <a:gd name="T7" fmla="*/ 21 h 145"/>
                  <a:gd name="T8" fmla="*/ 111 w 111"/>
                  <a:gd name="T9" fmla="*/ 75 h 145"/>
                  <a:gd name="T10" fmla="*/ 106 w 111"/>
                  <a:gd name="T11" fmla="*/ 105 h 145"/>
                  <a:gd name="T12" fmla="*/ 90 w 111"/>
                  <a:gd name="T13" fmla="*/ 136 h 145"/>
                  <a:gd name="T14" fmla="*/ 53 w 111"/>
                  <a:gd name="T15" fmla="*/ 145 h 145"/>
                  <a:gd name="T16" fmla="*/ 34 w 111"/>
                  <a:gd name="T17" fmla="*/ 143 h 145"/>
                  <a:gd name="T18" fmla="*/ 12 w 111"/>
                  <a:gd name="T19" fmla="*/ 121 h 145"/>
                  <a:gd name="T20" fmla="*/ 0 w 111"/>
                  <a:gd name="T21" fmla="*/ 96 h 145"/>
                  <a:gd name="T22" fmla="*/ 16 w 111"/>
                  <a:gd name="T23" fmla="*/ 1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45">
                    <a:moveTo>
                      <a:pt x="16" y="18"/>
                    </a:moveTo>
                    <a:lnTo>
                      <a:pt x="37" y="0"/>
                    </a:lnTo>
                    <a:lnTo>
                      <a:pt x="75" y="4"/>
                    </a:lnTo>
                    <a:lnTo>
                      <a:pt x="111" y="21"/>
                    </a:lnTo>
                    <a:lnTo>
                      <a:pt x="111" y="75"/>
                    </a:lnTo>
                    <a:lnTo>
                      <a:pt x="106" y="105"/>
                    </a:lnTo>
                    <a:lnTo>
                      <a:pt x="90" y="136"/>
                    </a:lnTo>
                    <a:lnTo>
                      <a:pt x="53" y="145"/>
                    </a:lnTo>
                    <a:lnTo>
                      <a:pt x="34" y="143"/>
                    </a:lnTo>
                    <a:lnTo>
                      <a:pt x="12" y="121"/>
                    </a:lnTo>
                    <a:lnTo>
                      <a:pt x="0" y="96"/>
                    </a:lnTo>
                    <a:lnTo>
                      <a:pt x="16" y="18"/>
                    </a:lnTo>
                    <a:close/>
                  </a:path>
                </a:pathLst>
              </a:custGeom>
              <a:solidFill>
                <a:srgbClr val="FFBFBF"/>
              </a:solidFill>
              <a:ln w="1588">
                <a:solidFill>
                  <a:srgbClr val="000000"/>
                </a:solidFill>
                <a:prstDash val="solid"/>
                <a:round/>
                <a:headEnd/>
                <a:tailEnd/>
              </a:ln>
            </p:spPr>
            <p:txBody>
              <a:bodyPr/>
              <a:lstStyle/>
              <a:p>
                <a:endParaRPr lang="en-US"/>
              </a:p>
            </p:txBody>
          </p:sp>
          <p:sp>
            <p:nvSpPr>
              <p:cNvPr id="36970" name="Freeform 106">
                <a:extLst>
                  <a:ext uri="{FF2B5EF4-FFF2-40B4-BE49-F238E27FC236}">
                    <a16:creationId xmlns:a16="http://schemas.microsoft.com/office/drawing/2014/main" id="{C5A5BB9A-DA7A-4E15-A6F3-4E558740D271}"/>
                  </a:ext>
                </a:extLst>
              </p:cNvPr>
              <p:cNvSpPr>
                <a:spLocks/>
              </p:cNvSpPr>
              <p:nvPr/>
            </p:nvSpPr>
            <p:spPr bwMode="auto">
              <a:xfrm>
                <a:off x="715" y="1490"/>
                <a:ext cx="48" cy="177"/>
              </a:xfrm>
              <a:custGeom>
                <a:avLst/>
                <a:gdLst>
                  <a:gd name="T0" fmla="*/ 277 w 283"/>
                  <a:gd name="T1" fmla="*/ 982 h 1065"/>
                  <a:gd name="T2" fmla="*/ 282 w 283"/>
                  <a:gd name="T3" fmla="*/ 926 h 1065"/>
                  <a:gd name="T4" fmla="*/ 283 w 283"/>
                  <a:gd name="T5" fmla="*/ 800 h 1065"/>
                  <a:gd name="T6" fmla="*/ 274 w 283"/>
                  <a:gd name="T7" fmla="*/ 676 h 1065"/>
                  <a:gd name="T8" fmla="*/ 268 w 283"/>
                  <a:gd name="T9" fmla="*/ 621 h 1065"/>
                  <a:gd name="T10" fmla="*/ 265 w 283"/>
                  <a:gd name="T11" fmla="*/ 580 h 1065"/>
                  <a:gd name="T12" fmla="*/ 265 w 283"/>
                  <a:gd name="T13" fmla="*/ 494 h 1065"/>
                  <a:gd name="T14" fmla="*/ 270 w 283"/>
                  <a:gd name="T15" fmla="*/ 397 h 1065"/>
                  <a:gd name="T16" fmla="*/ 268 w 283"/>
                  <a:gd name="T17" fmla="*/ 325 h 1065"/>
                  <a:gd name="T18" fmla="*/ 266 w 283"/>
                  <a:gd name="T19" fmla="*/ 270 h 1065"/>
                  <a:gd name="T20" fmla="*/ 256 w 283"/>
                  <a:gd name="T21" fmla="*/ 163 h 1065"/>
                  <a:gd name="T22" fmla="*/ 247 w 283"/>
                  <a:gd name="T23" fmla="*/ 87 h 1065"/>
                  <a:gd name="T24" fmla="*/ 230 w 283"/>
                  <a:gd name="T25" fmla="*/ 24 h 1065"/>
                  <a:gd name="T26" fmla="*/ 209 w 283"/>
                  <a:gd name="T27" fmla="*/ 4 h 1065"/>
                  <a:gd name="T28" fmla="*/ 182 w 283"/>
                  <a:gd name="T29" fmla="*/ 1 h 1065"/>
                  <a:gd name="T30" fmla="*/ 153 w 283"/>
                  <a:gd name="T31" fmla="*/ 0 h 1065"/>
                  <a:gd name="T32" fmla="*/ 118 w 283"/>
                  <a:gd name="T33" fmla="*/ 15 h 1065"/>
                  <a:gd name="T34" fmla="*/ 90 w 283"/>
                  <a:gd name="T35" fmla="*/ 69 h 1065"/>
                  <a:gd name="T36" fmla="*/ 83 w 283"/>
                  <a:gd name="T37" fmla="*/ 157 h 1065"/>
                  <a:gd name="T38" fmla="*/ 80 w 283"/>
                  <a:gd name="T39" fmla="*/ 259 h 1065"/>
                  <a:gd name="T40" fmla="*/ 74 w 283"/>
                  <a:gd name="T41" fmla="*/ 325 h 1065"/>
                  <a:gd name="T42" fmla="*/ 65 w 283"/>
                  <a:gd name="T43" fmla="*/ 394 h 1065"/>
                  <a:gd name="T44" fmla="*/ 66 w 283"/>
                  <a:gd name="T45" fmla="*/ 475 h 1065"/>
                  <a:gd name="T46" fmla="*/ 63 w 283"/>
                  <a:gd name="T47" fmla="*/ 567 h 1065"/>
                  <a:gd name="T48" fmla="*/ 49 w 283"/>
                  <a:gd name="T49" fmla="*/ 637 h 1065"/>
                  <a:gd name="T50" fmla="*/ 36 w 283"/>
                  <a:gd name="T51" fmla="*/ 748 h 1065"/>
                  <a:gd name="T52" fmla="*/ 19 w 283"/>
                  <a:gd name="T53" fmla="*/ 865 h 1065"/>
                  <a:gd name="T54" fmla="*/ 3 w 283"/>
                  <a:gd name="T55" fmla="*/ 964 h 1065"/>
                  <a:gd name="T56" fmla="*/ 0 w 283"/>
                  <a:gd name="T57" fmla="*/ 1065 h 1065"/>
                  <a:gd name="T58" fmla="*/ 259 w 283"/>
                  <a:gd name="T59" fmla="*/ 1061 h 1065"/>
                  <a:gd name="T60" fmla="*/ 277 w 283"/>
                  <a:gd name="T61" fmla="*/ 982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3" h="1065">
                    <a:moveTo>
                      <a:pt x="277" y="982"/>
                    </a:moveTo>
                    <a:lnTo>
                      <a:pt x="282" y="926"/>
                    </a:lnTo>
                    <a:lnTo>
                      <a:pt x="283" y="800"/>
                    </a:lnTo>
                    <a:lnTo>
                      <a:pt x="274" y="676"/>
                    </a:lnTo>
                    <a:lnTo>
                      <a:pt x="268" y="621"/>
                    </a:lnTo>
                    <a:lnTo>
                      <a:pt x="265" y="580"/>
                    </a:lnTo>
                    <a:lnTo>
                      <a:pt x="265" y="494"/>
                    </a:lnTo>
                    <a:lnTo>
                      <a:pt x="270" y="397"/>
                    </a:lnTo>
                    <a:lnTo>
                      <a:pt x="268" y="325"/>
                    </a:lnTo>
                    <a:lnTo>
                      <a:pt x="266" y="270"/>
                    </a:lnTo>
                    <a:lnTo>
                      <a:pt x="256" y="163"/>
                    </a:lnTo>
                    <a:lnTo>
                      <a:pt x="247" y="87"/>
                    </a:lnTo>
                    <a:lnTo>
                      <a:pt x="230" y="24"/>
                    </a:lnTo>
                    <a:lnTo>
                      <a:pt x="209" y="4"/>
                    </a:lnTo>
                    <a:lnTo>
                      <a:pt x="182" y="1"/>
                    </a:lnTo>
                    <a:lnTo>
                      <a:pt x="153" y="0"/>
                    </a:lnTo>
                    <a:lnTo>
                      <a:pt x="118" y="15"/>
                    </a:lnTo>
                    <a:lnTo>
                      <a:pt x="90" y="69"/>
                    </a:lnTo>
                    <a:lnTo>
                      <a:pt x="83" y="157"/>
                    </a:lnTo>
                    <a:lnTo>
                      <a:pt x="80" y="259"/>
                    </a:lnTo>
                    <a:lnTo>
                      <a:pt x="74" y="325"/>
                    </a:lnTo>
                    <a:lnTo>
                      <a:pt x="65" y="394"/>
                    </a:lnTo>
                    <a:lnTo>
                      <a:pt x="66" y="475"/>
                    </a:lnTo>
                    <a:lnTo>
                      <a:pt x="63" y="567"/>
                    </a:lnTo>
                    <a:lnTo>
                      <a:pt x="49" y="637"/>
                    </a:lnTo>
                    <a:lnTo>
                      <a:pt x="36" y="748"/>
                    </a:lnTo>
                    <a:lnTo>
                      <a:pt x="19" y="865"/>
                    </a:lnTo>
                    <a:lnTo>
                      <a:pt x="3" y="964"/>
                    </a:lnTo>
                    <a:lnTo>
                      <a:pt x="0" y="1065"/>
                    </a:lnTo>
                    <a:lnTo>
                      <a:pt x="259" y="1061"/>
                    </a:lnTo>
                    <a:lnTo>
                      <a:pt x="277" y="982"/>
                    </a:lnTo>
                    <a:close/>
                  </a:path>
                </a:pathLst>
              </a:custGeom>
              <a:solidFill>
                <a:srgbClr val="FF9F9F"/>
              </a:solidFill>
              <a:ln w="1588">
                <a:solidFill>
                  <a:srgbClr val="000000"/>
                </a:solidFill>
                <a:prstDash val="solid"/>
                <a:round/>
                <a:headEnd/>
                <a:tailEnd/>
              </a:ln>
            </p:spPr>
            <p:txBody>
              <a:bodyPr/>
              <a:lstStyle/>
              <a:p>
                <a:endParaRPr lang="en-US"/>
              </a:p>
            </p:txBody>
          </p:sp>
          <p:sp>
            <p:nvSpPr>
              <p:cNvPr id="36971" name="Freeform 107">
                <a:extLst>
                  <a:ext uri="{FF2B5EF4-FFF2-40B4-BE49-F238E27FC236}">
                    <a16:creationId xmlns:a16="http://schemas.microsoft.com/office/drawing/2014/main" id="{022C6872-E723-4696-9365-71C0E359DB88}"/>
                  </a:ext>
                </a:extLst>
              </p:cNvPr>
              <p:cNvSpPr>
                <a:spLocks/>
              </p:cNvSpPr>
              <p:nvPr/>
            </p:nvSpPr>
            <p:spPr bwMode="auto">
              <a:xfrm>
                <a:off x="827" y="1711"/>
                <a:ext cx="36" cy="5"/>
              </a:xfrm>
              <a:custGeom>
                <a:avLst/>
                <a:gdLst>
                  <a:gd name="T0" fmla="*/ 216 w 216"/>
                  <a:gd name="T1" fmla="*/ 14 h 27"/>
                  <a:gd name="T2" fmla="*/ 152 w 216"/>
                  <a:gd name="T3" fmla="*/ 24 h 27"/>
                  <a:gd name="T4" fmla="*/ 102 w 216"/>
                  <a:gd name="T5" fmla="*/ 27 h 27"/>
                  <a:gd name="T6" fmla="*/ 34 w 216"/>
                  <a:gd name="T7" fmla="*/ 14 h 27"/>
                  <a:gd name="T8" fmla="*/ 0 w 216"/>
                  <a:gd name="T9" fmla="*/ 0 h 27"/>
                </a:gdLst>
                <a:ahLst/>
                <a:cxnLst>
                  <a:cxn ang="0">
                    <a:pos x="T0" y="T1"/>
                  </a:cxn>
                  <a:cxn ang="0">
                    <a:pos x="T2" y="T3"/>
                  </a:cxn>
                  <a:cxn ang="0">
                    <a:pos x="T4" y="T5"/>
                  </a:cxn>
                  <a:cxn ang="0">
                    <a:pos x="T6" y="T7"/>
                  </a:cxn>
                  <a:cxn ang="0">
                    <a:pos x="T8" y="T9"/>
                  </a:cxn>
                </a:cxnLst>
                <a:rect l="0" t="0" r="r" b="b"/>
                <a:pathLst>
                  <a:path w="216" h="27">
                    <a:moveTo>
                      <a:pt x="216" y="14"/>
                    </a:moveTo>
                    <a:lnTo>
                      <a:pt x="152" y="24"/>
                    </a:lnTo>
                    <a:lnTo>
                      <a:pt x="102" y="27"/>
                    </a:lnTo>
                    <a:lnTo>
                      <a:pt x="34" y="14"/>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72" name="Freeform 108">
                <a:extLst>
                  <a:ext uri="{FF2B5EF4-FFF2-40B4-BE49-F238E27FC236}">
                    <a16:creationId xmlns:a16="http://schemas.microsoft.com/office/drawing/2014/main" id="{5ACA65CF-C6C7-4F80-8509-2D510951E463}"/>
                  </a:ext>
                </a:extLst>
              </p:cNvPr>
              <p:cNvSpPr>
                <a:spLocks/>
              </p:cNvSpPr>
              <p:nvPr/>
            </p:nvSpPr>
            <p:spPr bwMode="auto">
              <a:xfrm>
                <a:off x="718" y="1835"/>
                <a:ext cx="29" cy="2"/>
              </a:xfrm>
              <a:custGeom>
                <a:avLst/>
                <a:gdLst>
                  <a:gd name="T0" fmla="*/ 0 w 177"/>
                  <a:gd name="T1" fmla="*/ 0 h 14"/>
                  <a:gd name="T2" fmla="*/ 69 w 177"/>
                  <a:gd name="T3" fmla="*/ 14 h 14"/>
                  <a:gd name="T4" fmla="*/ 143 w 177"/>
                  <a:gd name="T5" fmla="*/ 14 h 14"/>
                  <a:gd name="T6" fmla="*/ 177 w 177"/>
                  <a:gd name="T7" fmla="*/ 7 h 14"/>
                </a:gdLst>
                <a:ahLst/>
                <a:cxnLst>
                  <a:cxn ang="0">
                    <a:pos x="T0" y="T1"/>
                  </a:cxn>
                  <a:cxn ang="0">
                    <a:pos x="T2" y="T3"/>
                  </a:cxn>
                  <a:cxn ang="0">
                    <a:pos x="T4" y="T5"/>
                  </a:cxn>
                  <a:cxn ang="0">
                    <a:pos x="T6" y="T7"/>
                  </a:cxn>
                </a:cxnLst>
                <a:rect l="0" t="0" r="r" b="b"/>
                <a:pathLst>
                  <a:path w="177" h="14">
                    <a:moveTo>
                      <a:pt x="0" y="0"/>
                    </a:moveTo>
                    <a:lnTo>
                      <a:pt x="69" y="14"/>
                    </a:lnTo>
                    <a:lnTo>
                      <a:pt x="143" y="14"/>
                    </a:lnTo>
                    <a:lnTo>
                      <a:pt x="177" y="7"/>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73" name="Freeform 109">
                <a:extLst>
                  <a:ext uri="{FF2B5EF4-FFF2-40B4-BE49-F238E27FC236}">
                    <a16:creationId xmlns:a16="http://schemas.microsoft.com/office/drawing/2014/main" id="{C5423768-A171-46EC-8F2E-C15C5B3797CF}"/>
                  </a:ext>
                </a:extLst>
              </p:cNvPr>
              <p:cNvSpPr>
                <a:spLocks/>
              </p:cNvSpPr>
              <p:nvPr/>
            </p:nvSpPr>
            <p:spPr bwMode="auto">
              <a:xfrm>
                <a:off x="801" y="1659"/>
                <a:ext cx="61" cy="81"/>
              </a:xfrm>
              <a:custGeom>
                <a:avLst/>
                <a:gdLst>
                  <a:gd name="T0" fmla="*/ 361 w 361"/>
                  <a:gd name="T1" fmla="*/ 95 h 490"/>
                  <a:gd name="T2" fmla="*/ 354 w 361"/>
                  <a:gd name="T3" fmla="*/ 156 h 490"/>
                  <a:gd name="T4" fmla="*/ 323 w 361"/>
                  <a:gd name="T5" fmla="*/ 210 h 490"/>
                  <a:gd name="T6" fmla="*/ 269 w 361"/>
                  <a:gd name="T7" fmla="*/ 260 h 490"/>
                  <a:gd name="T8" fmla="*/ 233 w 361"/>
                  <a:gd name="T9" fmla="*/ 273 h 490"/>
                  <a:gd name="T10" fmla="*/ 204 w 361"/>
                  <a:gd name="T11" fmla="*/ 287 h 490"/>
                  <a:gd name="T12" fmla="*/ 186 w 361"/>
                  <a:gd name="T13" fmla="*/ 337 h 490"/>
                  <a:gd name="T14" fmla="*/ 159 w 361"/>
                  <a:gd name="T15" fmla="*/ 405 h 490"/>
                  <a:gd name="T16" fmla="*/ 129 w 361"/>
                  <a:gd name="T17" fmla="*/ 469 h 490"/>
                  <a:gd name="T18" fmla="*/ 94 w 361"/>
                  <a:gd name="T19" fmla="*/ 490 h 490"/>
                  <a:gd name="T20" fmla="*/ 44 w 361"/>
                  <a:gd name="T21" fmla="*/ 490 h 490"/>
                  <a:gd name="T22" fmla="*/ 13 w 361"/>
                  <a:gd name="T23" fmla="*/ 475 h 490"/>
                  <a:gd name="T24" fmla="*/ 0 w 361"/>
                  <a:gd name="T25" fmla="*/ 436 h 490"/>
                  <a:gd name="T26" fmla="*/ 3 w 361"/>
                  <a:gd name="T27" fmla="*/ 392 h 490"/>
                  <a:gd name="T28" fmla="*/ 19 w 361"/>
                  <a:gd name="T29" fmla="*/ 311 h 490"/>
                  <a:gd name="T30" fmla="*/ 50 w 361"/>
                  <a:gd name="T31" fmla="*/ 246 h 490"/>
                  <a:gd name="T32" fmla="*/ 87 w 361"/>
                  <a:gd name="T33" fmla="*/ 189 h 490"/>
                  <a:gd name="T34" fmla="*/ 156 w 361"/>
                  <a:gd name="T35" fmla="*/ 68 h 490"/>
                  <a:gd name="T36" fmla="*/ 202 w 361"/>
                  <a:gd name="T37" fmla="*/ 14 h 490"/>
                  <a:gd name="T38" fmla="*/ 263 w 361"/>
                  <a:gd name="T39" fmla="*/ 0 h 490"/>
                  <a:gd name="T40" fmla="*/ 297 w 361"/>
                  <a:gd name="T41" fmla="*/ 9 h 490"/>
                  <a:gd name="T42" fmla="*/ 323 w 361"/>
                  <a:gd name="T43" fmla="*/ 27 h 490"/>
                  <a:gd name="T44" fmla="*/ 348 w 361"/>
                  <a:gd name="T45" fmla="*/ 60 h 490"/>
                  <a:gd name="T46" fmla="*/ 361 w 361"/>
                  <a:gd name="T47" fmla="*/ 95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1" h="490">
                    <a:moveTo>
                      <a:pt x="361" y="95"/>
                    </a:moveTo>
                    <a:lnTo>
                      <a:pt x="354" y="156"/>
                    </a:lnTo>
                    <a:lnTo>
                      <a:pt x="323" y="210"/>
                    </a:lnTo>
                    <a:lnTo>
                      <a:pt x="269" y="260"/>
                    </a:lnTo>
                    <a:lnTo>
                      <a:pt x="233" y="273"/>
                    </a:lnTo>
                    <a:lnTo>
                      <a:pt x="204" y="287"/>
                    </a:lnTo>
                    <a:lnTo>
                      <a:pt x="186" y="337"/>
                    </a:lnTo>
                    <a:lnTo>
                      <a:pt x="159" y="405"/>
                    </a:lnTo>
                    <a:lnTo>
                      <a:pt x="129" y="469"/>
                    </a:lnTo>
                    <a:lnTo>
                      <a:pt x="94" y="490"/>
                    </a:lnTo>
                    <a:lnTo>
                      <a:pt x="44" y="490"/>
                    </a:lnTo>
                    <a:lnTo>
                      <a:pt x="13" y="475"/>
                    </a:lnTo>
                    <a:lnTo>
                      <a:pt x="0" y="436"/>
                    </a:lnTo>
                    <a:lnTo>
                      <a:pt x="3" y="392"/>
                    </a:lnTo>
                    <a:lnTo>
                      <a:pt x="19" y="311"/>
                    </a:lnTo>
                    <a:lnTo>
                      <a:pt x="50" y="246"/>
                    </a:lnTo>
                    <a:lnTo>
                      <a:pt x="87" y="189"/>
                    </a:lnTo>
                    <a:lnTo>
                      <a:pt x="156" y="68"/>
                    </a:lnTo>
                    <a:lnTo>
                      <a:pt x="202" y="14"/>
                    </a:lnTo>
                    <a:lnTo>
                      <a:pt x="263" y="0"/>
                    </a:lnTo>
                    <a:lnTo>
                      <a:pt x="297" y="9"/>
                    </a:lnTo>
                    <a:lnTo>
                      <a:pt x="323" y="27"/>
                    </a:lnTo>
                    <a:lnTo>
                      <a:pt x="348" y="60"/>
                    </a:lnTo>
                    <a:lnTo>
                      <a:pt x="361" y="95"/>
                    </a:lnTo>
                    <a:close/>
                  </a:path>
                </a:pathLst>
              </a:custGeom>
              <a:solidFill>
                <a:srgbClr val="FF9F9F"/>
              </a:solidFill>
              <a:ln w="1588">
                <a:solidFill>
                  <a:srgbClr val="000000"/>
                </a:solidFill>
                <a:prstDash val="solid"/>
                <a:round/>
                <a:headEnd/>
                <a:tailEnd/>
              </a:ln>
            </p:spPr>
            <p:txBody>
              <a:bodyPr/>
              <a:lstStyle/>
              <a:p>
                <a:endParaRPr lang="en-US"/>
              </a:p>
            </p:txBody>
          </p:sp>
          <p:sp>
            <p:nvSpPr>
              <p:cNvPr id="36974" name="Freeform 110">
                <a:extLst>
                  <a:ext uri="{FF2B5EF4-FFF2-40B4-BE49-F238E27FC236}">
                    <a16:creationId xmlns:a16="http://schemas.microsoft.com/office/drawing/2014/main" id="{472550A6-9510-42D1-B81F-D8A44E954F1A}"/>
                  </a:ext>
                </a:extLst>
              </p:cNvPr>
              <p:cNvSpPr>
                <a:spLocks/>
              </p:cNvSpPr>
              <p:nvPr/>
            </p:nvSpPr>
            <p:spPr bwMode="auto">
              <a:xfrm>
                <a:off x="804" y="1720"/>
                <a:ext cx="16" cy="18"/>
              </a:xfrm>
              <a:custGeom>
                <a:avLst/>
                <a:gdLst>
                  <a:gd name="T0" fmla="*/ 17 w 96"/>
                  <a:gd name="T1" fmla="*/ 0 h 111"/>
                  <a:gd name="T2" fmla="*/ 55 w 96"/>
                  <a:gd name="T3" fmla="*/ 0 h 111"/>
                  <a:gd name="T4" fmla="*/ 94 w 96"/>
                  <a:gd name="T5" fmla="*/ 13 h 111"/>
                  <a:gd name="T6" fmla="*/ 96 w 96"/>
                  <a:gd name="T7" fmla="*/ 57 h 111"/>
                  <a:gd name="T8" fmla="*/ 85 w 96"/>
                  <a:gd name="T9" fmla="*/ 90 h 111"/>
                  <a:gd name="T10" fmla="*/ 48 w 96"/>
                  <a:gd name="T11" fmla="*/ 111 h 111"/>
                  <a:gd name="T12" fmla="*/ 21 w 96"/>
                  <a:gd name="T13" fmla="*/ 100 h 111"/>
                  <a:gd name="T14" fmla="*/ 11 w 96"/>
                  <a:gd name="T15" fmla="*/ 81 h 111"/>
                  <a:gd name="T16" fmla="*/ 0 w 96"/>
                  <a:gd name="T17" fmla="*/ 53 h 111"/>
                  <a:gd name="T18" fmla="*/ 4 w 96"/>
                  <a:gd name="T19" fmla="*/ 16 h 111"/>
                  <a:gd name="T20" fmla="*/ 17 w 96"/>
                  <a:gd name="T2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11">
                    <a:moveTo>
                      <a:pt x="17" y="0"/>
                    </a:moveTo>
                    <a:lnTo>
                      <a:pt x="55" y="0"/>
                    </a:lnTo>
                    <a:lnTo>
                      <a:pt x="94" y="13"/>
                    </a:lnTo>
                    <a:lnTo>
                      <a:pt x="96" y="57"/>
                    </a:lnTo>
                    <a:lnTo>
                      <a:pt x="85" y="90"/>
                    </a:lnTo>
                    <a:lnTo>
                      <a:pt x="48" y="111"/>
                    </a:lnTo>
                    <a:lnTo>
                      <a:pt x="21" y="100"/>
                    </a:lnTo>
                    <a:lnTo>
                      <a:pt x="11" y="81"/>
                    </a:lnTo>
                    <a:lnTo>
                      <a:pt x="0" y="53"/>
                    </a:lnTo>
                    <a:lnTo>
                      <a:pt x="4" y="16"/>
                    </a:lnTo>
                    <a:lnTo>
                      <a:pt x="17" y="0"/>
                    </a:lnTo>
                    <a:close/>
                  </a:path>
                </a:pathLst>
              </a:custGeom>
              <a:solidFill>
                <a:srgbClr val="FFBFBF"/>
              </a:solidFill>
              <a:ln w="1588">
                <a:solidFill>
                  <a:srgbClr val="000000"/>
                </a:solidFill>
                <a:prstDash val="solid"/>
                <a:round/>
                <a:headEnd/>
                <a:tailEnd/>
              </a:ln>
            </p:spPr>
            <p:txBody>
              <a:bodyPr/>
              <a:lstStyle/>
              <a:p>
                <a:endParaRPr lang="en-US"/>
              </a:p>
            </p:txBody>
          </p:sp>
          <p:sp>
            <p:nvSpPr>
              <p:cNvPr id="36975" name="Freeform 111">
                <a:extLst>
                  <a:ext uri="{FF2B5EF4-FFF2-40B4-BE49-F238E27FC236}">
                    <a16:creationId xmlns:a16="http://schemas.microsoft.com/office/drawing/2014/main" id="{13809BD4-730F-4F8D-B026-1579EF9015DB}"/>
                  </a:ext>
                </a:extLst>
              </p:cNvPr>
              <p:cNvSpPr>
                <a:spLocks/>
              </p:cNvSpPr>
              <p:nvPr/>
            </p:nvSpPr>
            <p:spPr bwMode="auto">
              <a:xfrm>
                <a:off x="751" y="1629"/>
                <a:ext cx="52" cy="101"/>
              </a:xfrm>
              <a:custGeom>
                <a:avLst/>
                <a:gdLst>
                  <a:gd name="T0" fmla="*/ 311 w 311"/>
                  <a:gd name="T1" fmla="*/ 88 h 611"/>
                  <a:gd name="T2" fmla="*/ 297 w 311"/>
                  <a:gd name="T3" fmla="*/ 46 h 611"/>
                  <a:gd name="T4" fmla="*/ 275 w 311"/>
                  <a:gd name="T5" fmla="*/ 17 h 611"/>
                  <a:gd name="T6" fmla="*/ 240 w 311"/>
                  <a:gd name="T7" fmla="*/ 7 h 611"/>
                  <a:gd name="T8" fmla="*/ 196 w 311"/>
                  <a:gd name="T9" fmla="*/ 0 h 611"/>
                  <a:gd name="T10" fmla="*/ 135 w 311"/>
                  <a:gd name="T11" fmla="*/ 21 h 611"/>
                  <a:gd name="T12" fmla="*/ 90 w 311"/>
                  <a:gd name="T13" fmla="*/ 48 h 611"/>
                  <a:gd name="T14" fmla="*/ 52 w 311"/>
                  <a:gd name="T15" fmla="*/ 115 h 611"/>
                  <a:gd name="T16" fmla="*/ 30 w 311"/>
                  <a:gd name="T17" fmla="*/ 270 h 611"/>
                  <a:gd name="T18" fmla="*/ 4 w 311"/>
                  <a:gd name="T19" fmla="*/ 385 h 611"/>
                  <a:gd name="T20" fmla="*/ 0 w 311"/>
                  <a:gd name="T21" fmla="*/ 500 h 611"/>
                  <a:gd name="T22" fmla="*/ 8 w 311"/>
                  <a:gd name="T23" fmla="*/ 554 h 611"/>
                  <a:gd name="T24" fmla="*/ 33 w 311"/>
                  <a:gd name="T25" fmla="*/ 594 h 611"/>
                  <a:gd name="T26" fmla="*/ 89 w 311"/>
                  <a:gd name="T27" fmla="*/ 611 h 611"/>
                  <a:gd name="T28" fmla="*/ 142 w 311"/>
                  <a:gd name="T29" fmla="*/ 587 h 611"/>
                  <a:gd name="T30" fmla="*/ 170 w 311"/>
                  <a:gd name="T31" fmla="*/ 527 h 611"/>
                  <a:gd name="T32" fmla="*/ 189 w 311"/>
                  <a:gd name="T33" fmla="*/ 425 h 611"/>
                  <a:gd name="T34" fmla="*/ 216 w 311"/>
                  <a:gd name="T35" fmla="*/ 333 h 611"/>
                  <a:gd name="T36" fmla="*/ 261 w 311"/>
                  <a:gd name="T37" fmla="*/ 247 h 611"/>
                  <a:gd name="T38" fmla="*/ 294 w 311"/>
                  <a:gd name="T39" fmla="*/ 151 h 611"/>
                  <a:gd name="T40" fmla="*/ 311 w 311"/>
                  <a:gd name="T41" fmla="*/ 88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1" h="611">
                    <a:moveTo>
                      <a:pt x="311" y="88"/>
                    </a:moveTo>
                    <a:lnTo>
                      <a:pt x="297" y="46"/>
                    </a:lnTo>
                    <a:lnTo>
                      <a:pt x="275" y="17"/>
                    </a:lnTo>
                    <a:lnTo>
                      <a:pt x="240" y="7"/>
                    </a:lnTo>
                    <a:lnTo>
                      <a:pt x="196" y="0"/>
                    </a:lnTo>
                    <a:lnTo>
                      <a:pt x="135" y="21"/>
                    </a:lnTo>
                    <a:lnTo>
                      <a:pt x="90" y="48"/>
                    </a:lnTo>
                    <a:lnTo>
                      <a:pt x="52" y="115"/>
                    </a:lnTo>
                    <a:lnTo>
                      <a:pt x="30" y="270"/>
                    </a:lnTo>
                    <a:lnTo>
                      <a:pt x="4" y="385"/>
                    </a:lnTo>
                    <a:lnTo>
                      <a:pt x="0" y="500"/>
                    </a:lnTo>
                    <a:lnTo>
                      <a:pt x="8" y="554"/>
                    </a:lnTo>
                    <a:lnTo>
                      <a:pt x="33" y="594"/>
                    </a:lnTo>
                    <a:lnTo>
                      <a:pt x="89" y="611"/>
                    </a:lnTo>
                    <a:lnTo>
                      <a:pt x="142" y="587"/>
                    </a:lnTo>
                    <a:lnTo>
                      <a:pt x="170" y="527"/>
                    </a:lnTo>
                    <a:lnTo>
                      <a:pt x="189" y="425"/>
                    </a:lnTo>
                    <a:lnTo>
                      <a:pt x="216" y="333"/>
                    </a:lnTo>
                    <a:lnTo>
                      <a:pt x="261" y="247"/>
                    </a:lnTo>
                    <a:lnTo>
                      <a:pt x="294" y="151"/>
                    </a:lnTo>
                    <a:lnTo>
                      <a:pt x="311" y="88"/>
                    </a:lnTo>
                    <a:close/>
                  </a:path>
                </a:pathLst>
              </a:custGeom>
              <a:solidFill>
                <a:srgbClr val="FF9F9F"/>
              </a:solidFill>
              <a:ln w="1588">
                <a:solidFill>
                  <a:srgbClr val="000000"/>
                </a:solidFill>
                <a:prstDash val="solid"/>
                <a:round/>
                <a:headEnd/>
                <a:tailEnd/>
              </a:ln>
            </p:spPr>
            <p:txBody>
              <a:bodyPr/>
              <a:lstStyle/>
              <a:p>
                <a:endParaRPr lang="en-US"/>
              </a:p>
            </p:txBody>
          </p:sp>
          <p:sp>
            <p:nvSpPr>
              <p:cNvPr id="36976" name="Freeform 112">
                <a:extLst>
                  <a:ext uri="{FF2B5EF4-FFF2-40B4-BE49-F238E27FC236}">
                    <a16:creationId xmlns:a16="http://schemas.microsoft.com/office/drawing/2014/main" id="{79672A57-F41E-433F-A25B-E51067ABB494}"/>
                  </a:ext>
                </a:extLst>
              </p:cNvPr>
              <p:cNvSpPr>
                <a:spLocks/>
              </p:cNvSpPr>
              <p:nvPr/>
            </p:nvSpPr>
            <p:spPr bwMode="auto">
              <a:xfrm>
                <a:off x="754" y="1701"/>
                <a:ext cx="22" cy="24"/>
              </a:xfrm>
              <a:custGeom>
                <a:avLst/>
                <a:gdLst>
                  <a:gd name="T0" fmla="*/ 128 w 130"/>
                  <a:gd name="T1" fmla="*/ 24 h 149"/>
                  <a:gd name="T2" fmla="*/ 130 w 130"/>
                  <a:gd name="T3" fmla="*/ 79 h 149"/>
                  <a:gd name="T4" fmla="*/ 110 w 130"/>
                  <a:gd name="T5" fmla="*/ 134 h 149"/>
                  <a:gd name="T6" fmla="*/ 77 w 130"/>
                  <a:gd name="T7" fmla="*/ 149 h 149"/>
                  <a:gd name="T8" fmla="*/ 26 w 130"/>
                  <a:gd name="T9" fmla="*/ 134 h 149"/>
                  <a:gd name="T10" fmla="*/ 10 w 130"/>
                  <a:gd name="T11" fmla="*/ 109 h 149"/>
                  <a:gd name="T12" fmla="*/ 3 w 130"/>
                  <a:gd name="T13" fmla="*/ 80 h 149"/>
                  <a:gd name="T14" fmla="*/ 0 w 130"/>
                  <a:gd name="T15" fmla="*/ 38 h 149"/>
                  <a:gd name="T16" fmla="*/ 22 w 130"/>
                  <a:gd name="T17" fmla="*/ 10 h 149"/>
                  <a:gd name="T18" fmla="*/ 90 w 130"/>
                  <a:gd name="T19" fmla="*/ 0 h 149"/>
                  <a:gd name="T20" fmla="*/ 128 w 130"/>
                  <a:gd name="T21" fmla="*/ 2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 h="149">
                    <a:moveTo>
                      <a:pt x="128" y="24"/>
                    </a:moveTo>
                    <a:lnTo>
                      <a:pt x="130" y="79"/>
                    </a:lnTo>
                    <a:lnTo>
                      <a:pt x="110" y="134"/>
                    </a:lnTo>
                    <a:lnTo>
                      <a:pt x="77" y="149"/>
                    </a:lnTo>
                    <a:lnTo>
                      <a:pt x="26" y="134"/>
                    </a:lnTo>
                    <a:lnTo>
                      <a:pt x="10" y="109"/>
                    </a:lnTo>
                    <a:lnTo>
                      <a:pt x="3" y="80"/>
                    </a:lnTo>
                    <a:lnTo>
                      <a:pt x="0" y="38"/>
                    </a:lnTo>
                    <a:lnTo>
                      <a:pt x="22" y="10"/>
                    </a:lnTo>
                    <a:lnTo>
                      <a:pt x="90" y="0"/>
                    </a:lnTo>
                    <a:lnTo>
                      <a:pt x="128" y="24"/>
                    </a:lnTo>
                    <a:close/>
                  </a:path>
                </a:pathLst>
              </a:custGeom>
              <a:solidFill>
                <a:srgbClr val="FFBFBF"/>
              </a:solidFill>
              <a:ln w="1588">
                <a:solidFill>
                  <a:srgbClr val="000000"/>
                </a:solidFill>
                <a:prstDash val="solid"/>
                <a:round/>
                <a:headEnd/>
                <a:tailEnd/>
              </a:ln>
            </p:spPr>
            <p:txBody>
              <a:bodyPr/>
              <a:lstStyle/>
              <a:p>
                <a:endParaRPr lang="en-US"/>
              </a:p>
            </p:txBody>
          </p:sp>
          <p:sp>
            <p:nvSpPr>
              <p:cNvPr id="36977" name="Freeform 113">
                <a:extLst>
                  <a:ext uri="{FF2B5EF4-FFF2-40B4-BE49-F238E27FC236}">
                    <a16:creationId xmlns:a16="http://schemas.microsoft.com/office/drawing/2014/main" id="{1CE2CD22-424B-4458-A2DB-0B0A8F9E4E9F}"/>
                  </a:ext>
                </a:extLst>
              </p:cNvPr>
              <p:cNvSpPr>
                <a:spLocks/>
              </p:cNvSpPr>
              <p:nvPr/>
            </p:nvSpPr>
            <p:spPr bwMode="auto">
              <a:xfrm>
                <a:off x="673" y="1635"/>
                <a:ext cx="95" cy="153"/>
              </a:xfrm>
              <a:custGeom>
                <a:avLst/>
                <a:gdLst>
                  <a:gd name="T0" fmla="*/ 236 w 564"/>
                  <a:gd name="T1" fmla="*/ 115 h 918"/>
                  <a:gd name="T2" fmla="*/ 318 w 564"/>
                  <a:gd name="T3" fmla="*/ 94 h 918"/>
                  <a:gd name="T4" fmla="*/ 372 w 564"/>
                  <a:gd name="T5" fmla="*/ 61 h 918"/>
                  <a:gd name="T6" fmla="*/ 439 w 564"/>
                  <a:gd name="T7" fmla="*/ 20 h 918"/>
                  <a:gd name="T8" fmla="*/ 514 w 564"/>
                  <a:gd name="T9" fmla="*/ 0 h 918"/>
                  <a:gd name="T10" fmla="*/ 541 w 564"/>
                  <a:gd name="T11" fmla="*/ 10 h 918"/>
                  <a:gd name="T12" fmla="*/ 561 w 564"/>
                  <a:gd name="T13" fmla="*/ 32 h 918"/>
                  <a:gd name="T14" fmla="*/ 564 w 564"/>
                  <a:gd name="T15" fmla="*/ 70 h 918"/>
                  <a:gd name="T16" fmla="*/ 554 w 564"/>
                  <a:gd name="T17" fmla="*/ 115 h 918"/>
                  <a:gd name="T18" fmla="*/ 544 w 564"/>
                  <a:gd name="T19" fmla="*/ 154 h 918"/>
                  <a:gd name="T20" fmla="*/ 514 w 564"/>
                  <a:gd name="T21" fmla="*/ 202 h 918"/>
                  <a:gd name="T22" fmla="*/ 443 w 564"/>
                  <a:gd name="T23" fmla="*/ 270 h 918"/>
                  <a:gd name="T24" fmla="*/ 392 w 564"/>
                  <a:gd name="T25" fmla="*/ 303 h 918"/>
                  <a:gd name="T26" fmla="*/ 352 w 564"/>
                  <a:gd name="T27" fmla="*/ 324 h 918"/>
                  <a:gd name="T28" fmla="*/ 359 w 564"/>
                  <a:gd name="T29" fmla="*/ 398 h 918"/>
                  <a:gd name="T30" fmla="*/ 365 w 564"/>
                  <a:gd name="T31" fmla="*/ 465 h 918"/>
                  <a:gd name="T32" fmla="*/ 359 w 564"/>
                  <a:gd name="T33" fmla="*/ 567 h 918"/>
                  <a:gd name="T34" fmla="*/ 345 w 564"/>
                  <a:gd name="T35" fmla="*/ 627 h 918"/>
                  <a:gd name="T36" fmla="*/ 338 w 564"/>
                  <a:gd name="T37" fmla="*/ 688 h 918"/>
                  <a:gd name="T38" fmla="*/ 308 w 564"/>
                  <a:gd name="T39" fmla="*/ 751 h 918"/>
                  <a:gd name="T40" fmla="*/ 280 w 564"/>
                  <a:gd name="T41" fmla="*/ 796 h 918"/>
                  <a:gd name="T42" fmla="*/ 229 w 564"/>
                  <a:gd name="T43" fmla="*/ 839 h 918"/>
                  <a:gd name="T44" fmla="*/ 182 w 564"/>
                  <a:gd name="T45" fmla="*/ 878 h 918"/>
                  <a:gd name="T46" fmla="*/ 131 w 564"/>
                  <a:gd name="T47" fmla="*/ 904 h 918"/>
                  <a:gd name="T48" fmla="*/ 94 w 564"/>
                  <a:gd name="T49" fmla="*/ 918 h 918"/>
                  <a:gd name="T50" fmla="*/ 61 w 564"/>
                  <a:gd name="T51" fmla="*/ 844 h 918"/>
                  <a:gd name="T52" fmla="*/ 40 w 564"/>
                  <a:gd name="T53" fmla="*/ 769 h 918"/>
                  <a:gd name="T54" fmla="*/ 7 w 564"/>
                  <a:gd name="T55" fmla="*/ 654 h 918"/>
                  <a:gd name="T56" fmla="*/ 0 w 564"/>
                  <a:gd name="T57" fmla="*/ 600 h 918"/>
                  <a:gd name="T58" fmla="*/ 27 w 564"/>
                  <a:gd name="T59" fmla="*/ 513 h 918"/>
                  <a:gd name="T60" fmla="*/ 54 w 564"/>
                  <a:gd name="T61" fmla="*/ 391 h 918"/>
                  <a:gd name="T62" fmla="*/ 88 w 564"/>
                  <a:gd name="T63" fmla="*/ 236 h 918"/>
                  <a:gd name="T64" fmla="*/ 121 w 564"/>
                  <a:gd name="T65" fmla="*/ 162 h 918"/>
                  <a:gd name="T66" fmla="*/ 182 w 564"/>
                  <a:gd name="T67" fmla="*/ 128 h 918"/>
                  <a:gd name="T68" fmla="*/ 236 w 564"/>
                  <a:gd name="T69" fmla="*/ 115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918">
                    <a:moveTo>
                      <a:pt x="236" y="115"/>
                    </a:moveTo>
                    <a:lnTo>
                      <a:pt x="318" y="94"/>
                    </a:lnTo>
                    <a:lnTo>
                      <a:pt x="372" y="61"/>
                    </a:lnTo>
                    <a:lnTo>
                      <a:pt x="439" y="20"/>
                    </a:lnTo>
                    <a:lnTo>
                      <a:pt x="514" y="0"/>
                    </a:lnTo>
                    <a:lnTo>
                      <a:pt x="541" y="10"/>
                    </a:lnTo>
                    <a:lnTo>
                      <a:pt x="561" y="32"/>
                    </a:lnTo>
                    <a:lnTo>
                      <a:pt x="564" y="70"/>
                    </a:lnTo>
                    <a:lnTo>
                      <a:pt x="554" y="115"/>
                    </a:lnTo>
                    <a:lnTo>
                      <a:pt x="544" y="154"/>
                    </a:lnTo>
                    <a:lnTo>
                      <a:pt x="514" y="202"/>
                    </a:lnTo>
                    <a:lnTo>
                      <a:pt x="443" y="270"/>
                    </a:lnTo>
                    <a:lnTo>
                      <a:pt x="392" y="303"/>
                    </a:lnTo>
                    <a:lnTo>
                      <a:pt x="352" y="324"/>
                    </a:lnTo>
                    <a:lnTo>
                      <a:pt x="359" y="398"/>
                    </a:lnTo>
                    <a:lnTo>
                      <a:pt x="365" y="465"/>
                    </a:lnTo>
                    <a:lnTo>
                      <a:pt x="359" y="567"/>
                    </a:lnTo>
                    <a:lnTo>
                      <a:pt x="345" y="627"/>
                    </a:lnTo>
                    <a:lnTo>
                      <a:pt x="338" y="688"/>
                    </a:lnTo>
                    <a:lnTo>
                      <a:pt x="308" y="751"/>
                    </a:lnTo>
                    <a:lnTo>
                      <a:pt x="280" y="796"/>
                    </a:lnTo>
                    <a:lnTo>
                      <a:pt x="229" y="839"/>
                    </a:lnTo>
                    <a:lnTo>
                      <a:pt x="182" y="878"/>
                    </a:lnTo>
                    <a:lnTo>
                      <a:pt x="131" y="904"/>
                    </a:lnTo>
                    <a:lnTo>
                      <a:pt x="94" y="918"/>
                    </a:lnTo>
                    <a:lnTo>
                      <a:pt x="61" y="844"/>
                    </a:lnTo>
                    <a:lnTo>
                      <a:pt x="40" y="769"/>
                    </a:lnTo>
                    <a:lnTo>
                      <a:pt x="7" y="654"/>
                    </a:lnTo>
                    <a:lnTo>
                      <a:pt x="0" y="600"/>
                    </a:lnTo>
                    <a:lnTo>
                      <a:pt x="27" y="513"/>
                    </a:lnTo>
                    <a:lnTo>
                      <a:pt x="54" y="391"/>
                    </a:lnTo>
                    <a:lnTo>
                      <a:pt x="88" y="236"/>
                    </a:lnTo>
                    <a:lnTo>
                      <a:pt x="121" y="162"/>
                    </a:lnTo>
                    <a:lnTo>
                      <a:pt x="182" y="128"/>
                    </a:lnTo>
                    <a:lnTo>
                      <a:pt x="236" y="115"/>
                    </a:lnTo>
                    <a:close/>
                  </a:path>
                </a:pathLst>
              </a:custGeom>
              <a:solidFill>
                <a:srgbClr val="FF9F9F"/>
              </a:solidFill>
              <a:ln w="1588">
                <a:solidFill>
                  <a:srgbClr val="000000"/>
                </a:solidFill>
                <a:prstDash val="solid"/>
                <a:round/>
                <a:headEnd/>
                <a:tailEnd/>
              </a:ln>
            </p:spPr>
            <p:txBody>
              <a:bodyPr/>
              <a:lstStyle/>
              <a:p>
                <a:endParaRPr lang="en-US"/>
              </a:p>
            </p:txBody>
          </p:sp>
          <p:sp>
            <p:nvSpPr>
              <p:cNvPr id="36978" name="Freeform 114">
                <a:extLst>
                  <a:ext uri="{FF2B5EF4-FFF2-40B4-BE49-F238E27FC236}">
                    <a16:creationId xmlns:a16="http://schemas.microsoft.com/office/drawing/2014/main" id="{A22AE646-0D82-4D48-B6C6-DA1EC2CAE4F3}"/>
                  </a:ext>
                </a:extLst>
              </p:cNvPr>
              <p:cNvSpPr>
                <a:spLocks/>
              </p:cNvSpPr>
              <p:nvPr/>
            </p:nvSpPr>
            <p:spPr bwMode="auto">
              <a:xfrm>
                <a:off x="730" y="1636"/>
                <a:ext cx="34" cy="24"/>
              </a:xfrm>
              <a:custGeom>
                <a:avLst/>
                <a:gdLst>
                  <a:gd name="T0" fmla="*/ 0 w 206"/>
                  <a:gd name="T1" fmla="*/ 81 h 145"/>
                  <a:gd name="T2" fmla="*/ 27 w 206"/>
                  <a:gd name="T3" fmla="*/ 132 h 145"/>
                  <a:gd name="T4" fmla="*/ 54 w 206"/>
                  <a:gd name="T5" fmla="*/ 145 h 145"/>
                  <a:gd name="T6" fmla="*/ 118 w 206"/>
                  <a:gd name="T7" fmla="*/ 128 h 145"/>
                  <a:gd name="T8" fmla="*/ 179 w 206"/>
                  <a:gd name="T9" fmla="*/ 101 h 145"/>
                  <a:gd name="T10" fmla="*/ 203 w 206"/>
                  <a:gd name="T11" fmla="*/ 81 h 145"/>
                  <a:gd name="T12" fmla="*/ 206 w 206"/>
                  <a:gd name="T13" fmla="*/ 31 h 145"/>
                  <a:gd name="T14" fmla="*/ 186 w 206"/>
                  <a:gd name="T15" fmla="*/ 0 h 145"/>
                  <a:gd name="T16" fmla="*/ 139 w 206"/>
                  <a:gd name="T17" fmla="*/ 4 h 145"/>
                  <a:gd name="T18" fmla="*/ 101 w 206"/>
                  <a:gd name="T19" fmla="*/ 19 h 145"/>
                  <a:gd name="T20" fmla="*/ 61 w 206"/>
                  <a:gd name="T21" fmla="*/ 40 h 145"/>
                  <a:gd name="T22" fmla="*/ 0 w 206"/>
                  <a:gd name="T23" fmla="*/ 81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6" h="145">
                    <a:moveTo>
                      <a:pt x="0" y="81"/>
                    </a:moveTo>
                    <a:lnTo>
                      <a:pt x="27" y="132"/>
                    </a:lnTo>
                    <a:lnTo>
                      <a:pt x="54" y="145"/>
                    </a:lnTo>
                    <a:lnTo>
                      <a:pt x="118" y="128"/>
                    </a:lnTo>
                    <a:lnTo>
                      <a:pt x="179" y="101"/>
                    </a:lnTo>
                    <a:lnTo>
                      <a:pt x="203" y="81"/>
                    </a:lnTo>
                    <a:lnTo>
                      <a:pt x="206" y="31"/>
                    </a:lnTo>
                    <a:lnTo>
                      <a:pt x="186" y="0"/>
                    </a:lnTo>
                    <a:lnTo>
                      <a:pt x="139" y="4"/>
                    </a:lnTo>
                    <a:lnTo>
                      <a:pt x="101" y="19"/>
                    </a:lnTo>
                    <a:lnTo>
                      <a:pt x="61" y="40"/>
                    </a:lnTo>
                    <a:lnTo>
                      <a:pt x="0" y="81"/>
                    </a:lnTo>
                    <a:close/>
                  </a:path>
                </a:pathLst>
              </a:custGeom>
              <a:solidFill>
                <a:srgbClr val="FFBFBF"/>
              </a:solidFill>
              <a:ln w="1588">
                <a:solidFill>
                  <a:srgbClr val="000000"/>
                </a:solidFill>
                <a:prstDash val="solid"/>
                <a:round/>
                <a:headEnd/>
                <a:tailEnd/>
              </a:ln>
            </p:spPr>
            <p:txBody>
              <a:bodyPr/>
              <a:lstStyle/>
              <a:p>
                <a:endParaRPr lang="en-US"/>
              </a:p>
            </p:txBody>
          </p:sp>
          <p:sp>
            <p:nvSpPr>
              <p:cNvPr id="36979" name="Freeform 115">
                <a:extLst>
                  <a:ext uri="{FF2B5EF4-FFF2-40B4-BE49-F238E27FC236}">
                    <a16:creationId xmlns:a16="http://schemas.microsoft.com/office/drawing/2014/main" id="{929B286B-E9CE-4F89-A696-715A4E9CC181}"/>
                  </a:ext>
                </a:extLst>
              </p:cNvPr>
              <p:cNvSpPr>
                <a:spLocks/>
              </p:cNvSpPr>
              <p:nvPr/>
            </p:nvSpPr>
            <p:spPr bwMode="auto">
              <a:xfrm>
                <a:off x="833" y="1700"/>
                <a:ext cx="2" cy="7"/>
              </a:xfrm>
              <a:custGeom>
                <a:avLst/>
                <a:gdLst>
                  <a:gd name="T0" fmla="*/ 7 w 7"/>
                  <a:gd name="T1" fmla="*/ 40 h 40"/>
                  <a:gd name="T2" fmla="*/ 7 w 7"/>
                  <a:gd name="T3" fmla="*/ 17 h 40"/>
                  <a:gd name="T4" fmla="*/ 0 w 7"/>
                  <a:gd name="T5" fmla="*/ 0 h 40"/>
                </a:gdLst>
                <a:ahLst/>
                <a:cxnLst>
                  <a:cxn ang="0">
                    <a:pos x="T0" y="T1"/>
                  </a:cxn>
                  <a:cxn ang="0">
                    <a:pos x="T2" y="T3"/>
                  </a:cxn>
                  <a:cxn ang="0">
                    <a:pos x="T4" y="T5"/>
                  </a:cxn>
                </a:cxnLst>
                <a:rect l="0" t="0" r="r" b="b"/>
                <a:pathLst>
                  <a:path w="7" h="40">
                    <a:moveTo>
                      <a:pt x="7" y="40"/>
                    </a:moveTo>
                    <a:lnTo>
                      <a:pt x="7"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nvGrpSpPr>
          <p:cNvPr id="36980" name="Group 116">
            <a:extLst>
              <a:ext uri="{FF2B5EF4-FFF2-40B4-BE49-F238E27FC236}">
                <a16:creationId xmlns:a16="http://schemas.microsoft.com/office/drawing/2014/main" id="{87834CAF-4A9D-437A-B34F-DAF5F34181F7}"/>
              </a:ext>
            </a:extLst>
          </p:cNvPr>
          <p:cNvGrpSpPr>
            <a:grpSpLocks/>
          </p:cNvGrpSpPr>
          <p:nvPr/>
        </p:nvGrpSpPr>
        <p:grpSpPr bwMode="auto">
          <a:xfrm>
            <a:off x="3373438" y="1819275"/>
            <a:ext cx="2757487" cy="1762125"/>
            <a:chOff x="2029" y="954"/>
            <a:chExt cx="1737" cy="1110"/>
          </a:xfrm>
        </p:grpSpPr>
        <p:grpSp>
          <p:nvGrpSpPr>
            <p:cNvPr id="36981" name="Group 117">
              <a:extLst>
                <a:ext uri="{FF2B5EF4-FFF2-40B4-BE49-F238E27FC236}">
                  <a16:creationId xmlns:a16="http://schemas.microsoft.com/office/drawing/2014/main" id="{D2B9FBE4-010D-4FE3-A382-7448A58E0C73}"/>
                </a:ext>
              </a:extLst>
            </p:cNvPr>
            <p:cNvGrpSpPr>
              <a:grpSpLocks/>
            </p:cNvGrpSpPr>
            <p:nvPr/>
          </p:nvGrpSpPr>
          <p:grpSpPr bwMode="auto">
            <a:xfrm>
              <a:off x="2029" y="954"/>
              <a:ext cx="1737" cy="1110"/>
              <a:chOff x="2029" y="954"/>
              <a:chExt cx="1737" cy="1110"/>
            </a:xfrm>
          </p:grpSpPr>
          <p:grpSp>
            <p:nvGrpSpPr>
              <p:cNvPr id="36982" name="Group 118">
                <a:extLst>
                  <a:ext uri="{FF2B5EF4-FFF2-40B4-BE49-F238E27FC236}">
                    <a16:creationId xmlns:a16="http://schemas.microsoft.com/office/drawing/2014/main" id="{085B26DA-940F-436A-9109-8013A563BABF}"/>
                  </a:ext>
                </a:extLst>
              </p:cNvPr>
              <p:cNvGrpSpPr>
                <a:grpSpLocks/>
              </p:cNvGrpSpPr>
              <p:nvPr/>
            </p:nvGrpSpPr>
            <p:grpSpPr bwMode="auto">
              <a:xfrm>
                <a:off x="2029" y="954"/>
                <a:ext cx="1737" cy="1107"/>
                <a:chOff x="2029" y="954"/>
                <a:chExt cx="1737" cy="1107"/>
              </a:xfrm>
            </p:grpSpPr>
            <p:grpSp>
              <p:nvGrpSpPr>
                <p:cNvPr id="36983" name="Group 119">
                  <a:extLst>
                    <a:ext uri="{FF2B5EF4-FFF2-40B4-BE49-F238E27FC236}">
                      <a16:creationId xmlns:a16="http://schemas.microsoft.com/office/drawing/2014/main" id="{2160BDAA-C105-4D8F-8926-78837B2E2B5B}"/>
                    </a:ext>
                  </a:extLst>
                </p:cNvPr>
                <p:cNvGrpSpPr>
                  <a:grpSpLocks/>
                </p:cNvGrpSpPr>
                <p:nvPr/>
              </p:nvGrpSpPr>
              <p:grpSpPr bwMode="auto">
                <a:xfrm>
                  <a:off x="2029" y="954"/>
                  <a:ext cx="1737" cy="1107"/>
                  <a:chOff x="2029" y="954"/>
                  <a:chExt cx="1737" cy="1107"/>
                </a:xfrm>
              </p:grpSpPr>
              <p:sp>
                <p:nvSpPr>
                  <p:cNvPr id="36984" name="Freeform 120">
                    <a:extLst>
                      <a:ext uri="{FF2B5EF4-FFF2-40B4-BE49-F238E27FC236}">
                        <a16:creationId xmlns:a16="http://schemas.microsoft.com/office/drawing/2014/main" id="{1B9AF079-0F83-47A6-836C-318AE3E8CCEA}"/>
                      </a:ext>
                    </a:extLst>
                  </p:cNvPr>
                  <p:cNvSpPr>
                    <a:spLocks noChangeArrowheads="1"/>
                  </p:cNvSpPr>
                  <p:nvPr/>
                </p:nvSpPr>
                <p:spPr bwMode="auto">
                  <a:xfrm>
                    <a:off x="2029" y="1657"/>
                    <a:ext cx="1737" cy="1"/>
                  </a:xfrm>
                  <a:custGeom>
                    <a:avLst/>
                    <a:gdLst>
                      <a:gd name="T0" fmla="*/ 1737 w 1737"/>
                      <a:gd name="T1" fmla="*/ 0 h 1"/>
                      <a:gd name="T2" fmla="*/ 0 w 1737"/>
                      <a:gd name="T3" fmla="*/ 1 h 1"/>
                    </a:gdLst>
                    <a:ahLst/>
                    <a:cxnLst>
                      <a:cxn ang="0">
                        <a:pos x="T0" y="T1"/>
                      </a:cxn>
                      <a:cxn ang="0">
                        <a:pos x="T2" y="T3"/>
                      </a:cxn>
                    </a:cxnLst>
                    <a:rect l="0" t="0" r="r" b="b"/>
                    <a:pathLst>
                      <a:path w="1737" h="1">
                        <a:moveTo>
                          <a:pt x="1737" y="0"/>
                        </a:moveTo>
                        <a:lnTo>
                          <a:pt x="0" y="1"/>
                        </a:lnTo>
                      </a:path>
                    </a:pathLst>
                  </a:custGeom>
                  <a:solidFill>
                    <a:srgbClr val="FFFFFF"/>
                  </a:solidFill>
                  <a:ln w="57150">
                    <a:solidFill>
                      <a:srgbClr val="0066FF"/>
                    </a:solidFill>
                    <a:round/>
                    <a:headEnd/>
                    <a:tailEnd/>
                  </a:ln>
                </p:spPr>
                <p:txBody>
                  <a:bodyPr/>
                  <a:lstStyle/>
                  <a:p>
                    <a:endParaRPr lang="en-US"/>
                  </a:p>
                </p:txBody>
              </p:sp>
              <p:sp>
                <p:nvSpPr>
                  <p:cNvPr id="36985" name="Freeform 121">
                    <a:extLst>
                      <a:ext uri="{FF2B5EF4-FFF2-40B4-BE49-F238E27FC236}">
                        <a16:creationId xmlns:a16="http://schemas.microsoft.com/office/drawing/2014/main" id="{F4636D70-86ED-43EB-8700-5CA6211895D3}"/>
                      </a:ext>
                    </a:extLst>
                  </p:cNvPr>
                  <p:cNvSpPr>
                    <a:spLocks noChangeArrowheads="1"/>
                  </p:cNvSpPr>
                  <p:nvPr/>
                </p:nvSpPr>
                <p:spPr bwMode="auto">
                  <a:xfrm>
                    <a:off x="2029" y="954"/>
                    <a:ext cx="1" cy="1100"/>
                  </a:xfrm>
                  <a:custGeom>
                    <a:avLst/>
                    <a:gdLst>
                      <a:gd name="T0" fmla="*/ 0 w 1"/>
                      <a:gd name="T1" fmla="*/ 1100 h 1100"/>
                      <a:gd name="T2" fmla="*/ 0 w 1"/>
                      <a:gd name="T3" fmla="*/ 0 h 1100"/>
                    </a:gdLst>
                    <a:ahLst/>
                    <a:cxnLst>
                      <a:cxn ang="0">
                        <a:pos x="T0" y="T1"/>
                      </a:cxn>
                      <a:cxn ang="0">
                        <a:pos x="T2" y="T3"/>
                      </a:cxn>
                    </a:cxnLst>
                    <a:rect l="0" t="0" r="r" b="b"/>
                    <a:pathLst>
                      <a:path w="1" h="1100">
                        <a:moveTo>
                          <a:pt x="0" y="1100"/>
                        </a:moveTo>
                        <a:lnTo>
                          <a:pt x="0" y="0"/>
                        </a:lnTo>
                      </a:path>
                    </a:pathLst>
                  </a:custGeom>
                  <a:solidFill>
                    <a:srgbClr val="FFFFFF"/>
                  </a:solidFill>
                  <a:ln w="57150">
                    <a:solidFill>
                      <a:srgbClr val="0066FF"/>
                    </a:solidFill>
                    <a:round/>
                    <a:headEnd/>
                    <a:tailEnd/>
                  </a:ln>
                </p:spPr>
                <p:txBody>
                  <a:bodyPr/>
                  <a:lstStyle/>
                  <a:p>
                    <a:endParaRPr lang="en-US"/>
                  </a:p>
                </p:txBody>
              </p:sp>
              <p:sp>
                <p:nvSpPr>
                  <p:cNvPr id="36986" name="Line 122">
                    <a:extLst>
                      <a:ext uri="{FF2B5EF4-FFF2-40B4-BE49-F238E27FC236}">
                        <a16:creationId xmlns:a16="http://schemas.microsoft.com/office/drawing/2014/main" id="{6884C7F5-FBE5-4C91-8727-3B72F3AB24C7}"/>
                      </a:ext>
                    </a:extLst>
                  </p:cNvPr>
                  <p:cNvSpPr>
                    <a:spLocks noChangeShapeType="1"/>
                  </p:cNvSpPr>
                  <p:nvPr/>
                </p:nvSpPr>
                <p:spPr bwMode="auto">
                  <a:xfrm flipV="1">
                    <a:off x="3765" y="960"/>
                    <a:ext cx="1" cy="1096"/>
                  </a:xfrm>
                  <a:prstGeom prst="line">
                    <a:avLst/>
                  </a:prstGeom>
                  <a:noFill/>
                  <a:ln w="5715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87" name="Freeform 123">
                    <a:extLst>
                      <a:ext uri="{FF2B5EF4-FFF2-40B4-BE49-F238E27FC236}">
                        <a16:creationId xmlns:a16="http://schemas.microsoft.com/office/drawing/2014/main" id="{D9F475DD-C08F-4DFC-9973-543895310E17}"/>
                      </a:ext>
                    </a:extLst>
                  </p:cNvPr>
                  <p:cNvSpPr>
                    <a:spLocks noChangeArrowheads="1"/>
                  </p:cNvSpPr>
                  <p:nvPr/>
                </p:nvSpPr>
                <p:spPr bwMode="auto">
                  <a:xfrm>
                    <a:off x="3437" y="2056"/>
                    <a:ext cx="329" cy="5"/>
                  </a:xfrm>
                  <a:custGeom>
                    <a:avLst/>
                    <a:gdLst>
                      <a:gd name="T0" fmla="*/ 329 w 329"/>
                      <a:gd name="T1" fmla="*/ 0 h 5"/>
                      <a:gd name="T2" fmla="*/ 0 w 329"/>
                      <a:gd name="T3" fmla="*/ 5 h 5"/>
                    </a:gdLst>
                    <a:ahLst/>
                    <a:cxnLst>
                      <a:cxn ang="0">
                        <a:pos x="T0" y="T1"/>
                      </a:cxn>
                      <a:cxn ang="0">
                        <a:pos x="T2" y="T3"/>
                      </a:cxn>
                    </a:cxnLst>
                    <a:rect l="0" t="0" r="r" b="b"/>
                    <a:pathLst>
                      <a:path w="329" h="5">
                        <a:moveTo>
                          <a:pt x="329" y="0"/>
                        </a:moveTo>
                        <a:lnTo>
                          <a:pt x="0" y="5"/>
                        </a:lnTo>
                      </a:path>
                    </a:pathLst>
                  </a:custGeom>
                  <a:solidFill>
                    <a:srgbClr val="FFFFFF"/>
                  </a:solidFill>
                  <a:ln w="57150" cmpd="sng">
                    <a:solidFill>
                      <a:srgbClr val="0066FF"/>
                    </a:solidFill>
                    <a:prstDash val="solid"/>
                    <a:round/>
                    <a:headEnd/>
                    <a:tailEnd/>
                  </a:ln>
                </p:spPr>
                <p:txBody>
                  <a:bodyPr/>
                  <a:lstStyle/>
                  <a:p>
                    <a:endParaRPr lang="en-US"/>
                  </a:p>
                </p:txBody>
              </p:sp>
              <p:sp>
                <p:nvSpPr>
                  <p:cNvPr id="36988" name="Freeform 124">
                    <a:extLst>
                      <a:ext uri="{FF2B5EF4-FFF2-40B4-BE49-F238E27FC236}">
                        <a16:creationId xmlns:a16="http://schemas.microsoft.com/office/drawing/2014/main" id="{7BF7E058-58FD-4E60-AABB-1EC6225E879D}"/>
                      </a:ext>
                    </a:extLst>
                  </p:cNvPr>
                  <p:cNvSpPr>
                    <a:spLocks noChangeArrowheads="1"/>
                  </p:cNvSpPr>
                  <p:nvPr/>
                </p:nvSpPr>
                <p:spPr bwMode="auto">
                  <a:xfrm>
                    <a:off x="2029" y="2056"/>
                    <a:ext cx="335" cy="5"/>
                  </a:xfrm>
                  <a:custGeom>
                    <a:avLst/>
                    <a:gdLst>
                      <a:gd name="T0" fmla="*/ 335 w 335"/>
                      <a:gd name="T1" fmla="*/ 0 h 5"/>
                      <a:gd name="T2" fmla="*/ 0 w 335"/>
                      <a:gd name="T3" fmla="*/ 5 h 5"/>
                    </a:gdLst>
                    <a:ahLst/>
                    <a:cxnLst>
                      <a:cxn ang="0">
                        <a:pos x="T0" y="T1"/>
                      </a:cxn>
                      <a:cxn ang="0">
                        <a:pos x="T2" y="T3"/>
                      </a:cxn>
                    </a:cxnLst>
                    <a:rect l="0" t="0" r="r" b="b"/>
                    <a:pathLst>
                      <a:path w="335" h="5">
                        <a:moveTo>
                          <a:pt x="335" y="0"/>
                        </a:moveTo>
                        <a:lnTo>
                          <a:pt x="0" y="5"/>
                        </a:lnTo>
                      </a:path>
                    </a:pathLst>
                  </a:custGeom>
                  <a:solidFill>
                    <a:srgbClr val="FFFFFF"/>
                  </a:solidFill>
                  <a:ln w="57150">
                    <a:solidFill>
                      <a:srgbClr val="0066FF"/>
                    </a:solidFill>
                    <a:round/>
                    <a:headEnd/>
                    <a:tailEnd/>
                  </a:ln>
                </p:spPr>
                <p:txBody>
                  <a:bodyPr/>
                  <a:lstStyle/>
                  <a:p>
                    <a:endParaRPr lang="en-US"/>
                  </a:p>
                </p:txBody>
              </p:sp>
              <p:sp>
                <p:nvSpPr>
                  <p:cNvPr id="36989" name="Freeform 125">
                    <a:extLst>
                      <a:ext uri="{FF2B5EF4-FFF2-40B4-BE49-F238E27FC236}">
                        <a16:creationId xmlns:a16="http://schemas.microsoft.com/office/drawing/2014/main" id="{EBC4237C-B303-480A-8A93-B6767FDA3834}"/>
                      </a:ext>
                    </a:extLst>
                  </p:cNvPr>
                  <p:cNvSpPr>
                    <a:spLocks noChangeArrowheads="1"/>
                  </p:cNvSpPr>
                  <p:nvPr/>
                </p:nvSpPr>
                <p:spPr bwMode="auto">
                  <a:xfrm>
                    <a:off x="3437" y="954"/>
                    <a:ext cx="326" cy="6"/>
                  </a:xfrm>
                  <a:custGeom>
                    <a:avLst/>
                    <a:gdLst>
                      <a:gd name="T0" fmla="*/ 0 w 326"/>
                      <a:gd name="T1" fmla="*/ 6 h 6"/>
                      <a:gd name="T2" fmla="*/ 326 w 326"/>
                      <a:gd name="T3" fmla="*/ 0 h 6"/>
                    </a:gdLst>
                    <a:ahLst/>
                    <a:cxnLst>
                      <a:cxn ang="0">
                        <a:pos x="T0" y="T1"/>
                      </a:cxn>
                      <a:cxn ang="0">
                        <a:pos x="T2" y="T3"/>
                      </a:cxn>
                    </a:cxnLst>
                    <a:rect l="0" t="0" r="r" b="b"/>
                    <a:pathLst>
                      <a:path w="326" h="6">
                        <a:moveTo>
                          <a:pt x="0" y="6"/>
                        </a:moveTo>
                        <a:lnTo>
                          <a:pt x="326" y="0"/>
                        </a:lnTo>
                      </a:path>
                    </a:pathLst>
                  </a:custGeom>
                  <a:solidFill>
                    <a:srgbClr val="FFFFFF"/>
                  </a:solidFill>
                  <a:ln w="57150" cmpd="sng">
                    <a:solidFill>
                      <a:srgbClr val="0066FF"/>
                    </a:solidFill>
                    <a:prstDash val="solid"/>
                    <a:round/>
                    <a:headEnd/>
                    <a:tailEnd/>
                  </a:ln>
                </p:spPr>
                <p:txBody>
                  <a:bodyPr/>
                  <a:lstStyle/>
                  <a:p>
                    <a:endParaRPr lang="en-US"/>
                  </a:p>
                </p:txBody>
              </p:sp>
            </p:grpSp>
            <p:sp>
              <p:nvSpPr>
                <p:cNvPr id="36990" name="Freeform 126">
                  <a:extLst>
                    <a:ext uri="{FF2B5EF4-FFF2-40B4-BE49-F238E27FC236}">
                      <a16:creationId xmlns:a16="http://schemas.microsoft.com/office/drawing/2014/main" id="{17DA3931-6B5C-46BB-AE4B-B578C4818ADF}"/>
                    </a:ext>
                  </a:extLst>
                </p:cNvPr>
                <p:cNvSpPr>
                  <a:spLocks noChangeArrowheads="1"/>
                </p:cNvSpPr>
                <p:nvPr/>
              </p:nvSpPr>
              <p:spPr bwMode="auto">
                <a:xfrm>
                  <a:off x="2029" y="964"/>
                  <a:ext cx="333" cy="2"/>
                </a:xfrm>
                <a:custGeom>
                  <a:avLst/>
                  <a:gdLst>
                    <a:gd name="T0" fmla="*/ 0 w 333"/>
                    <a:gd name="T1" fmla="*/ 2 h 2"/>
                    <a:gd name="T2" fmla="*/ 333 w 333"/>
                    <a:gd name="T3" fmla="*/ 0 h 2"/>
                  </a:gdLst>
                  <a:ahLst/>
                  <a:cxnLst>
                    <a:cxn ang="0">
                      <a:pos x="T0" y="T1"/>
                    </a:cxn>
                    <a:cxn ang="0">
                      <a:pos x="T2" y="T3"/>
                    </a:cxn>
                  </a:cxnLst>
                  <a:rect l="0" t="0" r="r" b="b"/>
                  <a:pathLst>
                    <a:path w="333" h="2">
                      <a:moveTo>
                        <a:pt x="0" y="2"/>
                      </a:moveTo>
                      <a:lnTo>
                        <a:pt x="333" y="0"/>
                      </a:lnTo>
                    </a:path>
                  </a:pathLst>
                </a:custGeom>
                <a:solidFill>
                  <a:srgbClr val="FFFFFF"/>
                </a:solidFill>
                <a:ln w="57150" cmpd="sng">
                  <a:solidFill>
                    <a:srgbClr val="0066FF"/>
                  </a:solidFill>
                  <a:prstDash val="solid"/>
                  <a:round/>
                  <a:headEnd/>
                  <a:tailEnd/>
                </a:ln>
              </p:spPr>
              <p:txBody>
                <a:bodyPr/>
                <a:lstStyle/>
                <a:p>
                  <a:endParaRPr lang="en-US"/>
                </a:p>
              </p:txBody>
            </p:sp>
          </p:grpSp>
          <p:sp>
            <p:nvSpPr>
              <p:cNvPr id="36991" name="Freeform 127">
                <a:extLst>
                  <a:ext uri="{FF2B5EF4-FFF2-40B4-BE49-F238E27FC236}">
                    <a16:creationId xmlns:a16="http://schemas.microsoft.com/office/drawing/2014/main" id="{8306C822-8ADD-47F6-82B1-D6E0B4671EAD}"/>
                  </a:ext>
                </a:extLst>
              </p:cNvPr>
              <p:cNvSpPr>
                <a:spLocks/>
              </p:cNvSpPr>
              <p:nvPr/>
            </p:nvSpPr>
            <p:spPr bwMode="auto">
              <a:xfrm>
                <a:off x="2350" y="2059"/>
                <a:ext cx="1109" cy="5"/>
              </a:xfrm>
              <a:custGeom>
                <a:avLst/>
                <a:gdLst>
                  <a:gd name="T0" fmla="*/ 0 w 1109"/>
                  <a:gd name="T1" fmla="*/ 5 h 5"/>
                  <a:gd name="T2" fmla="*/ 1109 w 1109"/>
                  <a:gd name="T3" fmla="*/ 0 h 5"/>
                </a:gdLst>
                <a:ahLst/>
                <a:cxnLst>
                  <a:cxn ang="0">
                    <a:pos x="T0" y="T1"/>
                  </a:cxn>
                  <a:cxn ang="0">
                    <a:pos x="T2" y="T3"/>
                  </a:cxn>
                </a:cxnLst>
                <a:rect l="0" t="0" r="r" b="b"/>
                <a:pathLst>
                  <a:path w="1109" h="5">
                    <a:moveTo>
                      <a:pt x="0" y="5"/>
                    </a:moveTo>
                    <a:lnTo>
                      <a:pt x="1109" y="0"/>
                    </a:lnTo>
                  </a:path>
                </a:pathLst>
              </a:custGeom>
              <a:noFill/>
              <a:ln w="28575" cap="flat" cmpd="sng">
                <a:solidFill>
                  <a:srgbClr val="0066FF"/>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992" name="Freeform 128">
              <a:extLst>
                <a:ext uri="{FF2B5EF4-FFF2-40B4-BE49-F238E27FC236}">
                  <a16:creationId xmlns:a16="http://schemas.microsoft.com/office/drawing/2014/main" id="{7A371908-1E58-4490-93FA-AEAA8130C95D}"/>
                </a:ext>
              </a:extLst>
            </p:cNvPr>
            <p:cNvSpPr>
              <a:spLocks/>
            </p:cNvSpPr>
            <p:nvPr/>
          </p:nvSpPr>
          <p:spPr bwMode="auto">
            <a:xfrm>
              <a:off x="2345" y="965"/>
              <a:ext cx="1114" cy="1"/>
            </a:xfrm>
            <a:custGeom>
              <a:avLst/>
              <a:gdLst>
                <a:gd name="T0" fmla="*/ 0 w 1114"/>
                <a:gd name="T1" fmla="*/ 0 h 1"/>
                <a:gd name="T2" fmla="*/ 1114 w 1114"/>
                <a:gd name="T3" fmla="*/ 0 h 1"/>
              </a:gdLst>
              <a:ahLst/>
              <a:cxnLst>
                <a:cxn ang="0">
                  <a:pos x="T0" y="T1"/>
                </a:cxn>
                <a:cxn ang="0">
                  <a:pos x="T2" y="T3"/>
                </a:cxn>
              </a:cxnLst>
              <a:rect l="0" t="0" r="r" b="b"/>
              <a:pathLst>
                <a:path w="1114" h="1">
                  <a:moveTo>
                    <a:pt x="0" y="0"/>
                  </a:moveTo>
                  <a:lnTo>
                    <a:pt x="1114" y="0"/>
                  </a:lnTo>
                </a:path>
              </a:pathLst>
            </a:custGeom>
            <a:noFill/>
            <a:ln w="28575" cap="flat" cmpd="sng">
              <a:solidFill>
                <a:srgbClr val="0066FF"/>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993" name="Freeform 129">
            <a:extLst>
              <a:ext uri="{FF2B5EF4-FFF2-40B4-BE49-F238E27FC236}">
                <a16:creationId xmlns:a16="http://schemas.microsoft.com/office/drawing/2014/main" id="{7F5DFF5E-69F6-4869-AE5F-E270D34CFACD}"/>
              </a:ext>
            </a:extLst>
          </p:cNvPr>
          <p:cNvSpPr>
            <a:spLocks/>
          </p:cNvSpPr>
          <p:nvPr/>
        </p:nvSpPr>
        <p:spPr bwMode="auto">
          <a:xfrm>
            <a:off x="4286250" y="1825625"/>
            <a:ext cx="3175" cy="1763713"/>
          </a:xfrm>
          <a:custGeom>
            <a:avLst/>
            <a:gdLst>
              <a:gd name="T0" fmla="*/ 0 w 2"/>
              <a:gd name="T1" fmla="*/ 1111 h 1111"/>
              <a:gd name="T2" fmla="*/ 2 w 2"/>
              <a:gd name="T3" fmla="*/ 0 h 1111"/>
            </a:gdLst>
            <a:ahLst/>
            <a:cxnLst>
              <a:cxn ang="0">
                <a:pos x="T0" y="T1"/>
              </a:cxn>
              <a:cxn ang="0">
                <a:pos x="T2" y="T3"/>
              </a:cxn>
            </a:cxnLst>
            <a:rect l="0" t="0" r="r" b="b"/>
            <a:pathLst>
              <a:path w="2" h="1111">
                <a:moveTo>
                  <a:pt x="0" y="1111"/>
                </a:moveTo>
                <a:lnTo>
                  <a:pt x="2" y="0"/>
                </a:lnTo>
              </a:path>
            </a:pathLst>
          </a:custGeom>
          <a:solidFill>
            <a:schemeClr val="bg1"/>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6994" name="Group 130">
            <a:extLst>
              <a:ext uri="{FF2B5EF4-FFF2-40B4-BE49-F238E27FC236}">
                <a16:creationId xmlns:a16="http://schemas.microsoft.com/office/drawing/2014/main" id="{A5E80DC3-EBEC-464B-AF57-839EF1BBD7ED}"/>
              </a:ext>
            </a:extLst>
          </p:cNvPr>
          <p:cNvGrpSpPr>
            <a:grpSpLocks/>
          </p:cNvGrpSpPr>
          <p:nvPr/>
        </p:nvGrpSpPr>
        <p:grpSpPr bwMode="auto">
          <a:xfrm>
            <a:off x="6578600" y="1427163"/>
            <a:ext cx="1758950" cy="2608262"/>
            <a:chOff x="4048" y="707"/>
            <a:chExt cx="1108" cy="1643"/>
          </a:xfrm>
        </p:grpSpPr>
        <p:grpSp>
          <p:nvGrpSpPr>
            <p:cNvPr id="36995" name="Group 131">
              <a:extLst>
                <a:ext uri="{FF2B5EF4-FFF2-40B4-BE49-F238E27FC236}">
                  <a16:creationId xmlns:a16="http://schemas.microsoft.com/office/drawing/2014/main" id="{8F27C200-31C1-4FF1-B970-BFEA8AE2024F}"/>
                </a:ext>
              </a:extLst>
            </p:cNvPr>
            <p:cNvGrpSpPr>
              <a:grpSpLocks/>
            </p:cNvGrpSpPr>
            <p:nvPr/>
          </p:nvGrpSpPr>
          <p:grpSpPr bwMode="auto">
            <a:xfrm>
              <a:off x="4048" y="707"/>
              <a:ext cx="1108" cy="1643"/>
              <a:chOff x="4039" y="571"/>
              <a:chExt cx="1108" cy="1643"/>
            </a:xfrm>
          </p:grpSpPr>
          <p:sp>
            <p:nvSpPr>
              <p:cNvPr id="36996" name="Line 132">
                <a:extLst>
                  <a:ext uri="{FF2B5EF4-FFF2-40B4-BE49-F238E27FC236}">
                    <a16:creationId xmlns:a16="http://schemas.microsoft.com/office/drawing/2014/main" id="{FB88160E-D9B4-45A1-BCBF-883ABEB518D4}"/>
                  </a:ext>
                </a:extLst>
              </p:cNvPr>
              <p:cNvSpPr>
                <a:spLocks noChangeShapeType="1"/>
              </p:cNvSpPr>
              <p:nvPr/>
            </p:nvSpPr>
            <p:spPr bwMode="auto">
              <a:xfrm flipH="1">
                <a:off x="4039" y="576"/>
                <a:ext cx="110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97" name="Freeform 133">
                <a:extLst>
                  <a:ext uri="{FF2B5EF4-FFF2-40B4-BE49-F238E27FC236}">
                    <a16:creationId xmlns:a16="http://schemas.microsoft.com/office/drawing/2014/main" id="{003D946C-95C4-41EC-ADAE-7B688FABA1F2}"/>
                  </a:ext>
                </a:extLst>
              </p:cNvPr>
              <p:cNvSpPr>
                <a:spLocks noChangeArrowheads="1"/>
              </p:cNvSpPr>
              <p:nvPr/>
            </p:nvSpPr>
            <p:spPr bwMode="auto">
              <a:xfrm>
                <a:off x="4594" y="576"/>
                <a:ext cx="1" cy="425"/>
              </a:xfrm>
              <a:custGeom>
                <a:avLst/>
                <a:gdLst>
                  <a:gd name="T0" fmla="*/ 0 w 1"/>
                  <a:gd name="T1" fmla="*/ 0 h 425"/>
                  <a:gd name="T2" fmla="*/ 0 w 1"/>
                  <a:gd name="T3" fmla="*/ 425 h 425"/>
                </a:gdLst>
                <a:ahLst/>
                <a:cxnLst>
                  <a:cxn ang="0">
                    <a:pos x="T0" y="T1"/>
                  </a:cxn>
                  <a:cxn ang="0">
                    <a:pos x="T2" y="T3"/>
                  </a:cxn>
                </a:cxnLst>
                <a:rect l="0" t="0" r="r" b="b"/>
                <a:pathLst>
                  <a:path w="1" h="425">
                    <a:moveTo>
                      <a:pt x="0" y="0"/>
                    </a:moveTo>
                    <a:lnTo>
                      <a:pt x="0" y="425"/>
                    </a:lnTo>
                  </a:path>
                </a:pathLst>
              </a:custGeom>
              <a:solidFill>
                <a:srgbClr val="FFFFFF"/>
              </a:solidFill>
              <a:ln w="57150">
                <a:solidFill>
                  <a:srgbClr val="000000"/>
                </a:solidFill>
                <a:round/>
                <a:headEnd/>
                <a:tailEnd/>
              </a:ln>
            </p:spPr>
            <p:txBody>
              <a:bodyPr/>
              <a:lstStyle/>
              <a:p>
                <a:endParaRPr lang="en-US"/>
              </a:p>
            </p:txBody>
          </p:sp>
          <p:sp>
            <p:nvSpPr>
              <p:cNvPr id="36998" name="Line 134">
                <a:extLst>
                  <a:ext uri="{FF2B5EF4-FFF2-40B4-BE49-F238E27FC236}">
                    <a16:creationId xmlns:a16="http://schemas.microsoft.com/office/drawing/2014/main" id="{010E8983-0A68-49DA-8188-F7862286F2DE}"/>
                  </a:ext>
                </a:extLst>
              </p:cNvPr>
              <p:cNvSpPr>
                <a:spLocks noChangeShapeType="1"/>
              </p:cNvSpPr>
              <p:nvPr/>
            </p:nvSpPr>
            <p:spPr bwMode="auto">
              <a:xfrm>
                <a:off x="4039" y="2207"/>
                <a:ext cx="110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99" name="Freeform 135">
                <a:extLst>
                  <a:ext uri="{FF2B5EF4-FFF2-40B4-BE49-F238E27FC236}">
                    <a16:creationId xmlns:a16="http://schemas.microsoft.com/office/drawing/2014/main" id="{92F645C7-DF52-4CDD-98A8-092F535DFB8C}"/>
                  </a:ext>
                </a:extLst>
              </p:cNvPr>
              <p:cNvSpPr>
                <a:spLocks noChangeArrowheads="1"/>
              </p:cNvSpPr>
              <p:nvPr/>
            </p:nvSpPr>
            <p:spPr bwMode="auto">
              <a:xfrm>
                <a:off x="4042" y="571"/>
                <a:ext cx="1" cy="1643"/>
              </a:xfrm>
              <a:custGeom>
                <a:avLst/>
                <a:gdLst>
                  <a:gd name="T0" fmla="*/ 0 w 1"/>
                  <a:gd name="T1" fmla="*/ 0 h 1643"/>
                  <a:gd name="T2" fmla="*/ 0 w 1"/>
                  <a:gd name="T3" fmla="*/ 1643 h 1643"/>
                </a:gdLst>
                <a:ahLst/>
                <a:cxnLst>
                  <a:cxn ang="0">
                    <a:pos x="T0" y="T1"/>
                  </a:cxn>
                  <a:cxn ang="0">
                    <a:pos x="T2" y="T3"/>
                  </a:cxn>
                </a:cxnLst>
                <a:rect l="0" t="0" r="r" b="b"/>
                <a:pathLst>
                  <a:path w="1" h="1643">
                    <a:moveTo>
                      <a:pt x="0" y="0"/>
                    </a:moveTo>
                    <a:lnTo>
                      <a:pt x="0" y="1643"/>
                    </a:lnTo>
                  </a:path>
                </a:pathLst>
              </a:custGeom>
              <a:solidFill>
                <a:srgbClr val="FFFFFF"/>
              </a:solidFill>
              <a:ln w="57150">
                <a:solidFill>
                  <a:srgbClr val="000000"/>
                </a:solidFill>
                <a:round/>
                <a:headEnd/>
                <a:tailEnd/>
              </a:ln>
            </p:spPr>
            <p:txBody>
              <a:bodyPr/>
              <a:lstStyle/>
              <a:p>
                <a:endParaRPr lang="en-US"/>
              </a:p>
            </p:txBody>
          </p:sp>
          <p:sp>
            <p:nvSpPr>
              <p:cNvPr id="37000" name="Freeform 136">
                <a:extLst>
                  <a:ext uri="{FF2B5EF4-FFF2-40B4-BE49-F238E27FC236}">
                    <a16:creationId xmlns:a16="http://schemas.microsoft.com/office/drawing/2014/main" id="{B568B843-D96F-4CE0-BB28-0AFE47CB3C31}"/>
                  </a:ext>
                </a:extLst>
              </p:cNvPr>
              <p:cNvSpPr>
                <a:spLocks noChangeArrowheads="1"/>
              </p:cNvSpPr>
              <p:nvPr/>
            </p:nvSpPr>
            <p:spPr bwMode="auto">
              <a:xfrm>
                <a:off x="5146" y="581"/>
                <a:ext cx="1" cy="763"/>
              </a:xfrm>
              <a:custGeom>
                <a:avLst/>
                <a:gdLst>
                  <a:gd name="T0" fmla="*/ 0 w 1"/>
                  <a:gd name="T1" fmla="*/ 0 h 763"/>
                  <a:gd name="T2" fmla="*/ 1 w 1"/>
                  <a:gd name="T3" fmla="*/ 763 h 763"/>
                </a:gdLst>
                <a:ahLst/>
                <a:cxnLst>
                  <a:cxn ang="0">
                    <a:pos x="T0" y="T1"/>
                  </a:cxn>
                  <a:cxn ang="0">
                    <a:pos x="T2" y="T3"/>
                  </a:cxn>
                </a:cxnLst>
                <a:rect l="0" t="0" r="r" b="b"/>
                <a:pathLst>
                  <a:path w="1" h="763">
                    <a:moveTo>
                      <a:pt x="0" y="0"/>
                    </a:moveTo>
                    <a:lnTo>
                      <a:pt x="1" y="763"/>
                    </a:lnTo>
                  </a:path>
                </a:pathLst>
              </a:custGeom>
              <a:solidFill>
                <a:srgbClr val="FFFFFF"/>
              </a:solidFill>
              <a:ln w="57150">
                <a:solidFill>
                  <a:srgbClr val="000000"/>
                </a:solidFill>
                <a:round/>
                <a:headEnd/>
                <a:tailEnd/>
              </a:ln>
            </p:spPr>
            <p:txBody>
              <a:bodyPr/>
              <a:lstStyle/>
              <a:p>
                <a:endParaRPr lang="en-US"/>
              </a:p>
            </p:txBody>
          </p:sp>
          <p:sp>
            <p:nvSpPr>
              <p:cNvPr id="37001" name="Freeform 137">
                <a:extLst>
                  <a:ext uri="{FF2B5EF4-FFF2-40B4-BE49-F238E27FC236}">
                    <a16:creationId xmlns:a16="http://schemas.microsoft.com/office/drawing/2014/main" id="{85CE0CC5-8DC2-45B1-8EED-17DB2B20FAE0}"/>
                  </a:ext>
                </a:extLst>
              </p:cNvPr>
              <p:cNvSpPr>
                <a:spLocks noChangeArrowheads="1"/>
              </p:cNvSpPr>
              <p:nvPr/>
            </p:nvSpPr>
            <p:spPr bwMode="auto">
              <a:xfrm>
                <a:off x="5146" y="1634"/>
                <a:ext cx="1" cy="574"/>
              </a:xfrm>
              <a:custGeom>
                <a:avLst/>
                <a:gdLst>
                  <a:gd name="T0" fmla="*/ 0 w 1"/>
                  <a:gd name="T1" fmla="*/ 0 h 574"/>
                  <a:gd name="T2" fmla="*/ 0 w 1"/>
                  <a:gd name="T3" fmla="*/ 574 h 574"/>
                </a:gdLst>
                <a:ahLst/>
                <a:cxnLst>
                  <a:cxn ang="0">
                    <a:pos x="T0" y="T1"/>
                  </a:cxn>
                  <a:cxn ang="0">
                    <a:pos x="T2" y="T3"/>
                  </a:cxn>
                </a:cxnLst>
                <a:rect l="0" t="0" r="r" b="b"/>
                <a:pathLst>
                  <a:path w="1" h="574">
                    <a:moveTo>
                      <a:pt x="0" y="0"/>
                    </a:moveTo>
                    <a:lnTo>
                      <a:pt x="0" y="574"/>
                    </a:lnTo>
                  </a:path>
                </a:pathLst>
              </a:custGeom>
              <a:solidFill>
                <a:srgbClr val="FFFFFF"/>
              </a:solidFill>
              <a:ln w="57150">
                <a:solidFill>
                  <a:srgbClr val="000000"/>
                </a:solidFill>
                <a:round/>
                <a:headEnd/>
                <a:tailEnd/>
              </a:ln>
            </p:spPr>
            <p:txBody>
              <a:bodyPr/>
              <a:lstStyle/>
              <a:p>
                <a:endParaRPr lang="en-US"/>
              </a:p>
            </p:txBody>
          </p:sp>
          <p:sp>
            <p:nvSpPr>
              <p:cNvPr id="37002" name="Freeform 138">
                <a:extLst>
                  <a:ext uri="{FF2B5EF4-FFF2-40B4-BE49-F238E27FC236}">
                    <a16:creationId xmlns:a16="http://schemas.microsoft.com/office/drawing/2014/main" id="{0AF985EA-AC62-4C47-AC1D-C5EACB94E2FB}"/>
                  </a:ext>
                </a:extLst>
              </p:cNvPr>
              <p:cNvSpPr>
                <a:spLocks noChangeArrowheads="1"/>
              </p:cNvSpPr>
              <p:nvPr/>
            </p:nvSpPr>
            <p:spPr bwMode="auto">
              <a:xfrm>
                <a:off x="4594" y="1830"/>
                <a:ext cx="1" cy="378"/>
              </a:xfrm>
              <a:custGeom>
                <a:avLst/>
                <a:gdLst>
                  <a:gd name="T0" fmla="*/ 1 w 1"/>
                  <a:gd name="T1" fmla="*/ 378 h 378"/>
                  <a:gd name="T2" fmla="*/ 0 w 1"/>
                  <a:gd name="T3" fmla="*/ 0 h 378"/>
                </a:gdLst>
                <a:ahLst/>
                <a:cxnLst>
                  <a:cxn ang="0">
                    <a:pos x="T0" y="T1"/>
                  </a:cxn>
                  <a:cxn ang="0">
                    <a:pos x="T2" y="T3"/>
                  </a:cxn>
                </a:cxnLst>
                <a:rect l="0" t="0" r="r" b="b"/>
                <a:pathLst>
                  <a:path w="1" h="378">
                    <a:moveTo>
                      <a:pt x="1" y="378"/>
                    </a:moveTo>
                    <a:lnTo>
                      <a:pt x="0" y="0"/>
                    </a:lnTo>
                  </a:path>
                </a:pathLst>
              </a:custGeom>
              <a:solidFill>
                <a:srgbClr val="FFFFFF"/>
              </a:solidFill>
              <a:ln w="57150">
                <a:solidFill>
                  <a:srgbClr val="000000"/>
                </a:solidFill>
                <a:round/>
                <a:headEnd/>
                <a:tailEnd/>
              </a:ln>
            </p:spPr>
            <p:txBody>
              <a:bodyPr/>
              <a:lstStyle/>
              <a:p>
                <a:endParaRPr lang="en-US"/>
              </a:p>
            </p:txBody>
          </p:sp>
        </p:grpSp>
        <p:sp>
          <p:nvSpPr>
            <p:cNvPr id="37003" name="Freeform 139">
              <a:extLst>
                <a:ext uri="{FF2B5EF4-FFF2-40B4-BE49-F238E27FC236}">
                  <a16:creationId xmlns:a16="http://schemas.microsoft.com/office/drawing/2014/main" id="{7B330361-D3AC-46E2-8411-7DE737AD1E30}"/>
                </a:ext>
              </a:extLst>
            </p:cNvPr>
            <p:cNvSpPr>
              <a:spLocks/>
            </p:cNvSpPr>
            <p:nvPr/>
          </p:nvSpPr>
          <p:spPr bwMode="auto">
            <a:xfrm>
              <a:off x="4608" y="1142"/>
              <a:ext cx="2" cy="836"/>
            </a:xfrm>
            <a:custGeom>
              <a:avLst/>
              <a:gdLst>
                <a:gd name="T0" fmla="*/ 2 w 2"/>
                <a:gd name="T1" fmla="*/ 0 h 836"/>
                <a:gd name="T2" fmla="*/ 0 w 2"/>
                <a:gd name="T3" fmla="*/ 836 h 836"/>
              </a:gdLst>
              <a:ahLst/>
              <a:cxnLst>
                <a:cxn ang="0">
                  <a:pos x="T0" y="T1"/>
                </a:cxn>
                <a:cxn ang="0">
                  <a:pos x="T2" y="T3"/>
                </a:cxn>
              </a:cxnLst>
              <a:rect l="0" t="0" r="r" b="b"/>
              <a:pathLst>
                <a:path w="2" h="836">
                  <a:moveTo>
                    <a:pt x="2" y="0"/>
                  </a:moveTo>
                  <a:lnTo>
                    <a:pt x="0" y="836"/>
                  </a:lnTo>
                </a:path>
              </a:pathLst>
            </a:custGeom>
            <a:noFill/>
            <a:ln w="28575"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04" name="Freeform 140">
              <a:extLst>
                <a:ext uri="{FF2B5EF4-FFF2-40B4-BE49-F238E27FC236}">
                  <a16:creationId xmlns:a16="http://schemas.microsoft.com/office/drawing/2014/main" id="{08D406A9-073F-41B3-9289-C319DC68A5EB}"/>
                </a:ext>
              </a:extLst>
            </p:cNvPr>
            <p:cNvSpPr>
              <a:spLocks/>
            </p:cNvSpPr>
            <p:nvPr/>
          </p:nvSpPr>
          <p:spPr bwMode="auto">
            <a:xfrm>
              <a:off x="5155" y="1478"/>
              <a:ext cx="1" cy="303"/>
            </a:xfrm>
            <a:custGeom>
              <a:avLst/>
              <a:gdLst>
                <a:gd name="T0" fmla="*/ 0 w 1"/>
                <a:gd name="T1" fmla="*/ 0 h 303"/>
                <a:gd name="T2" fmla="*/ 0 w 1"/>
                <a:gd name="T3" fmla="*/ 303 h 303"/>
              </a:gdLst>
              <a:ahLst/>
              <a:cxnLst>
                <a:cxn ang="0">
                  <a:pos x="T0" y="T1"/>
                </a:cxn>
                <a:cxn ang="0">
                  <a:pos x="T2" y="T3"/>
                </a:cxn>
              </a:cxnLst>
              <a:rect l="0" t="0" r="r" b="b"/>
              <a:pathLst>
                <a:path w="1" h="303">
                  <a:moveTo>
                    <a:pt x="0" y="0"/>
                  </a:moveTo>
                  <a:lnTo>
                    <a:pt x="0" y="303"/>
                  </a:lnTo>
                </a:path>
              </a:pathLst>
            </a:custGeom>
            <a:noFill/>
            <a:ln w="28575"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005" name="Group 141">
            <a:extLst>
              <a:ext uri="{FF2B5EF4-FFF2-40B4-BE49-F238E27FC236}">
                <a16:creationId xmlns:a16="http://schemas.microsoft.com/office/drawing/2014/main" id="{B53F9FBA-9B16-4EA8-8046-C0489C89A2B2}"/>
              </a:ext>
            </a:extLst>
          </p:cNvPr>
          <p:cNvGrpSpPr>
            <a:grpSpLocks/>
          </p:cNvGrpSpPr>
          <p:nvPr/>
        </p:nvGrpSpPr>
        <p:grpSpPr bwMode="auto">
          <a:xfrm>
            <a:off x="5105400" y="5410200"/>
            <a:ext cx="3479800" cy="457200"/>
            <a:chOff x="3120" y="3216"/>
            <a:chExt cx="2192" cy="288"/>
          </a:xfrm>
        </p:grpSpPr>
        <p:sp>
          <p:nvSpPr>
            <p:cNvPr id="37006" name="AutoShape 142">
              <a:extLst>
                <a:ext uri="{FF2B5EF4-FFF2-40B4-BE49-F238E27FC236}">
                  <a16:creationId xmlns:a16="http://schemas.microsoft.com/office/drawing/2014/main" id="{7EED498C-6BA7-4015-84BB-2FF22F1EC831}"/>
                </a:ext>
              </a:extLst>
            </p:cNvPr>
            <p:cNvSpPr>
              <a:spLocks noChangeArrowheads="1"/>
            </p:cNvSpPr>
            <p:nvPr/>
          </p:nvSpPr>
          <p:spPr bwMode="auto">
            <a:xfrm>
              <a:off x="3120" y="3312"/>
              <a:ext cx="960" cy="192"/>
            </a:xfrm>
            <a:prstGeom prst="leftArrow">
              <a:avLst>
                <a:gd name="adj1" fmla="val 50000"/>
                <a:gd name="adj2" fmla="val 125000"/>
              </a:avLst>
            </a:prstGeom>
            <a:solidFill>
              <a:srgbClr val="FF9966"/>
            </a:solidFill>
            <a:ln w="12700">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07" name="Text Box 143">
              <a:extLst>
                <a:ext uri="{FF2B5EF4-FFF2-40B4-BE49-F238E27FC236}">
                  <a16:creationId xmlns:a16="http://schemas.microsoft.com/office/drawing/2014/main" id="{EA1BF46A-54C2-4C4D-8D8B-BA4238B86273}"/>
                </a:ext>
              </a:extLst>
            </p:cNvPr>
            <p:cNvSpPr txBox="1">
              <a:spLocks noChangeArrowheads="1"/>
            </p:cNvSpPr>
            <p:nvPr/>
          </p:nvSpPr>
          <p:spPr bwMode="auto">
            <a:xfrm>
              <a:off x="4032" y="3216"/>
              <a:ext cx="12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tx2"/>
                  </a:solidFill>
                  <a:ea typeface="黑体" panose="02010609060101010101" pitchFamily="49" charset="-122"/>
                </a:rPr>
                <a:t>竖直正四棱柱</a:t>
              </a:r>
              <a:endParaRPr lang="zh-CN" altLang="en-US" u="sng"/>
            </a:p>
          </p:txBody>
        </p:sp>
      </p:grpSp>
      <p:grpSp>
        <p:nvGrpSpPr>
          <p:cNvPr id="37008" name="Group 144">
            <a:extLst>
              <a:ext uri="{FF2B5EF4-FFF2-40B4-BE49-F238E27FC236}">
                <a16:creationId xmlns:a16="http://schemas.microsoft.com/office/drawing/2014/main" id="{042D283E-9D4B-4B02-848E-A0ADC05DA94F}"/>
              </a:ext>
            </a:extLst>
          </p:cNvPr>
          <p:cNvGrpSpPr>
            <a:grpSpLocks/>
          </p:cNvGrpSpPr>
          <p:nvPr/>
        </p:nvGrpSpPr>
        <p:grpSpPr bwMode="auto">
          <a:xfrm>
            <a:off x="5562600" y="5943600"/>
            <a:ext cx="2759075" cy="457200"/>
            <a:chOff x="3408" y="3504"/>
            <a:chExt cx="1738" cy="288"/>
          </a:xfrm>
        </p:grpSpPr>
        <p:sp>
          <p:nvSpPr>
            <p:cNvPr id="37009" name="Text Box 145">
              <a:extLst>
                <a:ext uri="{FF2B5EF4-FFF2-40B4-BE49-F238E27FC236}">
                  <a16:creationId xmlns:a16="http://schemas.microsoft.com/office/drawing/2014/main" id="{9DE9A069-DA47-4FF0-874D-5C5C4FE975E8}"/>
                </a:ext>
              </a:extLst>
            </p:cNvPr>
            <p:cNvSpPr txBox="1">
              <a:spLocks noChangeArrowheads="1"/>
            </p:cNvSpPr>
            <p:nvPr/>
          </p:nvSpPr>
          <p:spPr bwMode="auto">
            <a:xfrm>
              <a:off x="4060" y="3504"/>
              <a:ext cx="10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ea typeface="黑体" panose="02010609060101010101" pitchFamily="49" charset="-122"/>
                </a:rPr>
                <a:t>横置三棱柱</a:t>
              </a:r>
              <a:endParaRPr lang="zh-CN" altLang="en-US" u="sng"/>
            </a:p>
          </p:txBody>
        </p:sp>
        <p:sp>
          <p:nvSpPr>
            <p:cNvPr id="37010" name="AutoShape 146">
              <a:extLst>
                <a:ext uri="{FF2B5EF4-FFF2-40B4-BE49-F238E27FC236}">
                  <a16:creationId xmlns:a16="http://schemas.microsoft.com/office/drawing/2014/main" id="{5AAFEC53-A2FC-41B2-BB65-A0FFC0ECAFAF}"/>
                </a:ext>
              </a:extLst>
            </p:cNvPr>
            <p:cNvSpPr>
              <a:spLocks noChangeArrowheads="1"/>
            </p:cNvSpPr>
            <p:nvPr/>
          </p:nvSpPr>
          <p:spPr bwMode="auto">
            <a:xfrm>
              <a:off x="3408" y="3559"/>
              <a:ext cx="672" cy="192"/>
            </a:xfrm>
            <a:prstGeom prst="leftArrow">
              <a:avLst>
                <a:gd name="adj1" fmla="val 50000"/>
                <a:gd name="adj2" fmla="val 87500"/>
              </a:avLst>
            </a:prstGeom>
            <a:solidFill>
              <a:srgbClr val="00CCFF"/>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011" name="Group 147">
            <a:extLst>
              <a:ext uri="{FF2B5EF4-FFF2-40B4-BE49-F238E27FC236}">
                <a16:creationId xmlns:a16="http://schemas.microsoft.com/office/drawing/2014/main" id="{293AE1FE-CC56-46B2-BEB4-3B5C65181001}"/>
              </a:ext>
            </a:extLst>
          </p:cNvPr>
          <p:cNvGrpSpPr>
            <a:grpSpLocks/>
          </p:cNvGrpSpPr>
          <p:nvPr/>
        </p:nvGrpSpPr>
        <p:grpSpPr bwMode="auto">
          <a:xfrm>
            <a:off x="3367088" y="4732338"/>
            <a:ext cx="2720975" cy="1795462"/>
            <a:chOff x="2025" y="2789"/>
            <a:chExt cx="1714" cy="1131"/>
          </a:xfrm>
        </p:grpSpPr>
        <p:sp>
          <p:nvSpPr>
            <p:cNvPr id="37012" name="Line 148">
              <a:extLst>
                <a:ext uri="{FF2B5EF4-FFF2-40B4-BE49-F238E27FC236}">
                  <a16:creationId xmlns:a16="http://schemas.microsoft.com/office/drawing/2014/main" id="{20D0D497-27A9-4823-8FA3-BD73C97F60B6}"/>
                </a:ext>
              </a:extLst>
            </p:cNvPr>
            <p:cNvSpPr>
              <a:spLocks noChangeShapeType="1"/>
            </p:cNvSpPr>
            <p:nvPr/>
          </p:nvSpPr>
          <p:spPr bwMode="auto">
            <a:xfrm>
              <a:off x="3149" y="2789"/>
              <a:ext cx="571" cy="1"/>
            </a:xfrm>
            <a:prstGeom prst="line">
              <a:avLst/>
            </a:prstGeom>
            <a:noFill/>
            <a:ln w="5715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13" name="Line 149">
              <a:extLst>
                <a:ext uri="{FF2B5EF4-FFF2-40B4-BE49-F238E27FC236}">
                  <a16:creationId xmlns:a16="http://schemas.microsoft.com/office/drawing/2014/main" id="{A875DA6E-E03B-45BD-BA4E-0C5BB2C9BB7A}"/>
                </a:ext>
              </a:extLst>
            </p:cNvPr>
            <p:cNvSpPr>
              <a:spLocks noChangeShapeType="1"/>
            </p:cNvSpPr>
            <p:nvPr/>
          </p:nvSpPr>
          <p:spPr bwMode="auto">
            <a:xfrm flipV="1">
              <a:off x="2025" y="2789"/>
              <a:ext cx="1" cy="1130"/>
            </a:xfrm>
            <a:prstGeom prst="line">
              <a:avLst/>
            </a:prstGeom>
            <a:noFill/>
            <a:ln w="5715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14" name="Freeform 150">
              <a:extLst>
                <a:ext uri="{FF2B5EF4-FFF2-40B4-BE49-F238E27FC236}">
                  <a16:creationId xmlns:a16="http://schemas.microsoft.com/office/drawing/2014/main" id="{9C1B58E2-4464-463F-98DB-EC892E699F65}"/>
                </a:ext>
              </a:extLst>
            </p:cNvPr>
            <p:cNvSpPr>
              <a:spLocks noChangeArrowheads="1"/>
            </p:cNvSpPr>
            <p:nvPr/>
          </p:nvSpPr>
          <p:spPr bwMode="auto">
            <a:xfrm>
              <a:off x="3738" y="2790"/>
              <a:ext cx="1" cy="1120"/>
            </a:xfrm>
            <a:custGeom>
              <a:avLst/>
              <a:gdLst>
                <a:gd name="T0" fmla="*/ 0 w 1"/>
                <a:gd name="T1" fmla="*/ 1120 h 1120"/>
                <a:gd name="T2" fmla="*/ 0 w 1"/>
                <a:gd name="T3" fmla="*/ 0 h 1120"/>
              </a:gdLst>
              <a:ahLst/>
              <a:cxnLst>
                <a:cxn ang="0">
                  <a:pos x="T0" y="T1"/>
                </a:cxn>
                <a:cxn ang="0">
                  <a:pos x="T2" y="T3"/>
                </a:cxn>
              </a:cxnLst>
              <a:rect l="0" t="0" r="r" b="b"/>
              <a:pathLst>
                <a:path w="1" h="1120">
                  <a:moveTo>
                    <a:pt x="0" y="1120"/>
                  </a:moveTo>
                  <a:lnTo>
                    <a:pt x="0" y="0"/>
                  </a:lnTo>
                </a:path>
              </a:pathLst>
            </a:custGeom>
            <a:solidFill>
              <a:srgbClr val="FFFFFF"/>
            </a:solidFill>
            <a:ln w="57150">
              <a:solidFill>
                <a:srgbClr val="0066FF"/>
              </a:solidFill>
              <a:round/>
              <a:headEnd/>
              <a:tailEnd/>
            </a:ln>
          </p:spPr>
          <p:txBody>
            <a:bodyPr/>
            <a:lstStyle/>
            <a:p>
              <a:endParaRPr lang="en-US"/>
            </a:p>
          </p:txBody>
        </p:sp>
        <p:sp>
          <p:nvSpPr>
            <p:cNvPr id="37015" name="Line 151">
              <a:extLst>
                <a:ext uri="{FF2B5EF4-FFF2-40B4-BE49-F238E27FC236}">
                  <a16:creationId xmlns:a16="http://schemas.microsoft.com/office/drawing/2014/main" id="{24F0F88D-C619-490C-87B5-27D3E3857E38}"/>
                </a:ext>
              </a:extLst>
            </p:cNvPr>
            <p:cNvSpPr>
              <a:spLocks noChangeShapeType="1"/>
            </p:cNvSpPr>
            <p:nvPr/>
          </p:nvSpPr>
          <p:spPr bwMode="auto">
            <a:xfrm>
              <a:off x="2025" y="3919"/>
              <a:ext cx="1695" cy="1"/>
            </a:xfrm>
            <a:prstGeom prst="line">
              <a:avLst/>
            </a:prstGeom>
            <a:noFill/>
            <a:ln w="5715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16" name="Line 152">
              <a:extLst>
                <a:ext uri="{FF2B5EF4-FFF2-40B4-BE49-F238E27FC236}">
                  <a16:creationId xmlns:a16="http://schemas.microsoft.com/office/drawing/2014/main" id="{CAFEDEC1-4DC4-4F97-871C-AD2689CC27FA}"/>
                </a:ext>
              </a:extLst>
            </p:cNvPr>
            <p:cNvSpPr>
              <a:spLocks noChangeShapeType="1"/>
            </p:cNvSpPr>
            <p:nvPr/>
          </p:nvSpPr>
          <p:spPr bwMode="auto">
            <a:xfrm>
              <a:off x="2025" y="2789"/>
              <a:ext cx="570" cy="1"/>
            </a:xfrm>
            <a:prstGeom prst="line">
              <a:avLst/>
            </a:prstGeom>
            <a:noFill/>
            <a:ln w="5715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17" name="Freeform 153">
              <a:extLst>
                <a:ext uri="{FF2B5EF4-FFF2-40B4-BE49-F238E27FC236}">
                  <a16:creationId xmlns:a16="http://schemas.microsoft.com/office/drawing/2014/main" id="{0FF13FB2-C847-45CB-B18F-AE7E41D4F9FC}"/>
                </a:ext>
              </a:extLst>
            </p:cNvPr>
            <p:cNvSpPr>
              <a:spLocks/>
            </p:cNvSpPr>
            <p:nvPr/>
          </p:nvSpPr>
          <p:spPr bwMode="auto">
            <a:xfrm>
              <a:off x="2596" y="2790"/>
              <a:ext cx="547" cy="1"/>
            </a:xfrm>
            <a:custGeom>
              <a:avLst/>
              <a:gdLst>
                <a:gd name="T0" fmla="*/ 0 w 547"/>
                <a:gd name="T1" fmla="*/ 0 h 1"/>
                <a:gd name="T2" fmla="*/ 547 w 547"/>
                <a:gd name="T3" fmla="*/ 0 h 1"/>
              </a:gdLst>
              <a:ahLst/>
              <a:cxnLst>
                <a:cxn ang="0">
                  <a:pos x="T0" y="T1"/>
                </a:cxn>
                <a:cxn ang="0">
                  <a:pos x="T2" y="T3"/>
                </a:cxn>
              </a:cxnLst>
              <a:rect l="0" t="0" r="r" b="b"/>
              <a:pathLst>
                <a:path w="547" h="1">
                  <a:moveTo>
                    <a:pt x="0" y="0"/>
                  </a:moveTo>
                  <a:lnTo>
                    <a:pt x="547" y="0"/>
                  </a:lnTo>
                </a:path>
              </a:pathLst>
            </a:custGeom>
            <a:noFill/>
            <a:ln w="28575" cap="flat" cmpd="sng">
              <a:solidFill>
                <a:srgbClr val="0066FF"/>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018" name="Group 154">
            <a:extLst>
              <a:ext uri="{FF2B5EF4-FFF2-40B4-BE49-F238E27FC236}">
                <a16:creationId xmlns:a16="http://schemas.microsoft.com/office/drawing/2014/main" id="{B5B8638A-3726-4FD5-A149-BBE0EB078969}"/>
              </a:ext>
            </a:extLst>
          </p:cNvPr>
          <p:cNvGrpSpPr>
            <a:grpSpLocks/>
          </p:cNvGrpSpPr>
          <p:nvPr/>
        </p:nvGrpSpPr>
        <p:grpSpPr bwMode="auto">
          <a:xfrm>
            <a:off x="3382963" y="3565525"/>
            <a:ext cx="2714625" cy="2973388"/>
            <a:chOff x="2035" y="2054"/>
            <a:chExt cx="1710" cy="1873"/>
          </a:xfrm>
        </p:grpSpPr>
        <p:sp>
          <p:nvSpPr>
            <p:cNvPr id="37019" name="Freeform 155">
              <a:extLst>
                <a:ext uri="{FF2B5EF4-FFF2-40B4-BE49-F238E27FC236}">
                  <a16:creationId xmlns:a16="http://schemas.microsoft.com/office/drawing/2014/main" id="{8ED31CA8-8978-4DE4-8847-4717428BA234}"/>
                </a:ext>
              </a:extLst>
            </p:cNvPr>
            <p:cNvSpPr>
              <a:spLocks/>
            </p:cNvSpPr>
            <p:nvPr/>
          </p:nvSpPr>
          <p:spPr bwMode="auto">
            <a:xfrm>
              <a:off x="2035" y="2054"/>
              <a:ext cx="1" cy="1863"/>
            </a:xfrm>
            <a:custGeom>
              <a:avLst/>
              <a:gdLst>
                <a:gd name="T0" fmla="*/ 0 w 1"/>
                <a:gd name="T1" fmla="*/ 0 h 1863"/>
                <a:gd name="T2" fmla="*/ 0 w 1"/>
                <a:gd name="T3" fmla="*/ 1863 h 1863"/>
              </a:gdLst>
              <a:ahLst/>
              <a:cxnLst>
                <a:cxn ang="0">
                  <a:pos x="T0" y="T1"/>
                </a:cxn>
                <a:cxn ang="0">
                  <a:pos x="T2" y="T3"/>
                </a:cxn>
              </a:cxnLst>
              <a:rect l="0" t="0" r="r" b="b"/>
              <a:pathLst>
                <a:path w="1" h="1863">
                  <a:moveTo>
                    <a:pt x="0" y="0"/>
                  </a:moveTo>
                  <a:lnTo>
                    <a:pt x="0" y="1863"/>
                  </a:lnTo>
                </a:path>
              </a:pathLst>
            </a:custGeom>
            <a:noFill/>
            <a:ln w="19050" cmpd="sng">
              <a:solidFill>
                <a:srgbClr val="008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20" name="Freeform 156">
              <a:extLst>
                <a:ext uri="{FF2B5EF4-FFF2-40B4-BE49-F238E27FC236}">
                  <a16:creationId xmlns:a16="http://schemas.microsoft.com/office/drawing/2014/main" id="{4E52D318-0244-4EAC-BDD0-F0C07E0C3AE0}"/>
                </a:ext>
              </a:extLst>
            </p:cNvPr>
            <p:cNvSpPr>
              <a:spLocks/>
            </p:cNvSpPr>
            <p:nvPr/>
          </p:nvSpPr>
          <p:spPr bwMode="auto">
            <a:xfrm>
              <a:off x="3744" y="2064"/>
              <a:ext cx="1" cy="1863"/>
            </a:xfrm>
            <a:custGeom>
              <a:avLst/>
              <a:gdLst>
                <a:gd name="T0" fmla="*/ 0 w 1"/>
                <a:gd name="T1" fmla="*/ 0 h 1863"/>
                <a:gd name="T2" fmla="*/ 0 w 1"/>
                <a:gd name="T3" fmla="*/ 1863 h 1863"/>
              </a:gdLst>
              <a:ahLst/>
              <a:cxnLst>
                <a:cxn ang="0">
                  <a:pos x="T0" y="T1"/>
                </a:cxn>
                <a:cxn ang="0">
                  <a:pos x="T2" y="T3"/>
                </a:cxn>
              </a:cxnLst>
              <a:rect l="0" t="0" r="r" b="b"/>
              <a:pathLst>
                <a:path w="1" h="1863">
                  <a:moveTo>
                    <a:pt x="0" y="0"/>
                  </a:moveTo>
                  <a:lnTo>
                    <a:pt x="0" y="1863"/>
                  </a:lnTo>
                </a:path>
              </a:pathLst>
            </a:custGeom>
            <a:noFill/>
            <a:ln w="19050" cmpd="sng">
              <a:solidFill>
                <a:srgbClr val="008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021" name="Group 157">
            <a:extLst>
              <a:ext uri="{FF2B5EF4-FFF2-40B4-BE49-F238E27FC236}">
                <a16:creationId xmlns:a16="http://schemas.microsoft.com/office/drawing/2014/main" id="{E2C4791B-90AD-4CB5-B97E-7636D3527450}"/>
              </a:ext>
            </a:extLst>
          </p:cNvPr>
          <p:cNvGrpSpPr>
            <a:grpSpLocks/>
          </p:cNvGrpSpPr>
          <p:nvPr/>
        </p:nvGrpSpPr>
        <p:grpSpPr bwMode="auto">
          <a:xfrm>
            <a:off x="7086600" y="1735138"/>
            <a:ext cx="1001713" cy="2014537"/>
            <a:chOff x="4368" y="901"/>
            <a:chExt cx="631" cy="1269"/>
          </a:xfrm>
        </p:grpSpPr>
        <p:grpSp>
          <p:nvGrpSpPr>
            <p:cNvPr id="37022" name="Group 158">
              <a:extLst>
                <a:ext uri="{FF2B5EF4-FFF2-40B4-BE49-F238E27FC236}">
                  <a16:creationId xmlns:a16="http://schemas.microsoft.com/office/drawing/2014/main" id="{8AB7465A-D7AD-4644-8CD9-C7052A0AF357}"/>
                </a:ext>
              </a:extLst>
            </p:cNvPr>
            <p:cNvGrpSpPr>
              <a:grpSpLocks/>
            </p:cNvGrpSpPr>
            <p:nvPr/>
          </p:nvGrpSpPr>
          <p:grpSpPr bwMode="auto">
            <a:xfrm>
              <a:off x="4398" y="1722"/>
              <a:ext cx="571" cy="448"/>
              <a:chOff x="4398" y="1722"/>
              <a:chExt cx="571" cy="448"/>
            </a:xfrm>
          </p:grpSpPr>
          <p:sp>
            <p:nvSpPr>
              <p:cNvPr id="37023" name="Oval 159">
                <a:extLst>
                  <a:ext uri="{FF2B5EF4-FFF2-40B4-BE49-F238E27FC236}">
                    <a16:creationId xmlns:a16="http://schemas.microsoft.com/office/drawing/2014/main" id="{09EEE082-4A3D-48EE-9B70-024BC4759194}"/>
                  </a:ext>
                </a:extLst>
              </p:cNvPr>
              <p:cNvSpPr>
                <a:spLocks noChangeArrowheads="1"/>
              </p:cNvSpPr>
              <p:nvPr/>
            </p:nvSpPr>
            <p:spPr bwMode="auto">
              <a:xfrm>
                <a:off x="4577" y="1938"/>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24" name="Text Box 160">
                <a:extLst>
                  <a:ext uri="{FF2B5EF4-FFF2-40B4-BE49-F238E27FC236}">
                    <a16:creationId xmlns:a16="http://schemas.microsoft.com/office/drawing/2014/main" id="{CD2BAC10-1D56-4657-9278-EAE05C93D136}"/>
                  </a:ext>
                </a:extLst>
              </p:cNvPr>
              <p:cNvSpPr txBox="1">
                <a:spLocks noChangeArrowheads="1"/>
              </p:cNvSpPr>
              <p:nvPr/>
            </p:nvSpPr>
            <p:spPr bwMode="auto">
              <a:xfrm>
                <a:off x="4398" y="1722"/>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a:solidFill>
                      <a:srgbClr val="CC3300"/>
                    </a:solidFill>
                    <a:latin typeface="Modern" pitchFamily="50"/>
                    <a:ea typeface="仿宋_GB2312" pitchFamily="49" charset="-122"/>
                  </a:rPr>
                  <a:t>i</a:t>
                </a:r>
                <a:r>
                  <a:rPr lang="en-US" altLang="zh-CN" b="1">
                    <a:solidFill>
                      <a:srgbClr val="CC3300"/>
                    </a:solidFill>
                    <a:latin typeface="Modern" pitchFamily="50"/>
                    <a:ea typeface="仿宋_GB2312" pitchFamily="49" charset="-122"/>
                  </a:rPr>
                  <a:t>"</a:t>
                </a:r>
                <a:endParaRPr lang="en-US" altLang="zh-CN" sz="2800">
                  <a:solidFill>
                    <a:srgbClr val="CC3300"/>
                  </a:solidFill>
                  <a:latin typeface="仿宋_GB2312" pitchFamily="49" charset="-122"/>
                  <a:ea typeface="仿宋_GB2312" pitchFamily="49" charset="-122"/>
                  <a:sym typeface="Technic" pitchFamily="2" charset="2"/>
                </a:endParaRPr>
              </a:p>
            </p:txBody>
          </p:sp>
          <p:sp>
            <p:nvSpPr>
              <p:cNvPr id="37025" name="Rectangle 161">
                <a:extLst>
                  <a:ext uri="{FF2B5EF4-FFF2-40B4-BE49-F238E27FC236}">
                    <a16:creationId xmlns:a16="http://schemas.microsoft.com/office/drawing/2014/main" id="{57C9F086-E5F6-4FC3-8AA8-9F360700E5ED}"/>
                  </a:ext>
                </a:extLst>
              </p:cNvPr>
              <p:cNvSpPr>
                <a:spLocks noChangeArrowheads="1"/>
              </p:cNvSpPr>
              <p:nvPr/>
            </p:nvSpPr>
            <p:spPr bwMode="auto">
              <a:xfrm>
                <a:off x="4549" y="1882"/>
                <a:ext cx="4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(g")</a:t>
                </a:r>
                <a:endParaRPr lang="en-US" altLang="zh-CN" b="1">
                  <a:solidFill>
                    <a:srgbClr val="CC3300"/>
                  </a:solidFill>
                  <a:latin typeface="仿宋_GB2312" pitchFamily="49" charset="-122"/>
                  <a:ea typeface="仿宋_GB2312" pitchFamily="49" charset="-122"/>
                </a:endParaRPr>
              </a:p>
            </p:txBody>
          </p:sp>
        </p:grpSp>
        <p:grpSp>
          <p:nvGrpSpPr>
            <p:cNvPr id="37026" name="Group 162">
              <a:extLst>
                <a:ext uri="{FF2B5EF4-FFF2-40B4-BE49-F238E27FC236}">
                  <a16:creationId xmlns:a16="http://schemas.microsoft.com/office/drawing/2014/main" id="{EDC3327D-C0D4-42BA-9768-C8201BE86EF9}"/>
                </a:ext>
              </a:extLst>
            </p:cNvPr>
            <p:cNvGrpSpPr>
              <a:grpSpLocks/>
            </p:cNvGrpSpPr>
            <p:nvPr/>
          </p:nvGrpSpPr>
          <p:grpSpPr bwMode="auto">
            <a:xfrm>
              <a:off x="4368" y="901"/>
              <a:ext cx="631" cy="515"/>
              <a:chOff x="4368" y="901"/>
              <a:chExt cx="631" cy="515"/>
            </a:xfrm>
          </p:grpSpPr>
          <p:sp>
            <p:nvSpPr>
              <p:cNvPr id="37027" name="Oval 163">
                <a:extLst>
                  <a:ext uri="{FF2B5EF4-FFF2-40B4-BE49-F238E27FC236}">
                    <a16:creationId xmlns:a16="http://schemas.microsoft.com/office/drawing/2014/main" id="{BACF7F53-2EFA-42A7-BF02-F49F3C137984}"/>
                  </a:ext>
                </a:extLst>
              </p:cNvPr>
              <p:cNvSpPr>
                <a:spLocks noChangeArrowheads="1"/>
              </p:cNvSpPr>
              <p:nvPr/>
            </p:nvSpPr>
            <p:spPr bwMode="auto">
              <a:xfrm>
                <a:off x="4574" y="112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28" name="Text Box 164">
                <a:extLst>
                  <a:ext uri="{FF2B5EF4-FFF2-40B4-BE49-F238E27FC236}">
                    <a16:creationId xmlns:a16="http://schemas.microsoft.com/office/drawing/2014/main" id="{DB2D873C-BCA6-41C0-AA5A-9E4359449B66}"/>
                  </a:ext>
                </a:extLst>
              </p:cNvPr>
              <p:cNvSpPr txBox="1">
                <a:spLocks noChangeArrowheads="1"/>
              </p:cNvSpPr>
              <p:nvPr/>
            </p:nvSpPr>
            <p:spPr bwMode="auto">
              <a:xfrm>
                <a:off x="4368" y="1128"/>
                <a:ext cx="2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b"</a:t>
                </a:r>
                <a:endParaRPr lang="en-US" altLang="zh-CN">
                  <a:solidFill>
                    <a:srgbClr val="CC3300"/>
                  </a:solidFill>
                  <a:latin typeface="Txt" pitchFamily="2" charset="0"/>
                </a:endParaRPr>
              </a:p>
            </p:txBody>
          </p:sp>
          <p:sp>
            <p:nvSpPr>
              <p:cNvPr id="37029" name="Rectangle 165">
                <a:extLst>
                  <a:ext uri="{FF2B5EF4-FFF2-40B4-BE49-F238E27FC236}">
                    <a16:creationId xmlns:a16="http://schemas.microsoft.com/office/drawing/2014/main" id="{C327AFC4-5E11-4802-857C-BC732C9538D5}"/>
                  </a:ext>
                </a:extLst>
              </p:cNvPr>
              <p:cNvSpPr>
                <a:spLocks noChangeArrowheads="1"/>
              </p:cNvSpPr>
              <p:nvPr/>
            </p:nvSpPr>
            <p:spPr bwMode="auto">
              <a:xfrm>
                <a:off x="4579" y="901"/>
                <a:ext cx="4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(d")</a:t>
                </a:r>
                <a:endParaRPr lang="en-US" altLang="zh-CN" b="1">
                  <a:solidFill>
                    <a:srgbClr val="CC3300"/>
                  </a:solidFill>
                  <a:latin typeface="仿宋_GB2312" pitchFamily="49" charset="-122"/>
                  <a:ea typeface="仿宋_GB2312" pitchFamily="49" charset="-122"/>
                </a:endParaRPr>
              </a:p>
            </p:txBody>
          </p:sp>
        </p:grpSp>
      </p:grpSp>
      <p:grpSp>
        <p:nvGrpSpPr>
          <p:cNvPr id="37030" name="Group 166">
            <a:extLst>
              <a:ext uri="{FF2B5EF4-FFF2-40B4-BE49-F238E27FC236}">
                <a16:creationId xmlns:a16="http://schemas.microsoft.com/office/drawing/2014/main" id="{7C751B03-30D0-46C8-B34D-67A4E471FCFE}"/>
              </a:ext>
            </a:extLst>
          </p:cNvPr>
          <p:cNvGrpSpPr>
            <a:grpSpLocks/>
          </p:cNvGrpSpPr>
          <p:nvPr/>
        </p:nvGrpSpPr>
        <p:grpSpPr bwMode="auto">
          <a:xfrm>
            <a:off x="7862888" y="2576513"/>
            <a:ext cx="931862" cy="977900"/>
            <a:chOff x="4857" y="1431"/>
            <a:chExt cx="587" cy="616"/>
          </a:xfrm>
        </p:grpSpPr>
        <p:grpSp>
          <p:nvGrpSpPr>
            <p:cNvPr id="37031" name="Group 167">
              <a:extLst>
                <a:ext uri="{FF2B5EF4-FFF2-40B4-BE49-F238E27FC236}">
                  <a16:creationId xmlns:a16="http://schemas.microsoft.com/office/drawing/2014/main" id="{BF2412B1-B11E-4FB1-B443-AA8B0284275E}"/>
                </a:ext>
              </a:extLst>
            </p:cNvPr>
            <p:cNvGrpSpPr>
              <a:grpSpLocks/>
            </p:cNvGrpSpPr>
            <p:nvPr/>
          </p:nvGrpSpPr>
          <p:grpSpPr bwMode="auto">
            <a:xfrm>
              <a:off x="5128" y="1720"/>
              <a:ext cx="316" cy="327"/>
              <a:chOff x="5128" y="1720"/>
              <a:chExt cx="316" cy="327"/>
            </a:xfrm>
          </p:grpSpPr>
          <p:sp>
            <p:nvSpPr>
              <p:cNvPr id="37032" name="Oval 168">
                <a:extLst>
                  <a:ext uri="{FF2B5EF4-FFF2-40B4-BE49-F238E27FC236}">
                    <a16:creationId xmlns:a16="http://schemas.microsoft.com/office/drawing/2014/main" id="{269EE096-E41E-4BA4-ADD8-C6731D74D726}"/>
                  </a:ext>
                </a:extLst>
              </p:cNvPr>
              <p:cNvSpPr>
                <a:spLocks noChangeArrowheads="1"/>
              </p:cNvSpPr>
              <p:nvPr/>
            </p:nvSpPr>
            <p:spPr bwMode="auto">
              <a:xfrm>
                <a:off x="5128" y="1753"/>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33" name="Text Box 169">
                <a:extLst>
                  <a:ext uri="{FF2B5EF4-FFF2-40B4-BE49-F238E27FC236}">
                    <a16:creationId xmlns:a16="http://schemas.microsoft.com/office/drawing/2014/main" id="{E6F1ABFB-4C90-48F1-BF45-627A489C1549}"/>
                  </a:ext>
                </a:extLst>
              </p:cNvPr>
              <p:cNvSpPr txBox="1">
                <a:spLocks noChangeArrowheads="1"/>
              </p:cNvSpPr>
              <p:nvPr/>
            </p:nvSpPr>
            <p:spPr bwMode="auto">
              <a:xfrm>
                <a:off x="5145" y="1720"/>
                <a:ext cx="29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a:solidFill>
                      <a:srgbClr val="CC3300"/>
                    </a:solidFill>
                    <a:latin typeface="Modern" pitchFamily="50"/>
                    <a:ea typeface="仿宋_GB2312" pitchFamily="49" charset="-122"/>
                  </a:rPr>
                  <a:t>h</a:t>
                </a:r>
                <a:r>
                  <a:rPr lang="en-US" altLang="zh-CN" b="1">
                    <a:solidFill>
                      <a:srgbClr val="CC3300"/>
                    </a:solidFill>
                    <a:latin typeface="Modern" pitchFamily="50"/>
                    <a:ea typeface="仿宋_GB2312" pitchFamily="49" charset="-122"/>
                  </a:rPr>
                  <a:t>"</a:t>
                </a:r>
                <a:endParaRPr lang="en-US" altLang="zh-CN" sz="2800">
                  <a:solidFill>
                    <a:srgbClr val="CC3300"/>
                  </a:solidFill>
                  <a:latin typeface="仿宋_GB2312" pitchFamily="49" charset="-122"/>
                  <a:ea typeface="仿宋_GB2312" pitchFamily="49" charset="-122"/>
                  <a:sym typeface="Technic" pitchFamily="2" charset="2"/>
                </a:endParaRPr>
              </a:p>
            </p:txBody>
          </p:sp>
        </p:grpSp>
        <p:grpSp>
          <p:nvGrpSpPr>
            <p:cNvPr id="37034" name="Group 170">
              <a:extLst>
                <a:ext uri="{FF2B5EF4-FFF2-40B4-BE49-F238E27FC236}">
                  <a16:creationId xmlns:a16="http://schemas.microsoft.com/office/drawing/2014/main" id="{F33FA8B8-C57A-41A1-BF40-C4FD6A491895}"/>
                </a:ext>
              </a:extLst>
            </p:cNvPr>
            <p:cNvGrpSpPr>
              <a:grpSpLocks/>
            </p:cNvGrpSpPr>
            <p:nvPr/>
          </p:nvGrpSpPr>
          <p:grpSpPr bwMode="auto">
            <a:xfrm>
              <a:off x="4857" y="1431"/>
              <a:ext cx="383" cy="327"/>
              <a:chOff x="4857" y="1431"/>
              <a:chExt cx="383" cy="327"/>
            </a:xfrm>
          </p:grpSpPr>
          <p:sp>
            <p:nvSpPr>
              <p:cNvPr id="37035" name="Oval 171">
                <a:extLst>
                  <a:ext uri="{FF2B5EF4-FFF2-40B4-BE49-F238E27FC236}">
                    <a16:creationId xmlns:a16="http://schemas.microsoft.com/office/drawing/2014/main" id="{6969893C-5C3D-4BB0-88A0-6E8629375D50}"/>
                  </a:ext>
                </a:extLst>
              </p:cNvPr>
              <p:cNvSpPr>
                <a:spLocks noChangeArrowheads="1"/>
              </p:cNvSpPr>
              <p:nvPr/>
            </p:nvSpPr>
            <p:spPr bwMode="auto">
              <a:xfrm>
                <a:off x="5132" y="145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36" name="Text Box 172">
                <a:extLst>
                  <a:ext uri="{FF2B5EF4-FFF2-40B4-BE49-F238E27FC236}">
                    <a16:creationId xmlns:a16="http://schemas.microsoft.com/office/drawing/2014/main" id="{835570FE-9CA3-46E4-AE7A-7913606F0E2E}"/>
                  </a:ext>
                </a:extLst>
              </p:cNvPr>
              <p:cNvSpPr txBox="1">
                <a:spLocks noChangeArrowheads="1"/>
              </p:cNvSpPr>
              <p:nvPr/>
            </p:nvSpPr>
            <p:spPr bwMode="auto">
              <a:xfrm>
                <a:off x="4857" y="1431"/>
                <a:ext cx="38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a:solidFill>
                      <a:srgbClr val="CC3300"/>
                    </a:solidFill>
                    <a:latin typeface="Modern" pitchFamily="50"/>
                    <a:ea typeface="仿宋_GB2312" pitchFamily="49" charset="-122"/>
                  </a:rPr>
                  <a:t>c</a:t>
                </a:r>
                <a:r>
                  <a:rPr lang="en-US" altLang="zh-CN" b="1">
                    <a:solidFill>
                      <a:srgbClr val="CC3300"/>
                    </a:solidFill>
                    <a:latin typeface="Modern" pitchFamily="50"/>
                    <a:ea typeface="仿宋_GB2312" pitchFamily="49" charset="-122"/>
                  </a:rPr>
                  <a:t>"</a:t>
                </a:r>
                <a:r>
                  <a:rPr lang="en-US" altLang="zh-CN" sz="2800" b="1">
                    <a:solidFill>
                      <a:srgbClr val="CC3300"/>
                    </a:solidFill>
                    <a:latin typeface="Modern" pitchFamily="50"/>
                    <a:ea typeface="仿宋_GB2312" pitchFamily="49" charset="-122"/>
                  </a:rPr>
                  <a:t> </a:t>
                </a:r>
                <a:endParaRPr lang="en-US" altLang="zh-CN" sz="2800">
                  <a:solidFill>
                    <a:srgbClr val="CC3300"/>
                  </a:solidFill>
                  <a:latin typeface="Modern" pitchFamily="50"/>
                  <a:ea typeface="仿宋_GB2312" pitchFamily="49" charset="-122"/>
                  <a:sym typeface="Technic" pitchFamily="2" charset="2"/>
                </a:endParaRPr>
              </a:p>
            </p:txBody>
          </p:sp>
        </p:grpSp>
      </p:grpSp>
      <p:grpSp>
        <p:nvGrpSpPr>
          <p:cNvPr id="37037" name="Group 173">
            <a:extLst>
              <a:ext uri="{FF2B5EF4-FFF2-40B4-BE49-F238E27FC236}">
                <a16:creationId xmlns:a16="http://schemas.microsoft.com/office/drawing/2014/main" id="{A8BF582B-C75D-4210-8A2E-F5ADF8C85402}"/>
              </a:ext>
            </a:extLst>
          </p:cNvPr>
          <p:cNvGrpSpPr>
            <a:grpSpLocks/>
          </p:cNvGrpSpPr>
          <p:nvPr/>
        </p:nvGrpSpPr>
        <p:grpSpPr bwMode="auto">
          <a:xfrm>
            <a:off x="3429000" y="2057400"/>
            <a:ext cx="2560638" cy="1557338"/>
            <a:chOff x="2064" y="1104"/>
            <a:chExt cx="1613" cy="981"/>
          </a:xfrm>
        </p:grpSpPr>
        <p:grpSp>
          <p:nvGrpSpPr>
            <p:cNvPr id="37038" name="Group 174">
              <a:extLst>
                <a:ext uri="{FF2B5EF4-FFF2-40B4-BE49-F238E27FC236}">
                  <a16:creationId xmlns:a16="http://schemas.microsoft.com/office/drawing/2014/main" id="{2EA54918-3C5F-4E55-8B71-5074F376793E}"/>
                </a:ext>
              </a:extLst>
            </p:cNvPr>
            <p:cNvGrpSpPr>
              <a:grpSpLocks/>
            </p:cNvGrpSpPr>
            <p:nvPr/>
          </p:nvGrpSpPr>
          <p:grpSpPr bwMode="auto">
            <a:xfrm>
              <a:off x="2080" y="1797"/>
              <a:ext cx="274" cy="288"/>
              <a:chOff x="2080" y="1797"/>
              <a:chExt cx="274" cy="288"/>
            </a:xfrm>
          </p:grpSpPr>
          <p:sp>
            <p:nvSpPr>
              <p:cNvPr id="37039" name="Oval 175">
                <a:extLst>
                  <a:ext uri="{FF2B5EF4-FFF2-40B4-BE49-F238E27FC236}">
                    <a16:creationId xmlns:a16="http://schemas.microsoft.com/office/drawing/2014/main" id="{9FD547F1-EA8C-41B8-A1AE-FF36C3443D51}"/>
                  </a:ext>
                </a:extLst>
              </p:cNvPr>
              <p:cNvSpPr>
                <a:spLocks noChangeArrowheads="1"/>
              </p:cNvSpPr>
              <p:nvPr/>
            </p:nvSpPr>
            <p:spPr bwMode="auto">
              <a:xfrm>
                <a:off x="2297" y="1935"/>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40" name="Rectangle 176">
                <a:extLst>
                  <a:ext uri="{FF2B5EF4-FFF2-40B4-BE49-F238E27FC236}">
                    <a16:creationId xmlns:a16="http://schemas.microsoft.com/office/drawing/2014/main" id="{28351D66-85FA-4A64-BB2B-BC7668AC345E}"/>
                  </a:ext>
                </a:extLst>
              </p:cNvPr>
              <p:cNvSpPr>
                <a:spLocks noChangeArrowheads="1"/>
              </p:cNvSpPr>
              <p:nvPr/>
            </p:nvSpPr>
            <p:spPr bwMode="auto">
              <a:xfrm>
                <a:off x="2080" y="1797"/>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i</a:t>
                </a:r>
                <a:r>
                  <a:rPr lang="en-US" altLang="zh-CN" b="1">
                    <a:solidFill>
                      <a:srgbClr val="990000"/>
                    </a:solidFill>
                  </a:rPr>
                  <a:t>'</a:t>
                </a:r>
              </a:p>
            </p:txBody>
          </p:sp>
        </p:grpSp>
        <p:grpSp>
          <p:nvGrpSpPr>
            <p:cNvPr id="37041" name="Group 177">
              <a:extLst>
                <a:ext uri="{FF2B5EF4-FFF2-40B4-BE49-F238E27FC236}">
                  <a16:creationId xmlns:a16="http://schemas.microsoft.com/office/drawing/2014/main" id="{BAB168F8-33C9-465D-98F4-6073550C84F3}"/>
                </a:ext>
              </a:extLst>
            </p:cNvPr>
            <p:cNvGrpSpPr>
              <a:grpSpLocks/>
            </p:cNvGrpSpPr>
            <p:nvPr/>
          </p:nvGrpSpPr>
          <p:grpSpPr bwMode="auto">
            <a:xfrm>
              <a:off x="3409" y="1690"/>
              <a:ext cx="268" cy="305"/>
              <a:chOff x="3409" y="1690"/>
              <a:chExt cx="268" cy="305"/>
            </a:xfrm>
          </p:grpSpPr>
          <p:sp>
            <p:nvSpPr>
              <p:cNvPr id="37042" name="Oval 178">
                <a:extLst>
                  <a:ext uri="{FF2B5EF4-FFF2-40B4-BE49-F238E27FC236}">
                    <a16:creationId xmlns:a16="http://schemas.microsoft.com/office/drawing/2014/main" id="{E00996F8-282D-449D-A670-33EDDB2DBC4C}"/>
                  </a:ext>
                </a:extLst>
              </p:cNvPr>
              <p:cNvSpPr>
                <a:spLocks noChangeArrowheads="1"/>
              </p:cNvSpPr>
              <p:nvPr/>
            </p:nvSpPr>
            <p:spPr bwMode="auto">
              <a:xfrm>
                <a:off x="3409" y="1938"/>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43" name="Rectangle 179">
                <a:extLst>
                  <a:ext uri="{FF2B5EF4-FFF2-40B4-BE49-F238E27FC236}">
                    <a16:creationId xmlns:a16="http://schemas.microsoft.com/office/drawing/2014/main" id="{1E82EBD6-D95C-42F0-860A-B621FD463577}"/>
                  </a:ext>
                </a:extLst>
              </p:cNvPr>
              <p:cNvSpPr>
                <a:spLocks noChangeArrowheads="1"/>
              </p:cNvSpPr>
              <p:nvPr/>
            </p:nvSpPr>
            <p:spPr bwMode="auto">
              <a:xfrm>
                <a:off x="3417" y="1690"/>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g</a:t>
                </a:r>
                <a:r>
                  <a:rPr lang="en-US" altLang="zh-CN" b="1">
                    <a:solidFill>
                      <a:srgbClr val="990000"/>
                    </a:solidFill>
                  </a:rPr>
                  <a:t>'</a:t>
                </a:r>
              </a:p>
            </p:txBody>
          </p:sp>
        </p:grpSp>
        <p:grpSp>
          <p:nvGrpSpPr>
            <p:cNvPr id="37044" name="Group 180">
              <a:extLst>
                <a:ext uri="{FF2B5EF4-FFF2-40B4-BE49-F238E27FC236}">
                  <a16:creationId xmlns:a16="http://schemas.microsoft.com/office/drawing/2014/main" id="{6738B958-2247-470D-ACFB-ADBCD950AD65}"/>
                </a:ext>
              </a:extLst>
            </p:cNvPr>
            <p:cNvGrpSpPr>
              <a:grpSpLocks/>
            </p:cNvGrpSpPr>
            <p:nvPr/>
          </p:nvGrpSpPr>
          <p:grpSpPr bwMode="auto">
            <a:xfrm>
              <a:off x="2064" y="1104"/>
              <a:ext cx="292" cy="288"/>
              <a:chOff x="2064" y="1104"/>
              <a:chExt cx="292" cy="288"/>
            </a:xfrm>
          </p:grpSpPr>
          <p:sp>
            <p:nvSpPr>
              <p:cNvPr id="37045" name="Oval 181">
                <a:extLst>
                  <a:ext uri="{FF2B5EF4-FFF2-40B4-BE49-F238E27FC236}">
                    <a16:creationId xmlns:a16="http://schemas.microsoft.com/office/drawing/2014/main" id="{FCEC85E8-F11D-412E-BC3D-21D6E552168A}"/>
                  </a:ext>
                </a:extLst>
              </p:cNvPr>
              <p:cNvSpPr>
                <a:spLocks noChangeArrowheads="1"/>
              </p:cNvSpPr>
              <p:nvPr/>
            </p:nvSpPr>
            <p:spPr bwMode="auto">
              <a:xfrm>
                <a:off x="2299" y="112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46" name="Text Box 182">
                <a:extLst>
                  <a:ext uri="{FF2B5EF4-FFF2-40B4-BE49-F238E27FC236}">
                    <a16:creationId xmlns:a16="http://schemas.microsoft.com/office/drawing/2014/main" id="{066DB984-ED3B-4BDE-BB64-DC503B0F608C}"/>
                  </a:ext>
                </a:extLst>
              </p:cNvPr>
              <p:cNvSpPr txBox="1">
                <a:spLocks noChangeArrowheads="1"/>
              </p:cNvSpPr>
              <p:nvPr/>
            </p:nvSpPr>
            <p:spPr bwMode="auto">
              <a:xfrm>
                <a:off x="2064" y="110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b</a:t>
                </a:r>
                <a:r>
                  <a:rPr lang="en-US" altLang="zh-CN" b="1">
                    <a:solidFill>
                      <a:srgbClr val="990000"/>
                    </a:solidFill>
                  </a:rPr>
                  <a:t>'</a:t>
                </a:r>
                <a:endParaRPr lang="en-US" altLang="zh-CN" b="1"/>
              </a:p>
            </p:txBody>
          </p:sp>
        </p:grpSp>
        <p:grpSp>
          <p:nvGrpSpPr>
            <p:cNvPr id="37047" name="Group 183">
              <a:extLst>
                <a:ext uri="{FF2B5EF4-FFF2-40B4-BE49-F238E27FC236}">
                  <a16:creationId xmlns:a16="http://schemas.microsoft.com/office/drawing/2014/main" id="{5F6FFB23-97B0-42E2-A192-46B62CFD30A5}"/>
                </a:ext>
              </a:extLst>
            </p:cNvPr>
            <p:cNvGrpSpPr>
              <a:grpSpLocks/>
            </p:cNvGrpSpPr>
            <p:nvPr/>
          </p:nvGrpSpPr>
          <p:grpSpPr bwMode="auto">
            <a:xfrm>
              <a:off x="3409" y="1111"/>
              <a:ext cx="268" cy="288"/>
              <a:chOff x="3409" y="1114"/>
              <a:chExt cx="268" cy="288"/>
            </a:xfrm>
          </p:grpSpPr>
          <p:sp>
            <p:nvSpPr>
              <p:cNvPr id="37048" name="Oval 184">
                <a:extLst>
                  <a:ext uri="{FF2B5EF4-FFF2-40B4-BE49-F238E27FC236}">
                    <a16:creationId xmlns:a16="http://schemas.microsoft.com/office/drawing/2014/main" id="{D49DEBDA-2E50-4BA0-B0FF-F8CC3B29FE1C}"/>
                  </a:ext>
                </a:extLst>
              </p:cNvPr>
              <p:cNvSpPr>
                <a:spLocks noChangeArrowheads="1"/>
              </p:cNvSpPr>
              <p:nvPr/>
            </p:nvSpPr>
            <p:spPr bwMode="auto">
              <a:xfrm>
                <a:off x="3409" y="1126"/>
                <a:ext cx="57" cy="57"/>
              </a:xfrm>
              <a:prstGeom prst="ellipse">
                <a:avLst/>
              </a:prstGeom>
              <a:solidFill>
                <a:srgbClr val="66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49" name="Rectangle 185">
                <a:extLst>
                  <a:ext uri="{FF2B5EF4-FFF2-40B4-BE49-F238E27FC236}">
                    <a16:creationId xmlns:a16="http://schemas.microsoft.com/office/drawing/2014/main" id="{B72FD0BC-3936-4D67-B8E2-E4D2B91C49B3}"/>
                  </a:ext>
                </a:extLst>
              </p:cNvPr>
              <p:cNvSpPr>
                <a:spLocks noChangeArrowheads="1"/>
              </p:cNvSpPr>
              <p:nvPr/>
            </p:nvSpPr>
            <p:spPr bwMode="auto">
              <a:xfrm>
                <a:off x="3417" y="111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d</a:t>
                </a:r>
                <a:r>
                  <a:rPr lang="en-US" altLang="zh-CN" b="1">
                    <a:solidFill>
                      <a:srgbClr val="990000"/>
                    </a:solidFill>
                  </a:rPr>
                  <a:t>'</a:t>
                </a:r>
              </a:p>
            </p:txBody>
          </p:sp>
        </p:grpSp>
      </p:grpSp>
      <p:grpSp>
        <p:nvGrpSpPr>
          <p:cNvPr id="37050" name="Group 186">
            <a:extLst>
              <a:ext uri="{FF2B5EF4-FFF2-40B4-BE49-F238E27FC236}">
                <a16:creationId xmlns:a16="http://schemas.microsoft.com/office/drawing/2014/main" id="{7B447959-C8A8-4F6A-968A-1584C5B8092D}"/>
              </a:ext>
            </a:extLst>
          </p:cNvPr>
          <p:cNvGrpSpPr>
            <a:grpSpLocks/>
          </p:cNvGrpSpPr>
          <p:nvPr/>
        </p:nvGrpSpPr>
        <p:grpSpPr bwMode="auto">
          <a:xfrm>
            <a:off x="4300538" y="2538413"/>
            <a:ext cx="469900" cy="762000"/>
            <a:chOff x="2613" y="1407"/>
            <a:chExt cx="296" cy="480"/>
          </a:xfrm>
        </p:grpSpPr>
        <p:grpSp>
          <p:nvGrpSpPr>
            <p:cNvPr id="37051" name="Group 187">
              <a:extLst>
                <a:ext uri="{FF2B5EF4-FFF2-40B4-BE49-F238E27FC236}">
                  <a16:creationId xmlns:a16="http://schemas.microsoft.com/office/drawing/2014/main" id="{7FA10651-BE4E-4A9C-8433-4C3154E6CA2D}"/>
                </a:ext>
              </a:extLst>
            </p:cNvPr>
            <p:cNvGrpSpPr>
              <a:grpSpLocks/>
            </p:cNvGrpSpPr>
            <p:nvPr/>
          </p:nvGrpSpPr>
          <p:grpSpPr bwMode="auto">
            <a:xfrm>
              <a:off x="2613" y="1599"/>
              <a:ext cx="296" cy="288"/>
              <a:chOff x="2613" y="1599"/>
              <a:chExt cx="296" cy="288"/>
            </a:xfrm>
          </p:grpSpPr>
          <p:sp>
            <p:nvSpPr>
              <p:cNvPr id="37052" name="Oval 188">
                <a:extLst>
                  <a:ext uri="{FF2B5EF4-FFF2-40B4-BE49-F238E27FC236}">
                    <a16:creationId xmlns:a16="http://schemas.microsoft.com/office/drawing/2014/main" id="{00C6B724-0B18-4367-BF36-D065EE19A8EC}"/>
                  </a:ext>
                </a:extLst>
              </p:cNvPr>
              <p:cNvSpPr>
                <a:spLocks noChangeArrowheads="1"/>
              </p:cNvSpPr>
              <p:nvPr/>
            </p:nvSpPr>
            <p:spPr bwMode="auto">
              <a:xfrm>
                <a:off x="2852" y="175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53" name="Rectangle 189">
                <a:extLst>
                  <a:ext uri="{FF2B5EF4-FFF2-40B4-BE49-F238E27FC236}">
                    <a16:creationId xmlns:a16="http://schemas.microsoft.com/office/drawing/2014/main" id="{A1410716-53CD-4AEB-93ED-EB71A0D45034}"/>
                  </a:ext>
                </a:extLst>
              </p:cNvPr>
              <p:cNvSpPr>
                <a:spLocks noChangeArrowheads="1"/>
              </p:cNvSpPr>
              <p:nvPr/>
            </p:nvSpPr>
            <p:spPr bwMode="auto">
              <a:xfrm>
                <a:off x="2613" y="1599"/>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h</a:t>
                </a:r>
                <a:r>
                  <a:rPr lang="en-US" altLang="zh-CN" b="1">
                    <a:solidFill>
                      <a:srgbClr val="990000"/>
                    </a:solidFill>
                  </a:rPr>
                  <a:t>'</a:t>
                </a:r>
              </a:p>
            </p:txBody>
          </p:sp>
        </p:grpSp>
        <p:grpSp>
          <p:nvGrpSpPr>
            <p:cNvPr id="37054" name="Group 190">
              <a:extLst>
                <a:ext uri="{FF2B5EF4-FFF2-40B4-BE49-F238E27FC236}">
                  <a16:creationId xmlns:a16="http://schemas.microsoft.com/office/drawing/2014/main" id="{CB9A3C5C-23A9-4C6F-8964-1935CDE35D07}"/>
                </a:ext>
              </a:extLst>
            </p:cNvPr>
            <p:cNvGrpSpPr>
              <a:grpSpLocks/>
            </p:cNvGrpSpPr>
            <p:nvPr/>
          </p:nvGrpSpPr>
          <p:grpSpPr bwMode="auto">
            <a:xfrm>
              <a:off x="2613" y="1407"/>
              <a:ext cx="293" cy="288"/>
              <a:chOff x="2613" y="1407"/>
              <a:chExt cx="293" cy="288"/>
            </a:xfrm>
          </p:grpSpPr>
          <p:sp>
            <p:nvSpPr>
              <p:cNvPr id="37055" name="Rectangle 191">
                <a:extLst>
                  <a:ext uri="{FF2B5EF4-FFF2-40B4-BE49-F238E27FC236}">
                    <a16:creationId xmlns:a16="http://schemas.microsoft.com/office/drawing/2014/main" id="{591FB705-BCF7-4B0B-B270-2EDAB4CFC18A}"/>
                  </a:ext>
                </a:extLst>
              </p:cNvPr>
              <p:cNvSpPr>
                <a:spLocks noChangeArrowheads="1"/>
              </p:cNvSpPr>
              <p:nvPr/>
            </p:nvSpPr>
            <p:spPr bwMode="auto">
              <a:xfrm>
                <a:off x="2613" y="1407"/>
                <a:ext cx="2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c</a:t>
                </a:r>
                <a:r>
                  <a:rPr lang="en-US" altLang="zh-CN" b="1">
                    <a:solidFill>
                      <a:srgbClr val="990000"/>
                    </a:solidFill>
                  </a:rPr>
                  <a:t>'</a:t>
                </a:r>
              </a:p>
            </p:txBody>
          </p:sp>
          <p:sp>
            <p:nvSpPr>
              <p:cNvPr id="37056" name="Oval 192">
                <a:extLst>
                  <a:ext uri="{FF2B5EF4-FFF2-40B4-BE49-F238E27FC236}">
                    <a16:creationId xmlns:a16="http://schemas.microsoft.com/office/drawing/2014/main" id="{E6B3DD90-2CA7-4B0E-BBF1-FAB98ECAB714}"/>
                  </a:ext>
                </a:extLst>
              </p:cNvPr>
              <p:cNvSpPr>
                <a:spLocks noChangeArrowheads="1"/>
              </p:cNvSpPr>
              <p:nvPr/>
            </p:nvSpPr>
            <p:spPr bwMode="auto">
              <a:xfrm>
                <a:off x="2849" y="145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7057" name="Group 193">
            <a:extLst>
              <a:ext uri="{FF2B5EF4-FFF2-40B4-BE49-F238E27FC236}">
                <a16:creationId xmlns:a16="http://schemas.microsoft.com/office/drawing/2014/main" id="{A1D9BB7E-2DC0-407D-95D5-B7E1A79C6D43}"/>
              </a:ext>
            </a:extLst>
          </p:cNvPr>
          <p:cNvGrpSpPr>
            <a:grpSpLocks/>
          </p:cNvGrpSpPr>
          <p:nvPr/>
        </p:nvGrpSpPr>
        <p:grpSpPr bwMode="auto">
          <a:xfrm>
            <a:off x="3748088" y="1420813"/>
            <a:ext cx="1905000" cy="2605087"/>
            <a:chOff x="2265" y="703"/>
            <a:chExt cx="1200" cy="1641"/>
          </a:xfrm>
        </p:grpSpPr>
        <p:grpSp>
          <p:nvGrpSpPr>
            <p:cNvPr id="37058" name="Group 194">
              <a:extLst>
                <a:ext uri="{FF2B5EF4-FFF2-40B4-BE49-F238E27FC236}">
                  <a16:creationId xmlns:a16="http://schemas.microsoft.com/office/drawing/2014/main" id="{B764349F-1FF2-4364-8DDE-741DFCB270CE}"/>
                </a:ext>
              </a:extLst>
            </p:cNvPr>
            <p:cNvGrpSpPr>
              <a:grpSpLocks/>
            </p:cNvGrpSpPr>
            <p:nvPr/>
          </p:nvGrpSpPr>
          <p:grpSpPr bwMode="auto">
            <a:xfrm>
              <a:off x="2409" y="703"/>
              <a:ext cx="576" cy="291"/>
              <a:chOff x="2409" y="703"/>
              <a:chExt cx="576" cy="291"/>
            </a:xfrm>
          </p:grpSpPr>
          <p:sp>
            <p:nvSpPr>
              <p:cNvPr id="37059" name="Oval 195">
                <a:extLst>
                  <a:ext uri="{FF2B5EF4-FFF2-40B4-BE49-F238E27FC236}">
                    <a16:creationId xmlns:a16="http://schemas.microsoft.com/office/drawing/2014/main" id="{1452F06E-F689-42B3-8AE4-BE06F4A0A78D}"/>
                  </a:ext>
                </a:extLst>
              </p:cNvPr>
              <p:cNvSpPr>
                <a:spLocks noChangeArrowheads="1"/>
              </p:cNvSpPr>
              <p:nvPr/>
            </p:nvSpPr>
            <p:spPr bwMode="auto">
              <a:xfrm>
                <a:off x="2572" y="937"/>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60" name="Rectangle 196">
                <a:extLst>
                  <a:ext uri="{FF2B5EF4-FFF2-40B4-BE49-F238E27FC236}">
                    <a16:creationId xmlns:a16="http://schemas.microsoft.com/office/drawing/2014/main" id="{62DFE128-BFCB-44A7-B1FD-D4B3BBC9FE3E}"/>
                  </a:ext>
                </a:extLst>
              </p:cNvPr>
              <p:cNvSpPr>
                <a:spLocks noChangeArrowheads="1"/>
              </p:cNvSpPr>
              <p:nvPr/>
            </p:nvSpPr>
            <p:spPr bwMode="auto">
              <a:xfrm>
                <a:off x="2409" y="703"/>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CC3300"/>
                    </a:solidFill>
                    <a:latin typeface="Modern" pitchFamily="50"/>
                  </a:rPr>
                  <a:t>(a</a:t>
                </a:r>
                <a:r>
                  <a:rPr lang="en-US" altLang="zh-CN" b="1">
                    <a:solidFill>
                      <a:srgbClr val="990000"/>
                    </a:solidFill>
                  </a:rPr>
                  <a:t>'</a:t>
                </a:r>
                <a:r>
                  <a:rPr lang="en-US" altLang="zh-CN" b="1">
                    <a:solidFill>
                      <a:srgbClr val="CC3300"/>
                    </a:solidFill>
                    <a:latin typeface="Modern" pitchFamily="50"/>
                  </a:rPr>
                  <a:t>)</a:t>
                </a:r>
                <a:r>
                  <a:rPr lang="en-US" altLang="zh-CN" b="1">
                    <a:solidFill>
                      <a:srgbClr val="CC3300"/>
                    </a:solidFill>
                    <a:latin typeface="Txt" pitchFamily="2" charset="0"/>
                    <a:ea typeface="仿宋_GB2312" pitchFamily="49" charset="-122"/>
                  </a:rPr>
                  <a:t> </a:t>
                </a:r>
              </a:p>
            </p:txBody>
          </p:sp>
        </p:grpSp>
        <p:grpSp>
          <p:nvGrpSpPr>
            <p:cNvPr id="37061" name="Group 197">
              <a:extLst>
                <a:ext uri="{FF2B5EF4-FFF2-40B4-BE49-F238E27FC236}">
                  <a16:creationId xmlns:a16="http://schemas.microsoft.com/office/drawing/2014/main" id="{57ED52B8-4891-4AC0-9E7A-42D94B407036}"/>
                </a:ext>
              </a:extLst>
            </p:cNvPr>
            <p:cNvGrpSpPr>
              <a:grpSpLocks/>
            </p:cNvGrpSpPr>
            <p:nvPr/>
          </p:nvGrpSpPr>
          <p:grpSpPr bwMode="auto">
            <a:xfrm>
              <a:off x="2889" y="712"/>
              <a:ext cx="576" cy="288"/>
              <a:chOff x="2889" y="712"/>
              <a:chExt cx="576" cy="288"/>
            </a:xfrm>
          </p:grpSpPr>
          <p:sp>
            <p:nvSpPr>
              <p:cNvPr id="37062" name="Oval 198">
                <a:extLst>
                  <a:ext uri="{FF2B5EF4-FFF2-40B4-BE49-F238E27FC236}">
                    <a16:creationId xmlns:a16="http://schemas.microsoft.com/office/drawing/2014/main" id="{3D5C3A16-ACE1-4FF3-8F72-0DB8EA680AF2}"/>
                  </a:ext>
                </a:extLst>
              </p:cNvPr>
              <p:cNvSpPr>
                <a:spLocks noChangeArrowheads="1"/>
              </p:cNvSpPr>
              <p:nvPr/>
            </p:nvSpPr>
            <p:spPr bwMode="auto">
              <a:xfrm>
                <a:off x="3132" y="940"/>
                <a:ext cx="57" cy="57"/>
              </a:xfrm>
              <a:prstGeom prst="ellipse">
                <a:avLst/>
              </a:prstGeom>
              <a:solidFill>
                <a:srgbClr val="66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63" name="Rectangle 199">
                <a:extLst>
                  <a:ext uri="{FF2B5EF4-FFF2-40B4-BE49-F238E27FC236}">
                    <a16:creationId xmlns:a16="http://schemas.microsoft.com/office/drawing/2014/main" id="{938AF99E-95E3-4839-A8FA-302E159B1F4D}"/>
                  </a:ext>
                </a:extLst>
              </p:cNvPr>
              <p:cNvSpPr>
                <a:spLocks noChangeArrowheads="1"/>
              </p:cNvSpPr>
              <p:nvPr/>
            </p:nvSpPr>
            <p:spPr bwMode="auto">
              <a:xfrm>
                <a:off x="2889" y="712"/>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CC3300"/>
                    </a:solidFill>
                    <a:latin typeface="Modern" pitchFamily="50"/>
                  </a:rPr>
                  <a:t>(e</a:t>
                </a:r>
                <a:r>
                  <a:rPr lang="en-US" altLang="zh-CN" b="1">
                    <a:solidFill>
                      <a:srgbClr val="990000"/>
                    </a:solidFill>
                  </a:rPr>
                  <a:t>'</a:t>
                </a:r>
                <a:r>
                  <a:rPr lang="en-US" altLang="zh-CN" b="1">
                    <a:solidFill>
                      <a:srgbClr val="CC3300"/>
                    </a:solidFill>
                    <a:latin typeface="Modern" pitchFamily="50"/>
                  </a:rPr>
                  <a:t>)</a:t>
                </a:r>
                <a:r>
                  <a:rPr lang="en-US" altLang="zh-CN" b="1">
                    <a:solidFill>
                      <a:srgbClr val="CC3300"/>
                    </a:solidFill>
                    <a:latin typeface="Txt" pitchFamily="2" charset="0"/>
                    <a:ea typeface="仿宋_GB2312" pitchFamily="49" charset="-122"/>
                  </a:rPr>
                  <a:t> </a:t>
                </a:r>
              </a:p>
            </p:txBody>
          </p:sp>
        </p:grpSp>
        <p:grpSp>
          <p:nvGrpSpPr>
            <p:cNvPr id="37064" name="Group 200">
              <a:extLst>
                <a:ext uri="{FF2B5EF4-FFF2-40B4-BE49-F238E27FC236}">
                  <a16:creationId xmlns:a16="http://schemas.microsoft.com/office/drawing/2014/main" id="{982635FE-7C09-44B0-BEB1-43035DDFD632}"/>
                </a:ext>
              </a:extLst>
            </p:cNvPr>
            <p:cNvGrpSpPr>
              <a:grpSpLocks/>
            </p:cNvGrpSpPr>
            <p:nvPr/>
          </p:nvGrpSpPr>
          <p:grpSpPr bwMode="auto">
            <a:xfrm>
              <a:off x="2265" y="2034"/>
              <a:ext cx="1047" cy="310"/>
              <a:chOff x="2265" y="2034"/>
              <a:chExt cx="1047" cy="310"/>
            </a:xfrm>
          </p:grpSpPr>
          <p:sp>
            <p:nvSpPr>
              <p:cNvPr id="37065" name="Rectangle 201">
                <a:extLst>
                  <a:ext uri="{FF2B5EF4-FFF2-40B4-BE49-F238E27FC236}">
                    <a16:creationId xmlns:a16="http://schemas.microsoft.com/office/drawing/2014/main" id="{34E2ECAE-0FB6-4E60-833A-739587808FF6}"/>
                  </a:ext>
                </a:extLst>
              </p:cNvPr>
              <p:cNvSpPr>
                <a:spLocks noChangeArrowheads="1"/>
              </p:cNvSpPr>
              <p:nvPr/>
            </p:nvSpPr>
            <p:spPr bwMode="auto">
              <a:xfrm>
                <a:off x="2841" y="2056"/>
                <a:ext cx="4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CC3300"/>
                    </a:solidFill>
                    <a:latin typeface="Modern" pitchFamily="50"/>
                  </a:rPr>
                  <a:t>(</a:t>
                </a:r>
                <a:r>
                  <a:rPr lang="en-US" altLang="zh-CN" b="1">
                    <a:solidFill>
                      <a:srgbClr val="CC3300"/>
                    </a:solidFill>
                    <a:latin typeface="Modern" pitchFamily="50"/>
                    <a:ea typeface="仿宋_GB2312" pitchFamily="49" charset="-122"/>
                  </a:rPr>
                  <a:t>f</a:t>
                </a:r>
                <a:r>
                  <a:rPr lang="en-US" altLang="zh-CN" b="1">
                    <a:solidFill>
                      <a:srgbClr val="990000"/>
                    </a:solidFill>
                  </a:rPr>
                  <a:t>'</a:t>
                </a:r>
                <a:r>
                  <a:rPr lang="en-US" altLang="zh-CN" b="1">
                    <a:solidFill>
                      <a:srgbClr val="CC3300"/>
                    </a:solidFill>
                    <a:latin typeface="Modern" pitchFamily="50"/>
                  </a:rPr>
                  <a:t>)</a:t>
                </a:r>
                <a:r>
                  <a:rPr lang="en-US" altLang="zh-CN" b="1">
                    <a:solidFill>
                      <a:srgbClr val="CC3300"/>
                    </a:solidFill>
                    <a:latin typeface="Txt" pitchFamily="2" charset="0"/>
                    <a:ea typeface="仿宋_GB2312" pitchFamily="49" charset="-122"/>
                  </a:rPr>
                  <a:t> </a:t>
                </a:r>
              </a:p>
            </p:txBody>
          </p:sp>
          <p:sp>
            <p:nvSpPr>
              <p:cNvPr id="37066" name="Oval 202">
                <a:extLst>
                  <a:ext uri="{FF2B5EF4-FFF2-40B4-BE49-F238E27FC236}">
                    <a16:creationId xmlns:a16="http://schemas.microsoft.com/office/drawing/2014/main" id="{6594434B-7706-4DCE-AC8A-5298ADD0EBFD}"/>
                  </a:ext>
                </a:extLst>
              </p:cNvPr>
              <p:cNvSpPr>
                <a:spLocks noChangeArrowheads="1"/>
              </p:cNvSpPr>
              <p:nvPr/>
            </p:nvSpPr>
            <p:spPr bwMode="auto">
              <a:xfrm>
                <a:off x="2577" y="204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67" name="Rectangle 203">
                <a:extLst>
                  <a:ext uri="{FF2B5EF4-FFF2-40B4-BE49-F238E27FC236}">
                    <a16:creationId xmlns:a16="http://schemas.microsoft.com/office/drawing/2014/main" id="{4680984C-E442-43E2-A5CB-2AE98F5A8295}"/>
                  </a:ext>
                </a:extLst>
              </p:cNvPr>
              <p:cNvSpPr>
                <a:spLocks noChangeArrowheads="1"/>
              </p:cNvSpPr>
              <p:nvPr/>
            </p:nvSpPr>
            <p:spPr bwMode="auto">
              <a:xfrm>
                <a:off x="2265" y="20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CC3300"/>
                    </a:solidFill>
                    <a:latin typeface="Modern" pitchFamily="50"/>
                  </a:rPr>
                  <a:t>(</a:t>
                </a:r>
                <a:r>
                  <a:rPr lang="en-US" altLang="zh-CN" b="1">
                    <a:solidFill>
                      <a:srgbClr val="CC3300"/>
                    </a:solidFill>
                    <a:latin typeface="Modern" pitchFamily="50"/>
                    <a:ea typeface="仿宋_GB2312" pitchFamily="49" charset="-122"/>
                  </a:rPr>
                  <a:t>j</a:t>
                </a:r>
                <a:r>
                  <a:rPr lang="en-US" altLang="zh-CN" b="1">
                    <a:solidFill>
                      <a:srgbClr val="990000"/>
                    </a:solidFill>
                  </a:rPr>
                  <a:t>'</a:t>
                </a:r>
                <a:r>
                  <a:rPr lang="en-US" altLang="zh-CN" b="1">
                    <a:solidFill>
                      <a:srgbClr val="CC3300"/>
                    </a:solidFill>
                    <a:latin typeface="Modern" pitchFamily="50"/>
                  </a:rPr>
                  <a:t>)</a:t>
                </a:r>
                <a:r>
                  <a:rPr lang="en-US" altLang="zh-CN" b="1">
                    <a:solidFill>
                      <a:srgbClr val="CC3300"/>
                    </a:solidFill>
                    <a:latin typeface="Txt" pitchFamily="2" charset="0"/>
                    <a:ea typeface="仿宋_GB2312" pitchFamily="49" charset="-122"/>
                  </a:rPr>
                  <a:t> </a:t>
                </a:r>
              </a:p>
            </p:txBody>
          </p:sp>
          <p:sp>
            <p:nvSpPr>
              <p:cNvPr id="37068" name="Oval 204">
                <a:extLst>
                  <a:ext uri="{FF2B5EF4-FFF2-40B4-BE49-F238E27FC236}">
                    <a16:creationId xmlns:a16="http://schemas.microsoft.com/office/drawing/2014/main" id="{CB5C3CC0-849C-4C42-9A95-D22958B67911}"/>
                  </a:ext>
                </a:extLst>
              </p:cNvPr>
              <p:cNvSpPr>
                <a:spLocks noChangeArrowheads="1"/>
              </p:cNvSpPr>
              <p:nvPr/>
            </p:nvSpPr>
            <p:spPr bwMode="auto">
              <a:xfrm>
                <a:off x="3126" y="2034"/>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7069" name="Group 205">
            <a:extLst>
              <a:ext uri="{FF2B5EF4-FFF2-40B4-BE49-F238E27FC236}">
                <a16:creationId xmlns:a16="http://schemas.microsoft.com/office/drawing/2014/main" id="{D85710D6-69FB-4290-A1C3-1A26422538CF}"/>
              </a:ext>
            </a:extLst>
          </p:cNvPr>
          <p:cNvGrpSpPr>
            <a:grpSpLocks/>
          </p:cNvGrpSpPr>
          <p:nvPr/>
        </p:nvGrpSpPr>
        <p:grpSpPr bwMode="auto">
          <a:xfrm>
            <a:off x="3554413" y="4225925"/>
            <a:ext cx="2336800" cy="560388"/>
            <a:chOff x="2143" y="2470"/>
            <a:chExt cx="1472" cy="353"/>
          </a:xfrm>
        </p:grpSpPr>
        <p:sp>
          <p:nvSpPr>
            <p:cNvPr id="37070" name="Rectangle 206">
              <a:extLst>
                <a:ext uri="{FF2B5EF4-FFF2-40B4-BE49-F238E27FC236}">
                  <a16:creationId xmlns:a16="http://schemas.microsoft.com/office/drawing/2014/main" id="{8B00B46B-531E-49D7-92F6-68F23C2B5EAE}"/>
                </a:ext>
              </a:extLst>
            </p:cNvPr>
            <p:cNvSpPr>
              <a:spLocks noChangeArrowheads="1"/>
            </p:cNvSpPr>
            <p:nvPr/>
          </p:nvSpPr>
          <p:spPr bwMode="auto">
            <a:xfrm>
              <a:off x="3227" y="2470"/>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(f) </a:t>
              </a:r>
            </a:p>
          </p:txBody>
        </p:sp>
        <p:sp>
          <p:nvSpPr>
            <p:cNvPr id="37071" name="Text Box 207">
              <a:extLst>
                <a:ext uri="{FF2B5EF4-FFF2-40B4-BE49-F238E27FC236}">
                  <a16:creationId xmlns:a16="http://schemas.microsoft.com/office/drawing/2014/main" id="{ED4C33E2-D0B3-44B9-A7B9-68E29B1C5AE6}"/>
                </a:ext>
              </a:extLst>
            </p:cNvPr>
            <p:cNvSpPr txBox="1">
              <a:spLocks noChangeArrowheads="1"/>
            </p:cNvSpPr>
            <p:nvPr/>
          </p:nvSpPr>
          <p:spPr bwMode="auto">
            <a:xfrm>
              <a:off x="2143" y="2496"/>
              <a:ext cx="3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(j)</a:t>
              </a:r>
            </a:p>
          </p:txBody>
        </p:sp>
        <p:sp>
          <p:nvSpPr>
            <p:cNvPr id="37072" name="Rectangle 208">
              <a:extLst>
                <a:ext uri="{FF2B5EF4-FFF2-40B4-BE49-F238E27FC236}">
                  <a16:creationId xmlns:a16="http://schemas.microsoft.com/office/drawing/2014/main" id="{361D3958-323E-439E-90B7-1EA2E99F07FF}"/>
                </a:ext>
              </a:extLst>
            </p:cNvPr>
            <p:cNvSpPr>
              <a:spLocks noChangeArrowheads="1"/>
            </p:cNvSpPr>
            <p:nvPr/>
          </p:nvSpPr>
          <p:spPr bwMode="auto">
            <a:xfrm>
              <a:off x="3111" y="2488"/>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e</a:t>
              </a:r>
            </a:p>
          </p:txBody>
        </p:sp>
        <p:sp>
          <p:nvSpPr>
            <p:cNvPr id="37073" name="Text Box 209">
              <a:extLst>
                <a:ext uri="{FF2B5EF4-FFF2-40B4-BE49-F238E27FC236}">
                  <a16:creationId xmlns:a16="http://schemas.microsoft.com/office/drawing/2014/main" id="{15211446-DC52-4B6B-AEA4-0AD471DC339A}"/>
                </a:ext>
              </a:extLst>
            </p:cNvPr>
            <p:cNvSpPr txBox="1">
              <a:spLocks noChangeArrowheads="1"/>
            </p:cNvSpPr>
            <p:nvPr/>
          </p:nvSpPr>
          <p:spPr bwMode="auto">
            <a:xfrm>
              <a:off x="2373" y="2507"/>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a</a:t>
              </a:r>
              <a:endParaRPr lang="en-US" altLang="zh-CN">
                <a:solidFill>
                  <a:srgbClr val="CC3300"/>
                </a:solidFill>
                <a:latin typeface="Txt" pitchFamily="2" charset="0"/>
              </a:endParaRPr>
            </a:p>
          </p:txBody>
        </p:sp>
        <p:grpSp>
          <p:nvGrpSpPr>
            <p:cNvPr id="37074" name="Group 210">
              <a:extLst>
                <a:ext uri="{FF2B5EF4-FFF2-40B4-BE49-F238E27FC236}">
                  <a16:creationId xmlns:a16="http://schemas.microsoft.com/office/drawing/2014/main" id="{D20BC1B1-550B-4004-AC1A-FE21F769AC7E}"/>
                </a:ext>
              </a:extLst>
            </p:cNvPr>
            <p:cNvGrpSpPr>
              <a:grpSpLocks/>
            </p:cNvGrpSpPr>
            <p:nvPr/>
          </p:nvGrpSpPr>
          <p:grpSpPr bwMode="auto">
            <a:xfrm>
              <a:off x="2577" y="2763"/>
              <a:ext cx="600" cy="60"/>
              <a:chOff x="2577" y="2763"/>
              <a:chExt cx="600" cy="60"/>
            </a:xfrm>
          </p:grpSpPr>
          <p:sp>
            <p:nvSpPr>
              <p:cNvPr id="37075" name="Oval 211">
                <a:extLst>
                  <a:ext uri="{FF2B5EF4-FFF2-40B4-BE49-F238E27FC236}">
                    <a16:creationId xmlns:a16="http://schemas.microsoft.com/office/drawing/2014/main" id="{8D98D075-6786-40D5-AB0F-10FE8064467A}"/>
                  </a:ext>
                </a:extLst>
              </p:cNvPr>
              <p:cNvSpPr>
                <a:spLocks noChangeArrowheads="1"/>
              </p:cNvSpPr>
              <p:nvPr/>
            </p:nvSpPr>
            <p:spPr bwMode="auto">
              <a:xfrm>
                <a:off x="2577" y="2766"/>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76" name="Oval 212">
                <a:extLst>
                  <a:ext uri="{FF2B5EF4-FFF2-40B4-BE49-F238E27FC236}">
                    <a16:creationId xmlns:a16="http://schemas.microsoft.com/office/drawing/2014/main" id="{07C2A868-DFBD-4D08-8569-5A6B72C13281}"/>
                  </a:ext>
                </a:extLst>
              </p:cNvPr>
              <p:cNvSpPr>
                <a:spLocks noChangeArrowheads="1"/>
              </p:cNvSpPr>
              <p:nvPr/>
            </p:nvSpPr>
            <p:spPr bwMode="auto">
              <a:xfrm>
                <a:off x="3120" y="2763"/>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7077" name="Group 213">
            <a:extLst>
              <a:ext uri="{FF2B5EF4-FFF2-40B4-BE49-F238E27FC236}">
                <a16:creationId xmlns:a16="http://schemas.microsoft.com/office/drawing/2014/main" id="{CD902D90-10BC-42C6-A250-9EF607769482}"/>
              </a:ext>
            </a:extLst>
          </p:cNvPr>
          <p:cNvGrpSpPr>
            <a:grpSpLocks/>
          </p:cNvGrpSpPr>
          <p:nvPr/>
        </p:nvGrpSpPr>
        <p:grpSpPr bwMode="auto">
          <a:xfrm>
            <a:off x="3421063" y="4876800"/>
            <a:ext cx="2533650" cy="838200"/>
            <a:chOff x="2059" y="2880"/>
            <a:chExt cx="1596" cy="528"/>
          </a:xfrm>
        </p:grpSpPr>
        <p:sp>
          <p:nvSpPr>
            <p:cNvPr id="37078" name="Text Box 214">
              <a:extLst>
                <a:ext uri="{FF2B5EF4-FFF2-40B4-BE49-F238E27FC236}">
                  <a16:creationId xmlns:a16="http://schemas.microsoft.com/office/drawing/2014/main" id="{E9E85FFC-138F-4E5B-994A-0495CBA8DF6F}"/>
                </a:ext>
              </a:extLst>
            </p:cNvPr>
            <p:cNvSpPr txBox="1">
              <a:spLocks noChangeArrowheads="1"/>
            </p:cNvSpPr>
            <p:nvPr/>
          </p:nvSpPr>
          <p:spPr bwMode="auto">
            <a:xfrm>
              <a:off x="2059" y="3120"/>
              <a:ext cx="2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(i)</a:t>
              </a:r>
            </a:p>
          </p:txBody>
        </p:sp>
        <p:sp>
          <p:nvSpPr>
            <p:cNvPr id="37079" name="Rectangle 215">
              <a:extLst>
                <a:ext uri="{FF2B5EF4-FFF2-40B4-BE49-F238E27FC236}">
                  <a16:creationId xmlns:a16="http://schemas.microsoft.com/office/drawing/2014/main" id="{8B9B9542-DF68-4D50-9E4E-DB6FC338F003}"/>
                </a:ext>
              </a:extLst>
            </p:cNvPr>
            <p:cNvSpPr>
              <a:spLocks noChangeArrowheads="1"/>
            </p:cNvSpPr>
            <p:nvPr/>
          </p:nvSpPr>
          <p:spPr bwMode="auto">
            <a:xfrm>
              <a:off x="3312" y="3082"/>
              <a:ext cx="3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(g)</a:t>
              </a:r>
            </a:p>
          </p:txBody>
        </p:sp>
        <p:grpSp>
          <p:nvGrpSpPr>
            <p:cNvPr id="37080" name="Group 216">
              <a:extLst>
                <a:ext uri="{FF2B5EF4-FFF2-40B4-BE49-F238E27FC236}">
                  <a16:creationId xmlns:a16="http://schemas.microsoft.com/office/drawing/2014/main" id="{288BD3AB-7736-4288-B7A7-60350E4E5FA1}"/>
                </a:ext>
              </a:extLst>
            </p:cNvPr>
            <p:cNvGrpSpPr>
              <a:grpSpLocks/>
            </p:cNvGrpSpPr>
            <p:nvPr/>
          </p:nvGrpSpPr>
          <p:grpSpPr bwMode="auto">
            <a:xfrm>
              <a:off x="2097" y="2901"/>
              <a:ext cx="252" cy="288"/>
              <a:chOff x="2097" y="2901"/>
              <a:chExt cx="252" cy="288"/>
            </a:xfrm>
          </p:grpSpPr>
          <p:sp>
            <p:nvSpPr>
              <p:cNvPr id="37081" name="Text Box 217">
                <a:extLst>
                  <a:ext uri="{FF2B5EF4-FFF2-40B4-BE49-F238E27FC236}">
                    <a16:creationId xmlns:a16="http://schemas.microsoft.com/office/drawing/2014/main" id="{2044E926-425C-4C6D-9E59-51AE7AC028CE}"/>
                  </a:ext>
                </a:extLst>
              </p:cNvPr>
              <p:cNvSpPr txBox="1">
                <a:spLocks noChangeArrowheads="1"/>
              </p:cNvSpPr>
              <p:nvPr/>
            </p:nvSpPr>
            <p:spPr bwMode="auto">
              <a:xfrm>
                <a:off x="2097" y="2901"/>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b</a:t>
                </a:r>
                <a:endParaRPr lang="en-US" altLang="zh-CN">
                  <a:solidFill>
                    <a:srgbClr val="CC3300"/>
                  </a:solidFill>
                  <a:latin typeface="Txt" pitchFamily="2" charset="0"/>
                </a:endParaRPr>
              </a:p>
            </p:txBody>
          </p:sp>
          <p:sp>
            <p:nvSpPr>
              <p:cNvPr id="37082" name="Oval 218">
                <a:extLst>
                  <a:ext uri="{FF2B5EF4-FFF2-40B4-BE49-F238E27FC236}">
                    <a16:creationId xmlns:a16="http://schemas.microsoft.com/office/drawing/2014/main" id="{C21E2978-AB7B-49A5-919B-2373677B3915}"/>
                  </a:ext>
                </a:extLst>
              </p:cNvPr>
              <p:cNvSpPr>
                <a:spLocks noChangeArrowheads="1"/>
              </p:cNvSpPr>
              <p:nvPr/>
            </p:nvSpPr>
            <p:spPr bwMode="auto">
              <a:xfrm>
                <a:off x="2292" y="3043"/>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083" name="Group 219">
              <a:extLst>
                <a:ext uri="{FF2B5EF4-FFF2-40B4-BE49-F238E27FC236}">
                  <a16:creationId xmlns:a16="http://schemas.microsoft.com/office/drawing/2014/main" id="{AF934783-69BF-4BFB-BB77-DA002EFF952C}"/>
                </a:ext>
              </a:extLst>
            </p:cNvPr>
            <p:cNvGrpSpPr>
              <a:grpSpLocks/>
            </p:cNvGrpSpPr>
            <p:nvPr/>
          </p:nvGrpSpPr>
          <p:grpSpPr bwMode="auto">
            <a:xfrm>
              <a:off x="3399" y="2880"/>
              <a:ext cx="216" cy="288"/>
              <a:chOff x="3399" y="2880"/>
              <a:chExt cx="216" cy="288"/>
            </a:xfrm>
          </p:grpSpPr>
          <p:sp>
            <p:nvSpPr>
              <p:cNvPr id="37084" name="Rectangle 220">
                <a:extLst>
                  <a:ext uri="{FF2B5EF4-FFF2-40B4-BE49-F238E27FC236}">
                    <a16:creationId xmlns:a16="http://schemas.microsoft.com/office/drawing/2014/main" id="{890CBBC4-7A2A-4E03-BDD5-6953A68B050F}"/>
                  </a:ext>
                </a:extLst>
              </p:cNvPr>
              <p:cNvSpPr>
                <a:spLocks noChangeArrowheads="1"/>
              </p:cNvSpPr>
              <p:nvPr/>
            </p:nvSpPr>
            <p:spPr bwMode="auto">
              <a:xfrm>
                <a:off x="3408" y="2880"/>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d</a:t>
                </a:r>
              </a:p>
            </p:txBody>
          </p:sp>
          <p:sp>
            <p:nvSpPr>
              <p:cNvPr id="37085" name="Oval 221">
                <a:extLst>
                  <a:ext uri="{FF2B5EF4-FFF2-40B4-BE49-F238E27FC236}">
                    <a16:creationId xmlns:a16="http://schemas.microsoft.com/office/drawing/2014/main" id="{3E7606BF-661D-4CB1-906B-1D9F7BAC4260}"/>
                  </a:ext>
                </a:extLst>
              </p:cNvPr>
              <p:cNvSpPr>
                <a:spLocks noChangeArrowheads="1"/>
              </p:cNvSpPr>
              <p:nvPr/>
            </p:nvSpPr>
            <p:spPr bwMode="auto">
              <a:xfrm>
                <a:off x="3399" y="3033"/>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7086" name="Group 222">
            <a:extLst>
              <a:ext uri="{FF2B5EF4-FFF2-40B4-BE49-F238E27FC236}">
                <a16:creationId xmlns:a16="http://schemas.microsoft.com/office/drawing/2014/main" id="{7D4604DD-4AA4-4929-9037-1ABA4273B1D4}"/>
              </a:ext>
            </a:extLst>
          </p:cNvPr>
          <p:cNvGrpSpPr>
            <a:grpSpLocks/>
          </p:cNvGrpSpPr>
          <p:nvPr/>
        </p:nvGrpSpPr>
        <p:grpSpPr bwMode="auto">
          <a:xfrm>
            <a:off x="6496050" y="1397000"/>
            <a:ext cx="971550" cy="2657475"/>
            <a:chOff x="3996" y="688"/>
            <a:chExt cx="612" cy="1674"/>
          </a:xfrm>
        </p:grpSpPr>
        <p:grpSp>
          <p:nvGrpSpPr>
            <p:cNvPr id="37087" name="Group 223">
              <a:extLst>
                <a:ext uri="{FF2B5EF4-FFF2-40B4-BE49-F238E27FC236}">
                  <a16:creationId xmlns:a16="http://schemas.microsoft.com/office/drawing/2014/main" id="{59F6B1E3-D32D-4F7C-B6E9-04C0EEA22037}"/>
                </a:ext>
              </a:extLst>
            </p:cNvPr>
            <p:cNvGrpSpPr>
              <a:grpSpLocks/>
            </p:cNvGrpSpPr>
            <p:nvPr/>
          </p:nvGrpSpPr>
          <p:grpSpPr bwMode="auto">
            <a:xfrm>
              <a:off x="4086" y="2035"/>
              <a:ext cx="522" cy="327"/>
              <a:chOff x="4086" y="2035"/>
              <a:chExt cx="522" cy="327"/>
            </a:xfrm>
          </p:grpSpPr>
          <p:sp>
            <p:nvSpPr>
              <p:cNvPr id="37088" name="Oval 224">
                <a:extLst>
                  <a:ext uri="{FF2B5EF4-FFF2-40B4-BE49-F238E27FC236}">
                    <a16:creationId xmlns:a16="http://schemas.microsoft.com/office/drawing/2014/main" id="{764863E8-73D1-4E7D-98F9-9B42C306140C}"/>
                  </a:ext>
                </a:extLst>
              </p:cNvPr>
              <p:cNvSpPr>
                <a:spLocks noChangeArrowheads="1"/>
              </p:cNvSpPr>
              <p:nvPr/>
            </p:nvSpPr>
            <p:spPr bwMode="auto">
              <a:xfrm>
                <a:off x="4298" y="2040"/>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89" name="Text Box 225">
                <a:extLst>
                  <a:ext uri="{FF2B5EF4-FFF2-40B4-BE49-F238E27FC236}">
                    <a16:creationId xmlns:a16="http://schemas.microsoft.com/office/drawing/2014/main" id="{C04F96D2-1D2E-4F7D-8B99-AD4AA1FF1E0E}"/>
                  </a:ext>
                </a:extLst>
              </p:cNvPr>
              <p:cNvSpPr txBox="1">
                <a:spLocks noChangeArrowheads="1"/>
              </p:cNvSpPr>
              <p:nvPr/>
            </p:nvSpPr>
            <p:spPr bwMode="auto">
              <a:xfrm>
                <a:off x="4086" y="2035"/>
                <a:ext cx="2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a:solidFill>
                      <a:srgbClr val="CC3300"/>
                    </a:solidFill>
                    <a:latin typeface="Modern" pitchFamily="50"/>
                    <a:ea typeface="仿宋_GB2312" pitchFamily="49" charset="-122"/>
                  </a:rPr>
                  <a:t>j</a:t>
                </a:r>
                <a:r>
                  <a:rPr lang="en-US" altLang="zh-CN" b="1">
                    <a:solidFill>
                      <a:srgbClr val="CC3300"/>
                    </a:solidFill>
                    <a:latin typeface="Modern" pitchFamily="50"/>
                    <a:ea typeface="仿宋_GB2312" pitchFamily="49" charset="-122"/>
                  </a:rPr>
                  <a:t>"</a:t>
                </a:r>
                <a:endParaRPr lang="en-US" altLang="zh-CN" sz="2800" b="1">
                  <a:solidFill>
                    <a:srgbClr val="CC3300"/>
                  </a:solidFill>
                  <a:latin typeface="仿宋_GB2312" pitchFamily="49" charset="-122"/>
                  <a:ea typeface="仿宋_GB2312" pitchFamily="49" charset="-122"/>
                </a:endParaRPr>
              </a:p>
            </p:txBody>
          </p:sp>
          <p:sp>
            <p:nvSpPr>
              <p:cNvPr id="37090" name="Rectangle 226">
                <a:extLst>
                  <a:ext uri="{FF2B5EF4-FFF2-40B4-BE49-F238E27FC236}">
                    <a16:creationId xmlns:a16="http://schemas.microsoft.com/office/drawing/2014/main" id="{160828EF-4388-4665-AA0A-9EA5C4C62DC8}"/>
                  </a:ext>
                </a:extLst>
              </p:cNvPr>
              <p:cNvSpPr>
                <a:spLocks noChangeArrowheads="1"/>
              </p:cNvSpPr>
              <p:nvPr/>
            </p:nvSpPr>
            <p:spPr bwMode="auto">
              <a:xfrm>
                <a:off x="4220" y="2074"/>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(f")</a:t>
                </a:r>
                <a:endParaRPr lang="en-US" altLang="zh-CN" b="1">
                  <a:solidFill>
                    <a:srgbClr val="CC3300"/>
                  </a:solidFill>
                  <a:latin typeface="仿宋_GB2312" pitchFamily="49" charset="-122"/>
                  <a:ea typeface="仿宋_GB2312" pitchFamily="49" charset="-122"/>
                </a:endParaRPr>
              </a:p>
            </p:txBody>
          </p:sp>
        </p:grpSp>
        <p:grpSp>
          <p:nvGrpSpPr>
            <p:cNvPr id="37091" name="Group 227">
              <a:extLst>
                <a:ext uri="{FF2B5EF4-FFF2-40B4-BE49-F238E27FC236}">
                  <a16:creationId xmlns:a16="http://schemas.microsoft.com/office/drawing/2014/main" id="{966CFA9C-B504-4496-BA73-8E230545B104}"/>
                </a:ext>
              </a:extLst>
            </p:cNvPr>
            <p:cNvGrpSpPr>
              <a:grpSpLocks/>
            </p:cNvGrpSpPr>
            <p:nvPr/>
          </p:nvGrpSpPr>
          <p:grpSpPr bwMode="auto">
            <a:xfrm>
              <a:off x="3996" y="688"/>
              <a:ext cx="416" cy="551"/>
              <a:chOff x="3996" y="688"/>
              <a:chExt cx="416" cy="551"/>
            </a:xfrm>
          </p:grpSpPr>
          <p:grpSp>
            <p:nvGrpSpPr>
              <p:cNvPr id="37092" name="Group 228">
                <a:extLst>
                  <a:ext uri="{FF2B5EF4-FFF2-40B4-BE49-F238E27FC236}">
                    <a16:creationId xmlns:a16="http://schemas.microsoft.com/office/drawing/2014/main" id="{2F77C19C-7EDB-4EC1-B73A-41DEFC041F49}"/>
                  </a:ext>
                </a:extLst>
              </p:cNvPr>
              <p:cNvGrpSpPr>
                <a:grpSpLocks/>
              </p:cNvGrpSpPr>
              <p:nvPr/>
            </p:nvGrpSpPr>
            <p:grpSpPr bwMode="auto">
              <a:xfrm>
                <a:off x="3996" y="688"/>
                <a:ext cx="416" cy="306"/>
                <a:chOff x="3996" y="688"/>
                <a:chExt cx="416" cy="306"/>
              </a:xfrm>
            </p:grpSpPr>
            <p:sp>
              <p:nvSpPr>
                <p:cNvPr id="37093" name="Oval 229">
                  <a:extLst>
                    <a:ext uri="{FF2B5EF4-FFF2-40B4-BE49-F238E27FC236}">
                      <a16:creationId xmlns:a16="http://schemas.microsoft.com/office/drawing/2014/main" id="{2958B197-C2FA-4735-B944-9284C3FD6663}"/>
                    </a:ext>
                  </a:extLst>
                </p:cNvPr>
                <p:cNvSpPr>
                  <a:spLocks noChangeArrowheads="1"/>
                </p:cNvSpPr>
                <p:nvPr/>
              </p:nvSpPr>
              <p:spPr bwMode="auto">
                <a:xfrm>
                  <a:off x="4295" y="937"/>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94" name="Rectangle 230">
                  <a:extLst>
                    <a:ext uri="{FF2B5EF4-FFF2-40B4-BE49-F238E27FC236}">
                      <a16:creationId xmlns:a16="http://schemas.microsoft.com/office/drawing/2014/main" id="{605743A5-4D5E-449F-85ED-FAE83CACA44C}"/>
                    </a:ext>
                  </a:extLst>
                </p:cNvPr>
                <p:cNvSpPr>
                  <a:spLocks noChangeArrowheads="1"/>
                </p:cNvSpPr>
                <p:nvPr/>
              </p:nvSpPr>
              <p:spPr bwMode="auto">
                <a:xfrm>
                  <a:off x="3996" y="688"/>
                  <a:ext cx="4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(e")</a:t>
                  </a:r>
                  <a:endParaRPr lang="en-US" altLang="zh-CN" b="1">
                    <a:solidFill>
                      <a:srgbClr val="CC3300"/>
                    </a:solidFill>
                    <a:latin typeface="仿宋_GB2312" pitchFamily="49" charset="-122"/>
                    <a:ea typeface="仿宋_GB2312" pitchFamily="49" charset="-122"/>
                  </a:endParaRPr>
                </a:p>
              </p:txBody>
            </p:sp>
          </p:grpSp>
          <p:grpSp>
            <p:nvGrpSpPr>
              <p:cNvPr id="37095" name="Group 231">
                <a:extLst>
                  <a:ext uri="{FF2B5EF4-FFF2-40B4-BE49-F238E27FC236}">
                    <a16:creationId xmlns:a16="http://schemas.microsoft.com/office/drawing/2014/main" id="{22789138-31F6-4F36-8506-76A5C644BD94}"/>
                  </a:ext>
                </a:extLst>
              </p:cNvPr>
              <p:cNvGrpSpPr>
                <a:grpSpLocks/>
              </p:cNvGrpSpPr>
              <p:nvPr/>
            </p:nvGrpSpPr>
            <p:grpSpPr bwMode="auto">
              <a:xfrm>
                <a:off x="4044" y="924"/>
                <a:ext cx="272" cy="315"/>
                <a:chOff x="4041" y="933"/>
                <a:chExt cx="272" cy="315"/>
              </a:xfrm>
            </p:grpSpPr>
            <p:sp>
              <p:nvSpPr>
                <p:cNvPr id="37096" name="Text Box 232">
                  <a:extLst>
                    <a:ext uri="{FF2B5EF4-FFF2-40B4-BE49-F238E27FC236}">
                      <a16:creationId xmlns:a16="http://schemas.microsoft.com/office/drawing/2014/main" id="{62DCAE00-8D7C-4098-88B0-89E31BC93331}"/>
                    </a:ext>
                  </a:extLst>
                </p:cNvPr>
                <p:cNvSpPr txBox="1">
                  <a:spLocks noChangeArrowheads="1"/>
                </p:cNvSpPr>
                <p:nvPr/>
              </p:nvSpPr>
              <p:spPr bwMode="auto">
                <a:xfrm>
                  <a:off x="4041" y="93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rPr>
                    <a:t>a</a:t>
                  </a:r>
                  <a:endParaRPr lang="en-US" altLang="zh-CN">
                    <a:solidFill>
                      <a:srgbClr val="CC3300"/>
                    </a:solidFill>
                    <a:latin typeface="Txt" pitchFamily="2" charset="0"/>
                  </a:endParaRPr>
                </a:p>
              </p:txBody>
            </p:sp>
            <p:sp>
              <p:nvSpPr>
                <p:cNvPr id="37097" name="Rectangle 233">
                  <a:extLst>
                    <a:ext uri="{FF2B5EF4-FFF2-40B4-BE49-F238E27FC236}">
                      <a16:creationId xmlns:a16="http://schemas.microsoft.com/office/drawing/2014/main" id="{89BDDF27-C017-4B54-BF2C-B840EE4538DB}"/>
                    </a:ext>
                  </a:extLst>
                </p:cNvPr>
                <p:cNvSpPr>
                  <a:spLocks noChangeArrowheads="1"/>
                </p:cNvSpPr>
                <p:nvPr/>
              </p:nvSpPr>
              <p:spPr bwMode="auto">
                <a:xfrm>
                  <a:off x="4120" y="960"/>
                  <a:ext cx="19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a:t>
                  </a:r>
                </a:p>
              </p:txBody>
            </p:sp>
          </p:grpSp>
        </p:grpSp>
      </p:grpSp>
      <p:grpSp>
        <p:nvGrpSpPr>
          <p:cNvPr id="37098" name="Group 234">
            <a:extLst>
              <a:ext uri="{FF2B5EF4-FFF2-40B4-BE49-F238E27FC236}">
                <a16:creationId xmlns:a16="http://schemas.microsoft.com/office/drawing/2014/main" id="{8CF8E0DF-2841-43CA-BF65-227D40779E99}"/>
              </a:ext>
            </a:extLst>
          </p:cNvPr>
          <p:cNvGrpSpPr>
            <a:grpSpLocks/>
          </p:cNvGrpSpPr>
          <p:nvPr/>
        </p:nvGrpSpPr>
        <p:grpSpPr bwMode="auto">
          <a:xfrm>
            <a:off x="4413250" y="6005513"/>
            <a:ext cx="703263" cy="471487"/>
            <a:chOff x="2684" y="3591"/>
            <a:chExt cx="443" cy="297"/>
          </a:xfrm>
        </p:grpSpPr>
        <p:sp>
          <p:nvSpPr>
            <p:cNvPr id="37099" name="Rectangle 235">
              <a:extLst>
                <a:ext uri="{FF2B5EF4-FFF2-40B4-BE49-F238E27FC236}">
                  <a16:creationId xmlns:a16="http://schemas.microsoft.com/office/drawing/2014/main" id="{5D093A1E-CF02-4C55-B4AF-AB1E74147BA5}"/>
                </a:ext>
              </a:extLst>
            </p:cNvPr>
            <p:cNvSpPr>
              <a:spLocks noChangeArrowheads="1"/>
            </p:cNvSpPr>
            <p:nvPr/>
          </p:nvSpPr>
          <p:spPr bwMode="auto">
            <a:xfrm>
              <a:off x="2784" y="3598"/>
              <a:ext cx="3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3300"/>
                  </a:solidFill>
                  <a:latin typeface="Modern" pitchFamily="50"/>
                  <a:ea typeface="仿宋_GB2312" pitchFamily="49" charset="-122"/>
                </a:rPr>
                <a:t>(h)</a:t>
              </a:r>
              <a:endParaRPr lang="en-US" altLang="zh-CN" sz="2000" b="1">
                <a:solidFill>
                  <a:srgbClr val="CC3300"/>
                </a:solidFill>
                <a:latin typeface="仿宋_GB2312" pitchFamily="49" charset="-122"/>
                <a:ea typeface="仿宋_GB2312" pitchFamily="49" charset="-122"/>
              </a:endParaRPr>
            </a:p>
          </p:txBody>
        </p:sp>
        <p:grpSp>
          <p:nvGrpSpPr>
            <p:cNvPr id="37100" name="Group 236">
              <a:extLst>
                <a:ext uri="{FF2B5EF4-FFF2-40B4-BE49-F238E27FC236}">
                  <a16:creationId xmlns:a16="http://schemas.microsoft.com/office/drawing/2014/main" id="{EE576579-CE55-457A-90A2-8F09A9352B63}"/>
                </a:ext>
              </a:extLst>
            </p:cNvPr>
            <p:cNvGrpSpPr>
              <a:grpSpLocks/>
            </p:cNvGrpSpPr>
            <p:nvPr/>
          </p:nvGrpSpPr>
          <p:grpSpPr bwMode="auto">
            <a:xfrm>
              <a:off x="2684" y="3591"/>
              <a:ext cx="219" cy="297"/>
              <a:chOff x="2684" y="3591"/>
              <a:chExt cx="219" cy="297"/>
            </a:xfrm>
          </p:grpSpPr>
          <p:sp>
            <p:nvSpPr>
              <p:cNvPr id="37101" name="Rectangle 237">
                <a:extLst>
                  <a:ext uri="{FF2B5EF4-FFF2-40B4-BE49-F238E27FC236}">
                    <a16:creationId xmlns:a16="http://schemas.microsoft.com/office/drawing/2014/main" id="{0507707A-BEDC-4337-AA4B-47CAC897B065}"/>
                  </a:ext>
                </a:extLst>
              </p:cNvPr>
              <p:cNvSpPr>
                <a:spLocks noChangeArrowheads="1"/>
              </p:cNvSpPr>
              <p:nvPr/>
            </p:nvSpPr>
            <p:spPr bwMode="auto">
              <a:xfrm>
                <a:off x="2684" y="3638"/>
                <a:ext cx="1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a:solidFill>
                      <a:srgbClr val="CC3300"/>
                    </a:solidFill>
                    <a:latin typeface="Modern" pitchFamily="50"/>
                    <a:ea typeface="仿宋_GB2312" pitchFamily="49" charset="-122"/>
                  </a:rPr>
                  <a:t>C</a:t>
                </a:r>
                <a:endParaRPr lang="en-US" altLang="zh-CN" sz="2000" b="1">
                  <a:solidFill>
                    <a:srgbClr val="CC3300"/>
                  </a:solidFill>
                  <a:latin typeface="仿宋_GB2312" pitchFamily="49" charset="-122"/>
                  <a:ea typeface="仿宋_GB2312" pitchFamily="49" charset="-122"/>
                </a:endParaRPr>
              </a:p>
            </p:txBody>
          </p:sp>
          <p:sp>
            <p:nvSpPr>
              <p:cNvPr id="37102" name="Oval 238">
                <a:extLst>
                  <a:ext uri="{FF2B5EF4-FFF2-40B4-BE49-F238E27FC236}">
                    <a16:creationId xmlns:a16="http://schemas.microsoft.com/office/drawing/2014/main" id="{D75561E8-6170-4097-81CE-EE031EFF5D6A}"/>
                  </a:ext>
                </a:extLst>
              </p:cNvPr>
              <p:cNvSpPr>
                <a:spLocks noChangeArrowheads="1"/>
              </p:cNvSpPr>
              <p:nvPr/>
            </p:nvSpPr>
            <p:spPr bwMode="auto">
              <a:xfrm>
                <a:off x="2846" y="3591"/>
                <a:ext cx="57" cy="57"/>
              </a:xfrm>
              <a:prstGeom prst="ellipse">
                <a:avLst/>
              </a:prstGeom>
              <a:solidFill>
                <a:srgbClr val="99FF33"/>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37103" name="Rectangle 239">
            <a:extLst>
              <a:ext uri="{FF2B5EF4-FFF2-40B4-BE49-F238E27FC236}">
                <a16:creationId xmlns:a16="http://schemas.microsoft.com/office/drawing/2014/main" id="{2714AE4F-569B-4CFB-AFEC-248E5C8DB646}"/>
              </a:ext>
            </a:extLst>
          </p:cNvPr>
          <p:cNvSpPr>
            <a:spLocks noGrp="1" noChangeArrowheads="1"/>
          </p:cNvSpPr>
          <p:nvPr>
            <p:ph type="title" idx="4294967295"/>
          </p:nvPr>
        </p:nvSpPr>
        <p:spPr>
          <a:xfrm flipH="1">
            <a:off x="2895600" y="381000"/>
            <a:ext cx="152400" cy="304800"/>
          </a:xfrm>
        </p:spPr>
        <p:txBody>
          <a:bodyPr/>
          <a:lstStyle/>
          <a:p>
            <a:pPr algn="r"/>
            <a:r>
              <a:rPr lang="zh-CN" altLang="en-US" sz="200">
                <a:solidFill>
                  <a:schemeClr val="bg1"/>
                </a:solidFill>
              </a:rPr>
              <a:t>例</a:t>
            </a:r>
            <a:r>
              <a:rPr lang="en-US" altLang="zh-CN" sz="200">
                <a:solidFill>
                  <a:schemeClr val="bg1"/>
                </a:solidFill>
              </a:rPr>
              <a:t>2:  </a:t>
            </a:r>
            <a:r>
              <a:rPr lang="zh-CN" altLang="en-US" sz="200">
                <a:solidFill>
                  <a:schemeClr val="bg1"/>
                </a:solidFill>
              </a:rPr>
              <a:t>三棱柱与四棱柱相贯</a:t>
            </a:r>
          </a:p>
        </p:txBody>
      </p:sp>
      <p:sp>
        <p:nvSpPr>
          <p:cNvPr id="37104" name="Freeform 240">
            <a:extLst>
              <a:ext uri="{FF2B5EF4-FFF2-40B4-BE49-F238E27FC236}">
                <a16:creationId xmlns:a16="http://schemas.microsoft.com/office/drawing/2014/main" id="{5EE30004-EF9F-4DB1-A1EA-1628642F2C2D}"/>
              </a:ext>
            </a:extLst>
          </p:cNvPr>
          <p:cNvSpPr>
            <a:spLocks/>
          </p:cNvSpPr>
          <p:nvPr/>
        </p:nvSpPr>
        <p:spPr bwMode="auto">
          <a:xfrm>
            <a:off x="5162550" y="1835150"/>
            <a:ext cx="1588" cy="1744663"/>
          </a:xfrm>
          <a:custGeom>
            <a:avLst/>
            <a:gdLst>
              <a:gd name="T0" fmla="*/ 0 w 1"/>
              <a:gd name="T1" fmla="*/ 1099 h 1099"/>
              <a:gd name="T2" fmla="*/ 0 w 1"/>
              <a:gd name="T3" fmla="*/ 0 h 1099"/>
            </a:gdLst>
            <a:ahLst/>
            <a:cxnLst>
              <a:cxn ang="0">
                <a:pos x="T0" y="T1"/>
              </a:cxn>
              <a:cxn ang="0">
                <a:pos x="T2" y="T3"/>
              </a:cxn>
            </a:cxnLst>
            <a:rect l="0" t="0" r="r" b="b"/>
            <a:pathLst>
              <a:path w="1" h="1099">
                <a:moveTo>
                  <a:pt x="0" y="1099"/>
                </a:moveTo>
                <a:lnTo>
                  <a:pt x="0" y="0"/>
                </a:lnTo>
              </a:path>
            </a:pathLst>
          </a:custGeom>
          <a:solidFill>
            <a:srgbClr val="FFFFFF"/>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05" name="Freeform 241">
            <a:extLst>
              <a:ext uri="{FF2B5EF4-FFF2-40B4-BE49-F238E27FC236}">
                <a16:creationId xmlns:a16="http://schemas.microsoft.com/office/drawing/2014/main" id="{F8F24F28-FF4F-4364-AF89-EE136D70CFF0}"/>
              </a:ext>
            </a:extLst>
          </p:cNvPr>
          <p:cNvSpPr>
            <a:spLocks/>
          </p:cNvSpPr>
          <p:nvPr/>
        </p:nvSpPr>
        <p:spPr bwMode="auto">
          <a:xfrm>
            <a:off x="3886200" y="1835150"/>
            <a:ext cx="1752600" cy="76200"/>
          </a:xfrm>
          <a:custGeom>
            <a:avLst/>
            <a:gdLst>
              <a:gd name="T0" fmla="*/ 0 w 274"/>
              <a:gd name="T1" fmla="*/ 0 h 1"/>
              <a:gd name="T2" fmla="*/ 274 w 274"/>
              <a:gd name="T3" fmla="*/ 0 h 1"/>
            </a:gdLst>
            <a:ahLst/>
            <a:cxnLst>
              <a:cxn ang="0">
                <a:pos x="T0" y="T1"/>
              </a:cxn>
              <a:cxn ang="0">
                <a:pos x="T2" y="T3"/>
              </a:cxn>
            </a:cxnLst>
            <a:rect l="0" t="0" r="r" b="b"/>
            <a:pathLst>
              <a:path w="274" h="1">
                <a:moveTo>
                  <a:pt x="0" y="0"/>
                </a:moveTo>
                <a:lnTo>
                  <a:pt x="274" y="0"/>
                </a:lnTo>
              </a:path>
            </a:pathLst>
          </a:custGeom>
          <a:noFill/>
          <a:ln w="3810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06" name="Freeform 242">
            <a:extLst>
              <a:ext uri="{FF2B5EF4-FFF2-40B4-BE49-F238E27FC236}">
                <a16:creationId xmlns:a16="http://schemas.microsoft.com/office/drawing/2014/main" id="{BAC1E48A-1EAC-4C3B-8BB2-C015DDC4BE84}"/>
              </a:ext>
            </a:extLst>
          </p:cNvPr>
          <p:cNvSpPr>
            <a:spLocks/>
          </p:cNvSpPr>
          <p:nvPr/>
        </p:nvSpPr>
        <p:spPr bwMode="auto">
          <a:xfrm>
            <a:off x="5162550" y="1828800"/>
            <a:ext cx="1588" cy="1744663"/>
          </a:xfrm>
          <a:custGeom>
            <a:avLst/>
            <a:gdLst>
              <a:gd name="T0" fmla="*/ 0 w 1"/>
              <a:gd name="T1" fmla="*/ 1099 h 1099"/>
              <a:gd name="T2" fmla="*/ 0 w 1"/>
              <a:gd name="T3" fmla="*/ 0 h 1099"/>
            </a:gdLst>
            <a:ahLst/>
            <a:cxnLst>
              <a:cxn ang="0">
                <a:pos x="T0" y="T1"/>
              </a:cxn>
              <a:cxn ang="0">
                <a:pos x="T2" y="T3"/>
              </a:cxn>
            </a:cxnLst>
            <a:rect l="0" t="0" r="r" b="b"/>
            <a:pathLst>
              <a:path w="1" h="1099">
                <a:moveTo>
                  <a:pt x="0" y="1099"/>
                </a:moveTo>
                <a:lnTo>
                  <a:pt x="0" y="0"/>
                </a:lnTo>
              </a:path>
            </a:pathLst>
          </a:custGeom>
          <a:solidFill>
            <a:srgbClr val="FFFFFF"/>
          </a:solidFill>
          <a:ln w="38100" cap="flat" cmpd="sng">
            <a:solidFill>
              <a:srgbClr val="CC33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07" name="Freeform 243">
            <a:extLst>
              <a:ext uri="{FF2B5EF4-FFF2-40B4-BE49-F238E27FC236}">
                <a16:creationId xmlns:a16="http://schemas.microsoft.com/office/drawing/2014/main" id="{B3C494C9-34C7-416A-ABCE-F207D6C68975}"/>
              </a:ext>
            </a:extLst>
          </p:cNvPr>
          <p:cNvSpPr>
            <a:spLocks/>
          </p:cNvSpPr>
          <p:nvPr/>
        </p:nvSpPr>
        <p:spPr bwMode="auto">
          <a:xfrm>
            <a:off x="4286250" y="1835150"/>
            <a:ext cx="3175" cy="1763713"/>
          </a:xfrm>
          <a:custGeom>
            <a:avLst/>
            <a:gdLst>
              <a:gd name="T0" fmla="*/ 0 w 2"/>
              <a:gd name="T1" fmla="*/ 1111 h 1111"/>
              <a:gd name="T2" fmla="*/ 2 w 2"/>
              <a:gd name="T3" fmla="*/ 0 h 1111"/>
            </a:gdLst>
            <a:ahLst/>
            <a:cxnLst>
              <a:cxn ang="0">
                <a:pos x="T0" y="T1"/>
              </a:cxn>
              <a:cxn ang="0">
                <a:pos x="T2" y="T3"/>
              </a:cxn>
            </a:cxnLst>
            <a:rect l="0" t="0" r="r" b="b"/>
            <a:pathLst>
              <a:path w="2" h="1111">
                <a:moveTo>
                  <a:pt x="0" y="1111"/>
                </a:moveTo>
                <a:lnTo>
                  <a:pt x="2" y="0"/>
                </a:lnTo>
              </a:path>
            </a:pathLst>
          </a:custGeom>
          <a:solidFill>
            <a:schemeClr val="bg1"/>
          </a:solidFill>
          <a:ln w="38100" cap="flat" cmpd="sng">
            <a:solidFill>
              <a:srgbClr val="CC33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7108" name="Group 244">
            <a:extLst>
              <a:ext uri="{FF2B5EF4-FFF2-40B4-BE49-F238E27FC236}">
                <a16:creationId xmlns:a16="http://schemas.microsoft.com/office/drawing/2014/main" id="{E95C0D94-A1CF-44D0-BBAD-29A86C5EF2BF}"/>
              </a:ext>
            </a:extLst>
          </p:cNvPr>
          <p:cNvGrpSpPr>
            <a:grpSpLocks/>
          </p:cNvGrpSpPr>
          <p:nvPr/>
        </p:nvGrpSpPr>
        <p:grpSpPr bwMode="auto">
          <a:xfrm>
            <a:off x="3886200" y="1825625"/>
            <a:ext cx="1768475" cy="3175"/>
            <a:chOff x="2323" y="959"/>
            <a:chExt cx="1114" cy="2"/>
          </a:xfrm>
        </p:grpSpPr>
        <p:sp>
          <p:nvSpPr>
            <p:cNvPr id="37109" name="Freeform 245">
              <a:extLst>
                <a:ext uri="{FF2B5EF4-FFF2-40B4-BE49-F238E27FC236}">
                  <a16:creationId xmlns:a16="http://schemas.microsoft.com/office/drawing/2014/main" id="{E230031B-52B3-4F00-83B7-C676819ADA5F}"/>
                </a:ext>
              </a:extLst>
            </p:cNvPr>
            <p:cNvSpPr>
              <a:spLocks noChangeArrowheads="1"/>
            </p:cNvSpPr>
            <p:nvPr/>
          </p:nvSpPr>
          <p:spPr bwMode="auto">
            <a:xfrm>
              <a:off x="2323" y="959"/>
              <a:ext cx="281" cy="1"/>
            </a:xfrm>
            <a:custGeom>
              <a:avLst/>
              <a:gdLst>
                <a:gd name="T0" fmla="*/ 0 w 281"/>
                <a:gd name="T1" fmla="*/ 0 h 1"/>
                <a:gd name="T2" fmla="*/ 281 w 281"/>
                <a:gd name="T3" fmla="*/ 1 h 1"/>
              </a:gdLst>
              <a:ahLst/>
              <a:cxnLst>
                <a:cxn ang="0">
                  <a:pos x="T0" y="T1"/>
                </a:cxn>
                <a:cxn ang="0">
                  <a:pos x="T2" y="T3"/>
                </a:cxn>
              </a:cxnLst>
              <a:rect l="0" t="0" r="r" b="b"/>
              <a:pathLst>
                <a:path w="281" h="1">
                  <a:moveTo>
                    <a:pt x="0" y="0"/>
                  </a:moveTo>
                  <a:lnTo>
                    <a:pt x="281" y="1"/>
                  </a:lnTo>
                </a:path>
              </a:pathLst>
            </a:custGeom>
            <a:solidFill>
              <a:srgbClr val="FFFFFF"/>
            </a:solidFill>
            <a:ln w="38100" cap="flat" cmpd="sng">
              <a:solidFill>
                <a:srgbClr val="0066FF"/>
              </a:solidFill>
              <a:prstDash val="dash"/>
              <a:round/>
              <a:headEnd/>
              <a:tailEnd/>
            </a:ln>
          </p:spPr>
          <p:txBody>
            <a:bodyPr/>
            <a:lstStyle/>
            <a:p>
              <a:endParaRPr lang="en-US"/>
            </a:p>
          </p:txBody>
        </p:sp>
        <p:sp>
          <p:nvSpPr>
            <p:cNvPr id="37110" name="Freeform 246">
              <a:extLst>
                <a:ext uri="{FF2B5EF4-FFF2-40B4-BE49-F238E27FC236}">
                  <a16:creationId xmlns:a16="http://schemas.microsoft.com/office/drawing/2014/main" id="{3306E4E3-7329-4C0A-99E2-0CC254EEB40B}"/>
                </a:ext>
              </a:extLst>
            </p:cNvPr>
            <p:cNvSpPr>
              <a:spLocks/>
            </p:cNvSpPr>
            <p:nvPr/>
          </p:nvSpPr>
          <p:spPr bwMode="auto">
            <a:xfrm>
              <a:off x="3163" y="960"/>
              <a:ext cx="274" cy="1"/>
            </a:xfrm>
            <a:custGeom>
              <a:avLst/>
              <a:gdLst>
                <a:gd name="T0" fmla="*/ 0 w 274"/>
                <a:gd name="T1" fmla="*/ 0 h 1"/>
                <a:gd name="T2" fmla="*/ 274 w 274"/>
                <a:gd name="T3" fmla="*/ 0 h 1"/>
              </a:gdLst>
              <a:ahLst/>
              <a:cxnLst>
                <a:cxn ang="0">
                  <a:pos x="T0" y="T1"/>
                </a:cxn>
                <a:cxn ang="0">
                  <a:pos x="T2" y="T3"/>
                </a:cxn>
              </a:cxnLst>
              <a:rect l="0" t="0" r="r" b="b"/>
              <a:pathLst>
                <a:path w="274" h="1">
                  <a:moveTo>
                    <a:pt x="0" y="0"/>
                  </a:moveTo>
                  <a:lnTo>
                    <a:pt x="274" y="0"/>
                  </a:lnTo>
                </a:path>
              </a:pathLst>
            </a:custGeom>
            <a:noFill/>
            <a:ln w="38100" cap="flat" cmpd="sng">
              <a:solidFill>
                <a:srgbClr val="0066FF"/>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111" name="Group 247">
            <a:extLst>
              <a:ext uri="{FF2B5EF4-FFF2-40B4-BE49-F238E27FC236}">
                <a16:creationId xmlns:a16="http://schemas.microsoft.com/office/drawing/2014/main" id="{EC3B3E42-4C37-4FD0-AECE-EC6E042190D4}"/>
              </a:ext>
            </a:extLst>
          </p:cNvPr>
          <p:cNvGrpSpPr>
            <a:grpSpLocks/>
          </p:cNvGrpSpPr>
          <p:nvPr/>
        </p:nvGrpSpPr>
        <p:grpSpPr bwMode="auto">
          <a:xfrm>
            <a:off x="3846513" y="1422400"/>
            <a:ext cx="1763712" cy="2608263"/>
            <a:chOff x="2327" y="704"/>
            <a:chExt cx="1111" cy="1643"/>
          </a:xfrm>
        </p:grpSpPr>
        <p:grpSp>
          <p:nvGrpSpPr>
            <p:cNvPr id="37112" name="Group 248">
              <a:extLst>
                <a:ext uri="{FF2B5EF4-FFF2-40B4-BE49-F238E27FC236}">
                  <a16:creationId xmlns:a16="http://schemas.microsoft.com/office/drawing/2014/main" id="{483271BA-6364-439F-8474-FF2203FAE684}"/>
                </a:ext>
              </a:extLst>
            </p:cNvPr>
            <p:cNvGrpSpPr>
              <a:grpSpLocks/>
            </p:cNvGrpSpPr>
            <p:nvPr/>
          </p:nvGrpSpPr>
          <p:grpSpPr bwMode="auto">
            <a:xfrm>
              <a:off x="2327" y="707"/>
              <a:ext cx="1110" cy="264"/>
              <a:chOff x="2327" y="707"/>
              <a:chExt cx="1110" cy="264"/>
            </a:xfrm>
          </p:grpSpPr>
          <p:sp>
            <p:nvSpPr>
              <p:cNvPr id="37113" name="Line 249">
                <a:extLst>
                  <a:ext uri="{FF2B5EF4-FFF2-40B4-BE49-F238E27FC236}">
                    <a16:creationId xmlns:a16="http://schemas.microsoft.com/office/drawing/2014/main" id="{8B6B3DFB-976A-45A7-8991-BB8B586559CC}"/>
                  </a:ext>
                </a:extLst>
              </p:cNvPr>
              <p:cNvSpPr>
                <a:spLocks noChangeShapeType="1"/>
              </p:cNvSpPr>
              <p:nvPr/>
            </p:nvSpPr>
            <p:spPr bwMode="auto">
              <a:xfrm>
                <a:off x="2327" y="712"/>
                <a:ext cx="1109"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114" name="Freeform 250">
                <a:extLst>
                  <a:ext uri="{FF2B5EF4-FFF2-40B4-BE49-F238E27FC236}">
                    <a16:creationId xmlns:a16="http://schemas.microsoft.com/office/drawing/2014/main" id="{AAD9C7CE-7124-4AB4-9A1D-44081F9D5977}"/>
                  </a:ext>
                </a:extLst>
              </p:cNvPr>
              <p:cNvSpPr>
                <a:spLocks noChangeArrowheads="1"/>
              </p:cNvSpPr>
              <p:nvPr/>
            </p:nvSpPr>
            <p:spPr bwMode="auto">
              <a:xfrm>
                <a:off x="2327" y="712"/>
                <a:ext cx="1" cy="254"/>
              </a:xfrm>
              <a:custGeom>
                <a:avLst/>
                <a:gdLst>
                  <a:gd name="T0" fmla="*/ 0 w 1"/>
                  <a:gd name="T1" fmla="*/ 0 h 254"/>
                  <a:gd name="T2" fmla="*/ 0 w 1"/>
                  <a:gd name="T3" fmla="*/ 254 h 254"/>
                </a:gdLst>
                <a:ahLst/>
                <a:cxnLst>
                  <a:cxn ang="0">
                    <a:pos x="T0" y="T1"/>
                  </a:cxn>
                  <a:cxn ang="0">
                    <a:pos x="T2" y="T3"/>
                  </a:cxn>
                </a:cxnLst>
                <a:rect l="0" t="0" r="r" b="b"/>
                <a:pathLst>
                  <a:path w="1" h="254">
                    <a:moveTo>
                      <a:pt x="0" y="0"/>
                    </a:moveTo>
                    <a:lnTo>
                      <a:pt x="0" y="254"/>
                    </a:lnTo>
                  </a:path>
                </a:pathLst>
              </a:custGeom>
              <a:solidFill>
                <a:srgbClr val="FFFFFF"/>
              </a:solidFill>
              <a:ln w="57150" cmpd="sng">
                <a:solidFill>
                  <a:srgbClr val="000000"/>
                </a:solidFill>
                <a:prstDash val="solid"/>
                <a:round/>
                <a:headEnd/>
                <a:tailEnd/>
              </a:ln>
            </p:spPr>
            <p:txBody>
              <a:bodyPr/>
              <a:lstStyle/>
              <a:p>
                <a:endParaRPr lang="en-US"/>
              </a:p>
            </p:txBody>
          </p:sp>
          <p:sp>
            <p:nvSpPr>
              <p:cNvPr id="37115" name="Freeform 251">
                <a:extLst>
                  <a:ext uri="{FF2B5EF4-FFF2-40B4-BE49-F238E27FC236}">
                    <a16:creationId xmlns:a16="http://schemas.microsoft.com/office/drawing/2014/main" id="{E024E2FF-FE07-4C8D-9FE0-FE5CA4DD75BA}"/>
                  </a:ext>
                </a:extLst>
              </p:cNvPr>
              <p:cNvSpPr>
                <a:spLocks noChangeArrowheads="1"/>
              </p:cNvSpPr>
              <p:nvPr/>
            </p:nvSpPr>
            <p:spPr bwMode="auto">
              <a:xfrm>
                <a:off x="3436" y="707"/>
                <a:ext cx="1" cy="264"/>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solidFill>
                <a:srgbClr val="FFFFFF"/>
              </a:solidFill>
              <a:ln w="57150" cmpd="sng">
                <a:solidFill>
                  <a:srgbClr val="000000"/>
                </a:solidFill>
                <a:prstDash val="solid"/>
                <a:round/>
                <a:headEnd/>
                <a:tailEnd/>
              </a:ln>
            </p:spPr>
            <p:txBody>
              <a:bodyPr/>
              <a:lstStyle/>
              <a:p>
                <a:endParaRPr lang="en-US"/>
              </a:p>
            </p:txBody>
          </p:sp>
        </p:grpSp>
        <p:grpSp>
          <p:nvGrpSpPr>
            <p:cNvPr id="37116" name="Group 252">
              <a:extLst>
                <a:ext uri="{FF2B5EF4-FFF2-40B4-BE49-F238E27FC236}">
                  <a16:creationId xmlns:a16="http://schemas.microsoft.com/office/drawing/2014/main" id="{FDD4FD30-0A3B-498E-B684-81A13D716FB7}"/>
                </a:ext>
              </a:extLst>
            </p:cNvPr>
            <p:cNvGrpSpPr>
              <a:grpSpLocks/>
            </p:cNvGrpSpPr>
            <p:nvPr/>
          </p:nvGrpSpPr>
          <p:grpSpPr bwMode="auto">
            <a:xfrm>
              <a:off x="2327" y="2062"/>
              <a:ext cx="1110" cy="285"/>
              <a:chOff x="2327" y="2062"/>
              <a:chExt cx="1110" cy="285"/>
            </a:xfrm>
          </p:grpSpPr>
          <p:sp>
            <p:nvSpPr>
              <p:cNvPr id="37117" name="Line 253">
                <a:extLst>
                  <a:ext uri="{FF2B5EF4-FFF2-40B4-BE49-F238E27FC236}">
                    <a16:creationId xmlns:a16="http://schemas.microsoft.com/office/drawing/2014/main" id="{040A5F01-42B3-402B-888E-7D03C4B1FE61}"/>
                  </a:ext>
                </a:extLst>
              </p:cNvPr>
              <p:cNvSpPr>
                <a:spLocks noChangeShapeType="1"/>
              </p:cNvSpPr>
              <p:nvPr/>
            </p:nvSpPr>
            <p:spPr bwMode="auto">
              <a:xfrm>
                <a:off x="2327" y="2343"/>
                <a:ext cx="1109"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118" name="Freeform 254">
                <a:extLst>
                  <a:ext uri="{FF2B5EF4-FFF2-40B4-BE49-F238E27FC236}">
                    <a16:creationId xmlns:a16="http://schemas.microsoft.com/office/drawing/2014/main" id="{CA686366-B67D-45EF-B277-DD5610D3ABCD}"/>
                  </a:ext>
                </a:extLst>
              </p:cNvPr>
              <p:cNvSpPr>
                <a:spLocks noChangeArrowheads="1"/>
              </p:cNvSpPr>
              <p:nvPr/>
            </p:nvSpPr>
            <p:spPr bwMode="auto">
              <a:xfrm>
                <a:off x="2329" y="2062"/>
                <a:ext cx="1" cy="285"/>
              </a:xfrm>
              <a:custGeom>
                <a:avLst/>
                <a:gdLst>
                  <a:gd name="T0" fmla="*/ 0 w 1"/>
                  <a:gd name="T1" fmla="*/ 0 h 285"/>
                  <a:gd name="T2" fmla="*/ 0 w 1"/>
                  <a:gd name="T3" fmla="*/ 285 h 285"/>
                </a:gdLst>
                <a:ahLst/>
                <a:cxnLst>
                  <a:cxn ang="0">
                    <a:pos x="T0" y="T1"/>
                  </a:cxn>
                  <a:cxn ang="0">
                    <a:pos x="T2" y="T3"/>
                  </a:cxn>
                </a:cxnLst>
                <a:rect l="0" t="0" r="r" b="b"/>
                <a:pathLst>
                  <a:path w="1" h="285">
                    <a:moveTo>
                      <a:pt x="0" y="0"/>
                    </a:moveTo>
                    <a:lnTo>
                      <a:pt x="0" y="285"/>
                    </a:lnTo>
                  </a:path>
                </a:pathLst>
              </a:custGeom>
              <a:solidFill>
                <a:srgbClr val="FFFFFF"/>
              </a:solidFill>
              <a:ln w="57150" cmpd="sng">
                <a:solidFill>
                  <a:srgbClr val="000000"/>
                </a:solidFill>
                <a:prstDash val="solid"/>
                <a:round/>
                <a:headEnd/>
                <a:tailEnd/>
              </a:ln>
            </p:spPr>
            <p:txBody>
              <a:bodyPr/>
              <a:lstStyle/>
              <a:p>
                <a:endParaRPr lang="en-US"/>
              </a:p>
            </p:txBody>
          </p:sp>
          <p:sp>
            <p:nvSpPr>
              <p:cNvPr id="37119" name="Freeform 255">
                <a:extLst>
                  <a:ext uri="{FF2B5EF4-FFF2-40B4-BE49-F238E27FC236}">
                    <a16:creationId xmlns:a16="http://schemas.microsoft.com/office/drawing/2014/main" id="{5DAE1E0E-8493-4AAE-B8B2-B8BD7743F5CB}"/>
                  </a:ext>
                </a:extLst>
              </p:cNvPr>
              <p:cNvSpPr>
                <a:spLocks noChangeArrowheads="1"/>
              </p:cNvSpPr>
              <p:nvPr/>
            </p:nvSpPr>
            <p:spPr bwMode="auto">
              <a:xfrm>
                <a:off x="3436" y="2066"/>
                <a:ext cx="1" cy="272"/>
              </a:xfrm>
              <a:custGeom>
                <a:avLst/>
                <a:gdLst>
                  <a:gd name="T0" fmla="*/ 0 w 1"/>
                  <a:gd name="T1" fmla="*/ 0 h 272"/>
                  <a:gd name="T2" fmla="*/ 1 w 1"/>
                  <a:gd name="T3" fmla="*/ 272 h 272"/>
                </a:gdLst>
                <a:ahLst/>
                <a:cxnLst>
                  <a:cxn ang="0">
                    <a:pos x="T0" y="T1"/>
                  </a:cxn>
                  <a:cxn ang="0">
                    <a:pos x="T2" y="T3"/>
                  </a:cxn>
                </a:cxnLst>
                <a:rect l="0" t="0" r="r" b="b"/>
                <a:pathLst>
                  <a:path w="1" h="272">
                    <a:moveTo>
                      <a:pt x="0" y="0"/>
                    </a:moveTo>
                    <a:lnTo>
                      <a:pt x="1" y="272"/>
                    </a:lnTo>
                  </a:path>
                </a:pathLst>
              </a:custGeom>
              <a:solidFill>
                <a:srgbClr val="FFFFFF"/>
              </a:solidFill>
              <a:ln w="57150" cmpd="sng">
                <a:solidFill>
                  <a:srgbClr val="000000"/>
                </a:solidFill>
                <a:prstDash val="solid"/>
                <a:round/>
                <a:headEnd/>
                <a:tailEnd/>
              </a:ln>
            </p:spPr>
            <p:txBody>
              <a:bodyPr/>
              <a:lstStyle/>
              <a:p>
                <a:endParaRPr lang="en-US"/>
              </a:p>
            </p:txBody>
          </p:sp>
        </p:grpSp>
        <p:sp>
          <p:nvSpPr>
            <p:cNvPr id="37120" name="Freeform 256">
              <a:extLst>
                <a:ext uri="{FF2B5EF4-FFF2-40B4-BE49-F238E27FC236}">
                  <a16:creationId xmlns:a16="http://schemas.microsoft.com/office/drawing/2014/main" id="{2B0A696B-99BE-4587-9ACC-DB297140BCE0}"/>
                </a:ext>
              </a:extLst>
            </p:cNvPr>
            <p:cNvSpPr>
              <a:spLocks/>
            </p:cNvSpPr>
            <p:nvPr/>
          </p:nvSpPr>
          <p:spPr bwMode="auto">
            <a:xfrm>
              <a:off x="2880" y="704"/>
              <a:ext cx="1" cy="1638"/>
            </a:xfrm>
            <a:custGeom>
              <a:avLst/>
              <a:gdLst>
                <a:gd name="T0" fmla="*/ 0 w 1"/>
                <a:gd name="T1" fmla="*/ 0 h 1638"/>
                <a:gd name="T2" fmla="*/ 0 w 1"/>
                <a:gd name="T3" fmla="*/ 1638 h 1638"/>
              </a:gdLst>
              <a:ahLst/>
              <a:cxnLst>
                <a:cxn ang="0">
                  <a:pos x="T0" y="T1"/>
                </a:cxn>
                <a:cxn ang="0">
                  <a:pos x="T2" y="T3"/>
                </a:cxn>
              </a:cxnLst>
              <a:rect l="0" t="0" r="r" b="b"/>
              <a:pathLst>
                <a:path w="1" h="1638">
                  <a:moveTo>
                    <a:pt x="0" y="0"/>
                  </a:moveTo>
                  <a:lnTo>
                    <a:pt x="0" y="1638"/>
                  </a:lnTo>
                </a:path>
              </a:pathLst>
            </a:custGeom>
            <a:noFill/>
            <a:ln w="28575"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21" name="Freeform 257">
              <a:extLst>
                <a:ext uri="{FF2B5EF4-FFF2-40B4-BE49-F238E27FC236}">
                  <a16:creationId xmlns:a16="http://schemas.microsoft.com/office/drawing/2014/main" id="{D44424F2-9D30-4037-89FA-F5784975F51D}"/>
                </a:ext>
              </a:extLst>
            </p:cNvPr>
            <p:cNvSpPr>
              <a:spLocks/>
            </p:cNvSpPr>
            <p:nvPr/>
          </p:nvSpPr>
          <p:spPr bwMode="auto">
            <a:xfrm>
              <a:off x="2328" y="965"/>
              <a:ext cx="1" cy="1094"/>
            </a:xfrm>
            <a:custGeom>
              <a:avLst/>
              <a:gdLst>
                <a:gd name="T0" fmla="*/ 0 w 1"/>
                <a:gd name="T1" fmla="*/ 1094 h 1094"/>
                <a:gd name="T2" fmla="*/ 0 w 1"/>
                <a:gd name="T3" fmla="*/ 0 h 1094"/>
              </a:gdLst>
              <a:ahLst/>
              <a:cxnLst>
                <a:cxn ang="0">
                  <a:pos x="T0" y="T1"/>
                </a:cxn>
                <a:cxn ang="0">
                  <a:pos x="T2" y="T3"/>
                </a:cxn>
              </a:cxnLst>
              <a:rect l="0" t="0" r="r" b="b"/>
              <a:pathLst>
                <a:path w="1" h="1094">
                  <a:moveTo>
                    <a:pt x="0" y="1094"/>
                  </a:moveTo>
                  <a:lnTo>
                    <a:pt x="0" y="0"/>
                  </a:lnTo>
                </a:path>
              </a:pathLst>
            </a:custGeom>
            <a:noFill/>
            <a:ln w="28575"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22" name="Freeform 258">
              <a:extLst>
                <a:ext uri="{FF2B5EF4-FFF2-40B4-BE49-F238E27FC236}">
                  <a16:creationId xmlns:a16="http://schemas.microsoft.com/office/drawing/2014/main" id="{D472340C-4E65-4FE4-9F14-14BAC23D9ADC}"/>
                </a:ext>
              </a:extLst>
            </p:cNvPr>
            <p:cNvSpPr>
              <a:spLocks/>
            </p:cNvSpPr>
            <p:nvPr/>
          </p:nvSpPr>
          <p:spPr bwMode="auto">
            <a:xfrm>
              <a:off x="3437" y="970"/>
              <a:ext cx="1" cy="1094"/>
            </a:xfrm>
            <a:custGeom>
              <a:avLst/>
              <a:gdLst>
                <a:gd name="T0" fmla="*/ 0 w 1"/>
                <a:gd name="T1" fmla="*/ 1094 h 1094"/>
                <a:gd name="T2" fmla="*/ 0 w 1"/>
                <a:gd name="T3" fmla="*/ 0 h 1094"/>
              </a:gdLst>
              <a:ahLst/>
              <a:cxnLst>
                <a:cxn ang="0">
                  <a:pos x="T0" y="T1"/>
                </a:cxn>
                <a:cxn ang="0">
                  <a:pos x="T2" y="T3"/>
                </a:cxn>
              </a:cxnLst>
              <a:rect l="0" t="0" r="r" b="b"/>
              <a:pathLst>
                <a:path w="1" h="1094">
                  <a:moveTo>
                    <a:pt x="0" y="1094"/>
                  </a:moveTo>
                  <a:lnTo>
                    <a:pt x="0" y="0"/>
                  </a:lnTo>
                </a:path>
              </a:pathLst>
            </a:custGeom>
            <a:noFill/>
            <a:ln w="28575"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123" name="Freeform 259">
            <a:extLst>
              <a:ext uri="{FF2B5EF4-FFF2-40B4-BE49-F238E27FC236}">
                <a16:creationId xmlns:a16="http://schemas.microsoft.com/office/drawing/2014/main" id="{D6125116-7687-42A3-A57B-E9FFCDBC85DE}"/>
              </a:ext>
            </a:extLst>
          </p:cNvPr>
          <p:cNvSpPr>
            <a:spLocks noChangeArrowheads="1"/>
          </p:cNvSpPr>
          <p:nvPr/>
        </p:nvSpPr>
        <p:spPr bwMode="auto">
          <a:xfrm>
            <a:off x="4729163" y="1435100"/>
            <a:ext cx="1587" cy="1214438"/>
          </a:xfrm>
          <a:custGeom>
            <a:avLst/>
            <a:gdLst>
              <a:gd name="T0" fmla="*/ 0 w 1"/>
              <a:gd name="T1" fmla="*/ 765 h 765"/>
              <a:gd name="T2" fmla="*/ 1 w 1"/>
              <a:gd name="T3" fmla="*/ 0 h 765"/>
            </a:gdLst>
            <a:ahLst/>
            <a:cxnLst>
              <a:cxn ang="0">
                <a:pos x="T0" y="T1"/>
              </a:cxn>
              <a:cxn ang="0">
                <a:pos x="T2" y="T3"/>
              </a:cxn>
            </a:cxnLst>
            <a:rect l="0" t="0" r="r" b="b"/>
            <a:pathLst>
              <a:path w="1" h="765">
                <a:moveTo>
                  <a:pt x="0" y="765"/>
                </a:moveTo>
                <a:lnTo>
                  <a:pt x="1" y="0"/>
                </a:lnTo>
              </a:path>
            </a:pathLst>
          </a:custGeom>
          <a:solidFill>
            <a:srgbClr val="FFFFFF"/>
          </a:solidFill>
          <a:ln w="57150" cmpd="sng">
            <a:solidFill>
              <a:srgbClr val="000000"/>
            </a:solidFill>
            <a:prstDash val="solid"/>
            <a:round/>
            <a:headEnd/>
            <a:tailEnd/>
          </a:ln>
        </p:spPr>
        <p:txBody>
          <a:bodyPr/>
          <a:lstStyle/>
          <a:p>
            <a:endParaRPr lang="en-US"/>
          </a:p>
        </p:txBody>
      </p:sp>
      <p:sp>
        <p:nvSpPr>
          <p:cNvPr id="37124" name="Freeform 260">
            <a:extLst>
              <a:ext uri="{FF2B5EF4-FFF2-40B4-BE49-F238E27FC236}">
                <a16:creationId xmlns:a16="http://schemas.microsoft.com/office/drawing/2014/main" id="{8171EDC9-42EC-4DF3-AA3D-D7BAADBA8259}"/>
              </a:ext>
            </a:extLst>
          </p:cNvPr>
          <p:cNvSpPr>
            <a:spLocks noChangeArrowheads="1"/>
          </p:cNvSpPr>
          <p:nvPr/>
        </p:nvSpPr>
        <p:spPr bwMode="auto">
          <a:xfrm>
            <a:off x="3886200" y="3581400"/>
            <a:ext cx="1752600" cy="77788"/>
          </a:xfrm>
          <a:custGeom>
            <a:avLst/>
            <a:gdLst>
              <a:gd name="T0" fmla="*/ 0 w 281"/>
              <a:gd name="T1" fmla="*/ 0 h 1"/>
              <a:gd name="T2" fmla="*/ 281 w 281"/>
              <a:gd name="T3" fmla="*/ 0 h 1"/>
            </a:gdLst>
            <a:ahLst/>
            <a:cxnLst>
              <a:cxn ang="0">
                <a:pos x="T0" y="T1"/>
              </a:cxn>
              <a:cxn ang="0">
                <a:pos x="T2" y="T3"/>
              </a:cxn>
            </a:cxnLst>
            <a:rect l="0" t="0" r="r" b="b"/>
            <a:pathLst>
              <a:path w="281" h="1">
                <a:moveTo>
                  <a:pt x="0" y="0"/>
                </a:moveTo>
                <a:lnTo>
                  <a:pt x="281" y="0"/>
                </a:lnTo>
              </a:path>
            </a:pathLst>
          </a:custGeom>
          <a:solidFill>
            <a:srgbClr val="FFFFFF"/>
          </a:solidFill>
          <a:ln w="38100" cap="flat" cmpd="sng">
            <a:solidFill>
              <a:schemeClr val="bg1"/>
            </a:solidFill>
            <a:prstDash val="solid"/>
            <a:round/>
            <a:headEnd/>
            <a:tailEnd/>
          </a:ln>
        </p:spPr>
        <p:txBody>
          <a:bodyPr/>
          <a:lstStyle/>
          <a:p>
            <a:endParaRPr lang="en-US"/>
          </a:p>
        </p:txBody>
      </p:sp>
      <p:sp>
        <p:nvSpPr>
          <p:cNvPr id="37125" name="Freeform 261">
            <a:extLst>
              <a:ext uri="{FF2B5EF4-FFF2-40B4-BE49-F238E27FC236}">
                <a16:creationId xmlns:a16="http://schemas.microsoft.com/office/drawing/2014/main" id="{971FD68B-155F-459D-AF91-AD106D859B97}"/>
              </a:ext>
            </a:extLst>
          </p:cNvPr>
          <p:cNvSpPr>
            <a:spLocks noChangeArrowheads="1"/>
          </p:cNvSpPr>
          <p:nvPr/>
        </p:nvSpPr>
        <p:spPr bwMode="auto">
          <a:xfrm>
            <a:off x="5605463" y="3425825"/>
            <a:ext cx="1587" cy="608013"/>
          </a:xfrm>
          <a:custGeom>
            <a:avLst/>
            <a:gdLst>
              <a:gd name="T0" fmla="*/ 0 w 1"/>
              <a:gd name="T1" fmla="*/ 383 h 383"/>
              <a:gd name="T2" fmla="*/ 0 w 1"/>
              <a:gd name="T3" fmla="*/ 0 h 383"/>
            </a:gdLst>
            <a:ahLst/>
            <a:cxnLst>
              <a:cxn ang="0">
                <a:pos x="T0" y="T1"/>
              </a:cxn>
              <a:cxn ang="0">
                <a:pos x="T2" y="T3"/>
              </a:cxn>
            </a:cxnLst>
            <a:rect l="0" t="0" r="r" b="b"/>
            <a:pathLst>
              <a:path w="1" h="383">
                <a:moveTo>
                  <a:pt x="0" y="383"/>
                </a:moveTo>
                <a:lnTo>
                  <a:pt x="0" y="0"/>
                </a:lnTo>
              </a:path>
            </a:pathLst>
          </a:custGeom>
          <a:solidFill>
            <a:srgbClr val="FFFFFF"/>
          </a:solidFill>
          <a:ln w="57150" cmpd="sng">
            <a:solidFill>
              <a:schemeClr val="tx1"/>
            </a:solidFill>
            <a:prstDash val="solid"/>
            <a:round/>
            <a:headEnd/>
            <a:tailEnd/>
          </a:ln>
        </p:spPr>
        <p:txBody>
          <a:bodyPr/>
          <a:lstStyle/>
          <a:p>
            <a:endParaRPr lang="en-US"/>
          </a:p>
        </p:txBody>
      </p:sp>
      <p:grpSp>
        <p:nvGrpSpPr>
          <p:cNvPr id="37126" name="Group 262">
            <a:extLst>
              <a:ext uri="{FF2B5EF4-FFF2-40B4-BE49-F238E27FC236}">
                <a16:creationId xmlns:a16="http://schemas.microsoft.com/office/drawing/2014/main" id="{55CA24C9-444A-4DF8-8337-E257195D5BA0}"/>
              </a:ext>
            </a:extLst>
          </p:cNvPr>
          <p:cNvGrpSpPr>
            <a:grpSpLocks/>
          </p:cNvGrpSpPr>
          <p:nvPr/>
        </p:nvGrpSpPr>
        <p:grpSpPr bwMode="auto">
          <a:xfrm>
            <a:off x="3844925" y="3578225"/>
            <a:ext cx="1766888" cy="3175"/>
            <a:chOff x="2326" y="2062"/>
            <a:chExt cx="1113" cy="2"/>
          </a:xfrm>
        </p:grpSpPr>
        <p:sp>
          <p:nvSpPr>
            <p:cNvPr id="37127" name="Freeform 263">
              <a:extLst>
                <a:ext uri="{FF2B5EF4-FFF2-40B4-BE49-F238E27FC236}">
                  <a16:creationId xmlns:a16="http://schemas.microsoft.com/office/drawing/2014/main" id="{584AF014-8CCD-49FA-9BD4-BFC89EA18FE3}"/>
                </a:ext>
              </a:extLst>
            </p:cNvPr>
            <p:cNvSpPr>
              <a:spLocks noChangeArrowheads="1"/>
            </p:cNvSpPr>
            <p:nvPr/>
          </p:nvSpPr>
          <p:spPr bwMode="auto">
            <a:xfrm>
              <a:off x="3158" y="2062"/>
              <a:ext cx="281" cy="1"/>
            </a:xfrm>
            <a:custGeom>
              <a:avLst/>
              <a:gdLst>
                <a:gd name="T0" fmla="*/ 0 w 281"/>
                <a:gd name="T1" fmla="*/ 0 h 1"/>
                <a:gd name="T2" fmla="*/ 281 w 281"/>
                <a:gd name="T3" fmla="*/ 0 h 1"/>
              </a:gdLst>
              <a:ahLst/>
              <a:cxnLst>
                <a:cxn ang="0">
                  <a:pos x="T0" y="T1"/>
                </a:cxn>
                <a:cxn ang="0">
                  <a:pos x="T2" y="T3"/>
                </a:cxn>
              </a:cxnLst>
              <a:rect l="0" t="0" r="r" b="b"/>
              <a:pathLst>
                <a:path w="281" h="1">
                  <a:moveTo>
                    <a:pt x="0" y="0"/>
                  </a:moveTo>
                  <a:lnTo>
                    <a:pt x="281" y="0"/>
                  </a:lnTo>
                </a:path>
              </a:pathLst>
            </a:custGeom>
            <a:solidFill>
              <a:srgbClr val="FFFFFF"/>
            </a:solidFill>
            <a:ln w="38100" cap="flat" cmpd="sng">
              <a:solidFill>
                <a:srgbClr val="3399FF"/>
              </a:solidFill>
              <a:prstDash val="dash"/>
              <a:round/>
              <a:headEnd/>
              <a:tailEnd/>
            </a:ln>
          </p:spPr>
          <p:txBody>
            <a:bodyPr/>
            <a:lstStyle/>
            <a:p>
              <a:endParaRPr lang="en-US"/>
            </a:p>
          </p:txBody>
        </p:sp>
        <p:sp>
          <p:nvSpPr>
            <p:cNvPr id="37128" name="Freeform 264">
              <a:extLst>
                <a:ext uri="{FF2B5EF4-FFF2-40B4-BE49-F238E27FC236}">
                  <a16:creationId xmlns:a16="http://schemas.microsoft.com/office/drawing/2014/main" id="{B9B18A4D-5DA1-4391-B9D3-EB170901299A}"/>
                </a:ext>
              </a:extLst>
            </p:cNvPr>
            <p:cNvSpPr>
              <a:spLocks noChangeArrowheads="1"/>
            </p:cNvSpPr>
            <p:nvPr/>
          </p:nvSpPr>
          <p:spPr bwMode="auto">
            <a:xfrm>
              <a:off x="2326" y="2063"/>
              <a:ext cx="278" cy="1"/>
            </a:xfrm>
            <a:custGeom>
              <a:avLst/>
              <a:gdLst>
                <a:gd name="T0" fmla="*/ 0 w 278"/>
                <a:gd name="T1" fmla="*/ 0 h 1"/>
                <a:gd name="T2" fmla="*/ 278 w 278"/>
                <a:gd name="T3" fmla="*/ 0 h 1"/>
              </a:gdLst>
              <a:ahLst/>
              <a:cxnLst>
                <a:cxn ang="0">
                  <a:pos x="T0" y="T1"/>
                </a:cxn>
                <a:cxn ang="0">
                  <a:pos x="T2" y="T3"/>
                </a:cxn>
              </a:cxnLst>
              <a:rect l="0" t="0" r="r" b="b"/>
              <a:pathLst>
                <a:path w="278" h="1">
                  <a:moveTo>
                    <a:pt x="0" y="0"/>
                  </a:moveTo>
                  <a:lnTo>
                    <a:pt x="278" y="0"/>
                  </a:lnTo>
                </a:path>
              </a:pathLst>
            </a:custGeom>
            <a:solidFill>
              <a:srgbClr val="FFFFFF"/>
            </a:solidFill>
            <a:ln w="38100" cap="flat" cmpd="sng">
              <a:solidFill>
                <a:srgbClr val="0066FF"/>
              </a:solidFill>
              <a:prstDash val="dash"/>
              <a:round/>
              <a:headEnd/>
              <a:tailEnd/>
            </a:ln>
          </p:spPr>
          <p:txBody>
            <a:bodyPr/>
            <a:lstStyle/>
            <a:p>
              <a:endParaRPr lang="en-US"/>
            </a:p>
          </p:txBody>
        </p:sp>
      </p:grpSp>
      <p:sp>
        <p:nvSpPr>
          <p:cNvPr id="37129" name="Freeform 265">
            <a:extLst>
              <a:ext uri="{FF2B5EF4-FFF2-40B4-BE49-F238E27FC236}">
                <a16:creationId xmlns:a16="http://schemas.microsoft.com/office/drawing/2014/main" id="{38F99F48-AA96-4D26-BA9A-A88490376ADA}"/>
              </a:ext>
            </a:extLst>
          </p:cNvPr>
          <p:cNvSpPr>
            <a:spLocks noChangeArrowheads="1"/>
          </p:cNvSpPr>
          <p:nvPr/>
        </p:nvSpPr>
        <p:spPr bwMode="auto">
          <a:xfrm>
            <a:off x="4729163" y="3136900"/>
            <a:ext cx="1587" cy="898525"/>
          </a:xfrm>
          <a:custGeom>
            <a:avLst/>
            <a:gdLst>
              <a:gd name="T0" fmla="*/ 0 w 1"/>
              <a:gd name="T1" fmla="*/ 0 h 566"/>
              <a:gd name="T2" fmla="*/ 0 w 1"/>
              <a:gd name="T3" fmla="*/ 566 h 566"/>
            </a:gdLst>
            <a:ahLst/>
            <a:cxnLst>
              <a:cxn ang="0">
                <a:pos x="T0" y="T1"/>
              </a:cxn>
              <a:cxn ang="0">
                <a:pos x="T2" y="T3"/>
              </a:cxn>
            </a:cxnLst>
            <a:rect l="0" t="0" r="r" b="b"/>
            <a:pathLst>
              <a:path w="1" h="566">
                <a:moveTo>
                  <a:pt x="0" y="0"/>
                </a:moveTo>
                <a:lnTo>
                  <a:pt x="0" y="566"/>
                </a:lnTo>
              </a:path>
            </a:pathLst>
          </a:custGeom>
          <a:solidFill>
            <a:srgbClr val="FFFFFF"/>
          </a:solidFill>
          <a:ln w="57150" cmpd="sng">
            <a:solidFill>
              <a:srgbClr val="000000"/>
            </a:solidFill>
            <a:prstDash val="solid"/>
            <a:round/>
            <a:headEnd/>
            <a:tailEnd/>
          </a:ln>
        </p:spPr>
        <p:txBody>
          <a:bodyPr/>
          <a:lstStyle/>
          <a:p>
            <a:endParaRPr lang="en-US"/>
          </a:p>
        </p:txBody>
      </p:sp>
      <p:sp>
        <p:nvSpPr>
          <p:cNvPr id="37130" name="Freeform 266">
            <a:extLst>
              <a:ext uri="{FF2B5EF4-FFF2-40B4-BE49-F238E27FC236}">
                <a16:creationId xmlns:a16="http://schemas.microsoft.com/office/drawing/2014/main" id="{7F20D78F-7E06-4019-B1BD-A4D0EAE8D5B3}"/>
              </a:ext>
            </a:extLst>
          </p:cNvPr>
          <p:cNvSpPr>
            <a:spLocks noChangeArrowheads="1"/>
          </p:cNvSpPr>
          <p:nvPr/>
        </p:nvSpPr>
        <p:spPr bwMode="auto">
          <a:xfrm>
            <a:off x="3851275" y="3417888"/>
            <a:ext cx="1588" cy="617537"/>
          </a:xfrm>
          <a:custGeom>
            <a:avLst/>
            <a:gdLst>
              <a:gd name="T0" fmla="*/ 0 w 1"/>
              <a:gd name="T1" fmla="*/ 0 h 389"/>
              <a:gd name="T2" fmla="*/ 0 w 1"/>
              <a:gd name="T3" fmla="*/ 389 h 389"/>
            </a:gdLst>
            <a:ahLst/>
            <a:cxnLst>
              <a:cxn ang="0">
                <a:pos x="T0" y="T1"/>
              </a:cxn>
              <a:cxn ang="0">
                <a:pos x="T2" y="T3"/>
              </a:cxn>
            </a:cxnLst>
            <a:rect l="0" t="0" r="r" b="b"/>
            <a:pathLst>
              <a:path w="1" h="389">
                <a:moveTo>
                  <a:pt x="0" y="0"/>
                </a:moveTo>
                <a:lnTo>
                  <a:pt x="0" y="389"/>
                </a:lnTo>
              </a:path>
            </a:pathLst>
          </a:custGeom>
          <a:solidFill>
            <a:srgbClr val="FFFFFF"/>
          </a:solidFill>
          <a:ln w="57150" cmpd="sng">
            <a:solidFill>
              <a:srgbClr val="000000"/>
            </a:solidFill>
            <a:prstDash val="solid"/>
            <a:round/>
            <a:headEnd/>
            <a:tailEnd/>
          </a:ln>
        </p:spPr>
        <p:txBody>
          <a:bodyPr/>
          <a:lstStyle/>
          <a:p>
            <a:endParaRPr lang="en-US"/>
          </a:p>
        </p:txBody>
      </p:sp>
      <p:sp>
        <p:nvSpPr>
          <p:cNvPr id="37137" name="Text Box 273">
            <a:extLst>
              <a:ext uri="{FF2B5EF4-FFF2-40B4-BE49-F238E27FC236}">
                <a16:creationId xmlns:a16="http://schemas.microsoft.com/office/drawing/2014/main" id="{23DB5689-1C8D-4FFE-B4CF-511C0173377F}"/>
              </a:ext>
            </a:extLst>
          </p:cNvPr>
          <p:cNvSpPr txBox="1">
            <a:spLocks noChangeArrowheads="1"/>
          </p:cNvSpPr>
          <p:nvPr/>
        </p:nvSpPr>
        <p:spPr bwMode="auto">
          <a:xfrm>
            <a:off x="152400" y="914400"/>
            <a:ext cx="50802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zh-CN" b="1" dirty="0">
                <a:solidFill>
                  <a:srgbClr val="CC0000"/>
                </a:solidFill>
              </a:rPr>
              <a:t>[例</a:t>
            </a:r>
            <a:r>
              <a:rPr lang="en-US" altLang="zh-CN" b="1" dirty="0">
                <a:solidFill>
                  <a:srgbClr val="CC0000"/>
                </a:solidFill>
              </a:rPr>
              <a:t>4</a:t>
            </a:r>
            <a:r>
              <a:rPr lang="zh-CN" altLang="zh-CN" b="1" dirty="0">
                <a:solidFill>
                  <a:srgbClr val="CC0000"/>
                </a:solidFill>
              </a:rPr>
              <a:t>]</a:t>
            </a:r>
            <a:r>
              <a:rPr lang="zh-CN" altLang="zh-CN" b="1" dirty="0"/>
              <a:t> 求三棱柱与四棱柱的相贯线。</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74"/>
                                        </p:tgtEl>
                                        <p:attrNameLst>
                                          <p:attrName>style.visibility</p:attrName>
                                        </p:attrNameLst>
                                      </p:cBhvr>
                                      <p:to>
                                        <p:strVal val="visible"/>
                                      </p:to>
                                    </p:set>
                                    <p:animEffect transition="in" filter="wipe(left)">
                                      <p:cBhvr>
                                        <p:cTn id="7" dur="500"/>
                                        <p:tgtEl>
                                          <p:spTgt spid="36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137"/>
                                        </p:tgtEl>
                                        <p:attrNameLst>
                                          <p:attrName>style.visibility</p:attrName>
                                        </p:attrNameLst>
                                      </p:cBhvr>
                                      <p:to>
                                        <p:strVal val="visible"/>
                                      </p:to>
                                    </p:set>
                                    <p:animEffect transition="in" filter="wipe(left)">
                                      <p:cBhvr>
                                        <p:cTn id="12" dur="500"/>
                                        <p:tgtEl>
                                          <p:spTgt spid="37137"/>
                                        </p:tgtEl>
                                      </p:cBhvr>
                                    </p:animEffect>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909"/>
                                        </p:tgtEl>
                                        <p:attrNameLst>
                                          <p:attrName>style.visibility</p:attrName>
                                        </p:attrNameLst>
                                      </p:cBhvr>
                                      <p:to>
                                        <p:strVal val="visible"/>
                                      </p:to>
                                    </p:set>
                                    <p:animEffect transition="in" filter="wipe(left)">
                                      <p:cBhvr>
                                        <p:cTn id="17" dur="500"/>
                                        <p:tgtEl>
                                          <p:spTgt spid="369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1" fill="hold" nodeType="clickEffect">
                                  <p:stCondLst>
                                    <p:cond delay="0"/>
                                  </p:stCondLst>
                                  <p:childTnLst>
                                    <p:set>
                                      <p:cBhvr>
                                        <p:cTn id="21" dur="1" fill="hold">
                                          <p:stCondLst>
                                            <p:cond delay="0"/>
                                          </p:stCondLst>
                                        </p:cTn>
                                        <p:tgtEl>
                                          <p:spTgt spid="37111"/>
                                        </p:tgtEl>
                                        <p:attrNameLst>
                                          <p:attrName>style.visibility</p:attrName>
                                        </p:attrNameLst>
                                      </p:cBhvr>
                                      <p:to>
                                        <p:strVal val="visible"/>
                                      </p:to>
                                    </p:set>
                                    <p:anim calcmode="lin" valueType="num">
                                      <p:cBhvr additive="base">
                                        <p:cTn id="22" dur="500" fill="hold"/>
                                        <p:tgtEl>
                                          <p:spTgt spid="37111"/>
                                        </p:tgtEl>
                                        <p:attrNameLst>
                                          <p:attrName>ppt_x</p:attrName>
                                        </p:attrNameLst>
                                      </p:cBhvr>
                                      <p:tavLst>
                                        <p:tav tm="0">
                                          <p:val>
                                            <p:strVal val="#ppt_x"/>
                                          </p:val>
                                        </p:tav>
                                        <p:tav tm="100000">
                                          <p:val>
                                            <p:strVal val="#ppt_x"/>
                                          </p:val>
                                        </p:tav>
                                      </p:tavLst>
                                    </p:anim>
                                    <p:anim calcmode="lin" valueType="num">
                                      <p:cBhvr additive="base">
                                        <p:cTn id="23" dur="500" fill="hold"/>
                                        <p:tgtEl>
                                          <p:spTgt spid="37111"/>
                                        </p:tgtEl>
                                        <p:attrNameLst>
                                          <p:attrName>ppt_y</p:attrName>
                                        </p:attrNameLst>
                                      </p:cBhvr>
                                      <p:tavLst>
                                        <p:tav tm="0">
                                          <p:val>
                                            <p:strVal val="0-#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36866"/>
                                        </p:tgtEl>
                                        <p:attrNameLst>
                                          <p:attrName>style.visibility</p:attrName>
                                        </p:attrNameLst>
                                      </p:cBhvr>
                                      <p:to>
                                        <p:strVal val="visible"/>
                                      </p:to>
                                    </p:set>
                                    <p:animEffect transition="in" filter="wipe(up)">
                                      <p:cBhvr>
                                        <p:cTn id="28" dur="500"/>
                                        <p:tgtEl>
                                          <p:spTgt spid="3686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36994"/>
                                        </p:tgtEl>
                                        <p:attrNameLst>
                                          <p:attrName>style.visibility</p:attrName>
                                        </p:attrNameLst>
                                      </p:cBhvr>
                                      <p:to>
                                        <p:strVal val="visible"/>
                                      </p:to>
                                    </p:set>
                                    <p:animEffect transition="in" filter="wipe(up)">
                                      <p:cBhvr>
                                        <p:cTn id="33" dur="500"/>
                                        <p:tgtEl>
                                          <p:spTgt spid="3699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37005"/>
                                        </p:tgtEl>
                                        <p:attrNameLst>
                                          <p:attrName>style.visibility</p:attrName>
                                        </p:attrNameLst>
                                      </p:cBhvr>
                                      <p:to>
                                        <p:strVal val="visible"/>
                                      </p:to>
                                    </p:set>
                                    <p:anim calcmode="lin" valueType="num">
                                      <p:cBhvr additive="base">
                                        <p:cTn id="38" dur="500" fill="hold"/>
                                        <p:tgtEl>
                                          <p:spTgt spid="37005"/>
                                        </p:tgtEl>
                                        <p:attrNameLst>
                                          <p:attrName>ppt_x</p:attrName>
                                        </p:attrNameLst>
                                      </p:cBhvr>
                                      <p:tavLst>
                                        <p:tav tm="0">
                                          <p:val>
                                            <p:strVal val="1+#ppt_w/2"/>
                                          </p:val>
                                        </p:tav>
                                        <p:tav tm="100000">
                                          <p:val>
                                            <p:strVal val="#ppt_x"/>
                                          </p:val>
                                        </p:tav>
                                      </p:tavLst>
                                    </p:anim>
                                    <p:anim calcmode="lin" valueType="num">
                                      <p:cBhvr additive="base">
                                        <p:cTn id="39" dur="500" fill="hold"/>
                                        <p:tgtEl>
                                          <p:spTgt spid="37005"/>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36980"/>
                                        </p:tgtEl>
                                        <p:attrNameLst>
                                          <p:attrName>style.visibility</p:attrName>
                                        </p:attrNameLst>
                                      </p:cBhvr>
                                      <p:to>
                                        <p:strVal val="visible"/>
                                      </p:to>
                                    </p:set>
                                    <p:animEffect transition="in" filter="dissolve">
                                      <p:cBhvr>
                                        <p:cTn id="44" dur="500"/>
                                        <p:tgtEl>
                                          <p:spTgt spid="3698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36902"/>
                                        </p:tgtEl>
                                        <p:attrNameLst>
                                          <p:attrName>style.visibility</p:attrName>
                                        </p:attrNameLst>
                                      </p:cBhvr>
                                      <p:to>
                                        <p:strVal val="visible"/>
                                      </p:to>
                                    </p:set>
                                    <p:animEffect transition="in" filter="wipe(left)">
                                      <p:cBhvr>
                                        <p:cTn id="49" dur="500"/>
                                        <p:tgtEl>
                                          <p:spTgt spid="3690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36884"/>
                                        </p:tgtEl>
                                        <p:attrNameLst>
                                          <p:attrName>style.visibility</p:attrName>
                                        </p:attrNameLst>
                                      </p:cBhvr>
                                      <p:to>
                                        <p:strVal val="visible"/>
                                      </p:to>
                                    </p:set>
                                    <p:animEffect transition="in" filter="wipe(up)">
                                      <p:cBhvr>
                                        <p:cTn id="54" dur="500"/>
                                        <p:tgtEl>
                                          <p:spTgt spid="3688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8" presetClass="entr" presetSubtype="12" fill="hold" nodeType="clickEffect">
                                  <p:stCondLst>
                                    <p:cond delay="0"/>
                                  </p:stCondLst>
                                  <p:childTnLst>
                                    <p:set>
                                      <p:cBhvr>
                                        <p:cTn id="58" dur="1" fill="hold">
                                          <p:stCondLst>
                                            <p:cond delay="0"/>
                                          </p:stCondLst>
                                        </p:cTn>
                                        <p:tgtEl>
                                          <p:spTgt spid="36888"/>
                                        </p:tgtEl>
                                        <p:attrNameLst>
                                          <p:attrName>style.visibility</p:attrName>
                                        </p:attrNameLst>
                                      </p:cBhvr>
                                      <p:to>
                                        <p:strVal val="visible"/>
                                      </p:to>
                                    </p:set>
                                    <p:animEffect transition="in" filter="strips(downLeft)">
                                      <p:cBhvr>
                                        <p:cTn id="59" dur="500"/>
                                        <p:tgtEl>
                                          <p:spTgt spid="3688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37018"/>
                                        </p:tgtEl>
                                        <p:attrNameLst>
                                          <p:attrName>style.visibility</p:attrName>
                                        </p:attrNameLst>
                                      </p:cBhvr>
                                      <p:to>
                                        <p:strVal val="visible"/>
                                      </p:to>
                                    </p:set>
                                    <p:animEffect transition="in" filter="wipe(up)">
                                      <p:cBhvr>
                                        <p:cTn id="64" dur="500"/>
                                        <p:tgtEl>
                                          <p:spTgt spid="3701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37011"/>
                                        </p:tgtEl>
                                        <p:attrNameLst>
                                          <p:attrName>style.visibility</p:attrName>
                                        </p:attrNameLst>
                                      </p:cBhvr>
                                      <p:to>
                                        <p:strVal val="visible"/>
                                      </p:to>
                                    </p:set>
                                    <p:animEffect transition="in" filter="wipe(up)">
                                      <p:cBhvr>
                                        <p:cTn id="69" dur="500"/>
                                        <p:tgtEl>
                                          <p:spTgt spid="3701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ntr" presetSubtype="2" fill="hold" nodeType="clickEffect">
                                  <p:stCondLst>
                                    <p:cond delay="0"/>
                                  </p:stCondLst>
                                  <p:childTnLst>
                                    <p:set>
                                      <p:cBhvr>
                                        <p:cTn id="73" dur="1" fill="hold">
                                          <p:stCondLst>
                                            <p:cond delay="0"/>
                                          </p:stCondLst>
                                        </p:cTn>
                                        <p:tgtEl>
                                          <p:spTgt spid="37008"/>
                                        </p:tgtEl>
                                        <p:attrNameLst>
                                          <p:attrName>style.visibility</p:attrName>
                                        </p:attrNameLst>
                                      </p:cBhvr>
                                      <p:to>
                                        <p:strVal val="visible"/>
                                      </p:to>
                                    </p:set>
                                    <p:anim calcmode="lin" valueType="num">
                                      <p:cBhvr additive="base">
                                        <p:cTn id="74" dur="500" fill="hold"/>
                                        <p:tgtEl>
                                          <p:spTgt spid="37008"/>
                                        </p:tgtEl>
                                        <p:attrNameLst>
                                          <p:attrName>ppt_x</p:attrName>
                                        </p:attrNameLst>
                                      </p:cBhvr>
                                      <p:tavLst>
                                        <p:tav tm="0">
                                          <p:val>
                                            <p:strVal val="1+#ppt_w/2"/>
                                          </p:val>
                                        </p:tav>
                                        <p:tav tm="100000">
                                          <p:val>
                                            <p:strVal val="#ppt_x"/>
                                          </p:val>
                                        </p:tav>
                                      </p:tavLst>
                                    </p:anim>
                                    <p:anim calcmode="lin" valueType="num">
                                      <p:cBhvr additive="base">
                                        <p:cTn id="75" dur="500" fill="hold"/>
                                        <p:tgtEl>
                                          <p:spTgt spid="37008"/>
                                        </p:tgtEl>
                                        <p:attrNameLst>
                                          <p:attrName>ppt_y</p:attrName>
                                        </p:attrNameLst>
                                      </p:cBhvr>
                                      <p:tavLst>
                                        <p:tav tm="0">
                                          <p:val>
                                            <p:strVal val="#ppt_y"/>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36927"/>
                                        </p:tgtEl>
                                        <p:attrNameLst>
                                          <p:attrName>style.visibility</p:attrName>
                                        </p:attrNameLst>
                                      </p:cBhvr>
                                      <p:to>
                                        <p:strVal val="visible"/>
                                      </p:to>
                                    </p:set>
                                    <p:animEffect transition="in" filter="wipe(left)">
                                      <p:cBhvr>
                                        <p:cTn id="80" dur="500"/>
                                        <p:tgtEl>
                                          <p:spTgt spid="3692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32" fill="hold" nodeType="clickEffect">
                                  <p:stCondLst>
                                    <p:cond delay="0"/>
                                  </p:stCondLst>
                                  <p:childTnLst>
                                    <p:set>
                                      <p:cBhvr>
                                        <p:cTn id="84" dur="1" fill="hold">
                                          <p:stCondLst>
                                            <p:cond delay="0"/>
                                          </p:stCondLst>
                                        </p:cTn>
                                        <p:tgtEl>
                                          <p:spTgt spid="37069"/>
                                        </p:tgtEl>
                                        <p:attrNameLst>
                                          <p:attrName>style.visibility</p:attrName>
                                        </p:attrNameLst>
                                      </p:cBhvr>
                                      <p:to>
                                        <p:strVal val="visible"/>
                                      </p:to>
                                    </p:set>
                                    <p:anim calcmode="lin" valueType="num">
                                      <p:cBhvr>
                                        <p:cTn id="85" dur="500" fill="hold"/>
                                        <p:tgtEl>
                                          <p:spTgt spid="37069"/>
                                        </p:tgtEl>
                                        <p:attrNameLst>
                                          <p:attrName>ppt_w</p:attrName>
                                        </p:attrNameLst>
                                      </p:cBhvr>
                                      <p:tavLst>
                                        <p:tav tm="0">
                                          <p:val>
                                            <p:strVal val="4*#ppt_w"/>
                                          </p:val>
                                        </p:tav>
                                        <p:tav tm="100000">
                                          <p:val>
                                            <p:strVal val="#ppt_w"/>
                                          </p:val>
                                        </p:tav>
                                      </p:tavLst>
                                    </p:anim>
                                    <p:anim calcmode="lin" valueType="num">
                                      <p:cBhvr>
                                        <p:cTn id="86" dur="500" fill="hold"/>
                                        <p:tgtEl>
                                          <p:spTgt spid="37069"/>
                                        </p:tgtEl>
                                        <p:attrNameLst>
                                          <p:attrName>ppt_h</p:attrName>
                                        </p:attrNameLst>
                                      </p:cBhvr>
                                      <p:tavLst>
                                        <p:tav tm="0">
                                          <p:val>
                                            <p:strVal val="4*#ppt_h"/>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3" presetClass="entr" presetSubtype="16" fill="hold" nodeType="clickEffect">
                                  <p:stCondLst>
                                    <p:cond delay="0"/>
                                  </p:stCondLst>
                                  <p:childTnLst>
                                    <p:set>
                                      <p:cBhvr>
                                        <p:cTn id="90" dur="1" fill="hold">
                                          <p:stCondLst>
                                            <p:cond delay="0"/>
                                          </p:stCondLst>
                                        </p:cTn>
                                        <p:tgtEl>
                                          <p:spTgt spid="37086"/>
                                        </p:tgtEl>
                                        <p:attrNameLst>
                                          <p:attrName>style.visibility</p:attrName>
                                        </p:attrNameLst>
                                      </p:cBhvr>
                                      <p:to>
                                        <p:strVal val="visible"/>
                                      </p:to>
                                    </p:set>
                                    <p:anim calcmode="lin" valueType="num">
                                      <p:cBhvr>
                                        <p:cTn id="91" dur="500" fill="hold"/>
                                        <p:tgtEl>
                                          <p:spTgt spid="37086"/>
                                        </p:tgtEl>
                                        <p:attrNameLst>
                                          <p:attrName>ppt_w</p:attrName>
                                        </p:attrNameLst>
                                      </p:cBhvr>
                                      <p:tavLst>
                                        <p:tav tm="0">
                                          <p:val>
                                            <p:fltVal val="0"/>
                                          </p:val>
                                        </p:tav>
                                        <p:tav tm="100000">
                                          <p:val>
                                            <p:strVal val="#ppt_w"/>
                                          </p:val>
                                        </p:tav>
                                      </p:tavLst>
                                    </p:anim>
                                    <p:anim calcmode="lin" valueType="num">
                                      <p:cBhvr>
                                        <p:cTn id="92" dur="500" fill="hold"/>
                                        <p:tgtEl>
                                          <p:spTgt spid="37086"/>
                                        </p:tgtEl>
                                        <p:attrNameLst>
                                          <p:attrName>ppt_h</p:attrName>
                                        </p:attrNameLst>
                                      </p:cBhvr>
                                      <p:tavLst>
                                        <p:tav tm="0">
                                          <p:val>
                                            <p:fltVal val="0"/>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4" fill="hold" nodeType="clickEffect">
                                  <p:stCondLst>
                                    <p:cond delay="0"/>
                                  </p:stCondLst>
                                  <p:childTnLst>
                                    <p:set>
                                      <p:cBhvr>
                                        <p:cTn id="96" dur="1" fill="hold">
                                          <p:stCondLst>
                                            <p:cond delay="0"/>
                                          </p:stCondLst>
                                        </p:cTn>
                                        <p:tgtEl>
                                          <p:spTgt spid="36885"/>
                                        </p:tgtEl>
                                        <p:attrNameLst>
                                          <p:attrName>style.visibility</p:attrName>
                                        </p:attrNameLst>
                                      </p:cBhvr>
                                      <p:to>
                                        <p:strVal val="visible"/>
                                      </p:to>
                                    </p:set>
                                    <p:animEffect transition="in" filter="wipe(down)">
                                      <p:cBhvr>
                                        <p:cTn id="97" dur="500"/>
                                        <p:tgtEl>
                                          <p:spTgt spid="36885"/>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2" fill="hold" nodeType="clickEffect">
                                  <p:stCondLst>
                                    <p:cond delay="0"/>
                                  </p:stCondLst>
                                  <p:childTnLst>
                                    <p:set>
                                      <p:cBhvr>
                                        <p:cTn id="101" dur="1" fill="hold">
                                          <p:stCondLst>
                                            <p:cond delay="0"/>
                                          </p:stCondLst>
                                        </p:cTn>
                                        <p:tgtEl>
                                          <p:spTgt spid="36893"/>
                                        </p:tgtEl>
                                        <p:attrNameLst>
                                          <p:attrName>style.visibility</p:attrName>
                                        </p:attrNameLst>
                                      </p:cBhvr>
                                      <p:to>
                                        <p:strVal val="visible"/>
                                      </p:to>
                                    </p:set>
                                    <p:animEffect transition="in" filter="wipe(right)">
                                      <p:cBhvr>
                                        <p:cTn id="102" dur="500"/>
                                        <p:tgtEl>
                                          <p:spTgt spid="3689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3" presetClass="entr" presetSubtype="16" fill="hold" nodeType="clickEffect">
                                  <p:stCondLst>
                                    <p:cond delay="0"/>
                                  </p:stCondLst>
                                  <p:childTnLst>
                                    <p:set>
                                      <p:cBhvr>
                                        <p:cTn id="106" dur="1" fill="hold">
                                          <p:stCondLst>
                                            <p:cond delay="0"/>
                                          </p:stCondLst>
                                        </p:cTn>
                                        <p:tgtEl>
                                          <p:spTgt spid="37057"/>
                                        </p:tgtEl>
                                        <p:attrNameLst>
                                          <p:attrName>style.visibility</p:attrName>
                                        </p:attrNameLst>
                                      </p:cBhvr>
                                      <p:to>
                                        <p:strVal val="visible"/>
                                      </p:to>
                                    </p:set>
                                    <p:anim calcmode="lin" valueType="num">
                                      <p:cBhvr>
                                        <p:cTn id="107" dur="500" fill="hold"/>
                                        <p:tgtEl>
                                          <p:spTgt spid="37057"/>
                                        </p:tgtEl>
                                        <p:attrNameLst>
                                          <p:attrName>ppt_w</p:attrName>
                                        </p:attrNameLst>
                                      </p:cBhvr>
                                      <p:tavLst>
                                        <p:tav tm="0">
                                          <p:val>
                                            <p:fltVal val="0"/>
                                          </p:val>
                                        </p:tav>
                                        <p:tav tm="100000">
                                          <p:val>
                                            <p:strVal val="#ppt_w"/>
                                          </p:val>
                                        </p:tav>
                                      </p:tavLst>
                                    </p:anim>
                                    <p:anim calcmode="lin" valueType="num">
                                      <p:cBhvr>
                                        <p:cTn id="108" dur="500" fill="hold"/>
                                        <p:tgtEl>
                                          <p:spTgt spid="37057"/>
                                        </p:tgtEl>
                                        <p:attrNameLst>
                                          <p:attrName>ppt_h</p:attrName>
                                        </p:attrNameLst>
                                      </p:cBhvr>
                                      <p:tavLst>
                                        <p:tav tm="0">
                                          <p:val>
                                            <p:fltVal val="0"/>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3" presetClass="entr" presetSubtype="32" fill="hold" nodeType="clickEffect">
                                  <p:stCondLst>
                                    <p:cond delay="0"/>
                                  </p:stCondLst>
                                  <p:childTnLst>
                                    <p:set>
                                      <p:cBhvr>
                                        <p:cTn id="112" dur="1" fill="hold">
                                          <p:stCondLst>
                                            <p:cond delay="0"/>
                                          </p:stCondLst>
                                        </p:cTn>
                                        <p:tgtEl>
                                          <p:spTgt spid="37077"/>
                                        </p:tgtEl>
                                        <p:attrNameLst>
                                          <p:attrName>style.visibility</p:attrName>
                                        </p:attrNameLst>
                                      </p:cBhvr>
                                      <p:to>
                                        <p:strVal val="visible"/>
                                      </p:to>
                                    </p:set>
                                    <p:anim calcmode="lin" valueType="num">
                                      <p:cBhvr>
                                        <p:cTn id="113" dur="500" fill="hold"/>
                                        <p:tgtEl>
                                          <p:spTgt spid="37077"/>
                                        </p:tgtEl>
                                        <p:attrNameLst>
                                          <p:attrName>ppt_w</p:attrName>
                                        </p:attrNameLst>
                                      </p:cBhvr>
                                      <p:tavLst>
                                        <p:tav tm="0">
                                          <p:val>
                                            <p:strVal val="4*#ppt_w"/>
                                          </p:val>
                                        </p:tav>
                                        <p:tav tm="100000">
                                          <p:val>
                                            <p:strVal val="#ppt_w"/>
                                          </p:val>
                                        </p:tav>
                                      </p:tavLst>
                                    </p:anim>
                                    <p:anim calcmode="lin" valueType="num">
                                      <p:cBhvr>
                                        <p:cTn id="114" dur="500" fill="hold"/>
                                        <p:tgtEl>
                                          <p:spTgt spid="37077"/>
                                        </p:tgtEl>
                                        <p:attrNameLst>
                                          <p:attrName>ppt_h</p:attrName>
                                        </p:attrNameLst>
                                      </p:cBhvr>
                                      <p:tavLst>
                                        <p:tav tm="0">
                                          <p:val>
                                            <p:strVal val="4*#ppt_h"/>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3" presetClass="entr" presetSubtype="16" fill="hold" nodeType="clickEffect">
                                  <p:stCondLst>
                                    <p:cond delay="0"/>
                                  </p:stCondLst>
                                  <p:childTnLst>
                                    <p:set>
                                      <p:cBhvr>
                                        <p:cTn id="118" dur="1" fill="hold">
                                          <p:stCondLst>
                                            <p:cond delay="0"/>
                                          </p:stCondLst>
                                        </p:cTn>
                                        <p:tgtEl>
                                          <p:spTgt spid="37021"/>
                                        </p:tgtEl>
                                        <p:attrNameLst>
                                          <p:attrName>style.visibility</p:attrName>
                                        </p:attrNameLst>
                                      </p:cBhvr>
                                      <p:to>
                                        <p:strVal val="visible"/>
                                      </p:to>
                                    </p:set>
                                    <p:anim calcmode="lin" valueType="num">
                                      <p:cBhvr>
                                        <p:cTn id="119" dur="500" fill="hold"/>
                                        <p:tgtEl>
                                          <p:spTgt spid="37021"/>
                                        </p:tgtEl>
                                        <p:attrNameLst>
                                          <p:attrName>ppt_w</p:attrName>
                                        </p:attrNameLst>
                                      </p:cBhvr>
                                      <p:tavLst>
                                        <p:tav tm="0">
                                          <p:val>
                                            <p:fltVal val="0"/>
                                          </p:val>
                                        </p:tav>
                                        <p:tav tm="100000">
                                          <p:val>
                                            <p:strVal val="#ppt_w"/>
                                          </p:val>
                                        </p:tav>
                                      </p:tavLst>
                                    </p:anim>
                                    <p:anim calcmode="lin" valueType="num">
                                      <p:cBhvr>
                                        <p:cTn id="120" dur="500" fill="hold"/>
                                        <p:tgtEl>
                                          <p:spTgt spid="37021"/>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2" fill="hold" nodeType="clickEffect">
                                  <p:stCondLst>
                                    <p:cond delay="0"/>
                                  </p:stCondLst>
                                  <p:childTnLst>
                                    <p:set>
                                      <p:cBhvr>
                                        <p:cTn id="124" dur="1" fill="hold">
                                          <p:stCondLst>
                                            <p:cond delay="0"/>
                                          </p:stCondLst>
                                        </p:cTn>
                                        <p:tgtEl>
                                          <p:spTgt spid="36899"/>
                                        </p:tgtEl>
                                        <p:attrNameLst>
                                          <p:attrName>style.visibility</p:attrName>
                                        </p:attrNameLst>
                                      </p:cBhvr>
                                      <p:to>
                                        <p:strVal val="visible"/>
                                      </p:to>
                                    </p:set>
                                    <p:animEffect transition="in" filter="wipe(right)">
                                      <p:cBhvr>
                                        <p:cTn id="125" dur="500"/>
                                        <p:tgtEl>
                                          <p:spTgt spid="36899"/>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3" presetClass="entr" presetSubtype="16" fill="hold" nodeType="clickEffect">
                                  <p:stCondLst>
                                    <p:cond delay="0"/>
                                  </p:stCondLst>
                                  <p:childTnLst>
                                    <p:set>
                                      <p:cBhvr>
                                        <p:cTn id="129" dur="1" fill="hold">
                                          <p:stCondLst>
                                            <p:cond delay="0"/>
                                          </p:stCondLst>
                                        </p:cTn>
                                        <p:tgtEl>
                                          <p:spTgt spid="37037"/>
                                        </p:tgtEl>
                                        <p:attrNameLst>
                                          <p:attrName>style.visibility</p:attrName>
                                        </p:attrNameLst>
                                      </p:cBhvr>
                                      <p:to>
                                        <p:strVal val="visible"/>
                                      </p:to>
                                    </p:set>
                                    <p:anim calcmode="lin" valueType="num">
                                      <p:cBhvr>
                                        <p:cTn id="130" dur="500" fill="hold"/>
                                        <p:tgtEl>
                                          <p:spTgt spid="37037"/>
                                        </p:tgtEl>
                                        <p:attrNameLst>
                                          <p:attrName>ppt_w</p:attrName>
                                        </p:attrNameLst>
                                      </p:cBhvr>
                                      <p:tavLst>
                                        <p:tav tm="0">
                                          <p:val>
                                            <p:fltVal val="0"/>
                                          </p:val>
                                        </p:tav>
                                        <p:tav tm="100000">
                                          <p:val>
                                            <p:strVal val="#ppt_w"/>
                                          </p:val>
                                        </p:tav>
                                      </p:tavLst>
                                    </p:anim>
                                    <p:anim calcmode="lin" valueType="num">
                                      <p:cBhvr>
                                        <p:cTn id="131" dur="500" fill="hold"/>
                                        <p:tgtEl>
                                          <p:spTgt spid="37037"/>
                                        </p:tgtEl>
                                        <p:attrNameLst>
                                          <p:attrName>ppt_h</p:attrName>
                                        </p:attrNameLst>
                                      </p:cBhvr>
                                      <p:tavLst>
                                        <p:tav tm="0">
                                          <p:val>
                                            <p:fltVal val="0"/>
                                          </p:val>
                                        </p:tav>
                                        <p:tav tm="100000">
                                          <p:val>
                                            <p:strVal val="#ppt_h"/>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3" presetClass="entr" presetSubtype="32" fill="hold" nodeType="clickEffect">
                                  <p:stCondLst>
                                    <p:cond delay="0"/>
                                  </p:stCondLst>
                                  <p:childTnLst>
                                    <p:set>
                                      <p:cBhvr>
                                        <p:cTn id="135" dur="1" fill="hold">
                                          <p:stCondLst>
                                            <p:cond delay="0"/>
                                          </p:stCondLst>
                                        </p:cTn>
                                        <p:tgtEl>
                                          <p:spTgt spid="37098"/>
                                        </p:tgtEl>
                                        <p:attrNameLst>
                                          <p:attrName>style.visibility</p:attrName>
                                        </p:attrNameLst>
                                      </p:cBhvr>
                                      <p:to>
                                        <p:strVal val="visible"/>
                                      </p:to>
                                    </p:set>
                                    <p:anim calcmode="lin" valueType="num">
                                      <p:cBhvr>
                                        <p:cTn id="136" dur="500" fill="hold"/>
                                        <p:tgtEl>
                                          <p:spTgt spid="37098"/>
                                        </p:tgtEl>
                                        <p:attrNameLst>
                                          <p:attrName>ppt_w</p:attrName>
                                        </p:attrNameLst>
                                      </p:cBhvr>
                                      <p:tavLst>
                                        <p:tav tm="0">
                                          <p:val>
                                            <p:strVal val="4*#ppt_w"/>
                                          </p:val>
                                        </p:tav>
                                        <p:tav tm="100000">
                                          <p:val>
                                            <p:strVal val="#ppt_w"/>
                                          </p:val>
                                        </p:tav>
                                      </p:tavLst>
                                    </p:anim>
                                    <p:anim calcmode="lin" valueType="num">
                                      <p:cBhvr>
                                        <p:cTn id="137" dur="500" fill="hold"/>
                                        <p:tgtEl>
                                          <p:spTgt spid="37098"/>
                                        </p:tgtEl>
                                        <p:attrNameLst>
                                          <p:attrName>ppt_h</p:attrName>
                                        </p:attrNameLst>
                                      </p:cBhvr>
                                      <p:tavLst>
                                        <p:tav tm="0">
                                          <p:val>
                                            <p:strVal val="4*#ppt_h"/>
                                          </p:val>
                                        </p:tav>
                                        <p:tav tm="100000">
                                          <p:val>
                                            <p:strVal val="#ppt_h"/>
                                          </p:val>
                                        </p:tav>
                                      </p:tavLst>
                                    </p:anim>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3" presetClass="entr" presetSubtype="16" fill="hold" nodeType="clickEffect">
                                  <p:stCondLst>
                                    <p:cond delay="0"/>
                                  </p:stCondLst>
                                  <p:childTnLst>
                                    <p:set>
                                      <p:cBhvr>
                                        <p:cTn id="141" dur="1" fill="hold">
                                          <p:stCondLst>
                                            <p:cond delay="0"/>
                                          </p:stCondLst>
                                        </p:cTn>
                                        <p:tgtEl>
                                          <p:spTgt spid="37030"/>
                                        </p:tgtEl>
                                        <p:attrNameLst>
                                          <p:attrName>style.visibility</p:attrName>
                                        </p:attrNameLst>
                                      </p:cBhvr>
                                      <p:to>
                                        <p:strVal val="visible"/>
                                      </p:to>
                                    </p:set>
                                    <p:anim calcmode="lin" valueType="num">
                                      <p:cBhvr>
                                        <p:cTn id="142" dur="500" fill="hold"/>
                                        <p:tgtEl>
                                          <p:spTgt spid="37030"/>
                                        </p:tgtEl>
                                        <p:attrNameLst>
                                          <p:attrName>ppt_w</p:attrName>
                                        </p:attrNameLst>
                                      </p:cBhvr>
                                      <p:tavLst>
                                        <p:tav tm="0">
                                          <p:val>
                                            <p:fltVal val="0"/>
                                          </p:val>
                                        </p:tav>
                                        <p:tav tm="100000">
                                          <p:val>
                                            <p:strVal val="#ppt_w"/>
                                          </p:val>
                                        </p:tav>
                                      </p:tavLst>
                                    </p:anim>
                                    <p:anim calcmode="lin" valueType="num">
                                      <p:cBhvr>
                                        <p:cTn id="143" dur="500" fill="hold"/>
                                        <p:tgtEl>
                                          <p:spTgt spid="37030"/>
                                        </p:tgtEl>
                                        <p:attrNameLst>
                                          <p:attrName>ppt_h</p:attrName>
                                        </p:attrNameLst>
                                      </p:cBhvr>
                                      <p:tavLst>
                                        <p:tav tm="0">
                                          <p:val>
                                            <p:fltVal val="0"/>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2" fill="hold" nodeType="clickEffect">
                                  <p:stCondLst>
                                    <p:cond delay="0"/>
                                  </p:stCondLst>
                                  <p:childTnLst>
                                    <p:set>
                                      <p:cBhvr>
                                        <p:cTn id="147" dur="1" fill="hold">
                                          <p:stCondLst>
                                            <p:cond delay="0"/>
                                          </p:stCondLst>
                                        </p:cTn>
                                        <p:tgtEl>
                                          <p:spTgt spid="36896"/>
                                        </p:tgtEl>
                                        <p:attrNameLst>
                                          <p:attrName>style.visibility</p:attrName>
                                        </p:attrNameLst>
                                      </p:cBhvr>
                                      <p:to>
                                        <p:strVal val="visible"/>
                                      </p:to>
                                    </p:set>
                                    <p:animEffect transition="in" filter="wipe(right)">
                                      <p:cBhvr>
                                        <p:cTn id="148" dur="500"/>
                                        <p:tgtEl>
                                          <p:spTgt spid="36896"/>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3" presetClass="entr" presetSubtype="16" fill="hold" nodeType="clickEffect">
                                  <p:stCondLst>
                                    <p:cond delay="0"/>
                                  </p:stCondLst>
                                  <p:childTnLst>
                                    <p:set>
                                      <p:cBhvr>
                                        <p:cTn id="152" dur="1" fill="hold">
                                          <p:stCondLst>
                                            <p:cond delay="0"/>
                                          </p:stCondLst>
                                        </p:cTn>
                                        <p:tgtEl>
                                          <p:spTgt spid="37050"/>
                                        </p:tgtEl>
                                        <p:attrNameLst>
                                          <p:attrName>style.visibility</p:attrName>
                                        </p:attrNameLst>
                                      </p:cBhvr>
                                      <p:to>
                                        <p:strVal val="visible"/>
                                      </p:to>
                                    </p:set>
                                    <p:anim calcmode="lin" valueType="num">
                                      <p:cBhvr>
                                        <p:cTn id="153" dur="500" fill="hold"/>
                                        <p:tgtEl>
                                          <p:spTgt spid="37050"/>
                                        </p:tgtEl>
                                        <p:attrNameLst>
                                          <p:attrName>ppt_w</p:attrName>
                                        </p:attrNameLst>
                                      </p:cBhvr>
                                      <p:tavLst>
                                        <p:tav tm="0">
                                          <p:val>
                                            <p:fltVal val="0"/>
                                          </p:val>
                                        </p:tav>
                                        <p:tav tm="100000">
                                          <p:val>
                                            <p:strVal val="#ppt_w"/>
                                          </p:val>
                                        </p:tav>
                                      </p:tavLst>
                                    </p:anim>
                                    <p:anim calcmode="lin" valueType="num">
                                      <p:cBhvr>
                                        <p:cTn id="154" dur="500" fill="hold"/>
                                        <p:tgtEl>
                                          <p:spTgt spid="37050"/>
                                        </p:tgtEl>
                                        <p:attrNameLst>
                                          <p:attrName>ppt_h</p:attrName>
                                        </p:attrNameLst>
                                      </p:cBhvr>
                                      <p:tavLst>
                                        <p:tav tm="0">
                                          <p:val>
                                            <p:fltVal val="0"/>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 presetClass="entr" presetSubtype="8" fill="hold" nodeType="clickEffect">
                                  <p:stCondLst>
                                    <p:cond delay="0"/>
                                  </p:stCondLst>
                                  <p:childTnLst>
                                    <p:set>
                                      <p:cBhvr>
                                        <p:cTn id="158" dur="1" fill="hold">
                                          <p:stCondLst>
                                            <p:cond delay="0"/>
                                          </p:stCondLst>
                                        </p:cTn>
                                        <p:tgtEl>
                                          <p:spTgt spid="36946"/>
                                        </p:tgtEl>
                                        <p:attrNameLst>
                                          <p:attrName>style.visibility</p:attrName>
                                        </p:attrNameLst>
                                      </p:cBhvr>
                                      <p:to>
                                        <p:strVal val="visible"/>
                                      </p:to>
                                    </p:set>
                                    <p:anim calcmode="lin" valueType="num">
                                      <p:cBhvr additive="base">
                                        <p:cTn id="159" dur="500" fill="hold"/>
                                        <p:tgtEl>
                                          <p:spTgt spid="36946"/>
                                        </p:tgtEl>
                                        <p:attrNameLst>
                                          <p:attrName>ppt_x</p:attrName>
                                        </p:attrNameLst>
                                      </p:cBhvr>
                                      <p:tavLst>
                                        <p:tav tm="0">
                                          <p:val>
                                            <p:strVal val="0-#ppt_w/2"/>
                                          </p:val>
                                        </p:tav>
                                        <p:tav tm="100000">
                                          <p:val>
                                            <p:strVal val="#ppt_x"/>
                                          </p:val>
                                        </p:tav>
                                      </p:tavLst>
                                    </p:anim>
                                    <p:anim calcmode="lin" valueType="num">
                                      <p:cBhvr additive="base">
                                        <p:cTn id="160" dur="500" fill="hold"/>
                                        <p:tgtEl>
                                          <p:spTgt spid="36946"/>
                                        </p:tgtEl>
                                        <p:attrNameLst>
                                          <p:attrName>ppt_y</p:attrName>
                                        </p:attrNameLst>
                                      </p:cBhvr>
                                      <p:tavLst>
                                        <p:tav tm="0">
                                          <p:val>
                                            <p:strVal val="#ppt_y"/>
                                          </p:val>
                                        </p:tav>
                                        <p:tav tm="100000">
                                          <p:val>
                                            <p:strVal val="#ppt_y"/>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grpId="0" nodeType="clickEffect">
                                  <p:stCondLst>
                                    <p:cond delay="0"/>
                                  </p:stCondLst>
                                  <p:childTnLst>
                                    <p:set>
                                      <p:cBhvr>
                                        <p:cTn id="164" dur="1" fill="hold">
                                          <p:stCondLst>
                                            <p:cond delay="0"/>
                                          </p:stCondLst>
                                        </p:cTn>
                                        <p:tgtEl>
                                          <p:spTgt spid="36945"/>
                                        </p:tgtEl>
                                        <p:attrNameLst>
                                          <p:attrName>style.visibility</p:attrName>
                                        </p:attrNameLst>
                                      </p:cBhvr>
                                      <p:to>
                                        <p:strVal val="visible"/>
                                      </p:to>
                                    </p:set>
                                    <p:animEffect transition="in" filter="wipe(left)">
                                      <p:cBhvr>
                                        <p:cTn id="165" dur="500"/>
                                        <p:tgtEl>
                                          <p:spTgt spid="36945"/>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3" presetClass="entr" presetSubtype="32" fill="hold" nodeType="clickEffect">
                                  <p:stCondLst>
                                    <p:cond delay="0"/>
                                  </p:stCondLst>
                                  <p:childTnLst>
                                    <p:set>
                                      <p:cBhvr>
                                        <p:cTn id="169" dur="1" fill="hold">
                                          <p:stCondLst>
                                            <p:cond delay="0"/>
                                          </p:stCondLst>
                                        </p:cTn>
                                        <p:tgtEl>
                                          <p:spTgt spid="36883"/>
                                        </p:tgtEl>
                                        <p:attrNameLst>
                                          <p:attrName>style.visibility</p:attrName>
                                        </p:attrNameLst>
                                      </p:cBhvr>
                                      <p:to>
                                        <p:strVal val="visible"/>
                                      </p:to>
                                    </p:set>
                                    <p:anim calcmode="lin" valueType="num">
                                      <p:cBhvr>
                                        <p:cTn id="170" dur="500" fill="hold"/>
                                        <p:tgtEl>
                                          <p:spTgt spid="36883"/>
                                        </p:tgtEl>
                                        <p:attrNameLst>
                                          <p:attrName>ppt_w</p:attrName>
                                        </p:attrNameLst>
                                      </p:cBhvr>
                                      <p:tavLst>
                                        <p:tav tm="0">
                                          <p:val>
                                            <p:strVal val="4*#ppt_w"/>
                                          </p:val>
                                        </p:tav>
                                        <p:tav tm="100000">
                                          <p:val>
                                            <p:strVal val="#ppt_w"/>
                                          </p:val>
                                        </p:tav>
                                      </p:tavLst>
                                    </p:anim>
                                    <p:anim calcmode="lin" valueType="num">
                                      <p:cBhvr>
                                        <p:cTn id="171" dur="500" fill="hold"/>
                                        <p:tgtEl>
                                          <p:spTgt spid="36883"/>
                                        </p:tgtEl>
                                        <p:attrNameLst>
                                          <p:attrName>ppt_h</p:attrName>
                                        </p:attrNameLst>
                                      </p:cBhvr>
                                      <p:tavLst>
                                        <p:tav tm="0">
                                          <p:val>
                                            <p:strVal val="4*#ppt_h"/>
                                          </p:val>
                                        </p:tav>
                                        <p:tav tm="100000">
                                          <p:val>
                                            <p:strVal val="#ppt_h"/>
                                          </p:val>
                                        </p:tav>
                                      </p:tavLst>
                                    </p:anim>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3" presetClass="entr" presetSubtype="32" fill="hold" nodeType="clickEffect">
                                  <p:stCondLst>
                                    <p:cond delay="0"/>
                                  </p:stCondLst>
                                  <p:childTnLst>
                                    <p:set>
                                      <p:cBhvr>
                                        <p:cTn id="175" dur="1" fill="hold">
                                          <p:stCondLst>
                                            <p:cond delay="0"/>
                                          </p:stCondLst>
                                        </p:cTn>
                                        <p:tgtEl>
                                          <p:spTgt spid="36875"/>
                                        </p:tgtEl>
                                        <p:attrNameLst>
                                          <p:attrName>style.visibility</p:attrName>
                                        </p:attrNameLst>
                                      </p:cBhvr>
                                      <p:to>
                                        <p:strVal val="visible"/>
                                      </p:to>
                                    </p:set>
                                    <p:anim calcmode="lin" valueType="num">
                                      <p:cBhvr>
                                        <p:cTn id="176" dur="500" fill="hold"/>
                                        <p:tgtEl>
                                          <p:spTgt spid="36875"/>
                                        </p:tgtEl>
                                        <p:attrNameLst>
                                          <p:attrName>ppt_w</p:attrName>
                                        </p:attrNameLst>
                                      </p:cBhvr>
                                      <p:tavLst>
                                        <p:tav tm="0">
                                          <p:val>
                                            <p:strVal val="4*#ppt_w"/>
                                          </p:val>
                                        </p:tav>
                                        <p:tav tm="100000">
                                          <p:val>
                                            <p:strVal val="#ppt_w"/>
                                          </p:val>
                                        </p:tav>
                                      </p:tavLst>
                                    </p:anim>
                                    <p:anim calcmode="lin" valueType="num">
                                      <p:cBhvr>
                                        <p:cTn id="177" dur="500" fill="hold"/>
                                        <p:tgtEl>
                                          <p:spTgt spid="36875"/>
                                        </p:tgtEl>
                                        <p:attrNameLst>
                                          <p:attrName>ppt_h</p:attrName>
                                        </p:attrNameLst>
                                      </p:cBhvr>
                                      <p:tavLst>
                                        <p:tav tm="0">
                                          <p:val>
                                            <p:strVal val="4*#ppt_h"/>
                                          </p:val>
                                        </p:tav>
                                        <p:tav tm="100000">
                                          <p:val>
                                            <p:strVal val="#ppt_h"/>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3" presetClass="entr" presetSubtype="32" fill="hold" nodeType="clickEffect">
                                  <p:stCondLst>
                                    <p:cond delay="0"/>
                                  </p:stCondLst>
                                  <p:childTnLst>
                                    <p:set>
                                      <p:cBhvr>
                                        <p:cTn id="181" dur="1" fill="hold">
                                          <p:stCondLst>
                                            <p:cond delay="0"/>
                                          </p:stCondLst>
                                        </p:cTn>
                                        <p:tgtEl>
                                          <p:spTgt spid="36877"/>
                                        </p:tgtEl>
                                        <p:attrNameLst>
                                          <p:attrName>style.visibility</p:attrName>
                                        </p:attrNameLst>
                                      </p:cBhvr>
                                      <p:to>
                                        <p:strVal val="visible"/>
                                      </p:to>
                                    </p:set>
                                    <p:anim calcmode="lin" valueType="num">
                                      <p:cBhvr>
                                        <p:cTn id="182" dur="500" fill="hold"/>
                                        <p:tgtEl>
                                          <p:spTgt spid="36877"/>
                                        </p:tgtEl>
                                        <p:attrNameLst>
                                          <p:attrName>ppt_w</p:attrName>
                                        </p:attrNameLst>
                                      </p:cBhvr>
                                      <p:tavLst>
                                        <p:tav tm="0">
                                          <p:val>
                                            <p:strVal val="4*#ppt_w"/>
                                          </p:val>
                                        </p:tav>
                                        <p:tav tm="100000">
                                          <p:val>
                                            <p:strVal val="#ppt_w"/>
                                          </p:val>
                                        </p:tav>
                                      </p:tavLst>
                                    </p:anim>
                                    <p:anim calcmode="lin" valueType="num">
                                      <p:cBhvr>
                                        <p:cTn id="183" dur="500" fill="hold"/>
                                        <p:tgtEl>
                                          <p:spTgt spid="36877"/>
                                        </p:tgtEl>
                                        <p:attrNameLst>
                                          <p:attrName>ppt_h</p:attrName>
                                        </p:attrNameLst>
                                      </p:cBhvr>
                                      <p:tavLst>
                                        <p:tav tm="0">
                                          <p:val>
                                            <p:strVal val="4*#ppt_h"/>
                                          </p:val>
                                        </p:tav>
                                        <p:tav tm="100000">
                                          <p:val>
                                            <p:strVal val="#ppt_h"/>
                                          </p:val>
                                        </p:tav>
                                      </p:tavLst>
                                    </p:anim>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3" presetClass="entr" presetSubtype="32" fill="hold" nodeType="clickEffect">
                                  <p:stCondLst>
                                    <p:cond delay="0"/>
                                  </p:stCondLst>
                                  <p:childTnLst>
                                    <p:set>
                                      <p:cBhvr>
                                        <p:cTn id="187" dur="1" fill="hold">
                                          <p:stCondLst>
                                            <p:cond delay="0"/>
                                          </p:stCondLst>
                                        </p:cTn>
                                        <p:tgtEl>
                                          <p:spTgt spid="36878"/>
                                        </p:tgtEl>
                                        <p:attrNameLst>
                                          <p:attrName>style.visibility</p:attrName>
                                        </p:attrNameLst>
                                      </p:cBhvr>
                                      <p:to>
                                        <p:strVal val="visible"/>
                                      </p:to>
                                    </p:set>
                                    <p:anim calcmode="lin" valueType="num">
                                      <p:cBhvr>
                                        <p:cTn id="188" dur="500" fill="hold"/>
                                        <p:tgtEl>
                                          <p:spTgt spid="36878"/>
                                        </p:tgtEl>
                                        <p:attrNameLst>
                                          <p:attrName>ppt_w</p:attrName>
                                        </p:attrNameLst>
                                      </p:cBhvr>
                                      <p:tavLst>
                                        <p:tav tm="0">
                                          <p:val>
                                            <p:strVal val="4*#ppt_w"/>
                                          </p:val>
                                        </p:tav>
                                        <p:tav tm="100000">
                                          <p:val>
                                            <p:strVal val="#ppt_w"/>
                                          </p:val>
                                        </p:tav>
                                      </p:tavLst>
                                    </p:anim>
                                    <p:anim calcmode="lin" valueType="num">
                                      <p:cBhvr>
                                        <p:cTn id="189" dur="500" fill="hold"/>
                                        <p:tgtEl>
                                          <p:spTgt spid="36878"/>
                                        </p:tgtEl>
                                        <p:attrNameLst>
                                          <p:attrName>ppt_h</p:attrName>
                                        </p:attrNameLst>
                                      </p:cBhvr>
                                      <p:tavLst>
                                        <p:tav tm="0">
                                          <p:val>
                                            <p:strVal val="4*#ppt_h"/>
                                          </p:val>
                                        </p:tav>
                                        <p:tav tm="100000">
                                          <p:val>
                                            <p:strVal val="#ppt_h"/>
                                          </p:val>
                                        </p:tav>
                                      </p:tavLst>
                                    </p:anim>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3" presetClass="entr" presetSubtype="32" fill="hold" nodeType="clickEffect">
                                  <p:stCondLst>
                                    <p:cond delay="0"/>
                                  </p:stCondLst>
                                  <p:childTnLst>
                                    <p:set>
                                      <p:cBhvr>
                                        <p:cTn id="193" dur="1" fill="hold">
                                          <p:stCondLst>
                                            <p:cond delay="0"/>
                                          </p:stCondLst>
                                        </p:cTn>
                                        <p:tgtEl>
                                          <p:spTgt spid="36881"/>
                                        </p:tgtEl>
                                        <p:attrNameLst>
                                          <p:attrName>style.visibility</p:attrName>
                                        </p:attrNameLst>
                                      </p:cBhvr>
                                      <p:to>
                                        <p:strVal val="visible"/>
                                      </p:to>
                                    </p:set>
                                    <p:anim calcmode="lin" valueType="num">
                                      <p:cBhvr>
                                        <p:cTn id="194" dur="500" fill="hold"/>
                                        <p:tgtEl>
                                          <p:spTgt spid="36881"/>
                                        </p:tgtEl>
                                        <p:attrNameLst>
                                          <p:attrName>ppt_w</p:attrName>
                                        </p:attrNameLst>
                                      </p:cBhvr>
                                      <p:tavLst>
                                        <p:tav tm="0">
                                          <p:val>
                                            <p:strVal val="4*#ppt_w"/>
                                          </p:val>
                                        </p:tav>
                                        <p:tav tm="100000">
                                          <p:val>
                                            <p:strVal val="#ppt_w"/>
                                          </p:val>
                                        </p:tav>
                                      </p:tavLst>
                                    </p:anim>
                                    <p:anim calcmode="lin" valueType="num">
                                      <p:cBhvr>
                                        <p:cTn id="195" dur="500" fill="hold"/>
                                        <p:tgtEl>
                                          <p:spTgt spid="36881"/>
                                        </p:tgtEl>
                                        <p:attrNameLst>
                                          <p:attrName>ppt_h</p:attrName>
                                        </p:attrNameLst>
                                      </p:cBhvr>
                                      <p:tavLst>
                                        <p:tav tm="0">
                                          <p:val>
                                            <p:strVal val="4*#ppt_h"/>
                                          </p:val>
                                        </p:tav>
                                        <p:tav tm="100000">
                                          <p:val>
                                            <p:strVal val="#ppt_h"/>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3" presetClass="entr" presetSubtype="32" fill="hold" nodeType="clickEffect">
                                  <p:stCondLst>
                                    <p:cond delay="0"/>
                                  </p:stCondLst>
                                  <p:childTnLst>
                                    <p:set>
                                      <p:cBhvr>
                                        <p:cTn id="199" dur="1" fill="hold">
                                          <p:stCondLst>
                                            <p:cond delay="0"/>
                                          </p:stCondLst>
                                        </p:cTn>
                                        <p:tgtEl>
                                          <p:spTgt spid="36882"/>
                                        </p:tgtEl>
                                        <p:attrNameLst>
                                          <p:attrName>style.visibility</p:attrName>
                                        </p:attrNameLst>
                                      </p:cBhvr>
                                      <p:to>
                                        <p:strVal val="visible"/>
                                      </p:to>
                                    </p:set>
                                    <p:anim calcmode="lin" valueType="num">
                                      <p:cBhvr>
                                        <p:cTn id="200" dur="500" fill="hold"/>
                                        <p:tgtEl>
                                          <p:spTgt spid="36882"/>
                                        </p:tgtEl>
                                        <p:attrNameLst>
                                          <p:attrName>ppt_w</p:attrName>
                                        </p:attrNameLst>
                                      </p:cBhvr>
                                      <p:tavLst>
                                        <p:tav tm="0">
                                          <p:val>
                                            <p:strVal val="4*#ppt_w"/>
                                          </p:val>
                                        </p:tav>
                                        <p:tav tm="100000">
                                          <p:val>
                                            <p:strVal val="#ppt_w"/>
                                          </p:val>
                                        </p:tav>
                                      </p:tavLst>
                                    </p:anim>
                                    <p:anim calcmode="lin" valueType="num">
                                      <p:cBhvr>
                                        <p:cTn id="201" dur="500" fill="hold"/>
                                        <p:tgtEl>
                                          <p:spTgt spid="36882"/>
                                        </p:tgtEl>
                                        <p:attrNameLst>
                                          <p:attrName>ppt_h</p:attrName>
                                        </p:attrNameLst>
                                      </p:cBhvr>
                                      <p:tavLst>
                                        <p:tav tm="0">
                                          <p:val>
                                            <p:strVal val="4*#ppt_h"/>
                                          </p:val>
                                        </p:tav>
                                        <p:tav tm="100000">
                                          <p:val>
                                            <p:strVal val="#ppt_h"/>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23" presetClass="entr" presetSubtype="32" fill="hold" nodeType="clickEffect">
                                  <p:stCondLst>
                                    <p:cond delay="0"/>
                                  </p:stCondLst>
                                  <p:childTnLst>
                                    <p:set>
                                      <p:cBhvr>
                                        <p:cTn id="205" dur="1" fill="hold">
                                          <p:stCondLst>
                                            <p:cond delay="0"/>
                                          </p:stCondLst>
                                        </p:cTn>
                                        <p:tgtEl>
                                          <p:spTgt spid="36880"/>
                                        </p:tgtEl>
                                        <p:attrNameLst>
                                          <p:attrName>style.visibility</p:attrName>
                                        </p:attrNameLst>
                                      </p:cBhvr>
                                      <p:to>
                                        <p:strVal val="visible"/>
                                      </p:to>
                                    </p:set>
                                    <p:anim calcmode="lin" valueType="num">
                                      <p:cBhvr>
                                        <p:cTn id="206" dur="500" fill="hold"/>
                                        <p:tgtEl>
                                          <p:spTgt spid="36880"/>
                                        </p:tgtEl>
                                        <p:attrNameLst>
                                          <p:attrName>ppt_w</p:attrName>
                                        </p:attrNameLst>
                                      </p:cBhvr>
                                      <p:tavLst>
                                        <p:tav tm="0">
                                          <p:val>
                                            <p:strVal val="4*#ppt_w"/>
                                          </p:val>
                                        </p:tav>
                                        <p:tav tm="100000">
                                          <p:val>
                                            <p:strVal val="#ppt_w"/>
                                          </p:val>
                                        </p:tav>
                                      </p:tavLst>
                                    </p:anim>
                                    <p:anim calcmode="lin" valueType="num">
                                      <p:cBhvr>
                                        <p:cTn id="207" dur="500" fill="hold"/>
                                        <p:tgtEl>
                                          <p:spTgt spid="36880"/>
                                        </p:tgtEl>
                                        <p:attrNameLst>
                                          <p:attrName>ppt_h</p:attrName>
                                        </p:attrNameLst>
                                      </p:cBhvr>
                                      <p:tavLst>
                                        <p:tav tm="0">
                                          <p:val>
                                            <p:strVal val="4*#ppt_h"/>
                                          </p:val>
                                        </p:tav>
                                        <p:tav tm="100000">
                                          <p:val>
                                            <p:strVal val="#ppt_h"/>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3" presetClass="entr" presetSubtype="32" fill="hold" nodeType="clickEffect">
                                  <p:stCondLst>
                                    <p:cond delay="0"/>
                                  </p:stCondLst>
                                  <p:childTnLst>
                                    <p:set>
                                      <p:cBhvr>
                                        <p:cTn id="211" dur="1" fill="hold">
                                          <p:stCondLst>
                                            <p:cond delay="0"/>
                                          </p:stCondLst>
                                        </p:cTn>
                                        <p:tgtEl>
                                          <p:spTgt spid="36879"/>
                                        </p:tgtEl>
                                        <p:attrNameLst>
                                          <p:attrName>style.visibility</p:attrName>
                                        </p:attrNameLst>
                                      </p:cBhvr>
                                      <p:to>
                                        <p:strVal val="visible"/>
                                      </p:to>
                                    </p:set>
                                    <p:anim calcmode="lin" valueType="num">
                                      <p:cBhvr>
                                        <p:cTn id="212" dur="500" fill="hold"/>
                                        <p:tgtEl>
                                          <p:spTgt spid="36879"/>
                                        </p:tgtEl>
                                        <p:attrNameLst>
                                          <p:attrName>ppt_w</p:attrName>
                                        </p:attrNameLst>
                                      </p:cBhvr>
                                      <p:tavLst>
                                        <p:tav tm="0">
                                          <p:val>
                                            <p:strVal val="4*#ppt_w"/>
                                          </p:val>
                                        </p:tav>
                                        <p:tav tm="100000">
                                          <p:val>
                                            <p:strVal val="#ppt_w"/>
                                          </p:val>
                                        </p:tav>
                                      </p:tavLst>
                                    </p:anim>
                                    <p:anim calcmode="lin" valueType="num">
                                      <p:cBhvr>
                                        <p:cTn id="213" dur="500" fill="hold"/>
                                        <p:tgtEl>
                                          <p:spTgt spid="36879"/>
                                        </p:tgtEl>
                                        <p:attrNameLst>
                                          <p:attrName>ppt_h</p:attrName>
                                        </p:attrNameLst>
                                      </p:cBhvr>
                                      <p:tavLst>
                                        <p:tav tm="0">
                                          <p:val>
                                            <p:strVal val="4*#ppt_h"/>
                                          </p:val>
                                        </p:tav>
                                        <p:tav tm="100000">
                                          <p:val>
                                            <p:strVal val="#ppt_h"/>
                                          </p:val>
                                        </p:tav>
                                      </p:tavLst>
                                    </p:anim>
                                  </p:childTnLst>
                                </p:cTn>
                              </p:par>
                            </p:childTnLst>
                          </p:cTn>
                        </p:par>
                      </p:childTnLst>
                    </p:cTn>
                  </p:par>
                  <p:par>
                    <p:cTn id="214" fill="hold" nodeType="clickPar">
                      <p:stCondLst>
                        <p:cond delay="indefinite"/>
                      </p:stCondLst>
                      <p:childTnLst>
                        <p:par>
                          <p:cTn id="215" fill="hold" nodeType="withGroup">
                            <p:stCondLst>
                              <p:cond delay="0"/>
                            </p:stCondLst>
                            <p:childTnLst>
                              <p:par>
                                <p:cTn id="216" presetID="9" presetClass="entr" presetSubtype="0" fill="hold" nodeType="clickEffect">
                                  <p:stCondLst>
                                    <p:cond delay="0"/>
                                  </p:stCondLst>
                                  <p:childTnLst>
                                    <p:set>
                                      <p:cBhvr>
                                        <p:cTn id="217" dur="1" fill="hold">
                                          <p:stCondLst>
                                            <p:cond delay="0"/>
                                          </p:stCondLst>
                                        </p:cTn>
                                        <p:tgtEl>
                                          <p:spTgt spid="36993"/>
                                        </p:tgtEl>
                                        <p:attrNameLst>
                                          <p:attrName>style.visibility</p:attrName>
                                        </p:attrNameLst>
                                      </p:cBhvr>
                                      <p:to>
                                        <p:strVal val="visible"/>
                                      </p:to>
                                    </p:set>
                                    <p:animEffect transition="in" filter="dissolve">
                                      <p:cBhvr>
                                        <p:cTn id="218" dur="500"/>
                                        <p:tgtEl>
                                          <p:spTgt spid="36993"/>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3" presetClass="entr" presetSubtype="288" fill="hold" nodeType="clickEffect">
                                  <p:stCondLst>
                                    <p:cond delay="0"/>
                                  </p:stCondLst>
                                  <p:childTnLst>
                                    <p:set>
                                      <p:cBhvr>
                                        <p:cTn id="222" dur="1" fill="hold">
                                          <p:stCondLst>
                                            <p:cond delay="0"/>
                                          </p:stCondLst>
                                        </p:cTn>
                                        <p:tgtEl>
                                          <p:spTgt spid="37107"/>
                                        </p:tgtEl>
                                        <p:attrNameLst>
                                          <p:attrName>style.visibility</p:attrName>
                                        </p:attrNameLst>
                                      </p:cBhvr>
                                      <p:to>
                                        <p:strVal val="visible"/>
                                      </p:to>
                                    </p:set>
                                    <p:anim calcmode="lin" valueType="num">
                                      <p:cBhvr>
                                        <p:cTn id="223" dur="500" fill="hold"/>
                                        <p:tgtEl>
                                          <p:spTgt spid="37107"/>
                                        </p:tgtEl>
                                        <p:attrNameLst>
                                          <p:attrName>ppt_w</p:attrName>
                                        </p:attrNameLst>
                                      </p:cBhvr>
                                      <p:tavLst>
                                        <p:tav tm="0">
                                          <p:val>
                                            <p:strVal val="4/3*#ppt_w"/>
                                          </p:val>
                                        </p:tav>
                                        <p:tav tm="100000">
                                          <p:val>
                                            <p:strVal val="#ppt_w"/>
                                          </p:val>
                                        </p:tav>
                                      </p:tavLst>
                                    </p:anim>
                                    <p:anim calcmode="lin" valueType="num">
                                      <p:cBhvr>
                                        <p:cTn id="224" dur="500" fill="hold"/>
                                        <p:tgtEl>
                                          <p:spTgt spid="37107"/>
                                        </p:tgtEl>
                                        <p:attrNameLst>
                                          <p:attrName>ppt_h</p:attrName>
                                        </p:attrNameLst>
                                      </p:cBhvr>
                                      <p:tavLst>
                                        <p:tav tm="0">
                                          <p:val>
                                            <p:strVal val="4/3*#ppt_h"/>
                                          </p:val>
                                        </p:tav>
                                        <p:tav tm="100000">
                                          <p:val>
                                            <p:strVal val="#ppt_h"/>
                                          </p:val>
                                        </p:tav>
                                      </p:tavLst>
                                    </p:anim>
                                  </p:childTnLst>
                                </p:cTn>
                              </p:par>
                            </p:childTnLst>
                          </p:cTn>
                        </p:par>
                      </p:childTnLst>
                    </p:cTn>
                  </p:par>
                  <p:par>
                    <p:cTn id="225" fill="hold" nodeType="clickPar">
                      <p:stCondLst>
                        <p:cond delay="indefinite"/>
                      </p:stCondLst>
                      <p:childTnLst>
                        <p:par>
                          <p:cTn id="226" fill="hold" nodeType="withGroup">
                            <p:stCondLst>
                              <p:cond delay="0"/>
                            </p:stCondLst>
                            <p:childTnLst>
                              <p:par>
                                <p:cTn id="227" presetID="9" presetClass="entr" presetSubtype="0" fill="hold" nodeType="clickEffect">
                                  <p:stCondLst>
                                    <p:cond delay="0"/>
                                  </p:stCondLst>
                                  <p:childTnLst>
                                    <p:set>
                                      <p:cBhvr>
                                        <p:cTn id="228" dur="1" fill="hold">
                                          <p:stCondLst>
                                            <p:cond delay="0"/>
                                          </p:stCondLst>
                                        </p:cTn>
                                        <p:tgtEl>
                                          <p:spTgt spid="37104"/>
                                        </p:tgtEl>
                                        <p:attrNameLst>
                                          <p:attrName>style.visibility</p:attrName>
                                        </p:attrNameLst>
                                      </p:cBhvr>
                                      <p:to>
                                        <p:strVal val="visible"/>
                                      </p:to>
                                    </p:set>
                                    <p:animEffect transition="in" filter="dissolve">
                                      <p:cBhvr>
                                        <p:cTn id="229" dur="500"/>
                                        <p:tgtEl>
                                          <p:spTgt spid="37104"/>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7" presetClass="entr" presetSubtype="2" fill="hold" nodeType="clickEffect">
                                  <p:stCondLst>
                                    <p:cond delay="0"/>
                                  </p:stCondLst>
                                  <p:childTnLst>
                                    <p:set>
                                      <p:cBhvr>
                                        <p:cTn id="233" dur="1" fill="hold">
                                          <p:stCondLst>
                                            <p:cond delay="0"/>
                                          </p:stCondLst>
                                        </p:cTn>
                                        <p:tgtEl>
                                          <p:spTgt spid="37106"/>
                                        </p:tgtEl>
                                        <p:attrNameLst>
                                          <p:attrName>style.visibility</p:attrName>
                                        </p:attrNameLst>
                                      </p:cBhvr>
                                      <p:to>
                                        <p:strVal val="visible"/>
                                      </p:to>
                                    </p:set>
                                    <p:anim calcmode="lin" valueType="num">
                                      <p:cBhvr additive="base">
                                        <p:cTn id="234" dur="5000" fill="hold"/>
                                        <p:tgtEl>
                                          <p:spTgt spid="37106"/>
                                        </p:tgtEl>
                                        <p:attrNameLst>
                                          <p:attrName>ppt_x</p:attrName>
                                        </p:attrNameLst>
                                      </p:cBhvr>
                                      <p:tavLst>
                                        <p:tav tm="0">
                                          <p:val>
                                            <p:strVal val="1+#ppt_w/2"/>
                                          </p:val>
                                        </p:tav>
                                        <p:tav tm="100000">
                                          <p:val>
                                            <p:strVal val="#ppt_x"/>
                                          </p:val>
                                        </p:tav>
                                      </p:tavLst>
                                    </p:anim>
                                    <p:anim calcmode="lin" valueType="num">
                                      <p:cBhvr additive="base">
                                        <p:cTn id="235" dur="5000" fill="hold"/>
                                        <p:tgtEl>
                                          <p:spTgt spid="37106"/>
                                        </p:tgtEl>
                                        <p:attrNameLst>
                                          <p:attrName>ppt_y</p:attrName>
                                        </p:attrNameLst>
                                      </p:cBhvr>
                                      <p:tavLst>
                                        <p:tav tm="0">
                                          <p:val>
                                            <p:strVal val="#ppt_y"/>
                                          </p:val>
                                        </p:tav>
                                        <p:tav tm="100000">
                                          <p:val>
                                            <p:strVal val="#ppt_y"/>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22" presetClass="entr" presetSubtype="8" fill="hold" nodeType="clickEffect">
                                  <p:stCondLst>
                                    <p:cond delay="0"/>
                                  </p:stCondLst>
                                  <p:childTnLst>
                                    <p:set>
                                      <p:cBhvr>
                                        <p:cTn id="239" dur="1" fill="hold">
                                          <p:stCondLst>
                                            <p:cond delay="0"/>
                                          </p:stCondLst>
                                        </p:cTn>
                                        <p:tgtEl>
                                          <p:spTgt spid="36962"/>
                                        </p:tgtEl>
                                        <p:attrNameLst>
                                          <p:attrName>style.visibility</p:attrName>
                                        </p:attrNameLst>
                                      </p:cBhvr>
                                      <p:to>
                                        <p:strVal val="visible"/>
                                      </p:to>
                                    </p:set>
                                    <p:animEffect transition="in" filter="wipe(left)">
                                      <p:cBhvr>
                                        <p:cTn id="240" dur="500"/>
                                        <p:tgtEl>
                                          <p:spTgt spid="36962"/>
                                        </p:tgtEl>
                                      </p:cBhvr>
                                    </p:animEffec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9" presetClass="entr" presetSubtype="0" fill="hold" nodeType="clickEffect">
                                  <p:stCondLst>
                                    <p:cond delay="0"/>
                                  </p:stCondLst>
                                  <p:childTnLst>
                                    <p:set>
                                      <p:cBhvr>
                                        <p:cTn id="244" dur="1" fill="hold">
                                          <p:stCondLst>
                                            <p:cond delay="0"/>
                                          </p:stCondLst>
                                        </p:cTn>
                                        <p:tgtEl>
                                          <p:spTgt spid="37105"/>
                                        </p:tgtEl>
                                        <p:attrNameLst>
                                          <p:attrName>style.visibility</p:attrName>
                                        </p:attrNameLst>
                                      </p:cBhvr>
                                      <p:to>
                                        <p:strVal val="visible"/>
                                      </p:to>
                                    </p:set>
                                    <p:animEffect transition="in" filter="dissolve">
                                      <p:cBhvr>
                                        <p:cTn id="245" dur="500"/>
                                        <p:tgtEl>
                                          <p:spTgt spid="37105"/>
                                        </p:tgtEl>
                                      </p:cBhvr>
                                    </p:animEffec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7" presetClass="entr" presetSubtype="1" fill="hold" nodeType="clickEffect">
                                  <p:stCondLst>
                                    <p:cond delay="0"/>
                                  </p:stCondLst>
                                  <p:childTnLst>
                                    <p:set>
                                      <p:cBhvr>
                                        <p:cTn id="249" dur="1" fill="hold">
                                          <p:stCondLst>
                                            <p:cond delay="0"/>
                                          </p:stCondLst>
                                        </p:cTn>
                                        <p:tgtEl>
                                          <p:spTgt spid="37108"/>
                                        </p:tgtEl>
                                        <p:attrNameLst>
                                          <p:attrName>style.visibility</p:attrName>
                                        </p:attrNameLst>
                                      </p:cBhvr>
                                      <p:to>
                                        <p:strVal val="visible"/>
                                      </p:to>
                                    </p:set>
                                    <p:anim calcmode="lin" valueType="num">
                                      <p:cBhvr additive="base">
                                        <p:cTn id="250" dur="5000" fill="hold"/>
                                        <p:tgtEl>
                                          <p:spTgt spid="37108"/>
                                        </p:tgtEl>
                                        <p:attrNameLst>
                                          <p:attrName>ppt_x</p:attrName>
                                        </p:attrNameLst>
                                      </p:cBhvr>
                                      <p:tavLst>
                                        <p:tav tm="0">
                                          <p:val>
                                            <p:strVal val="#ppt_x"/>
                                          </p:val>
                                        </p:tav>
                                        <p:tav tm="100000">
                                          <p:val>
                                            <p:strVal val="#ppt_x"/>
                                          </p:val>
                                        </p:tav>
                                      </p:tavLst>
                                    </p:anim>
                                    <p:anim calcmode="lin" valueType="num">
                                      <p:cBhvr additive="base">
                                        <p:cTn id="251" dur="5000" fill="hold"/>
                                        <p:tgtEl>
                                          <p:spTgt spid="37108"/>
                                        </p:tgtEl>
                                        <p:attrNameLst>
                                          <p:attrName>ppt_y</p:attrName>
                                        </p:attrNameLst>
                                      </p:cBhvr>
                                      <p:tavLst>
                                        <p:tav tm="0">
                                          <p:val>
                                            <p:strVal val="0-#ppt_h/2"/>
                                          </p:val>
                                        </p:tav>
                                        <p:tav tm="100000">
                                          <p:val>
                                            <p:strVal val="#ppt_y"/>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9" presetClass="entr" presetSubtype="0" fill="hold" nodeType="clickEffect">
                                  <p:stCondLst>
                                    <p:cond delay="0"/>
                                  </p:stCondLst>
                                  <p:childTnLst>
                                    <p:set>
                                      <p:cBhvr>
                                        <p:cTn id="255" dur="1" fill="hold">
                                          <p:stCondLst>
                                            <p:cond delay="0"/>
                                          </p:stCondLst>
                                        </p:cTn>
                                        <p:tgtEl>
                                          <p:spTgt spid="37124"/>
                                        </p:tgtEl>
                                        <p:attrNameLst>
                                          <p:attrName>style.visibility</p:attrName>
                                        </p:attrNameLst>
                                      </p:cBhvr>
                                      <p:to>
                                        <p:strVal val="visible"/>
                                      </p:to>
                                    </p:set>
                                    <p:animEffect transition="in" filter="dissolve">
                                      <p:cBhvr>
                                        <p:cTn id="256" dur="500"/>
                                        <p:tgtEl>
                                          <p:spTgt spid="37124"/>
                                        </p:tgtEl>
                                      </p:cBhvr>
                                    </p:animEffect>
                                  </p:childTnLst>
                                  <p:subTnLst>
                                    <p:audio>
                                      <p:cMediaNode>
                                        <p:cTn display="0" masterRel="sameClick">
                                          <p:stCondLst>
                                            <p:cond evt="begin" delay="0">
                                              <p:tn val="254"/>
                                            </p:cond>
                                          </p:stCondLst>
                                          <p:endCondLst>
                                            <p:cond evt="onStopAudio" delay="0">
                                              <p:tgtEl>
                                                <p:sldTgt/>
                                              </p:tgtEl>
                                            </p:cond>
                                          </p:endCondLst>
                                        </p:cTn>
                                        <p:tgtEl>
                                          <p:sndTgt r:embed="rId2" name="WHOOSH.WAV"/>
                                        </p:tgtEl>
                                      </p:cMediaNode>
                                    </p:audio>
                                  </p:subTnLst>
                                </p:cTn>
                              </p:par>
                            </p:childTnLst>
                          </p:cTn>
                        </p:par>
                      </p:childTnLst>
                    </p:cTn>
                  </p:par>
                  <p:par>
                    <p:cTn id="257" fill="hold" nodeType="clickPar">
                      <p:stCondLst>
                        <p:cond delay="indefinite"/>
                      </p:stCondLst>
                      <p:childTnLst>
                        <p:par>
                          <p:cTn id="258" fill="hold" nodeType="withGroup">
                            <p:stCondLst>
                              <p:cond delay="0"/>
                            </p:stCondLst>
                            <p:childTnLst>
                              <p:par>
                                <p:cTn id="259" presetID="7" presetClass="entr" presetSubtype="4" fill="hold" nodeType="clickEffect">
                                  <p:stCondLst>
                                    <p:cond delay="0"/>
                                  </p:stCondLst>
                                  <p:childTnLst>
                                    <p:set>
                                      <p:cBhvr>
                                        <p:cTn id="260" dur="1" fill="hold">
                                          <p:stCondLst>
                                            <p:cond delay="0"/>
                                          </p:stCondLst>
                                        </p:cTn>
                                        <p:tgtEl>
                                          <p:spTgt spid="37126"/>
                                        </p:tgtEl>
                                        <p:attrNameLst>
                                          <p:attrName>style.visibility</p:attrName>
                                        </p:attrNameLst>
                                      </p:cBhvr>
                                      <p:to>
                                        <p:strVal val="visible"/>
                                      </p:to>
                                    </p:set>
                                    <p:anim calcmode="lin" valueType="num">
                                      <p:cBhvr additive="base">
                                        <p:cTn id="261" dur="5000" fill="hold"/>
                                        <p:tgtEl>
                                          <p:spTgt spid="37126"/>
                                        </p:tgtEl>
                                        <p:attrNameLst>
                                          <p:attrName>ppt_x</p:attrName>
                                        </p:attrNameLst>
                                      </p:cBhvr>
                                      <p:tavLst>
                                        <p:tav tm="0">
                                          <p:val>
                                            <p:strVal val="#ppt_x"/>
                                          </p:val>
                                        </p:tav>
                                        <p:tav tm="100000">
                                          <p:val>
                                            <p:strVal val="#ppt_x"/>
                                          </p:val>
                                        </p:tav>
                                      </p:tavLst>
                                    </p:anim>
                                    <p:anim calcmode="lin" valueType="num">
                                      <p:cBhvr additive="base">
                                        <p:cTn id="262" dur="5000" fill="hold"/>
                                        <p:tgtEl>
                                          <p:spTgt spid="37126"/>
                                        </p:tgtEl>
                                        <p:attrNameLst>
                                          <p:attrName>ppt_y</p:attrName>
                                        </p:attrNameLst>
                                      </p:cBhvr>
                                      <p:tavLst>
                                        <p:tav tm="0">
                                          <p:val>
                                            <p:strVal val="1+#ppt_h/2"/>
                                          </p:val>
                                        </p:tav>
                                        <p:tav tm="100000">
                                          <p:val>
                                            <p:strVal val="#ppt_y"/>
                                          </p:val>
                                        </p:tav>
                                      </p:tavLst>
                                    </p:anim>
                                  </p:childTnLst>
                                </p:cTn>
                              </p:par>
                            </p:childTnLst>
                          </p:cTn>
                        </p:par>
                      </p:childTnLst>
                    </p:cTn>
                  </p:par>
                  <p:par>
                    <p:cTn id="263" fill="hold" nodeType="clickPar">
                      <p:stCondLst>
                        <p:cond delay="indefinite"/>
                      </p:stCondLst>
                      <p:childTnLst>
                        <p:par>
                          <p:cTn id="264" fill="hold" nodeType="withGroup">
                            <p:stCondLst>
                              <p:cond delay="0"/>
                            </p:stCondLst>
                            <p:childTnLst>
                              <p:par>
                                <p:cTn id="265" presetID="23" presetClass="entr" presetSubtype="32" fill="hold" nodeType="clickEffect">
                                  <p:stCondLst>
                                    <p:cond delay="0"/>
                                  </p:stCondLst>
                                  <p:childTnLst>
                                    <p:set>
                                      <p:cBhvr>
                                        <p:cTn id="266" dur="1" fill="hold">
                                          <p:stCondLst>
                                            <p:cond delay="0"/>
                                          </p:stCondLst>
                                        </p:cTn>
                                        <p:tgtEl>
                                          <p:spTgt spid="36907"/>
                                        </p:tgtEl>
                                        <p:attrNameLst>
                                          <p:attrName>style.visibility</p:attrName>
                                        </p:attrNameLst>
                                      </p:cBhvr>
                                      <p:to>
                                        <p:strVal val="visible"/>
                                      </p:to>
                                    </p:set>
                                    <p:anim calcmode="lin" valueType="num">
                                      <p:cBhvr>
                                        <p:cTn id="267" dur="500" fill="hold"/>
                                        <p:tgtEl>
                                          <p:spTgt spid="36907"/>
                                        </p:tgtEl>
                                        <p:attrNameLst>
                                          <p:attrName>ppt_w</p:attrName>
                                        </p:attrNameLst>
                                      </p:cBhvr>
                                      <p:tavLst>
                                        <p:tav tm="0">
                                          <p:val>
                                            <p:strVal val="4*#ppt_w"/>
                                          </p:val>
                                        </p:tav>
                                        <p:tav tm="100000">
                                          <p:val>
                                            <p:strVal val="#ppt_w"/>
                                          </p:val>
                                        </p:tav>
                                      </p:tavLst>
                                    </p:anim>
                                    <p:anim calcmode="lin" valueType="num">
                                      <p:cBhvr>
                                        <p:cTn id="268" dur="500" fill="hold"/>
                                        <p:tgtEl>
                                          <p:spTgt spid="36907"/>
                                        </p:tgtEl>
                                        <p:attrNameLst>
                                          <p:attrName>ppt_h</p:attrName>
                                        </p:attrNameLst>
                                      </p:cBhvr>
                                      <p:tavLst>
                                        <p:tav tm="0">
                                          <p:val>
                                            <p:strVal val="4*#ppt_h"/>
                                          </p:val>
                                        </p:tav>
                                        <p:tav tm="100000">
                                          <p:val>
                                            <p:strVal val="#ppt_h"/>
                                          </p:val>
                                        </p:tav>
                                      </p:tavLst>
                                    </p:anim>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3" presetClass="entr" presetSubtype="32" fill="hold" nodeType="clickEffect">
                                  <p:stCondLst>
                                    <p:cond delay="0"/>
                                  </p:stCondLst>
                                  <p:childTnLst>
                                    <p:set>
                                      <p:cBhvr>
                                        <p:cTn id="272" dur="1" fill="hold">
                                          <p:stCondLst>
                                            <p:cond delay="0"/>
                                          </p:stCondLst>
                                        </p:cTn>
                                        <p:tgtEl>
                                          <p:spTgt spid="37123"/>
                                        </p:tgtEl>
                                        <p:attrNameLst>
                                          <p:attrName>style.visibility</p:attrName>
                                        </p:attrNameLst>
                                      </p:cBhvr>
                                      <p:to>
                                        <p:strVal val="visible"/>
                                      </p:to>
                                    </p:set>
                                    <p:anim calcmode="lin" valueType="num">
                                      <p:cBhvr>
                                        <p:cTn id="273" dur="500" fill="hold"/>
                                        <p:tgtEl>
                                          <p:spTgt spid="37123"/>
                                        </p:tgtEl>
                                        <p:attrNameLst>
                                          <p:attrName>ppt_w</p:attrName>
                                        </p:attrNameLst>
                                      </p:cBhvr>
                                      <p:tavLst>
                                        <p:tav tm="0">
                                          <p:val>
                                            <p:strVal val="4*#ppt_w"/>
                                          </p:val>
                                        </p:tav>
                                        <p:tav tm="100000">
                                          <p:val>
                                            <p:strVal val="#ppt_w"/>
                                          </p:val>
                                        </p:tav>
                                      </p:tavLst>
                                    </p:anim>
                                    <p:anim calcmode="lin" valueType="num">
                                      <p:cBhvr>
                                        <p:cTn id="274" dur="500" fill="hold"/>
                                        <p:tgtEl>
                                          <p:spTgt spid="37123"/>
                                        </p:tgtEl>
                                        <p:attrNameLst>
                                          <p:attrName>ppt_h</p:attrName>
                                        </p:attrNameLst>
                                      </p:cBhvr>
                                      <p:tavLst>
                                        <p:tav tm="0">
                                          <p:val>
                                            <p:strVal val="4*#ppt_h"/>
                                          </p:val>
                                        </p:tav>
                                        <p:tav tm="100000">
                                          <p:val>
                                            <p:strVal val="#ppt_h"/>
                                          </p:val>
                                        </p:tav>
                                      </p:tavLst>
                                    </p:anim>
                                  </p:childTnLst>
                                </p:cTn>
                              </p:par>
                            </p:childTnLst>
                          </p:cTn>
                        </p:par>
                      </p:childTnLst>
                    </p:cTn>
                  </p:par>
                  <p:par>
                    <p:cTn id="275" fill="hold" nodeType="clickPar">
                      <p:stCondLst>
                        <p:cond delay="indefinite"/>
                      </p:stCondLst>
                      <p:childTnLst>
                        <p:par>
                          <p:cTn id="276" fill="hold" nodeType="withGroup">
                            <p:stCondLst>
                              <p:cond delay="0"/>
                            </p:stCondLst>
                            <p:childTnLst>
                              <p:par>
                                <p:cTn id="277" presetID="23" presetClass="entr" presetSubtype="32" fill="hold" nodeType="clickEffect">
                                  <p:stCondLst>
                                    <p:cond delay="0"/>
                                  </p:stCondLst>
                                  <p:childTnLst>
                                    <p:set>
                                      <p:cBhvr>
                                        <p:cTn id="278" dur="1" fill="hold">
                                          <p:stCondLst>
                                            <p:cond delay="0"/>
                                          </p:stCondLst>
                                        </p:cTn>
                                        <p:tgtEl>
                                          <p:spTgt spid="36908"/>
                                        </p:tgtEl>
                                        <p:attrNameLst>
                                          <p:attrName>style.visibility</p:attrName>
                                        </p:attrNameLst>
                                      </p:cBhvr>
                                      <p:to>
                                        <p:strVal val="visible"/>
                                      </p:to>
                                    </p:set>
                                    <p:anim calcmode="lin" valueType="num">
                                      <p:cBhvr>
                                        <p:cTn id="279" dur="500" fill="hold"/>
                                        <p:tgtEl>
                                          <p:spTgt spid="36908"/>
                                        </p:tgtEl>
                                        <p:attrNameLst>
                                          <p:attrName>ppt_w</p:attrName>
                                        </p:attrNameLst>
                                      </p:cBhvr>
                                      <p:tavLst>
                                        <p:tav tm="0">
                                          <p:val>
                                            <p:strVal val="4*#ppt_w"/>
                                          </p:val>
                                        </p:tav>
                                        <p:tav tm="100000">
                                          <p:val>
                                            <p:strVal val="#ppt_w"/>
                                          </p:val>
                                        </p:tav>
                                      </p:tavLst>
                                    </p:anim>
                                    <p:anim calcmode="lin" valueType="num">
                                      <p:cBhvr>
                                        <p:cTn id="280" dur="500" fill="hold"/>
                                        <p:tgtEl>
                                          <p:spTgt spid="36908"/>
                                        </p:tgtEl>
                                        <p:attrNameLst>
                                          <p:attrName>ppt_h</p:attrName>
                                        </p:attrNameLst>
                                      </p:cBhvr>
                                      <p:tavLst>
                                        <p:tav tm="0">
                                          <p:val>
                                            <p:strVal val="4*#ppt_h"/>
                                          </p:val>
                                        </p:tav>
                                        <p:tav tm="100000">
                                          <p:val>
                                            <p:strVal val="#ppt_h"/>
                                          </p:val>
                                        </p:tav>
                                      </p:tavLst>
                                    </p:anim>
                                  </p:childTnLst>
                                </p:cTn>
                              </p:par>
                            </p:childTnLst>
                          </p:cTn>
                        </p:par>
                      </p:childTnLst>
                    </p:cTn>
                  </p:par>
                  <p:par>
                    <p:cTn id="281" fill="hold" nodeType="clickPar">
                      <p:stCondLst>
                        <p:cond delay="indefinite"/>
                      </p:stCondLst>
                      <p:childTnLst>
                        <p:par>
                          <p:cTn id="282" fill="hold" nodeType="withGroup">
                            <p:stCondLst>
                              <p:cond delay="0"/>
                            </p:stCondLst>
                            <p:childTnLst>
                              <p:par>
                                <p:cTn id="283" presetID="23" presetClass="entr" presetSubtype="32" fill="hold" nodeType="clickEffect">
                                  <p:stCondLst>
                                    <p:cond delay="0"/>
                                  </p:stCondLst>
                                  <p:childTnLst>
                                    <p:set>
                                      <p:cBhvr>
                                        <p:cTn id="284" dur="1" fill="hold">
                                          <p:stCondLst>
                                            <p:cond delay="0"/>
                                          </p:stCondLst>
                                        </p:cTn>
                                        <p:tgtEl>
                                          <p:spTgt spid="37130"/>
                                        </p:tgtEl>
                                        <p:attrNameLst>
                                          <p:attrName>style.visibility</p:attrName>
                                        </p:attrNameLst>
                                      </p:cBhvr>
                                      <p:to>
                                        <p:strVal val="visible"/>
                                      </p:to>
                                    </p:set>
                                    <p:anim calcmode="lin" valueType="num">
                                      <p:cBhvr>
                                        <p:cTn id="285" dur="500" fill="hold"/>
                                        <p:tgtEl>
                                          <p:spTgt spid="37130"/>
                                        </p:tgtEl>
                                        <p:attrNameLst>
                                          <p:attrName>ppt_w</p:attrName>
                                        </p:attrNameLst>
                                      </p:cBhvr>
                                      <p:tavLst>
                                        <p:tav tm="0">
                                          <p:val>
                                            <p:strVal val="4*#ppt_w"/>
                                          </p:val>
                                        </p:tav>
                                        <p:tav tm="100000">
                                          <p:val>
                                            <p:strVal val="#ppt_w"/>
                                          </p:val>
                                        </p:tav>
                                      </p:tavLst>
                                    </p:anim>
                                    <p:anim calcmode="lin" valueType="num">
                                      <p:cBhvr>
                                        <p:cTn id="286" dur="500" fill="hold"/>
                                        <p:tgtEl>
                                          <p:spTgt spid="37130"/>
                                        </p:tgtEl>
                                        <p:attrNameLst>
                                          <p:attrName>ppt_h</p:attrName>
                                        </p:attrNameLst>
                                      </p:cBhvr>
                                      <p:tavLst>
                                        <p:tav tm="0">
                                          <p:val>
                                            <p:strVal val="4*#ppt_h"/>
                                          </p:val>
                                        </p:tav>
                                        <p:tav tm="100000">
                                          <p:val>
                                            <p:strVal val="#ppt_h"/>
                                          </p:val>
                                        </p:tav>
                                      </p:tavLst>
                                    </p:anim>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3" presetClass="entr" presetSubtype="32" fill="hold" nodeType="clickEffect">
                                  <p:stCondLst>
                                    <p:cond delay="0"/>
                                  </p:stCondLst>
                                  <p:childTnLst>
                                    <p:set>
                                      <p:cBhvr>
                                        <p:cTn id="290" dur="1" fill="hold">
                                          <p:stCondLst>
                                            <p:cond delay="0"/>
                                          </p:stCondLst>
                                        </p:cTn>
                                        <p:tgtEl>
                                          <p:spTgt spid="37129"/>
                                        </p:tgtEl>
                                        <p:attrNameLst>
                                          <p:attrName>style.visibility</p:attrName>
                                        </p:attrNameLst>
                                      </p:cBhvr>
                                      <p:to>
                                        <p:strVal val="visible"/>
                                      </p:to>
                                    </p:set>
                                    <p:anim calcmode="lin" valueType="num">
                                      <p:cBhvr>
                                        <p:cTn id="291" dur="500" fill="hold"/>
                                        <p:tgtEl>
                                          <p:spTgt spid="37129"/>
                                        </p:tgtEl>
                                        <p:attrNameLst>
                                          <p:attrName>ppt_w</p:attrName>
                                        </p:attrNameLst>
                                      </p:cBhvr>
                                      <p:tavLst>
                                        <p:tav tm="0">
                                          <p:val>
                                            <p:strVal val="4*#ppt_w"/>
                                          </p:val>
                                        </p:tav>
                                        <p:tav tm="100000">
                                          <p:val>
                                            <p:strVal val="#ppt_w"/>
                                          </p:val>
                                        </p:tav>
                                      </p:tavLst>
                                    </p:anim>
                                    <p:anim calcmode="lin" valueType="num">
                                      <p:cBhvr>
                                        <p:cTn id="292" dur="500" fill="hold"/>
                                        <p:tgtEl>
                                          <p:spTgt spid="37129"/>
                                        </p:tgtEl>
                                        <p:attrNameLst>
                                          <p:attrName>ppt_h</p:attrName>
                                        </p:attrNameLst>
                                      </p:cBhvr>
                                      <p:tavLst>
                                        <p:tav tm="0">
                                          <p:val>
                                            <p:strVal val="4*#ppt_h"/>
                                          </p:val>
                                        </p:tav>
                                        <p:tav tm="100000">
                                          <p:val>
                                            <p:strVal val="#ppt_h"/>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23" presetClass="entr" presetSubtype="32" fill="hold" nodeType="clickEffect">
                                  <p:stCondLst>
                                    <p:cond delay="0"/>
                                  </p:stCondLst>
                                  <p:childTnLst>
                                    <p:set>
                                      <p:cBhvr>
                                        <p:cTn id="296" dur="1" fill="hold">
                                          <p:stCondLst>
                                            <p:cond delay="0"/>
                                          </p:stCondLst>
                                        </p:cTn>
                                        <p:tgtEl>
                                          <p:spTgt spid="37125"/>
                                        </p:tgtEl>
                                        <p:attrNameLst>
                                          <p:attrName>style.visibility</p:attrName>
                                        </p:attrNameLst>
                                      </p:cBhvr>
                                      <p:to>
                                        <p:strVal val="visible"/>
                                      </p:to>
                                    </p:set>
                                    <p:anim calcmode="lin" valueType="num">
                                      <p:cBhvr>
                                        <p:cTn id="297" dur="500" fill="hold"/>
                                        <p:tgtEl>
                                          <p:spTgt spid="37125"/>
                                        </p:tgtEl>
                                        <p:attrNameLst>
                                          <p:attrName>ppt_w</p:attrName>
                                        </p:attrNameLst>
                                      </p:cBhvr>
                                      <p:tavLst>
                                        <p:tav tm="0">
                                          <p:val>
                                            <p:strVal val="4*#ppt_w"/>
                                          </p:val>
                                        </p:tav>
                                        <p:tav tm="100000">
                                          <p:val>
                                            <p:strVal val="#ppt_w"/>
                                          </p:val>
                                        </p:tav>
                                      </p:tavLst>
                                    </p:anim>
                                    <p:anim calcmode="lin" valueType="num">
                                      <p:cBhvr>
                                        <p:cTn id="298" dur="500" fill="hold"/>
                                        <p:tgtEl>
                                          <p:spTgt spid="3712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animBg="1" autoUpdateAnimBg="0"/>
      <p:bldP spid="36945" grpId="0" autoUpdateAnimBg="0"/>
      <p:bldP spid="3713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00090DEC-6E27-4DB8-861D-482721310AC4}"/>
              </a:ext>
            </a:extLst>
          </p:cNvPr>
          <p:cNvGrpSpPr>
            <a:grpSpLocks/>
          </p:cNvGrpSpPr>
          <p:nvPr/>
        </p:nvGrpSpPr>
        <p:grpSpPr bwMode="auto">
          <a:xfrm>
            <a:off x="4268788" y="4556125"/>
            <a:ext cx="760412" cy="1025525"/>
            <a:chOff x="2689" y="2870"/>
            <a:chExt cx="479" cy="646"/>
          </a:xfrm>
        </p:grpSpPr>
        <p:sp>
          <p:nvSpPr>
            <p:cNvPr id="9219" name="Line 3">
              <a:extLst>
                <a:ext uri="{FF2B5EF4-FFF2-40B4-BE49-F238E27FC236}">
                  <a16:creationId xmlns:a16="http://schemas.microsoft.com/office/drawing/2014/main" id="{101F2FDA-DCD6-4F18-9E44-5F869F7DAF74}"/>
                </a:ext>
              </a:extLst>
            </p:cNvPr>
            <p:cNvSpPr>
              <a:spLocks noChangeShapeType="1"/>
            </p:cNvSpPr>
            <p:nvPr/>
          </p:nvSpPr>
          <p:spPr bwMode="auto">
            <a:xfrm flipV="1">
              <a:off x="2689" y="2870"/>
              <a:ext cx="321" cy="32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20" name="Line 4">
              <a:extLst>
                <a:ext uri="{FF2B5EF4-FFF2-40B4-BE49-F238E27FC236}">
                  <a16:creationId xmlns:a16="http://schemas.microsoft.com/office/drawing/2014/main" id="{988097A3-0D8F-428B-81C3-060CBC0D4AC4}"/>
                </a:ext>
              </a:extLst>
            </p:cNvPr>
            <p:cNvSpPr>
              <a:spLocks noChangeShapeType="1"/>
            </p:cNvSpPr>
            <p:nvPr/>
          </p:nvSpPr>
          <p:spPr bwMode="auto">
            <a:xfrm>
              <a:off x="3010" y="2870"/>
              <a:ext cx="158" cy="15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21" name="Line 5">
              <a:extLst>
                <a:ext uri="{FF2B5EF4-FFF2-40B4-BE49-F238E27FC236}">
                  <a16:creationId xmlns:a16="http://schemas.microsoft.com/office/drawing/2014/main" id="{3F347B27-50B2-4933-863E-E832CFAF9A3A}"/>
                </a:ext>
              </a:extLst>
            </p:cNvPr>
            <p:cNvSpPr>
              <a:spLocks noChangeShapeType="1"/>
            </p:cNvSpPr>
            <p:nvPr/>
          </p:nvSpPr>
          <p:spPr bwMode="auto">
            <a:xfrm>
              <a:off x="2689" y="3195"/>
              <a:ext cx="321" cy="32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22" name="Line 6">
              <a:extLst>
                <a:ext uri="{FF2B5EF4-FFF2-40B4-BE49-F238E27FC236}">
                  <a16:creationId xmlns:a16="http://schemas.microsoft.com/office/drawing/2014/main" id="{33DAE0BE-6E57-4926-BCB6-94DFFF062402}"/>
                </a:ext>
              </a:extLst>
            </p:cNvPr>
            <p:cNvSpPr>
              <a:spLocks noChangeShapeType="1"/>
            </p:cNvSpPr>
            <p:nvPr/>
          </p:nvSpPr>
          <p:spPr bwMode="auto">
            <a:xfrm flipV="1">
              <a:off x="3010" y="3362"/>
              <a:ext cx="158" cy="154"/>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23" name="Group 7">
            <a:extLst>
              <a:ext uri="{FF2B5EF4-FFF2-40B4-BE49-F238E27FC236}">
                <a16:creationId xmlns:a16="http://schemas.microsoft.com/office/drawing/2014/main" id="{8CEA59A6-9D6A-44A8-9A9B-13B41527EE66}"/>
              </a:ext>
            </a:extLst>
          </p:cNvPr>
          <p:cNvGrpSpPr>
            <a:grpSpLocks/>
          </p:cNvGrpSpPr>
          <p:nvPr/>
        </p:nvGrpSpPr>
        <p:grpSpPr bwMode="auto">
          <a:xfrm>
            <a:off x="4370388" y="1760538"/>
            <a:ext cx="1881187" cy="1177925"/>
            <a:chOff x="2753" y="1109"/>
            <a:chExt cx="1185" cy="742"/>
          </a:xfrm>
        </p:grpSpPr>
        <p:sp>
          <p:nvSpPr>
            <p:cNvPr id="9224" name="Freeform 8">
              <a:extLst>
                <a:ext uri="{FF2B5EF4-FFF2-40B4-BE49-F238E27FC236}">
                  <a16:creationId xmlns:a16="http://schemas.microsoft.com/office/drawing/2014/main" id="{3B6A10C8-C7E2-4CB9-8FE3-E6468ED54006}"/>
                </a:ext>
              </a:extLst>
            </p:cNvPr>
            <p:cNvSpPr>
              <a:spLocks noChangeArrowheads="1"/>
            </p:cNvSpPr>
            <p:nvPr/>
          </p:nvSpPr>
          <p:spPr bwMode="auto">
            <a:xfrm>
              <a:off x="2753" y="1850"/>
              <a:ext cx="1185" cy="1"/>
            </a:xfrm>
            <a:custGeom>
              <a:avLst/>
              <a:gdLst>
                <a:gd name="T0" fmla="*/ 0 w 1185"/>
                <a:gd name="T1" fmla="*/ 0 h 1"/>
                <a:gd name="T2" fmla="*/ 1185 w 1185"/>
                <a:gd name="T3" fmla="*/ 0 h 1"/>
              </a:gdLst>
              <a:ahLst/>
              <a:cxnLst>
                <a:cxn ang="0">
                  <a:pos x="T0" y="T1"/>
                </a:cxn>
                <a:cxn ang="0">
                  <a:pos x="T2" y="T3"/>
                </a:cxn>
              </a:cxnLst>
              <a:rect l="0" t="0" r="r" b="b"/>
              <a:pathLst>
                <a:path w="1185" h="1">
                  <a:moveTo>
                    <a:pt x="0" y="0"/>
                  </a:moveTo>
                  <a:lnTo>
                    <a:pt x="1185"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25" name="Freeform 9">
              <a:extLst>
                <a:ext uri="{FF2B5EF4-FFF2-40B4-BE49-F238E27FC236}">
                  <a16:creationId xmlns:a16="http://schemas.microsoft.com/office/drawing/2014/main" id="{B2AE02EB-0EB5-43AF-AC04-95D447019122}"/>
                </a:ext>
              </a:extLst>
            </p:cNvPr>
            <p:cNvSpPr>
              <a:spLocks noChangeArrowheads="1"/>
            </p:cNvSpPr>
            <p:nvPr/>
          </p:nvSpPr>
          <p:spPr bwMode="auto">
            <a:xfrm>
              <a:off x="3168" y="1109"/>
              <a:ext cx="770" cy="1"/>
            </a:xfrm>
            <a:custGeom>
              <a:avLst/>
              <a:gdLst>
                <a:gd name="T0" fmla="*/ 0 w 770"/>
                <a:gd name="T1" fmla="*/ 0 h 1"/>
                <a:gd name="T2" fmla="*/ 770 w 770"/>
                <a:gd name="T3" fmla="*/ 0 h 1"/>
              </a:gdLst>
              <a:ahLst/>
              <a:cxnLst>
                <a:cxn ang="0">
                  <a:pos x="T0" y="T1"/>
                </a:cxn>
                <a:cxn ang="0">
                  <a:pos x="T2" y="T3"/>
                </a:cxn>
              </a:cxnLst>
              <a:rect l="0" t="0" r="r" b="b"/>
              <a:pathLst>
                <a:path w="770" h="1">
                  <a:moveTo>
                    <a:pt x="0" y="0"/>
                  </a:moveTo>
                  <a:lnTo>
                    <a:pt x="770"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26" name="Group 10">
            <a:extLst>
              <a:ext uri="{FF2B5EF4-FFF2-40B4-BE49-F238E27FC236}">
                <a16:creationId xmlns:a16="http://schemas.microsoft.com/office/drawing/2014/main" id="{48C927A7-D87C-4BCA-875F-631BD2FF03E1}"/>
              </a:ext>
            </a:extLst>
          </p:cNvPr>
          <p:cNvGrpSpPr>
            <a:grpSpLocks/>
          </p:cNvGrpSpPr>
          <p:nvPr/>
        </p:nvGrpSpPr>
        <p:grpSpPr bwMode="auto">
          <a:xfrm>
            <a:off x="3702050" y="1219200"/>
            <a:ext cx="2159000" cy="5029200"/>
            <a:chOff x="2332" y="768"/>
            <a:chExt cx="1360" cy="3168"/>
          </a:xfrm>
        </p:grpSpPr>
        <p:grpSp>
          <p:nvGrpSpPr>
            <p:cNvPr id="9227" name="Group 11">
              <a:extLst>
                <a:ext uri="{FF2B5EF4-FFF2-40B4-BE49-F238E27FC236}">
                  <a16:creationId xmlns:a16="http://schemas.microsoft.com/office/drawing/2014/main" id="{11D2E008-6D81-45BD-A504-B0E0A84A5B2D}"/>
                </a:ext>
              </a:extLst>
            </p:cNvPr>
            <p:cNvGrpSpPr>
              <a:grpSpLocks/>
            </p:cNvGrpSpPr>
            <p:nvPr/>
          </p:nvGrpSpPr>
          <p:grpSpPr bwMode="auto">
            <a:xfrm>
              <a:off x="2332" y="768"/>
              <a:ext cx="1360" cy="1270"/>
              <a:chOff x="2332" y="768"/>
              <a:chExt cx="1360" cy="1270"/>
            </a:xfrm>
          </p:grpSpPr>
          <p:sp>
            <p:nvSpPr>
              <p:cNvPr id="9228" name="Line 12">
                <a:extLst>
                  <a:ext uri="{FF2B5EF4-FFF2-40B4-BE49-F238E27FC236}">
                    <a16:creationId xmlns:a16="http://schemas.microsoft.com/office/drawing/2014/main" id="{3911DA7B-FE9C-43B2-AF6F-F7D6A23A37BC}"/>
                  </a:ext>
                </a:extLst>
              </p:cNvPr>
              <p:cNvSpPr>
                <a:spLocks noChangeShapeType="1"/>
              </p:cNvSpPr>
              <p:nvPr/>
            </p:nvSpPr>
            <p:spPr bwMode="auto">
              <a:xfrm flipV="1">
                <a:off x="2752" y="1107"/>
                <a:ext cx="416" cy="741"/>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 name="Line 13">
                <a:extLst>
                  <a:ext uri="{FF2B5EF4-FFF2-40B4-BE49-F238E27FC236}">
                    <a16:creationId xmlns:a16="http://schemas.microsoft.com/office/drawing/2014/main" id="{D68497AF-8BC2-4402-A462-EE16B1F85534}"/>
                  </a:ext>
                </a:extLst>
              </p:cNvPr>
              <p:cNvSpPr>
                <a:spLocks noChangeShapeType="1"/>
              </p:cNvSpPr>
              <p:nvPr/>
            </p:nvSpPr>
            <p:spPr bwMode="auto">
              <a:xfrm flipH="1" flipV="1">
                <a:off x="3204" y="768"/>
                <a:ext cx="488" cy="1266"/>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0" name="Freeform 14">
                <a:extLst>
                  <a:ext uri="{FF2B5EF4-FFF2-40B4-BE49-F238E27FC236}">
                    <a16:creationId xmlns:a16="http://schemas.microsoft.com/office/drawing/2014/main" id="{6D45C55B-3A1F-48E3-9B17-26EA5ECC331B}"/>
                  </a:ext>
                </a:extLst>
              </p:cNvPr>
              <p:cNvSpPr>
                <a:spLocks noChangeArrowheads="1"/>
              </p:cNvSpPr>
              <p:nvPr/>
            </p:nvSpPr>
            <p:spPr bwMode="auto">
              <a:xfrm>
                <a:off x="2818" y="773"/>
                <a:ext cx="386" cy="1"/>
              </a:xfrm>
              <a:custGeom>
                <a:avLst/>
                <a:gdLst>
                  <a:gd name="T0" fmla="*/ 0 w 409"/>
                  <a:gd name="T1" fmla="*/ 0 h 1"/>
                  <a:gd name="T2" fmla="*/ 409 w 409"/>
                  <a:gd name="T3" fmla="*/ 0 h 1"/>
                </a:gdLst>
                <a:ahLst/>
                <a:cxnLst>
                  <a:cxn ang="0">
                    <a:pos x="T0" y="T1"/>
                  </a:cxn>
                  <a:cxn ang="0">
                    <a:pos x="T2" y="T3"/>
                  </a:cxn>
                </a:cxnLst>
                <a:rect l="0" t="0" r="r" b="b"/>
                <a:pathLst>
                  <a:path w="409" h="1">
                    <a:moveTo>
                      <a:pt x="0" y="0"/>
                    </a:moveTo>
                    <a:lnTo>
                      <a:pt x="409" y="0"/>
                    </a:lnTo>
                  </a:path>
                </a:pathLst>
              </a:custGeom>
              <a:solidFill>
                <a:srgbClr val="FFFFFF"/>
              </a:solidFill>
              <a:ln w="50800" cmpd="sng">
                <a:solidFill>
                  <a:schemeClr val="tx2"/>
                </a:solidFill>
                <a:prstDash val="solid"/>
                <a:round/>
                <a:headEnd/>
                <a:tailEnd/>
              </a:ln>
            </p:spPr>
            <p:txBody>
              <a:bodyPr/>
              <a:lstStyle/>
              <a:p>
                <a:endParaRPr lang="en-US"/>
              </a:p>
            </p:txBody>
          </p:sp>
          <p:sp>
            <p:nvSpPr>
              <p:cNvPr id="9231" name="Line 15">
                <a:extLst>
                  <a:ext uri="{FF2B5EF4-FFF2-40B4-BE49-F238E27FC236}">
                    <a16:creationId xmlns:a16="http://schemas.microsoft.com/office/drawing/2014/main" id="{9C288D2E-6C34-47F2-A6C3-D7A50FF911C7}"/>
                  </a:ext>
                </a:extLst>
              </p:cNvPr>
              <p:cNvSpPr>
                <a:spLocks noChangeShapeType="1"/>
              </p:cNvSpPr>
              <p:nvPr/>
            </p:nvSpPr>
            <p:spPr bwMode="auto">
              <a:xfrm>
                <a:off x="2332" y="2034"/>
                <a:ext cx="1360" cy="4"/>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 name="Line 16">
                <a:extLst>
                  <a:ext uri="{FF2B5EF4-FFF2-40B4-BE49-F238E27FC236}">
                    <a16:creationId xmlns:a16="http://schemas.microsoft.com/office/drawing/2014/main" id="{61933C5F-226C-40B9-BACF-2F74A11BC8C6}"/>
                  </a:ext>
                </a:extLst>
              </p:cNvPr>
              <p:cNvSpPr>
                <a:spLocks noChangeShapeType="1"/>
              </p:cNvSpPr>
              <p:nvPr/>
            </p:nvSpPr>
            <p:spPr bwMode="auto">
              <a:xfrm>
                <a:off x="2332" y="1107"/>
                <a:ext cx="420" cy="741"/>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 name="Line 17">
                <a:extLst>
                  <a:ext uri="{FF2B5EF4-FFF2-40B4-BE49-F238E27FC236}">
                    <a16:creationId xmlns:a16="http://schemas.microsoft.com/office/drawing/2014/main" id="{02F86B8F-97DD-489B-A262-E4A7DCD3939A}"/>
                  </a:ext>
                </a:extLst>
              </p:cNvPr>
              <p:cNvSpPr>
                <a:spLocks noChangeShapeType="1"/>
              </p:cNvSpPr>
              <p:nvPr/>
            </p:nvSpPr>
            <p:spPr bwMode="auto">
              <a:xfrm>
                <a:off x="2332" y="1107"/>
                <a:ext cx="836" cy="5"/>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4" name="Line 18">
                <a:extLst>
                  <a:ext uri="{FF2B5EF4-FFF2-40B4-BE49-F238E27FC236}">
                    <a16:creationId xmlns:a16="http://schemas.microsoft.com/office/drawing/2014/main" id="{7291EBF4-0590-4DF1-B7E7-2B6E2A70240C}"/>
                  </a:ext>
                </a:extLst>
              </p:cNvPr>
              <p:cNvSpPr>
                <a:spLocks noChangeShapeType="1"/>
              </p:cNvSpPr>
              <p:nvPr/>
            </p:nvSpPr>
            <p:spPr bwMode="auto">
              <a:xfrm flipV="1">
                <a:off x="2332" y="1483"/>
                <a:ext cx="212" cy="551"/>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 name="Line 19">
                <a:extLst>
                  <a:ext uri="{FF2B5EF4-FFF2-40B4-BE49-F238E27FC236}">
                    <a16:creationId xmlns:a16="http://schemas.microsoft.com/office/drawing/2014/main" id="{255D6B6B-AE88-4404-BF24-974DBF0E9D23}"/>
                  </a:ext>
                </a:extLst>
              </p:cNvPr>
              <p:cNvSpPr>
                <a:spLocks noChangeShapeType="1"/>
              </p:cNvSpPr>
              <p:nvPr/>
            </p:nvSpPr>
            <p:spPr bwMode="auto">
              <a:xfrm flipV="1">
                <a:off x="2689" y="768"/>
                <a:ext cx="131" cy="339"/>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 name="Freeform 20">
                <a:extLst>
                  <a:ext uri="{FF2B5EF4-FFF2-40B4-BE49-F238E27FC236}">
                    <a16:creationId xmlns:a16="http://schemas.microsoft.com/office/drawing/2014/main" id="{4E79042E-DB04-4B2D-BF97-03D26FA0BF81}"/>
                  </a:ext>
                </a:extLst>
              </p:cNvPr>
              <p:cNvSpPr>
                <a:spLocks noChangeArrowheads="1"/>
              </p:cNvSpPr>
              <p:nvPr/>
            </p:nvSpPr>
            <p:spPr bwMode="auto">
              <a:xfrm>
                <a:off x="3016" y="768"/>
                <a:ext cx="1" cy="340"/>
              </a:xfrm>
              <a:custGeom>
                <a:avLst/>
                <a:gdLst>
                  <a:gd name="T0" fmla="*/ 0 w 1"/>
                  <a:gd name="T1" fmla="*/ 0 h 360"/>
                  <a:gd name="T2" fmla="*/ 0 w 1"/>
                  <a:gd name="T3" fmla="*/ 360 h 360"/>
                </a:gdLst>
                <a:ahLst/>
                <a:cxnLst>
                  <a:cxn ang="0">
                    <a:pos x="T0" y="T1"/>
                  </a:cxn>
                  <a:cxn ang="0">
                    <a:pos x="T2" y="T3"/>
                  </a:cxn>
                </a:cxnLst>
                <a:rect l="0" t="0" r="r" b="b"/>
                <a:pathLst>
                  <a:path w="1" h="360">
                    <a:moveTo>
                      <a:pt x="0" y="0"/>
                    </a:moveTo>
                    <a:lnTo>
                      <a:pt x="0" y="360"/>
                    </a:lnTo>
                  </a:path>
                </a:pathLst>
              </a:custGeom>
              <a:solidFill>
                <a:srgbClr val="FFFFFF"/>
              </a:solidFill>
              <a:ln w="50800" cmpd="sng">
                <a:solidFill>
                  <a:schemeClr val="tx2"/>
                </a:solidFill>
                <a:prstDash val="solid"/>
                <a:round/>
                <a:headEnd/>
                <a:tailEnd/>
              </a:ln>
            </p:spPr>
            <p:txBody>
              <a:bodyPr/>
              <a:lstStyle/>
              <a:p>
                <a:endParaRPr lang="en-US"/>
              </a:p>
            </p:txBody>
          </p:sp>
          <p:sp>
            <p:nvSpPr>
              <p:cNvPr id="9237" name="Freeform 21">
                <a:extLst>
                  <a:ext uri="{FF2B5EF4-FFF2-40B4-BE49-F238E27FC236}">
                    <a16:creationId xmlns:a16="http://schemas.microsoft.com/office/drawing/2014/main" id="{A19217E7-E402-44AE-B5EA-B8E9DCF088B2}"/>
                  </a:ext>
                </a:extLst>
              </p:cNvPr>
              <p:cNvSpPr>
                <a:spLocks noChangeArrowheads="1"/>
              </p:cNvSpPr>
              <p:nvPr/>
            </p:nvSpPr>
            <p:spPr bwMode="auto">
              <a:xfrm>
                <a:off x="3010" y="1383"/>
                <a:ext cx="1" cy="655"/>
              </a:xfrm>
              <a:custGeom>
                <a:avLst/>
                <a:gdLst>
                  <a:gd name="T0" fmla="*/ 0 w 1"/>
                  <a:gd name="T1" fmla="*/ 0 h 655"/>
                  <a:gd name="T2" fmla="*/ 0 w 1"/>
                  <a:gd name="T3" fmla="*/ 655 h 655"/>
                </a:gdLst>
                <a:ahLst/>
                <a:cxnLst>
                  <a:cxn ang="0">
                    <a:pos x="T0" y="T1"/>
                  </a:cxn>
                  <a:cxn ang="0">
                    <a:pos x="T2" y="T3"/>
                  </a:cxn>
                </a:cxnLst>
                <a:rect l="0" t="0" r="r" b="b"/>
                <a:pathLst>
                  <a:path w="1" h="655">
                    <a:moveTo>
                      <a:pt x="0" y="0"/>
                    </a:moveTo>
                    <a:lnTo>
                      <a:pt x="0" y="655"/>
                    </a:lnTo>
                  </a:path>
                </a:pathLst>
              </a:custGeom>
              <a:solidFill>
                <a:srgbClr val="FFFFFF"/>
              </a:solidFill>
              <a:ln w="50800" cmpd="sng">
                <a:solidFill>
                  <a:schemeClr val="tx2"/>
                </a:solidFill>
                <a:prstDash val="solid"/>
                <a:round/>
                <a:headEnd/>
                <a:tailEnd/>
              </a:ln>
            </p:spPr>
            <p:txBody>
              <a:bodyPr/>
              <a:lstStyle/>
              <a:p>
                <a:endParaRPr lang="en-US"/>
              </a:p>
            </p:txBody>
          </p:sp>
        </p:grpSp>
        <p:grpSp>
          <p:nvGrpSpPr>
            <p:cNvPr id="9238" name="Group 22">
              <a:extLst>
                <a:ext uri="{FF2B5EF4-FFF2-40B4-BE49-F238E27FC236}">
                  <a16:creationId xmlns:a16="http://schemas.microsoft.com/office/drawing/2014/main" id="{3E1B84A1-411D-49A5-B1B0-EE31337F65C6}"/>
                </a:ext>
              </a:extLst>
            </p:cNvPr>
            <p:cNvGrpSpPr>
              <a:grpSpLocks/>
            </p:cNvGrpSpPr>
            <p:nvPr/>
          </p:nvGrpSpPr>
          <p:grpSpPr bwMode="auto">
            <a:xfrm>
              <a:off x="2332" y="2517"/>
              <a:ext cx="1360" cy="1352"/>
              <a:chOff x="2332" y="2517"/>
              <a:chExt cx="1360" cy="1352"/>
            </a:xfrm>
          </p:grpSpPr>
          <p:sp>
            <p:nvSpPr>
              <p:cNvPr id="9239" name="Line 23">
                <a:extLst>
                  <a:ext uri="{FF2B5EF4-FFF2-40B4-BE49-F238E27FC236}">
                    <a16:creationId xmlns:a16="http://schemas.microsoft.com/office/drawing/2014/main" id="{8DB9F7CE-E83D-40CF-ACD2-B66E50760852}"/>
                  </a:ext>
                </a:extLst>
              </p:cNvPr>
              <p:cNvSpPr>
                <a:spLocks noChangeShapeType="1"/>
              </p:cNvSpPr>
              <p:nvPr/>
            </p:nvSpPr>
            <p:spPr bwMode="auto">
              <a:xfrm flipH="1">
                <a:off x="2820" y="3001"/>
                <a:ext cx="190" cy="194"/>
              </a:xfrm>
              <a:prstGeom prst="line">
                <a:avLst/>
              </a:prstGeom>
              <a:noFill/>
              <a:ln w="508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0" name="Line 24">
                <a:extLst>
                  <a:ext uri="{FF2B5EF4-FFF2-40B4-BE49-F238E27FC236}">
                    <a16:creationId xmlns:a16="http://schemas.microsoft.com/office/drawing/2014/main" id="{B166CF56-2392-4E97-8CB9-9308C3C4F7C9}"/>
                  </a:ext>
                </a:extLst>
              </p:cNvPr>
              <p:cNvSpPr>
                <a:spLocks noChangeShapeType="1"/>
              </p:cNvSpPr>
              <p:nvPr/>
            </p:nvSpPr>
            <p:spPr bwMode="auto">
              <a:xfrm>
                <a:off x="2820" y="3195"/>
                <a:ext cx="190" cy="190"/>
              </a:xfrm>
              <a:prstGeom prst="line">
                <a:avLst/>
              </a:prstGeom>
              <a:noFill/>
              <a:ln w="508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1" name="Line 25">
                <a:extLst>
                  <a:ext uri="{FF2B5EF4-FFF2-40B4-BE49-F238E27FC236}">
                    <a16:creationId xmlns:a16="http://schemas.microsoft.com/office/drawing/2014/main" id="{F83C541B-2E39-4DB7-B167-C052595B7385}"/>
                  </a:ext>
                </a:extLst>
              </p:cNvPr>
              <p:cNvSpPr>
                <a:spLocks noChangeShapeType="1"/>
              </p:cNvSpPr>
              <p:nvPr/>
            </p:nvSpPr>
            <p:spPr bwMode="auto">
              <a:xfrm flipV="1">
                <a:off x="3010" y="3195"/>
                <a:ext cx="194" cy="190"/>
              </a:xfrm>
              <a:prstGeom prst="line">
                <a:avLst/>
              </a:prstGeom>
              <a:noFill/>
              <a:ln w="508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2" name="Line 26">
                <a:extLst>
                  <a:ext uri="{FF2B5EF4-FFF2-40B4-BE49-F238E27FC236}">
                    <a16:creationId xmlns:a16="http://schemas.microsoft.com/office/drawing/2014/main" id="{EB7D0179-81E0-4315-BC37-5BD8B6CEE295}"/>
                  </a:ext>
                </a:extLst>
              </p:cNvPr>
              <p:cNvSpPr>
                <a:spLocks noChangeShapeType="1"/>
              </p:cNvSpPr>
              <p:nvPr/>
            </p:nvSpPr>
            <p:spPr bwMode="auto">
              <a:xfrm flipH="1" flipV="1">
                <a:off x="3010" y="3001"/>
                <a:ext cx="194" cy="194"/>
              </a:xfrm>
              <a:prstGeom prst="line">
                <a:avLst/>
              </a:prstGeom>
              <a:noFill/>
              <a:ln w="508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3" name="Line 27">
                <a:extLst>
                  <a:ext uri="{FF2B5EF4-FFF2-40B4-BE49-F238E27FC236}">
                    <a16:creationId xmlns:a16="http://schemas.microsoft.com/office/drawing/2014/main" id="{9F8FEC42-CC9B-4A24-9CDD-04776DE252B0}"/>
                  </a:ext>
                </a:extLst>
              </p:cNvPr>
              <p:cNvSpPr>
                <a:spLocks noChangeShapeType="1"/>
              </p:cNvSpPr>
              <p:nvPr/>
            </p:nvSpPr>
            <p:spPr bwMode="auto">
              <a:xfrm>
                <a:off x="3204" y="3195"/>
                <a:ext cx="488" cy="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4" name="Line 28">
                <a:extLst>
                  <a:ext uri="{FF2B5EF4-FFF2-40B4-BE49-F238E27FC236}">
                    <a16:creationId xmlns:a16="http://schemas.microsoft.com/office/drawing/2014/main" id="{CC7974D3-64CA-4464-AAAE-A459D2A2DF75}"/>
                  </a:ext>
                </a:extLst>
              </p:cNvPr>
              <p:cNvSpPr>
                <a:spLocks noChangeShapeType="1"/>
              </p:cNvSpPr>
              <p:nvPr/>
            </p:nvSpPr>
            <p:spPr bwMode="auto">
              <a:xfrm flipH="1">
                <a:off x="2332" y="2517"/>
                <a:ext cx="678" cy="678"/>
              </a:xfrm>
              <a:prstGeom prst="line">
                <a:avLst/>
              </a:prstGeom>
              <a:noFill/>
              <a:ln w="38100">
                <a:solidFill>
                  <a:schemeClr val="tx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45" name="Line 29">
                <a:extLst>
                  <a:ext uri="{FF2B5EF4-FFF2-40B4-BE49-F238E27FC236}">
                    <a16:creationId xmlns:a16="http://schemas.microsoft.com/office/drawing/2014/main" id="{A01C0F72-366B-4402-B0B0-B24D43ABAE67}"/>
                  </a:ext>
                </a:extLst>
              </p:cNvPr>
              <p:cNvSpPr>
                <a:spLocks noChangeShapeType="1"/>
              </p:cNvSpPr>
              <p:nvPr/>
            </p:nvSpPr>
            <p:spPr bwMode="auto">
              <a:xfrm>
                <a:off x="2332" y="3195"/>
                <a:ext cx="678" cy="674"/>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6" name="Line 30">
                <a:extLst>
                  <a:ext uri="{FF2B5EF4-FFF2-40B4-BE49-F238E27FC236}">
                    <a16:creationId xmlns:a16="http://schemas.microsoft.com/office/drawing/2014/main" id="{F6385E78-A6AC-4BCC-8256-E53F4CBE0271}"/>
                  </a:ext>
                </a:extLst>
              </p:cNvPr>
              <p:cNvSpPr>
                <a:spLocks noChangeShapeType="1"/>
              </p:cNvSpPr>
              <p:nvPr/>
            </p:nvSpPr>
            <p:spPr bwMode="auto">
              <a:xfrm flipV="1">
                <a:off x="3010" y="2517"/>
                <a:ext cx="4" cy="249"/>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7" name="Freeform 31">
                <a:extLst>
                  <a:ext uri="{FF2B5EF4-FFF2-40B4-BE49-F238E27FC236}">
                    <a16:creationId xmlns:a16="http://schemas.microsoft.com/office/drawing/2014/main" id="{215169AC-BF44-4CDD-96B7-0D1EC69CB656}"/>
                  </a:ext>
                </a:extLst>
              </p:cNvPr>
              <p:cNvSpPr>
                <a:spLocks noChangeArrowheads="1"/>
              </p:cNvSpPr>
              <p:nvPr/>
            </p:nvSpPr>
            <p:spPr bwMode="auto">
              <a:xfrm>
                <a:off x="3010" y="2870"/>
                <a:ext cx="1" cy="132"/>
              </a:xfrm>
              <a:custGeom>
                <a:avLst/>
                <a:gdLst>
                  <a:gd name="T0" fmla="*/ 0 w 1"/>
                  <a:gd name="T1" fmla="*/ 139 h 139"/>
                  <a:gd name="T2" fmla="*/ 0 w 1"/>
                  <a:gd name="T3" fmla="*/ 0 h 139"/>
                </a:gdLst>
                <a:ahLst/>
                <a:cxnLst>
                  <a:cxn ang="0">
                    <a:pos x="T0" y="T1"/>
                  </a:cxn>
                  <a:cxn ang="0">
                    <a:pos x="T2" y="T3"/>
                  </a:cxn>
                </a:cxnLst>
                <a:rect l="0" t="0" r="r" b="b"/>
                <a:pathLst>
                  <a:path w="1" h="139">
                    <a:moveTo>
                      <a:pt x="0" y="139"/>
                    </a:moveTo>
                    <a:lnTo>
                      <a:pt x="0" y="0"/>
                    </a:lnTo>
                  </a:path>
                </a:pathLst>
              </a:custGeom>
              <a:solidFill>
                <a:srgbClr val="FFFFFF"/>
              </a:solidFill>
              <a:ln w="50800" cap="flat" cmpd="sng">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8" name="Freeform 32">
                <a:extLst>
                  <a:ext uri="{FF2B5EF4-FFF2-40B4-BE49-F238E27FC236}">
                    <a16:creationId xmlns:a16="http://schemas.microsoft.com/office/drawing/2014/main" id="{D724B273-4A05-4C00-8629-BF380D62F4B7}"/>
                  </a:ext>
                </a:extLst>
              </p:cNvPr>
              <p:cNvSpPr>
                <a:spLocks noChangeArrowheads="1"/>
              </p:cNvSpPr>
              <p:nvPr/>
            </p:nvSpPr>
            <p:spPr bwMode="auto">
              <a:xfrm>
                <a:off x="3010" y="3385"/>
                <a:ext cx="1" cy="131"/>
              </a:xfrm>
              <a:custGeom>
                <a:avLst/>
                <a:gdLst>
                  <a:gd name="T0" fmla="*/ 0 w 1"/>
                  <a:gd name="T1" fmla="*/ 0 h 139"/>
                  <a:gd name="T2" fmla="*/ 0 w 1"/>
                  <a:gd name="T3" fmla="*/ 139 h 139"/>
                </a:gdLst>
                <a:ahLst/>
                <a:cxnLst>
                  <a:cxn ang="0">
                    <a:pos x="T0" y="T1"/>
                  </a:cxn>
                  <a:cxn ang="0">
                    <a:pos x="T2" y="T3"/>
                  </a:cxn>
                </a:cxnLst>
                <a:rect l="0" t="0" r="r" b="b"/>
                <a:pathLst>
                  <a:path w="1" h="139">
                    <a:moveTo>
                      <a:pt x="0" y="0"/>
                    </a:moveTo>
                    <a:lnTo>
                      <a:pt x="0" y="139"/>
                    </a:lnTo>
                  </a:path>
                </a:pathLst>
              </a:custGeom>
              <a:solidFill>
                <a:srgbClr val="FFFFFF"/>
              </a:solidFill>
              <a:ln w="50800" cap="flat" cmpd="sng">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9" name="Line 33">
                <a:extLst>
                  <a:ext uri="{FF2B5EF4-FFF2-40B4-BE49-F238E27FC236}">
                    <a16:creationId xmlns:a16="http://schemas.microsoft.com/office/drawing/2014/main" id="{464F2E6A-839D-4EAF-B9ED-A23ECA4EFFA9}"/>
                  </a:ext>
                </a:extLst>
              </p:cNvPr>
              <p:cNvSpPr>
                <a:spLocks noChangeShapeType="1"/>
              </p:cNvSpPr>
              <p:nvPr/>
            </p:nvSpPr>
            <p:spPr bwMode="auto">
              <a:xfrm>
                <a:off x="3010" y="3620"/>
                <a:ext cx="4" cy="249"/>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0" name="Line 34">
                <a:extLst>
                  <a:ext uri="{FF2B5EF4-FFF2-40B4-BE49-F238E27FC236}">
                    <a16:creationId xmlns:a16="http://schemas.microsoft.com/office/drawing/2014/main" id="{AFC5FD27-079D-46ED-AC31-B2576F7ADCEF}"/>
                  </a:ext>
                </a:extLst>
              </p:cNvPr>
              <p:cNvSpPr>
                <a:spLocks noChangeShapeType="1"/>
              </p:cNvSpPr>
              <p:nvPr/>
            </p:nvSpPr>
            <p:spPr bwMode="auto">
              <a:xfrm flipH="1" flipV="1">
                <a:off x="3168" y="2671"/>
                <a:ext cx="524" cy="524"/>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51" name="Line 35">
                <a:extLst>
                  <a:ext uri="{FF2B5EF4-FFF2-40B4-BE49-F238E27FC236}">
                    <a16:creationId xmlns:a16="http://schemas.microsoft.com/office/drawing/2014/main" id="{ADC87962-1866-4A76-A69D-56540CA128F2}"/>
                  </a:ext>
                </a:extLst>
              </p:cNvPr>
              <p:cNvSpPr>
                <a:spLocks noChangeShapeType="1"/>
              </p:cNvSpPr>
              <p:nvPr/>
            </p:nvSpPr>
            <p:spPr bwMode="auto">
              <a:xfrm flipH="1" flipV="1">
                <a:off x="3010" y="2517"/>
                <a:ext cx="158" cy="154"/>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2" name="Line 36">
                <a:extLst>
                  <a:ext uri="{FF2B5EF4-FFF2-40B4-BE49-F238E27FC236}">
                    <a16:creationId xmlns:a16="http://schemas.microsoft.com/office/drawing/2014/main" id="{1109E743-1B40-4511-85B3-62D9F53CF855}"/>
                  </a:ext>
                </a:extLst>
              </p:cNvPr>
              <p:cNvSpPr>
                <a:spLocks noChangeShapeType="1"/>
              </p:cNvSpPr>
              <p:nvPr/>
            </p:nvSpPr>
            <p:spPr bwMode="auto">
              <a:xfrm flipV="1">
                <a:off x="3168" y="3195"/>
                <a:ext cx="524" cy="52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53" name="Line 37">
                <a:extLst>
                  <a:ext uri="{FF2B5EF4-FFF2-40B4-BE49-F238E27FC236}">
                    <a16:creationId xmlns:a16="http://schemas.microsoft.com/office/drawing/2014/main" id="{F2C0CE42-53C6-4814-917C-72B89B23FA3B}"/>
                  </a:ext>
                </a:extLst>
              </p:cNvPr>
              <p:cNvSpPr>
                <a:spLocks noChangeShapeType="1"/>
              </p:cNvSpPr>
              <p:nvPr/>
            </p:nvSpPr>
            <p:spPr bwMode="auto">
              <a:xfrm flipV="1">
                <a:off x="3010" y="3720"/>
                <a:ext cx="158" cy="149"/>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4" name="Freeform 38">
                <a:extLst>
                  <a:ext uri="{FF2B5EF4-FFF2-40B4-BE49-F238E27FC236}">
                    <a16:creationId xmlns:a16="http://schemas.microsoft.com/office/drawing/2014/main" id="{FA6A1805-75A9-47F2-85A4-325E41097D51}"/>
                  </a:ext>
                </a:extLst>
              </p:cNvPr>
              <p:cNvSpPr>
                <a:spLocks noChangeArrowheads="1"/>
              </p:cNvSpPr>
              <p:nvPr/>
            </p:nvSpPr>
            <p:spPr bwMode="auto">
              <a:xfrm>
                <a:off x="2687" y="3198"/>
                <a:ext cx="133" cy="2"/>
              </a:xfrm>
              <a:custGeom>
                <a:avLst/>
                <a:gdLst>
                  <a:gd name="T0" fmla="*/ 0 w 141"/>
                  <a:gd name="T1" fmla="*/ 0 h 2"/>
                  <a:gd name="T2" fmla="*/ 141 w 141"/>
                  <a:gd name="T3" fmla="*/ 2 h 2"/>
                </a:gdLst>
                <a:ahLst/>
                <a:cxnLst>
                  <a:cxn ang="0">
                    <a:pos x="T0" y="T1"/>
                  </a:cxn>
                  <a:cxn ang="0">
                    <a:pos x="T2" y="T3"/>
                  </a:cxn>
                </a:cxnLst>
                <a:rect l="0" t="0" r="r" b="b"/>
                <a:pathLst>
                  <a:path w="141" h="2">
                    <a:moveTo>
                      <a:pt x="0" y="0"/>
                    </a:moveTo>
                    <a:lnTo>
                      <a:pt x="141" y="2"/>
                    </a:lnTo>
                  </a:path>
                </a:pathLst>
              </a:custGeom>
              <a:solidFill>
                <a:srgbClr val="FFFFFF"/>
              </a:solidFill>
              <a:ln w="50800" cap="flat" cmpd="sng">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5" name="Line 39">
                <a:extLst>
                  <a:ext uri="{FF2B5EF4-FFF2-40B4-BE49-F238E27FC236}">
                    <a16:creationId xmlns:a16="http://schemas.microsoft.com/office/drawing/2014/main" id="{5D29945E-D9B3-4470-B067-5E74B9F7353C}"/>
                  </a:ext>
                </a:extLst>
              </p:cNvPr>
              <p:cNvSpPr>
                <a:spLocks noChangeShapeType="1"/>
              </p:cNvSpPr>
              <p:nvPr/>
            </p:nvSpPr>
            <p:spPr bwMode="auto">
              <a:xfrm>
                <a:off x="2332" y="3195"/>
                <a:ext cx="212" cy="5"/>
              </a:xfrm>
              <a:prstGeom prst="line">
                <a:avLst/>
              </a:prstGeom>
              <a:noFill/>
              <a:ln w="381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56" name="Group 40">
              <a:extLst>
                <a:ext uri="{FF2B5EF4-FFF2-40B4-BE49-F238E27FC236}">
                  <a16:creationId xmlns:a16="http://schemas.microsoft.com/office/drawing/2014/main" id="{87B09209-F57A-4BCD-B8DE-D25B56966211}"/>
                </a:ext>
              </a:extLst>
            </p:cNvPr>
            <p:cNvGrpSpPr>
              <a:grpSpLocks/>
            </p:cNvGrpSpPr>
            <p:nvPr/>
          </p:nvGrpSpPr>
          <p:grpSpPr bwMode="auto">
            <a:xfrm>
              <a:off x="2332" y="2450"/>
              <a:ext cx="841" cy="1486"/>
              <a:chOff x="2332" y="2450"/>
              <a:chExt cx="841" cy="1486"/>
            </a:xfrm>
          </p:grpSpPr>
          <p:sp>
            <p:nvSpPr>
              <p:cNvPr id="9257" name="Freeform 41">
                <a:extLst>
                  <a:ext uri="{FF2B5EF4-FFF2-40B4-BE49-F238E27FC236}">
                    <a16:creationId xmlns:a16="http://schemas.microsoft.com/office/drawing/2014/main" id="{D7B2E04D-7546-4930-AA94-D233894E7A71}"/>
                  </a:ext>
                </a:extLst>
              </p:cNvPr>
              <p:cNvSpPr>
                <a:spLocks noChangeArrowheads="1"/>
              </p:cNvSpPr>
              <p:nvPr/>
            </p:nvSpPr>
            <p:spPr bwMode="auto">
              <a:xfrm>
                <a:off x="2749" y="2454"/>
                <a:ext cx="1" cy="394"/>
              </a:xfrm>
              <a:custGeom>
                <a:avLst/>
                <a:gdLst>
                  <a:gd name="T0" fmla="*/ 0 w 1"/>
                  <a:gd name="T1" fmla="*/ 0 h 417"/>
                  <a:gd name="T2" fmla="*/ 1 w 1"/>
                  <a:gd name="T3" fmla="*/ 417 h 417"/>
                </a:gdLst>
                <a:ahLst/>
                <a:cxnLst>
                  <a:cxn ang="0">
                    <a:pos x="T0" y="T1"/>
                  </a:cxn>
                  <a:cxn ang="0">
                    <a:pos x="T2" y="T3"/>
                  </a:cxn>
                </a:cxnLst>
                <a:rect l="0" t="0" r="r" b="b"/>
                <a:pathLst>
                  <a:path w="1" h="417">
                    <a:moveTo>
                      <a:pt x="0" y="0"/>
                    </a:moveTo>
                    <a:lnTo>
                      <a:pt x="1" y="417"/>
                    </a:lnTo>
                  </a:path>
                </a:pathLst>
              </a:custGeom>
              <a:solidFill>
                <a:srgbClr val="FFFFFF"/>
              </a:solidFill>
              <a:ln w="38100" cap="flat" cmpd="sng">
                <a:solidFill>
                  <a:schemeClr val="accent2"/>
                </a:solidFill>
                <a:prstDash val="dash"/>
                <a:round/>
                <a:headEnd/>
                <a:tailEnd/>
              </a:ln>
            </p:spPr>
            <p:txBody>
              <a:bodyPr/>
              <a:lstStyle/>
              <a:p>
                <a:endParaRPr lang="en-US"/>
              </a:p>
            </p:txBody>
          </p:sp>
          <p:sp>
            <p:nvSpPr>
              <p:cNvPr id="9258" name="Freeform 42">
                <a:extLst>
                  <a:ext uri="{FF2B5EF4-FFF2-40B4-BE49-F238E27FC236}">
                    <a16:creationId xmlns:a16="http://schemas.microsoft.com/office/drawing/2014/main" id="{87FB9BB9-8B1F-4786-99CC-C60C23393242}"/>
                  </a:ext>
                </a:extLst>
              </p:cNvPr>
              <p:cNvSpPr>
                <a:spLocks noChangeArrowheads="1"/>
              </p:cNvSpPr>
              <p:nvPr/>
            </p:nvSpPr>
            <p:spPr bwMode="auto">
              <a:xfrm>
                <a:off x="3172" y="3367"/>
                <a:ext cx="1" cy="566"/>
              </a:xfrm>
              <a:custGeom>
                <a:avLst/>
                <a:gdLst>
                  <a:gd name="T0" fmla="*/ 0 w 1"/>
                  <a:gd name="T1" fmla="*/ 0 h 599"/>
                  <a:gd name="T2" fmla="*/ 0 w 1"/>
                  <a:gd name="T3" fmla="*/ 599 h 599"/>
                </a:gdLst>
                <a:ahLst/>
                <a:cxnLst>
                  <a:cxn ang="0">
                    <a:pos x="T0" y="T1"/>
                  </a:cxn>
                  <a:cxn ang="0">
                    <a:pos x="T2" y="T3"/>
                  </a:cxn>
                </a:cxnLst>
                <a:rect l="0" t="0" r="r" b="b"/>
                <a:pathLst>
                  <a:path w="1" h="599">
                    <a:moveTo>
                      <a:pt x="0" y="0"/>
                    </a:moveTo>
                    <a:lnTo>
                      <a:pt x="0" y="599"/>
                    </a:lnTo>
                  </a:path>
                </a:pathLst>
              </a:custGeom>
              <a:solidFill>
                <a:srgbClr val="FFFFFF"/>
              </a:solidFill>
              <a:ln w="50800">
                <a:solidFill>
                  <a:schemeClr val="accent2"/>
                </a:solidFill>
                <a:prstDash val="solid"/>
                <a:round/>
                <a:headEnd/>
                <a:tailEnd/>
              </a:ln>
            </p:spPr>
            <p:txBody>
              <a:bodyPr/>
              <a:lstStyle/>
              <a:p>
                <a:endParaRPr lang="en-US"/>
              </a:p>
            </p:txBody>
          </p:sp>
          <p:sp>
            <p:nvSpPr>
              <p:cNvPr id="9259" name="Line 43">
                <a:extLst>
                  <a:ext uri="{FF2B5EF4-FFF2-40B4-BE49-F238E27FC236}">
                    <a16:creationId xmlns:a16="http://schemas.microsoft.com/office/drawing/2014/main" id="{1218DF26-9EFE-46C9-A7AF-6CE647ECD41F}"/>
                  </a:ext>
                </a:extLst>
              </p:cNvPr>
              <p:cNvSpPr>
                <a:spLocks noChangeShapeType="1"/>
              </p:cNvSpPr>
              <p:nvPr/>
            </p:nvSpPr>
            <p:spPr bwMode="auto">
              <a:xfrm flipH="1">
                <a:off x="2332" y="3933"/>
                <a:ext cx="836" cy="3"/>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0" name="Freeform 44">
                <a:extLst>
                  <a:ext uri="{FF2B5EF4-FFF2-40B4-BE49-F238E27FC236}">
                    <a16:creationId xmlns:a16="http://schemas.microsoft.com/office/drawing/2014/main" id="{A3723493-5BEA-4FC2-A2B5-A2046F020991}"/>
                  </a:ext>
                </a:extLst>
              </p:cNvPr>
              <p:cNvSpPr>
                <a:spLocks noChangeArrowheads="1"/>
              </p:cNvSpPr>
              <p:nvPr/>
            </p:nvSpPr>
            <p:spPr bwMode="auto">
              <a:xfrm>
                <a:off x="2335" y="2450"/>
                <a:ext cx="1" cy="1484"/>
              </a:xfrm>
              <a:custGeom>
                <a:avLst/>
                <a:gdLst>
                  <a:gd name="T0" fmla="*/ 0 w 1"/>
                  <a:gd name="T1" fmla="*/ 1572 h 1572"/>
                  <a:gd name="T2" fmla="*/ 0 w 1"/>
                  <a:gd name="T3" fmla="*/ 0 h 1572"/>
                </a:gdLst>
                <a:ahLst/>
                <a:cxnLst>
                  <a:cxn ang="0">
                    <a:pos x="T0" y="T1"/>
                  </a:cxn>
                  <a:cxn ang="0">
                    <a:pos x="T2" y="T3"/>
                  </a:cxn>
                </a:cxnLst>
                <a:rect l="0" t="0" r="r" b="b"/>
                <a:pathLst>
                  <a:path w="1" h="1572">
                    <a:moveTo>
                      <a:pt x="0" y="1572"/>
                    </a:moveTo>
                    <a:lnTo>
                      <a:pt x="0" y="0"/>
                    </a:lnTo>
                  </a:path>
                </a:pathLst>
              </a:custGeom>
              <a:solidFill>
                <a:srgbClr val="FFFFFF"/>
              </a:solidFill>
              <a:ln w="50800">
                <a:solidFill>
                  <a:schemeClr val="accent2"/>
                </a:solidFill>
                <a:prstDash val="solid"/>
                <a:round/>
                <a:headEnd/>
                <a:tailEnd/>
              </a:ln>
            </p:spPr>
            <p:txBody>
              <a:bodyPr/>
              <a:lstStyle/>
              <a:p>
                <a:endParaRPr lang="en-US"/>
              </a:p>
            </p:txBody>
          </p:sp>
          <p:sp>
            <p:nvSpPr>
              <p:cNvPr id="9261" name="Freeform 45">
                <a:extLst>
                  <a:ext uri="{FF2B5EF4-FFF2-40B4-BE49-F238E27FC236}">
                    <a16:creationId xmlns:a16="http://schemas.microsoft.com/office/drawing/2014/main" id="{65B7C0DD-1B0F-4EC6-8741-9AD5B168F60D}"/>
                  </a:ext>
                </a:extLst>
              </p:cNvPr>
              <p:cNvSpPr>
                <a:spLocks noChangeArrowheads="1"/>
              </p:cNvSpPr>
              <p:nvPr/>
            </p:nvSpPr>
            <p:spPr bwMode="auto">
              <a:xfrm>
                <a:off x="2334" y="2454"/>
                <a:ext cx="834" cy="1"/>
              </a:xfrm>
              <a:custGeom>
                <a:avLst/>
                <a:gdLst>
                  <a:gd name="T0" fmla="*/ 884 w 884"/>
                  <a:gd name="T1" fmla="*/ 0 h 1"/>
                  <a:gd name="T2" fmla="*/ 0 w 884"/>
                  <a:gd name="T3" fmla="*/ 0 h 1"/>
                </a:gdLst>
                <a:ahLst/>
                <a:cxnLst>
                  <a:cxn ang="0">
                    <a:pos x="T0" y="T1"/>
                  </a:cxn>
                  <a:cxn ang="0">
                    <a:pos x="T2" y="T3"/>
                  </a:cxn>
                </a:cxnLst>
                <a:rect l="0" t="0" r="r" b="b"/>
                <a:pathLst>
                  <a:path w="884" h="1">
                    <a:moveTo>
                      <a:pt x="884" y="0"/>
                    </a:moveTo>
                    <a:lnTo>
                      <a:pt x="0" y="0"/>
                    </a:lnTo>
                  </a:path>
                </a:pathLst>
              </a:custGeom>
              <a:solidFill>
                <a:srgbClr val="FFFFFF"/>
              </a:solidFill>
              <a:ln w="50800">
                <a:solidFill>
                  <a:schemeClr val="accent2"/>
                </a:solidFill>
                <a:prstDash val="solid"/>
                <a:round/>
                <a:headEnd/>
                <a:tailEnd/>
              </a:ln>
            </p:spPr>
            <p:txBody>
              <a:bodyPr/>
              <a:lstStyle/>
              <a:p>
                <a:endParaRPr lang="en-US"/>
              </a:p>
            </p:txBody>
          </p:sp>
          <p:sp>
            <p:nvSpPr>
              <p:cNvPr id="9262" name="Freeform 46">
                <a:extLst>
                  <a:ext uri="{FF2B5EF4-FFF2-40B4-BE49-F238E27FC236}">
                    <a16:creationId xmlns:a16="http://schemas.microsoft.com/office/drawing/2014/main" id="{1AB38084-C7E7-4B63-A8AC-F53B5F3FCDCD}"/>
                  </a:ext>
                </a:extLst>
              </p:cNvPr>
              <p:cNvSpPr>
                <a:spLocks noChangeArrowheads="1"/>
              </p:cNvSpPr>
              <p:nvPr/>
            </p:nvSpPr>
            <p:spPr bwMode="auto">
              <a:xfrm>
                <a:off x="2756" y="3539"/>
                <a:ext cx="1" cy="394"/>
              </a:xfrm>
              <a:custGeom>
                <a:avLst/>
                <a:gdLst>
                  <a:gd name="T0" fmla="*/ 0 w 1"/>
                  <a:gd name="T1" fmla="*/ 0 h 417"/>
                  <a:gd name="T2" fmla="*/ 1 w 1"/>
                  <a:gd name="T3" fmla="*/ 417 h 417"/>
                </a:gdLst>
                <a:ahLst/>
                <a:cxnLst>
                  <a:cxn ang="0">
                    <a:pos x="T0" y="T1"/>
                  </a:cxn>
                  <a:cxn ang="0">
                    <a:pos x="T2" y="T3"/>
                  </a:cxn>
                </a:cxnLst>
                <a:rect l="0" t="0" r="r" b="b"/>
                <a:pathLst>
                  <a:path w="1" h="417">
                    <a:moveTo>
                      <a:pt x="0" y="0"/>
                    </a:moveTo>
                    <a:lnTo>
                      <a:pt x="1" y="417"/>
                    </a:lnTo>
                  </a:path>
                </a:pathLst>
              </a:custGeom>
              <a:solidFill>
                <a:srgbClr val="FFFFFF"/>
              </a:solidFill>
              <a:ln w="38100" cap="flat" cmpd="sng">
                <a:solidFill>
                  <a:schemeClr val="accent2"/>
                </a:solidFill>
                <a:prstDash val="dash"/>
                <a:round/>
                <a:headEnd/>
                <a:tailEnd/>
              </a:ln>
            </p:spPr>
            <p:txBody>
              <a:bodyPr/>
              <a:lstStyle/>
              <a:p>
                <a:endParaRPr lang="en-US"/>
              </a:p>
            </p:txBody>
          </p:sp>
          <p:sp>
            <p:nvSpPr>
              <p:cNvPr id="9263" name="Freeform 47">
                <a:extLst>
                  <a:ext uri="{FF2B5EF4-FFF2-40B4-BE49-F238E27FC236}">
                    <a16:creationId xmlns:a16="http://schemas.microsoft.com/office/drawing/2014/main" id="{743C4275-69B4-4485-A40E-D171C5708393}"/>
                  </a:ext>
                </a:extLst>
              </p:cNvPr>
              <p:cNvSpPr>
                <a:spLocks noChangeArrowheads="1"/>
              </p:cNvSpPr>
              <p:nvPr/>
            </p:nvSpPr>
            <p:spPr bwMode="auto">
              <a:xfrm>
                <a:off x="3168" y="2458"/>
                <a:ext cx="1" cy="565"/>
              </a:xfrm>
              <a:custGeom>
                <a:avLst/>
                <a:gdLst>
                  <a:gd name="T0" fmla="*/ 0 w 1"/>
                  <a:gd name="T1" fmla="*/ 0 h 599"/>
                  <a:gd name="T2" fmla="*/ 0 w 1"/>
                  <a:gd name="T3" fmla="*/ 599 h 599"/>
                </a:gdLst>
                <a:ahLst/>
                <a:cxnLst>
                  <a:cxn ang="0">
                    <a:pos x="T0" y="T1"/>
                  </a:cxn>
                  <a:cxn ang="0">
                    <a:pos x="T2" y="T3"/>
                  </a:cxn>
                </a:cxnLst>
                <a:rect l="0" t="0" r="r" b="b"/>
                <a:pathLst>
                  <a:path w="1" h="599">
                    <a:moveTo>
                      <a:pt x="0" y="0"/>
                    </a:moveTo>
                    <a:lnTo>
                      <a:pt x="0" y="599"/>
                    </a:lnTo>
                  </a:path>
                </a:pathLst>
              </a:custGeom>
              <a:solidFill>
                <a:srgbClr val="FFFFFF"/>
              </a:solidFill>
              <a:ln w="50800">
                <a:solidFill>
                  <a:schemeClr val="accent2"/>
                </a:solidFill>
                <a:prstDash val="solid"/>
                <a:round/>
                <a:headEnd/>
                <a:tailEnd/>
              </a:ln>
            </p:spPr>
            <p:txBody>
              <a:bodyPr/>
              <a:lstStyle/>
              <a:p>
                <a:endParaRPr lang="en-US"/>
              </a:p>
            </p:txBody>
          </p:sp>
        </p:grpSp>
      </p:grpSp>
      <p:sp>
        <p:nvSpPr>
          <p:cNvPr id="9265" name="Text Box 49">
            <a:extLst>
              <a:ext uri="{FF2B5EF4-FFF2-40B4-BE49-F238E27FC236}">
                <a16:creationId xmlns:a16="http://schemas.microsoft.com/office/drawing/2014/main" id="{3421DCE5-0DBA-4353-A904-6D9F92022A69}"/>
              </a:ext>
            </a:extLst>
          </p:cNvPr>
          <p:cNvSpPr txBox="1">
            <a:spLocks noChangeArrowheads="1"/>
          </p:cNvSpPr>
          <p:nvPr/>
        </p:nvSpPr>
        <p:spPr bwMode="auto">
          <a:xfrm>
            <a:off x="2743200" y="228600"/>
            <a:ext cx="5334000" cy="446088"/>
          </a:xfrm>
          <a:prstGeom prst="rect">
            <a:avLst/>
          </a:prstGeom>
          <a:solidFill>
            <a:srgbClr val="CCFFCC"/>
          </a:solidFill>
          <a:ln w="19050">
            <a:solidFill>
              <a:srgbClr val="CC3300"/>
            </a:solidFill>
            <a:miter lim="800000"/>
            <a:headEnd/>
            <a:tailEnd/>
          </a:ln>
          <a:effectLst/>
          <a:extLst>
            <a:ext uri="{AF507438-7753-43E0-B8FC-AC1667EBCBE1}">
              <a14:hiddenEffects xmlns:a14="http://schemas.microsoft.com/office/drawing/2010/main">
                <a:effectLst>
                  <a:outerShdw dist="107763" dir="2700000" algn="ctr" rotWithShape="0">
                    <a:srgbClr val="00CCFF"/>
                  </a:outerShdw>
                </a:effectLst>
              </a14:hiddenEffects>
            </a:ext>
          </a:extLst>
        </p:spPr>
        <p:txBody>
          <a:bodyPr>
            <a:spAutoFit/>
          </a:bodyPr>
          <a:lstStyle/>
          <a:p>
            <a:pPr algn="l"/>
            <a:r>
              <a:rPr lang="zh-CN" altLang="en-US" sz="2200" b="1">
                <a:solidFill>
                  <a:schemeClr val="tx2"/>
                </a:solidFill>
              </a:rPr>
              <a:t>两平面体相贯，相贯线是封闭的空间折线</a:t>
            </a:r>
          </a:p>
        </p:txBody>
      </p:sp>
      <p:grpSp>
        <p:nvGrpSpPr>
          <p:cNvPr id="9266" name="Group 50">
            <a:extLst>
              <a:ext uri="{FF2B5EF4-FFF2-40B4-BE49-F238E27FC236}">
                <a16:creationId xmlns:a16="http://schemas.microsoft.com/office/drawing/2014/main" id="{311453C0-0F04-4008-98BF-8B025EFA49B8}"/>
              </a:ext>
            </a:extLst>
          </p:cNvPr>
          <p:cNvGrpSpPr>
            <a:grpSpLocks/>
          </p:cNvGrpSpPr>
          <p:nvPr/>
        </p:nvGrpSpPr>
        <p:grpSpPr bwMode="auto">
          <a:xfrm>
            <a:off x="3817938" y="2930525"/>
            <a:ext cx="552450" cy="2144713"/>
            <a:chOff x="2405" y="1846"/>
            <a:chExt cx="348" cy="1351"/>
          </a:xfrm>
        </p:grpSpPr>
        <p:sp>
          <p:nvSpPr>
            <p:cNvPr id="9267" name="Freeform 51">
              <a:extLst>
                <a:ext uri="{FF2B5EF4-FFF2-40B4-BE49-F238E27FC236}">
                  <a16:creationId xmlns:a16="http://schemas.microsoft.com/office/drawing/2014/main" id="{FB7A1228-715B-4416-AA56-54188342266F}"/>
                </a:ext>
              </a:extLst>
            </p:cNvPr>
            <p:cNvSpPr>
              <a:spLocks noChangeArrowheads="1"/>
            </p:cNvSpPr>
            <p:nvPr/>
          </p:nvSpPr>
          <p:spPr bwMode="auto">
            <a:xfrm>
              <a:off x="2405" y="1846"/>
              <a:ext cx="348" cy="2"/>
            </a:xfrm>
            <a:custGeom>
              <a:avLst/>
              <a:gdLst>
                <a:gd name="T0" fmla="*/ 369 w 369"/>
                <a:gd name="T1" fmla="*/ 2 h 2"/>
                <a:gd name="T2" fmla="*/ 0 w 369"/>
                <a:gd name="T3" fmla="*/ 0 h 2"/>
              </a:gdLst>
              <a:ahLst/>
              <a:cxnLst>
                <a:cxn ang="0">
                  <a:pos x="T0" y="T1"/>
                </a:cxn>
                <a:cxn ang="0">
                  <a:pos x="T2" y="T3"/>
                </a:cxn>
              </a:cxnLst>
              <a:rect l="0" t="0" r="r" b="b"/>
              <a:pathLst>
                <a:path w="369" h="2">
                  <a:moveTo>
                    <a:pt x="369" y="2"/>
                  </a:moveTo>
                  <a:lnTo>
                    <a:pt x="0"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68" name="Freeform 52">
              <a:extLst>
                <a:ext uri="{FF2B5EF4-FFF2-40B4-BE49-F238E27FC236}">
                  <a16:creationId xmlns:a16="http://schemas.microsoft.com/office/drawing/2014/main" id="{5659279C-F96B-433E-BF3B-C914C5B0A20C}"/>
                </a:ext>
              </a:extLst>
            </p:cNvPr>
            <p:cNvSpPr>
              <a:spLocks noChangeArrowheads="1"/>
            </p:cNvSpPr>
            <p:nvPr/>
          </p:nvSpPr>
          <p:spPr bwMode="auto">
            <a:xfrm>
              <a:off x="2405" y="1848"/>
              <a:ext cx="1" cy="1349"/>
            </a:xfrm>
            <a:custGeom>
              <a:avLst/>
              <a:gdLst>
                <a:gd name="T0" fmla="*/ 0 w 1"/>
                <a:gd name="T1" fmla="*/ 0 h 1429"/>
                <a:gd name="T2" fmla="*/ 0 w 1"/>
                <a:gd name="T3" fmla="*/ 1429 h 1429"/>
              </a:gdLst>
              <a:ahLst/>
              <a:cxnLst>
                <a:cxn ang="0">
                  <a:pos x="T0" y="T1"/>
                </a:cxn>
                <a:cxn ang="0">
                  <a:pos x="T2" y="T3"/>
                </a:cxn>
              </a:cxnLst>
              <a:rect l="0" t="0" r="r" b="b"/>
              <a:pathLst>
                <a:path w="1" h="1429">
                  <a:moveTo>
                    <a:pt x="0" y="0"/>
                  </a:moveTo>
                  <a:lnTo>
                    <a:pt x="0" y="1429"/>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69" name="Group 53">
            <a:extLst>
              <a:ext uri="{FF2B5EF4-FFF2-40B4-BE49-F238E27FC236}">
                <a16:creationId xmlns:a16="http://schemas.microsoft.com/office/drawing/2014/main" id="{39A473FB-8E3F-43BF-AC00-E7BE95B07325}"/>
              </a:ext>
            </a:extLst>
          </p:cNvPr>
          <p:cNvGrpSpPr>
            <a:grpSpLocks/>
          </p:cNvGrpSpPr>
          <p:nvPr/>
        </p:nvGrpSpPr>
        <p:grpSpPr bwMode="auto">
          <a:xfrm>
            <a:off x="3817938" y="4519613"/>
            <a:ext cx="550862" cy="1098550"/>
            <a:chOff x="2405" y="2847"/>
            <a:chExt cx="347" cy="692"/>
          </a:xfrm>
        </p:grpSpPr>
        <p:sp>
          <p:nvSpPr>
            <p:cNvPr id="9270" name="Line 54">
              <a:extLst>
                <a:ext uri="{FF2B5EF4-FFF2-40B4-BE49-F238E27FC236}">
                  <a16:creationId xmlns:a16="http://schemas.microsoft.com/office/drawing/2014/main" id="{12E370C7-CDA8-4D9E-A0BB-8B8D3A6CFFEF}"/>
                </a:ext>
              </a:extLst>
            </p:cNvPr>
            <p:cNvSpPr>
              <a:spLocks noChangeShapeType="1"/>
            </p:cNvSpPr>
            <p:nvPr/>
          </p:nvSpPr>
          <p:spPr bwMode="auto">
            <a:xfrm flipV="1">
              <a:off x="2405" y="2847"/>
              <a:ext cx="347" cy="348"/>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71" name="Line 55">
              <a:extLst>
                <a:ext uri="{FF2B5EF4-FFF2-40B4-BE49-F238E27FC236}">
                  <a16:creationId xmlns:a16="http://schemas.microsoft.com/office/drawing/2014/main" id="{147F8A96-96F7-45AC-91E3-38D940AF65CD}"/>
                </a:ext>
              </a:extLst>
            </p:cNvPr>
            <p:cNvSpPr>
              <a:spLocks noChangeShapeType="1"/>
            </p:cNvSpPr>
            <p:nvPr/>
          </p:nvSpPr>
          <p:spPr bwMode="auto">
            <a:xfrm>
              <a:off x="2405" y="3195"/>
              <a:ext cx="347" cy="34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72" name="Group 56">
            <a:extLst>
              <a:ext uri="{FF2B5EF4-FFF2-40B4-BE49-F238E27FC236}">
                <a16:creationId xmlns:a16="http://schemas.microsoft.com/office/drawing/2014/main" id="{D399D5E9-F19C-4AF7-A849-3801F6CF86C2}"/>
              </a:ext>
            </a:extLst>
          </p:cNvPr>
          <p:cNvGrpSpPr>
            <a:grpSpLocks/>
          </p:cNvGrpSpPr>
          <p:nvPr/>
        </p:nvGrpSpPr>
        <p:grpSpPr bwMode="auto">
          <a:xfrm>
            <a:off x="4778375" y="2195513"/>
            <a:ext cx="3336925" cy="3559175"/>
            <a:chOff x="3010" y="1383"/>
            <a:chExt cx="2102" cy="2242"/>
          </a:xfrm>
        </p:grpSpPr>
        <p:sp>
          <p:nvSpPr>
            <p:cNvPr id="9273" name="Freeform 57">
              <a:extLst>
                <a:ext uri="{FF2B5EF4-FFF2-40B4-BE49-F238E27FC236}">
                  <a16:creationId xmlns:a16="http://schemas.microsoft.com/office/drawing/2014/main" id="{1C41E51D-3402-405F-811A-E638AA8A411F}"/>
                </a:ext>
              </a:extLst>
            </p:cNvPr>
            <p:cNvSpPr>
              <a:spLocks noChangeArrowheads="1"/>
            </p:cNvSpPr>
            <p:nvPr/>
          </p:nvSpPr>
          <p:spPr bwMode="auto">
            <a:xfrm>
              <a:off x="5111" y="1383"/>
              <a:ext cx="1" cy="2236"/>
            </a:xfrm>
            <a:custGeom>
              <a:avLst/>
              <a:gdLst>
                <a:gd name="T0" fmla="*/ 0 w 1"/>
                <a:gd name="T1" fmla="*/ 0 h 2236"/>
                <a:gd name="T2" fmla="*/ 0 w 1"/>
                <a:gd name="T3" fmla="*/ 2236 h 2236"/>
              </a:gdLst>
              <a:ahLst/>
              <a:cxnLst>
                <a:cxn ang="0">
                  <a:pos x="T0" y="T1"/>
                </a:cxn>
                <a:cxn ang="0">
                  <a:pos x="T2" y="T3"/>
                </a:cxn>
              </a:cxnLst>
              <a:rect l="0" t="0" r="r" b="b"/>
              <a:pathLst>
                <a:path w="1" h="2236">
                  <a:moveTo>
                    <a:pt x="0" y="0"/>
                  </a:moveTo>
                  <a:lnTo>
                    <a:pt x="0" y="2236"/>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74" name="Line 58">
              <a:extLst>
                <a:ext uri="{FF2B5EF4-FFF2-40B4-BE49-F238E27FC236}">
                  <a16:creationId xmlns:a16="http://schemas.microsoft.com/office/drawing/2014/main" id="{3DD23FE2-98EC-42E2-BF17-4182327FD90E}"/>
                </a:ext>
              </a:extLst>
            </p:cNvPr>
            <p:cNvSpPr>
              <a:spLocks noChangeShapeType="1"/>
            </p:cNvSpPr>
            <p:nvPr/>
          </p:nvSpPr>
          <p:spPr bwMode="auto">
            <a:xfrm flipH="1">
              <a:off x="3010" y="2766"/>
              <a:ext cx="1243" cy="4"/>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75" name="Line 59">
              <a:extLst>
                <a:ext uri="{FF2B5EF4-FFF2-40B4-BE49-F238E27FC236}">
                  <a16:creationId xmlns:a16="http://schemas.microsoft.com/office/drawing/2014/main" id="{22BEBBC0-497E-4A67-8983-599747316451}"/>
                </a:ext>
              </a:extLst>
            </p:cNvPr>
            <p:cNvSpPr>
              <a:spLocks noChangeShapeType="1"/>
            </p:cNvSpPr>
            <p:nvPr/>
          </p:nvSpPr>
          <p:spPr bwMode="auto">
            <a:xfrm flipH="1">
              <a:off x="3010" y="3620"/>
              <a:ext cx="2101" cy="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76" name="Freeform 60">
              <a:extLst>
                <a:ext uri="{FF2B5EF4-FFF2-40B4-BE49-F238E27FC236}">
                  <a16:creationId xmlns:a16="http://schemas.microsoft.com/office/drawing/2014/main" id="{B461FEEF-31DB-4B79-8DDE-E595229AFCC2}"/>
                </a:ext>
              </a:extLst>
            </p:cNvPr>
            <p:cNvSpPr>
              <a:spLocks noChangeArrowheads="1"/>
            </p:cNvSpPr>
            <p:nvPr/>
          </p:nvSpPr>
          <p:spPr bwMode="auto">
            <a:xfrm>
              <a:off x="4252" y="1383"/>
              <a:ext cx="1" cy="1382"/>
            </a:xfrm>
            <a:custGeom>
              <a:avLst/>
              <a:gdLst>
                <a:gd name="T0" fmla="*/ 1 w 1"/>
                <a:gd name="T1" fmla="*/ 0 h 1382"/>
                <a:gd name="T2" fmla="*/ 0 w 1"/>
                <a:gd name="T3" fmla="*/ 1382 h 1382"/>
              </a:gdLst>
              <a:ahLst/>
              <a:cxnLst>
                <a:cxn ang="0">
                  <a:pos x="T0" y="T1"/>
                </a:cxn>
                <a:cxn ang="0">
                  <a:pos x="T2" y="T3"/>
                </a:cxn>
              </a:cxnLst>
              <a:rect l="0" t="0" r="r" b="b"/>
              <a:pathLst>
                <a:path w="1" h="1382">
                  <a:moveTo>
                    <a:pt x="1" y="0"/>
                  </a:moveTo>
                  <a:lnTo>
                    <a:pt x="0" y="1382"/>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77" name="Group 61">
            <a:extLst>
              <a:ext uri="{FF2B5EF4-FFF2-40B4-BE49-F238E27FC236}">
                <a16:creationId xmlns:a16="http://schemas.microsoft.com/office/drawing/2014/main" id="{0A703F87-AB0F-4203-92B3-887FFF65650F}"/>
              </a:ext>
            </a:extLst>
          </p:cNvPr>
          <p:cNvGrpSpPr>
            <a:grpSpLocks/>
          </p:cNvGrpSpPr>
          <p:nvPr/>
        </p:nvGrpSpPr>
        <p:grpSpPr bwMode="auto">
          <a:xfrm>
            <a:off x="4368800" y="2935288"/>
            <a:ext cx="3624263" cy="2690812"/>
            <a:chOff x="2752" y="1849"/>
            <a:chExt cx="2283" cy="1695"/>
          </a:xfrm>
        </p:grpSpPr>
        <p:sp>
          <p:nvSpPr>
            <p:cNvPr id="9278" name="Freeform 62">
              <a:extLst>
                <a:ext uri="{FF2B5EF4-FFF2-40B4-BE49-F238E27FC236}">
                  <a16:creationId xmlns:a16="http://schemas.microsoft.com/office/drawing/2014/main" id="{FFCCFC15-BAD5-457B-A67E-A99F0D9800E2}"/>
                </a:ext>
              </a:extLst>
            </p:cNvPr>
            <p:cNvSpPr>
              <a:spLocks noChangeArrowheads="1"/>
            </p:cNvSpPr>
            <p:nvPr/>
          </p:nvSpPr>
          <p:spPr bwMode="auto">
            <a:xfrm>
              <a:off x="4343" y="1849"/>
              <a:ext cx="1" cy="997"/>
            </a:xfrm>
            <a:custGeom>
              <a:avLst/>
              <a:gdLst>
                <a:gd name="T0" fmla="*/ 0 w 1"/>
                <a:gd name="T1" fmla="*/ 997 h 997"/>
                <a:gd name="T2" fmla="*/ 0 w 1"/>
                <a:gd name="T3" fmla="*/ 0 h 997"/>
              </a:gdLst>
              <a:ahLst/>
              <a:cxnLst>
                <a:cxn ang="0">
                  <a:pos x="T0" y="T1"/>
                </a:cxn>
                <a:cxn ang="0">
                  <a:pos x="T2" y="T3"/>
                </a:cxn>
              </a:cxnLst>
              <a:rect l="0" t="0" r="r" b="b"/>
              <a:pathLst>
                <a:path w="1" h="997">
                  <a:moveTo>
                    <a:pt x="0" y="997"/>
                  </a:moveTo>
                  <a:lnTo>
                    <a:pt x="0"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79" name="Freeform 63">
              <a:extLst>
                <a:ext uri="{FF2B5EF4-FFF2-40B4-BE49-F238E27FC236}">
                  <a16:creationId xmlns:a16="http://schemas.microsoft.com/office/drawing/2014/main" id="{0E89BE47-0FF0-476F-ADA5-307C31A0268D}"/>
                </a:ext>
              </a:extLst>
            </p:cNvPr>
            <p:cNvSpPr>
              <a:spLocks noChangeArrowheads="1"/>
            </p:cNvSpPr>
            <p:nvPr/>
          </p:nvSpPr>
          <p:spPr bwMode="auto">
            <a:xfrm>
              <a:off x="5034" y="1849"/>
              <a:ext cx="1" cy="1689"/>
            </a:xfrm>
            <a:custGeom>
              <a:avLst/>
              <a:gdLst>
                <a:gd name="T0" fmla="*/ 0 w 1"/>
                <a:gd name="T1" fmla="*/ 1689 h 1689"/>
                <a:gd name="T2" fmla="*/ 1 w 1"/>
                <a:gd name="T3" fmla="*/ 0 h 1689"/>
              </a:gdLst>
              <a:ahLst/>
              <a:cxnLst>
                <a:cxn ang="0">
                  <a:pos x="T0" y="T1"/>
                </a:cxn>
                <a:cxn ang="0">
                  <a:pos x="T2" y="T3"/>
                </a:cxn>
              </a:cxnLst>
              <a:rect l="0" t="0" r="r" b="b"/>
              <a:pathLst>
                <a:path w="1" h="1689">
                  <a:moveTo>
                    <a:pt x="0" y="1689"/>
                  </a:moveTo>
                  <a:lnTo>
                    <a:pt x="1"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80" name="Line 64">
              <a:extLst>
                <a:ext uri="{FF2B5EF4-FFF2-40B4-BE49-F238E27FC236}">
                  <a16:creationId xmlns:a16="http://schemas.microsoft.com/office/drawing/2014/main" id="{F053F2A4-9FE1-4004-86F9-C6070AEA7BA8}"/>
                </a:ext>
              </a:extLst>
            </p:cNvPr>
            <p:cNvSpPr>
              <a:spLocks noChangeShapeType="1"/>
            </p:cNvSpPr>
            <p:nvPr/>
          </p:nvSpPr>
          <p:spPr bwMode="auto">
            <a:xfrm>
              <a:off x="2752" y="3539"/>
              <a:ext cx="2278" cy="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81" name="Line 65">
              <a:extLst>
                <a:ext uri="{FF2B5EF4-FFF2-40B4-BE49-F238E27FC236}">
                  <a16:creationId xmlns:a16="http://schemas.microsoft.com/office/drawing/2014/main" id="{7458D26A-F982-48C0-895C-19CA7BF60F69}"/>
                </a:ext>
              </a:extLst>
            </p:cNvPr>
            <p:cNvSpPr>
              <a:spLocks noChangeShapeType="1"/>
            </p:cNvSpPr>
            <p:nvPr/>
          </p:nvSpPr>
          <p:spPr bwMode="auto">
            <a:xfrm>
              <a:off x="2752" y="2847"/>
              <a:ext cx="1587" cy="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82" name="Group 66">
            <a:extLst>
              <a:ext uri="{FF2B5EF4-FFF2-40B4-BE49-F238E27FC236}">
                <a16:creationId xmlns:a16="http://schemas.microsoft.com/office/drawing/2014/main" id="{B8A7847A-9D06-4582-B589-1D62C9615E6A}"/>
              </a:ext>
            </a:extLst>
          </p:cNvPr>
          <p:cNvGrpSpPr>
            <a:grpSpLocks/>
          </p:cNvGrpSpPr>
          <p:nvPr/>
        </p:nvGrpSpPr>
        <p:grpSpPr bwMode="auto">
          <a:xfrm>
            <a:off x="5029200" y="1757363"/>
            <a:ext cx="2674938" cy="3587750"/>
            <a:chOff x="3168" y="1107"/>
            <a:chExt cx="1685" cy="2260"/>
          </a:xfrm>
        </p:grpSpPr>
        <p:sp>
          <p:nvSpPr>
            <p:cNvPr id="9283" name="Line 67">
              <a:extLst>
                <a:ext uri="{FF2B5EF4-FFF2-40B4-BE49-F238E27FC236}">
                  <a16:creationId xmlns:a16="http://schemas.microsoft.com/office/drawing/2014/main" id="{BFBB182D-BC07-4286-8EBC-E0EFECAC59A9}"/>
                </a:ext>
              </a:extLst>
            </p:cNvPr>
            <p:cNvSpPr>
              <a:spLocks noChangeShapeType="1"/>
            </p:cNvSpPr>
            <p:nvPr/>
          </p:nvSpPr>
          <p:spPr bwMode="auto">
            <a:xfrm flipV="1">
              <a:off x="4850" y="1107"/>
              <a:ext cx="3" cy="225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84" name="Line 68">
              <a:extLst>
                <a:ext uri="{FF2B5EF4-FFF2-40B4-BE49-F238E27FC236}">
                  <a16:creationId xmlns:a16="http://schemas.microsoft.com/office/drawing/2014/main" id="{9163FA33-5046-481E-B17B-E41371D708DB}"/>
                </a:ext>
              </a:extLst>
            </p:cNvPr>
            <p:cNvSpPr>
              <a:spLocks noChangeShapeType="1"/>
            </p:cNvSpPr>
            <p:nvPr/>
          </p:nvSpPr>
          <p:spPr bwMode="auto">
            <a:xfrm>
              <a:off x="3168" y="3362"/>
              <a:ext cx="1682" cy="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85" name="Line 69">
              <a:extLst>
                <a:ext uri="{FF2B5EF4-FFF2-40B4-BE49-F238E27FC236}">
                  <a16:creationId xmlns:a16="http://schemas.microsoft.com/office/drawing/2014/main" id="{588152CF-0FB7-4EE4-98C2-A2599089BFC9}"/>
                </a:ext>
              </a:extLst>
            </p:cNvPr>
            <p:cNvSpPr>
              <a:spLocks noChangeShapeType="1"/>
            </p:cNvSpPr>
            <p:nvPr/>
          </p:nvSpPr>
          <p:spPr bwMode="auto">
            <a:xfrm>
              <a:off x="3168" y="3023"/>
              <a:ext cx="1346" cy="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86" name="Freeform 70">
              <a:extLst>
                <a:ext uri="{FF2B5EF4-FFF2-40B4-BE49-F238E27FC236}">
                  <a16:creationId xmlns:a16="http://schemas.microsoft.com/office/drawing/2014/main" id="{2D63EBCA-321A-4450-B3A1-C0E2E72EEFC7}"/>
                </a:ext>
              </a:extLst>
            </p:cNvPr>
            <p:cNvSpPr>
              <a:spLocks noChangeArrowheads="1"/>
            </p:cNvSpPr>
            <p:nvPr/>
          </p:nvSpPr>
          <p:spPr bwMode="auto">
            <a:xfrm>
              <a:off x="4519" y="1107"/>
              <a:ext cx="2" cy="1917"/>
            </a:xfrm>
            <a:custGeom>
              <a:avLst/>
              <a:gdLst>
                <a:gd name="T0" fmla="*/ 2 w 2"/>
                <a:gd name="T1" fmla="*/ 1917 h 1917"/>
                <a:gd name="T2" fmla="*/ 0 w 2"/>
                <a:gd name="T3" fmla="*/ 0 h 1917"/>
              </a:gdLst>
              <a:ahLst/>
              <a:cxnLst>
                <a:cxn ang="0">
                  <a:pos x="T0" y="T1"/>
                </a:cxn>
                <a:cxn ang="0">
                  <a:pos x="T2" y="T3"/>
                </a:cxn>
              </a:cxnLst>
              <a:rect l="0" t="0" r="r" b="b"/>
              <a:pathLst>
                <a:path w="2" h="1917">
                  <a:moveTo>
                    <a:pt x="2" y="1917"/>
                  </a:moveTo>
                  <a:lnTo>
                    <a:pt x="0"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287" name="Group 71">
            <a:extLst>
              <a:ext uri="{FF2B5EF4-FFF2-40B4-BE49-F238E27FC236}">
                <a16:creationId xmlns:a16="http://schemas.microsoft.com/office/drawing/2014/main" id="{77C0B9EB-C762-4FCC-842A-846450628DC8}"/>
              </a:ext>
            </a:extLst>
          </p:cNvPr>
          <p:cNvGrpSpPr>
            <a:grpSpLocks/>
          </p:cNvGrpSpPr>
          <p:nvPr/>
        </p:nvGrpSpPr>
        <p:grpSpPr bwMode="auto">
          <a:xfrm>
            <a:off x="5029200" y="2933700"/>
            <a:ext cx="3587750" cy="3314700"/>
            <a:chOff x="3168" y="1848"/>
            <a:chExt cx="2260" cy="2088"/>
          </a:xfrm>
        </p:grpSpPr>
        <p:sp>
          <p:nvSpPr>
            <p:cNvPr id="9288" name="Freeform 72">
              <a:extLst>
                <a:ext uri="{FF2B5EF4-FFF2-40B4-BE49-F238E27FC236}">
                  <a16:creationId xmlns:a16="http://schemas.microsoft.com/office/drawing/2014/main" id="{CE207E8D-72D6-4E4B-ABB5-8C1C5E9AC52F}"/>
                </a:ext>
              </a:extLst>
            </p:cNvPr>
            <p:cNvSpPr>
              <a:spLocks noChangeArrowheads="1"/>
            </p:cNvSpPr>
            <p:nvPr/>
          </p:nvSpPr>
          <p:spPr bwMode="auto">
            <a:xfrm>
              <a:off x="4680" y="2034"/>
              <a:ext cx="2" cy="1158"/>
            </a:xfrm>
            <a:custGeom>
              <a:avLst/>
              <a:gdLst>
                <a:gd name="T0" fmla="*/ 2 w 2"/>
                <a:gd name="T1" fmla="*/ 0 h 1158"/>
                <a:gd name="T2" fmla="*/ 0 w 2"/>
                <a:gd name="T3" fmla="*/ 1158 h 1158"/>
              </a:gdLst>
              <a:ahLst/>
              <a:cxnLst>
                <a:cxn ang="0">
                  <a:pos x="T0" y="T1"/>
                </a:cxn>
                <a:cxn ang="0">
                  <a:pos x="T2" y="T3"/>
                </a:cxn>
              </a:cxnLst>
              <a:rect l="0" t="0" r="r" b="b"/>
              <a:pathLst>
                <a:path w="2" h="1158">
                  <a:moveTo>
                    <a:pt x="2" y="0"/>
                  </a:moveTo>
                  <a:lnTo>
                    <a:pt x="0" y="1158"/>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89" name="Line 73">
              <a:extLst>
                <a:ext uri="{FF2B5EF4-FFF2-40B4-BE49-F238E27FC236}">
                  <a16:creationId xmlns:a16="http://schemas.microsoft.com/office/drawing/2014/main" id="{A555BC0A-849C-44E8-83E3-46E4D596D89F}"/>
                </a:ext>
              </a:extLst>
            </p:cNvPr>
            <p:cNvSpPr>
              <a:spLocks noChangeShapeType="1"/>
            </p:cNvSpPr>
            <p:nvPr/>
          </p:nvSpPr>
          <p:spPr bwMode="auto">
            <a:xfrm>
              <a:off x="3692" y="3195"/>
              <a:ext cx="990" cy="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9290" name="Group 74">
              <a:extLst>
                <a:ext uri="{FF2B5EF4-FFF2-40B4-BE49-F238E27FC236}">
                  <a16:creationId xmlns:a16="http://schemas.microsoft.com/office/drawing/2014/main" id="{66FD1936-6A1A-45FF-9864-01FAF8506422}"/>
                </a:ext>
              </a:extLst>
            </p:cNvPr>
            <p:cNvGrpSpPr>
              <a:grpSpLocks/>
            </p:cNvGrpSpPr>
            <p:nvPr/>
          </p:nvGrpSpPr>
          <p:grpSpPr bwMode="auto">
            <a:xfrm>
              <a:off x="3168" y="1848"/>
              <a:ext cx="2260" cy="2088"/>
              <a:chOff x="3168" y="1848"/>
              <a:chExt cx="2260" cy="2088"/>
            </a:xfrm>
          </p:grpSpPr>
          <p:sp>
            <p:nvSpPr>
              <p:cNvPr id="9291" name="Freeform 75">
                <a:extLst>
                  <a:ext uri="{FF2B5EF4-FFF2-40B4-BE49-F238E27FC236}">
                    <a16:creationId xmlns:a16="http://schemas.microsoft.com/office/drawing/2014/main" id="{58FFD4AB-1B4E-4189-B6BA-076A04DA9943}"/>
                  </a:ext>
                </a:extLst>
              </p:cNvPr>
              <p:cNvSpPr>
                <a:spLocks noChangeArrowheads="1"/>
              </p:cNvSpPr>
              <p:nvPr/>
            </p:nvSpPr>
            <p:spPr bwMode="auto">
              <a:xfrm>
                <a:off x="3168" y="2454"/>
                <a:ext cx="773" cy="1"/>
              </a:xfrm>
              <a:custGeom>
                <a:avLst/>
                <a:gdLst>
                  <a:gd name="T0" fmla="*/ 0 w 818"/>
                  <a:gd name="T1" fmla="*/ 0 h 1"/>
                  <a:gd name="T2" fmla="*/ 818 w 818"/>
                  <a:gd name="T3" fmla="*/ 0 h 1"/>
                </a:gdLst>
                <a:ahLst/>
                <a:cxnLst>
                  <a:cxn ang="0">
                    <a:pos x="T0" y="T1"/>
                  </a:cxn>
                  <a:cxn ang="0">
                    <a:pos x="T2" y="T3"/>
                  </a:cxn>
                </a:cxnLst>
                <a:rect l="0" t="0" r="r" b="b"/>
                <a:pathLst>
                  <a:path w="818" h="1">
                    <a:moveTo>
                      <a:pt x="0" y="0"/>
                    </a:moveTo>
                    <a:lnTo>
                      <a:pt x="818"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92" name="Freeform 76">
                <a:extLst>
                  <a:ext uri="{FF2B5EF4-FFF2-40B4-BE49-F238E27FC236}">
                    <a16:creationId xmlns:a16="http://schemas.microsoft.com/office/drawing/2014/main" id="{9FB80FF1-3D38-4B44-B9DD-21AA8F50AB80}"/>
                  </a:ext>
                </a:extLst>
              </p:cNvPr>
              <p:cNvSpPr>
                <a:spLocks noChangeArrowheads="1"/>
              </p:cNvSpPr>
              <p:nvPr/>
            </p:nvSpPr>
            <p:spPr bwMode="auto">
              <a:xfrm>
                <a:off x="3941" y="1848"/>
                <a:ext cx="0" cy="610"/>
              </a:xfrm>
              <a:custGeom>
                <a:avLst/>
                <a:gdLst>
                  <a:gd name="T0" fmla="*/ 0 w 1"/>
                  <a:gd name="T1" fmla="*/ 0 h 646"/>
                  <a:gd name="T2" fmla="*/ 0 w 1"/>
                  <a:gd name="T3" fmla="*/ 646 h 646"/>
                </a:gdLst>
                <a:ahLst/>
                <a:cxnLst>
                  <a:cxn ang="0">
                    <a:pos x="T0" y="T1"/>
                  </a:cxn>
                  <a:cxn ang="0">
                    <a:pos x="T2" y="T3"/>
                  </a:cxn>
                </a:cxnLst>
                <a:rect l="0" t="0" r="r" b="b"/>
                <a:pathLst>
                  <a:path w="1" h="646">
                    <a:moveTo>
                      <a:pt x="0" y="0"/>
                    </a:moveTo>
                    <a:lnTo>
                      <a:pt x="0" y="646"/>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93" name="Freeform 77">
                <a:extLst>
                  <a:ext uri="{FF2B5EF4-FFF2-40B4-BE49-F238E27FC236}">
                    <a16:creationId xmlns:a16="http://schemas.microsoft.com/office/drawing/2014/main" id="{0FB87374-DE1A-48F6-92C8-1596D1B9A319}"/>
                  </a:ext>
                </a:extLst>
              </p:cNvPr>
              <p:cNvSpPr>
                <a:spLocks noChangeArrowheads="1"/>
              </p:cNvSpPr>
              <p:nvPr/>
            </p:nvSpPr>
            <p:spPr bwMode="auto">
              <a:xfrm>
                <a:off x="5427" y="1849"/>
                <a:ext cx="1" cy="2082"/>
              </a:xfrm>
              <a:custGeom>
                <a:avLst/>
                <a:gdLst>
                  <a:gd name="T0" fmla="*/ 1 w 1"/>
                  <a:gd name="T1" fmla="*/ 2082 h 2082"/>
                  <a:gd name="T2" fmla="*/ 0 w 1"/>
                  <a:gd name="T3" fmla="*/ 0 h 2082"/>
                </a:gdLst>
                <a:ahLst/>
                <a:cxnLst>
                  <a:cxn ang="0">
                    <a:pos x="T0" y="T1"/>
                  </a:cxn>
                  <a:cxn ang="0">
                    <a:pos x="T2" y="T3"/>
                  </a:cxn>
                </a:cxnLst>
                <a:rect l="0" t="0" r="r" b="b"/>
                <a:pathLst>
                  <a:path w="1" h="2082">
                    <a:moveTo>
                      <a:pt x="1" y="2082"/>
                    </a:moveTo>
                    <a:lnTo>
                      <a:pt x="0"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94" name="Line 78">
                <a:extLst>
                  <a:ext uri="{FF2B5EF4-FFF2-40B4-BE49-F238E27FC236}">
                    <a16:creationId xmlns:a16="http://schemas.microsoft.com/office/drawing/2014/main" id="{53174231-E450-4ECA-956E-36D319A5D348}"/>
                  </a:ext>
                </a:extLst>
              </p:cNvPr>
              <p:cNvSpPr>
                <a:spLocks noChangeShapeType="1"/>
              </p:cNvSpPr>
              <p:nvPr/>
            </p:nvSpPr>
            <p:spPr bwMode="auto">
              <a:xfrm flipH="1">
                <a:off x="3168" y="3933"/>
                <a:ext cx="2256" cy="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9295" name="Line 79">
            <a:extLst>
              <a:ext uri="{FF2B5EF4-FFF2-40B4-BE49-F238E27FC236}">
                <a16:creationId xmlns:a16="http://schemas.microsoft.com/office/drawing/2014/main" id="{C5ACEFF1-2EA5-4B1B-9BE4-207624D6CD9C}"/>
              </a:ext>
            </a:extLst>
          </p:cNvPr>
          <p:cNvSpPr>
            <a:spLocks noChangeShapeType="1"/>
          </p:cNvSpPr>
          <p:nvPr/>
        </p:nvSpPr>
        <p:spPr bwMode="auto">
          <a:xfrm flipH="1" flipV="1">
            <a:off x="6013450" y="3651250"/>
            <a:ext cx="2717800" cy="2713038"/>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296" name="Group 80">
            <a:extLst>
              <a:ext uri="{FF2B5EF4-FFF2-40B4-BE49-F238E27FC236}">
                <a16:creationId xmlns:a16="http://schemas.microsoft.com/office/drawing/2014/main" id="{C0E433E9-19C1-4868-A72A-BD76A49FC69F}"/>
              </a:ext>
            </a:extLst>
          </p:cNvPr>
          <p:cNvGrpSpPr>
            <a:grpSpLocks/>
          </p:cNvGrpSpPr>
          <p:nvPr/>
        </p:nvGrpSpPr>
        <p:grpSpPr bwMode="auto">
          <a:xfrm>
            <a:off x="6356350" y="1219200"/>
            <a:ext cx="2152650" cy="2016125"/>
            <a:chOff x="4004" y="768"/>
            <a:chExt cx="1356" cy="1270"/>
          </a:xfrm>
        </p:grpSpPr>
        <p:sp>
          <p:nvSpPr>
            <p:cNvPr id="9297" name="Freeform 81">
              <a:extLst>
                <a:ext uri="{FF2B5EF4-FFF2-40B4-BE49-F238E27FC236}">
                  <a16:creationId xmlns:a16="http://schemas.microsoft.com/office/drawing/2014/main" id="{5976A62E-58B1-43EF-83B3-3CB3E5B81BB9}"/>
                </a:ext>
              </a:extLst>
            </p:cNvPr>
            <p:cNvSpPr>
              <a:spLocks noChangeArrowheads="1"/>
            </p:cNvSpPr>
            <p:nvPr/>
          </p:nvSpPr>
          <p:spPr bwMode="auto">
            <a:xfrm>
              <a:off x="4682" y="1488"/>
              <a:ext cx="1" cy="546"/>
            </a:xfrm>
            <a:custGeom>
              <a:avLst/>
              <a:gdLst>
                <a:gd name="T0" fmla="*/ 0 w 2"/>
                <a:gd name="T1" fmla="*/ 578 h 578"/>
                <a:gd name="T2" fmla="*/ 2 w 2"/>
                <a:gd name="T3" fmla="*/ 0 h 578"/>
              </a:gdLst>
              <a:ahLst/>
              <a:cxnLst>
                <a:cxn ang="0">
                  <a:pos x="T0" y="T1"/>
                </a:cxn>
                <a:cxn ang="0">
                  <a:pos x="T2" y="T3"/>
                </a:cxn>
              </a:cxnLst>
              <a:rect l="0" t="0" r="r" b="b"/>
              <a:pathLst>
                <a:path w="2" h="578">
                  <a:moveTo>
                    <a:pt x="0" y="578"/>
                  </a:moveTo>
                  <a:lnTo>
                    <a:pt x="2" y="0"/>
                  </a:lnTo>
                </a:path>
              </a:pathLst>
            </a:custGeom>
            <a:solidFill>
              <a:srgbClr val="FFFFFF"/>
            </a:solidFill>
            <a:ln w="50800">
              <a:solidFill>
                <a:schemeClr val="tx2"/>
              </a:solidFill>
              <a:prstDash val="solid"/>
              <a:round/>
              <a:headEnd/>
              <a:tailEnd/>
            </a:ln>
          </p:spPr>
          <p:txBody>
            <a:bodyPr/>
            <a:lstStyle/>
            <a:p>
              <a:endParaRPr lang="en-US"/>
            </a:p>
          </p:txBody>
        </p:sp>
        <p:grpSp>
          <p:nvGrpSpPr>
            <p:cNvPr id="9298" name="Group 82">
              <a:extLst>
                <a:ext uri="{FF2B5EF4-FFF2-40B4-BE49-F238E27FC236}">
                  <a16:creationId xmlns:a16="http://schemas.microsoft.com/office/drawing/2014/main" id="{007E0E1E-EA8E-4D72-A6E3-AF6D9D28FAB1}"/>
                </a:ext>
              </a:extLst>
            </p:cNvPr>
            <p:cNvGrpSpPr>
              <a:grpSpLocks/>
            </p:cNvGrpSpPr>
            <p:nvPr/>
          </p:nvGrpSpPr>
          <p:grpSpPr bwMode="auto">
            <a:xfrm>
              <a:off x="4004" y="768"/>
              <a:ext cx="1356" cy="1270"/>
              <a:chOff x="4004" y="768"/>
              <a:chExt cx="1356" cy="1270"/>
            </a:xfrm>
          </p:grpSpPr>
          <p:sp>
            <p:nvSpPr>
              <p:cNvPr id="9299" name="Line 83">
                <a:extLst>
                  <a:ext uri="{FF2B5EF4-FFF2-40B4-BE49-F238E27FC236}">
                    <a16:creationId xmlns:a16="http://schemas.microsoft.com/office/drawing/2014/main" id="{FC74A62C-24DD-467A-AE84-3D61D1E50B55}"/>
                  </a:ext>
                </a:extLst>
              </p:cNvPr>
              <p:cNvSpPr>
                <a:spLocks noChangeShapeType="1"/>
              </p:cNvSpPr>
              <p:nvPr/>
            </p:nvSpPr>
            <p:spPr bwMode="auto">
              <a:xfrm>
                <a:off x="4004" y="2034"/>
                <a:ext cx="1356" cy="4"/>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0" name="Line 84">
                <a:extLst>
                  <a:ext uri="{FF2B5EF4-FFF2-40B4-BE49-F238E27FC236}">
                    <a16:creationId xmlns:a16="http://schemas.microsoft.com/office/drawing/2014/main" id="{8B6367EF-DDA2-4162-917E-DF925235DF46}"/>
                  </a:ext>
                </a:extLst>
              </p:cNvPr>
              <p:cNvSpPr>
                <a:spLocks noChangeShapeType="1"/>
              </p:cNvSpPr>
              <p:nvPr/>
            </p:nvSpPr>
            <p:spPr bwMode="auto">
              <a:xfrm flipV="1">
                <a:off x="4004" y="1848"/>
                <a:ext cx="72" cy="18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1" name="Line 85">
                <a:extLst>
                  <a:ext uri="{FF2B5EF4-FFF2-40B4-BE49-F238E27FC236}">
                    <a16:creationId xmlns:a16="http://schemas.microsoft.com/office/drawing/2014/main" id="{28BAD199-C30A-4723-947F-2346E0416EBB}"/>
                  </a:ext>
                </a:extLst>
              </p:cNvPr>
              <p:cNvSpPr>
                <a:spLocks noChangeShapeType="1"/>
              </p:cNvSpPr>
              <p:nvPr/>
            </p:nvSpPr>
            <p:spPr bwMode="auto">
              <a:xfrm flipH="1" flipV="1">
                <a:off x="5292" y="1848"/>
                <a:ext cx="68" cy="18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2" name="Line 86">
                <a:extLst>
                  <a:ext uri="{FF2B5EF4-FFF2-40B4-BE49-F238E27FC236}">
                    <a16:creationId xmlns:a16="http://schemas.microsoft.com/office/drawing/2014/main" id="{B10E528B-28E8-4B1D-906B-315889ECA695}"/>
                  </a:ext>
                </a:extLst>
              </p:cNvPr>
              <p:cNvSpPr>
                <a:spLocks noChangeShapeType="1"/>
              </p:cNvSpPr>
              <p:nvPr/>
            </p:nvSpPr>
            <p:spPr bwMode="auto">
              <a:xfrm flipH="1">
                <a:off x="4362" y="768"/>
                <a:ext cx="126" cy="339"/>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3" name="Line 87">
                <a:extLst>
                  <a:ext uri="{FF2B5EF4-FFF2-40B4-BE49-F238E27FC236}">
                    <a16:creationId xmlns:a16="http://schemas.microsoft.com/office/drawing/2014/main" id="{A9520514-0C42-42EF-9129-22173A578404}"/>
                  </a:ext>
                </a:extLst>
              </p:cNvPr>
              <p:cNvSpPr>
                <a:spLocks noChangeShapeType="1"/>
              </p:cNvSpPr>
              <p:nvPr/>
            </p:nvSpPr>
            <p:spPr bwMode="auto">
              <a:xfrm>
                <a:off x="4876" y="768"/>
                <a:ext cx="131" cy="339"/>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4" name="Line 88">
                <a:extLst>
                  <a:ext uri="{FF2B5EF4-FFF2-40B4-BE49-F238E27FC236}">
                    <a16:creationId xmlns:a16="http://schemas.microsoft.com/office/drawing/2014/main" id="{F4FE4F65-84F4-48DE-9532-133B8FE8767C}"/>
                  </a:ext>
                </a:extLst>
              </p:cNvPr>
              <p:cNvSpPr>
                <a:spLocks noChangeShapeType="1"/>
              </p:cNvSpPr>
              <p:nvPr/>
            </p:nvSpPr>
            <p:spPr bwMode="auto">
              <a:xfrm flipH="1" flipV="1">
                <a:off x="5111" y="1383"/>
                <a:ext cx="181" cy="465"/>
              </a:xfrm>
              <a:prstGeom prst="line">
                <a:avLst/>
              </a:prstGeom>
              <a:noFill/>
              <a:ln w="38100">
                <a:solidFill>
                  <a:schemeClr val="tx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05" name="Line 89">
                <a:extLst>
                  <a:ext uri="{FF2B5EF4-FFF2-40B4-BE49-F238E27FC236}">
                    <a16:creationId xmlns:a16="http://schemas.microsoft.com/office/drawing/2014/main" id="{5AE49FA0-A238-4631-A9EF-9444BD4D1155}"/>
                  </a:ext>
                </a:extLst>
              </p:cNvPr>
              <p:cNvSpPr>
                <a:spLocks noChangeShapeType="1"/>
              </p:cNvSpPr>
              <p:nvPr/>
            </p:nvSpPr>
            <p:spPr bwMode="auto">
              <a:xfrm flipV="1">
                <a:off x="4076" y="1383"/>
                <a:ext cx="177" cy="465"/>
              </a:xfrm>
              <a:prstGeom prst="line">
                <a:avLst/>
              </a:prstGeom>
              <a:noFill/>
              <a:ln w="38100">
                <a:solidFill>
                  <a:schemeClr val="tx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06" name="Line 90">
                <a:extLst>
                  <a:ext uri="{FF2B5EF4-FFF2-40B4-BE49-F238E27FC236}">
                    <a16:creationId xmlns:a16="http://schemas.microsoft.com/office/drawing/2014/main" id="{1210203E-A9F4-473A-8BB7-7E1A4FCD905C}"/>
                  </a:ext>
                </a:extLst>
              </p:cNvPr>
              <p:cNvSpPr>
                <a:spLocks noChangeShapeType="1"/>
              </p:cNvSpPr>
              <p:nvPr/>
            </p:nvSpPr>
            <p:spPr bwMode="auto">
              <a:xfrm>
                <a:off x="4682" y="768"/>
                <a:ext cx="4" cy="339"/>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7" name="Freeform 91">
                <a:extLst>
                  <a:ext uri="{FF2B5EF4-FFF2-40B4-BE49-F238E27FC236}">
                    <a16:creationId xmlns:a16="http://schemas.microsoft.com/office/drawing/2014/main" id="{8724881C-184C-47E1-A103-53F589DA4615}"/>
                  </a:ext>
                </a:extLst>
              </p:cNvPr>
              <p:cNvSpPr>
                <a:spLocks noChangeArrowheads="1"/>
              </p:cNvSpPr>
              <p:nvPr/>
            </p:nvSpPr>
            <p:spPr bwMode="auto">
              <a:xfrm>
                <a:off x="4487" y="771"/>
                <a:ext cx="389" cy="2"/>
              </a:xfrm>
              <a:custGeom>
                <a:avLst/>
                <a:gdLst>
                  <a:gd name="T0" fmla="*/ 0 w 412"/>
                  <a:gd name="T1" fmla="*/ 0 h 2"/>
                  <a:gd name="T2" fmla="*/ 412 w 412"/>
                  <a:gd name="T3" fmla="*/ 2 h 2"/>
                </a:gdLst>
                <a:ahLst/>
                <a:cxnLst>
                  <a:cxn ang="0">
                    <a:pos x="T0" y="T1"/>
                  </a:cxn>
                  <a:cxn ang="0">
                    <a:pos x="T2" y="T3"/>
                  </a:cxn>
                </a:cxnLst>
                <a:rect l="0" t="0" r="r" b="b"/>
                <a:pathLst>
                  <a:path w="412" h="2">
                    <a:moveTo>
                      <a:pt x="0" y="0"/>
                    </a:moveTo>
                    <a:lnTo>
                      <a:pt x="412" y="2"/>
                    </a:lnTo>
                  </a:path>
                </a:pathLst>
              </a:custGeom>
              <a:solidFill>
                <a:srgbClr val="FFFFFF"/>
              </a:solidFill>
              <a:ln w="50800" cap="flat" cmpd="sng">
                <a:solidFill>
                  <a:schemeClr val="tx1"/>
                </a:solidFill>
                <a:prstDash val="solid"/>
                <a:round/>
                <a:headEnd/>
                <a:tailEnd/>
              </a:ln>
            </p:spPr>
            <p:txBody>
              <a:bodyPr/>
              <a:lstStyle/>
              <a:p>
                <a:endParaRPr lang="en-US"/>
              </a:p>
            </p:txBody>
          </p:sp>
        </p:grpSp>
      </p:grpSp>
      <p:grpSp>
        <p:nvGrpSpPr>
          <p:cNvPr id="9308" name="Group 92">
            <a:extLst>
              <a:ext uri="{FF2B5EF4-FFF2-40B4-BE49-F238E27FC236}">
                <a16:creationId xmlns:a16="http://schemas.microsoft.com/office/drawing/2014/main" id="{DC1ADA73-8BFC-4F12-8742-CD92DF3EE3F6}"/>
              </a:ext>
            </a:extLst>
          </p:cNvPr>
          <p:cNvGrpSpPr>
            <a:grpSpLocks/>
          </p:cNvGrpSpPr>
          <p:nvPr/>
        </p:nvGrpSpPr>
        <p:grpSpPr bwMode="auto">
          <a:xfrm>
            <a:off x="6751638" y="1757363"/>
            <a:ext cx="1362075" cy="1176337"/>
            <a:chOff x="4253" y="1107"/>
            <a:chExt cx="858" cy="741"/>
          </a:xfrm>
        </p:grpSpPr>
        <p:sp>
          <p:nvSpPr>
            <p:cNvPr id="9309" name="Line 93">
              <a:extLst>
                <a:ext uri="{FF2B5EF4-FFF2-40B4-BE49-F238E27FC236}">
                  <a16:creationId xmlns:a16="http://schemas.microsoft.com/office/drawing/2014/main" id="{B4D97614-157B-45B0-97CD-0ECF63D85EB0}"/>
                </a:ext>
              </a:extLst>
            </p:cNvPr>
            <p:cNvSpPr>
              <a:spLocks noChangeShapeType="1"/>
            </p:cNvSpPr>
            <p:nvPr/>
          </p:nvSpPr>
          <p:spPr bwMode="auto">
            <a:xfrm flipV="1">
              <a:off x="4339" y="1483"/>
              <a:ext cx="343" cy="365"/>
            </a:xfrm>
            <a:prstGeom prst="line">
              <a:avLst/>
            </a:prstGeom>
            <a:noFill/>
            <a:ln w="508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0" name="Line 94">
              <a:extLst>
                <a:ext uri="{FF2B5EF4-FFF2-40B4-BE49-F238E27FC236}">
                  <a16:creationId xmlns:a16="http://schemas.microsoft.com/office/drawing/2014/main" id="{ADE060D9-AD93-4860-BA1E-1E192E90084D}"/>
                </a:ext>
              </a:extLst>
            </p:cNvPr>
            <p:cNvSpPr>
              <a:spLocks noChangeShapeType="1"/>
            </p:cNvSpPr>
            <p:nvPr/>
          </p:nvSpPr>
          <p:spPr bwMode="auto">
            <a:xfrm>
              <a:off x="4682" y="1483"/>
              <a:ext cx="348" cy="365"/>
            </a:xfrm>
            <a:prstGeom prst="line">
              <a:avLst/>
            </a:prstGeom>
            <a:noFill/>
            <a:ln w="508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1" name="Line 95">
              <a:extLst>
                <a:ext uri="{FF2B5EF4-FFF2-40B4-BE49-F238E27FC236}">
                  <a16:creationId xmlns:a16="http://schemas.microsoft.com/office/drawing/2014/main" id="{2EDD7DDF-DB83-478E-A22F-DC5BC57C6AD8}"/>
                </a:ext>
              </a:extLst>
            </p:cNvPr>
            <p:cNvSpPr>
              <a:spLocks noChangeShapeType="1"/>
            </p:cNvSpPr>
            <p:nvPr/>
          </p:nvSpPr>
          <p:spPr bwMode="auto">
            <a:xfrm flipV="1">
              <a:off x="5030" y="1383"/>
              <a:ext cx="81" cy="465"/>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12" name="Line 96">
              <a:extLst>
                <a:ext uri="{FF2B5EF4-FFF2-40B4-BE49-F238E27FC236}">
                  <a16:creationId xmlns:a16="http://schemas.microsoft.com/office/drawing/2014/main" id="{3AE66AF7-53E3-4E3D-8B85-CC43A37D514A}"/>
                </a:ext>
              </a:extLst>
            </p:cNvPr>
            <p:cNvSpPr>
              <a:spLocks noChangeShapeType="1"/>
            </p:cNvSpPr>
            <p:nvPr/>
          </p:nvSpPr>
          <p:spPr bwMode="auto">
            <a:xfrm flipH="1" flipV="1">
              <a:off x="4850" y="1107"/>
              <a:ext cx="261" cy="276"/>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13" name="Line 97">
              <a:extLst>
                <a:ext uri="{FF2B5EF4-FFF2-40B4-BE49-F238E27FC236}">
                  <a16:creationId xmlns:a16="http://schemas.microsoft.com/office/drawing/2014/main" id="{EB661021-A52D-444B-A790-B512DF923E01}"/>
                </a:ext>
              </a:extLst>
            </p:cNvPr>
            <p:cNvSpPr>
              <a:spLocks noChangeShapeType="1"/>
            </p:cNvSpPr>
            <p:nvPr/>
          </p:nvSpPr>
          <p:spPr bwMode="auto">
            <a:xfrm flipH="1" flipV="1">
              <a:off x="4253" y="1383"/>
              <a:ext cx="86" cy="465"/>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14" name="Line 98">
              <a:extLst>
                <a:ext uri="{FF2B5EF4-FFF2-40B4-BE49-F238E27FC236}">
                  <a16:creationId xmlns:a16="http://schemas.microsoft.com/office/drawing/2014/main" id="{3B30EFEB-2014-4CB0-8476-6C70A857A9F2}"/>
                </a:ext>
              </a:extLst>
            </p:cNvPr>
            <p:cNvSpPr>
              <a:spLocks noChangeShapeType="1"/>
            </p:cNvSpPr>
            <p:nvPr/>
          </p:nvSpPr>
          <p:spPr bwMode="auto">
            <a:xfrm flipH="1">
              <a:off x="4253" y="1107"/>
              <a:ext cx="261" cy="276"/>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15" name="Group 99">
            <a:extLst>
              <a:ext uri="{FF2B5EF4-FFF2-40B4-BE49-F238E27FC236}">
                <a16:creationId xmlns:a16="http://schemas.microsoft.com/office/drawing/2014/main" id="{7F9A6449-83E0-42AE-92B4-D437EB1AD430}"/>
              </a:ext>
            </a:extLst>
          </p:cNvPr>
          <p:cNvGrpSpPr>
            <a:grpSpLocks/>
          </p:cNvGrpSpPr>
          <p:nvPr/>
        </p:nvGrpSpPr>
        <p:grpSpPr bwMode="auto">
          <a:xfrm>
            <a:off x="6256338" y="1219200"/>
            <a:ext cx="2359025" cy="2016125"/>
            <a:chOff x="3941" y="768"/>
            <a:chExt cx="1486" cy="1270"/>
          </a:xfrm>
        </p:grpSpPr>
        <p:sp>
          <p:nvSpPr>
            <p:cNvPr id="9316" name="Freeform 100">
              <a:extLst>
                <a:ext uri="{FF2B5EF4-FFF2-40B4-BE49-F238E27FC236}">
                  <a16:creationId xmlns:a16="http://schemas.microsoft.com/office/drawing/2014/main" id="{95A55CD3-DF08-4405-9C2F-5FB4D96A7452}"/>
                </a:ext>
              </a:extLst>
            </p:cNvPr>
            <p:cNvSpPr>
              <a:spLocks noChangeArrowheads="1"/>
            </p:cNvSpPr>
            <p:nvPr/>
          </p:nvSpPr>
          <p:spPr bwMode="auto">
            <a:xfrm>
              <a:off x="3941" y="1107"/>
              <a:ext cx="0" cy="744"/>
            </a:xfrm>
            <a:custGeom>
              <a:avLst/>
              <a:gdLst>
                <a:gd name="T0" fmla="*/ 0 w 1"/>
                <a:gd name="T1" fmla="*/ 0 h 788"/>
                <a:gd name="T2" fmla="*/ 0 w 1"/>
                <a:gd name="T3" fmla="*/ 788 h 788"/>
              </a:gdLst>
              <a:ahLst/>
              <a:cxnLst>
                <a:cxn ang="0">
                  <a:pos x="T0" y="T1"/>
                </a:cxn>
                <a:cxn ang="0">
                  <a:pos x="T2" y="T3"/>
                </a:cxn>
              </a:cxnLst>
              <a:rect l="0" t="0" r="r" b="b"/>
              <a:pathLst>
                <a:path w="1" h="788">
                  <a:moveTo>
                    <a:pt x="0" y="0"/>
                  </a:moveTo>
                  <a:lnTo>
                    <a:pt x="0" y="788"/>
                  </a:lnTo>
                </a:path>
              </a:pathLst>
            </a:custGeom>
            <a:solidFill>
              <a:srgbClr val="FFFFFF"/>
            </a:solidFill>
            <a:ln w="50800">
              <a:solidFill>
                <a:schemeClr val="accent2"/>
              </a:solidFill>
              <a:prstDash val="solid"/>
              <a:round/>
              <a:headEnd/>
              <a:tailEnd/>
            </a:ln>
          </p:spPr>
          <p:txBody>
            <a:bodyPr/>
            <a:lstStyle/>
            <a:p>
              <a:endParaRPr lang="en-US"/>
            </a:p>
          </p:txBody>
        </p:sp>
        <p:sp>
          <p:nvSpPr>
            <p:cNvPr id="9317" name="Freeform 101">
              <a:extLst>
                <a:ext uri="{FF2B5EF4-FFF2-40B4-BE49-F238E27FC236}">
                  <a16:creationId xmlns:a16="http://schemas.microsoft.com/office/drawing/2014/main" id="{4C114CCC-A1B6-4BB0-A303-B638F5ADE728}"/>
                </a:ext>
              </a:extLst>
            </p:cNvPr>
            <p:cNvSpPr>
              <a:spLocks noChangeArrowheads="1"/>
            </p:cNvSpPr>
            <p:nvPr/>
          </p:nvSpPr>
          <p:spPr bwMode="auto">
            <a:xfrm>
              <a:off x="5426" y="1108"/>
              <a:ext cx="1" cy="738"/>
            </a:xfrm>
            <a:custGeom>
              <a:avLst/>
              <a:gdLst>
                <a:gd name="T0" fmla="*/ 0 w 1"/>
                <a:gd name="T1" fmla="*/ 782 h 782"/>
                <a:gd name="T2" fmla="*/ 1 w 1"/>
                <a:gd name="T3" fmla="*/ 0 h 782"/>
              </a:gdLst>
              <a:ahLst/>
              <a:cxnLst>
                <a:cxn ang="0">
                  <a:pos x="T0" y="T1"/>
                </a:cxn>
                <a:cxn ang="0">
                  <a:pos x="T2" y="T3"/>
                </a:cxn>
              </a:cxnLst>
              <a:rect l="0" t="0" r="r" b="b"/>
              <a:pathLst>
                <a:path w="1" h="782">
                  <a:moveTo>
                    <a:pt x="0" y="782"/>
                  </a:moveTo>
                  <a:lnTo>
                    <a:pt x="1" y="0"/>
                  </a:lnTo>
                </a:path>
              </a:pathLst>
            </a:custGeom>
            <a:solidFill>
              <a:srgbClr val="FFFFFF"/>
            </a:solidFill>
            <a:ln w="50800">
              <a:solidFill>
                <a:schemeClr val="accent2"/>
              </a:solidFill>
              <a:prstDash val="solid"/>
              <a:round/>
              <a:headEnd/>
              <a:tailEnd/>
            </a:ln>
          </p:spPr>
          <p:txBody>
            <a:bodyPr/>
            <a:lstStyle/>
            <a:p>
              <a:endParaRPr lang="en-US"/>
            </a:p>
          </p:txBody>
        </p:sp>
        <p:sp>
          <p:nvSpPr>
            <p:cNvPr id="9318" name="Freeform 102">
              <a:extLst>
                <a:ext uri="{FF2B5EF4-FFF2-40B4-BE49-F238E27FC236}">
                  <a16:creationId xmlns:a16="http://schemas.microsoft.com/office/drawing/2014/main" id="{0C232561-C56B-4CE3-959E-3220E90B3213}"/>
                </a:ext>
              </a:extLst>
            </p:cNvPr>
            <p:cNvSpPr>
              <a:spLocks noChangeArrowheads="1"/>
            </p:cNvSpPr>
            <p:nvPr/>
          </p:nvSpPr>
          <p:spPr bwMode="auto">
            <a:xfrm>
              <a:off x="3941" y="1106"/>
              <a:ext cx="1484" cy="1"/>
            </a:xfrm>
            <a:custGeom>
              <a:avLst/>
              <a:gdLst>
                <a:gd name="T0" fmla="*/ 0 w 1573"/>
                <a:gd name="T1" fmla="*/ 1 h 1"/>
                <a:gd name="T2" fmla="*/ 1573 w 1573"/>
                <a:gd name="T3" fmla="*/ 0 h 1"/>
              </a:gdLst>
              <a:ahLst/>
              <a:cxnLst>
                <a:cxn ang="0">
                  <a:pos x="T0" y="T1"/>
                </a:cxn>
                <a:cxn ang="0">
                  <a:pos x="T2" y="T3"/>
                </a:cxn>
              </a:cxnLst>
              <a:rect l="0" t="0" r="r" b="b"/>
              <a:pathLst>
                <a:path w="1573" h="1">
                  <a:moveTo>
                    <a:pt x="0" y="1"/>
                  </a:moveTo>
                  <a:lnTo>
                    <a:pt x="1573" y="0"/>
                  </a:lnTo>
                </a:path>
              </a:pathLst>
            </a:custGeom>
            <a:solidFill>
              <a:srgbClr val="FFFFFF"/>
            </a:solidFill>
            <a:ln w="50800">
              <a:solidFill>
                <a:schemeClr val="accent2"/>
              </a:solidFill>
              <a:prstDash val="solid"/>
              <a:round/>
              <a:headEnd/>
              <a:tailEnd/>
            </a:ln>
          </p:spPr>
          <p:txBody>
            <a:bodyPr/>
            <a:lstStyle/>
            <a:p>
              <a:endParaRPr lang="en-US"/>
            </a:p>
          </p:txBody>
        </p:sp>
        <p:sp>
          <p:nvSpPr>
            <p:cNvPr id="9319" name="Line 103">
              <a:extLst>
                <a:ext uri="{FF2B5EF4-FFF2-40B4-BE49-F238E27FC236}">
                  <a16:creationId xmlns:a16="http://schemas.microsoft.com/office/drawing/2014/main" id="{94BEF188-A335-4B69-97CF-4D81A43B5786}"/>
                </a:ext>
              </a:extLst>
            </p:cNvPr>
            <p:cNvSpPr>
              <a:spLocks noChangeShapeType="1"/>
            </p:cNvSpPr>
            <p:nvPr/>
          </p:nvSpPr>
          <p:spPr bwMode="auto">
            <a:xfrm>
              <a:off x="3941" y="1848"/>
              <a:ext cx="398" cy="5"/>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 name="Line 104">
              <a:extLst>
                <a:ext uri="{FF2B5EF4-FFF2-40B4-BE49-F238E27FC236}">
                  <a16:creationId xmlns:a16="http://schemas.microsoft.com/office/drawing/2014/main" id="{C5CC7435-5291-4427-9348-2C6774DBDF63}"/>
                </a:ext>
              </a:extLst>
            </p:cNvPr>
            <p:cNvSpPr>
              <a:spLocks noChangeShapeType="1"/>
            </p:cNvSpPr>
            <p:nvPr/>
          </p:nvSpPr>
          <p:spPr bwMode="auto">
            <a:xfrm>
              <a:off x="5030" y="1848"/>
              <a:ext cx="394" cy="5"/>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321" name="Group 105">
              <a:extLst>
                <a:ext uri="{FF2B5EF4-FFF2-40B4-BE49-F238E27FC236}">
                  <a16:creationId xmlns:a16="http://schemas.microsoft.com/office/drawing/2014/main" id="{2C669185-EEAF-4EE1-B79D-A61378A34C98}"/>
                </a:ext>
              </a:extLst>
            </p:cNvPr>
            <p:cNvGrpSpPr>
              <a:grpSpLocks/>
            </p:cNvGrpSpPr>
            <p:nvPr/>
          </p:nvGrpSpPr>
          <p:grpSpPr bwMode="auto">
            <a:xfrm>
              <a:off x="4004" y="768"/>
              <a:ext cx="1356" cy="1270"/>
              <a:chOff x="2299" y="720"/>
              <a:chExt cx="1437" cy="1345"/>
            </a:xfrm>
          </p:grpSpPr>
          <p:sp>
            <p:nvSpPr>
              <p:cNvPr id="9322" name="Line 106">
                <a:extLst>
                  <a:ext uri="{FF2B5EF4-FFF2-40B4-BE49-F238E27FC236}">
                    <a16:creationId xmlns:a16="http://schemas.microsoft.com/office/drawing/2014/main" id="{7E5AFBED-FD77-4841-86FE-2E771E3678A8}"/>
                  </a:ext>
                </a:extLst>
              </p:cNvPr>
              <p:cNvSpPr>
                <a:spLocks noChangeShapeType="1"/>
              </p:cNvSpPr>
              <p:nvPr/>
            </p:nvSpPr>
            <p:spPr bwMode="auto">
              <a:xfrm>
                <a:off x="2299" y="2061"/>
                <a:ext cx="1437" cy="4"/>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9323" name="Line 107">
                <a:extLst>
                  <a:ext uri="{FF2B5EF4-FFF2-40B4-BE49-F238E27FC236}">
                    <a16:creationId xmlns:a16="http://schemas.microsoft.com/office/drawing/2014/main" id="{DE97C38E-9931-4BD0-975D-1BCD833C1791}"/>
                  </a:ext>
                </a:extLst>
              </p:cNvPr>
              <p:cNvSpPr>
                <a:spLocks noChangeShapeType="1"/>
              </p:cNvSpPr>
              <p:nvPr/>
            </p:nvSpPr>
            <p:spPr bwMode="auto">
              <a:xfrm flipH="1" flipV="1">
                <a:off x="3223" y="720"/>
                <a:ext cx="513" cy="1341"/>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9324" name="Line 108">
                <a:extLst>
                  <a:ext uri="{FF2B5EF4-FFF2-40B4-BE49-F238E27FC236}">
                    <a16:creationId xmlns:a16="http://schemas.microsoft.com/office/drawing/2014/main" id="{83619A0E-758E-42BD-8076-0AC60D2F5E61}"/>
                  </a:ext>
                </a:extLst>
              </p:cNvPr>
              <p:cNvSpPr>
                <a:spLocks noChangeShapeType="1"/>
              </p:cNvSpPr>
              <p:nvPr/>
            </p:nvSpPr>
            <p:spPr bwMode="auto">
              <a:xfrm flipH="1">
                <a:off x="2812" y="720"/>
                <a:ext cx="411" cy="5"/>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9325" name="Line 109">
                <a:extLst>
                  <a:ext uri="{FF2B5EF4-FFF2-40B4-BE49-F238E27FC236}">
                    <a16:creationId xmlns:a16="http://schemas.microsoft.com/office/drawing/2014/main" id="{435BF86A-99A3-49EC-B488-1F792DDC6035}"/>
                  </a:ext>
                </a:extLst>
              </p:cNvPr>
              <p:cNvSpPr>
                <a:spLocks noChangeShapeType="1"/>
              </p:cNvSpPr>
              <p:nvPr/>
            </p:nvSpPr>
            <p:spPr bwMode="auto">
              <a:xfrm flipH="1">
                <a:off x="2299" y="720"/>
                <a:ext cx="513" cy="1341"/>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9326" name="Line 110">
                <a:extLst>
                  <a:ext uri="{FF2B5EF4-FFF2-40B4-BE49-F238E27FC236}">
                    <a16:creationId xmlns:a16="http://schemas.microsoft.com/office/drawing/2014/main" id="{8B3B01E4-B343-4803-A017-EC502A2B60EB}"/>
                  </a:ext>
                </a:extLst>
              </p:cNvPr>
              <p:cNvSpPr>
                <a:spLocks noChangeShapeType="1"/>
              </p:cNvSpPr>
              <p:nvPr/>
            </p:nvSpPr>
            <p:spPr bwMode="auto">
              <a:xfrm flipV="1">
                <a:off x="3017" y="720"/>
                <a:ext cx="5" cy="1341"/>
              </a:xfrm>
              <a:prstGeom prst="line">
                <a:avLst/>
              </a:prstGeom>
              <a:noFill/>
              <a:ln w="28575">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27" name="Group 111">
            <a:extLst>
              <a:ext uri="{FF2B5EF4-FFF2-40B4-BE49-F238E27FC236}">
                <a16:creationId xmlns:a16="http://schemas.microsoft.com/office/drawing/2014/main" id="{2FEC616B-7BFF-4649-8D8C-05B492645974}"/>
              </a:ext>
            </a:extLst>
          </p:cNvPr>
          <p:cNvGrpSpPr>
            <a:grpSpLocks/>
          </p:cNvGrpSpPr>
          <p:nvPr/>
        </p:nvGrpSpPr>
        <p:grpSpPr bwMode="auto">
          <a:xfrm>
            <a:off x="7131050" y="1720850"/>
            <a:ext cx="609600" cy="73025"/>
            <a:chOff x="4492" y="1084"/>
            <a:chExt cx="384" cy="46"/>
          </a:xfrm>
        </p:grpSpPr>
        <p:sp>
          <p:nvSpPr>
            <p:cNvPr id="9328" name="Oval 112">
              <a:extLst>
                <a:ext uri="{FF2B5EF4-FFF2-40B4-BE49-F238E27FC236}">
                  <a16:creationId xmlns:a16="http://schemas.microsoft.com/office/drawing/2014/main" id="{E3552F10-3E10-427D-883F-046D8451F214}"/>
                </a:ext>
              </a:extLst>
            </p:cNvPr>
            <p:cNvSpPr>
              <a:spLocks noChangeArrowheads="1"/>
            </p:cNvSpPr>
            <p:nvPr/>
          </p:nvSpPr>
          <p:spPr bwMode="auto">
            <a:xfrm>
              <a:off x="4492" y="1084"/>
              <a:ext cx="45"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29" name="Oval 113">
              <a:extLst>
                <a:ext uri="{FF2B5EF4-FFF2-40B4-BE49-F238E27FC236}">
                  <a16:creationId xmlns:a16="http://schemas.microsoft.com/office/drawing/2014/main" id="{2820CDFD-5E3E-4B3B-974E-EF42104D9913}"/>
                </a:ext>
              </a:extLst>
            </p:cNvPr>
            <p:cNvSpPr>
              <a:spLocks noChangeArrowheads="1"/>
            </p:cNvSpPr>
            <p:nvPr/>
          </p:nvSpPr>
          <p:spPr bwMode="auto">
            <a:xfrm>
              <a:off x="4827" y="1084"/>
              <a:ext cx="49"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30" name="Group 114">
            <a:extLst>
              <a:ext uri="{FF2B5EF4-FFF2-40B4-BE49-F238E27FC236}">
                <a16:creationId xmlns:a16="http://schemas.microsoft.com/office/drawing/2014/main" id="{14AF4E61-5191-4E74-A3CE-D4807975A44B}"/>
              </a:ext>
            </a:extLst>
          </p:cNvPr>
          <p:cNvGrpSpPr>
            <a:grpSpLocks/>
          </p:cNvGrpSpPr>
          <p:nvPr/>
        </p:nvGrpSpPr>
        <p:grpSpPr bwMode="auto">
          <a:xfrm>
            <a:off x="4781550" y="2159000"/>
            <a:ext cx="3368675" cy="71438"/>
            <a:chOff x="3012" y="1360"/>
            <a:chExt cx="2122" cy="45"/>
          </a:xfrm>
        </p:grpSpPr>
        <p:sp>
          <p:nvSpPr>
            <p:cNvPr id="9331" name="Freeform 115">
              <a:extLst>
                <a:ext uri="{FF2B5EF4-FFF2-40B4-BE49-F238E27FC236}">
                  <a16:creationId xmlns:a16="http://schemas.microsoft.com/office/drawing/2014/main" id="{27EAFA9F-6EE2-4B66-A423-412BEF89DC77}"/>
                </a:ext>
              </a:extLst>
            </p:cNvPr>
            <p:cNvSpPr>
              <a:spLocks noChangeArrowheads="1"/>
            </p:cNvSpPr>
            <p:nvPr/>
          </p:nvSpPr>
          <p:spPr bwMode="auto">
            <a:xfrm>
              <a:off x="3012" y="1387"/>
              <a:ext cx="2099" cy="2"/>
            </a:xfrm>
            <a:custGeom>
              <a:avLst/>
              <a:gdLst>
                <a:gd name="T0" fmla="*/ 0 w 2224"/>
                <a:gd name="T1" fmla="*/ 2 h 2"/>
                <a:gd name="T2" fmla="*/ 2224 w 2224"/>
                <a:gd name="T3" fmla="*/ 0 h 2"/>
              </a:gdLst>
              <a:ahLst/>
              <a:cxnLst>
                <a:cxn ang="0">
                  <a:pos x="T0" y="T1"/>
                </a:cxn>
                <a:cxn ang="0">
                  <a:pos x="T2" y="T3"/>
                </a:cxn>
              </a:cxnLst>
              <a:rect l="0" t="0" r="r" b="b"/>
              <a:pathLst>
                <a:path w="2224" h="2">
                  <a:moveTo>
                    <a:pt x="0" y="2"/>
                  </a:moveTo>
                  <a:lnTo>
                    <a:pt x="2224"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32" name="Oval 116">
              <a:extLst>
                <a:ext uri="{FF2B5EF4-FFF2-40B4-BE49-F238E27FC236}">
                  <a16:creationId xmlns:a16="http://schemas.microsoft.com/office/drawing/2014/main" id="{A38997C2-F697-4E81-BE1F-97994417F844}"/>
                </a:ext>
              </a:extLst>
            </p:cNvPr>
            <p:cNvSpPr>
              <a:spLocks noChangeArrowheads="1"/>
            </p:cNvSpPr>
            <p:nvPr/>
          </p:nvSpPr>
          <p:spPr bwMode="auto">
            <a:xfrm>
              <a:off x="5088" y="1360"/>
              <a:ext cx="46"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33" name="Oval 117">
              <a:extLst>
                <a:ext uri="{FF2B5EF4-FFF2-40B4-BE49-F238E27FC236}">
                  <a16:creationId xmlns:a16="http://schemas.microsoft.com/office/drawing/2014/main" id="{7A868921-2A72-4F97-AADC-3A266EC2EFD9}"/>
                </a:ext>
              </a:extLst>
            </p:cNvPr>
            <p:cNvSpPr>
              <a:spLocks noChangeArrowheads="1"/>
            </p:cNvSpPr>
            <p:nvPr/>
          </p:nvSpPr>
          <p:spPr bwMode="auto">
            <a:xfrm>
              <a:off x="4230" y="1360"/>
              <a:ext cx="46"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34" name="Group 118">
            <a:extLst>
              <a:ext uri="{FF2B5EF4-FFF2-40B4-BE49-F238E27FC236}">
                <a16:creationId xmlns:a16="http://schemas.microsoft.com/office/drawing/2014/main" id="{24AD1172-67AB-4F3D-AAAB-3D17CAFDB763}"/>
              </a:ext>
            </a:extLst>
          </p:cNvPr>
          <p:cNvGrpSpPr>
            <a:grpSpLocks/>
          </p:cNvGrpSpPr>
          <p:nvPr/>
        </p:nvGrpSpPr>
        <p:grpSpPr bwMode="auto">
          <a:xfrm>
            <a:off x="4033838" y="2317750"/>
            <a:ext cx="3433762" cy="69850"/>
            <a:chOff x="2541" y="1460"/>
            <a:chExt cx="2163" cy="44"/>
          </a:xfrm>
        </p:grpSpPr>
        <p:sp>
          <p:nvSpPr>
            <p:cNvPr id="9335" name="Freeform 119">
              <a:extLst>
                <a:ext uri="{FF2B5EF4-FFF2-40B4-BE49-F238E27FC236}">
                  <a16:creationId xmlns:a16="http://schemas.microsoft.com/office/drawing/2014/main" id="{7B947BD8-A70E-4BE4-8462-44E29100FE4E}"/>
                </a:ext>
              </a:extLst>
            </p:cNvPr>
            <p:cNvSpPr>
              <a:spLocks noChangeArrowheads="1"/>
            </p:cNvSpPr>
            <p:nvPr/>
          </p:nvSpPr>
          <p:spPr bwMode="auto">
            <a:xfrm>
              <a:off x="2541" y="1486"/>
              <a:ext cx="2141" cy="2"/>
            </a:xfrm>
            <a:custGeom>
              <a:avLst/>
              <a:gdLst>
                <a:gd name="T0" fmla="*/ 0 w 2268"/>
                <a:gd name="T1" fmla="*/ 2 h 2"/>
                <a:gd name="T2" fmla="*/ 2268 w 2268"/>
                <a:gd name="T3" fmla="*/ 0 h 2"/>
              </a:gdLst>
              <a:ahLst/>
              <a:cxnLst>
                <a:cxn ang="0">
                  <a:pos x="T0" y="T1"/>
                </a:cxn>
                <a:cxn ang="0">
                  <a:pos x="T2" y="T3"/>
                </a:cxn>
              </a:cxnLst>
              <a:rect l="0" t="0" r="r" b="b"/>
              <a:pathLst>
                <a:path w="2268" h="2">
                  <a:moveTo>
                    <a:pt x="0" y="2"/>
                  </a:moveTo>
                  <a:lnTo>
                    <a:pt x="2268" y="0"/>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36" name="Oval 120">
              <a:extLst>
                <a:ext uri="{FF2B5EF4-FFF2-40B4-BE49-F238E27FC236}">
                  <a16:creationId xmlns:a16="http://schemas.microsoft.com/office/drawing/2014/main" id="{E11AF262-B6AB-4ED1-BE8E-EDE55E7FF093}"/>
                </a:ext>
              </a:extLst>
            </p:cNvPr>
            <p:cNvSpPr>
              <a:spLocks noChangeArrowheads="1"/>
            </p:cNvSpPr>
            <p:nvPr/>
          </p:nvSpPr>
          <p:spPr bwMode="auto">
            <a:xfrm>
              <a:off x="4660" y="1460"/>
              <a:ext cx="44" cy="44"/>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37" name="Group 121">
            <a:extLst>
              <a:ext uri="{FF2B5EF4-FFF2-40B4-BE49-F238E27FC236}">
                <a16:creationId xmlns:a16="http://schemas.microsoft.com/office/drawing/2014/main" id="{7A8AC2C1-5798-435C-B73D-315088670248}"/>
              </a:ext>
            </a:extLst>
          </p:cNvPr>
          <p:cNvGrpSpPr>
            <a:grpSpLocks/>
          </p:cNvGrpSpPr>
          <p:nvPr/>
        </p:nvGrpSpPr>
        <p:grpSpPr bwMode="auto">
          <a:xfrm>
            <a:off x="6851650" y="2897188"/>
            <a:ext cx="1169988" cy="73025"/>
            <a:chOff x="4316" y="1825"/>
            <a:chExt cx="737" cy="46"/>
          </a:xfrm>
        </p:grpSpPr>
        <p:sp>
          <p:nvSpPr>
            <p:cNvPr id="9338" name="Oval 122">
              <a:extLst>
                <a:ext uri="{FF2B5EF4-FFF2-40B4-BE49-F238E27FC236}">
                  <a16:creationId xmlns:a16="http://schemas.microsoft.com/office/drawing/2014/main" id="{0FB4A24D-B6D6-4746-B45B-5D7A9D7654F1}"/>
                </a:ext>
              </a:extLst>
            </p:cNvPr>
            <p:cNvSpPr>
              <a:spLocks noChangeArrowheads="1"/>
            </p:cNvSpPr>
            <p:nvPr/>
          </p:nvSpPr>
          <p:spPr bwMode="auto">
            <a:xfrm>
              <a:off x="4316" y="1825"/>
              <a:ext cx="46"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39" name="Oval 123">
              <a:extLst>
                <a:ext uri="{FF2B5EF4-FFF2-40B4-BE49-F238E27FC236}">
                  <a16:creationId xmlns:a16="http://schemas.microsoft.com/office/drawing/2014/main" id="{096F90C0-34EA-4FEC-8E52-51E2207ABF86}"/>
                </a:ext>
              </a:extLst>
            </p:cNvPr>
            <p:cNvSpPr>
              <a:spLocks noChangeArrowheads="1"/>
            </p:cNvSpPr>
            <p:nvPr/>
          </p:nvSpPr>
          <p:spPr bwMode="auto">
            <a:xfrm>
              <a:off x="5003" y="1825"/>
              <a:ext cx="50"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40" name="Group 124">
            <a:extLst>
              <a:ext uri="{FF2B5EF4-FFF2-40B4-BE49-F238E27FC236}">
                <a16:creationId xmlns:a16="http://schemas.microsoft.com/office/drawing/2014/main" id="{12EF666D-3CA4-4DCF-8C03-900AB8DA33F5}"/>
              </a:ext>
            </a:extLst>
          </p:cNvPr>
          <p:cNvGrpSpPr>
            <a:grpSpLocks/>
          </p:cNvGrpSpPr>
          <p:nvPr/>
        </p:nvGrpSpPr>
        <p:grpSpPr bwMode="auto">
          <a:xfrm>
            <a:off x="4327525" y="1720850"/>
            <a:ext cx="738188" cy="1249363"/>
            <a:chOff x="2726" y="1084"/>
            <a:chExt cx="465" cy="787"/>
          </a:xfrm>
        </p:grpSpPr>
        <p:sp>
          <p:nvSpPr>
            <p:cNvPr id="9341" name="Oval 125">
              <a:extLst>
                <a:ext uri="{FF2B5EF4-FFF2-40B4-BE49-F238E27FC236}">
                  <a16:creationId xmlns:a16="http://schemas.microsoft.com/office/drawing/2014/main" id="{B5A4B52F-40AB-4E7A-A881-78B0FEBA16DC}"/>
                </a:ext>
              </a:extLst>
            </p:cNvPr>
            <p:cNvSpPr>
              <a:spLocks noChangeArrowheads="1"/>
            </p:cNvSpPr>
            <p:nvPr/>
          </p:nvSpPr>
          <p:spPr bwMode="auto">
            <a:xfrm>
              <a:off x="2726" y="1825"/>
              <a:ext cx="49"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42" name="Oval 126">
              <a:extLst>
                <a:ext uri="{FF2B5EF4-FFF2-40B4-BE49-F238E27FC236}">
                  <a16:creationId xmlns:a16="http://schemas.microsoft.com/office/drawing/2014/main" id="{9864E5C7-6DE9-4368-B543-0ED69AACCE1C}"/>
                </a:ext>
              </a:extLst>
            </p:cNvPr>
            <p:cNvSpPr>
              <a:spLocks noChangeArrowheads="1"/>
            </p:cNvSpPr>
            <p:nvPr/>
          </p:nvSpPr>
          <p:spPr bwMode="auto">
            <a:xfrm>
              <a:off x="3141" y="1084"/>
              <a:ext cx="50"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90" name="Group 174">
            <a:extLst>
              <a:ext uri="{FF2B5EF4-FFF2-40B4-BE49-F238E27FC236}">
                <a16:creationId xmlns:a16="http://schemas.microsoft.com/office/drawing/2014/main" id="{1E4881AA-F59F-4EC7-9C3B-FB00EFB78BA1}"/>
              </a:ext>
            </a:extLst>
          </p:cNvPr>
          <p:cNvGrpSpPr>
            <a:grpSpLocks/>
          </p:cNvGrpSpPr>
          <p:nvPr/>
        </p:nvGrpSpPr>
        <p:grpSpPr bwMode="auto">
          <a:xfrm>
            <a:off x="4038600" y="4391025"/>
            <a:ext cx="990600" cy="1355725"/>
            <a:chOff x="2544" y="2766"/>
            <a:chExt cx="624" cy="854"/>
          </a:xfrm>
        </p:grpSpPr>
        <p:grpSp>
          <p:nvGrpSpPr>
            <p:cNvPr id="9344" name="Group 128">
              <a:extLst>
                <a:ext uri="{FF2B5EF4-FFF2-40B4-BE49-F238E27FC236}">
                  <a16:creationId xmlns:a16="http://schemas.microsoft.com/office/drawing/2014/main" id="{AB72F233-BB01-449F-BAC5-C2FD730EA07D}"/>
                </a:ext>
              </a:extLst>
            </p:cNvPr>
            <p:cNvGrpSpPr>
              <a:grpSpLocks/>
            </p:cNvGrpSpPr>
            <p:nvPr/>
          </p:nvGrpSpPr>
          <p:grpSpPr bwMode="auto">
            <a:xfrm>
              <a:off x="2689" y="2876"/>
              <a:ext cx="479" cy="646"/>
              <a:chOff x="2689" y="2870"/>
              <a:chExt cx="479" cy="646"/>
            </a:xfrm>
          </p:grpSpPr>
          <p:sp>
            <p:nvSpPr>
              <p:cNvPr id="9345" name="Line 129">
                <a:extLst>
                  <a:ext uri="{FF2B5EF4-FFF2-40B4-BE49-F238E27FC236}">
                    <a16:creationId xmlns:a16="http://schemas.microsoft.com/office/drawing/2014/main" id="{C7FAE319-20A0-4999-B5D7-46E83BF58C56}"/>
                  </a:ext>
                </a:extLst>
              </p:cNvPr>
              <p:cNvSpPr>
                <a:spLocks noChangeShapeType="1"/>
              </p:cNvSpPr>
              <p:nvPr/>
            </p:nvSpPr>
            <p:spPr bwMode="auto">
              <a:xfrm flipV="1">
                <a:off x="2689" y="2870"/>
                <a:ext cx="321" cy="325"/>
              </a:xfrm>
              <a:prstGeom prst="line">
                <a:avLst/>
              </a:prstGeom>
              <a:noFill/>
              <a:ln w="508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46" name="Line 130">
                <a:extLst>
                  <a:ext uri="{FF2B5EF4-FFF2-40B4-BE49-F238E27FC236}">
                    <a16:creationId xmlns:a16="http://schemas.microsoft.com/office/drawing/2014/main" id="{6B2C793D-3918-4532-BB3D-F93CE64FB766}"/>
                  </a:ext>
                </a:extLst>
              </p:cNvPr>
              <p:cNvSpPr>
                <a:spLocks noChangeShapeType="1"/>
              </p:cNvSpPr>
              <p:nvPr/>
            </p:nvSpPr>
            <p:spPr bwMode="auto">
              <a:xfrm>
                <a:off x="3010" y="2870"/>
                <a:ext cx="158" cy="153"/>
              </a:xfrm>
              <a:prstGeom prst="line">
                <a:avLst/>
              </a:prstGeom>
              <a:noFill/>
              <a:ln w="508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47" name="Line 131">
                <a:extLst>
                  <a:ext uri="{FF2B5EF4-FFF2-40B4-BE49-F238E27FC236}">
                    <a16:creationId xmlns:a16="http://schemas.microsoft.com/office/drawing/2014/main" id="{0DAE2CF2-030F-4072-8CF6-C48C8631BF80}"/>
                  </a:ext>
                </a:extLst>
              </p:cNvPr>
              <p:cNvSpPr>
                <a:spLocks noChangeShapeType="1"/>
              </p:cNvSpPr>
              <p:nvPr/>
            </p:nvSpPr>
            <p:spPr bwMode="auto">
              <a:xfrm>
                <a:off x="2689" y="3195"/>
                <a:ext cx="321" cy="321"/>
              </a:xfrm>
              <a:prstGeom prst="line">
                <a:avLst/>
              </a:prstGeom>
              <a:noFill/>
              <a:ln w="508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48" name="Line 132">
                <a:extLst>
                  <a:ext uri="{FF2B5EF4-FFF2-40B4-BE49-F238E27FC236}">
                    <a16:creationId xmlns:a16="http://schemas.microsoft.com/office/drawing/2014/main" id="{205C7FCA-7B0C-4726-8571-5BE20E659EA0}"/>
                  </a:ext>
                </a:extLst>
              </p:cNvPr>
              <p:cNvSpPr>
                <a:spLocks noChangeShapeType="1"/>
              </p:cNvSpPr>
              <p:nvPr/>
            </p:nvSpPr>
            <p:spPr bwMode="auto">
              <a:xfrm flipV="1">
                <a:off x="3010" y="3362"/>
                <a:ext cx="158" cy="154"/>
              </a:xfrm>
              <a:prstGeom prst="line">
                <a:avLst/>
              </a:prstGeom>
              <a:noFill/>
              <a:ln w="508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349" name="Line 133">
              <a:extLst>
                <a:ext uri="{FF2B5EF4-FFF2-40B4-BE49-F238E27FC236}">
                  <a16:creationId xmlns:a16="http://schemas.microsoft.com/office/drawing/2014/main" id="{868D1DC1-7358-4727-8D62-113F34BAFEDB}"/>
                </a:ext>
              </a:extLst>
            </p:cNvPr>
            <p:cNvSpPr>
              <a:spLocks noChangeShapeType="1"/>
            </p:cNvSpPr>
            <p:nvPr/>
          </p:nvSpPr>
          <p:spPr bwMode="auto">
            <a:xfrm flipH="1">
              <a:off x="2544" y="2847"/>
              <a:ext cx="208" cy="348"/>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50" name="Line 134">
              <a:extLst>
                <a:ext uri="{FF2B5EF4-FFF2-40B4-BE49-F238E27FC236}">
                  <a16:creationId xmlns:a16="http://schemas.microsoft.com/office/drawing/2014/main" id="{E0A0C860-D7A1-4185-80BD-71FDB7831592}"/>
                </a:ext>
              </a:extLst>
            </p:cNvPr>
            <p:cNvSpPr>
              <a:spLocks noChangeShapeType="1"/>
            </p:cNvSpPr>
            <p:nvPr/>
          </p:nvSpPr>
          <p:spPr bwMode="auto">
            <a:xfrm flipH="1">
              <a:off x="2752" y="2766"/>
              <a:ext cx="258" cy="81"/>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51" name="Line 135">
              <a:extLst>
                <a:ext uri="{FF2B5EF4-FFF2-40B4-BE49-F238E27FC236}">
                  <a16:creationId xmlns:a16="http://schemas.microsoft.com/office/drawing/2014/main" id="{689BE675-8B12-47C9-88FE-3D6307C4EF6E}"/>
                </a:ext>
              </a:extLst>
            </p:cNvPr>
            <p:cNvSpPr>
              <a:spLocks noChangeShapeType="1"/>
            </p:cNvSpPr>
            <p:nvPr/>
          </p:nvSpPr>
          <p:spPr bwMode="auto">
            <a:xfrm flipH="1" flipV="1">
              <a:off x="3010" y="2766"/>
              <a:ext cx="158" cy="257"/>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52" name="Line 136">
              <a:extLst>
                <a:ext uri="{FF2B5EF4-FFF2-40B4-BE49-F238E27FC236}">
                  <a16:creationId xmlns:a16="http://schemas.microsoft.com/office/drawing/2014/main" id="{ABFE0B46-C604-4DA1-893B-5A7ECCF62545}"/>
                </a:ext>
              </a:extLst>
            </p:cNvPr>
            <p:cNvSpPr>
              <a:spLocks noChangeShapeType="1"/>
            </p:cNvSpPr>
            <p:nvPr/>
          </p:nvSpPr>
          <p:spPr bwMode="auto">
            <a:xfrm flipV="1">
              <a:off x="3010" y="3362"/>
              <a:ext cx="158" cy="258"/>
            </a:xfrm>
            <a:prstGeom prst="line">
              <a:avLst/>
            </a:prstGeom>
            <a:noFill/>
            <a:ln w="38100">
              <a:solidFill>
                <a:srgbClr val="CC33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53" name="Line 137">
              <a:extLst>
                <a:ext uri="{FF2B5EF4-FFF2-40B4-BE49-F238E27FC236}">
                  <a16:creationId xmlns:a16="http://schemas.microsoft.com/office/drawing/2014/main" id="{317595C0-7E98-4B38-8919-B510BDEABB85}"/>
                </a:ext>
              </a:extLst>
            </p:cNvPr>
            <p:cNvSpPr>
              <a:spLocks noChangeShapeType="1"/>
            </p:cNvSpPr>
            <p:nvPr/>
          </p:nvSpPr>
          <p:spPr bwMode="auto">
            <a:xfrm>
              <a:off x="2752" y="3539"/>
              <a:ext cx="258" cy="81"/>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54" name="Line 138">
              <a:extLst>
                <a:ext uri="{FF2B5EF4-FFF2-40B4-BE49-F238E27FC236}">
                  <a16:creationId xmlns:a16="http://schemas.microsoft.com/office/drawing/2014/main" id="{32A1C03B-0CED-47A4-9E6E-8FF3D84B98E9}"/>
                </a:ext>
              </a:extLst>
            </p:cNvPr>
            <p:cNvSpPr>
              <a:spLocks noChangeShapeType="1"/>
            </p:cNvSpPr>
            <p:nvPr/>
          </p:nvSpPr>
          <p:spPr bwMode="auto">
            <a:xfrm>
              <a:off x="2544" y="3195"/>
              <a:ext cx="208" cy="344"/>
            </a:xfrm>
            <a:prstGeom prst="line">
              <a:avLst/>
            </a:prstGeom>
            <a:noFill/>
            <a:ln w="38100">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55" name="Group 139">
            <a:extLst>
              <a:ext uri="{FF2B5EF4-FFF2-40B4-BE49-F238E27FC236}">
                <a16:creationId xmlns:a16="http://schemas.microsoft.com/office/drawing/2014/main" id="{EDCA27E0-5CA0-4814-BFC3-C950D1D1309D}"/>
              </a:ext>
            </a:extLst>
          </p:cNvPr>
          <p:cNvGrpSpPr>
            <a:grpSpLocks/>
          </p:cNvGrpSpPr>
          <p:nvPr/>
        </p:nvGrpSpPr>
        <p:grpSpPr bwMode="auto">
          <a:xfrm>
            <a:off x="4003675" y="2354263"/>
            <a:ext cx="71438" cy="2746375"/>
            <a:chOff x="2522" y="1483"/>
            <a:chExt cx="45" cy="1730"/>
          </a:xfrm>
        </p:grpSpPr>
        <p:sp>
          <p:nvSpPr>
            <p:cNvPr id="9356" name="Freeform 140">
              <a:extLst>
                <a:ext uri="{FF2B5EF4-FFF2-40B4-BE49-F238E27FC236}">
                  <a16:creationId xmlns:a16="http://schemas.microsoft.com/office/drawing/2014/main" id="{F977EDBC-E02F-4F9F-9E0F-867738811E2F}"/>
                </a:ext>
              </a:extLst>
            </p:cNvPr>
            <p:cNvSpPr>
              <a:spLocks noChangeArrowheads="1"/>
            </p:cNvSpPr>
            <p:nvPr/>
          </p:nvSpPr>
          <p:spPr bwMode="auto">
            <a:xfrm>
              <a:off x="2544" y="1483"/>
              <a:ext cx="2" cy="1707"/>
            </a:xfrm>
            <a:custGeom>
              <a:avLst/>
              <a:gdLst>
                <a:gd name="T0" fmla="*/ 0 w 2"/>
                <a:gd name="T1" fmla="*/ 0 h 1809"/>
                <a:gd name="T2" fmla="*/ 2 w 2"/>
                <a:gd name="T3" fmla="*/ 1809 h 1809"/>
              </a:gdLst>
              <a:ahLst/>
              <a:cxnLst>
                <a:cxn ang="0">
                  <a:pos x="T0" y="T1"/>
                </a:cxn>
                <a:cxn ang="0">
                  <a:pos x="T2" y="T3"/>
                </a:cxn>
              </a:cxnLst>
              <a:rect l="0" t="0" r="r" b="b"/>
              <a:pathLst>
                <a:path w="2" h="1809">
                  <a:moveTo>
                    <a:pt x="0" y="0"/>
                  </a:moveTo>
                  <a:lnTo>
                    <a:pt x="2" y="1809"/>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57" name="Oval 141">
              <a:extLst>
                <a:ext uri="{FF2B5EF4-FFF2-40B4-BE49-F238E27FC236}">
                  <a16:creationId xmlns:a16="http://schemas.microsoft.com/office/drawing/2014/main" id="{5495AB08-A210-4538-9914-F071E9BAD0FA}"/>
                </a:ext>
              </a:extLst>
            </p:cNvPr>
            <p:cNvSpPr>
              <a:spLocks noChangeArrowheads="1"/>
            </p:cNvSpPr>
            <p:nvPr/>
          </p:nvSpPr>
          <p:spPr bwMode="auto">
            <a:xfrm>
              <a:off x="2522" y="3173"/>
              <a:ext cx="45" cy="40"/>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58" name="Group 142">
            <a:extLst>
              <a:ext uri="{FF2B5EF4-FFF2-40B4-BE49-F238E27FC236}">
                <a16:creationId xmlns:a16="http://schemas.microsoft.com/office/drawing/2014/main" id="{B2DED03C-F8FD-4A7B-A413-EA6CFD574CE0}"/>
              </a:ext>
            </a:extLst>
          </p:cNvPr>
          <p:cNvGrpSpPr>
            <a:grpSpLocks/>
          </p:cNvGrpSpPr>
          <p:nvPr/>
        </p:nvGrpSpPr>
        <p:grpSpPr bwMode="auto">
          <a:xfrm>
            <a:off x="4327525" y="4484688"/>
            <a:ext cx="77788" cy="1169987"/>
            <a:chOff x="2726" y="2825"/>
            <a:chExt cx="49" cy="737"/>
          </a:xfrm>
        </p:grpSpPr>
        <p:sp>
          <p:nvSpPr>
            <p:cNvPr id="9359" name="Oval 143">
              <a:extLst>
                <a:ext uri="{FF2B5EF4-FFF2-40B4-BE49-F238E27FC236}">
                  <a16:creationId xmlns:a16="http://schemas.microsoft.com/office/drawing/2014/main" id="{226CCB2A-5376-4A80-BB57-43034635F413}"/>
                </a:ext>
              </a:extLst>
            </p:cNvPr>
            <p:cNvSpPr>
              <a:spLocks noChangeArrowheads="1"/>
            </p:cNvSpPr>
            <p:nvPr/>
          </p:nvSpPr>
          <p:spPr bwMode="auto">
            <a:xfrm>
              <a:off x="2726" y="2825"/>
              <a:ext cx="49"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60" name="Oval 144">
              <a:extLst>
                <a:ext uri="{FF2B5EF4-FFF2-40B4-BE49-F238E27FC236}">
                  <a16:creationId xmlns:a16="http://schemas.microsoft.com/office/drawing/2014/main" id="{873329F1-12B2-42DD-AEFE-F25E5E428E38}"/>
                </a:ext>
              </a:extLst>
            </p:cNvPr>
            <p:cNvSpPr>
              <a:spLocks noChangeArrowheads="1"/>
            </p:cNvSpPr>
            <p:nvPr/>
          </p:nvSpPr>
          <p:spPr bwMode="auto">
            <a:xfrm>
              <a:off x="2726" y="3516"/>
              <a:ext cx="49"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61" name="Group 145">
            <a:extLst>
              <a:ext uri="{FF2B5EF4-FFF2-40B4-BE49-F238E27FC236}">
                <a16:creationId xmlns:a16="http://schemas.microsoft.com/office/drawing/2014/main" id="{C961FFAB-2D93-4B8F-94F8-685E6E772B2E}"/>
              </a:ext>
            </a:extLst>
          </p:cNvPr>
          <p:cNvGrpSpPr>
            <a:grpSpLocks/>
          </p:cNvGrpSpPr>
          <p:nvPr/>
        </p:nvGrpSpPr>
        <p:grpSpPr bwMode="auto">
          <a:xfrm>
            <a:off x="4986338" y="4764088"/>
            <a:ext cx="79375" cy="609600"/>
            <a:chOff x="3141" y="3001"/>
            <a:chExt cx="50" cy="384"/>
          </a:xfrm>
        </p:grpSpPr>
        <p:sp>
          <p:nvSpPr>
            <p:cNvPr id="9362" name="Oval 146">
              <a:extLst>
                <a:ext uri="{FF2B5EF4-FFF2-40B4-BE49-F238E27FC236}">
                  <a16:creationId xmlns:a16="http://schemas.microsoft.com/office/drawing/2014/main" id="{C543F2AD-0179-415E-A827-1A1D918C9524}"/>
                </a:ext>
              </a:extLst>
            </p:cNvPr>
            <p:cNvSpPr>
              <a:spLocks noChangeArrowheads="1"/>
            </p:cNvSpPr>
            <p:nvPr/>
          </p:nvSpPr>
          <p:spPr bwMode="auto">
            <a:xfrm>
              <a:off x="3141" y="3001"/>
              <a:ext cx="50"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63" name="Oval 147">
              <a:extLst>
                <a:ext uri="{FF2B5EF4-FFF2-40B4-BE49-F238E27FC236}">
                  <a16:creationId xmlns:a16="http://schemas.microsoft.com/office/drawing/2014/main" id="{17D1BA16-9A08-44AC-B7EA-064604A368C0}"/>
                </a:ext>
              </a:extLst>
            </p:cNvPr>
            <p:cNvSpPr>
              <a:spLocks noChangeArrowheads="1"/>
            </p:cNvSpPr>
            <p:nvPr/>
          </p:nvSpPr>
          <p:spPr bwMode="auto">
            <a:xfrm>
              <a:off x="3141" y="3340"/>
              <a:ext cx="50"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364" name="Text Box 148">
            <a:extLst>
              <a:ext uri="{FF2B5EF4-FFF2-40B4-BE49-F238E27FC236}">
                <a16:creationId xmlns:a16="http://schemas.microsoft.com/office/drawing/2014/main" id="{C7CE6886-2732-4AB8-A71A-9E2ECE0A6202}"/>
              </a:ext>
            </a:extLst>
          </p:cNvPr>
          <p:cNvSpPr txBox="1">
            <a:spLocks noChangeArrowheads="1"/>
          </p:cNvSpPr>
          <p:nvPr/>
        </p:nvSpPr>
        <p:spPr bwMode="auto">
          <a:xfrm>
            <a:off x="152400" y="838200"/>
            <a:ext cx="3313728" cy="16771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b="1" dirty="0">
                <a:solidFill>
                  <a:srgbClr val="CC3300"/>
                </a:solidFill>
              </a:rPr>
              <a:t>[</a:t>
            </a:r>
            <a:r>
              <a:rPr lang="zh-CN" altLang="en-US" b="1" dirty="0">
                <a:solidFill>
                  <a:srgbClr val="CC3300"/>
                </a:solidFill>
              </a:rPr>
              <a:t>例</a:t>
            </a:r>
            <a:r>
              <a:rPr lang="en-US" altLang="zh-CN" b="1" dirty="0">
                <a:solidFill>
                  <a:srgbClr val="CC3300"/>
                </a:solidFill>
              </a:rPr>
              <a:t>5]</a:t>
            </a:r>
            <a:r>
              <a:rPr lang="en-US" altLang="zh-CN" b="1" dirty="0"/>
              <a:t>  </a:t>
            </a:r>
            <a:r>
              <a:rPr lang="zh-CN" altLang="en-US" b="1" dirty="0"/>
              <a:t>三棱柱与四棱台</a:t>
            </a:r>
          </a:p>
          <a:p>
            <a:pPr algn="l">
              <a:lnSpc>
                <a:spcPct val="110000"/>
              </a:lnSpc>
            </a:pPr>
            <a:r>
              <a:rPr lang="zh-CN" altLang="en-US" b="1" dirty="0"/>
              <a:t>        相贯，完成其水</a:t>
            </a:r>
          </a:p>
          <a:p>
            <a:pPr algn="l">
              <a:lnSpc>
                <a:spcPct val="110000"/>
              </a:lnSpc>
            </a:pPr>
            <a:r>
              <a:rPr lang="zh-CN" altLang="en-US" b="1" dirty="0"/>
              <a:t>        平投影，并作出</a:t>
            </a:r>
          </a:p>
          <a:p>
            <a:pPr algn="l">
              <a:lnSpc>
                <a:spcPct val="110000"/>
              </a:lnSpc>
            </a:pPr>
            <a:r>
              <a:rPr lang="zh-CN" altLang="en-US" b="1" dirty="0"/>
              <a:t>        其侧面投影。</a:t>
            </a:r>
          </a:p>
        </p:txBody>
      </p:sp>
      <p:grpSp>
        <p:nvGrpSpPr>
          <p:cNvPr id="9365" name="Group 149">
            <a:extLst>
              <a:ext uri="{FF2B5EF4-FFF2-40B4-BE49-F238E27FC236}">
                <a16:creationId xmlns:a16="http://schemas.microsoft.com/office/drawing/2014/main" id="{57F8BDDF-0FD7-4B94-B9FC-84325DEEDE79}"/>
              </a:ext>
            </a:extLst>
          </p:cNvPr>
          <p:cNvGrpSpPr>
            <a:grpSpLocks/>
          </p:cNvGrpSpPr>
          <p:nvPr/>
        </p:nvGrpSpPr>
        <p:grpSpPr bwMode="auto">
          <a:xfrm>
            <a:off x="4962525" y="5834063"/>
            <a:ext cx="2428875" cy="476250"/>
            <a:chOff x="3072" y="3648"/>
            <a:chExt cx="1530" cy="300"/>
          </a:xfrm>
        </p:grpSpPr>
        <p:sp>
          <p:nvSpPr>
            <p:cNvPr id="9366" name="AutoShape 150">
              <a:extLst>
                <a:ext uri="{FF2B5EF4-FFF2-40B4-BE49-F238E27FC236}">
                  <a16:creationId xmlns:a16="http://schemas.microsoft.com/office/drawing/2014/main" id="{8CC91922-E18E-49E5-9F39-2BE0BF2E6B78}"/>
                </a:ext>
              </a:extLst>
            </p:cNvPr>
            <p:cNvSpPr>
              <a:spLocks noChangeArrowheads="1"/>
            </p:cNvSpPr>
            <p:nvPr/>
          </p:nvSpPr>
          <p:spPr bwMode="auto">
            <a:xfrm>
              <a:off x="3072" y="3703"/>
              <a:ext cx="672" cy="192"/>
            </a:xfrm>
            <a:prstGeom prst="leftArrow">
              <a:avLst>
                <a:gd name="adj1" fmla="val 50000"/>
                <a:gd name="adj2" fmla="val 87500"/>
              </a:avLst>
            </a:prstGeom>
            <a:solidFill>
              <a:srgbClr val="FFFF00"/>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67" name="Text Box 151">
              <a:extLst>
                <a:ext uri="{FF2B5EF4-FFF2-40B4-BE49-F238E27FC236}">
                  <a16:creationId xmlns:a16="http://schemas.microsoft.com/office/drawing/2014/main" id="{83889C7B-1D69-463E-9537-A5A265841FAB}"/>
                </a:ext>
              </a:extLst>
            </p:cNvPr>
            <p:cNvSpPr txBox="1">
              <a:spLocks noChangeArrowheads="1"/>
            </p:cNvSpPr>
            <p:nvPr/>
          </p:nvSpPr>
          <p:spPr bwMode="auto">
            <a:xfrm>
              <a:off x="3504" y="3648"/>
              <a:ext cx="1098" cy="300"/>
            </a:xfrm>
            <a:prstGeom prst="rect">
              <a:avLst/>
            </a:prstGeom>
            <a:solidFill>
              <a:srgbClr val="FFFF00"/>
            </a:solidFill>
            <a:ln w="1905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ea typeface="黑体" panose="02010609060101010101" pitchFamily="49" charset="-122"/>
                </a:rPr>
                <a:t>横置三棱柱</a:t>
              </a:r>
              <a:endParaRPr lang="zh-CN" altLang="en-US" u="sng">
                <a:solidFill>
                  <a:schemeClr val="accent2"/>
                </a:solidFill>
              </a:endParaRPr>
            </a:p>
          </p:txBody>
        </p:sp>
      </p:grpSp>
      <p:grpSp>
        <p:nvGrpSpPr>
          <p:cNvPr id="9368" name="Group 152">
            <a:extLst>
              <a:ext uri="{FF2B5EF4-FFF2-40B4-BE49-F238E27FC236}">
                <a16:creationId xmlns:a16="http://schemas.microsoft.com/office/drawing/2014/main" id="{23073D09-5398-4712-A730-AA0587508378}"/>
              </a:ext>
            </a:extLst>
          </p:cNvPr>
          <p:cNvGrpSpPr>
            <a:grpSpLocks/>
          </p:cNvGrpSpPr>
          <p:nvPr/>
        </p:nvGrpSpPr>
        <p:grpSpPr bwMode="auto">
          <a:xfrm>
            <a:off x="5257800" y="762000"/>
            <a:ext cx="1733550" cy="1524000"/>
            <a:chOff x="3312" y="480"/>
            <a:chExt cx="1092" cy="960"/>
          </a:xfrm>
        </p:grpSpPr>
        <p:sp>
          <p:nvSpPr>
            <p:cNvPr id="9369" name="AutoShape 153">
              <a:extLst>
                <a:ext uri="{FF2B5EF4-FFF2-40B4-BE49-F238E27FC236}">
                  <a16:creationId xmlns:a16="http://schemas.microsoft.com/office/drawing/2014/main" id="{915E3A35-4374-4FD7-97A0-0440C53EABDF}"/>
                </a:ext>
              </a:extLst>
            </p:cNvPr>
            <p:cNvSpPr>
              <a:spLocks noChangeArrowheads="1"/>
            </p:cNvSpPr>
            <p:nvPr/>
          </p:nvSpPr>
          <p:spPr bwMode="auto">
            <a:xfrm rot="-3274584">
              <a:off x="3024" y="864"/>
              <a:ext cx="960" cy="192"/>
            </a:xfrm>
            <a:prstGeom prst="leftArrow">
              <a:avLst>
                <a:gd name="adj1" fmla="val 50000"/>
                <a:gd name="adj2" fmla="val 125000"/>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70" name="Text Box 154">
              <a:extLst>
                <a:ext uri="{FF2B5EF4-FFF2-40B4-BE49-F238E27FC236}">
                  <a16:creationId xmlns:a16="http://schemas.microsoft.com/office/drawing/2014/main" id="{ADD22B98-CE52-4FDD-AA18-128A253B1056}"/>
                </a:ext>
              </a:extLst>
            </p:cNvPr>
            <p:cNvSpPr txBox="1">
              <a:spLocks noChangeArrowheads="1"/>
            </p:cNvSpPr>
            <p:nvPr/>
          </p:nvSpPr>
          <p:spPr bwMode="auto">
            <a:xfrm>
              <a:off x="3312" y="528"/>
              <a:ext cx="1092" cy="294"/>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tx2"/>
                  </a:solidFill>
                  <a:ea typeface="黑体" panose="02010609060101010101" pitchFamily="49" charset="-122"/>
                </a:rPr>
                <a:t>竖直四棱台</a:t>
              </a:r>
              <a:endParaRPr lang="zh-CN" altLang="en-US" u="sng"/>
            </a:p>
          </p:txBody>
        </p:sp>
      </p:grpSp>
      <p:sp>
        <p:nvSpPr>
          <p:cNvPr id="9371" name="Text Box 155">
            <a:extLst>
              <a:ext uri="{FF2B5EF4-FFF2-40B4-BE49-F238E27FC236}">
                <a16:creationId xmlns:a16="http://schemas.microsoft.com/office/drawing/2014/main" id="{545D3D75-FED0-4052-ACA9-BBE775EDE1BA}"/>
              </a:ext>
            </a:extLst>
          </p:cNvPr>
          <p:cNvSpPr txBox="1">
            <a:spLocks noChangeArrowheads="1"/>
          </p:cNvSpPr>
          <p:nvPr/>
        </p:nvSpPr>
        <p:spPr bwMode="auto">
          <a:xfrm>
            <a:off x="228600" y="2590800"/>
            <a:ext cx="2790825"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chemeClr val="tx2"/>
                </a:solidFill>
                <a:latin typeface="楷体_GB2312" pitchFamily="49" charset="-122"/>
                <a:ea typeface="楷体_GB2312" pitchFamily="49" charset="-122"/>
              </a:rPr>
              <a:t>1. </a:t>
            </a:r>
            <a:r>
              <a:rPr lang="zh-CN" altLang="en-US" b="1">
                <a:solidFill>
                  <a:schemeClr val="tx2"/>
                </a:solidFill>
                <a:latin typeface="楷体_GB2312" pitchFamily="49" charset="-122"/>
                <a:ea typeface="楷体_GB2312" pitchFamily="49" charset="-122"/>
              </a:rPr>
              <a:t>求出四棱台的参</a:t>
            </a:r>
          </a:p>
          <a:p>
            <a:pPr algn="l"/>
            <a:r>
              <a:rPr lang="zh-CN" altLang="en-US" b="1">
                <a:solidFill>
                  <a:schemeClr val="tx2"/>
                </a:solidFill>
                <a:latin typeface="楷体_GB2312" pitchFamily="49" charset="-122"/>
                <a:ea typeface="楷体_GB2312" pitchFamily="49" charset="-122"/>
              </a:rPr>
              <a:t>   贯棱线与三棱柱</a:t>
            </a:r>
          </a:p>
          <a:p>
            <a:pPr algn="l"/>
            <a:r>
              <a:rPr lang="zh-CN" altLang="en-US" b="1">
                <a:solidFill>
                  <a:schemeClr val="tx2"/>
                </a:solidFill>
                <a:latin typeface="楷体_GB2312" pitchFamily="49" charset="-122"/>
                <a:ea typeface="楷体_GB2312" pitchFamily="49" charset="-122"/>
              </a:rPr>
              <a:t>   表面的贯穿点。</a:t>
            </a:r>
          </a:p>
        </p:txBody>
      </p:sp>
      <p:sp>
        <p:nvSpPr>
          <p:cNvPr id="9372" name="Text Box 156">
            <a:extLst>
              <a:ext uri="{FF2B5EF4-FFF2-40B4-BE49-F238E27FC236}">
                <a16:creationId xmlns:a16="http://schemas.microsoft.com/office/drawing/2014/main" id="{1BE61C46-863C-49CA-8F55-55F68C7E4A32}"/>
              </a:ext>
            </a:extLst>
          </p:cNvPr>
          <p:cNvSpPr txBox="1">
            <a:spLocks noChangeArrowheads="1"/>
          </p:cNvSpPr>
          <p:nvPr/>
        </p:nvSpPr>
        <p:spPr bwMode="auto">
          <a:xfrm>
            <a:off x="228600" y="3733800"/>
            <a:ext cx="2790825"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chemeClr val="tx2"/>
                </a:solidFill>
                <a:latin typeface="楷体_GB2312" pitchFamily="49" charset="-122"/>
                <a:ea typeface="楷体_GB2312" pitchFamily="49" charset="-122"/>
              </a:rPr>
              <a:t>2. </a:t>
            </a:r>
            <a:r>
              <a:rPr lang="zh-CN" altLang="en-US" b="1">
                <a:solidFill>
                  <a:schemeClr val="tx2"/>
                </a:solidFill>
                <a:latin typeface="楷体_GB2312" pitchFamily="49" charset="-122"/>
                <a:ea typeface="楷体_GB2312" pitchFamily="49" charset="-122"/>
              </a:rPr>
              <a:t>求出三棱柱的参</a:t>
            </a:r>
          </a:p>
          <a:p>
            <a:pPr algn="l"/>
            <a:r>
              <a:rPr lang="zh-CN" altLang="en-US" b="1">
                <a:solidFill>
                  <a:schemeClr val="tx2"/>
                </a:solidFill>
                <a:latin typeface="楷体_GB2312" pitchFamily="49" charset="-122"/>
                <a:ea typeface="楷体_GB2312" pitchFamily="49" charset="-122"/>
              </a:rPr>
              <a:t>   贯棱线与四棱台</a:t>
            </a:r>
          </a:p>
          <a:p>
            <a:pPr algn="l"/>
            <a:r>
              <a:rPr lang="zh-CN" altLang="en-US" b="1">
                <a:solidFill>
                  <a:schemeClr val="tx2"/>
                </a:solidFill>
                <a:latin typeface="楷体_GB2312" pitchFamily="49" charset="-122"/>
                <a:ea typeface="楷体_GB2312" pitchFamily="49" charset="-122"/>
              </a:rPr>
              <a:t>   表面的贯穿点。</a:t>
            </a:r>
          </a:p>
        </p:txBody>
      </p:sp>
      <p:sp>
        <p:nvSpPr>
          <p:cNvPr id="9373" name="Text Box 157">
            <a:extLst>
              <a:ext uri="{FF2B5EF4-FFF2-40B4-BE49-F238E27FC236}">
                <a16:creationId xmlns:a16="http://schemas.microsoft.com/office/drawing/2014/main" id="{66FD3FE0-1452-4356-8057-BA7DEE7A7AB4}"/>
              </a:ext>
            </a:extLst>
          </p:cNvPr>
          <p:cNvSpPr txBox="1">
            <a:spLocks noChangeArrowheads="1"/>
          </p:cNvSpPr>
          <p:nvPr/>
        </p:nvSpPr>
        <p:spPr bwMode="auto">
          <a:xfrm>
            <a:off x="228600" y="4876800"/>
            <a:ext cx="2790825"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chemeClr val="tx2"/>
                </a:solidFill>
                <a:latin typeface="楷体_GB2312" pitchFamily="49" charset="-122"/>
                <a:ea typeface="楷体_GB2312" pitchFamily="49" charset="-122"/>
              </a:rPr>
              <a:t>3. </a:t>
            </a:r>
            <a:r>
              <a:rPr lang="zh-CN" altLang="en-US" b="1">
                <a:solidFill>
                  <a:schemeClr val="tx2"/>
                </a:solidFill>
                <a:latin typeface="楷体_GB2312" pitchFamily="49" charset="-122"/>
                <a:ea typeface="楷体_GB2312" pitchFamily="49" charset="-122"/>
              </a:rPr>
              <a:t>连结相应的贯穿</a:t>
            </a:r>
          </a:p>
          <a:p>
            <a:pPr algn="l"/>
            <a:r>
              <a:rPr lang="zh-CN" altLang="en-US" b="1">
                <a:solidFill>
                  <a:schemeClr val="tx2"/>
                </a:solidFill>
                <a:latin typeface="楷体_GB2312" pitchFamily="49" charset="-122"/>
                <a:ea typeface="楷体_GB2312" pitchFamily="49" charset="-122"/>
              </a:rPr>
              <a:t>   点和形体原有轮</a:t>
            </a:r>
          </a:p>
          <a:p>
            <a:pPr algn="l"/>
            <a:r>
              <a:rPr lang="zh-CN" altLang="en-US" b="1">
                <a:solidFill>
                  <a:schemeClr val="tx2"/>
                </a:solidFill>
                <a:latin typeface="楷体_GB2312" pitchFamily="49" charset="-122"/>
                <a:ea typeface="楷体_GB2312" pitchFamily="49" charset="-122"/>
              </a:rPr>
              <a:t>   廓线，并判断可</a:t>
            </a:r>
          </a:p>
          <a:p>
            <a:pPr algn="l"/>
            <a:r>
              <a:rPr lang="zh-CN" altLang="en-US" b="1">
                <a:solidFill>
                  <a:schemeClr val="tx2"/>
                </a:solidFill>
                <a:latin typeface="楷体_GB2312" pitchFamily="49" charset="-122"/>
                <a:ea typeface="楷体_GB2312" pitchFamily="49" charset="-122"/>
              </a:rPr>
              <a:t>   见性。</a:t>
            </a:r>
          </a:p>
        </p:txBody>
      </p:sp>
      <p:grpSp>
        <p:nvGrpSpPr>
          <p:cNvPr id="9374" name="Group 158">
            <a:extLst>
              <a:ext uri="{FF2B5EF4-FFF2-40B4-BE49-F238E27FC236}">
                <a16:creationId xmlns:a16="http://schemas.microsoft.com/office/drawing/2014/main" id="{996BB11D-971D-45E8-8410-27B406365314}"/>
              </a:ext>
            </a:extLst>
          </p:cNvPr>
          <p:cNvGrpSpPr>
            <a:grpSpLocks/>
          </p:cNvGrpSpPr>
          <p:nvPr/>
        </p:nvGrpSpPr>
        <p:grpSpPr bwMode="auto">
          <a:xfrm>
            <a:off x="4741863" y="4354513"/>
            <a:ext cx="79375" cy="1428750"/>
            <a:chOff x="2987" y="2743"/>
            <a:chExt cx="50" cy="900"/>
          </a:xfrm>
        </p:grpSpPr>
        <p:sp>
          <p:nvSpPr>
            <p:cNvPr id="9375" name="Oval 159">
              <a:extLst>
                <a:ext uri="{FF2B5EF4-FFF2-40B4-BE49-F238E27FC236}">
                  <a16:creationId xmlns:a16="http://schemas.microsoft.com/office/drawing/2014/main" id="{6F7B885B-7046-437F-9AB4-805784A13F64}"/>
                </a:ext>
              </a:extLst>
            </p:cNvPr>
            <p:cNvSpPr>
              <a:spLocks noChangeArrowheads="1"/>
            </p:cNvSpPr>
            <p:nvPr/>
          </p:nvSpPr>
          <p:spPr bwMode="auto">
            <a:xfrm>
              <a:off x="2987" y="2743"/>
              <a:ext cx="50"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76" name="Oval 160">
              <a:extLst>
                <a:ext uri="{FF2B5EF4-FFF2-40B4-BE49-F238E27FC236}">
                  <a16:creationId xmlns:a16="http://schemas.microsoft.com/office/drawing/2014/main" id="{01E6B32F-70C7-4F93-9723-C98BA902B302}"/>
                </a:ext>
              </a:extLst>
            </p:cNvPr>
            <p:cNvSpPr>
              <a:spLocks noChangeArrowheads="1"/>
            </p:cNvSpPr>
            <p:nvPr/>
          </p:nvSpPr>
          <p:spPr bwMode="auto">
            <a:xfrm>
              <a:off x="2987" y="3597"/>
              <a:ext cx="50"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77" name="Group 161">
            <a:extLst>
              <a:ext uri="{FF2B5EF4-FFF2-40B4-BE49-F238E27FC236}">
                <a16:creationId xmlns:a16="http://schemas.microsoft.com/office/drawing/2014/main" id="{8E9DF74D-448B-4D40-A75A-9DA75E19451B}"/>
              </a:ext>
            </a:extLst>
          </p:cNvPr>
          <p:cNvGrpSpPr>
            <a:grpSpLocks/>
          </p:cNvGrpSpPr>
          <p:nvPr/>
        </p:nvGrpSpPr>
        <p:grpSpPr bwMode="auto">
          <a:xfrm>
            <a:off x="4003675" y="1720850"/>
            <a:ext cx="817563" cy="666750"/>
            <a:chOff x="2522" y="1084"/>
            <a:chExt cx="515" cy="420"/>
          </a:xfrm>
        </p:grpSpPr>
        <p:sp>
          <p:nvSpPr>
            <p:cNvPr id="9378" name="Oval 162">
              <a:extLst>
                <a:ext uri="{FF2B5EF4-FFF2-40B4-BE49-F238E27FC236}">
                  <a16:creationId xmlns:a16="http://schemas.microsoft.com/office/drawing/2014/main" id="{F82C29FB-A7D0-4847-A933-BDD4D0246B73}"/>
                </a:ext>
              </a:extLst>
            </p:cNvPr>
            <p:cNvSpPr>
              <a:spLocks noChangeArrowheads="1"/>
            </p:cNvSpPr>
            <p:nvPr/>
          </p:nvSpPr>
          <p:spPr bwMode="auto">
            <a:xfrm>
              <a:off x="2987" y="1360"/>
              <a:ext cx="50"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79" name="Oval 163">
              <a:extLst>
                <a:ext uri="{FF2B5EF4-FFF2-40B4-BE49-F238E27FC236}">
                  <a16:creationId xmlns:a16="http://schemas.microsoft.com/office/drawing/2014/main" id="{699FF149-789F-40E9-873B-2B9B699075A3}"/>
                </a:ext>
              </a:extLst>
            </p:cNvPr>
            <p:cNvSpPr>
              <a:spLocks noChangeArrowheads="1"/>
            </p:cNvSpPr>
            <p:nvPr/>
          </p:nvSpPr>
          <p:spPr bwMode="auto">
            <a:xfrm>
              <a:off x="2522" y="1460"/>
              <a:ext cx="45" cy="44"/>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80" name="Oval 164">
              <a:extLst>
                <a:ext uri="{FF2B5EF4-FFF2-40B4-BE49-F238E27FC236}">
                  <a16:creationId xmlns:a16="http://schemas.microsoft.com/office/drawing/2014/main" id="{FF0E53D2-2673-437F-9D56-67EDD77E5D89}"/>
                </a:ext>
              </a:extLst>
            </p:cNvPr>
            <p:cNvSpPr>
              <a:spLocks noChangeArrowheads="1"/>
            </p:cNvSpPr>
            <p:nvPr/>
          </p:nvSpPr>
          <p:spPr bwMode="auto">
            <a:xfrm>
              <a:off x="2987" y="1084"/>
              <a:ext cx="50" cy="46"/>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81" name="Oval 165">
              <a:extLst>
                <a:ext uri="{FF2B5EF4-FFF2-40B4-BE49-F238E27FC236}">
                  <a16:creationId xmlns:a16="http://schemas.microsoft.com/office/drawing/2014/main" id="{EA982801-D62D-43FC-BEDE-5A5C6D5E6338}"/>
                </a:ext>
              </a:extLst>
            </p:cNvPr>
            <p:cNvSpPr>
              <a:spLocks noChangeArrowheads="1"/>
            </p:cNvSpPr>
            <p:nvPr/>
          </p:nvSpPr>
          <p:spPr bwMode="auto">
            <a:xfrm>
              <a:off x="2666" y="1084"/>
              <a:ext cx="45" cy="46"/>
            </a:xfrm>
            <a:prstGeom prst="ellipse">
              <a:avLst/>
            </a:prstGeom>
            <a:solidFill>
              <a:srgbClr val="FFFF00"/>
            </a:solidFill>
            <a:ln w="19050">
              <a:solidFill>
                <a:srgbClr val="FF3300"/>
              </a:solidFill>
              <a:round/>
              <a:headEnd/>
              <a:tailEnd/>
            </a:ln>
          </p:spPr>
          <p:txBody>
            <a:bodyPr/>
            <a:lstStyle/>
            <a:p>
              <a:endParaRPr lang="en-US"/>
            </a:p>
          </p:txBody>
        </p:sp>
      </p:grpSp>
      <p:grpSp>
        <p:nvGrpSpPr>
          <p:cNvPr id="9382" name="Group 166">
            <a:extLst>
              <a:ext uri="{FF2B5EF4-FFF2-40B4-BE49-F238E27FC236}">
                <a16:creationId xmlns:a16="http://schemas.microsoft.com/office/drawing/2014/main" id="{EA12F69D-B8DD-45AA-9990-D862D78BE8C0}"/>
              </a:ext>
            </a:extLst>
          </p:cNvPr>
          <p:cNvGrpSpPr>
            <a:grpSpLocks/>
          </p:cNvGrpSpPr>
          <p:nvPr/>
        </p:nvGrpSpPr>
        <p:grpSpPr bwMode="auto">
          <a:xfrm>
            <a:off x="4741863" y="4519613"/>
            <a:ext cx="79375" cy="1098550"/>
            <a:chOff x="2987" y="2847"/>
            <a:chExt cx="50" cy="692"/>
          </a:xfrm>
        </p:grpSpPr>
        <p:sp>
          <p:nvSpPr>
            <p:cNvPr id="9383" name="Oval 167">
              <a:extLst>
                <a:ext uri="{FF2B5EF4-FFF2-40B4-BE49-F238E27FC236}">
                  <a16:creationId xmlns:a16="http://schemas.microsoft.com/office/drawing/2014/main" id="{45213485-F551-4C1C-8CE1-622D15342F0B}"/>
                </a:ext>
              </a:extLst>
            </p:cNvPr>
            <p:cNvSpPr>
              <a:spLocks noChangeArrowheads="1"/>
            </p:cNvSpPr>
            <p:nvPr/>
          </p:nvSpPr>
          <p:spPr bwMode="auto">
            <a:xfrm>
              <a:off x="2987" y="2847"/>
              <a:ext cx="50"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84" name="Oval 168">
              <a:extLst>
                <a:ext uri="{FF2B5EF4-FFF2-40B4-BE49-F238E27FC236}">
                  <a16:creationId xmlns:a16="http://schemas.microsoft.com/office/drawing/2014/main" id="{963CF08B-8EBA-49B9-B558-C118B51310D5}"/>
                </a:ext>
              </a:extLst>
            </p:cNvPr>
            <p:cNvSpPr>
              <a:spLocks noChangeArrowheads="1"/>
            </p:cNvSpPr>
            <p:nvPr/>
          </p:nvSpPr>
          <p:spPr bwMode="auto">
            <a:xfrm>
              <a:off x="2987" y="3494"/>
              <a:ext cx="50" cy="45"/>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385" name="Group 169">
            <a:extLst>
              <a:ext uri="{FF2B5EF4-FFF2-40B4-BE49-F238E27FC236}">
                <a16:creationId xmlns:a16="http://schemas.microsoft.com/office/drawing/2014/main" id="{5936AD55-22EC-48FF-82AA-ADEF427C7642}"/>
              </a:ext>
            </a:extLst>
          </p:cNvPr>
          <p:cNvGrpSpPr>
            <a:grpSpLocks/>
          </p:cNvGrpSpPr>
          <p:nvPr/>
        </p:nvGrpSpPr>
        <p:grpSpPr bwMode="auto">
          <a:xfrm>
            <a:off x="4232275" y="1757363"/>
            <a:ext cx="71438" cy="3343275"/>
            <a:chOff x="2666" y="1107"/>
            <a:chExt cx="45" cy="2106"/>
          </a:xfrm>
        </p:grpSpPr>
        <p:sp>
          <p:nvSpPr>
            <p:cNvPr id="9386" name="Freeform 170">
              <a:extLst>
                <a:ext uri="{FF2B5EF4-FFF2-40B4-BE49-F238E27FC236}">
                  <a16:creationId xmlns:a16="http://schemas.microsoft.com/office/drawing/2014/main" id="{F9668F5F-71E1-4B3D-A6A7-626FF98F7475}"/>
                </a:ext>
              </a:extLst>
            </p:cNvPr>
            <p:cNvSpPr>
              <a:spLocks noChangeArrowheads="1"/>
            </p:cNvSpPr>
            <p:nvPr/>
          </p:nvSpPr>
          <p:spPr bwMode="auto">
            <a:xfrm>
              <a:off x="2689" y="1107"/>
              <a:ext cx="1" cy="2093"/>
            </a:xfrm>
            <a:custGeom>
              <a:avLst/>
              <a:gdLst>
                <a:gd name="T0" fmla="*/ 0 w 1"/>
                <a:gd name="T1" fmla="*/ 0 h 2217"/>
                <a:gd name="T2" fmla="*/ 0 w 1"/>
                <a:gd name="T3" fmla="*/ 2217 h 2217"/>
              </a:gdLst>
              <a:ahLst/>
              <a:cxnLst>
                <a:cxn ang="0">
                  <a:pos x="T0" y="T1"/>
                </a:cxn>
                <a:cxn ang="0">
                  <a:pos x="T2" y="T3"/>
                </a:cxn>
              </a:cxnLst>
              <a:rect l="0" t="0" r="r" b="b"/>
              <a:pathLst>
                <a:path w="1" h="2217">
                  <a:moveTo>
                    <a:pt x="0" y="0"/>
                  </a:moveTo>
                  <a:lnTo>
                    <a:pt x="0" y="2217"/>
                  </a:lnTo>
                </a:path>
              </a:pathLst>
            </a:custGeom>
            <a:solidFill>
              <a:srgbClr val="FFFFFF"/>
            </a:solidFill>
            <a:ln w="28575"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387" name="Oval 171">
              <a:extLst>
                <a:ext uri="{FF2B5EF4-FFF2-40B4-BE49-F238E27FC236}">
                  <a16:creationId xmlns:a16="http://schemas.microsoft.com/office/drawing/2014/main" id="{069A7CC7-8261-4BC5-8723-CF415506CB8C}"/>
                </a:ext>
              </a:extLst>
            </p:cNvPr>
            <p:cNvSpPr>
              <a:spLocks noChangeArrowheads="1"/>
            </p:cNvSpPr>
            <p:nvPr/>
          </p:nvSpPr>
          <p:spPr bwMode="auto">
            <a:xfrm>
              <a:off x="2666" y="3173"/>
              <a:ext cx="45" cy="40"/>
            </a:xfrm>
            <a:prstGeom prst="ellipse">
              <a:avLst/>
            </a:prstGeom>
            <a:solidFill>
              <a:srgbClr val="FFFF00"/>
            </a:solidFill>
            <a:ln w="19050">
              <a:solidFill>
                <a:srgbClr val="FF33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388" name="Rectangle 172">
            <a:extLst>
              <a:ext uri="{FF2B5EF4-FFF2-40B4-BE49-F238E27FC236}">
                <a16:creationId xmlns:a16="http://schemas.microsoft.com/office/drawing/2014/main" id="{A3872FE0-0360-48EA-901E-5488076E7D81}"/>
              </a:ext>
            </a:extLst>
          </p:cNvPr>
          <p:cNvSpPr>
            <a:spLocks noGrp="1" noChangeArrowheads="1"/>
          </p:cNvSpPr>
          <p:nvPr>
            <p:ph type="title" idx="4294967295"/>
          </p:nvPr>
        </p:nvSpPr>
        <p:spPr>
          <a:xfrm flipH="1">
            <a:off x="8839200" y="304800"/>
            <a:ext cx="76200" cy="228600"/>
          </a:xfrm>
        </p:spPr>
        <p:txBody>
          <a:bodyPr/>
          <a:lstStyle/>
          <a:p>
            <a:pPr algn="r"/>
            <a:r>
              <a:rPr lang="zh-CN" altLang="en-US" sz="200">
                <a:solidFill>
                  <a:schemeClr val="bg1"/>
                </a:solidFill>
              </a:rPr>
              <a:t>例</a:t>
            </a:r>
            <a:r>
              <a:rPr lang="en-US" altLang="zh-CN" sz="200">
                <a:solidFill>
                  <a:schemeClr val="bg1"/>
                </a:solidFill>
              </a:rPr>
              <a:t>4</a:t>
            </a:r>
            <a:r>
              <a:rPr lang="zh-CN" altLang="en-US" sz="200">
                <a:solidFill>
                  <a:schemeClr val="bg1"/>
                </a:solidFill>
              </a:rPr>
              <a:t>：三棱</a:t>
            </a:r>
            <a:r>
              <a:rPr lang="zh-CN" altLang="zh-CN" sz="200" b="1">
                <a:solidFill>
                  <a:schemeClr val="bg1"/>
                </a:solidFill>
              </a:rPr>
              <a:t>柱与四棱台相贯</a:t>
            </a:r>
            <a:endParaRPr lang="zh-CN" altLang="en-US" sz="20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65"/>
                                        </p:tgtEl>
                                        <p:attrNameLst>
                                          <p:attrName>style.visibility</p:attrName>
                                        </p:attrNameLst>
                                      </p:cBhvr>
                                      <p:to>
                                        <p:strVal val="visible"/>
                                      </p:to>
                                    </p:set>
                                    <p:animEffect transition="in" filter="wipe(left)">
                                      <p:cBhvr>
                                        <p:cTn id="7" dur="500"/>
                                        <p:tgtEl>
                                          <p:spTgt spid="92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64"/>
                                        </p:tgtEl>
                                        <p:attrNameLst>
                                          <p:attrName>style.visibility</p:attrName>
                                        </p:attrNameLst>
                                      </p:cBhvr>
                                      <p:to>
                                        <p:strVal val="visible"/>
                                      </p:to>
                                    </p:set>
                                    <p:animEffect transition="in" filter="wipe(left)">
                                      <p:cBhvr>
                                        <p:cTn id="12" dur="500"/>
                                        <p:tgtEl>
                                          <p:spTgt spid="9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226"/>
                                        </p:tgtEl>
                                        <p:attrNameLst>
                                          <p:attrName>style.visibility</p:attrName>
                                        </p:attrNameLst>
                                      </p:cBhvr>
                                      <p:to>
                                        <p:strVal val="visible"/>
                                      </p:to>
                                    </p:set>
                                    <p:animEffect transition="in" filter="wipe(up)">
                                      <p:cBhvr>
                                        <p:cTn id="17" dur="500"/>
                                        <p:tgtEl>
                                          <p:spTgt spid="92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9368"/>
                                        </p:tgtEl>
                                        <p:attrNameLst>
                                          <p:attrName>style.visibility</p:attrName>
                                        </p:attrNameLst>
                                      </p:cBhvr>
                                      <p:to>
                                        <p:strVal val="visible"/>
                                      </p:to>
                                    </p:set>
                                    <p:anim calcmode="lin" valueType="num">
                                      <p:cBhvr>
                                        <p:cTn id="22" dur="500" fill="hold"/>
                                        <p:tgtEl>
                                          <p:spTgt spid="9368"/>
                                        </p:tgtEl>
                                        <p:attrNameLst>
                                          <p:attrName>ppt_w</p:attrName>
                                        </p:attrNameLst>
                                      </p:cBhvr>
                                      <p:tavLst>
                                        <p:tav tm="0">
                                          <p:val>
                                            <p:fltVal val="0"/>
                                          </p:val>
                                        </p:tav>
                                        <p:tav tm="100000">
                                          <p:val>
                                            <p:strVal val="#ppt_w"/>
                                          </p:val>
                                        </p:tav>
                                      </p:tavLst>
                                    </p:anim>
                                    <p:anim calcmode="lin" valueType="num">
                                      <p:cBhvr>
                                        <p:cTn id="23" dur="500" fill="hold"/>
                                        <p:tgtEl>
                                          <p:spTgt spid="9368"/>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9365"/>
                                        </p:tgtEl>
                                        <p:attrNameLst>
                                          <p:attrName>style.visibility</p:attrName>
                                        </p:attrNameLst>
                                      </p:cBhvr>
                                      <p:to>
                                        <p:strVal val="visible"/>
                                      </p:to>
                                    </p:set>
                                    <p:animEffect transition="in" filter="wipe(down)">
                                      <p:cBhvr>
                                        <p:cTn id="28" dur="500"/>
                                        <p:tgtEl>
                                          <p:spTgt spid="936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9295"/>
                                        </p:tgtEl>
                                        <p:attrNameLst>
                                          <p:attrName>style.visibility</p:attrName>
                                        </p:attrNameLst>
                                      </p:cBhvr>
                                      <p:to>
                                        <p:strVal val="visible"/>
                                      </p:to>
                                    </p:set>
                                    <p:animEffect transition="in" filter="wipe(left)">
                                      <p:cBhvr>
                                        <p:cTn id="33" dur="500"/>
                                        <p:tgtEl>
                                          <p:spTgt spid="929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9287"/>
                                        </p:tgtEl>
                                        <p:attrNameLst>
                                          <p:attrName>style.visibility</p:attrName>
                                        </p:attrNameLst>
                                      </p:cBhvr>
                                      <p:to>
                                        <p:strVal val="visible"/>
                                      </p:to>
                                    </p:set>
                                    <p:animEffect transition="in" filter="wipe(left)">
                                      <p:cBhvr>
                                        <p:cTn id="38" dur="500"/>
                                        <p:tgtEl>
                                          <p:spTgt spid="928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9223"/>
                                        </p:tgtEl>
                                        <p:attrNameLst>
                                          <p:attrName>style.visibility</p:attrName>
                                        </p:attrNameLst>
                                      </p:cBhvr>
                                      <p:to>
                                        <p:strVal val="visible"/>
                                      </p:to>
                                    </p:set>
                                    <p:animEffect transition="in" filter="wipe(left)">
                                      <p:cBhvr>
                                        <p:cTn id="43" dur="500"/>
                                        <p:tgtEl>
                                          <p:spTgt spid="922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9315"/>
                                        </p:tgtEl>
                                        <p:attrNameLst>
                                          <p:attrName>style.visibility</p:attrName>
                                        </p:attrNameLst>
                                      </p:cBhvr>
                                      <p:to>
                                        <p:strVal val="visible"/>
                                      </p:to>
                                    </p:set>
                                    <p:animEffect transition="in" filter="wipe(up)">
                                      <p:cBhvr>
                                        <p:cTn id="48" dur="500"/>
                                        <p:tgtEl>
                                          <p:spTgt spid="931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371"/>
                                        </p:tgtEl>
                                        <p:attrNameLst>
                                          <p:attrName>style.visibility</p:attrName>
                                        </p:attrNameLst>
                                      </p:cBhvr>
                                      <p:to>
                                        <p:strVal val="visible"/>
                                      </p:to>
                                    </p:set>
                                    <p:animEffect transition="in" filter="wipe(left)">
                                      <p:cBhvr>
                                        <p:cTn id="53" dur="500"/>
                                        <p:tgtEl>
                                          <p:spTgt spid="937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32" fill="hold" nodeType="clickEffect">
                                  <p:stCondLst>
                                    <p:cond delay="0"/>
                                  </p:stCondLst>
                                  <p:childTnLst>
                                    <p:set>
                                      <p:cBhvr>
                                        <p:cTn id="57" dur="1" fill="hold">
                                          <p:stCondLst>
                                            <p:cond delay="0"/>
                                          </p:stCondLst>
                                        </p:cTn>
                                        <p:tgtEl>
                                          <p:spTgt spid="9377"/>
                                        </p:tgtEl>
                                        <p:attrNameLst>
                                          <p:attrName>style.visibility</p:attrName>
                                        </p:attrNameLst>
                                      </p:cBhvr>
                                      <p:to>
                                        <p:strVal val="visible"/>
                                      </p:to>
                                    </p:set>
                                    <p:anim calcmode="lin" valueType="num">
                                      <p:cBhvr>
                                        <p:cTn id="58" dur="500" fill="hold"/>
                                        <p:tgtEl>
                                          <p:spTgt spid="9377"/>
                                        </p:tgtEl>
                                        <p:attrNameLst>
                                          <p:attrName>ppt_w</p:attrName>
                                        </p:attrNameLst>
                                      </p:cBhvr>
                                      <p:tavLst>
                                        <p:tav tm="0">
                                          <p:val>
                                            <p:strVal val="4*#ppt_w"/>
                                          </p:val>
                                        </p:tav>
                                        <p:tav tm="100000">
                                          <p:val>
                                            <p:strVal val="#ppt_w"/>
                                          </p:val>
                                        </p:tav>
                                      </p:tavLst>
                                    </p:anim>
                                    <p:anim calcmode="lin" valueType="num">
                                      <p:cBhvr>
                                        <p:cTn id="59" dur="500" fill="hold"/>
                                        <p:tgtEl>
                                          <p:spTgt spid="9377"/>
                                        </p:tgtEl>
                                        <p:attrNameLst>
                                          <p:attrName>ppt_h</p:attrName>
                                        </p:attrNameLst>
                                      </p:cBhvr>
                                      <p:tavLst>
                                        <p:tav tm="0">
                                          <p:val>
                                            <p:strVal val="4*#ppt_h"/>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9385"/>
                                        </p:tgtEl>
                                        <p:attrNameLst>
                                          <p:attrName>style.visibility</p:attrName>
                                        </p:attrNameLst>
                                      </p:cBhvr>
                                      <p:to>
                                        <p:strVal val="visible"/>
                                      </p:to>
                                    </p:set>
                                    <p:animEffect transition="in" filter="wipe(up)">
                                      <p:cBhvr>
                                        <p:cTn id="64" dur="500"/>
                                        <p:tgtEl>
                                          <p:spTgt spid="938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9218"/>
                                        </p:tgtEl>
                                        <p:attrNameLst>
                                          <p:attrName>style.visibility</p:attrName>
                                        </p:attrNameLst>
                                      </p:cBhvr>
                                      <p:to>
                                        <p:strVal val="visible"/>
                                      </p:to>
                                    </p:set>
                                    <p:animEffect transition="in" filter="wipe(left)">
                                      <p:cBhvr>
                                        <p:cTn id="69" dur="500"/>
                                        <p:tgtEl>
                                          <p:spTgt spid="921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3" presetClass="entr" presetSubtype="32" fill="hold" nodeType="clickEffect">
                                  <p:stCondLst>
                                    <p:cond delay="0"/>
                                  </p:stCondLst>
                                  <p:childTnLst>
                                    <p:set>
                                      <p:cBhvr>
                                        <p:cTn id="73" dur="1" fill="hold">
                                          <p:stCondLst>
                                            <p:cond delay="0"/>
                                          </p:stCondLst>
                                        </p:cTn>
                                        <p:tgtEl>
                                          <p:spTgt spid="9382"/>
                                        </p:tgtEl>
                                        <p:attrNameLst>
                                          <p:attrName>style.visibility</p:attrName>
                                        </p:attrNameLst>
                                      </p:cBhvr>
                                      <p:to>
                                        <p:strVal val="visible"/>
                                      </p:to>
                                    </p:set>
                                    <p:anim calcmode="lin" valueType="num">
                                      <p:cBhvr>
                                        <p:cTn id="74" dur="500" fill="hold"/>
                                        <p:tgtEl>
                                          <p:spTgt spid="9382"/>
                                        </p:tgtEl>
                                        <p:attrNameLst>
                                          <p:attrName>ppt_w</p:attrName>
                                        </p:attrNameLst>
                                      </p:cBhvr>
                                      <p:tavLst>
                                        <p:tav tm="0">
                                          <p:val>
                                            <p:strVal val="4*#ppt_w"/>
                                          </p:val>
                                        </p:tav>
                                        <p:tav tm="100000">
                                          <p:val>
                                            <p:strVal val="#ppt_w"/>
                                          </p:val>
                                        </p:tav>
                                      </p:tavLst>
                                    </p:anim>
                                    <p:anim calcmode="lin" valueType="num">
                                      <p:cBhvr>
                                        <p:cTn id="75" dur="500" fill="hold"/>
                                        <p:tgtEl>
                                          <p:spTgt spid="9382"/>
                                        </p:tgtEl>
                                        <p:attrNameLst>
                                          <p:attrName>ppt_h</p:attrName>
                                        </p:attrNameLst>
                                      </p:cBhvr>
                                      <p:tavLst>
                                        <p:tav tm="0">
                                          <p:val>
                                            <p:strVal val="4*#ppt_h"/>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9355"/>
                                        </p:tgtEl>
                                        <p:attrNameLst>
                                          <p:attrName>style.visibility</p:attrName>
                                        </p:attrNameLst>
                                      </p:cBhvr>
                                      <p:to>
                                        <p:strVal val="visible"/>
                                      </p:to>
                                    </p:set>
                                    <p:animEffect transition="in" filter="wipe(up)">
                                      <p:cBhvr>
                                        <p:cTn id="80" dur="500"/>
                                        <p:tgtEl>
                                          <p:spTgt spid="935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9334"/>
                                        </p:tgtEl>
                                        <p:attrNameLst>
                                          <p:attrName>style.visibility</p:attrName>
                                        </p:attrNameLst>
                                      </p:cBhvr>
                                      <p:to>
                                        <p:strVal val="visible"/>
                                      </p:to>
                                    </p:set>
                                    <p:animEffect transition="in" filter="wipe(left)">
                                      <p:cBhvr>
                                        <p:cTn id="85" dur="500"/>
                                        <p:tgtEl>
                                          <p:spTgt spid="933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9330"/>
                                        </p:tgtEl>
                                        <p:attrNameLst>
                                          <p:attrName>style.visibility</p:attrName>
                                        </p:attrNameLst>
                                      </p:cBhvr>
                                      <p:to>
                                        <p:strVal val="visible"/>
                                      </p:to>
                                    </p:set>
                                    <p:animEffect transition="in" filter="wipe(left)">
                                      <p:cBhvr>
                                        <p:cTn id="90" dur="500"/>
                                        <p:tgtEl>
                                          <p:spTgt spid="933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9272"/>
                                        </p:tgtEl>
                                        <p:attrNameLst>
                                          <p:attrName>style.visibility</p:attrName>
                                        </p:attrNameLst>
                                      </p:cBhvr>
                                      <p:to>
                                        <p:strVal val="visible"/>
                                      </p:to>
                                    </p:set>
                                    <p:animEffect transition="in" filter="wipe(up)">
                                      <p:cBhvr>
                                        <p:cTn id="95" dur="500"/>
                                        <p:tgtEl>
                                          <p:spTgt spid="9272"/>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3" presetClass="entr" presetSubtype="32" fill="hold" nodeType="clickEffect">
                                  <p:stCondLst>
                                    <p:cond delay="0"/>
                                  </p:stCondLst>
                                  <p:childTnLst>
                                    <p:set>
                                      <p:cBhvr>
                                        <p:cTn id="99" dur="1" fill="hold">
                                          <p:stCondLst>
                                            <p:cond delay="0"/>
                                          </p:stCondLst>
                                        </p:cTn>
                                        <p:tgtEl>
                                          <p:spTgt spid="9374"/>
                                        </p:tgtEl>
                                        <p:attrNameLst>
                                          <p:attrName>style.visibility</p:attrName>
                                        </p:attrNameLst>
                                      </p:cBhvr>
                                      <p:to>
                                        <p:strVal val="visible"/>
                                      </p:to>
                                    </p:set>
                                    <p:anim calcmode="lin" valueType="num">
                                      <p:cBhvr>
                                        <p:cTn id="100" dur="500" fill="hold"/>
                                        <p:tgtEl>
                                          <p:spTgt spid="9374"/>
                                        </p:tgtEl>
                                        <p:attrNameLst>
                                          <p:attrName>ppt_w</p:attrName>
                                        </p:attrNameLst>
                                      </p:cBhvr>
                                      <p:tavLst>
                                        <p:tav tm="0">
                                          <p:val>
                                            <p:strVal val="4*#ppt_w"/>
                                          </p:val>
                                        </p:tav>
                                        <p:tav tm="100000">
                                          <p:val>
                                            <p:strVal val="#ppt_w"/>
                                          </p:val>
                                        </p:tav>
                                      </p:tavLst>
                                    </p:anim>
                                    <p:anim calcmode="lin" valueType="num">
                                      <p:cBhvr>
                                        <p:cTn id="101" dur="500" fill="hold"/>
                                        <p:tgtEl>
                                          <p:spTgt spid="9374"/>
                                        </p:tgtEl>
                                        <p:attrNameLst>
                                          <p:attrName>ppt_h</p:attrName>
                                        </p:attrNameLst>
                                      </p:cBhvr>
                                      <p:tavLst>
                                        <p:tav tm="0">
                                          <p:val>
                                            <p:strVal val="4*#ppt_h"/>
                                          </p:val>
                                        </p:tav>
                                        <p:tav tm="100000">
                                          <p:val>
                                            <p:strVal val="#ppt_h"/>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9372"/>
                                        </p:tgtEl>
                                        <p:attrNameLst>
                                          <p:attrName>style.visibility</p:attrName>
                                        </p:attrNameLst>
                                      </p:cBhvr>
                                      <p:to>
                                        <p:strVal val="visible"/>
                                      </p:to>
                                    </p:set>
                                    <p:animEffect transition="in" filter="wipe(left)">
                                      <p:cBhvr>
                                        <p:cTn id="106" dur="500"/>
                                        <p:tgtEl>
                                          <p:spTgt spid="937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3" presetClass="entr" presetSubtype="32" fill="hold" nodeType="clickEffect">
                                  <p:stCondLst>
                                    <p:cond delay="0"/>
                                  </p:stCondLst>
                                  <p:childTnLst>
                                    <p:set>
                                      <p:cBhvr>
                                        <p:cTn id="110" dur="1" fill="hold">
                                          <p:stCondLst>
                                            <p:cond delay="0"/>
                                          </p:stCondLst>
                                        </p:cTn>
                                        <p:tgtEl>
                                          <p:spTgt spid="9340"/>
                                        </p:tgtEl>
                                        <p:attrNameLst>
                                          <p:attrName>style.visibility</p:attrName>
                                        </p:attrNameLst>
                                      </p:cBhvr>
                                      <p:to>
                                        <p:strVal val="visible"/>
                                      </p:to>
                                    </p:set>
                                    <p:anim calcmode="lin" valueType="num">
                                      <p:cBhvr>
                                        <p:cTn id="111" dur="500" fill="hold"/>
                                        <p:tgtEl>
                                          <p:spTgt spid="9340"/>
                                        </p:tgtEl>
                                        <p:attrNameLst>
                                          <p:attrName>ppt_w</p:attrName>
                                        </p:attrNameLst>
                                      </p:cBhvr>
                                      <p:tavLst>
                                        <p:tav tm="0">
                                          <p:val>
                                            <p:strVal val="4*#ppt_w"/>
                                          </p:val>
                                        </p:tav>
                                        <p:tav tm="100000">
                                          <p:val>
                                            <p:strVal val="#ppt_w"/>
                                          </p:val>
                                        </p:tav>
                                      </p:tavLst>
                                    </p:anim>
                                    <p:anim calcmode="lin" valueType="num">
                                      <p:cBhvr>
                                        <p:cTn id="112" dur="500" fill="hold"/>
                                        <p:tgtEl>
                                          <p:spTgt spid="9340"/>
                                        </p:tgtEl>
                                        <p:attrNameLst>
                                          <p:attrName>ppt_h</p:attrName>
                                        </p:attrNameLst>
                                      </p:cBhvr>
                                      <p:tavLst>
                                        <p:tav tm="0">
                                          <p:val>
                                            <p:strVal val="4*#ppt_h"/>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3" presetClass="entr" presetSubtype="32" fill="hold" nodeType="clickEffect">
                                  <p:stCondLst>
                                    <p:cond delay="0"/>
                                  </p:stCondLst>
                                  <p:childTnLst>
                                    <p:set>
                                      <p:cBhvr>
                                        <p:cTn id="116" dur="1" fill="hold">
                                          <p:stCondLst>
                                            <p:cond delay="0"/>
                                          </p:stCondLst>
                                        </p:cTn>
                                        <p:tgtEl>
                                          <p:spTgt spid="9361"/>
                                        </p:tgtEl>
                                        <p:attrNameLst>
                                          <p:attrName>style.visibility</p:attrName>
                                        </p:attrNameLst>
                                      </p:cBhvr>
                                      <p:to>
                                        <p:strVal val="visible"/>
                                      </p:to>
                                    </p:set>
                                    <p:anim calcmode="lin" valueType="num">
                                      <p:cBhvr>
                                        <p:cTn id="117" dur="500" fill="hold"/>
                                        <p:tgtEl>
                                          <p:spTgt spid="9361"/>
                                        </p:tgtEl>
                                        <p:attrNameLst>
                                          <p:attrName>ppt_w</p:attrName>
                                        </p:attrNameLst>
                                      </p:cBhvr>
                                      <p:tavLst>
                                        <p:tav tm="0">
                                          <p:val>
                                            <p:strVal val="4*#ppt_w"/>
                                          </p:val>
                                        </p:tav>
                                        <p:tav tm="100000">
                                          <p:val>
                                            <p:strVal val="#ppt_w"/>
                                          </p:val>
                                        </p:tav>
                                      </p:tavLst>
                                    </p:anim>
                                    <p:anim calcmode="lin" valueType="num">
                                      <p:cBhvr>
                                        <p:cTn id="118" dur="500" fill="hold"/>
                                        <p:tgtEl>
                                          <p:spTgt spid="9361"/>
                                        </p:tgtEl>
                                        <p:attrNameLst>
                                          <p:attrName>ppt_h</p:attrName>
                                        </p:attrNameLst>
                                      </p:cBhvr>
                                      <p:tavLst>
                                        <p:tav tm="0">
                                          <p:val>
                                            <p:strVal val="4*#ppt_h"/>
                                          </p:val>
                                        </p:tav>
                                        <p:tav tm="100000">
                                          <p:val>
                                            <p:strVal val="#ppt_h"/>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4" fill="hold" nodeType="clickEffect">
                                  <p:stCondLst>
                                    <p:cond delay="0"/>
                                  </p:stCondLst>
                                  <p:childTnLst>
                                    <p:set>
                                      <p:cBhvr>
                                        <p:cTn id="122" dur="1" fill="hold">
                                          <p:stCondLst>
                                            <p:cond delay="0"/>
                                          </p:stCondLst>
                                        </p:cTn>
                                        <p:tgtEl>
                                          <p:spTgt spid="9282"/>
                                        </p:tgtEl>
                                        <p:attrNameLst>
                                          <p:attrName>style.visibility</p:attrName>
                                        </p:attrNameLst>
                                      </p:cBhvr>
                                      <p:to>
                                        <p:strVal val="visible"/>
                                      </p:to>
                                    </p:set>
                                    <p:animEffect transition="in" filter="wipe(down)">
                                      <p:cBhvr>
                                        <p:cTn id="123" dur="500"/>
                                        <p:tgtEl>
                                          <p:spTgt spid="9282"/>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3" presetClass="entr" presetSubtype="32" fill="hold" nodeType="clickEffect">
                                  <p:stCondLst>
                                    <p:cond delay="0"/>
                                  </p:stCondLst>
                                  <p:childTnLst>
                                    <p:set>
                                      <p:cBhvr>
                                        <p:cTn id="127" dur="1" fill="hold">
                                          <p:stCondLst>
                                            <p:cond delay="0"/>
                                          </p:stCondLst>
                                        </p:cTn>
                                        <p:tgtEl>
                                          <p:spTgt spid="9327"/>
                                        </p:tgtEl>
                                        <p:attrNameLst>
                                          <p:attrName>style.visibility</p:attrName>
                                        </p:attrNameLst>
                                      </p:cBhvr>
                                      <p:to>
                                        <p:strVal val="visible"/>
                                      </p:to>
                                    </p:set>
                                    <p:anim calcmode="lin" valueType="num">
                                      <p:cBhvr>
                                        <p:cTn id="128" dur="500" fill="hold"/>
                                        <p:tgtEl>
                                          <p:spTgt spid="9327"/>
                                        </p:tgtEl>
                                        <p:attrNameLst>
                                          <p:attrName>ppt_w</p:attrName>
                                        </p:attrNameLst>
                                      </p:cBhvr>
                                      <p:tavLst>
                                        <p:tav tm="0">
                                          <p:val>
                                            <p:strVal val="4*#ppt_w"/>
                                          </p:val>
                                        </p:tav>
                                        <p:tav tm="100000">
                                          <p:val>
                                            <p:strVal val="#ppt_w"/>
                                          </p:val>
                                        </p:tav>
                                      </p:tavLst>
                                    </p:anim>
                                    <p:anim calcmode="lin" valueType="num">
                                      <p:cBhvr>
                                        <p:cTn id="129" dur="500" fill="hold"/>
                                        <p:tgtEl>
                                          <p:spTgt spid="9327"/>
                                        </p:tgtEl>
                                        <p:attrNameLst>
                                          <p:attrName>ppt_h</p:attrName>
                                        </p:attrNameLst>
                                      </p:cBhvr>
                                      <p:tavLst>
                                        <p:tav tm="0">
                                          <p:val>
                                            <p:strVal val="4*#ppt_h"/>
                                          </p:val>
                                        </p:tav>
                                        <p:tav tm="100000">
                                          <p:val>
                                            <p:strVal val="#ppt_h"/>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1" fill="hold" nodeType="clickEffect">
                                  <p:stCondLst>
                                    <p:cond delay="0"/>
                                  </p:stCondLst>
                                  <p:childTnLst>
                                    <p:set>
                                      <p:cBhvr>
                                        <p:cTn id="133" dur="1" fill="hold">
                                          <p:stCondLst>
                                            <p:cond delay="0"/>
                                          </p:stCondLst>
                                        </p:cTn>
                                        <p:tgtEl>
                                          <p:spTgt spid="9266"/>
                                        </p:tgtEl>
                                        <p:attrNameLst>
                                          <p:attrName>style.visibility</p:attrName>
                                        </p:attrNameLst>
                                      </p:cBhvr>
                                      <p:to>
                                        <p:strVal val="visible"/>
                                      </p:to>
                                    </p:set>
                                    <p:animEffect transition="in" filter="wipe(up)">
                                      <p:cBhvr>
                                        <p:cTn id="134" dur="500"/>
                                        <p:tgtEl>
                                          <p:spTgt spid="9266"/>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9269"/>
                                        </p:tgtEl>
                                        <p:attrNameLst>
                                          <p:attrName>style.visibility</p:attrName>
                                        </p:attrNameLst>
                                      </p:cBhvr>
                                      <p:to>
                                        <p:strVal val="visible"/>
                                      </p:to>
                                    </p:set>
                                    <p:animEffect transition="in" filter="wipe(left)">
                                      <p:cBhvr>
                                        <p:cTn id="139" dur="500"/>
                                        <p:tgtEl>
                                          <p:spTgt spid="9269"/>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3" presetClass="entr" presetSubtype="32" fill="hold" nodeType="clickEffect">
                                  <p:stCondLst>
                                    <p:cond delay="0"/>
                                  </p:stCondLst>
                                  <p:childTnLst>
                                    <p:set>
                                      <p:cBhvr>
                                        <p:cTn id="143" dur="1" fill="hold">
                                          <p:stCondLst>
                                            <p:cond delay="0"/>
                                          </p:stCondLst>
                                        </p:cTn>
                                        <p:tgtEl>
                                          <p:spTgt spid="9358"/>
                                        </p:tgtEl>
                                        <p:attrNameLst>
                                          <p:attrName>style.visibility</p:attrName>
                                        </p:attrNameLst>
                                      </p:cBhvr>
                                      <p:to>
                                        <p:strVal val="visible"/>
                                      </p:to>
                                    </p:set>
                                    <p:anim calcmode="lin" valueType="num">
                                      <p:cBhvr>
                                        <p:cTn id="144" dur="500" fill="hold"/>
                                        <p:tgtEl>
                                          <p:spTgt spid="9358"/>
                                        </p:tgtEl>
                                        <p:attrNameLst>
                                          <p:attrName>ppt_w</p:attrName>
                                        </p:attrNameLst>
                                      </p:cBhvr>
                                      <p:tavLst>
                                        <p:tav tm="0">
                                          <p:val>
                                            <p:strVal val="4*#ppt_w"/>
                                          </p:val>
                                        </p:tav>
                                        <p:tav tm="100000">
                                          <p:val>
                                            <p:strVal val="#ppt_w"/>
                                          </p:val>
                                        </p:tav>
                                      </p:tavLst>
                                    </p:anim>
                                    <p:anim calcmode="lin" valueType="num">
                                      <p:cBhvr>
                                        <p:cTn id="145" dur="500" fill="hold"/>
                                        <p:tgtEl>
                                          <p:spTgt spid="9358"/>
                                        </p:tgtEl>
                                        <p:attrNameLst>
                                          <p:attrName>ppt_h</p:attrName>
                                        </p:attrNameLst>
                                      </p:cBhvr>
                                      <p:tavLst>
                                        <p:tav tm="0">
                                          <p:val>
                                            <p:strVal val="4*#ppt_h"/>
                                          </p:val>
                                        </p:tav>
                                        <p:tav tm="100000">
                                          <p:val>
                                            <p:strVal val="#ppt_h"/>
                                          </p:val>
                                        </p:tav>
                                      </p:tavLst>
                                    </p:anim>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4" fill="hold" nodeType="clickEffect">
                                  <p:stCondLst>
                                    <p:cond delay="0"/>
                                  </p:stCondLst>
                                  <p:childTnLst>
                                    <p:set>
                                      <p:cBhvr>
                                        <p:cTn id="149" dur="1" fill="hold">
                                          <p:stCondLst>
                                            <p:cond delay="0"/>
                                          </p:stCondLst>
                                        </p:cTn>
                                        <p:tgtEl>
                                          <p:spTgt spid="9277"/>
                                        </p:tgtEl>
                                        <p:attrNameLst>
                                          <p:attrName>style.visibility</p:attrName>
                                        </p:attrNameLst>
                                      </p:cBhvr>
                                      <p:to>
                                        <p:strVal val="visible"/>
                                      </p:to>
                                    </p:set>
                                    <p:animEffect transition="in" filter="wipe(down)">
                                      <p:cBhvr>
                                        <p:cTn id="150" dur="500"/>
                                        <p:tgtEl>
                                          <p:spTgt spid="9277"/>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3" presetClass="entr" presetSubtype="32" fill="hold" nodeType="clickEffect">
                                  <p:stCondLst>
                                    <p:cond delay="0"/>
                                  </p:stCondLst>
                                  <p:childTnLst>
                                    <p:set>
                                      <p:cBhvr>
                                        <p:cTn id="154" dur="1" fill="hold">
                                          <p:stCondLst>
                                            <p:cond delay="0"/>
                                          </p:stCondLst>
                                        </p:cTn>
                                        <p:tgtEl>
                                          <p:spTgt spid="9337"/>
                                        </p:tgtEl>
                                        <p:attrNameLst>
                                          <p:attrName>style.visibility</p:attrName>
                                        </p:attrNameLst>
                                      </p:cBhvr>
                                      <p:to>
                                        <p:strVal val="visible"/>
                                      </p:to>
                                    </p:set>
                                    <p:anim calcmode="lin" valueType="num">
                                      <p:cBhvr>
                                        <p:cTn id="155" dur="500" fill="hold"/>
                                        <p:tgtEl>
                                          <p:spTgt spid="9337"/>
                                        </p:tgtEl>
                                        <p:attrNameLst>
                                          <p:attrName>ppt_w</p:attrName>
                                        </p:attrNameLst>
                                      </p:cBhvr>
                                      <p:tavLst>
                                        <p:tav tm="0">
                                          <p:val>
                                            <p:strVal val="4*#ppt_w"/>
                                          </p:val>
                                        </p:tav>
                                        <p:tav tm="100000">
                                          <p:val>
                                            <p:strVal val="#ppt_w"/>
                                          </p:val>
                                        </p:tav>
                                      </p:tavLst>
                                    </p:anim>
                                    <p:anim calcmode="lin" valueType="num">
                                      <p:cBhvr>
                                        <p:cTn id="156" dur="500" fill="hold"/>
                                        <p:tgtEl>
                                          <p:spTgt spid="9337"/>
                                        </p:tgtEl>
                                        <p:attrNameLst>
                                          <p:attrName>ppt_h</p:attrName>
                                        </p:attrNameLst>
                                      </p:cBhvr>
                                      <p:tavLst>
                                        <p:tav tm="0">
                                          <p:val>
                                            <p:strVal val="4*#ppt_h"/>
                                          </p:val>
                                        </p:tav>
                                        <p:tav tm="100000">
                                          <p:val>
                                            <p:strVal val="#ppt_h"/>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9373"/>
                                        </p:tgtEl>
                                        <p:attrNameLst>
                                          <p:attrName>style.visibility</p:attrName>
                                        </p:attrNameLst>
                                      </p:cBhvr>
                                      <p:to>
                                        <p:strVal val="visible"/>
                                      </p:to>
                                    </p:set>
                                    <p:animEffect transition="in" filter="wipe(left)">
                                      <p:cBhvr>
                                        <p:cTn id="161" dur="500"/>
                                        <p:tgtEl>
                                          <p:spTgt spid="9373"/>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3" presetClass="entr" presetSubtype="16" fill="hold" nodeType="clickEffect">
                                  <p:stCondLst>
                                    <p:cond delay="0"/>
                                  </p:stCondLst>
                                  <p:childTnLst>
                                    <p:set>
                                      <p:cBhvr>
                                        <p:cTn id="165" dur="1" fill="hold">
                                          <p:stCondLst>
                                            <p:cond delay="0"/>
                                          </p:stCondLst>
                                        </p:cTn>
                                        <p:tgtEl>
                                          <p:spTgt spid="9390"/>
                                        </p:tgtEl>
                                        <p:attrNameLst>
                                          <p:attrName>style.visibility</p:attrName>
                                        </p:attrNameLst>
                                      </p:cBhvr>
                                      <p:to>
                                        <p:strVal val="visible"/>
                                      </p:to>
                                    </p:set>
                                    <p:anim calcmode="lin" valueType="num">
                                      <p:cBhvr>
                                        <p:cTn id="166" dur="500" fill="hold"/>
                                        <p:tgtEl>
                                          <p:spTgt spid="9390"/>
                                        </p:tgtEl>
                                        <p:attrNameLst>
                                          <p:attrName>ppt_w</p:attrName>
                                        </p:attrNameLst>
                                      </p:cBhvr>
                                      <p:tavLst>
                                        <p:tav tm="0">
                                          <p:val>
                                            <p:fltVal val="0"/>
                                          </p:val>
                                        </p:tav>
                                        <p:tav tm="100000">
                                          <p:val>
                                            <p:strVal val="#ppt_w"/>
                                          </p:val>
                                        </p:tav>
                                      </p:tavLst>
                                    </p:anim>
                                    <p:anim calcmode="lin" valueType="num">
                                      <p:cBhvr>
                                        <p:cTn id="167" dur="500" fill="hold"/>
                                        <p:tgtEl>
                                          <p:spTgt spid="93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64"/>
                                            </p:cond>
                                          </p:stCondLst>
                                          <p:endCondLst>
                                            <p:cond evt="onStopAudio" delay="0">
                                              <p:tgtEl>
                                                <p:sldTgt/>
                                              </p:tgtEl>
                                            </p:cond>
                                          </p:endCondLst>
                                        </p:cTn>
                                        <p:tgtEl>
                                          <p:sndTgt r:embed="rId2" name="WHOOSH.WAV"/>
                                        </p:tgtEl>
                                      </p:cMediaNode>
                                    </p:audio>
                                  </p:sub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1" fill="hold" nodeType="clickEffect">
                                  <p:stCondLst>
                                    <p:cond delay="0"/>
                                  </p:stCondLst>
                                  <p:childTnLst>
                                    <p:set>
                                      <p:cBhvr>
                                        <p:cTn id="171" dur="1" fill="hold">
                                          <p:stCondLst>
                                            <p:cond delay="0"/>
                                          </p:stCondLst>
                                        </p:cTn>
                                        <p:tgtEl>
                                          <p:spTgt spid="9308"/>
                                        </p:tgtEl>
                                        <p:attrNameLst>
                                          <p:attrName>style.visibility</p:attrName>
                                        </p:attrNameLst>
                                      </p:cBhvr>
                                      <p:to>
                                        <p:strVal val="visible"/>
                                      </p:to>
                                    </p:set>
                                    <p:animEffect transition="in" filter="wipe(up)">
                                      <p:cBhvr>
                                        <p:cTn id="172" dur="500"/>
                                        <p:tgtEl>
                                          <p:spTgt spid="9308"/>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1" fill="hold" nodeType="clickEffect">
                                  <p:stCondLst>
                                    <p:cond delay="0"/>
                                  </p:stCondLst>
                                  <p:childTnLst>
                                    <p:set>
                                      <p:cBhvr>
                                        <p:cTn id="176" dur="1" fill="hold">
                                          <p:stCondLst>
                                            <p:cond delay="0"/>
                                          </p:stCondLst>
                                        </p:cTn>
                                        <p:tgtEl>
                                          <p:spTgt spid="9296"/>
                                        </p:tgtEl>
                                        <p:attrNameLst>
                                          <p:attrName>style.visibility</p:attrName>
                                        </p:attrNameLst>
                                      </p:cBhvr>
                                      <p:to>
                                        <p:strVal val="visible"/>
                                      </p:to>
                                    </p:set>
                                    <p:animEffect transition="in" filter="wipe(up)">
                                      <p:cBhvr>
                                        <p:cTn id="177" dur="500"/>
                                        <p:tgtEl>
                                          <p:spTgt spid="9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5" grpId="0" animBg="1" autoUpdateAnimBg="0"/>
      <p:bldP spid="9364" grpId="0" autoUpdateAnimBg="0"/>
      <p:bldP spid="9371" grpId="0" autoUpdateAnimBg="0"/>
      <p:bldP spid="9372" grpId="0" autoUpdateAnimBg="0"/>
      <p:bldP spid="937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0198" name="Group 262">
            <a:extLst>
              <a:ext uri="{FF2B5EF4-FFF2-40B4-BE49-F238E27FC236}">
                <a16:creationId xmlns:a16="http://schemas.microsoft.com/office/drawing/2014/main" id="{FF7D52D0-03E4-4D8A-90AD-F1CF523AACD3}"/>
              </a:ext>
            </a:extLst>
          </p:cNvPr>
          <p:cNvGrpSpPr>
            <a:grpSpLocks/>
          </p:cNvGrpSpPr>
          <p:nvPr/>
        </p:nvGrpSpPr>
        <p:grpSpPr bwMode="auto">
          <a:xfrm>
            <a:off x="533400" y="2209800"/>
            <a:ext cx="3429000" cy="4191000"/>
            <a:chOff x="288" y="1560"/>
            <a:chExt cx="2160" cy="2640"/>
          </a:xfrm>
        </p:grpSpPr>
        <p:sp>
          <p:nvSpPr>
            <p:cNvPr id="40197" name="AutoShape 261">
              <a:extLst>
                <a:ext uri="{FF2B5EF4-FFF2-40B4-BE49-F238E27FC236}">
                  <a16:creationId xmlns:a16="http://schemas.microsoft.com/office/drawing/2014/main" id="{D95DA9C1-4431-4976-82AE-228C2E85466B}"/>
                </a:ext>
              </a:extLst>
            </p:cNvPr>
            <p:cNvSpPr>
              <a:spLocks noChangeArrowheads="1"/>
            </p:cNvSpPr>
            <p:nvPr/>
          </p:nvSpPr>
          <p:spPr bwMode="auto">
            <a:xfrm>
              <a:off x="288" y="1560"/>
              <a:ext cx="2160" cy="2640"/>
            </a:xfrm>
            <a:prstGeom prst="roundRect">
              <a:avLst>
                <a:gd name="adj" fmla="val 16667"/>
              </a:avLst>
            </a:prstGeom>
            <a:solidFill>
              <a:srgbClr val="CCCC00"/>
            </a:solidFill>
            <a:ln>
              <a:noFill/>
            </a:ln>
            <a:effectLst/>
            <a:extLst>
              <a:ext uri="{91240B29-F687-4F45-9708-019B960494DF}">
                <a14:hiddenLine xmlns:a14="http://schemas.microsoft.com/office/drawing/2010/main" w="12700">
                  <a:solidFill>
                    <a:srgbClr val="000000"/>
                  </a:solidFill>
                  <a:prstDash val="lgDashDot"/>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40186" name="Group 250">
              <a:extLst>
                <a:ext uri="{FF2B5EF4-FFF2-40B4-BE49-F238E27FC236}">
                  <a16:creationId xmlns:a16="http://schemas.microsoft.com/office/drawing/2014/main" id="{1C61A84B-39DA-473E-BC46-DF69D29761A0}"/>
                </a:ext>
              </a:extLst>
            </p:cNvPr>
            <p:cNvGrpSpPr>
              <a:grpSpLocks/>
            </p:cNvGrpSpPr>
            <p:nvPr/>
          </p:nvGrpSpPr>
          <p:grpSpPr bwMode="auto">
            <a:xfrm>
              <a:off x="384" y="1824"/>
              <a:ext cx="1934" cy="2070"/>
              <a:chOff x="384" y="1824"/>
              <a:chExt cx="1934" cy="2070"/>
            </a:xfrm>
          </p:grpSpPr>
          <p:sp>
            <p:nvSpPr>
              <p:cNvPr id="40153" name="Freeform 217">
                <a:extLst>
                  <a:ext uri="{FF2B5EF4-FFF2-40B4-BE49-F238E27FC236}">
                    <a16:creationId xmlns:a16="http://schemas.microsoft.com/office/drawing/2014/main" id="{A2395B25-64AF-420A-9486-54120801D9CD}"/>
                  </a:ext>
                </a:extLst>
              </p:cNvPr>
              <p:cNvSpPr>
                <a:spLocks/>
              </p:cNvSpPr>
              <p:nvPr/>
            </p:nvSpPr>
            <p:spPr bwMode="auto">
              <a:xfrm>
                <a:off x="384" y="3107"/>
                <a:ext cx="866" cy="787"/>
              </a:xfrm>
              <a:custGeom>
                <a:avLst/>
                <a:gdLst>
                  <a:gd name="T0" fmla="*/ 778 w 866"/>
                  <a:gd name="T1" fmla="*/ 787 h 787"/>
                  <a:gd name="T2" fmla="*/ 866 w 866"/>
                  <a:gd name="T3" fmla="*/ 0 h 787"/>
                  <a:gd name="T4" fmla="*/ 270 w 866"/>
                  <a:gd name="T5" fmla="*/ 103 h 787"/>
                  <a:gd name="T6" fmla="*/ 0 w 866"/>
                  <a:gd name="T7" fmla="*/ 485 h 787"/>
                  <a:gd name="T8" fmla="*/ 777 w 866"/>
                  <a:gd name="T9" fmla="*/ 784 h 787"/>
                  <a:gd name="T10" fmla="*/ 777 w 866"/>
                  <a:gd name="T11" fmla="*/ 784 h 787"/>
                </a:gdLst>
                <a:ahLst/>
                <a:cxnLst>
                  <a:cxn ang="0">
                    <a:pos x="T0" y="T1"/>
                  </a:cxn>
                  <a:cxn ang="0">
                    <a:pos x="T2" y="T3"/>
                  </a:cxn>
                  <a:cxn ang="0">
                    <a:pos x="T4" y="T5"/>
                  </a:cxn>
                  <a:cxn ang="0">
                    <a:pos x="T6" y="T7"/>
                  </a:cxn>
                  <a:cxn ang="0">
                    <a:pos x="T8" y="T9"/>
                  </a:cxn>
                  <a:cxn ang="0">
                    <a:pos x="T10" y="T11"/>
                  </a:cxn>
                </a:cxnLst>
                <a:rect l="0" t="0" r="r" b="b"/>
                <a:pathLst>
                  <a:path w="866" h="787">
                    <a:moveTo>
                      <a:pt x="778" y="787"/>
                    </a:moveTo>
                    <a:lnTo>
                      <a:pt x="866" y="0"/>
                    </a:lnTo>
                    <a:lnTo>
                      <a:pt x="270" y="103"/>
                    </a:lnTo>
                    <a:lnTo>
                      <a:pt x="0" y="485"/>
                    </a:lnTo>
                    <a:lnTo>
                      <a:pt x="777" y="784"/>
                    </a:lnTo>
                    <a:lnTo>
                      <a:pt x="777" y="784"/>
                    </a:lnTo>
                  </a:path>
                </a:pathLst>
              </a:custGeom>
              <a:solidFill>
                <a:srgbClr val="FFCCFF"/>
              </a:solidFill>
              <a:ln w="12700" cmpd="sng">
                <a:solidFill>
                  <a:srgbClr val="000000"/>
                </a:solidFill>
                <a:prstDash val="solid"/>
                <a:round/>
                <a:headEnd/>
                <a:tailEnd/>
              </a:ln>
            </p:spPr>
            <p:txBody>
              <a:bodyPr/>
              <a:lstStyle/>
              <a:p>
                <a:endParaRPr lang="en-US"/>
              </a:p>
            </p:txBody>
          </p:sp>
          <p:sp>
            <p:nvSpPr>
              <p:cNvPr id="40156" name="Freeform 220">
                <a:extLst>
                  <a:ext uri="{FF2B5EF4-FFF2-40B4-BE49-F238E27FC236}">
                    <a16:creationId xmlns:a16="http://schemas.microsoft.com/office/drawing/2014/main" id="{2AEAEDA5-7414-45C7-81BE-08306B97C6FB}"/>
                  </a:ext>
                </a:extLst>
              </p:cNvPr>
              <p:cNvSpPr>
                <a:spLocks/>
              </p:cNvSpPr>
              <p:nvPr/>
            </p:nvSpPr>
            <p:spPr bwMode="auto">
              <a:xfrm>
                <a:off x="654" y="1824"/>
                <a:ext cx="1388" cy="491"/>
              </a:xfrm>
              <a:custGeom>
                <a:avLst/>
                <a:gdLst>
                  <a:gd name="T0" fmla="*/ 2 w 1388"/>
                  <a:gd name="T1" fmla="*/ 244 h 491"/>
                  <a:gd name="T2" fmla="*/ 448 w 1388"/>
                  <a:gd name="T3" fmla="*/ 0 h 491"/>
                  <a:gd name="T4" fmla="*/ 1388 w 1388"/>
                  <a:gd name="T5" fmla="*/ 246 h 491"/>
                  <a:gd name="T6" fmla="*/ 940 w 1388"/>
                  <a:gd name="T7" fmla="*/ 491 h 491"/>
                  <a:gd name="T8" fmla="*/ 0 w 1388"/>
                  <a:gd name="T9" fmla="*/ 245 h 491"/>
                </a:gdLst>
                <a:ahLst/>
                <a:cxnLst>
                  <a:cxn ang="0">
                    <a:pos x="T0" y="T1"/>
                  </a:cxn>
                  <a:cxn ang="0">
                    <a:pos x="T2" y="T3"/>
                  </a:cxn>
                  <a:cxn ang="0">
                    <a:pos x="T4" y="T5"/>
                  </a:cxn>
                  <a:cxn ang="0">
                    <a:pos x="T6" y="T7"/>
                  </a:cxn>
                  <a:cxn ang="0">
                    <a:pos x="T8" y="T9"/>
                  </a:cxn>
                </a:cxnLst>
                <a:rect l="0" t="0" r="r" b="b"/>
                <a:pathLst>
                  <a:path w="1388" h="491">
                    <a:moveTo>
                      <a:pt x="2" y="244"/>
                    </a:moveTo>
                    <a:lnTo>
                      <a:pt x="448" y="0"/>
                    </a:lnTo>
                    <a:lnTo>
                      <a:pt x="1388" y="246"/>
                    </a:lnTo>
                    <a:lnTo>
                      <a:pt x="940" y="491"/>
                    </a:lnTo>
                    <a:lnTo>
                      <a:pt x="0" y="245"/>
                    </a:lnTo>
                  </a:path>
                </a:pathLst>
              </a:custGeom>
              <a:solidFill>
                <a:srgbClr val="CCFFFF"/>
              </a:solidFill>
              <a:ln w="12700" cmpd="sng">
                <a:solidFill>
                  <a:srgbClr val="000000"/>
                </a:solidFill>
                <a:prstDash val="solid"/>
                <a:round/>
                <a:headEnd/>
                <a:tailEnd/>
              </a:ln>
            </p:spPr>
            <p:txBody>
              <a:bodyPr/>
              <a:lstStyle/>
              <a:p>
                <a:endParaRPr lang="en-US"/>
              </a:p>
            </p:txBody>
          </p:sp>
          <p:sp>
            <p:nvSpPr>
              <p:cNvPr id="40160" name="Freeform 224">
                <a:extLst>
                  <a:ext uri="{FF2B5EF4-FFF2-40B4-BE49-F238E27FC236}">
                    <a16:creationId xmlns:a16="http://schemas.microsoft.com/office/drawing/2014/main" id="{3CC10879-B5BF-4CC5-90DB-D73F278BB59F}"/>
                  </a:ext>
                </a:extLst>
              </p:cNvPr>
              <p:cNvSpPr>
                <a:spLocks noChangeArrowheads="1"/>
              </p:cNvSpPr>
              <p:nvPr/>
            </p:nvSpPr>
            <p:spPr bwMode="auto">
              <a:xfrm>
                <a:off x="384" y="3179"/>
                <a:ext cx="272" cy="414"/>
              </a:xfrm>
              <a:custGeom>
                <a:avLst/>
                <a:gdLst>
                  <a:gd name="T0" fmla="*/ 270 w 272"/>
                  <a:gd name="T1" fmla="*/ 0 h 414"/>
                  <a:gd name="T2" fmla="*/ 272 w 272"/>
                  <a:gd name="T3" fmla="*/ 30 h 414"/>
                  <a:gd name="T4" fmla="*/ 0 w 272"/>
                  <a:gd name="T5" fmla="*/ 414 h 414"/>
                  <a:gd name="T6" fmla="*/ 182 w 272"/>
                  <a:gd name="T7" fmla="*/ 123 h 414"/>
                  <a:gd name="T8" fmla="*/ 270 w 272"/>
                  <a:gd name="T9" fmla="*/ 4 h 414"/>
                </a:gdLst>
                <a:ahLst/>
                <a:cxnLst>
                  <a:cxn ang="0">
                    <a:pos x="T0" y="T1"/>
                  </a:cxn>
                  <a:cxn ang="0">
                    <a:pos x="T2" y="T3"/>
                  </a:cxn>
                  <a:cxn ang="0">
                    <a:pos x="T4" y="T5"/>
                  </a:cxn>
                  <a:cxn ang="0">
                    <a:pos x="T6" y="T7"/>
                  </a:cxn>
                  <a:cxn ang="0">
                    <a:pos x="T8" y="T9"/>
                  </a:cxn>
                </a:cxnLst>
                <a:rect l="0" t="0" r="r" b="b"/>
                <a:pathLst>
                  <a:path w="272" h="414">
                    <a:moveTo>
                      <a:pt x="270" y="0"/>
                    </a:moveTo>
                    <a:lnTo>
                      <a:pt x="272" y="30"/>
                    </a:lnTo>
                    <a:lnTo>
                      <a:pt x="0" y="414"/>
                    </a:lnTo>
                    <a:lnTo>
                      <a:pt x="182" y="123"/>
                    </a:lnTo>
                    <a:lnTo>
                      <a:pt x="270" y="4"/>
                    </a:lnTo>
                  </a:path>
                </a:pathLst>
              </a:custGeom>
              <a:solidFill>
                <a:srgbClr val="FF9999"/>
              </a:solidFill>
              <a:ln w="12700" cmpd="sng">
                <a:solidFill>
                  <a:srgbClr val="000000"/>
                </a:solidFill>
                <a:prstDash val="solid"/>
                <a:round/>
                <a:headEnd/>
                <a:tailEnd/>
              </a:ln>
            </p:spPr>
            <p:txBody>
              <a:bodyPr/>
              <a:lstStyle/>
              <a:p>
                <a:endParaRPr lang="en-US"/>
              </a:p>
            </p:txBody>
          </p:sp>
          <p:sp>
            <p:nvSpPr>
              <p:cNvPr id="40162" name="Freeform 226">
                <a:extLst>
                  <a:ext uri="{FF2B5EF4-FFF2-40B4-BE49-F238E27FC236}">
                    <a16:creationId xmlns:a16="http://schemas.microsoft.com/office/drawing/2014/main" id="{DB2F516D-DF44-4909-B198-1F058DF62ED9}"/>
                  </a:ext>
                </a:extLst>
              </p:cNvPr>
              <p:cNvSpPr>
                <a:spLocks noChangeArrowheads="1"/>
              </p:cNvSpPr>
              <p:nvPr/>
            </p:nvSpPr>
            <p:spPr bwMode="auto">
              <a:xfrm>
                <a:off x="1161" y="3105"/>
                <a:ext cx="968" cy="786"/>
              </a:xfrm>
              <a:custGeom>
                <a:avLst/>
                <a:gdLst>
                  <a:gd name="T0" fmla="*/ 599 w 968"/>
                  <a:gd name="T1" fmla="*/ 3 h 786"/>
                  <a:gd name="T2" fmla="*/ 435 w 968"/>
                  <a:gd name="T3" fmla="*/ 503 h 786"/>
                  <a:gd name="T4" fmla="*/ 89 w 968"/>
                  <a:gd name="T5" fmla="*/ 2 h 786"/>
                  <a:gd name="T6" fmla="*/ 0 w 968"/>
                  <a:gd name="T7" fmla="*/ 786 h 786"/>
                  <a:gd name="T8" fmla="*/ 968 w 968"/>
                  <a:gd name="T9" fmla="*/ 785 h 786"/>
                  <a:gd name="T10" fmla="*/ 599 w 968"/>
                  <a:gd name="T11" fmla="*/ 0 h 786"/>
                </a:gdLst>
                <a:ahLst/>
                <a:cxnLst>
                  <a:cxn ang="0">
                    <a:pos x="T0" y="T1"/>
                  </a:cxn>
                  <a:cxn ang="0">
                    <a:pos x="T2" y="T3"/>
                  </a:cxn>
                  <a:cxn ang="0">
                    <a:pos x="T4" y="T5"/>
                  </a:cxn>
                  <a:cxn ang="0">
                    <a:pos x="T6" y="T7"/>
                  </a:cxn>
                  <a:cxn ang="0">
                    <a:pos x="T8" y="T9"/>
                  </a:cxn>
                  <a:cxn ang="0">
                    <a:pos x="T10" y="T11"/>
                  </a:cxn>
                </a:cxnLst>
                <a:rect l="0" t="0" r="r" b="b"/>
                <a:pathLst>
                  <a:path w="968" h="786">
                    <a:moveTo>
                      <a:pt x="599" y="3"/>
                    </a:moveTo>
                    <a:lnTo>
                      <a:pt x="435" y="503"/>
                    </a:lnTo>
                    <a:lnTo>
                      <a:pt x="89" y="2"/>
                    </a:lnTo>
                    <a:lnTo>
                      <a:pt x="0" y="786"/>
                    </a:lnTo>
                    <a:lnTo>
                      <a:pt x="968" y="785"/>
                    </a:lnTo>
                    <a:lnTo>
                      <a:pt x="599" y="0"/>
                    </a:lnTo>
                  </a:path>
                </a:pathLst>
              </a:custGeom>
              <a:solidFill>
                <a:srgbClr val="FF9999"/>
              </a:solidFill>
              <a:ln w="12700" cmpd="sng">
                <a:solidFill>
                  <a:srgbClr val="000000"/>
                </a:solidFill>
                <a:prstDash val="solid"/>
                <a:round/>
                <a:headEnd/>
                <a:tailEnd/>
              </a:ln>
            </p:spPr>
            <p:txBody>
              <a:bodyPr/>
              <a:lstStyle/>
              <a:p>
                <a:endParaRPr lang="en-US"/>
              </a:p>
            </p:txBody>
          </p:sp>
          <p:sp>
            <p:nvSpPr>
              <p:cNvPr id="40163" name="Freeform 227">
                <a:extLst>
                  <a:ext uri="{FF2B5EF4-FFF2-40B4-BE49-F238E27FC236}">
                    <a16:creationId xmlns:a16="http://schemas.microsoft.com/office/drawing/2014/main" id="{B6B27F0A-1D2C-4411-B5B8-B076F8FE0F4E}"/>
                  </a:ext>
                </a:extLst>
              </p:cNvPr>
              <p:cNvSpPr>
                <a:spLocks noChangeArrowheads="1"/>
              </p:cNvSpPr>
              <p:nvPr/>
            </p:nvSpPr>
            <p:spPr bwMode="auto">
              <a:xfrm>
                <a:off x="1761" y="3107"/>
                <a:ext cx="557" cy="781"/>
              </a:xfrm>
              <a:custGeom>
                <a:avLst/>
                <a:gdLst>
                  <a:gd name="T0" fmla="*/ 556 w 557"/>
                  <a:gd name="T1" fmla="*/ 488 h 781"/>
                  <a:gd name="T2" fmla="*/ 282 w 557"/>
                  <a:gd name="T3" fmla="*/ 106 h 781"/>
                  <a:gd name="T4" fmla="*/ 0 w 557"/>
                  <a:gd name="T5" fmla="*/ 0 h 781"/>
                  <a:gd name="T6" fmla="*/ 368 w 557"/>
                  <a:gd name="T7" fmla="*/ 781 h 781"/>
                  <a:gd name="T8" fmla="*/ 557 w 557"/>
                  <a:gd name="T9" fmla="*/ 489 h 781"/>
                </a:gdLst>
                <a:ahLst/>
                <a:cxnLst>
                  <a:cxn ang="0">
                    <a:pos x="T0" y="T1"/>
                  </a:cxn>
                  <a:cxn ang="0">
                    <a:pos x="T2" y="T3"/>
                  </a:cxn>
                  <a:cxn ang="0">
                    <a:pos x="T4" y="T5"/>
                  </a:cxn>
                  <a:cxn ang="0">
                    <a:pos x="T6" y="T7"/>
                  </a:cxn>
                  <a:cxn ang="0">
                    <a:pos x="T8" y="T9"/>
                  </a:cxn>
                </a:cxnLst>
                <a:rect l="0" t="0" r="r" b="b"/>
                <a:pathLst>
                  <a:path w="557" h="781">
                    <a:moveTo>
                      <a:pt x="556" y="488"/>
                    </a:moveTo>
                    <a:lnTo>
                      <a:pt x="282" y="106"/>
                    </a:lnTo>
                    <a:lnTo>
                      <a:pt x="0" y="0"/>
                    </a:lnTo>
                    <a:lnTo>
                      <a:pt x="368" y="781"/>
                    </a:lnTo>
                    <a:lnTo>
                      <a:pt x="557" y="489"/>
                    </a:lnTo>
                  </a:path>
                </a:pathLst>
              </a:custGeom>
              <a:solidFill>
                <a:srgbClr val="CC6600"/>
              </a:solidFill>
              <a:ln w="12700" cmpd="sng">
                <a:solidFill>
                  <a:srgbClr val="000000"/>
                </a:solidFill>
                <a:prstDash val="solid"/>
                <a:round/>
                <a:headEnd/>
                <a:tailEnd/>
              </a:ln>
            </p:spPr>
            <p:txBody>
              <a:bodyPr/>
              <a:lstStyle/>
              <a:p>
                <a:endParaRPr lang="en-US"/>
              </a:p>
            </p:txBody>
          </p:sp>
          <p:sp>
            <p:nvSpPr>
              <p:cNvPr id="40164" name="Freeform 228">
                <a:extLst>
                  <a:ext uri="{FF2B5EF4-FFF2-40B4-BE49-F238E27FC236}">
                    <a16:creationId xmlns:a16="http://schemas.microsoft.com/office/drawing/2014/main" id="{DC1BAACA-3C2F-465A-A3AA-F6E5FC9A41A3}"/>
                  </a:ext>
                </a:extLst>
              </p:cNvPr>
              <p:cNvSpPr>
                <a:spLocks noChangeArrowheads="1"/>
              </p:cNvSpPr>
              <p:nvPr/>
            </p:nvSpPr>
            <p:spPr bwMode="auto">
              <a:xfrm>
                <a:off x="656" y="2069"/>
                <a:ext cx="940" cy="1537"/>
              </a:xfrm>
              <a:custGeom>
                <a:avLst/>
                <a:gdLst>
                  <a:gd name="T0" fmla="*/ 939 w 940"/>
                  <a:gd name="T1" fmla="*/ 243 h 1537"/>
                  <a:gd name="T2" fmla="*/ 939 w 940"/>
                  <a:gd name="T3" fmla="*/ 1537 h 1537"/>
                  <a:gd name="T4" fmla="*/ 594 w 940"/>
                  <a:gd name="T5" fmla="*/ 1037 h 1537"/>
                  <a:gd name="T6" fmla="*/ 0 w 940"/>
                  <a:gd name="T7" fmla="*/ 1141 h 1537"/>
                  <a:gd name="T8" fmla="*/ 1 w 940"/>
                  <a:gd name="T9" fmla="*/ 0 h 1537"/>
                  <a:gd name="T10" fmla="*/ 940 w 940"/>
                  <a:gd name="T11" fmla="*/ 246 h 1537"/>
                </a:gdLst>
                <a:ahLst/>
                <a:cxnLst>
                  <a:cxn ang="0">
                    <a:pos x="T0" y="T1"/>
                  </a:cxn>
                  <a:cxn ang="0">
                    <a:pos x="T2" y="T3"/>
                  </a:cxn>
                  <a:cxn ang="0">
                    <a:pos x="T4" y="T5"/>
                  </a:cxn>
                  <a:cxn ang="0">
                    <a:pos x="T6" y="T7"/>
                  </a:cxn>
                  <a:cxn ang="0">
                    <a:pos x="T8" y="T9"/>
                  </a:cxn>
                  <a:cxn ang="0">
                    <a:pos x="T10" y="T11"/>
                  </a:cxn>
                </a:cxnLst>
                <a:rect l="0" t="0" r="r" b="b"/>
                <a:pathLst>
                  <a:path w="940" h="1537">
                    <a:moveTo>
                      <a:pt x="939" y="243"/>
                    </a:moveTo>
                    <a:lnTo>
                      <a:pt x="939" y="1537"/>
                    </a:lnTo>
                    <a:lnTo>
                      <a:pt x="594" y="1037"/>
                    </a:lnTo>
                    <a:lnTo>
                      <a:pt x="0" y="1141"/>
                    </a:lnTo>
                    <a:lnTo>
                      <a:pt x="1" y="0"/>
                    </a:lnTo>
                    <a:lnTo>
                      <a:pt x="940" y="246"/>
                    </a:lnTo>
                  </a:path>
                </a:pathLst>
              </a:custGeom>
              <a:solidFill>
                <a:srgbClr val="66CCFF"/>
              </a:solidFill>
              <a:ln w="12700" cmpd="sng">
                <a:solidFill>
                  <a:srgbClr val="000000"/>
                </a:solidFill>
                <a:prstDash val="solid"/>
                <a:round/>
                <a:headEnd/>
                <a:tailEnd/>
              </a:ln>
            </p:spPr>
            <p:txBody>
              <a:bodyPr/>
              <a:lstStyle/>
              <a:p>
                <a:endParaRPr lang="en-US"/>
              </a:p>
            </p:txBody>
          </p:sp>
          <p:sp>
            <p:nvSpPr>
              <p:cNvPr id="40158" name="Freeform 222">
                <a:extLst>
                  <a:ext uri="{FF2B5EF4-FFF2-40B4-BE49-F238E27FC236}">
                    <a16:creationId xmlns:a16="http://schemas.microsoft.com/office/drawing/2014/main" id="{1958342C-9C84-4167-8EA2-8BAF6140790F}"/>
                  </a:ext>
                </a:extLst>
              </p:cNvPr>
              <p:cNvSpPr>
                <a:spLocks noChangeArrowheads="1"/>
              </p:cNvSpPr>
              <p:nvPr/>
            </p:nvSpPr>
            <p:spPr bwMode="auto">
              <a:xfrm>
                <a:off x="1595" y="2069"/>
                <a:ext cx="448" cy="1537"/>
              </a:xfrm>
              <a:custGeom>
                <a:avLst/>
                <a:gdLst>
                  <a:gd name="T0" fmla="*/ 448 w 448"/>
                  <a:gd name="T1" fmla="*/ 0 h 1537"/>
                  <a:gd name="T2" fmla="*/ 448 w 448"/>
                  <a:gd name="T3" fmla="*/ 1144 h 1537"/>
                  <a:gd name="T4" fmla="*/ 166 w 448"/>
                  <a:gd name="T5" fmla="*/ 1038 h 1537"/>
                  <a:gd name="T6" fmla="*/ 0 w 448"/>
                  <a:gd name="T7" fmla="*/ 1537 h 1537"/>
                  <a:gd name="T8" fmla="*/ 0 w 448"/>
                  <a:gd name="T9" fmla="*/ 246 h 1537"/>
                  <a:gd name="T10" fmla="*/ 448 w 448"/>
                  <a:gd name="T11" fmla="*/ 0 h 1537"/>
                </a:gdLst>
                <a:ahLst/>
                <a:cxnLst>
                  <a:cxn ang="0">
                    <a:pos x="T0" y="T1"/>
                  </a:cxn>
                  <a:cxn ang="0">
                    <a:pos x="T2" y="T3"/>
                  </a:cxn>
                  <a:cxn ang="0">
                    <a:pos x="T4" y="T5"/>
                  </a:cxn>
                  <a:cxn ang="0">
                    <a:pos x="T6" y="T7"/>
                  </a:cxn>
                  <a:cxn ang="0">
                    <a:pos x="T8" y="T9"/>
                  </a:cxn>
                  <a:cxn ang="0">
                    <a:pos x="T10" y="T11"/>
                  </a:cxn>
                </a:cxnLst>
                <a:rect l="0" t="0" r="r" b="b"/>
                <a:pathLst>
                  <a:path w="448" h="1537">
                    <a:moveTo>
                      <a:pt x="448" y="0"/>
                    </a:moveTo>
                    <a:lnTo>
                      <a:pt x="448" y="1144"/>
                    </a:lnTo>
                    <a:lnTo>
                      <a:pt x="166" y="1038"/>
                    </a:lnTo>
                    <a:lnTo>
                      <a:pt x="0" y="1537"/>
                    </a:lnTo>
                    <a:lnTo>
                      <a:pt x="0" y="246"/>
                    </a:lnTo>
                    <a:lnTo>
                      <a:pt x="448" y="0"/>
                    </a:lnTo>
                  </a:path>
                </a:pathLst>
              </a:custGeom>
              <a:solidFill>
                <a:srgbClr val="3399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40006" name="Text Box 70">
            <a:extLst>
              <a:ext uri="{FF2B5EF4-FFF2-40B4-BE49-F238E27FC236}">
                <a16:creationId xmlns:a16="http://schemas.microsoft.com/office/drawing/2014/main" id="{05018147-74C7-49E4-8513-C9CB476E8AF0}"/>
              </a:ext>
            </a:extLst>
          </p:cNvPr>
          <p:cNvSpPr txBox="1">
            <a:spLocks noChangeArrowheads="1"/>
          </p:cNvSpPr>
          <p:nvPr/>
        </p:nvSpPr>
        <p:spPr bwMode="auto">
          <a:xfrm>
            <a:off x="2743200" y="228600"/>
            <a:ext cx="5334000" cy="412750"/>
          </a:xfrm>
          <a:prstGeom prst="rect">
            <a:avLst/>
          </a:prstGeom>
          <a:solidFill>
            <a:srgbClr val="CCFFCC"/>
          </a:solidFill>
          <a:ln w="19050">
            <a:solidFill>
              <a:srgbClr val="CC3300"/>
            </a:solidFill>
            <a:miter lim="800000"/>
            <a:headEnd/>
            <a:tailEnd/>
          </a:ln>
          <a:effectLst/>
          <a:extLst>
            <a:ext uri="{AF507438-7753-43E0-B8FC-AC1667EBCBE1}">
              <a14:hiddenEffects xmlns:a14="http://schemas.microsoft.com/office/drawing/2010/main">
                <a:effectLst>
                  <a:outerShdw dist="107763" dir="2700000" algn="ctr" rotWithShape="0">
                    <a:srgbClr val="00CCFF"/>
                  </a:outerShdw>
                </a:effectLst>
              </a14:hiddenEffects>
            </a:ext>
          </a:extLst>
        </p:spPr>
        <p:txBody>
          <a:bodyPr>
            <a:spAutoFit/>
          </a:bodyPr>
          <a:lstStyle/>
          <a:p>
            <a:pPr algn="l">
              <a:lnSpc>
                <a:spcPct val="90000"/>
              </a:lnSpc>
            </a:pPr>
            <a:r>
              <a:rPr lang="zh-CN" altLang="en-US" sz="2200" b="1">
                <a:solidFill>
                  <a:schemeClr val="tx2"/>
                </a:solidFill>
              </a:rPr>
              <a:t>两平面体相贯，相贯线是封闭的空间折线</a:t>
            </a:r>
          </a:p>
        </p:txBody>
      </p:sp>
      <p:sp>
        <p:nvSpPr>
          <p:cNvPr id="40007" name="Text Box 71">
            <a:extLst>
              <a:ext uri="{FF2B5EF4-FFF2-40B4-BE49-F238E27FC236}">
                <a16:creationId xmlns:a16="http://schemas.microsoft.com/office/drawing/2014/main" id="{BB2878A7-3DF6-4346-A363-7C4524CF273E}"/>
              </a:ext>
            </a:extLst>
          </p:cNvPr>
          <p:cNvSpPr txBox="1">
            <a:spLocks noChangeArrowheads="1"/>
          </p:cNvSpPr>
          <p:nvPr/>
        </p:nvSpPr>
        <p:spPr bwMode="auto">
          <a:xfrm>
            <a:off x="152400" y="990600"/>
            <a:ext cx="3623108" cy="864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b="1" dirty="0">
                <a:solidFill>
                  <a:srgbClr val="CC3300"/>
                </a:solidFill>
              </a:rPr>
              <a:t>[</a:t>
            </a:r>
            <a:r>
              <a:rPr lang="zh-CN" altLang="en-US" b="1" dirty="0">
                <a:solidFill>
                  <a:srgbClr val="CC3300"/>
                </a:solidFill>
              </a:rPr>
              <a:t>例</a:t>
            </a:r>
            <a:r>
              <a:rPr lang="en-US" altLang="zh-CN" b="1" dirty="0">
                <a:solidFill>
                  <a:srgbClr val="CC3300"/>
                </a:solidFill>
              </a:rPr>
              <a:t>6]</a:t>
            </a:r>
            <a:r>
              <a:rPr lang="en-US" altLang="zh-CN" b="1" dirty="0"/>
              <a:t>  </a:t>
            </a:r>
            <a:r>
              <a:rPr lang="zh-CN" altLang="en-US" b="1" dirty="0"/>
              <a:t>求六棱柱与四棱柱</a:t>
            </a:r>
          </a:p>
          <a:p>
            <a:pPr algn="l">
              <a:lnSpc>
                <a:spcPct val="110000"/>
              </a:lnSpc>
            </a:pPr>
            <a:r>
              <a:rPr lang="zh-CN" altLang="en-US" b="1" dirty="0"/>
              <a:t>           的表面交线。</a:t>
            </a:r>
          </a:p>
        </p:txBody>
      </p:sp>
      <p:sp>
        <p:nvSpPr>
          <p:cNvPr id="40014" name="Rectangle 78">
            <a:extLst>
              <a:ext uri="{FF2B5EF4-FFF2-40B4-BE49-F238E27FC236}">
                <a16:creationId xmlns:a16="http://schemas.microsoft.com/office/drawing/2014/main" id="{9C2F9132-A0AD-4F55-9657-AF7AC8CE79BF}"/>
              </a:ext>
            </a:extLst>
          </p:cNvPr>
          <p:cNvSpPr>
            <a:spLocks noGrp="1" noChangeArrowheads="1"/>
          </p:cNvSpPr>
          <p:nvPr>
            <p:ph type="title" idx="4294967295"/>
          </p:nvPr>
        </p:nvSpPr>
        <p:spPr>
          <a:xfrm flipH="1">
            <a:off x="8839200" y="304800"/>
            <a:ext cx="76200" cy="228600"/>
          </a:xfrm>
        </p:spPr>
        <p:txBody>
          <a:bodyPr/>
          <a:lstStyle/>
          <a:p>
            <a:pPr algn="r"/>
            <a:r>
              <a:rPr lang="zh-CN" altLang="en-US" sz="200">
                <a:solidFill>
                  <a:schemeClr val="bg1"/>
                </a:solidFill>
              </a:rPr>
              <a:t>例</a:t>
            </a:r>
            <a:r>
              <a:rPr lang="en-US" altLang="zh-CN" sz="200">
                <a:solidFill>
                  <a:schemeClr val="bg1"/>
                </a:solidFill>
              </a:rPr>
              <a:t>5</a:t>
            </a:r>
            <a:r>
              <a:rPr lang="zh-CN" altLang="en-US" sz="200">
                <a:solidFill>
                  <a:schemeClr val="bg1"/>
                </a:solidFill>
              </a:rPr>
              <a:t>：六棱</a:t>
            </a:r>
            <a:r>
              <a:rPr lang="zh-CN" altLang="zh-CN" sz="200" b="1">
                <a:solidFill>
                  <a:schemeClr val="bg1"/>
                </a:solidFill>
              </a:rPr>
              <a:t>柱与四</a:t>
            </a:r>
            <a:r>
              <a:rPr lang="zh-CN" altLang="en-US" sz="200">
                <a:solidFill>
                  <a:schemeClr val="bg1"/>
                </a:solidFill>
              </a:rPr>
              <a:t>棱</a:t>
            </a:r>
            <a:r>
              <a:rPr lang="zh-CN" altLang="zh-CN" sz="200" b="1">
                <a:solidFill>
                  <a:schemeClr val="bg1"/>
                </a:solidFill>
              </a:rPr>
              <a:t>柱相贯</a:t>
            </a:r>
            <a:endParaRPr lang="zh-CN" altLang="en-US" sz="200">
              <a:solidFill>
                <a:schemeClr val="bg1"/>
              </a:solidFill>
            </a:endParaRPr>
          </a:p>
        </p:txBody>
      </p:sp>
      <p:sp>
        <p:nvSpPr>
          <p:cNvPr id="40097" name="Line 161">
            <a:extLst>
              <a:ext uri="{FF2B5EF4-FFF2-40B4-BE49-F238E27FC236}">
                <a16:creationId xmlns:a16="http://schemas.microsoft.com/office/drawing/2014/main" id="{6C05A6CD-7625-4BFC-99CA-B578C9346106}"/>
              </a:ext>
            </a:extLst>
          </p:cNvPr>
          <p:cNvSpPr>
            <a:spLocks noChangeShapeType="1"/>
          </p:cNvSpPr>
          <p:nvPr/>
        </p:nvSpPr>
        <p:spPr bwMode="auto">
          <a:xfrm flipV="1">
            <a:off x="5275263" y="6324600"/>
            <a:ext cx="1338262"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98" name="Line 162">
            <a:extLst>
              <a:ext uri="{FF2B5EF4-FFF2-40B4-BE49-F238E27FC236}">
                <a16:creationId xmlns:a16="http://schemas.microsoft.com/office/drawing/2014/main" id="{9E2D0B19-3A74-4889-9780-53C4225A8805}"/>
              </a:ext>
            </a:extLst>
          </p:cNvPr>
          <p:cNvSpPr>
            <a:spLocks noChangeShapeType="1"/>
          </p:cNvSpPr>
          <p:nvPr/>
        </p:nvSpPr>
        <p:spPr bwMode="auto">
          <a:xfrm flipV="1">
            <a:off x="5275263" y="2951163"/>
            <a:ext cx="1338262"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100" name="Line 164">
            <a:extLst>
              <a:ext uri="{FF2B5EF4-FFF2-40B4-BE49-F238E27FC236}">
                <a16:creationId xmlns:a16="http://schemas.microsoft.com/office/drawing/2014/main" id="{23F4E50B-7701-419D-BA51-2D4CF434E8CB}"/>
              </a:ext>
            </a:extLst>
          </p:cNvPr>
          <p:cNvSpPr>
            <a:spLocks noChangeShapeType="1"/>
          </p:cNvSpPr>
          <p:nvPr/>
        </p:nvSpPr>
        <p:spPr bwMode="auto">
          <a:xfrm flipV="1">
            <a:off x="5945188" y="838200"/>
            <a:ext cx="0" cy="2112963"/>
          </a:xfrm>
          <a:prstGeom prst="line">
            <a:avLst/>
          </a:prstGeom>
          <a:noFill/>
          <a:ln w="508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0193" name="Group 257">
            <a:extLst>
              <a:ext uri="{FF2B5EF4-FFF2-40B4-BE49-F238E27FC236}">
                <a16:creationId xmlns:a16="http://schemas.microsoft.com/office/drawing/2014/main" id="{139E485B-D513-4984-9DD4-E1975739F0F4}"/>
              </a:ext>
            </a:extLst>
          </p:cNvPr>
          <p:cNvGrpSpPr>
            <a:grpSpLocks/>
          </p:cNvGrpSpPr>
          <p:nvPr/>
        </p:nvGrpSpPr>
        <p:grpSpPr bwMode="auto">
          <a:xfrm>
            <a:off x="5521325" y="2276475"/>
            <a:ext cx="847725" cy="3633788"/>
            <a:chOff x="3478" y="1434"/>
            <a:chExt cx="534" cy="2289"/>
          </a:xfrm>
        </p:grpSpPr>
        <p:sp>
          <p:nvSpPr>
            <p:cNvPr id="40101" name="Line 165">
              <a:extLst>
                <a:ext uri="{FF2B5EF4-FFF2-40B4-BE49-F238E27FC236}">
                  <a16:creationId xmlns:a16="http://schemas.microsoft.com/office/drawing/2014/main" id="{F98A269C-9212-47BB-9FC1-6BD18D9C3F74}"/>
                </a:ext>
              </a:extLst>
            </p:cNvPr>
            <p:cNvSpPr>
              <a:spLocks noChangeShapeType="1"/>
            </p:cNvSpPr>
            <p:nvPr/>
          </p:nvSpPr>
          <p:spPr bwMode="auto">
            <a:xfrm flipV="1">
              <a:off x="3478" y="1434"/>
              <a:ext cx="0" cy="2289"/>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102" name="Line 166">
              <a:extLst>
                <a:ext uri="{FF2B5EF4-FFF2-40B4-BE49-F238E27FC236}">
                  <a16:creationId xmlns:a16="http://schemas.microsoft.com/office/drawing/2014/main" id="{9268E174-EC3F-42B5-845C-4E202BD4ECC8}"/>
                </a:ext>
              </a:extLst>
            </p:cNvPr>
            <p:cNvSpPr>
              <a:spLocks noChangeShapeType="1"/>
            </p:cNvSpPr>
            <p:nvPr/>
          </p:nvSpPr>
          <p:spPr bwMode="auto">
            <a:xfrm flipV="1">
              <a:off x="4011" y="1434"/>
              <a:ext cx="1" cy="2289"/>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103" name="Freeform 167">
            <a:extLst>
              <a:ext uri="{FF2B5EF4-FFF2-40B4-BE49-F238E27FC236}">
                <a16:creationId xmlns:a16="http://schemas.microsoft.com/office/drawing/2014/main" id="{12972330-EA6A-4CB2-A30D-95AAA15EA8DA}"/>
              </a:ext>
            </a:extLst>
          </p:cNvPr>
          <p:cNvSpPr>
            <a:spLocks/>
          </p:cNvSpPr>
          <p:nvPr/>
        </p:nvSpPr>
        <p:spPr bwMode="auto">
          <a:xfrm flipV="1">
            <a:off x="4787900" y="2276475"/>
            <a:ext cx="2314575" cy="674688"/>
          </a:xfrm>
          <a:custGeom>
            <a:avLst/>
            <a:gdLst>
              <a:gd name="T0" fmla="*/ 0 w 3085"/>
              <a:gd name="T1" fmla="*/ 336 h 918"/>
              <a:gd name="T2" fmla="*/ 978 w 3085"/>
              <a:gd name="T3" fmla="*/ 918 h 918"/>
              <a:gd name="T4" fmla="*/ 1542 w 3085"/>
              <a:gd name="T5" fmla="*/ 0 h 918"/>
              <a:gd name="T6" fmla="*/ 2107 w 3085"/>
              <a:gd name="T7" fmla="*/ 918 h 918"/>
              <a:gd name="T8" fmla="*/ 3085 w 3085"/>
              <a:gd name="T9" fmla="*/ 336 h 918"/>
            </a:gdLst>
            <a:ahLst/>
            <a:cxnLst>
              <a:cxn ang="0">
                <a:pos x="T0" y="T1"/>
              </a:cxn>
              <a:cxn ang="0">
                <a:pos x="T2" y="T3"/>
              </a:cxn>
              <a:cxn ang="0">
                <a:pos x="T4" y="T5"/>
              </a:cxn>
              <a:cxn ang="0">
                <a:pos x="T6" y="T7"/>
              </a:cxn>
              <a:cxn ang="0">
                <a:pos x="T8" y="T9"/>
              </a:cxn>
            </a:cxnLst>
            <a:rect l="0" t="0" r="r" b="b"/>
            <a:pathLst>
              <a:path w="3085" h="918">
                <a:moveTo>
                  <a:pt x="0" y="336"/>
                </a:moveTo>
                <a:lnTo>
                  <a:pt x="978" y="918"/>
                </a:lnTo>
                <a:lnTo>
                  <a:pt x="1542" y="0"/>
                </a:lnTo>
                <a:lnTo>
                  <a:pt x="2107" y="918"/>
                </a:lnTo>
                <a:lnTo>
                  <a:pt x="3085" y="336"/>
                </a:lnTo>
              </a:path>
            </a:pathLst>
          </a:custGeom>
          <a:noFill/>
          <a:ln w="50800" cmpd="sng">
            <a:solidFill>
              <a:srgbClr val="CC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104" name="Line 168">
            <a:extLst>
              <a:ext uri="{FF2B5EF4-FFF2-40B4-BE49-F238E27FC236}">
                <a16:creationId xmlns:a16="http://schemas.microsoft.com/office/drawing/2014/main" id="{1EBB80A3-A1E7-4862-9E27-6C65EDF7976A}"/>
              </a:ext>
            </a:extLst>
          </p:cNvPr>
          <p:cNvSpPr>
            <a:spLocks noChangeShapeType="1"/>
          </p:cNvSpPr>
          <p:nvPr/>
        </p:nvSpPr>
        <p:spPr bwMode="auto">
          <a:xfrm flipV="1">
            <a:off x="5275263" y="2951163"/>
            <a:ext cx="1587" cy="3373437"/>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0189" name="Group 253">
            <a:extLst>
              <a:ext uri="{FF2B5EF4-FFF2-40B4-BE49-F238E27FC236}">
                <a16:creationId xmlns:a16="http://schemas.microsoft.com/office/drawing/2014/main" id="{209BEC19-2CEF-42B8-85BC-19E92ABA55EB}"/>
              </a:ext>
            </a:extLst>
          </p:cNvPr>
          <p:cNvGrpSpPr>
            <a:grpSpLocks/>
          </p:cNvGrpSpPr>
          <p:nvPr/>
        </p:nvGrpSpPr>
        <p:grpSpPr bwMode="auto">
          <a:xfrm>
            <a:off x="4152900" y="838200"/>
            <a:ext cx="3619500" cy="5895975"/>
            <a:chOff x="2616" y="528"/>
            <a:chExt cx="2280" cy="3714"/>
          </a:xfrm>
        </p:grpSpPr>
        <p:sp>
          <p:nvSpPr>
            <p:cNvPr id="40099" name="Line 163">
              <a:extLst>
                <a:ext uri="{FF2B5EF4-FFF2-40B4-BE49-F238E27FC236}">
                  <a16:creationId xmlns:a16="http://schemas.microsoft.com/office/drawing/2014/main" id="{E73F797A-E6D0-4F24-A440-2130D3C3C759}"/>
                </a:ext>
              </a:extLst>
            </p:cNvPr>
            <p:cNvSpPr>
              <a:spLocks noChangeShapeType="1"/>
            </p:cNvSpPr>
            <p:nvPr/>
          </p:nvSpPr>
          <p:spPr bwMode="auto">
            <a:xfrm flipV="1">
              <a:off x="3745" y="1859"/>
              <a:ext cx="0" cy="301"/>
            </a:xfrm>
            <a:prstGeom prst="line">
              <a:avLst/>
            </a:prstGeom>
            <a:noFill/>
            <a:ln w="190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0188" name="Group 252">
              <a:extLst>
                <a:ext uri="{FF2B5EF4-FFF2-40B4-BE49-F238E27FC236}">
                  <a16:creationId xmlns:a16="http://schemas.microsoft.com/office/drawing/2014/main" id="{42B03A72-FDC6-4366-A52A-8CDE53917D19}"/>
                </a:ext>
              </a:extLst>
            </p:cNvPr>
            <p:cNvGrpSpPr>
              <a:grpSpLocks/>
            </p:cNvGrpSpPr>
            <p:nvPr/>
          </p:nvGrpSpPr>
          <p:grpSpPr bwMode="auto">
            <a:xfrm>
              <a:off x="2616" y="528"/>
              <a:ext cx="2280" cy="3714"/>
              <a:chOff x="2616" y="528"/>
              <a:chExt cx="2280" cy="3714"/>
            </a:xfrm>
          </p:grpSpPr>
          <p:grpSp>
            <p:nvGrpSpPr>
              <p:cNvPr id="40113" name="Group 177">
                <a:extLst>
                  <a:ext uri="{FF2B5EF4-FFF2-40B4-BE49-F238E27FC236}">
                    <a16:creationId xmlns:a16="http://schemas.microsoft.com/office/drawing/2014/main" id="{C47814EF-403A-46E5-BD32-A8588DE5A888}"/>
                  </a:ext>
                </a:extLst>
              </p:cNvPr>
              <p:cNvGrpSpPr>
                <a:grpSpLocks/>
              </p:cNvGrpSpPr>
              <p:nvPr/>
            </p:nvGrpSpPr>
            <p:grpSpPr bwMode="auto">
              <a:xfrm>
                <a:off x="2730" y="528"/>
                <a:ext cx="2030" cy="3604"/>
                <a:chOff x="2208" y="528"/>
                <a:chExt cx="2030" cy="3604"/>
              </a:xfrm>
            </p:grpSpPr>
            <p:sp>
              <p:nvSpPr>
                <p:cNvPr id="40081" name="Line 145">
                  <a:extLst>
                    <a:ext uri="{FF2B5EF4-FFF2-40B4-BE49-F238E27FC236}">
                      <a16:creationId xmlns:a16="http://schemas.microsoft.com/office/drawing/2014/main" id="{13C037E8-CC05-4DEF-952D-3B47FCCA77E7}"/>
                    </a:ext>
                  </a:extLst>
                </p:cNvPr>
                <p:cNvSpPr>
                  <a:spLocks noChangeShapeType="1"/>
                </p:cNvSpPr>
                <p:nvPr/>
              </p:nvSpPr>
              <p:spPr bwMode="auto">
                <a:xfrm flipV="1">
                  <a:off x="2208" y="2098"/>
                  <a:ext cx="2030"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0112" name="Group 176">
                  <a:extLst>
                    <a:ext uri="{FF2B5EF4-FFF2-40B4-BE49-F238E27FC236}">
                      <a16:creationId xmlns:a16="http://schemas.microsoft.com/office/drawing/2014/main" id="{62B8774B-D004-4F7E-9330-C4DF287747CD}"/>
                    </a:ext>
                  </a:extLst>
                </p:cNvPr>
                <p:cNvGrpSpPr>
                  <a:grpSpLocks/>
                </p:cNvGrpSpPr>
                <p:nvPr/>
              </p:nvGrpSpPr>
              <p:grpSpPr bwMode="auto">
                <a:xfrm>
                  <a:off x="2208" y="528"/>
                  <a:ext cx="2030" cy="3604"/>
                  <a:chOff x="2208" y="528"/>
                  <a:chExt cx="2030" cy="3604"/>
                </a:xfrm>
              </p:grpSpPr>
              <p:sp>
                <p:nvSpPr>
                  <p:cNvPr id="40064" name="Freeform 128">
                    <a:extLst>
                      <a:ext uri="{FF2B5EF4-FFF2-40B4-BE49-F238E27FC236}">
                        <a16:creationId xmlns:a16="http://schemas.microsoft.com/office/drawing/2014/main" id="{74824151-C426-4954-AC5E-161262F4256B}"/>
                      </a:ext>
                    </a:extLst>
                  </p:cNvPr>
                  <p:cNvSpPr>
                    <a:spLocks/>
                  </p:cNvSpPr>
                  <p:nvPr/>
                </p:nvSpPr>
                <p:spPr bwMode="auto">
                  <a:xfrm flipV="1">
                    <a:off x="2208" y="2407"/>
                    <a:ext cx="2030" cy="1725"/>
                  </a:xfrm>
                  <a:custGeom>
                    <a:avLst/>
                    <a:gdLst>
                      <a:gd name="T0" fmla="*/ 0 w 4295"/>
                      <a:gd name="T1" fmla="*/ 1860 h 3719"/>
                      <a:gd name="T2" fmla="*/ 1074 w 4295"/>
                      <a:gd name="T3" fmla="*/ 0 h 3719"/>
                      <a:gd name="T4" fmla="*/ 3221 w 4295"/>
                      <a:gd name="T5" fmla="*/ 0 h 3719"/>
                      <a:gd name="T6" fmla="*/ 4295 w 4295"/>
                      <a:gd name="T7" fmla="*/ 1860 h 3719"/>
                      <a:gd name="T8" fmla="*/ 3221 w 4295"/>
                      <a:gd name="T9" fmla="*/ 3719 h 3719"/>
                      <a:gd name="T10" fmla="*/ 1074 w 4295"/>
                      <a:gd name="T11" fmla="*/ 3719 h 3719"/>
                      <a:gd name="T12" fmla="*/ 0 w 4295"/>
                      <a:gd name="T13" fmla="*/ 1860 h 3719"/>
                    </a:gdLst>
                    <a:ahLst/>
                    <a:cxnLst>
                      <a:cxn ang="0">
                        <a:pos x="T0" y="T1"/>
                      </a:cxn>
                      <a:cxn ang="0">
                        <a:pos x="T2" y="T3"/>
                      </a:cxn>
                      <a:cxn ang="0">
                        <a:pos x="T4" y="T5"/>
                      </a:cxn>
                      <a:cxn ang="0">
                        <a:pos x="T6" y="T7"/>
                      </a:cxn>
                      <a:cxn ang="0">
                        <a:pos x="T8" y="T9"/>
                      </a:cxn>
                      <a:cxn ang="0">
                        <a:pos x="T10" y="T11"/>
                      </a:cxn>
                      <a:cxn ang="0">
                        <a:pos x="T12" y="T13"/>
                      </a:cxn>
                    </a:cxnLst>
                    <a:rect l="0" t="0" r="r" b="b"/>
                    <a:pathLst>
                      <a:path w="4295" h="3719">
                        <a:moveTo>
                          <a:pt x="0" y="1860"/>
                        </a:moveTo>
                        <a:lnTo>
                          <a:pt x="1074" y="0"/>
                        </a:lnTo>
                        <a:lnTo>
                          <a:pt x="3221" y="0"/>
                        </a:lnTo>
                        <a:lnTo>
                          <a:pt x="4295" y="1860"/>
                        </a:lnTo>
                        <a:lnTo>
                          <a:pt x="3221" y="3719"/>
                        </a:lnTo>
                        <a:lnTo>
                          <a:pt x="1074" y="3719"/>
                        </a:lnTo>
                        <a:lnTo>
                          <a:pt x="0" y="1860"/>
                        </a:lnTo>
                      </a:path>
                    </a:pathLst>
                  </a:custGeom>
                  <a:noFill/>
                  <a:ln w="508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065" name="Freeform 129">
                    <a:extLst>
                      <a:ext uri="{FF2B5EF4-FFF2-40B4-BE49-F238E27FC236}">
                        <a16:creationId xmlns:a16="http://schemas.microsoft.com/office/drawing/2014/main" id="{A5A54033-A7E5-44EE-9D12-F36FC4574CAD}"/>
                      </a:ext>
                    </a:extLst>
                  </p:cNvPr>
                  <p:cNvSpPr>
                    <a:spLocks/>
                  </p:cNvSpPr>
                  <p:nvPr/>
                </p:nvSpPr>
                <p:spPr bwMode="auto">
                  <a:xfrm flipV="1">
                    <a:off x="2494" y="2555"/>
                    <a:ext cx="1458" cy="1429"/>
                  </a:xfrm>
                  <a:custGeom>
                    <a:avLst/>
                    <a:gdLst>
                      <a:gd name="T0" fmla="*/ 3085 w 3085"/>
                      <a:gd name="T1" fmla="*/ 1543 h 3085"/>
                      <a:gd name="T2" fmla="*/ 1542 w 3085"/>
                      <a:gd name="T3" fmla="*/ 0 h 3085"/>
                      <a:gd name="T4" fmla="*/ 0 w 3085"/>
                      <a:gd name="T5" fmla="*/ 1543 h 3085"/>
                      <a:gd name="T6" fmla="*/ 1542 w 3085"/>
                      <a:gd name="T7" fmla="*/ 3085 h 3085"/>
                      <a:gd name="T8" fmla="*/ 3085 w 3085"/>
                      <a:gd name="T9" fmla="*/ 1543 h 3085"/>
                    </a:gdLst>
                    <a:ahLst/>
                    <a:cxnLst>
                      <a:cxn ang="0">
                        <a:pos x="T0" y="T1"/>
                      </a:cxn>
                      <a:cxn ang="0">
                        <a:pos x="T2" y="T3"/>
                      </a:cxn>
                      <a:cxn ang="0">
                        <a:pos x="T4" y="T5"/>
                      </a:cxn>
                      <a:cxn ang="0">
                        <a:pos x="T6" y="T7"/>
                      </a:cxn>
                      <a:cxn ang="0">
                        <a:pos x="T8" y="T9"/>
                      </a:cxn>
                    </a:cxnLst>
                    <a:rect l="0" t="0" r="r" b="b"/>
                    <a:pathLst>
                      <a:path w="3085" h="3085">
                        <a:moveTo>
                          <a:pt x="3085" y="1543"/>
                        </a:moveTo>
                        <a:lnTo>
                          <a:pt x="1542" y="0"/>
                        </a:lnTo>
                        <a:lnTo>
                          <a:pt x="0" y="1543"/>
                        </a:lnTo>
                        <a:lnTo>
                          <a:pt x="1542" y="3085"/>
                        </a:lnTo>
                        <a:lnTo>
                          <a:pt x="3085" y="1543"/>
                        </a:lnTo>
                      </a:path>
                    </a:pathLst>
                  </a:custGeom>
                  <a:noFill/>
                  <a:ln w="508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066" name="Line 130">
                    <a:extLst>
                      <a:ext uri="{FF2B5EF4-FFF2-40B4-BE49-F238E27FC236}">
                        <a16:creationId xmlns:a16="http://schemas.microsoft.com/office/drawing/2014/main" id="{CD01A62C-E20E-45DA-9511-CFBE1C279D30}"/>
                      </a:ext>
                    </a:extLst>
                  </p:cNvPr>
                  <p:cNvSpPr>
                    <a:spLocks noChangeShapeType="1"/>
                  </p:cNvSpPr>
                  <p:nvPr/>
                </p:nvSpPr>
                <p:spPr bwMode="auto">
                  <a:xfrm>
                    <a:off x="2715" y="2407"/>
                    <a:ext cx="241" cy="40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67" name="Line 131">
                    <a:extLst>
                      <a:ext uri="{FF2B5EF4-FFF2-40B4-BE49-F238E27FC236}">
                        <a16:creationId xmlns:a16="http://schemas.microsoft.com/office/drawing/2014/main" id="{152320AE-C3F0-42F1-B769-FAB51CC616A5}"/>
                      </a:ext>
                    </a:extLst>
                  </p:cNvPr>
                  <p:cNvSpPr>
                    <a:spLocks noChangeShapeType="1"/>
                  </p:cNvSpPr>
                  <p:nvPr/>
                </p:nvSpPr>
                <p:spPr bwMode="auto">
                  <a:xfrm flipH="1">
                    <a:off x="3489" y="2407"/>
                    <a:ext cx="241" cy="40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69" name="Line 133">
                    <a:extLst>
                      <a:ext uri="{FF2B5EF4-FFF2-40B4-BE49-F238E27FC236}">
                        <a16:creationId xmlns:a16="http://schemas.microsoft.com/office/drawing/2014/main" id="{57DD1DDA-CF79-4790-8CDC-86491613738B}"/>
                      </a:ext>
                    </a:extLst>
                  </p:cNvPr>
                  <p:cNvSpPr>
                    <a:spLocks noChangeShapeType="1"/>
                  </p:cNvSpPr>
                  <p:nvPr/>
                </p:nvSpPr>
                <p:spPr bwMode="auto">
                  <a:xfrm>
                    <a:off x="3489" y="3723"/>
                    <a:ext cx="241" cy="40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71" name="Line 135">
                    <a:extLst>
                      <a:ext uri="{FF2B5EF4-FFF2-40B4-BE49-F238E27FC236}">
                        <a16:creationId xmlns:a16="http://schemas.microsoft.com/office/drawing/2014/main" id="{4A65366A-3922-489D-BE69-D408EC7F62A7}"/>
                      </a:ext>
                    </a:extLst>
                  </p:cNvPr>
                  <p:cNvSpPr>
                    <a:spLocks noChangeShapeType="1"/>
                  </p:cNvSpPr>
                  <p:nvPr/>
                </p:nvSpPr>
                <p:spPr bwMode="auto">
                  <a:xfrm flipH="1">
                    <a:off x="2715" y="3723"/>
                    <a:ext cx="241" cy="40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73" name="Line 137">
                    <a:extLst>
                      <a:ext uri="{FF2B5EF4-FFF2-40B4-BE49-F238E27FC236}">
                        <a16:creationId xmlns:a16="http://schemas.microsoft.com/office/drawing/2014/main" id="{48DACCA7-25F4-49F1-8B59-C40DB98F5D85}"/>
                      </a:ext>
                    </a:extLst>
                  </p:cNvPr>
                  <p:cNvSpPr>
                    <a:spLocks noChangeShapeType="1"/>
                  </p:cNvSpPr>
                  <p:nvPr/>
                </p:nvSpPr>
                <p:spPr bwMode="auto">
                  <a:xfrm flipV="1">
                    <a:off x="2208" y="3269"/>
                    <a:ext cx="286" cy="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80" name="Line 144">
                    <a:extLst>
                      <a:ext uri="{FF2B5EF4-FFF2-40B4-BE49-F238E27FC236}">
                        <a16:creationId xmlns:a16="http://schemas.microsoft.com/office/drawing/2014/main" id="{9C10FF9E-C1FB-4B22-8FE2-C51C561A05AC}"/>
                      </a:ext>
                    </a:extLst>
                  </p:cNvPr>
                  <p:cNvSpPr>
                    <a:spLocks noChangeShapeType="1"/>
                  </p:cNvSpPr>
                  <p:nvPr/>
                </p:nvSpPr>
                <p:spPr bwMode="auto">
                  <a:xfrm flipV="1">
                    <a:off x="3952" y="3269"/>
                    <a:ext cx="286" cy="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82" name="Line 146">
                    <a:extLst>
                      <a:ext uri="{FF2B5EF4-FFF2-40B4-BE49-F238E27FC236}">
                        <a16:creationId xmlns:a16="http://schemas.microsoft.com/office/drawing/2014/main" id="{BD58906A-FF2E-4DAA-A3CC-F32D1B1B25D0}"/>
                      </a:ext>
                    </a:extLst>
                  </p:cNvPr>
                  <p:cNvSpPr>
                    <a:spLocks noChangeShapeType="1"/>
                  </p:cNvSpPr>
                  <p:nvPr/>
                </p:nvSpPr>
                <p:spPr bwMode="auto">
                  <a:xfrm flipV="1">
                    <a:off x="2494" y="528"/>
                    <a:ext cx="1458" cy="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83" name="Line 147">
                    <a:extLst>
                      <a:ext uri="{FF2B5EF4-FFF2-40B4-BE49-F238E27FC236}">
                        <a16:creationId xmlns:a16="http://schemas.microsoft.com/office/drawing/2014/main" id="{734D5D1D-68A3-461C-A765-7ADFDCCBA1B6}"/>
                      </a:ext>
                    </a:extLst>
                  </p:cNvPr>
                  <p:cNvSpPr>
                    <a:spLocks noChangeShapeType="1"/>
                  </p:cNvSpPr>
                  <p:nvPr/>
                </p:nvSpPr>
                <p:spPr bwMode="auto">
                  <a:xfrm flipV="1">
                    <a:off x="2494" y="528"/>
                    <a:ext cx="0" cy="1176"/>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84" name="Line 148">
                    <a:extLst>
                      <a:ext uri="{FF2B5EF4-FFF2-40B4-BE49-F238E27FC236}">
                        <a16:creationId xmlns:a16="http://schemas.microsoft.com/office/drawing/2014/main" id="{B4B810DE-2123-4694-A14B-A2DDFBFDA566}"/>
                      </a:ext>
                    </a:extLst>
                  </p:cNvPr>
                  <p:cNvSpPr>
                    <a:spLocks noChangeShapeType="1"/>
                  </p:cNvSpPr>
                  <p:nvPr/>
                </p:nvSpPr>
                <p:spPr bwMode="auto">
                  <a:xfrm flipV="1">
                    <a:off x="3952" y="528"/>
                    <a:ext cx="0" cy="1176"/>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85" name="Line 149">
                    <a:extLst>
                      <a:ext uri="{FF2B5EF4-FFF2-40B4-BE49-F238E27FC236}">
                        <a16:creationId xmlns:a16="http://schemas.microsoft.com/office/drawing/2014/main" id="{9279255D-015D-491B-923E-83F9458D0CA4}"/>
                      </a:ext>
                    </a:extLst>
                  </p:cNvPr>
                  <p:cNvSpPr>
                    <a:spLocks noChangeShapeType="1"/>
                  </p:cNvSpPr>
                  <p:nvPr/>
                </p:nvSpPr>
                <p:spPr bwMode="auto">
                  <a:xfrm flipV="1">
                    <a:off x="2208" y="1704"/>
                    <a:ext cx="286" cy="395"/>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87" name="Line 151">
                    <a:extLst>
                      <a:ext uri="{FF2B5EF4-FFF2-40B4-BE49-F238E27FC236}">
                        <a16:creationId xmlns:a16="http://schemas.microsoft.com/office/drawing/2014/main" id="{21815875-6202-4E17-A5A1-2E23D1854F68}"/>
                      </a:ext>
                    </a:extLst>
                  </p:cNvPr>
                  <p:cNvSpPr>
                    <a:spLocks noChangeShapeType="1"/>
                  </p:cNvSpPr>
                  <p:nvPr/>
                </p:nvSpPr>
                <p:spPr bwMode="auto">
                  <a:xfrm>
                    <a:off x="3952" y="1704"/>
                    <a:ext cx="286" cy="395"/>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40187" name="Group 251">
                <a:extLst>
                  <a:ext uri="{FF2B5EF4-FFF2-40B4-BE49-F238E27FC236}">
                    <a16:creationId xmlns:a16="http://schemas.microsoft.com/office/drawing/2014/main" id="{2ADB56A0-6270-4DC4-8FDC-98B23C579B47}"/>
                  </a:ext>
                </a:extLst>
              </p:cNvPr>
              <p:cNvGrpSpPr>
                <a:grpSpLocks/>
              </p:cNvGrpSpPr>
              <p:nvPr/>
            </p:nvGrpSpPr>
            <p:grpSpPr bwMode="auto">
              <a:xfrm>
                <a:off x="2616" y="697"/>
                <a:ext cx="2280" cy="3545"/>
                <a:chOff x="2616" y="697"/>
                <a:chExt cx="2280" cy="3545"/>
              </a:xfrm>
            </p:grpSpPr>
            <p:sp>
              <p:nvSpPr>
                <p:cNvPr id="40068" name="Line 132">
                  <a:extLst>
                    <a:ext uri="{FF2B5EF4-FFF2-40B4-BE49-F238E27FC236}">
                      <a16:creationId xmlns:a16="http://schemas.microsoft.com/office/drawing/2014/main" id="{C3693350-9BF0-4F8C-A128-1B0E4A12ECB9}"/>
                    </a:ext>
                  </a:extLst>
                </p:cNvPr>
                <p:cNvSpPr>
                  <a:spLocks noChangeShapeType="1"/>
                </p:cNvSpPr>
                <p:nvPr/>
              </p:nvSpPr>
              <p:spPr bwMode="auto">
                <a:xfrm>
                  <a:off x="3478" y="2816"/>
                  <a:ext cx="533" cy="907"/>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40070" name="Line 134">
                  <a:extLst>
                    <a:ext uri="{FF2B5EF4-FFF2-40B4-BE49-F238E27FC236}">
                      <a16:creationId xmlns:a16="http://schemas.microsoft.com/office/drawing/2014/main" id="{6B76E573-E4CC-4DB3-AE4E-009E3F9DDEA6}"/>
                    </a:ext>
                  </a:extLst>
                </p:cNvPr>
                <p:cNvSpPr>
                  <a:spLocks noChangeShapeType="1"/>
                </p:cNvSpPr>
                <p:nvPr/>
              </p:nvSpPr>
              <p:spPr bwMode="auto">
                <a:xfrm flipH="1">
                  <a:off x="3478" y="2816"/>
                  <a:ext cx="533" cy="907"/>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40074" name="Freeform 138">
                  <a:extLst>
                    <a:ext uri="{FF2B5EF4-FFF2-40B4-BE49-F238E27FC236}">
                      <a16:creationId xmlns:a16="http://schemas.microsoft.com/office/drawing/2014/main" id="{A72D34EC-64B0-4B9C-986B-0CE57ED1A586}"/>
                    </a:ext>
                  </a:extLst>
                </p:cNvPr>
                <p:cNvSpPr>
                  <a:spLocks noChangeArrowheads="1"/>
                </p:cNvSpPr>
                <p:nvPr/>
              </p:nvSpPr>
              <p:spPr bwMode="auto">
                <a:xfrm>
                  <a:off x="2616" y="3270"/>
                  <a:ext cx="2280" cy="1"/>
                </a:xfrm>
                <a:custGeom>
                  <a:avLst/>
                  <a:gdLst>
                    <a:gd name="T0" fmla="*/ 0 w 2280"/>
                    <a:gd name="T1" fmla="*/ 0 h 1"/>
                    <a:gd name="T2" fmla="*/ 2280 w 2280"/>
                    <a:gd name="T3" fmla="*/ 0 h 1"/>
                  </a:gdLst>
                  <a:ahLst/>
                  <a:cxnLst>
                    <a:cxn ang="0">
                      <a:pos x="T0" y="T1"/>
                    </a:cxn>
                    <a:cxn ang="0">
                      <a:pos x="T2" y="T3"/>
                    </a:cxn>
                  </a:cxnLst>
                  <a:rect l="0" t="0" r="r" b="b"/>
                  <a:pathLst>
                    <a:path w="2280" h="1">
                      <a:moveTo>
                        <a:pt x="0" y="0"/>
                      </a:moveTo>
                      <a:lnTo>
                        <a:pt x="2280" y="0"/>
                      </a:lnTo>
                    </a:path>
                  </a:pathLst>
                </a:custGeom>
                <a:solidFill>
                  <a:srgbClr val="FFFFFF"/>
                </a:solidFill>
                <a:ln w="19050" cap="flat" cmpd="sng">
                  <a:solidFill>
                    <a:srgbClr val="000000"/>
                  </a:solidFill>
                  <a:prstDash val="lgDashDot"/>
                  <a:round/>
                  <a:headEnd/>
                  <a:tailEnd/>
                </a:ln>
              </p:spPr>
              <p:txBody>
                <a:bodyPr/>
                <a:lstStyle/>
                <a:p>
                  <a:endParaRPr lang="en-US"/>
                </a:p>
              </p:txBody>
            </p:sp>
            <p:sp>
              <p:nvSpPr>
                <p:cNvPr id="40086" name="Line 150">
                  <a:extLst>
                    <a:ext uri="{FF2B5EF4-FFF2-40B4-BE49-F238E27FC236}">
                      <a16:creationId xmlns:a16="http://schemas.microsoft.com/office/drawing/2014/main" id="{1028AB29-0467-421F-AB4A-C98089FAF556}"/>
                    </a:ext>
                  </a:extLst>
                </p:cNvPr>
                <p:cNvSpPr>
                  <a:spLocks noChangeShapeType="1"/>
                </p:cNvSpPr>
                <p:nvPr/>
              </p:nvSpPr>
              <p:spPr bwMode="auto">
                <a:xfrm flipV="1">
                  <a:off x="3016" y="697"/>
                  <a:ext cx="729" cy="1007"/>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40088" name="Line 152">
                  <a:extLst>
                    <a:ext uri="{FF2B5EF4-FFF2-40B4-BE49-F238E27FC236}">
                      <a16:creationId xmlns:a16="http://schemas.microsoft.com/office/drawing/2014/main" id="{1D837584-4E4A-4668-B8C4-4CF971B4209E}"/>
                    </a:ext>
                  </a:extLst>
                </p:cNvPr>
                <p:cNvSpPr>
                  <a:spLocks noChangeShapeType="1"/>
                </p:cNvSpPr>
                <p:nvPr/>
              </p:nvSpPr>
              <p:spPr bwMode="auto">
                <a:xfrm>
                  <a:off x="3745" y="697"/>
                  <a:ext cx="729" cy="1007"/>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40105" name="Line 169">
                  <a:extLst>
                    <a:ext uri="{FF2B5EF4-FFF2-40B4-BE49-F238E27FC236}">
                      <a16:creationId xmlns:a16="http://schemas.microsoft.com/office/drawing/2014/main" id="{618F2298-BC41-469C-B9F3-C35BAF369EF4}"/>
                    </a:ext>
                  </a:extLst>
                </p:cNvPr>
                <p:cNvSpPr>
                  <a:spLocks noChangeShapeType="1"/>
                </p:cNvSpPr>
                <p:nvPr/>
              </p:nvSpPr>
              <p:spPr bwMode="auto">
                <a:xfrm flipH="1">
                  <a:off x="3237" y="697"/>
                  <a:ext cx="508" cy="1402"/>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40106" name="Line 170">
                  <a:extLst>
                    <a:ext uri="{FF2B5EF4-FFF2-40B4-BE49-F238E27FC236}">
                      <a16:creationId xmlns:a16="http://schemas.microsoft.com/office/drawing/2014/main" id="{9B16F375-AE58-4FED-A888-0FE8C19DD2F2}"/>
                    </a:ext>
                  </a:extLst>
                </p:cNvPr>
                <p:cNvSpPr>
                  <a:spLocks noChangeShapeType="1"/>
                </p:cNvSpPr>
                <p:nvPr/>
              </p:nvSpPr>
              <p:spPr bwMode="auto">
                <a:xfrm>
                  <a:off x="3745" y="697"/>
                  <a:ext cx="507" cy="1402"/>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40114" name="Freeform 178">
                  <a:extLst>
                    <a:ext uri="{FF2B5EF4-FFF2-40B4-BE49-F238E27FC236}">
                      <a16:creationId xmlns:a16="http://schemas.microsoft.com/office/drawing/2014/main" id="{DD7EC56F-42A4-4789-A32D-8FFAE8DB9D04}"/>
                    </a:ext>
                  </a:extLst>
                </p:cNvPr>
                <p:cNvSpPr>
                  <a:spLocks noChangeArrowheads="1"/>
                </p:cNvSpPr>
                <p:nvPr/>
              </p:nvSpPr>
              <p:spPr bwMode="auto">
                <a:xfrm>
                  <a:off x="3743" y="2328"/>
                  <a:ext cx="3" cy="1914"/>
                </a:xfrm>
                <a:custGeom>
                  <a:avLst/>
                  <a:gdLst>
                    <a:gd name="T0" fmla="*/ 0 w 3"/>
                    <a:gd name="T1" fmla="*/ 1914 h 1914"/>
                    <a:gd name="T2" fmla="*/ 3 w 3"/>
                    <a:gd name="T3" fmla="*/ 0 h 1914"/>
                  </a:gdLst>
                  <a:ahLst/>
                  <a:cxnLst>
                    <a:cxn ang="0">
                      <a:pos x="T0" y="T1"/>
                    </a:cxn>
                    <a:cxn ang="0">
                      <a:pos x="T2" y="T3"/>
                    </a:cxn>
                  </a:cxnLst>
                  <a:rect l="0" t="0" r="r" b="b"/>
                  <a:pathLst>
                    <a:path w="3" h="1914">
                      <a:moveTo>
                        <a:pt x="0" y="1914"/>
                      </a:moveTo>
                      <a:lnTo>
                        <a:pt x="3" y="0"/>
                      </a:lnTo>
                    </a:path>
                  </a:pathLst>
                </a:custGeom>
                <a:solidFill>
                  <a:srgbClr val="FFFFFF"/>
                </a:solidFill>
                <a:ln w="19050" cap="flat" cmpd="sng">
                  <a:solidFill>
                    <a:srgbClr val="000000"/>
                  </a:solidFill>
                  <a:prstDash val="lgDashDot"/>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grpSp>
        <p:nvGrpSpPr>
          <p:cNvPr id="40141" name="Group 205">
            <a:extLst>
              <a:ext uri="{FF2B5EF4-FFF2-40B4-BE49-F238E27FC236}">
                <a16:creationId xmlns:a16="http://schemas.microsoft.com/office/drawing/2014/main" id="{D4DFA748-E086-47DA-A913-B6EE420A6E87}"/>
              </a:ext>
            </a:extLst>
          </p:cNvPr>
          <p:cNvGrpSpPr>
            <a:grpSpLocks/>
          </p:cNvGrpSpPr>
          <p:nvPr/>
        </p:nvGrpSpPr>
        <p:grpSpPr bwMode="auto">
          <a:xfrm>
            <a:off x="5567363" y="2876550"/>
            <a:ext cx="425450" cy="457200"/>
            <a:chOff x="2985" y="1812"/>
            <a:chExt cx="268" cy="288"/>
          </a:xfrm>
        </p:grpSpPr>
        <p:sp>
          <p:nvSpPr>
            <p:cNvPr id="40125" name="Oval 189">
              <a:extLst>
                <a:ext uri="{FF2B5EF4-FFF2-40B4-BE49-F238E27FC236}">
                  <a16:creationId xmlns:a16="http://schemas.microsoft.com/office/drawing/2014/main" id="{68ECED60-B152-4A06-A321-86B9E652B67D}"/>
                </a:ext>
              </a:extLst>
            </p:cNvPr>
            <p:cNvSpPr>
              <a:spLocks noChangeArrowheads="1"/>
            </p:cNvSpPr>
            <p:nvPr/>
          </p:nvSpPr>
          <p:spPr bwMode="auto">
            <a:xfrm>
              <a:off x="3187" y="1827"/>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26" name="Rectangle 190">
              <a:extLst>
                <a:ext uri="{FF2B5EF4-FFF2-40B4-BE49-F238E27FC236}">
                  <a16:creationId xmlns:a16="http://schemas.microsoft.com/office/drawing/2014/main" id="{DF958B1B-4C87-4FE4-8E8F-7796F56C3A3E}"/>
                </a:ext>
              </a:extLst>
            </p:cNvPr>
            <p:cNvSpPr>
              <a:spLocks noChangeArrowheads="1"/>
            </p:cNvSpPr>
            <p:nvPr/>
          </p:nvSpPr>
          <p:spPr bwMode="auto">
            <a:xfrm>
              <a:off x="2985" y="1812"/>
              <a:ext cx="2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r>
                <a:rPr lang="en-US" altLang="zh-CN" b="1">
                  <a:solidFill>
                    <a:srgbClr val="CC0000"/>
                  </a:solidFill>
                </a:rPr>
                <a:t>'</a:t>
              </a:r>
            </a:p>
          </p:txBody>
        </p:sp>
      </p:grpSp>
      <p:grpSp>
        <p:nvGrpSpPr>
          <p:cNvPr id="40192" name="Group 256">
            <a:extLst>
              <a:ext uri="{FF2B5EF4-FFF2-40B4-BE49-F238E27FC236}">
                <a16:creationId xmlns:a16="http://schemas.microsoft.com/office/drawing/2014/main" id="{71BCAA7D-3F36-40F3-AE27-2EC474F5BA47}"/>
              </a:ext>
            </a:extLst>
          </p:cNvPr>
          <p:cNvGrpSpPr>
            <a:grpSpLocks/>
          </p:cNvGrpSpPr>
          <p:nvPr/>
        </p:nvGrpSpPr>
        <p:grpSpPr bwMode="auto">
          <a:xfrm>
            <a:off x="4324350" y="2371725"/>
            <a:ext cx="3173413" cy="498475"/>
            <a:chOff x="2724" y="1494"/>
            <a:chExt cx="1999" cy="314"/>
          </a:xfrm>
        </p:grpSpPr>
        <p:grpSp>
          <p:nvGrpSpPr>
            <p:cNvPr id="40143" name="Group 207">
              <a:extLst>
                <a:ext uri="{FF2B5EF4-FFF2-40B4-BE49-F238E27FC236}">
                  <a16:creationId xmlns:a16="http://schemas.microsoft.com/office/drawing/2014/main" id="{133E77BB-5BD4-4FAF-9BB1-C65247E1D6EE}"/>
                </a:ext>
              </a:extLst>
            </p:cNvPr>
            <p:cNvGrpSpPr>
              <a:grpSpLocks/>
            </p:cNvGrpSpPr>
            <p:nvPr/>
          </p:nvGrpSpPr>
          <p:grpSpPr bwMode="auto">
            <a:xfrm>
              <a:off x="2724" y="1520"/>
              <a:ext cx="322" cy="288"/>
              <a:chOff x="2202" y="1520"/>
              <a:chExt cx="322" cy="288"/>
            </a:xfrm>
          </p:grpSpPr>
          <p:sp>
            <p:nvSpPr>
              <p:cNvPr id="40117" name="Oval 181">
                <a:extLst>
                  <a:ext uri="{FF2B5EF4-FFF2-40B4-BE49-F238E27FC236}">
                    <a16:creationId xmlns:a16="http://schemas.microsoft.com/office/drawing/2014/main" id="{E9F1B2AC-1CBC-43F0-85F7-42634F3DAE11}"/>
                  </a:ext>
                </a:extLst>
              </p:cNvPr>
              <p:cNvSpPr>
                <a:spLocks noChangeArrowheads="1"/>
              </p:cNvSpPr>
              <p:nvPr/>
            </p:nvSpPr>
            <p:spPr bwMode="auto">
              <a:xfrm>
                <a:off x="2458" y="1670"/>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19" name="Rectangle 183">
                <a:extLst>
                  <a:ext uri="{FF2B5EF4-FFF2-40B4-BE49-F238E27FC236}">
                    <a16:creationId xmlns:a16="http://schemas.microsoft.com/office/drawing/2014/main" id="{9A71E450-671E-4A34-9500-6D234D26DC68}"/>
                  </a:ext>
                </a:extLst>
              </p:cNvPr>
              <p:cNvSpPr>
                <a:spLocks noChangeArrowheads="1"/>
              </p:cNvSpPr>
              <p:nvPr/>
            </p:nvSpPr>
            <p:spPr bwMode="auto">
              <a:xfrm>
                <a:off x="2202" y="1520"/>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r>
                  <a:rPr lang="en-US" altLang="zh-CN" b="1">
                    <a:solidFill>
                      <a:srgbClr val="CC0000"/>
                    </a:solidFill>
                  </a:rPr>
                  <a:t>'</a:t>
                </a:r>
              </a:p>
            </p:txBody>
          </p:sp>
        </p:grpSp>
        <p:grpSp>
          <p:nvGrpSpPr>
            <p:cNvPr id="40139" name="Group 203">
              <a:extLst>
                <a:ext uri="{FF2B5EF4-FFF2-40B4-BE49-F238E27FC236}">
                  <a16:creationId xmlns:a16="http://schemas.microsoft.com/office/drawing/2014/main" id="{28D057ED-7F17-48F7-BD86-B8D54F5E2932}"/>
                </a:ext>
              </a:extLst>
            </p:cNvPr>
            <p:cNvGrpSpPr>
              <a:grpSpLocks/>
            </p:cNvGrpSpPr>
            <p:nvPr/>
          </p:nvGrpSpPr>
          <p:grpSpPr bwMode="auto">
            <a:xfrm>
              <a:off x="4441" y="1494"/>
              <a:ext cx="282" cy="288"/>
              <a:chOff x="3919" y="1494"/>
              <a:chExt cx="282" cy="288"/>
            </a:xfrm>
          </p:grpSpPr>
          <p:sp>
            <p:nvSpPr>
              <p:cNvPr id="40127" name="Oval 191">
                <a:extLst>
                  <a:ext uri="{FF2B5EF4-FFF2-40B4-BE49-F238E27FC236}">
                    <a16:creationId xmlns:a16="http://schemas.microsoft.com/office/drawing/2014/main" id="{ACF13E98-6A03-4B2B-AA5A-DBF854A71792}"/>
                  </a:ext>
                </a:extLst>
              </p:cNvPr>
              <p:cNvSpPr>
                <a:spLocks noChangeArrowheads="1"/>
              </p:cNvSpPr>
              <p:nvPr/>
            </p:nvSpPr>
            <p:spPr bwMode="auto">
              <a:xfrm>
                <a:off x="3919" y="1671"/>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28" name="Rectangle 192">
                <a:extLst>
                  <a:ext uri="{FF2B5EF4-FFF2-40B4-BE49-F238E27FC236}">
                    <a16:creationId xmlns:a16="http://schemas.microsoft.com/office/drawing/2014/main" id="{267C6E1A-89D4-4144-9734-9C12CA76A197}"/>
                  </a:ext>
                </a:extLst>
              </p:cNvPr>
              <p:cNvSpPr>
                <a:spLocks noChangeArrowheads="1"/>
              </p:cNvSpPr>
              <p:nvPr/>
            </p:nvSpPr>
            <p:spPr bwMode="auto">
              <a:xfrm>
                <a:off x="3945" y="1494"/>
                <a:ext cx="2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r>
                  <a:rPr lang="en-US" altLang="zh-CN" b="1">
                    <a:solidFill>
                      <a:srgbClr val="CC0000"/>
                    </a:solidFill>
                  </a:rPr>
                  <a:t>'</a:t>
                </a:r>
              </a:p>
            </p:txBody>
          </p:sp>
        </p:grpSp>
      </p:grpSp>
      <p:grpSp>
        <p:nvGrpSpPr>
          <p:cNvPr id="40190" name="Group 254">
            <a:extLst>
              <a:ext uri="{FF2B5EF4-FFF2-40B4-BE49-F238E27FC236}">
                <a16:creationId xmlns:a16="http://schemas.microsoft.com/office/drawing/2014/main" id="{E78E5447-065C-4F78-AEBB-7723462BD05D}"/>
              </a:ext>
            </a:extLst>
          </p:cNvPr>
          <p:cNvGrpSpPr>
            <a:grpSpLocks/>
          </p:cNvGrpSpPr>
          <p:nvPr/>
        </p:nvGrpSpPr>
        <p:grpSpPr bwMode="auto">
          <a:xfrm>
            <a:off x="4592638" y="5114925"/>
            <a:ext cx="2706687" cy="1509713"/>
            <a:chOff x="2893" y="3222"/>
            <a:chExt cx="1705" cy="951"/>
          </a:xfrm>
        </p:grpSpPr>
        <p:grpSp>
          <p:nvGrpSpPr>
            <p:cNvPr id="40145" name="Group 209">
              <a:extLst>
                <a:ext uri="{FF2B5EF4-FFF2-40B4-BE49-F238E27FC236}">
                  <a16:creationId xmlns:a16="http://schemas.microsoft.com/office/drawing/2014/main" id="{1DDD9E70-03AC-4F7F-842E-DD9F13E19E87}"/>
                </a:ext>
              </a:extLst>
            </p:cNvPr>
            <p:cNvGrpSpPr>
              <a:grpSpLocks/>
            </p:cNvGrpSpPr>
            <p:nvPr/>
          </p:nvGrpSpPr>
          <p:grpSpPr bwMode="auto">
            <a:xfrm>
              <a:off x="2893" y="3234"/>
              <a:ext cx="207" cy="291"/>
              <a:chOff x="2371" y="3234"/>
              <a:chExt cx="207" cy="291"/>
            </a:xfrm>
          </p:grpSpPr>
          <p:sp>
            <p:nvSpPr>
              <p:cNvPr id="40129" name="Oval 193">
                <a:extLst>
                  <a:ext uri="{FF2B5EF4-FFF2-40B4-BE49-F238E27FC236}">
                    <a16:creationId xmlns:a16="http://schemas.microsoft.com/office/drawing/2014/main" id="{E3AEE70D-3BED-42DF-AE65-3DB1BD502D95}"/>
                  </a:ext>
                </a:extLst>
              </p:cNvPr>
              <p:cNvSpPr>
                <a:spLocks noChangeArrowheads="1"/>
              </p:cNvSpPr>
              <p:nvPr/>
            </p:nvSpPr>
            <p:spPr bwMode="auto">
              <a:xfrm>
                <a:off x="2461" y="3234"/>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30" name="Rectangle 194">
                <a:extLst>
                  <a:ext uri="{FF2B5EF4-FFF2-40B4-BE49-F238E27FC236}">
                    <a16:creationId xmlns:a16="http://schemas.microsoft.com/office/drawing/2014/main" id="{189501A7-438B-4765-BABF-87E3B9A8FF0B}"/>
                  </a:ext>
                </a:extLst>
              </p:cNvPr>
              <p:cNvSpPr>
                <a:spLocks noChangeArrowheads="1"/>
              </p:cNvSpPr>
              <p:nvPr/>
            </p:nvSpPr>
            <p:spPr bwMode="auto">
              <a:xfrm>
                <a:off x="2371" y="3237"/>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endParaRPr lang="en-US" altLang="zh-CN" b="1">
                  <a:solidFill>
                    <a:srgbClr val="CC0000"/>
                  </a:solidFill>
                </a:endParaRPr>
              </a:p>
            </p:txBody>
          </p:sp>
        </p:grpSp>
        <p:grpSp>
          <p:nvGrpSpPr>
            <p:cNvPr id="40144" name="Group 208">
              <a:extLst>
                <a:ext uri="{FF2B5EF4-FFF2-40B4-BE49-F238E27FC236}">
                  <a16:creationId xmlns:a16="http://schemas.microsoft.com/office/drawing/2014/main" id="{3419EE69-547A-4A7D-8146-10E9F4676B18}"/>
                </a:ext>
              </a:extLst>
            </p:cNvPr>
            <p:cNvGrpSpPr>
              <a:grpSpLocks/>
            </p:cNvGrpSpPr>
            <p:nvPr/>
          </p:nvGrpSpPr>
          <p:grpSpPr bwMode="auto">
            <a:xfrm>
              <a:off x="4395" y="3222"/>
              <a:ext cx="203" cy="288"/>
              <a:chOff x="3873" y="3222"/>
              <a:chExt cx="203" cy="288"/>
            </a:xfrm>
          </p:grpSpPr>
          <p:sp>
            <p:nvSpPr>
              <p:cNvPr id="40131" name="Oval 195">
                <a:extLst>
                  <a:ext uri="{FF2B5EF4-FFF2-40B4-BE49-F238E27FC236}">
                    <a16:creationId xmlns:a16="http://schemas.microsoft.com/office/drawing/2014/main" id="{D7757E4F-0D65-4DDC-836B-FDDB2EC1C5E1}"/>
                  </a:ext>
                </a:extLst>
              </p:cNvPr>
              <p:cNvSpPr>
                <a:spLocks noChangeArrowheads="1"/>
              </p:cNvSpPr>
              <p:nvPr/>
            </p:nvSpPr>
            <p:spPr bwMode="auto">
              <a:xfrm>
                <a:off x="3916" y="3235"/>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32" name="Rectangle 196">
                <a:extLst>
                  <a:ext uri="{FF2B5EF4-FFF2-40B4-BE49-F238E27FC236}">
                    <a16:creationId xmlns:a16="http://schemas.microsoft.com/office/drawing/2014/main" id="{CCC15969-0D5E-4A0C-8AB1-9547B79D6949}"/>
                  </a:ext>
                </a:extLst>
              </p:cNvPr>
              <p:cNvSpPr>
                <a:spLocks noChangeArrowheads="1"/>
              </p:cNvSpPr>
              <p:nvPr/>
            </p:nvSpPr>
            <p:spPr bwMode="auto">
              <a:xfrm>
                <a:off x="3873" y="3222"/>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endParaRPr lang="en-US" altLang="zh-CN" b="1">
                  <a:solidFill>
                    <a:srgbClr val="CC0000"/>
                  </a:solidFill>
                </a:endParaRPr>
              </a:p>
            </p:txBody>
          </p:sp>
        </p:grpSp>
        <p:grpSp>
          <p:nvGrpSpPr>
            <p:cNvPr id="40146" name="Group 210">
              <a:extLst>
                <a:ext uri="{FF2B5EF4-FFF2-40B4-BE49-F238E27FC236}">
                  <a16:creationId xmlns:a16="http://schemas.microsoft.com/office/drawing/2014/main" id="{942B03D8-EAC2-4FDE-8995-65A88EDB1CED}"/>
                </a:ext>
              </a:extLst>
            </p:cNvPr>
            <p:cNvGrpSpPr>
              <a:grpSpLocks/>
            </p:cNvGrpSpPr>
            <p:nvPr/>
          </p:nvGrpSpPr>
          <p:grpSpPr bwMode="auto">
            <a:xfrm>
              <a:off x="3393" y="3692"/>
              <a:ext cx="207" cy="325"/>
              <a:chOff x="2871" y="3692"/>
              <a:chExt cx="207" cy="325"/>
            </a:xfrm>
          </p:grpSpPr>
          <p:sp>
            <p:nvSpPr>
              <p:cNvPr id="40133" name="Oval 197">
                <a:extLst>
                  <a:ext uri="{FF2B5EF4-FFF2-40B4-BE49-F238E27FC236}">
                    <a16:creationId xmlns:a16="http://schemas.microsoft.com/office/drawing/2014/main" id="{09C5C556-B818-4724-9576-3E261D82B597}"/>
                  </a:ext>
                </a:extLst>
              </p:cNvPr>
              <p:cNvSpPr>
                <a:spLocks noChangeArrowheads="1"/>
              </p:cNvSpPr>
              <p:nvPr/>
            </p:nvSpPr>
            <p:spPr bwMode="auto">
              <a:xfrm>
                <a:off x="2922" y="3692"/>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35" name="Rectangle 199">
                <a:extLst>
                  <a:ext uri="{FF2B5EF4-FFF2-40B4-BE49-F238E27FC236}">
                    <a16:creationId xmlns:a16="http://schemas.microsoft.com/office/drawing/2014/main" id="{A0B43F0C-D7AA-4236-8BA1-9BDB639872B3}"/>
                  </a:ext>
                </a:extLst>
              </p:cNvPr>
              <p:cNvSpPr>
                <a:spLocks noChangeArrowheads="1"/>
              </p:cNvSpPr>
              <p:nvPr/>
            </p:nvSpPr>
            <p:spPr bwMode="auto">
              <a:xfrm>
                <a:off x="2871" y="3729"/>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endParaRPr lang="en-US" altLang="zh-CN" b="1">
                  <a:solidFill>
                    <a:srgbClr val="CC0000"/>
                  </a:solidFill>
                </a:endParaRPr>
              </a:p>
            </p:txBody>
          </p:sp>
        </p:grpSp>
        <p:grpSp>
          <p:nvGrpSpPr>
            <p:cNvPr id="40148" name="Group 212">
              <a:extLst>
                <a:ext uri="{FF2B5EF4-FFF2-40B4-BE49-F238E27FC236}">
                  <a16:creationId xmlns:a16="http://schemas.microsoft.com/office/drawing/2014/main" id="{900EEEDC-4609-4274-92F8-060A9926CE08}"/>
                </a:ext>
              </a:extLst>
            </p:cNvPr>
            <p:cNvGrpSpPr>
              <a:grpSpLocks/>
            </p:cNvGrpSpPr>
            <p:nvPr/>
          </p:nvGrpSpPr>
          <p:grpSpPr bwMode="auto">
            <a:xfrm>
              <a:off x="3882" y="3696"/>
              <a:ext cx="207" cy="336"/>
              <a:chOff x="3360" y="3696"/>
              <a:chExt cx="207" cy="336"/>
            </a:xfrm>
          </p:grpSpPr>
          <p:sp>
            <p:nvSpPr>
              <p:cNvPr id="40134" name="Oval 198">
                <a:extLst>
                  <a:ext uri="{FF2B5EF4-FFF2-40B4-BE49-F238E27FC236}">
                    <a16:creationId xmlns:a16="http://schemas.microsoft.com/office/drawing/2014/main" id="{31CB26B4-29DB-483C-9B8E-1FDABADF0546}"/>
                  </a:ext>
                </a:extLst>
              </p:cNvPr>
              <p:cNvSpPr>
                <a:spLocks noChangeArrowheads="1"/>
              </p:cNvSpPr>
              <p:nvPr/>
            </p:nvSpPr>
            <p:spPr bwMode="auto">
              <a:xfrm>
                <a:off x="3456" y="3696"/>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36" name="Rectangle 200">
                <a:extLst>
                  <a:ext uri="{FF2B5EF4-FFF2-40B4-BE49-F238E27FC236}">
                    <a16:creationId xmlns:a16="http://schemas.microsoft.com/office/drawing/2014/main" id="{A9A46ABE-560F-4355-BAD2-3EE549DBB149}"/>
                  </a:ext>
                </a:extLst>
              </p:cNvPr>
              <p:cNvSpPr>
                <a:spLocks noChangeArrowheads="1"/>
              </p:cNvSpPr>
              <p:nvPr/>
            </p:nvSpPr>
            <p:spPr bwMode="auto">
              <a:xfrm>
                <a:off x="3360" y="3744"/>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endParaRPr lang="en-US" altLang="zh-CN" b="1">
                  <a:solidFill>
                    <a:srgbClr val="CC0000"/>
                  </a:solidFill>
                </a:endParaRPr>
              </a:p>
            </p:txBody>
          </p:sp>
        </p:grpSp>
        <p:grpSp>
          <p:nvGrpSpPr>
            <p:cNvPr id="40147" name="Group 211">
              <a:extLst>
                <a:ext uri="{FF2B5EF4-FFF2-40B4-BE49-F238E27FC236}">
                  <a16:creationId xmlns:a16="http://schemas.microsoft.com/office/drawing/2014/main" id="{73C245F9-0EB1-4B6B-B05C-D0A5ACA42A6E}"/>
                </a:ext>
              </a:extLst>
            </p:cNvPr>
            <p:cNvGrpSpPr>
              <a:grpSpLocks/>
            </p:cNvGrpSpPr>
            <p:nvPr/>
          </p:nvGrpSpPr>
          <p:grpSpPr bwMode="auto">
            <a:xfrm>
              <a:off x="3711" y="3885"/>
              <a:ext cx="236" cy="288"/>
              <a:chOff x="3189" y="3885"/>
              <a:chExt cx="236" cy="288"/>
            </a:xfrm>
          </p:grpSpPr>
          <p:sp>
            <p:nvSpPr>
              <p:cNvPr id="40137" name="Oval 201">
                <a:extLst>
                  <a:ext uri="{FF2B5EF4-FFF2-40B4-BE49-F238E27FC236}">
                    <a16:creationId xmlns:a16="http://schemas.microsoft.com/office/drawing/2014/main" id="{0822C96A-C1B5-4544-8E71-0889B8F822D6}"/>
                  </a:ext>
                </a:extLst>
              </p:cNvPr>
              <p:cNvSpPr>
                <a:spLocks noChangeArrowheads="1"/>
              </p:cNvSpPr>
              <p:nvPr/>
            </p:nvSpPr>
            <p:spPr bwMode="auto">
              <a:xfrm>
                <a:off x="3189" y="3954"/>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38" name="Rectangle 202">
                <a:extLst>
                  <a:ext uri="{FF2B5EF4-FFF2-40B4-BE49-F238E27FC236}">
                    <a16:creationId xmlns:a16="http://schemas.microsoft.com/office/drawing/2014/main" id="{C5FC05D2-3711-4FCB-8655-82480D3664B1}"/>
                  </a:ext>
                </a:extLst>
              </p:cNvPr>
              <p:cNvSpPr>
                <a:spLocks noChangeArrowheads="1"/>
              </p:cNvSpPr>
              <p:nvPr/>
            </p:nvSpPr>
            <p:spPr bwMode="auto">
              <a:xfrm>
                <a:off x="3222" y="3885"/>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endParaRPr lang="en-US" altLang="zh-CN" b="1">
                  <a:solidFill>
                    <a:srgbClr val="CC0000"/>
                  </a:solidFill>
                </a:endParaRPr>
              </a:p>
            </p:txBody>
          </p:sp>
        </p:grpSp>
      </p:grpSp>
      <p:grpSp>
        <p:nvGrpSpPr>
          <p:cNvPr id="40195" name="Group 259">
            <a:extLst>
              <a:ext uri="{FF2B5EF4-FFF2-40B4-BE49-F238E27FC236}">
                <a16:creationId xmlns:a16="http://schemas.microsoft.com/office/drawing/2014/main" id="{1C7115CA-8AAD-4421-84FD-3615B5A1EDE0}"/>
              </a:ext>
            </a:extLst>
          </p:cNvPr>
          <p:cNvGrpSpPr>
            <a:grpSpLocks/>
          </p:cNvGrpSpPr>
          <p:nvPr/>
        </p:nvGrpSpPr>
        <p:grpSpPr bwMode="auto">
          <a:xfrm>
            <a:off x="727075" y="4457700"/>
            <a:ext cx="2968625" cy="1439863"/>
            <a:chOff x="410" y="2976"/>
            <a:chExt cx="1870" cy="907"/>
          </a:xfrm>
        </p:grpSpPr>
        <p:grpSp>
          <p:nvGrpSpPr>
            <p:cNvPr id="40179" name="Group 243">
              <a:extLst>
                <a:ext uri="{FF2B5EF4-FFF2-40B4-BE49-F238E27FC236}">
                  <a16:creationId xmlns:a16="http://schemas.microsoft.com/office/drawing/2014/main" id="{0ABE3067-23F8-4E41-98BD-8E5064BA99F4}"/>
                </a:ext>
              </a:extLst>
            </p:cNvPr>
            <p:cNvGrpSpPr>
              <a:grpSpLocks/>
            </p:cNvGrpSpPr>
            <p:nvPr/>
          </p:nvGrpSpPr>
          <p:grpSpPr bwMode="auto">
            <a:xfrm>
              <a:off x="1034" y="3080"/>
              <a:ext cx="240" cy="307"/>
              <a:chOff x="1034" y="3080"/>
              <a:chExt cx="240" cy="307"/>
            </a:xfrm>
          </p:grpSpPr>
          <p:sp>
            <p:nvSpPr>
              <p:cNvPr id="40170" name="Oval 234">
                <a:extLst>
                  <a:ext uri="{FF2B5EF4-FFF2-40B4-BE49-F238E27FC236}">
                    <a16:creationId xmlns:a16="http://schemas.microsoft.com/office/drawing/2014/main" id="{B9505931-914F-4B3F-926D-1A0DAC078CDC}"/>
                  </a:ext>
                </a:extLst>
              </p:cNvPr>
              <p:cNvSpPr>
                <a:spLocks noChangeArrowheads="1"/>
              </p:cNvSpPr>
              <p:nvPr/>
            </p:nvSpPr>
            <p:spPr bwMode="auto">
              <a:xfrm>
                <a:off x="1208" y="3080"/>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71" name="Rectangle 235">
                <a:extLst>
                  <a:ext uri="{FF2B5EF4-FFF2-40B4-BE49-F238E27FC236}">
                    <a16:creationId xmlns:a16="http://schemas.microsoft.com/office/drawing/2014/main" id="{9E23A3A3-2EB4-43E3-B00D-E9687EA39C5E}"/>
                  </a:ext>
                </a:extLst>
              </p:cNvPr>
              <p:cNvSpPr>
                <a:spLocks noChangeArrowheads="1"/>
              </p:cNvSpPr>
              <p:nvPr/>
            </p:nvSpPr>
            <p:spPr bwMode="auto">
              <a:xfrm>
                <a:off x="1034" y="3099"/>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endParaRPr lang="en-US" altLang="zh-CN" b="1">
                  <a:solidFill>
                    <a:srgbClr val="CC0000"/>
                  </a:solidFill>
                </a:endParaRPr>
              </a:p>
            </p:txBody>
          </p:sp>
        </p:grpSp>
        <p:grpSp>
          <p:nvGrpSpPr>
            <p:cNvPr id="40180" name="Group 244">
              <a:extLst>
                <a:ext uri="{FF2B5EF4-FFF2-40B4-BE49-F238E27FC236}">
                  <a16:creationId xmlns:a16="http://schemas.microsoft.com/office/drawing/2014/main" id="{C6837AE4-059A-4742-9A86-141F8D1611CC}"/>
                </a:ext>
              </a:extLst>
            </p:cNvPr>
            <p:cNvGrpSpPr>
              <a:grpSpLocks/>
            </p:cNvGrpSpPr>
            <p:nvPr/>
          </p:nvGrpSpPr>
          <p:grpSpPr bwMode="auto">
            <a:xfrm>
              <a:off x="1386" y="3576"/>
              <a:ext cx="240" cy="307"/>
              <a:chOff x="1386" y="3576"/>
              <a:chExt cx="240" cy="307"/>
            </a:xfrm>
          </p:grpSpPr>
          <p:sp>
            <p:nvSpPr>
              <p:cNvPr id="40172" name="Oval 236">
                <a:extLst>
                  <a:ext uri="{FF2B5EF4-FFF2-40B4-BE49-F238E27FC236}">
                    <a16:creationId xmlns:a16="http://schemas.microsoft.com/office/drawing/2014/main" id="{C5A6761A-2E24-4069-AB8B-A8A7AC331298}"/>
                  </a:ext>
                </a:extLst>
              </p:cNvPr>
              <p:cNvSpPr>
                <a:spLocks noChangeArrowheads="1"/>
              </p:cNvSpPr>
              <p:nvPr/>
            </p:nvSpPr>
            <p:spPr bwMode="auto">
              <a:xfrm>
                <a:off x="1560" y="3576"/>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73" name="Rectangle 237">
                <a:extLst>
                  <a:ext uri="{FF2B5EF4-FFF2-40B4-BE49-F238E27FC236}">
                    <a16:creationId xmlns:a16="http://schemas.microsoft.com/office/drawing/2014/main" id="{68065EDB-28FE-49D6-A055-5EC788154FE4}"/>
                  </a:ext>
                </a:extLst>
              </p:cNvPr>
              <p:cNvSpPr>
                <a:spLocks noChangeArrowheads="1"/>
              </p:cNvSpPr>
              <p:nvPr/>
            </p:nvSpPr>
            <p:spPr bwMode="auto">
              <a:xfrm>
                <a:off x="1386" y="3595"/>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endParaRPr lang="en-US" altLang="zh-CN" b="1">
                  <a:solidFill>
                    <a:srgbClr val="CC0000"/>
                  </a:solidFill>
                </a:endParaRPr>
              </a:p>
            </p:txBody>
          </p:sp>
        </p:grpSp>
        <p:grpSp>
          <p:nvGrpSpPr>
            <p:cNvPr id="40181" name="Group 245">
              <a:extLst>
                <a:ext uri="{FF2B5EF4-FFF2-40B4-BE49-F238E27FC236}">
                  <a16:creationId xmlns:a16="http://schemas.microsoft.com/office/drawing/2014/main" id="{1F6699DE-B714-42EB-B517-79F89A094534}"/>
                </a:ext>
              </a:extLst>
            </p:cNvPr>
            <p:cNvGrpSpPr>
              <a:grpSpLocks/>
            </p:cNvGrpSpPr>
            <p:nvPr/>
          </p:nvGrpSpPr>
          <p:grpSpPr bwMode="auto">
            <a:xfrm>
              <a:off x="1666" y="3084"/>
              <a:ext cx="216" cy="370"/>
              <a:chOff x="1666" y="3084"/>
              <a:chExt cx="216" cy="370"/>
            </a:xfrm>
          </p:grpSpPr>
          <p:sp>
            <p:nvSpPr>
              <p:cNvPr id="40174" name="Oval 238">
                <a:extLst>
                  <a:ext uri="{FF2B5EF4-FFF2-40B4-BE49-F238E27FC236}">
                    <a16:creationId xmlns:a16="http://schemas.microsoft.com/office/drawing/2014/main" id="{BE6A9A28-DA4E-414B-B6FD-7D64AA8D2F12}"/>
                  </a:ext>
                </a:extLst>
              </p:cNvPr>
              <p:cNvSpPr>
                <a:spLocks noChangeArrowheads="1"/>
              </p:cNvSpPr>
              <p:nvPr/>
            </p:nvSpPr>
            <p:spPr bwMode="auto">
              <a:xfrm>
                <a:off x="1730" y="3084"/>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75" name="Rectangle 239">
                <a:extLst>
                  <a:ext uri="{FF2B5EF4-FFF2-40B4-BE49-F238E27FC236}">
                    <a16:creationId xmlns:a16="http://schemas.microsoft.com/office/drawing/2014/main" id="{AE935509-C214-4FF7-995F-980630976DAC}"/>
                  </a:ext>
                </a:extLst>
              </p:cNvPr>
              <p:cNvSpPr>
                <a:spLocks noChangeArrowheads="1"/>
              </p:cNvSpPr>
              <p:nvPr/>
            </p:nvSpPr>
            <p:spPr bwMode="auto">
              <a:xfrm>
                <a:off x="1666" y="3166"/>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endParaRPr lang="en-US" altLang="zh-CN" b="1">
                  <a:solidFill>
                    <a:srgbClr val="CC0000"/>
                  </a:solidFill>
                </a:endParaRPr>
              </a:p>
            </p:txBody>
          </p:sp>
        </p:grpSp>
        <p:grpSp>
          <p:nvGrpSpPr>
            <p:cNvPr id="40178" name="Group 242">
              <a:extLst>
                <a:ext uri="{FF2B5EF4-FFF2-40B4-BE49-F238E27FC236}">
                  <a16:creationId xmlns:a16="http://schemas.microsoft.com/office/drawing/2014/main" id="{A2D17D3B-9286-4F49-BE29-B35EC1BEE518}"/>
                </a:ext>
              </a:extLst>
            </p:cNvPr>
            <p:cNvGrpSpPr>
              <a:grpSpLocks/>
            </p:cNvGrpSpPr>
            <p:nvPr/>
          </p:nvGrpSpPr>
          <p:grpSpPr bwMode="auto">
            <a:xfrm>
              <a:off x="410" y="3052"/>
              <a:ext cx="278" cy="288"/>
              <a:chOff x="410" y="3052"/>
              <a:chExt cx="278" cy="288"/>
            </a:xfrm>
          </p:grpSpPr>
          <p:sp>
            <p:nvSpPr>
              <p:cNvPr id="40176" name="Oval 240">
                <a:extLst>
                  <a:ext uri="{FF2B5EF4-FFF2-40B4-BE49-F238E27FC236}">
                    <a16:creationId xmlns:a16="http://schemas.microsoft.com/office/drawing/2014/main" id="{A7DBB016-C26D-4FFB-9FE3-3800B1F807F6}"/>
                  </a:ext>
                </a:extLst>
              </p:cNvPr>
              <p:cNvSpPr>
                <a:spLocks noChangeArrowheads="1"/>
              </p:cNvSpPr>
              <p:nvPr/>
            </p:nvSpPr>
            <p:spPr bwMode="auto">
              <a:xfrm>
                <a:off x="622" y="3174"/>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77" name="Rectangle 241">
                <a:extLst>
                  <a:ext uri="{FF2B5EF4-FFF2-40B4-BE49-F238E27FC236}">
                    <a16:creationId xmlns:a16="http://schemas.microsoft.com/office/drawing/2014/main" id="{174A18C9-CDF6-472A-821D-8EE6212D7D57}"/>
                  </a:ext>
                </a:extLst>
              </p:cNvPr>
              <p:cNvSpPr>
                <a:spLocks noChangeArrowheads="1"/>
              </p:cNvSpPr>
              <p:nvPr/>
            </p:nvSpPr>
            <p:spPr bwMode="auto">
              <a:xfrm>
                <a:off x="410" y="3052"/>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endParaRPr lang="en-US" altLang="zh-CN" b="1">
                  <a:solidFill>
                    <a:srgbClr val="CC0000"/>
                  </a:solidFill>
                </a:endParaRPr>
              </a:p>
            </p:txBody>
          </p:sp>
        </p:grpSp>
        <p:grpSp>
          <p:nvGrpSpPr>
            <p:cNvPr id="40185" name="Group 249">
              <a:extLst>
                <a:ext uri="{FF2B5EF4-FFF2-40B4-BE49-F238E27FC236}">
                  <a16:creationId xmlns:a16="http://schemas.microsoft.com/office/drawing/2014/main" id="{072288EF-5349-4173-A8D5-8C082B44269B}"/>
                </a:ext>
              </a:extLst>
            </p:cNvPr>
            <p:cNvGrpSpPr>
              <a:grpSpLocks/>
            </p:cNvGrpSpPr>
            <p:nvPr/>
          </p:nvGrpSpPr>
          <p:grpSpPr bwMode="auto">
            <a:xfrm>
              <a:off x="2012" y="2976"/>
              <a:ext cx="268" cy="288"/>
              <a:chOff x="2012" y="2976"/>
              <a:chExt cx="268" cy="288"/>
            </a:xfrm>
          </p:grpSpPr>
          <p:sp>
            <p:nvSpPr>
              <p:cNvPr id="40183" name="Oval 247">
                <a:extLst>
                  <a:ext uri="{FF2B5EF4-FFF2-40B4-BE49-F238E27FC236}">
                    <a16:creationId xmlns:a16="http://schemas.microsoft.com/office/drawing/2014/main" id="{F43CC567-8B88-4502-8564-BF753588F52C}"/>
                  </a:ext>
                </a:extLst>
              </p:cNvPr>
              <p:cNvSpPr>
                <a:spLocks noChangeArrowheads="1"/>
              </p:cNvSpPr>
              <p:nvPr/>
            </p:nvSpPr>
            <p:spPr bwMode="auto">
              <a:xfrm>
                <a:off x="2012" y="3184"/>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84" name="Rectangle 248">
                <a:extLst>
                  <a:ext uri="{FF2B5EF4-FFF2-40B4-BE49-F238E27FC236}">
                    <a16:creationId xmlns:a16="http://schemas.microsoft.com/office/drawing/2014/main" id="{B23D5CD9-BE94-4F61-8533-C0678CFE68DE}"/>
                  </a:ext>
                </a:extLst>
              </p:cNvPr>
              <p:cNvSpPr>
                <a:spLocks noChangeArrowheads="1"/>
              </p:cNvSpPr>
              <p:nvPr/>
            </p:nvSpPr>
            <p:spPr bwMode="auto">
              <a:xfrm>
                <a:off x="2064" y="2976"/>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endParaRPr lang="en-US" altLang="zh-CN" b="1">
                  <a:solidFill>
                    <a:srgbClr val="CC0000"/>
                  </a:solidFill>
                </a:endParaRPr>
              </a:p>
            </p:txBody>
          </p:sp>
        </p:grpSp>
      </p:grpSp>
      <p:grpSp>
        <p:nvGrpSpPr>
          <p:cNvPr id="40196" name="Group 260">
            <a:extLst>
              <a:ext uri="{FF2B5EF4-FFF2-40B4-BE49-F238E27FC236}">
                <a16:creationId xmlns:a16="http://schemas.microsoft.com/office/drawing/2014/main" id="{AD5064D1-EBC8-405E-ACA9-E2A835F05BAA}"/>
              </a:ext>
            </a:extLst>
          </p:cNvPr>
          <p:cNvGrpSpPr>
            <a:grpSpLocks/>
          </p:cNvGrpSpPr>
          <p:nvPr/>
        </p:nvGrpSpPr>
        <p:grpSpPr bwMode="auto">
          <a:xfrm>
            <a:off x="5138738" y="2276475"/>
            <a:ext cx="1611312" cy="1055688"/>
            <a:chOff x="3237" y="1434"/>
            <a:chExt cx="1015" cy="665"/>
          </a:xfrm>
        </p:grpSpPr>
        <p:sp>
          <p:nvSpPr>
            <p:cNvPr id="40108" name="Line 172">
              <a:extLst>
                <a:ext uri="{FF2B5EF4-FFF2-40B4-BE49-F238E27FC236}">
                  <a16:creationId xmlns:a16="http://schemas.microsoft.com/office/drawing/2014/main" id="{49AEDF63-5D4C-4672-AAEF-BFE5F3B64CB1}"/>
                </a:ext>
              </a:extLst>
            </p:cNvPr>
            <p:cNvSpPr>
              <a:spLocks noChangeShapeType="1"/>
            </p:cNvSpPr>
            <p:nvPr/>
          </p:nvSpPr>
          <p:spPr bwMode="auto">
            <a:xfrm flipV="1">
              <a:off x="3237" y="1434"/>
              <a:ext cx="241" cy="665"/>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109" name="Line 173">
              <a:extLst>
                <a:ext uri="{FF2B5EF4-FFF2-40B4-BE49-F238E27FC236}">
                  <a16:creationId xmlns:a16="http://schemas.microsoft.com/office/drawing/2014/main" id="{CC1A0D86-6FE4-4956-A885-2C579AD0541C}"/>
                </a:ext>
              </a:extLst>
            </p:cNvPr>
            <p:cNvSpPr>
              <a:spLocks noChangeShapeType="1"/>
            </p:cNvSpPr>
            <p:nvPr/>
          </p:nvSpPr>
          <p:spPr bwMode="auto">
            <a:xfrm>
              <a:off x="4011" y="1434"/>
              <a:ext cx="241" cy="665"/>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0194" name="Group 258">
            <a:extLst>
              <a:ext uri="{FF2B5EF4-FFF2-40B4-BE49-F238E27FC236}">
                <a16:creationId xmlns:a16="http://schemas.microsoft.com/office/drawing/2014/main" id="{708337A5-D5C7-4847-9FE4-A5217E19E1A2}"/>
              </a:ext>
            </a:extLst>
          </p:cNvPr>
          <p:cNvGrpSpPr>
            <a:grpSpLocks/>
          </p:cNvGrpSpPr>
          <p:nvPr/>
        </p:nvGrpSpPr>
        <p:grpSpPr bwMode="auto">
          <a:xfrm>
            <a:off x="5199063" y="1847850"/>
            <a:ext cx="1476375" cy="523875"/>
            <a:chOff x="3275" y="1164"/>
            <a:chExt cx="930" cy="330"/>
          </a:xfrm>
        </p:grpSpPr>
        <p:grpSp>
          <p:nvGrpSpPr>
            <p:cNvPr id="40142" name="Group 206">
              <a:extLst>
                <a:ext uri="{FF2B5EF4-FFF2-40B4-BE49-F238E27FC236}">
                  <a16:creationId xmlns:a16="http://schemas.microsoft.com/office/drawing/2014/main" id="{80E32731-CFF4-4C50-B823-9175E632082F}"/>
                </a:ext>
              </a:extLst>
            </p:cNvPr>
            <p:cNvGrpSpPr>
              <a:grpSpLocks/>
            </p:cNvGrpSpPr>
            <p:nvPr/>
          </p:nvGrpSpPr>
          <p:grpSpPr bwMode="auto">
            <a:xfrm>
              <a:off x="3275" y="1206"/>
              <a:ext cx="260" cy="288"/>
              <a:chOff x="2753" y="1206"/>
              <a:chExt cx="260" cy="288"/>
            </a:xfrm>
          </p:grpSpPr>
          <p:sp>
            <p:nvSpPr>
              <p:cNvPr id="40121" name="Oval 185">
                <a:extLst>
                  <a:ext uri="{FF2B5EF4-FFF2-40B4-BE49-F238E27FC236}">
                    <a16:creationId xmlns:a16="http://schemas.microsoft.com/office/drawing/2014/main" id="{2DFD6527-0F20-47F3-B5A6-BC3AB357B022}"/>
                  </a:ext>
                </a:extLst>
              </p:cNvPr>
              <p:cNvSpPr>
                <a:spLocks noChangeArrowheads="1"/>
              </p:cNvSpPr>
              <p:nvPr/>
            </p:nvSpPr>
            <p:spPr bwMode="auto">
              <a:xfrm>
                <a:off x="2922" y="1404"/>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22" name="Rectangle 186">
                <a:extLst>
                  <a:ext uri="{FF2B5EF4-FFF2-40B4-BE49-F238E27FC236}">
                    <a16:creationId xmlns:a16="http://schemas.microsoft.com/office/drawing/2014/main" id="{80724FC9-241C-4AD8-8C03-F2F0E61AC873}"/>
                  </a:ext>
                </a:extLst>
              </p:cNvPr>
              <p:cNvSpPr>
                <a:spLocks noChangeArrowheads="1"/>
              </p:cNvSpPr>
              <p:nvPr/>
            </p:nvSpPr>
            <p:spPr bwMode="auto">
              <a:xfrm>
                <a:off x="2753" y="1206"/>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r>
                  <a:rPr lang="en-US" altLang="zh-CN" b="1">
                    <a:solidFill>
                      <a:srgbClr val="CC0000"/>
                    </a:solidFill>
                  </a:rPr>
                  <a:t>'</a:t>
                </a:r>
              </a:p>
            </p:txBody>
          </p:sp>
        </p:grpSp>
        <p:grpSp>
          <p:nvGrpSpPr>
            <p:cNvPr id="40140" name="Group 204">
              <a:extLst>
                <a:ext uri="{FF2B5EF4-FFF2-40B4-BE49-F238E27FC236}">
                  <a16:creationId xmlns:a16="http://schemas.microsoft.com/office/drawing/2014/main" id="{C3737103-F750-4ED6-9AC6-6DAFC2DFD174}"/>
                </a:ext>
              </a:extLst>
            </p:cNvPr>
            <p:cNvGrpSpPr>
              <a:grpSpLocks/>
            </p:cNvGrpSpPr>
            <p:nvPr/>
          </p:nvGrpSpPr>
          <p:grpSpPr bwMode="auto">
            <a:xfrm>
              <a:off x="3945" y="1164"/>
              <a:ext cx="260" cy="309"/>
              <a:chOff x="3423" y="1164"/>
              <a:chExt cx="260" cy="309"/>
            </a:xfrm>
          </p:grpSpPr>
          <p:sp>
            <p:nvSpPr>
              <p:cNvPr id="40123" name="Oval 187">
                <a:extLst>
                  <a:ext uri="{FF2B5EF4-FFF2-40B4-BE49-F238E27FC236}">
                    <a16:creationId xmlns:a16="http://schemas.microsoft.com/office/drawing/2014/main" id="{E724E238-5F09-4547-A692-931716A1C0C8}"/>
                  </a:ext>
                </a:extLst>
              </p:cNvPr>
              <p:cNvSpPr>
                <a:spLocks noChangeArrowheads="1"/>
              </p:cNvSpPr>
              <p:nvPr/>
            </p:nvSpPr>
            <p:spPr bwMode="auto">
              <a:xfrm>
                <a:off x="3457" y="1407"/>
                <a:ext cx="66" cy="66"/>
              </a:xfrm>
              <a:prstGeom prst="ellipse">
                <a:avLst/>
              </a:prstGeom>
              <a:solidFill>
                <a:srgbClr val="FFFF00"/>
              </a:solidFill>
              <a:ln w="2857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124" name="Rectangle 188">
                <a:extLst>
                  <a:ext uri="{FF2B5EF4-FFF2-40B4-BE49-F238E27FC236}">
                    <a16:creationId xmlns:a16="http://schemas.microsoft.com/office/drawing/2014/main" id="{099A249E-72DB-413E-8924-1FAB4097D56D}"/>
                  </a:ext>
                </a:extLst>
              </p:cNvPr>
              <p:cNvSpPr>
                <a:spLocks noChangeArrowheads="1"/>
              </p:cNvSpPr>
              <p:nvPr/>
            </p:nvSpPr>
            <p:spPr bwMode="auto">
              <a:xfrm>
                <a:off x="3423" y="116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r>
                  <a:rPr lang="en-US" altLang="zh-CN" b="1">
                    <a:solidFill>
                      <a:srgbClr val="CC0000"/>
                    </a:solidFill>
                  </a:rPr>
                  <a:t>'</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006"/>
                                        </p:tgtEl>
                                        <p:attrNameLst>
                                          <p:attrName>style.visibility</p:attrName>
                                        </p:attrNameLst>
                                      </p:cBhvr>
                                      <p:to>
                                        <p:strVal val="visible"/>
                                      </p:to>
                                    </p:set>
                                    <p:animEffect transition="in" filter="wipe(left)">
                                      <p:cBhvr>
                                        <p:cTn id="7" dur="500"/>
                                        <p:tgtEl>
                                          <p:spTgt spid="400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007"/>
                                        </p:tgtEl>
                                        <p:attrNameLst>
                                          <p:attrName>style.visibility</p:attrName>
                                        </p:attrNameLst>
                                      </p:cBhvr>
                                      <p:to>
                                        <p:strVal val="visible"/>
                                      </p:to>
                                    </p:set>
                                    <p:animEffect transition="in" filter="wipe(left)">
                                      <p:cBhvr>
                                        <p:cTn id="12" dur="500"/>
                                        <p:tgtEl>
                                          <p:spTgt spid="400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40189"/>
                                        </p:tgtEl>
                                        <p:attrNameLst>
                                          <p:attrName>style.visibility</p:attrName>
                                        </p:attrNameLst>
                                      </p:cBhvr>
                                      <p:to>
                                        <p:strVal val="visible"/>
                                      </p:to>
                                    </p:set>
                                    <p:animEffect transition="in" filter="strips(downRight)">
                                      <p:cBhvr>
                                        <p:cTn id="17" dur="500"/>
                                        <p:tgtEl>
                                          <p:spTgt spid="40189"/>
                                        </p:tgtEl>
                                      </p:cBhvr>
                                    </p:animEffect>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40190"/>
                                        </p:tgtEl>
                                        <p:attrNameLst>
                                          <p:attrName>style.visibility</p:attrName>
                                        </p:attrNameLst>
                                      </p:cBhvr>
                                      <p:to>
                                        <p:strVal val="visible"/>
                                      </p:to>
                                    </p:set>
                                    <p:anim calcmode="lin" valueType="num">
                                      <p:cBhvr>
                                        <p:cTn id="22" dur="500" fill="hold"/>
                                        <p:tgtEl>
                                          <p:spTgt spid="40190"/>
                                        </p:tgtEl>
                                        <p:attrNameLst>
                                          <p:attrName>ppt_w</p:attrName>
                                        </p:attrNameLst>
                                      </p:cBhvr>
                                      <p:tavLst>
                                        <p:tav tm="0">
                                          <p:val>
                                            <p:fltVal val="0"/>
                                          </p:val>
                                        </p:tav>
                                        <p:tav tm="100000">
                                          <p:val>
                                            <p:strVal val="#ppt_w"/>
                                          </p:val>
                                        </p:tav>
                                      </p:tavLst>
                                    </p:anim>
                                    <p:anim calcmode="lin" valueType="num">
                                      <p:cBhvr>
                                        <p:cTn id="23" dur="500" fill="hold"/>
                                        <p:tgtEl>
                                          <p:spTgt spid="401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WHOOSH.WAV"/>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40192"/>
                                        </p:tgtEl>
                                        <p:attrNameLst>
                                          <p:attrName>style.visibility</p:attrName>
                                        </p:attrNameLst>
                                      </p:cBhvr>
                                      <p:to>
                                        <p:strVal val="visible"/>
                                      </p:to>
                                    </p:set>
                                    <p:anim calcmode="lin" valueType="num">
                                      <p:cBhvr>
                                        <p:cTn id="28" dur="500" fill="hold"/>
                                        <p:tgtEl>
                                          <p:spTgt spid="40192"/>
                                        </p:tgtEl>
                                        <p:attrNameLst>
                                          <p:attrName>ppt_w</p:attrName>
                                        </p:attrNameLst>
                                      </p:cBhvr>
                                      <p:tavLst>
                                        <p:tav tm="0">
                                          <p:val>
                                            <p:fltVal val="0"/>
                                          </p:val>
                                        </p:tav>
                                        <p:tav tm="100000">
                                          <p:val>
                                            <p:strVal val="#ppt_w"/>
                                          </p:val>
                                        </p:tav>
                                      </p:tavLst>
                                    </p:anim>
                                    <p:anim calcmode="lin" valueType="num">
                                      <p:cBhvr>
                                        <p:cTn id="29" dur="500" fill="hold"/>
                                        <p:tgtEl>
                                          <p:spTgt spid="4019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6"/>
                                            </p:cond>
                                          </p:stCondLst>
                                          <p:endCondLst>
                                            <p:cond evt="onStopAudio" delay="0">
                                              <p:tgtEl>
                                                <p:sldTgt/>
                                              </p:tgtEl>
                                            </p:cond>
                                          </p:endCondLst>
                                        </p:cTn>
                                        <p:tgtEl>
                                          <p:sndTgt r:embed="rId2" name="WHOOSH.WAV"/>
                                        </p:tgtEl>
                                      </p:cMediaNode>
                                    </p:audio>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40193"/>
                                        </p:tgtEl>
                                        <p:attrNameLst>
                                          <p:attrName>style.visibility</p:attrName>
                                        </p:attrNameLst>
                                      </p:cBhvr>
                                      <p:to>
                                        <p:strVal val="visible"/>
                                      </p:to>
                                    </p:set>
                                    <p:animEffect transition="in" filter="wipe(down)">
                                      <p:cBhvr>
                                        <p:cTn id="34" dur="500"/>
                                        <p:tgtEl>
                                          <p:spTgt spid="40193"/>
                                        </p:tgtEl>
                                      </p:cBhvr>
                                    </p:animEffect>
                                  </p:childTnLst>
                                  <p:subTnLst>
                                    <p:audio>
                                      <p:cMediaNode>
                                        <p:cTn display="0" masterRel="sameClick">
                                          <p:stCondLst>
                                            <p:cond evt="begin" delay="0">
                                              <p:tn val="32"/>
                                            </p:cond>
                                          </p:stCondLst>
                                          <p:endCondLst>
                                            <p:cond evt="onStopAudio" delay="0">
                                              <p:tgtEl>
                                                <p:sldTgt/>
                                              </p:tgtEl>
                                            </p:cond>
                                          </p:endCondLst>
                                        </p:cTn>
                                        <p:tgtEl>
                                          <p:sndTgt r:embed="rId2" name="WHOOSH.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32" fill="hold" nodeType="clickEffect">
                                  <p:stCondLst>
                                    <p:cond delay="0"/>
                                  </p:stCondLst>
                                  <p:childTnLst>
                                    <p:set>
                                      <p:cBhvr>
                                        <p:cTn id="38" dur="1" fill="hold">
                                          <p:stCondLst>
                                            <p:cond delay="0"/>
                                          </p:stCondLst>
                                        </p:cTn>
                                        <p:tgtEl>
                                          <p:spTgt spid="40194"/>
                                        </p:tgtEl>
                                        <p:attrNameLst>
                                          <p:attrName>style.visibility</p:attrName>
                                        </p:attrNameLst>
                                      </p:cBhvr>
                                      <p:to>
                                        <p:strVal val="visible"/>
                                      </p:to>
                                    </p:set>
                                    <p:anim calcmode="lin" valueType="num">
                                      <p:cBhvr>
                                        <p:cTn id="39" dur="500" fill="hold"/>
                                        <p:tgtEl>
                                          <p:spTgt spid="40194"/>
                                        </p:tgtEl>
                                        <p:attrNameLst>
                                          <p:attrName>ppt_w</p:attrName>
                                        </p:attrNameLst>
                                      </p:cBhvr>
                                      <p:tavLst>
                                        <p:tav tm="0">
                                          <p:val>
                                            <p:strVal val="4*#ppt_w"/>
                                          </p:val>
                                        </p:tav>
                                        <p:tav tm="100000">
                                          <p:val>
                                            <p:strVal val="#ppt_w"/>
                                          </p:val>
                                        </p:tav>
                                      </p:tavLst>
                                    </p:anim>
                                    <p:anim calcmode="lin" valueType="num">
                                      <p:cBhvr>
                                        <p:cTn id="40" dur="500" fill="hold"/>
                                        <p:tgtEl>
                                          <p:spTgt spid="4019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32" fill="hold" nodeType="clickEffect">
                                  <p:stCondLst>
                                    <p:cond delay="0"/>
                                  </p:stCondLst>
                                  <p:childTnLst>
                                    <p:set>
                                      <p:cBhvr>
                                        <p:cTn id="44" dur="1" fill="hold">
                                          <p:stCondLst>
                                            <p:cond delay="0"/>
                                          </p:stCondLst>
                                        </p:cTn>
                                        <p:tgtEl>
                                          <p:spTgt spid="40097"/>
                                        </p:tgtEl>
                                        <p:attrNameLst>
                                          <p:attrName>style.visibility</p:attrName>
                                        </p:attrNameLst>
                                      </p:cBhvr>
                                      <p:to>
                                        <p:strVal val="visible"/>
                                      </p:to>
                                    </p:set>
                                    <p:anim calcmode="lin" valueType="num">
                                      <p:cBhvr>
                                        <p:cTn id="45" dur="500" fill="hold"/>
                                        <p:tgtEl>
                                          <p:spTgt spid="40097"/>
                                        </p:tgtEl>
                                        <p:attrNameLst>
                                          <p:attrName>ppt_w</p:attrName>
                                        </p:attrNameLst>
                                      </p:cBhvr>
                                      <p:tavLst>
                                        <p:tav tm="0">
                                          <p:val>
                                            <p:strVal val="4*#ppt_w"/>
                                          </p:val>
                                        </p:tav>
                                        <p:tav tm="100000">
                                          <p:val>
                                            <p:strVal val="#ppt_w"/>
                                          </p:val>
                                        </p:tav>
                                      </p:tavLst>
                                    </p:anim>
                                    <p:anim calcmode="lin" valueType="num">
                                      <p:cBhvr>
                                        <p:cTn id="46" dur="500" fill="hold"/>
                                        <p:tgtEl>
                                          <p:spTgt spid="4009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2" name="WHOOSH.WAV"/>
                                        </p:tgtEl>
                                      </p:cMediaNode>
                                    </p:audio>
                                  </p:sub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40104"/>
                                        </p:tgtEl>
                                        <p:attrNameLst>
                                          <p:attrName>style.visibility</p:attrName>
                                        </p:attrNameLst>
                                      </p:cBhvr>
                                      <p:to>
                                        <p:strVal val="visible"/>
                                      </p:to>
                                    </p:set>
                                    <p:animEffect transition="in" filter="wipe(down)">
                                      <p:cBhvr>
                                        <p:cTn id="51" dur="500"/>
                                        <p:tgtEl>
                                          <p:spTgt spid="40104"/>
                                        </p:tgtEl>
                                      </p:cBhvr>
                                    </p:animEffect>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0098"/>
                                        </p:tgtEl>
                                        <p:attrNameLst>
                                          <p:attrName>style.visibility</p:attrName>
                                        </p:attrNameLst>
                                      </p:cBhvr>
                                      <p:to>
                                        <p:strVal val="visible"/>
                                      </p:to>
                                    </p:set>
                                    <p:animEffect transition="in" filter="wipe(left)">
                                      <p:cBhvr>
                                        <p:cTn id="56" dur="500"/>
                                        <p:tgtEl>
                                          <p:spTgt spid="40098"/>
                                        </p:tgtEl>
                                      </p:cBhvr>
                                    </p:animEffect>
                                  </p:childTnLst>
                                  <p:subTnLst>
                                    <p:audio>
                                      <p:cMediaNode>
                                        <p:cTn display="0" masterRel="sameClick">
                                          <p:stCondLst>
                                            <p:cond evt="begin" delay="0">
                                              <p:tn val="54"/>
                                            </p:cond>
                                          </p:stCondLst>
                                          <p:endCondLst>
                                            <p:cond evt="onStopAudio" delay="0">
                                              <p:tgtEl>
                                                <p:sldTgt/>
                                              </p:tgtEl>
                                            </p:cond>
                                          </p:endCondLst>
                                        </p:cTn>
                                        <p:tgtEl>
                                          <p:sndTgt r:embed="rId2" name="WHOOSH.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32" fill="hold" nodeType="clickEffect">
                                  <p:stCondLst>
                                    <p:cond delay="0"/>
                                  </p:stCondLst>
                                  <p:childTnLst>
                                    <p:set>
                                      <p:cBhvr>
                                        <p:cTn id="60" dur="1" fill="hold">
                                          <p:stCondLst>
                                            <p:cond delay="0"/>
                                          </p:stCondLst>
                                        </p:cTn>
                                        <p:tgtEl>
                                          <p:spTgt spid="40141"/>
                                        </p:tgtEl>
                                        <p:attrNameLst>
                                          <p:attrName>style.visibility</p:attrName>
                                        </p:attrNameLst>
                                      </p:cBhvr>
                                      <p:to>
                                        <p:strVal val="visible"/>
                                      </p:to>
                                    </p:set>
                                    <p:anim calcmode="lin" valueType="num">
                                      <p:cBhvr>
                                        <p:cTn id="61" dur="500" fill="hold"/>
                                        <p:tgtEl>
                                          <p:spTgt spid="40141"/>
                                        </p:tgtEl>
                                        <p:attrNameLst>
                                          <p:attrName>ppt_w</p:attrName>
                                        </p:attrNameLst>
                                      </p:cBhvr>
                                      <p:tavLst>
                                        <p:tav tm="0">
                                          <p:val>
                                            <p:strVal val="4*#ppt_w"/>
                                          </p:val>
                                        </p:tav>
                                        <p:tav tm="100000">
                                          <p:val>
                                            <p:strVal val="#ppt_w"/>
                                          </p:val>
                                        </p:tav>
                                      </p:tavLst>
                                    </p:anim>
                                    <p:anim calcmode="lin" valueType="num">
                                      <p:cBhvr>
                                        <p:cTn id="62" dur="500" fill="hold"/>
                                        <p:tgtEl>
                                          <p:spTgt spid="40141"/>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59"/>
                                            </p:cond>
                                          </p:stCondLst>
                                          <p:endCondLst>
                                            <p:cond evt="onStopAudio" delay="0">
                                              <p:tgtEl>
                                                <p:sldTgt/>
                                              </p:tgtEl>
                                            </p:cond>
                                          </p:endCondLst>
                                        </p:cTn>
                                        <p:tgtEl>
                                          <p:sndTgt r:embed="rId2" name="WHOOSH.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10" fill="hold" nodeType="clickEffect">
                                  <p:stCondLst>
                                    <p:cond delay="0"/>
                                  </p:stCondLst>
                                  <p:childTnLst>
                                    <p:set>
                                      <p:cBhvr>
                                        <p:cTn id="66" dur="1" fill="hold">
                                          <p:stCondLst>
                                            <p:cond delay="0"/>
                                          </p:stCondLst>
                                        </p:cTn>
                                        <p:tgtEl>
                                          <p:spTgt spid="40103"/>
                                        </p:tgtEl>
                                        <p:attrNameLst>
                                          <p:attrName>style.visibility</p:attrName>
                                        </p:attrNameLst>
                                      </p:cBhvr>
                                      <p:to>
                                        <p:strVal val="visible"/>
                                      </p:to>
                                    </p:set>
                                    <p:animEffect transition="in" filter="randombar(horizontal)">
                                      <p:cBhvr>
                                        <p:cTn id="67" dur="500"/>
                                        <p:tgtEl>
                                          <p:spTgt spid="40103"/>
                                        </p:tgtEl>
                                      </p:cBhvr>
                                    </p:animEffect>
                                  </p:childTnLst>
                                  <p:subTnLst>
                                    <p:audio>
                                      <p:cMediaNode>
                                        <p:cTn display="0" masterRel="sameClick">
                                          <p:stCondLst>
                                            <p:cond evt="begin" delay="0">
                                              <p:tn val="65"/>
                                            </p:cond>
                                          </p:stCondLst>
                                          <p:endCondLst>
                                            <p:cond evt="onStopAudio" delay="0">
                                              <p:tgtEl>
                                                <p:sldTgt/>
                                              </p:tgtEl>
                                            </p:cond>
                                          </p:endCondLst>
                                        </p:cTn>
                                        <p:tgtEl>
                                          <p:sndTgt r:embed="rId2" name="WHOOSH.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23" presetClass="entr" presetSubtype="32" fill="hold" nodeType="clickEffect">
                                  <p:stCondLst>
                                    <p:cond delay="0"/>
                                  </p:stCondLst>
                                  <p:childTnLst>
                                    <p:set>
                                      <p:cBhvr>
                                        <p:cTn id="71" dur="1" fill="hold">
                                          <p:stCondLst>
                                            <p:cond delay="0"/>
                                          </p:stCondLst>
                                        </p:cTn>
                                        <p:tgtEl>
                                          <p:spTgt spid="40196"/>
                                        </p:tgtEl>
                                        <p:attrNameLst>
                                          <p:attrName>style.visibility</p:attrName>
                                        </p:attrNameLst>
                                      </p:cBhvr>
                                      <p:to>
                                        <p:strVal val="visible"/>
                                      </p:to>
                                    </p:set>
                                    <p:anim calcmode="lin" valueType="num">
                                      <p:cBhvr>
                                        <p:cTn id="72" dur="500" fill="hold"/>
                                        <p:tgtEl>
                                          <p:spTgt spid="40196"/>
                                        </p:tgtEl>
                                        <p:attrNameLst>
                                          <p:attrName>ppt_w</p:attrName>
                                        </p:attrNameLst>
                                      </p:cBhvr>
                                      <p:tavLst>
                                        <p:tav tm="0">
                                          <p:val>
                                            <p:strVal val="4*#ppt_w"/>
                                          </p:val>
                                        </p:tav>
                                        <p:tav tm="100000">
                                          <p:val>
                                            <p:strVal val="#ppt_w"/>
                                          </p:val>
                                        </p:tav>
                                      </p:tavLst>
                                    </p:anim>
                                    <p:anim calcmode="lin" valueType="num">
                                      <p:cBhvr>
                                        <p:cTn id="73" dur="500" fill="hold"/>
                                        <p:tgtEl>
                                          <p:spTgt spid="4019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2" name="WHOOSH.WAV"/>
                                        </p:tgtEl>
                                      </p:cMediaNode>
                                    </p:audio>
                                  </p:sub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1" fill="hold" nodeType="clickEffect">
                                  <p:stCondLst>
                                    <p:cond delay="0"/>
                                  </p:stCondLst>
                                  <p:childTnLst>
                                    <p:set>
                                      <p:cBhvr>
                                        <p:cTn id="77" dur="1" fill="hold">
                                          <p:stCondLst>
                                            <p:cond delay="0"/>
                                          </p:stCondLst>
                                        </p:cTn>
                                        <p:tgtEl>
                                          <p:spTgt spid="40100"/>
                                        </p:tgtEl>
                                        <p:attrNameLst>
                                          <p:attrName>style.visibility</p:attrName>
                                        </p:attrNameLst>
                                      </p:cBhvr>
                                      <p:to>
                                        <p:strVal val="visible"/>
                                      </p:to>
                                    </p:set>
                                    <p:anim calcmode="lin" valueType="num">
                                      <p:cBhvr additive="base">
                                        <p:cTn id="78" dur="500" fill="hold"/>
                                        <p:tgtEl>
                                          <p:spTgt spid="40100"/>
                                        </p:tgtEl>
                                        <p:attrNameLst>
                                          <p:attrName>ppt_x</p:attrName>
                                        </p:attrNameLst>
                                      </p:cBhvr>
                                      <p:tavLst>
                                        <p:tav tm="0">
                                          <p:val>
                                            <p:strVal val="#ppt_x"/>
                                          </p:val>
                                        </p:tav>
                                        <p:tav tm="100000">
                                          <p:val>
                                            <p:strVal val="#ppt_x"/>
                                          </p:val>
                                        </p:tav>
                                      </p:tavLst>
                                    </p:anim>
                                    <p:anim calcmode="lin" valueType="num">
                                      <p:cBhvr additive="base">
                                        <p:cTn id="79" dur="500" fill="hold"/>
                                        <p:tgtEl>
                                          <p:spTgt spid="4010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2" name="WHOOSH.WAV"/>
                                        </p:tgtEl>
                                      </p:cMediaNode>
                                    </p:audio>
                                  </p:subTnLst>
                                </p:cTn>
                              </p:par>
                            </p:childTnLst>
                          </p:cTn>
                        </p:par>
                      </p:childTnLst>
                    </p:cTn>
                  </p:par>
                  <p:par>
                    <p:cTn id="80" fill="hold" nodeType="clickPar">
                      <p:stCondLst>
                        <p:cond delay="indefinite"/>
                      </p:stCondLst>
                      <p:childTnLst>
                        <p:par>
                          <p:cTn id="81" fill="hold" nodeType="withGroup">
                            <p:stCondLst>
                              <p:cond delay="0"/>
                            </p:stCondLst>
                            <p:childTnLst>
                              <p:par>
                                <p:cTn id="82" presetID="23" presetClass="entr" presetSubtype="528" fill="hold" nodeType="clickEffect">
                                  <p:stCondLst>
                                    <p:cond delay="0"/>
                                  </p:stCondLst>
                                  <p:childTnLst>
                                    <p:set>
                                      <p:cBhvr>
                                        <p:cTn id="83" dur="1" fill="hold">
                                          <p:stCondLst>
                                            <p:cond delay="0"/>
                                          </p:stCondLst>
                                        </p:cTn>
                                        <p:tgtEl>
                                          <p:spTgt spid="40198"/>
                                        </p:tgtEl>
                                        <p:attrNameLst>
                                          <p:attrName>style.visibility</p:attrName>
                                        </p:attrNameLst>
                                      </p:cBhvr>
                                      <p:to>
                                        <p:strVal val="visible"/>
                                      </p:to>
                                    </p:set>
                                    <p:anim calcmode="lin" valueType="num">
                                      <p:cBhvr>
                                        <p:cTn id="84" dur="500" fill="hold"/>
                                        <p:tgtEl>
                                          <p:spTgt spid="40198"/>
                                        </p:tgtEl>
                                        <p:attrNameLst>
                                          <p:attrName>ppt_w</p:attrName>
                                        </p:attrNameLst>
                                      </p:cBhvr>
                                      <p:tavLst>
                                        <p:tav tm="0">
                                          <p:val>
                                            <p:fltVal val="0"/>
                                          </p:val>
                                        </p:tav>
                                        <p:tav tm="100000">
                                          <p:val>
                                            <p:strVal val="#ppt_w"/>
                                          </p:val>
                                        </p:tav>
                                      </p:tavLst>
                                    </p:anim>
                                    <p:anim calcmode="lin" valueType="num">
                                      <p:cBhvr>
                                        <p:cTn id="85" dur="500" fill="hold"/>
                                        <p:tgtEl>
                                          <p:spTgt spid="40198"/>
                                        </p:tgtEl>
                                        <p:attrNameLst>
                                          <p:attrName>ppt_h</p:attrName>
                                        </p:attrNameLst>
                                      </p:cBhvr>
                                      <p:tavLst>
                                        <p:tav tm="0">
                                          <p:val>
                                            <p:fltVal val="0"/>
                                          </p:val>
                                        </p:tav>
                                        <p:tav tm="100000">
                                          <p:val>
                                            <p:strVal val="#ppt_h"/>
                                          </p:val>
                                        </p:tav>
                                      </p:tavLst>
                                    </p:anim>
                                    <p:anim calcmode="lin" valueType="num">
                                      <p:cBhvr>
                                        <p:cTn id="86" dur="500" fill="hold"/>
                                        <p:tgtEl>
                                          <p:spTgt spid="40198"/>
                                        </p:tgtEl>
                                        <p:attrNameLst>
                                          <p:attrName>ppt_x</p:attrName>
                                        </p:attrNameLst>
                                      </p:cBhvr>
                                      <p:tavLst>
                                        <p:tav tm="0">
                                          <p:val>
                                            <p:fltVal val="0.5"/>
                                          </p:val>
                                        </p:tav>
                                        <p:tav tm="100000">
                                          <p:val>
                                            <p:strVal val="#ppt_x"/>
                                          </p:val>
                                        </p:tav>
                                      </p:tavLst>
                                    </p:anim>
                                    <p:anim calcmode="lin" valueType="num">
                                      <p:cBhvr>
                                        <p:cTn id="87" dur="500" fill="hold"/>
                                        <p:tgtEl>
                                          <p:spTgt spid="40198"/>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2" name="WHOOSH.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nodeType="clickEffect">
                                  <p:stCondLst>
                                    <p:cond delay="0"/>
                                  </p:stCondLst>
                                  <p:childTnLst>
                                    <p:set>
                                      <p:cBhvr>
                                        <p:cTn id="91" dur="1" fill="hold">
                                          <p:stCondLst>
                                            <p:cond delay="0"/>
                                          </p:stCondLst>
                                        </p:cTn>
                                        <p:tgtEl>
                                          <p:spTgt spid="40195"/>
                                        </p:tgtEl>
                                        <p:attrNameLst>
                                          <p:attrName>style.visibility</p:attrName>
                                        </p:attrNameLst>
                                      </p:cBhvr>
                                      <p:to>
                                        <p:strVal val="visible"/>
                                      </p:to>
                                    </p:set>
                                    <p:anim calcmode="lin" valueType="num">
                                      <p:cBhvr>
                                        <p:cTn id="92" dur="500" fill="hold"/>
                                        <p:tgtEl>
                                          <p:spTgt spid="40195"/>
                                        </p:tgtEl>
                                        <p:attrNameLst>
                                          <p:attrName>ppt_w</p:attrName>
                                        </p:attrNameLst>
                                      </p:cBhvr>
                                      <p:tavLst>
                                        <p:tav tm="0">
                                          <p:val>
                                            <p:fltVal val="0"/>
                                          </p:val>
                                        </p:tav>
                                        <p:tav tm="100000">
                                          <p:val>
                                            <p:strVal val="#ppt_w"/>
                                          </p:val>
                                        </p:tav>
                                      </p:tavLst>
                                    </p:anim>
                                    <p:anim calcmode="lin" valueType="num">
                                      <p:cBhvr>
                                        <p:cTn id="93" dur="500" fill="hold"/>
                                        <p:tgtEl>
                                          <p:spTgt spid="4019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0"/>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06" grpId="0" animBg="1" autoUpdateAnimBg="0"/>
      <p:bldP spid="4000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9757" name="Group 301">
            <a:extLst>
              <a:ext uri="{FF2B5EF4-FFF2-40B4-BE49-F238E27FC236}">
                <a16:creationId xmlns:a16="http://schemas.microsoft.com/office/drawing/2014/main" id="{FB44B0E9-4C35-4B6D-9825-88447ED2052F}"/>
              </a:ext>
            </a:extLst>
          </p:cNvPr>
          <p:cNvGrpSpPr>
            <a:grpSpLocks/>
          </p:cNvGrpSpPr>
          <p:nvPr/>
        </p:nvGrpSpPr>
        <p:grpSpPr bwMode="auto">
          <a:xfrm>
            <a:off x="3762375" y="860425"/>
            <a:ext cx="4010025" cy="5768975"/>
            <a:chOff x="2312" y="488"/>
            <a:chExt cx="2526" cy="3634"/>
          </a:xfrm>
        </p:grpSpPr>
        <p:sp>
          <p:nvSpPr>
            <p:cNvPr id="19644" name="Line 188">
              <a:extLst>
                <a:ext uri="{FF2B5EF4-FFF2-40B4-BE49-F238E27FC236}">
                  <a16:creationId xmlns:a16="http://schemas.microsoft.com/office/drawing/2014/main" id="{ECF2D68D-4817-4851-809A-EC20FF275553}"/>
                </a:ext>
              </a:extLst>
            </p:cNvPr>
            <p:cNvSpPr>
              <a:spLocks noChangeShapeType="1"/>
            </p:cNvSpPr>
            <p:nvPr/>
          </p:nvSpPr>
          <p:spPr bwMode="auto">
            <a:xfrm flipV="1">
              <a:off x="3534" y="569"/>
              <a:ext cx="1" cy="1741"/>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41" name="Group 285">
              <a:extLst>
                <a:ext uri="{FF2B5EF4-FFF2-40B4-BE49-F238E27FC236}">
                  <a16:creationId xmlns:a16="http://schemas.microsoft.com/office/drawing/2014/main" id="{EC6BCE20-74EF-4E69-8FC1-1FC878D93A64}"/>
                </a:ext>
              </a:extLst>
            </p:cNvPr>
            <p:cNvGrpSpPr>
              <a:grpSpLocks/>
            </p:cNvGrpSpPr>
            <p:nvPr/>
          </p:nvGrpSpPr>
          <p:grpSpPr bwMode="auto">
            <a:xfrm>
              <a:off x="2312" y="488"/>
              <a:ext cx="2526" cy="3634"/>
              <a:chOff x="2312" y="488"/>
              <a:chExt cx="2526" cy="3634"/>
            </a:xfrm>
          </p:grpSpPr>
          <p:sp>
            <p:nvSpPr>
              <p:cNvPr id="19686" name="Line 230">
                <a:extLst>
                  <a:ext uri="{FF2B5EF4-FFF2-40B4-BE49-F238E27FC236}">
                    <a16:creationId xmlns:a16="http://schemas.microsoft.com/office/drawing/2014/main" id="{2A89D847-A91C-4841-AE8F-853C2276A4AB}"/>
                  </a:ext>
                </a:extLst>
              </p:cNvPr>
              <p:cNvSpPr>
                <a:spLocks noChangeShapeType="1"/>
              </p:cNvSpPr>
              <p:nvPr/>
            </p:nvSpPr>
            <p:spPr bwMode="auto">
              <a:xfrm flipH="1">
                <a:off x="4349" y="2745"/>
                <a:ext cx="325" cy="1051"/>
              </a:xfrm>
              <a:prstGeom prst="line">
                <a:avLst/>
              </a:prstGeom>
              <a:noFill/>
              <a:ln w="19050">
                <a:solidFill>
                  <a:schemeClr val="accent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40" name="Group 284">
                <a:extLst>
                  <a:ext uri="{FF2B5EF4-FFF2-40B4-BE49-F238E27FC236}">
                    <a16:creationId xmlns:a16="http://schemas.microsoft.com/office/drawing/2014/main" id="{0CFF91A5-48D9-4E2E-80D7-446197A952E4}"/>
                  </a:ext>
                </a:extLst>
              </p:cNvPr>
              <p:cNvGrpSpPr>
                <a:grpSpLocks/>
              </p:cNvGrpSpPr>
              <p:nvPr/>
            </p:nvGrpSpPr>
            <p:grpSpPr bwMode="auto">
              <a:xfrm>
                <a:off x="2312" y="488"/>
                <a:ext cx="2526" cy="3634"/>
                <a:chOff x="2312" y="488"/>
                <a:chExt cx="2526" cy="3634"/>
              </a:xfrm>
            </p:grpSpPr>
            <p:sp>
              <p:nvSpPr>
                <p:cNvPr id="19649" name="Line 193">
                  <a:extLst>
                    <a:ext uri="{FF2B5EF4-FFF2-40B4-BE49-F238E27FC236}">
                      <a16:creationId xmlns:a16="http://schemas.microsoft.com/office/drawing/2014/main" id="{DC7836F7-08A8-4548-88EB-57B0279E5051}"/>
                    </a:ext>
                  </a:extLst>
                </p:cNvPr>
                <p:cNvSpPr>
                  <a:spLocks noChangeShapeType="1"/>
                </p:cNvSpPr>
                <p:nvPr/>
              </p:nvSpPr>
              <p:spPr bwMode="auto">
                <a:xfrm flipV="1">
                  <a:off x="4321" y="569"/>
                  <a:ext cx="1" cy="9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39" name="Group 283">
                  <a:extLst>
                    <a:ext uri="{FF2B5EF4-FFF2-40B4-BE49-F238E27FC236}">
                      <a16:creationId xmlns:a16="http://schemas.microsoft.com/office/drawing/2014/main" id="{F59091A7-5DCE-4B4A-AD32-77409A603F91}"/>
                    </a:ext>
                  </a:extLst>
                </p:cNvPr>
                <p:cNvGrpSpPr>
                  <a:grpSpLocks/>
                </p:cNvGrpSpPr>
                <p:nvPr/>
              </p:nvGrpSpPr>
              <p:grpSpPr bwMode="auto">
                <a:xfrm>
                  <a:off x="2312" y="488"/>
                  <a:ext cx="2526" cy="3634"/>
                  <a:chOff x="2312" y="488"/>
                  <a:chExt cx="2526" cy="3634"/>
                </a:xfrm>
              </p:grpSpPr>
              <p:grpSp>
                <p:nvGrpSpPr>
                  <p:cNvPr id="19700" name="Group 244">
                    <a:extLst>
                      <a:ext uri="{FF2B5EF4-FFF2-40B4-BE49-F238E27FC236}">
                        <a16:creationId xmlns:a16="http://schemas.microsoft.com/office/drawing/2014/main" id="{9C0ABC3B-FBE8-462A-8522-699BAF88D3C9}"/>
                      </a:ext>
                    </a:extLst>
                  </p:cNvPr>
                  <p:cNvGrpSpPr>
                    <a:grpSpLocks/>
                  </p:cNvGrpSpPr>
                  <p:nvPr/>
                </p:nvGrpSpPr>
                <p:grpSpPr bwMode="auto">
                  <a:xfrm>
                    <a:off x="2855" y="569"/>
                    <a:ext cx="1467" cy="3210"/>
                    <a:chOff x="2855" y="569"/>
                    <a:chExt cx="1467" cy="3210"/>
                  </a:xfrm>
                </p:grpSpPr>
                <p:grpSp>
                  <p:nvGrpSpPr>
                    <p:cNvPr id="19699" name="Group 243">
                      <a:extLst>
                        <a:ext uri="{FF2B5EF4-FFF2-40B4-BE49-F238E27FC236}">
                          <a16:creationId xmlns:a16="http://schemas.microsoft.com/office/drawing/2014/main" id="{0FD5A129-BF29-48CE-B546-FAA2E6AF4B17}"/>
                        </a:ext>
                      </a:extLst>
                    </p:cNvPr>
                    <p:cNvGrpSpPr>
                      <a:grpSpLocks/>
                    </p:cNvGrpSpPr>
                    <p:nvPr/>
                  </p:nvGrpSpPr>
                  <p:grpSpPr bwMode="auto">
                    <a:xfrm>
                      <a:off x="2855" y="660"/>
                      <a:ext cx="1467" cy="1442"/>
                      <a:chOff x="2855" y="660"/>
                      <a:chExt cx="1467" cy="1442"/>
                    </a:xfrm>
                  </p:grpSpPr>
                  <p:sp>
                    <p:nvSpPr>
                      <p:cNvPr id="19652" name="Line 196">
                        <a:extLst>
                          <a:ext uri="{FF2B5EF4-FFF2-40B4-BE49-F238E27FC236}">
                            <a16:creationId xmlns:a16="http://schemas.microsoft.com/office/drawing/2014/main" id="{08B33961-01B3-4E45-A452-6D8C7A826913}"/>
                          </a:ext>
                        </a:extLst>
                      </p:cNvPr>
                      <p:cNvSpPr>
                        <a:spLocks noChangeShapeType="1"/>
                      </p:cNvSpPr>
                      <p:nvPr/>
                    </p:nvSpPr>
                    <p:spPr bwMode="auto">
                      <a:xfrm>
                        <a:off x="2855" y="1150"/>
                        <a:ext cx="1" cy="952"/>
                      </a:xfrm>
                      <a:prstGeom prst="line">
                        <a:avLst/>
                      </a:prstGeom>
                      <a:noFill/>
                      <a:ln w="1905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9654" name="Line 198">
                        <a:extLst>
                          <a:ext uri="{FF2B5EF4-FFF2-40B4-BE49-F238E27FC236}">
                            <a16:creationId xmlns:a16="http://schemas.microsoft.com/office/drawing/2014/main" id="{EE5F79CC-357A-4505-A8EC-5106B01335ED}"/>
                          </a:ext>
                        </a:extLst>
                      </p:cNvPr>
                      <p:cNvSpPr>
                        <a:spLocks noChangeShapeType="1"/>
                      </p:cNvSpPr>
                      <p:nvPr/>
                    </p:nvSpPr>
                    <p:spPr bwMode="auto">
                      <a:xfrm>
                        <a:off x="4321" y="660"/>
                        <a:ext cx="1" cy="952"/>
                      </a:xfrm>
                      <a:prstGeom prst="line">
                        <a:avLst/>
                      </a:prstGeom>
                      <a:noFill/>
                      <a:ln w="1905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698" name="Group 242">
                      <a:extLst>
                        <a:ext uri="{FF2B5EF4-FFF2-40B4-BE49-F238E27FC236}">
                          <a16:creationId xmlns:a16="http://schemas.microsoft.com/office/drawing/2014/main" id="{EF75C266-0C65-4BE2-9E64-AEE7C157031F}"/>
                        </a:ext>
                      </a:extLst>
                    </p:cNvPr>
                    <p:cNvGrpSpPr>
                      <a:grpSpLocks/>
                    </p:cNvGrpSpPr>
                    <p:nvPr/>
                  </p:nvGrpSpPr>
                  <p:grpSpPr bwMode="auto">
                    <a:xfrm>
                      <a:off x="2855" y="569"/>
                      <a:ext cx="1467" cy="3210"/>
                      <a:chOff x="2855" y="569"/>
                      <a:chExt cx="1467" cy="3210"/>
                    </a:xfrm>
                  </p:grpSpPr>
                  <p:sp>
                    <p:nvSpPr>
                      <p:cNvPr id="19635" name="Line 179">
                        <a:extLst>
                          <a:ext uri="{FF2B5EF4-FFF2-40B4-BE49-F238E27FC236}">
                            <a16:creationId xmlns:a16="http://schemas.microsoft.com/office/drawing/2014/main" id="{C9F77611-8CAD-499D-B821-102101774BA3}"/>
                          </a:ext>
                        </a:extLst>
                      </p:cNvPr>
                      <p:cNvSpPr>
                        <a:spLocks noChangeShapeType="1"/>
                      </p:cNvSpPr>
                      <p:nvPr/>
                    </p:nvSpPr>
                    <p:spPr bwMode="auto">
                      <a:xfrm flipV="1">
                        <a:off x="3534" y="2528"/>
                        <a:ext cx="787" cy="12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6" name="Line 180">
                        <a:extLst>
                          <a:ext uri="{FF2B5EF4-FFF2-40B4-BE49-F238E27FC236}">
                            <a16:creationId xmlns:a16="http://schemas.microsoft.com/office/drawing/2014/main" id="{91885156-4543-4949-851A-C3270CD8B4E0}"/>
                          </a:ext>
                        </a:extLst>
                      </p:cNvPr>
                      <p:cNvSpPr>
                        <a:spLocks noChangeShapeType="1"/>
                      </p:cNvSpPr>
                      <p:nvPr/>
                    </p:nvSpPr>
                    <p:spPr bwMode="auto">
                      <a:xfrm>
                        <a:off x="2855" y="2310"/>
                        <a:ext cx="1466"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7" name="Line 181">
                        <a:extLst>
                          <a:ext uri="{FF2B5EF4-FFF2-40B4-BE49-F238E27FC236}">
                            <a16:creationId xmlns:a16="http://schemas.microsoft.com/office/drawing/2014/main" id="{C81EBCA1-C0AC-4EAD-99CC-E58D68778F10}"/>
                          </a:ext>
                        </a:extLst>
                      </p:cNvPr>
                      <p:cNvSpPr>
                        <a:spLocks noChangeShapeType="1"/>
                      </p:cNvSpPr>
                      <p:nvPr/>
                    </p:nvSpPr>
                    <p:spPr bwMode="auto">
                      <a:xfrm flipH="1">
                        <a:off x="2855" y="569"/>
                        <a:ext cx="1466"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5" name="Line 189">
                        <a:extLst>
                          <a:ext uri="{FF2B5EF4-FFF2-40B4-BE49-F238E27FC236}">
                            <a16:creationId xmlns:a16="http://schemas.microsoft.com/office/drawing/2014/main" id="{6D8EB23C-4B4A-4D74-AD3B-F05D7B9DAFB8}"/>
                          </a:ext>
                        </a:extLst>
                      </p:cNvPr>
                      <p:cNvSpPr>
                        <a:spLocks noChangeShapeType="1"/>
                      </p:cNvSpPr>
                      <p:nvPr/>
                    </p:nvSpPr>
                    <p:spPr bwMode="auto">
                      <a:xfrm>
                        <a:off x="2855" y="2528"/>
                        <a:ext cx="1466"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0" name="Line 194">
                        <a:extLst>
                          <a:ext uri="{FF2B5EF4-FFF2-40B4-BE49-F238E27FC236}">
                            <a16:creationId xmlns:a16="http://schemas.microsoft.com/office/drawing/2014/main" id="{4B929C09-81D7-44A5-8E7D-DC1AC0B9F4FD}"/>
                          </a:ext>
                        </a:extLst>
                      </p:cNvPr>
                      <p:cNvSpPr>
                        <a:spLocks noChangeShapeType="1"/>
                      </p:cNvSpPr>
                      <p:nvPr/>
                    </p:nvSpPr>
                    <p:spPr bwMode="auto">
                      <a:xfrm flipV="1">
                        <a:off x="2855" y="569"/>
                        <a:ext cx="1" cy="58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1" name="Line 195">
                        <a:extLst>
                          <a:ext uri="{FF2B5EF4-FFF2-40B4-BE49-F238E27FC236}">
                            <a16:creationId xmlns:a16="http://schemas.microsoft.com/office/drawing/2014/main" id="{92150EF6-3F6B-4C30-9BEF-6664A6FEC156}"/>
                          </a:ext>
                        </a:extLst>
                      </p:cNvPr>
                      <p:cNvSpPr>
                        <a:spLocks noChangeShapeType="1"/>
                      </p:cNvSpPr>
                      <p:nvPr/>
                    </p:nvSpPr>
                    <p:spPr bwMode="auto">
                      <a:xfrm flipV="1">
                        <a:off x="2855" y="2102"/>
                        <a:ext cx="1" cy="2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3" name="Line 197">
                        <a:extLst>
                          <a:ext uri="{FF2B5EF4-FFF2-40B4-BE49-F238E27FC236}">
                            <a16:creationId xmlns:a16="http://schemas.microsoft.com/office/drawing/2014/main" id="{2E2C7654-621D-4B30-9F7B-998A0F109703}"/>
                          </a:ext>
                        </a:extLst>
                      </p:cNvPr>
                      <p:cNvSpPr>
                        <a:spLocks noChangeShapeType="1"/>
                      </p:cNvSpPr>
                      <p:nvPr/>
                    </p:nvSpPr>
                    <p:spPr bwMode="auto">
                      <a:xfrm flipV="1">
                        <a:off x="4321" y="1612"/>
                        <a:ext cx="1" cy="6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2" name="Line 226">
                        <a:extLst>
                          <a:ext uri="{FF2B5EF4-FFF2-40B4-BE49-F238E27FC236}">
                            <a16:creationId xmlns:a16="http://schemas.microsoft.com/office/drawing/2014/main" id="{E96F5B62-C697-479C-A7B3-8069878EC89E}"/>
                          </a:ext>
                        </a:extLst>
                      </p:cNvPr>
                      <p:cNvSpPr>
                        <a:spLocks noChangeShapeType="1"/>
                      </p:cNvSpPr>
                      <p:nvPr/>
                    </p:nvSpPr>
                    <p:spPr bwMode="auto">
                      <a:xfrm>
                        <a:off x="2855" y="2528"/>
                        <a:ext cx="679" cy="12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9737" name="Group 281">
                    <a:extLst>
                      <a:ext uri="{FF2B5EF4-FFF2-40B4-BE49-F238E27FC236}">
                        <a16:creationId xmlns:a16="http://schemas.microsoft.com/office/drawing/2014/main" id="{A8778341-5C58-4C69-BD4E-97089026DCC8}"/>
                      </a:ext>
                    </a:extLst>
                  </p:cNvPr>
                  <p:cNvGrpSpPr>
                    <a:grpSpLocks/>
                  </p:cNvGrpSpPr>
                  <p:nvPr/>
                </p:nvGrpSpPr>
                <p:grpSpPr bwMode="auto">
                  <a:xfrm>
                    <a:off x="2312" y="488"/>
                    <a:ext cx="2526" cy="3634"/>
                    <a:chOff x="2312" y="488"/>
                    <a:chExt cx="2526" cy="3634"/>
                  </a:xfrm>
                </p:grpSpPr>
                <p:grpSp>
                  <p:nvGrpSpPr>
                    <p:cNvPr id="19704" name="Group 248">
                      <a:extLst>
                        <a:ext uri="{FF2B5EF4-FFF2-40B4-BE49-F238E27FC236}">
                          <a16:creationId xmlns:a16="http://schemas.microsoft.com/office/drawing/2014/main" id="{5DFF3A40-E3C0-4CEA-8D26-6AAE607CCC9F}"/>
                        </a:ext>
                      </a:extLst>
                    </p:cNvPr>
                    <p:cNvGrpSpPr>
                      <a:grpSpLocks/>
                    </p:cNvGrpSpPr>
                    <p:nvPr/>
                  </p:nvGrpSpPr>
                  <p:grpSpPr bwMode="auto">
                    <a:xfrm>
                      <a:off x="2312" y="488"/>
                      <a:ext cx="2526" cy="3634"/>
                      <a:chOff x="2312" y="488"/>
                      <a:chExt cx="2526" cy="3634"/>
                    </a:xfrm>
                  </p:grpSpPr>
                  <p:sp>
                    <p:nvSpPr>
                      <p:cNvPr id="19663" name="Line 207">
                        <a:extLst>
                          <a:ext uri="{FF2B5EF4-FFF2-40B4-BE49-F238E27FC236}">
                            <a16:creationId xmlns:a16="http://schemas.microsoft.com/office/drawing/2014/main" id="{595F63B7-D63C-42F5-9F6E-5570E70D1EAA}"/>
                          </a:ext>
                        </a:extLst>
                      </p:cNvPr>
                      <p:cNvSpPr>
                        <a:spLocks noChangeShapeType="1"/>
                      </p:cNvSpPr>
                      <p:nvPr/>
                    </p:nvSpPr>
                    <p:spPr bwMode="auto">
                      <a:xfrm>
                        <a:off x="4674" y="2623"/>
                        <a:ext cx="1" cy="122"/>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9" name="Line 213">
                        <a:extLst>
                          <a:ext uri="{FF2B5EF4-FFF2-40B4-BE49-F238E27FC236}">
                            <a16:creationId xmlns:a16="http://schemas.microsoft.com/office/drawing/2014/main" id="{0E9094DE-CAFF-4D43-B5EA-F59A7089FDCA}"/>
                          </a:ext>
                        </a:extLst>
                      </p:cNvPr>
                      <p:cNvSpPr>
                        <a:spLocks noChangeShapeType="1"/>
                      </p:cNvSpPr>
                      <p:nvPr/>
                    </p:nvSpPr>
                    <p:spPr bwMode="auto">
                      <a:xfrm>
                        <a:off x="2638" y="2923"/>
                        <a:ext cx="1" cy="149"/>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03" name="Group 247">
                        <a:extLst>
                          <a:ext uri="{FF2B5EF4-FFF2-40B4-BE49-F238E27FC236}">
                            <a16:creationId xmlns:a16="http://schemas.microsoft.com/office/drawing/2014/main" id="{7CF0D92D-1E5D-487F-B3F7-88D9BEAEF49F}"/>
                          </a:ext>
                        </a:extLst>
                      </p:cNvPr>
                      <p:cNvGrpSpPr>
                        <a:grpSpLocks/>
                      </p:cNvGrpSpPr>
                      <p:nvPr/>
                    </p:nvGrpSpPr>
                    <p:grpSpPr bwMode="auto">
                      <a:xfrm>
                        <a:off x="2312" y="488"/>
                        <a:ext cx="2526" cy="3634"/>
                        <a:chOff x="2312" y="488"/>
                        <a:chExt cx="2526" cy="3634"/>
                      </a:xfrm>
                    </p:grpSpPr>
                    <p:sp>
                      <p:nvSpPr>
                        <p:cNvPr id="19666" name="Line 210">
                          <a:extLst>
                            <a:ext uri="{FF2B5EF4-FFF2-40B4-BE49-F238E27FC236}">
                              <a16:creationId xmlns:a16="http://schemas.microsoft.com/office/drawing/2014/main" id="{20C77985-4A47-4935-AD4A-FE4EFF690B1F}"/>
                            </a:ext>
                          </a:extLst>
                        </p:cNvPr>
                        <p:cNvSpPr>
                          <a:spLocks noChangeShapeType="1"/>
                        </p:cNvSpPr>
                        <p:nvPr/>
                      </p:nvSpPr>
                      <p:spPr bwMode="auto">
                        <a:xfrm flipV="1">
                          <a:off x="2800" y="1168"/>
                          <a:ext cx="1" cy="237"/>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02" name="Group 246">
                          <a:extLst>
                            <a:ext uri="{FF2B5EF4-FFF2-40B4-BE49-F238E27FC236}">
                              <a16:creationId xmlns:a16="http://schemas.microsoft.com/office/drawing/2014/main" id="{8928C3E5-8E3A-43C7-A745-2AEA53F3B01C}"/>
                            </a:ext>
                          </a:extLst>
                        </p:cNvPr>
                        <p:cNvGrpSpPr>
                          <a:grpSpLocks/>
                        </p:cNvGrpSpPr>
                        <p:nvPr/>
                      </p:nvGrpSpPr>
                      <p:grpSpPr bwMode="auto">
                        <a:xfrm>
                          <a:off x="2312" y="488"/>
                          <a:ext cx="2526" cy="3634"/>
                          <a:chOff x="2312" y="488"/>
                          <a:chExt cx="2526" cy="3634"/>
                        </a:xfrm>
                      </p:grpSpPr>
                      <p:sp>
                        <p:nvSpPr>
                          <p:cNvPr id="19660" name="Line 204">
                            <a:extLst>
                              <a:ext uri="{FF2B5EF4-FFF2-40B4-BE49-F238E27FC236}">
                                <a16:creationId xmlns:a16="http://schemas.microsoft.com/office/drawing/2014/main" id="{93B23E3D-DD3D-42B8-BC23-567C2937E96A}"/>
                              </a:ext>
                            </a:extLst>
                          </p:cNvPr>
                          <p:cNvSpPr>
                            <a:spLocks noChangeShapeType="1"/>
                          </p:cNvSpPr>
                          <p:nvPr/>
                        </p:nvSpPr>
                        <p:spPr bwMode="auto">
                          <a:xfrm>
                            <a:off x="4837" y="488"/>
                            <a:ext cx="1" cy="446"/>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1" name="Line 205">
                            <a:extLst>
                              <a:ext uri="{FF2B5EF4-FFF2-40B4-BE49-F238E27FC236}">
                                <a16:creationId xmlns:a16="http://schemas.microsoft.com/office/drawing/2014/main" id="{D90112DC-D1E4-4C8D-A69D-D800EAB7AEAA}"/>
                              </a:ext>
                            </a:extLst>
                          </p:cNvPr>
                          <p:cNvSpPr>
                            <a:spLocks noChangeShapeType="1"/>
                          </p:cNvSpPr>
                          <p:nvPr/>
                        </p:nvSpPr>
                        <p:spPr bwMode="auto">
                          <a:xfrm>
                            <a:off x="4837" y="2850"/>
                            <a:ext cx="1" cy="33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2" name="Line 206">
                            <a:extLst>
                              <a:ext uri="{FF2B5EF4-FFF2-40B4-BE49-F238E27FC236}">
                                <a16:creationId xmlns:a16="http://schemas.microsoft.com/office/drawing/2014/main" id="{7B1A7A92-DBE1-4262-B19C-C3E82D4022CB}"/>
                              </a:ext>
                            </a:extLst>
                          </p:cNvPr>
                          <p:cNvSpPr>
                            <a:spLocks noChangeShapeType="1"/>
                          </p:cNvSpPr>
                          <p:nvPr/>
                        </p:nvSpPr>
                        <p:spPr bwMode="auto">
                          <a:xfrm>
                            <a:off x="4674" y="1494"/>
                            <a:ext cx="1" cy="21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4" name="Line 208">
                            <a:extLst>
                              <a:ext uri="{FF2B5EF4-FFF2-40B4-BE49-F238E27FC236}">
                                <a16:creationId xmlns:a16="http://schemas.microsoft.com/office/drawing/2014/main" id="{94EC2AC4-5985-4F26-9D83-12DB06BD8BAE}"/>
                              </a:ext>
                            </a:extLst>
                          </p:cNvPr>
                          <p:cNvSpPr>
                            <a:spLocks noChangeShapeType="1"/>
                          </p:cNvSpPr>
                          <p:nvPr/>
                        </p:nvSpPr>
                        <p:spPr bwMode="auto">
                          <a:xfrm>
                            <a:off x="4349" y="1032"/>
                            <a:ext cx="1" cy="203"/>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5" name="Line 209">
                            <a:extLst>
                              <a:ext uri="{FF2B5EF4-FFF2-40B4-BE49-F238E27FC236}">
                                <a16:creationId xmlns:a16="http://schemas.microsoft.com/office/drawing/2014/main" id="{EA136F4E-DF5B-47FC-B7D5-A8345C048145}"/>
                              </a:ext>
                            </a:extLst>
                          </p:cNvPr>
                          <p:cNvSpPr>
                            <a:spLocks noChangeShapeType="1"/>
                          </p:cNvSpPr>
                          <p:nvPr/>
                        </p:nvSpPr>
                        <p:spPr bwMode="auto">
                          <a:xfrm flipV="1">
                            <a:off x="2800" y="3239"/>
                            <a:ext cx="1" cy="268"/>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7" name="Line 211">
                            <a:extLst>
                              <a:ext uri="{FF2B5EF4-FFF2-40B4-BE49-F238E27FC236}">
                                <a16:creationId xmlns:a16="http://schemas.microsoft.com/office/drawing/2014/main" id="{D4E14640-1F72-472A-9522-747A26AB037A}"/>
                              </a:ext>
                            </a:extLst>
                          </p:cNvPr>
                          <p:cNvSpPr>
                            <a:spLocks noChangeShapeType="1"/>
                          </p:cNvSpPr>
                          <p:nvPr/>
                        </p:nvSpPr>
                        <p:spPr bwMode="auto">
                          <a:xfrm>
                            <a:off x="2312" y="1712"/>
                            <a:ext cx="1" cy="22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8" name="Line 212">
                            <a:extLst>
                              <a:ext uri="{FF2B5EF4-FFF2-40B4-BE49-F238E27FC236}">
                                <a16:creationId xmlns:a16="http://schemas.microsoft.com/office/drawing/2014/main" id="{7AA7B8FA-0C69-4448-AA8A-228DCB9FFAC3}"/>
                              </a:ext>
                            </a:extLst>
                          </p:cNvPr>
                          <p:cNvSpPr>
                            <a:spLocks noChangeShapeType="1"/>
                          </p:cNvSpPr>
                          <p:nvPr/>
                        </p:nvSpPr>
                        <p:spPr bwMode="auto">
                          <a:xfrm>
                            <a:off x="2638" y="2174"/>
                            <a:ext cx="1" cy="108"/>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4" name="Line 228">
                            <a:extLst>
                              <a:ext uri="{FF2B5EF4-FFF2-40B4-BE49-F238E27FC236}">
                                <a16:creationId xmlns:a16="http://schemas.microsoft.com/office/drawing/2014/main" id="{58E896DA-536C-4127-AC42-6359DB5B35E2}"/>
                              </a:ext>
                            </a:extLst>
                          </p:cNvPr>
                          <p:cNvSpPr>
                            <a:spLocks noChangeShapeType="1"/>
                          </p:cNvSpPr>
                          <p:nvPr/>
                        </p:nvSpPr>
                        <p:spPr bwMode="auto">
                          <a:xfrm>
                            <a:off x="2312" y="3832"/>
                            <a:ext cx="1" cy="29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5" name="Line 229">
                            <a:extLst>
                              <a:ext uri="{FF2B5EF4-FFF2-40B4-BE49-F238E27FC236}">
                                <a16:creationId xmlns:a16="http://schemas.microsoft.com/office/drawing/2014/main" id="{697734F6-77EB-43B6-A103-1F7821487AEB}"/>
                              </a:ext>
                            </a:extLst>
                          </p:cNvPr>
                          <p:cNvSpPr>
                            <a:spLocks noChangeShapeType="1"/>
                          </p:cNvSpPr>
                          <p:nvPr/>
                        </p:nvSpPr>
                        <p:spPr bwMode="auto">
                          <a:xfrm>
                            <a:off x="4349" y="3523"/>
                            <a:ext cx="1" cy="273"/>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19736" name="Group 280">
                      <a:extLst>
                        <a:ext uri="{FF2B5EF4-FFF2-40B4-BE49-F238E27FC236}">
                          <a16:creationId xmlns:a16="http://schemas.microsoft.com/office/drawing/2014/main" id="{2750CFBA-A9A8-4C23-A945-40B337A9F476}"/>
                        </a:ext>
                      </a:extLst>
                    </p:cNvPr>
                    <p:cNvGrpSpPr>
                      <a:grpSpLocks/>
                    </p:cNvGrpSpPr>
                    <p:nvPr/>
                  </p:nvGrpSpPr>
                  <p:grpSpPr bwMode="auto">
                    <a:xfrm>
                      <a:off x="2312" y="488"/>
                      <a:ext cx="2525" cy="3634"/>
                      <a:chOff x="2312" y="488"/>
                      <a:chExt cx="2525" cy="3634"/>
                    </a:xfrm>
                  </p:grpSpPr>
                  <p:sp>
                    <p:nvSpPr>
                      <p:cNvPr id="19648" name="Line 192">
                        <a:extLst>
                          <a:ext uri="{FF2B5EF4-FFF2-40B4-BE49-F238E27FC236}">
                            <a16:creationId xmlns:a16="http://schemas.microsoft.com/office/drawing/2014/main" id="{9DACA759-665B-4343-82B3-13AC064FD85C}"/>
                          </a:ext>
                        </a:extLst>
                      </p:cNvPr>
                      <p:cNvSpPr>
                        <a:spLocks noChangeShapeType="1"/>
                      </p:cNvSpPr>
                      <p:nvPr/>
                    </p:nvSpPr>
                    <p:spPr bwMode="auto">
                      <a:xfrm flipH="1">
                        <a:off x="2638" y="1168"/>
                        <a:ext cx="162" cy="1006"/>
                      </a:xfrm>
                      <a:prstGeom prst="line">
                        <a:avLst/>
                      </a:prstGeom>
                      <a:noFill/>
                      <a:ln w="19050">
                        <a:solidFill>
                          <a:schemeClr val="accent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01" name="Group 245">
                        <a:extLst>
                          <a:ext uri="{FF2B5EF4-FFF2-40B4-BE49-F238E27FC236}">
                            <a16:creationId xmlns:a16="http://schemas.microsoft.com/office/drawing/2014/main" id="{71704076-D286-4B9D-A4E0-1E9A8ED84236}"/>
                          </a:ext>
                        </a:extLst>
                      </p:cNvPr>
                      <p:cNvGrpSpPr>
                        <a:grpSpLocks/>
                      </p:cNvGrpSpPr>
                      <p:nvPr/>
                    </p:nvGrpSpPr>
                    <p:grpSpPr bwMode="auto">
                      <a:xfrm>
                        <a:off x="2312" y="488"/>
                        <a:ext cx="2525" cy="3634"/>
                        <a:chOff x="2312" y="488"/>
                        <a:chExt cx="2525" cy="3634"/>
                      </a:xfrm>
                    </p:grpSpPr>
                    <p:sp>
                      <p:nvSpPr>
                        <p:cNvPr id="19638" name="Line 182">
                          <a:extLst>
                            <a:ext uri="{FF2B5EF4-FFF2-40B4-BE49-F238E27FC236}">
                              <a16:creationId xmlns:a16="http://schemas.microsoft.com/office/drawing/2014/main" id="{642BD46D-2C2E-43C0-B80E-DD7633FE9DDE}"/>
                            </a:ext>
                          </a:extLst>
                        </p:cNvPr>
                        <p:cNvSpPr>
                          <a:spLocks noChangeShapeType="1"/>
                        </p:cNvSpPr>
                        <p:nvPr/>
                      </p:nvSpPr>
                      <p:spPr bwMode="auto">
                        <a:xfrm flipH="1" flipV="1">
                          <a:off x="2312" y="1712"/>
                          <a:ext cx="326" cy="46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9" name="Line 183">
                          <a:extLst>
                            <a:ext uri="{FF2B5EF4-FFF2-40B4-BE49-F238E27FC236}">
                              <a16:creationId xmlns:a16="http://schemas.microsoft.com/office/drawing/2014/main" id="{AD23BF28-8DBB-4950-BE27-C452D9A0D8E3}"/>
                            </a:ext>
                          </a:extLst>
                        </p:cNvPr>
                        <p:cNvSpPr>
                          <a:spLocks noChangeShapeType="1"/>
                        </p:cNvSpPr>
                        <p:nvPr/>
                      </p:nvSpPr>
                      <p:spPr bwMode="auto">
                        <a:xfrm flipV="1">
                          <a:off x="2312" y="1168"/>
                          <a:ext cx="488" cy="5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0" name="Line 184">
                          <a:extLst>
                            <a:ext uri="{FF2B5EF4-FFF2-40B4-BE49-F238E27FC236}">
                              <a16:creationId xmlns:a16="http://schemas.microsoft.com/office/drawing/2014/main" id="{85BFC948-1ACD-45D2-930B-FD85CB316E0C}"/>
                            </a:ext>
                          </a:extLst>
                        </p:cNvPr>
                        <p:cNvSpPr>
                          <a:spLocks noChangeShapeType="1"/>
                        </p:cNvSpPr>
                        <p:nvPr/>
                      </p:nvSpPr>
                      <p:spPr bwMode="auto">
                        <a:xfrm flipH="1">
                          <a:off x="4349" y="488"/>
                          <a:ext cx="488" cy="5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1" name="Line 185">
                          <a:extLst>
                            <a:ext uri="{FF2B5EF4-FFF2-40B4-BE49-F238E27FC236}">
                              <a16:creationId xmlns:a16="http://schemas.microsoft.com/office/drawing/2014/main" id="{4DB0FD74-EB51-45E0-B863-1C4D9DBCFF36}"/>
                            </a:ext>
                          </a:extLst>
                        </p:cNvPr>
                        <p:cNvSpPr>
                          <a:spLocks noChangeShapeType="1"/>
                        </p:cNvSpPr>
                        <p:nvPr/>
                      </p:nvSpPr>
                      <p:spPr bwMode="auto">
                        <a:xfrm flipV="1">
                          <a:off x="2312" y="1032"/>
                          <a:ext cx="2037" cy="68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2" name="Line 186">
                          <a:extLst>
                            <a:ext uri="{FF2B5EF4-FFF2-40B4-BE49-F238E27FC236}">
                              <a16:creationId xmlns:a16="http://schemas.microsoft.com/office/drawing/2014/main" id="{A374ED3B-FB94-468B-8156-BAD3A747AE0A}"/>
                            </a:ext>
                          </a:extLst>
                        </p:cNvPr>
                        <p:cNvSpPr>
                          <a:spLocks noChangeShapeType="1"/>
                        </p:cNvSpPr>
                        <p:nvPr/>
                      </p:nvSpPr>
                      <p:spPr bwMode="auto">
                        <a:xfrm>
                          <a:off x="4349" y="1032"/>
                          <a:ext cx="325" cy="46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3" name="Line 187">
                          <a:extLst>
                            <a:ext uri="{FF2B5EF4-FFF2-40B4-BE49-F238E27FC236}">
                              <a16:creationId xmlns:a16="http://schemas.microsoft.com/office/drawing/2014/main" id="{6C040C02-C2D6-4229-8155-51CD81154F88}"/>
                            </a:ext>
                          </a:extLst>
                        </p:cNvPr>
                        <p:cNvSpPr>
                          <a:spLocks noChangeShapeType="1"/>
                        </p:cNvSpPr>
                        <p:nvPr/>
                      </p:nvSpPr>
                      <p:spPr bwMode="auto">
                        <a:xfrm flipH="1">
                          <a:off x="4674" y="488"/>
                          <a:ext cx="163" cy="100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6" name="Line 190">
                          <a:extLst>
                            <a:ext uri="{FF2B5EF4-FFF2-40B4-BE49-F238E27FC236}">
                              <a16:creationId xmlns:a16="http://schemas.microsoft.com/office/drawing/2014/main" id="{9C04B396-6BDA-42B7-BB56-57FAC2653248}"/>
                            </a:ext>
                          </a:extLst>
                        </p:cNvPr>
                        <p:cNvSpPr>
                          <a:spLocks noChangeShapeType="1"/>
                        </p:cNvSpPr>
                        <p:nvPr/>
                      </p:nvSpPr>
                      <p:spPr bwMode="auto">
                        <a:xfrm>
                          <a:off x="2638" y="3072"/>
                          <a:ext cx="162" cy="43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7" name="Line 191">
                          <a:extLst>
                            <a:ext uri="{FF2B5EF4-FFF2-40B4-BE49-F238E27FC236}">
                              <a16:creationId xmlns:a16="http://schemas.microsoft.com/office/drawing/2014/main" id="{20C09E0D-577C-4443-9B58-B5638693FA93}"/>
                            </a:ext>
                          </a:extLst>
                        </p:cNvPr>
                        <p:cNvSpPr>
                          <a:spLocks noChangeShapeType="1"/>
                        </p:cNvSpPr>
                        <p:nvPr/>
                      </p:nvSpPr>
                      <p:spPr bwMode="auto">
                        <a:xfrm flipH="1" flipV="1">
                          <a:off x="4674" y="2745"/>
                          <a:ext cx="163" cy="43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5" name="Line 199">
                          <a:extLst>
                            <a:ext uri="{FF2B5EF4-FFF2-40B4-BE49-F238E27FC236}">
                              <a16:creationId xmlns:a16="http://schemas.microsoft.com/office/drawing/2014/main" id="{A49D2242-5669-4381-9D20-3FEB2419E14D}"/>
                            </a:ext>
                          </a:extLst>
                        </p:cNvPr>
                        <p:cNvSpPr>
                          <a:spLocks noChangeShapeType="1"/>
                        </p:cNvSpPr>
                        <p:nvPr/>
                      </p:nvSpPr>
                      <p:spPr bwMode="auto">
                        <a:xfrm flipV="1">
                          <a:off x="2638" y="2997"/>
                          <a:ext cx="471" cy="7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6" name="Line 200">
                          <a:extLst>
                            <a:ext uri="{FF2B5EF4-FFF2-40B4-BE49-F238E27FC236}">
                              <a16:creationId xmlns:a16="http://schemas.microsoft.com/office/drawing/2014/main" id="{C6A3E64E-08FF-48D1-A521-551A34654315}"/>
                            </a:ext>
                          </a:extLst>
                        </p:cNvPr>
                        <p:cNvSpPr>
                          <a:spLocks noChangeShapeType="1"/>
                        </p:cNvSpPr>
                        <p:nvPr/>
                      </p:nvSpPr>
                      <p:spPr bwMode="auto">
                        <a:xfrm flipV="1">
                          <a:off x="4129" y="2745"/>
                          <a:ext cx="545" cy="8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7" name="Line 201">
                          <a:extLst>
                            <a:ext uri="{FF2B5EF4-FFF2-40B4-BE49-F238E27FC236}">
                              <a16:creationId xmlns:a16="http://schemas.microsoft.com/office/drawing/2014/main" id="{DD63F88F-5DAB-4BD9-A7E5-76A7E4A5FA4F}"/>
                            </a:ext>
                          </a:extLst>
                        </p:cNvPr>
                        <p:cNvSpPr>
                          <a:spLocks noChangeShapeType="1"/>
                        </p:cNvSpPr>
                        <p:nvPr/>
                      </p:nvSpPr>
                      <p:spPr bwMode="auto">
                        <a:xfrm flipV="1">
                          <a:off x="3806" y="3181"/>
                          <a:ext cx="1031" cy="16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8" name="Line 202">
                          <a:extLst>
                            <a:ext uri="{FF2B5EF4-FFF2-40B4-BE49-F238E27FC236}">
                              <a16:creationId xmlns:a16="http://schemas.microsoft.com/office/drawing/2014/main" id="{9957EBE8-C0EF-4C31-8E0C-259BF32A5A4E}"/>
                            </a:ext>
                          </a:extLst>
                        </p:cNvPr>
                        <p:cNvSpPr>
                          <a:spLocks noChangeShapeType="1"/>
                        </p:cNvSpPr>
                        <p:nvPr/>
                      </p:nvSpPr>
                      <p:spPr bwMode="auto">
                        <a:xfrm flipV="1">
                          <a:off x="2800" y="3421"/>
                          <a:ext cx="539" cy="8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4" name="Line 218">
                          <a:extLst>
                            <a:ext uri="{FF2B5EF4-FFF2-40B4-BE49-F238E27FC236}">
                              <a16:creationId xmlns:a16="http://schemas.microsoft.com/office/drawing/2014/main" id="{0ACB6BFE-A045-4A57-8725-6DD8014959C9}"/>
                            </a:ext>
                          </a:extLst>
                        </p:cNvPr>
                        <p:cNvSpPr>
                          <a:spLocks noChangeShapeType="1"/>
                        </p:cNvSpPr>
                        <p:nvPr/>
                      </p:nvSpPr>
                      <p:spPr bwMode="auto">
                        <a:xfrm flipV="1">
                          <a:off x="2800" y="988"/>
                          <a:ext cx="539" cy="18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7" name="Line 221">
                          <a:extLst>
                            <a:ext uri="{FF2B5EF4-FFF2-40B4-BE49-F238E27FC236}">
                              <a16:creationId xmlns:a16="http://schemas.microsoft.com/office/drawing/2014/main" id="{9CCA03D3-358D-4250-929B-61843750735B}"/>
                            </a:ext>
                          </a:extLst>
                        </p:cNvPr>
                        <p:cNvSpPr>
                          <a:spLocks noChangeShapeType="1"/>
                        </p:cNvSpPr>
                        <p:nvPr/>
                      </p:nvSpPr>
                      <p:spPr bwMode="auto">
                        <a:xfrm flipH="1">
                          <a:off x="3806" y="488"/>
                          <a:ext cx="1031" cy="3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8" name="Line 222">
                          <a:extLst>
                            <a:ext uri="{FF2B5EF4-FFF2-40B4-BE49-F238E27FC236}">
                              <a16:creationId xmlns:a16="http://schemas.microsoft.com/office/drawing/2014/main" id="{6E95732D-3F30-4EB2-9E95-23DEDF48E88D}"/>
                            </a:ext>
                          </a:extLst>
                        </p:cNvPr>
                        <p:cNvSpPr>
                          <a:spLocks noChangeShapeType="1"/>
                        </p:cNvSpPr>
                        <p:nvPr/>
                      </p:nvSpPr>
                      <p:spPr bwMode="auto">
                        <a:xfrm flipV="1">
                          <a:off x="2638" y="2017"/>
                          <a:ext cx="471" cy="157"/>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0" name="Line 224">
                          <a:extLst>
                            <a:ext uri="{FF2B5EF4-FFF2-40B4-BE49-F238E27FC236}">
                              <a16:creationId xmlns:a16="http://schemas.microsoft.com/office/drawing/2014/main" id="{6DD53F2C-F6FC-4EB1-8170-44CF9AF070D1}"/>
                            </a:ext>
                          </a:extLst>
                        </p:cNvPr>
                        <p:cNvSpPr>
                          <a:spLocks noChangeShapeType="1"/>
                        </p:cNvSpPr>
                        <p:nvPr/>
                      </p:nvSpPr>
                      <p:spPr bwMode="auto">
                        <a:xfrm flipH="1">
                          <a:off x="4129" y="1494"/>
                          <a:ext cx="545" cy="18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3" name="Line 227">
                          <a:extLst>
                            <a:ext uri="{FF2B5EF4-FFF2-40B4-BE49-F238E27FC236}">
                              <a16:creationId xmlns:a16="http://schemas.microsoft.com/office/drawing/2014/main" id="{84DA77A8-B42C-4A4E-8047-3AB1A4AA2A57}"/>
                            </a:ext>
                          </a:extLst>
                        </p:cNvPr>
                        <p:cNvSpPr>
                          <a:spLocks noChangeShapeType="1"/>
                        </p:cNvSpPr>
                        <p:nvPr/>
                      </p:nvSpPr>
                      <p:spPr bwMode="auto">
                        <a:xfrm flipH="1">
                          <a:off x="2312" y="3507"/>
                          <a:ext cx="488" cy="61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7" name="Line 231">
                          <a:extLst>
                            <a:ext uri="{FF2B5EF4-FFF2-40B4-BE49-F238E27FC236}">
                              <a16:creationId xmlns:a16="http://schemas.microsoft.com/office/drawing/2014/main" id="{57D89620-4F4F-4AED-95A8-6F7C26632897}"/>
                            </a:ext>
                          </a:extLst>
                        </p:cNvPr>
                        <p:cNvSpPr>
                          <a:spLocks noChangeShapeType="1"/>
                        </p:cNvSpPr>
                        <p:nvPr/>
                      </p:nvSpPr>
                      <p:spPr bwMode="auto">
                        <a:xfrm flipH="1">
                          <a:off x="4349" y="3181"/>
                          <a:ext cx="488" cy="61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8" name="Line 232">
                          <a:extLst>
                            <a:ext uri="{FF2B5EF4-FFF2-40B4-BE49-F238E27FC236}">
                              <a16:creationId xmlns:a16="http://schemas.microsoft.com/office/drawing/2014/main" id="{B273493F-CD1D-40DA-8E88-B4B072455E1F}"/>
                            </a:ext>
                          </a:extLst>
                        </p:cNvPr>
                        <p:cNvSpPr>
                          <a:spLocks noChangeShapeType="1"/>
                        </p:cNvSpPr>
                        <p:nvPr/>
                      </p:nvSpPr>
                      <p:spPr bwMode="auto">
                        <a:xfrm flipV="1">
                          <a:off x="2323" y="3794"/>
                          <a:ext cx="2037" cy="327"/>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89" name="Line 233">
                          <a:extLst>
                            <a:ext uri="{FF2B5EF4-FFF2-40B4-BE49-F238E27FC236}">
                              <a16:creationId xmlns:a16="http://schemas.microsoft.com/office/drawing/2014/main" id="{B356B24A-04C8-4CA6-AA4E-02C231C09E37}"/>
                            </a:ext>
                          </a:extLst>
                        </p:cNvPr>
                        <p:cNvSpPr>
                          <a:spLocks noChangeShapeType="1"/>
                        </p:cNvSpPr>
                        <p:nvPr/>
                      </p:nvSpPr>
                      <p:spPr bwMode="auto">
                        <a:xfrm flipH="1">
                          <a:off x="2312" y="3072"/>
                          <a:ext cx="326" cy="105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grpSp>
        </p:grpSp>
      </p:grpSp>
      <p:grpSp>
        <p:nvGrpSpPr>
          <p:cNvPr id="19754" name="Group 298">
            <a:extLst>
              <a:ext uri="{FF2B5EF4-FFF2-40B4-BE49-F238E27FC236}">
                <a16:creationId xmlns:a16="http://schemas.microsoft.com/office/drawing/2014/main" id="{BC1D5502-B586-4923-8ECD-ABE902D80FCC}"/>
              </a:ext>
            </a:extLst>
          </p:cNvPr>
          <p:cNvGrpSpPr>
            <a:grpSpLocks/>
          </p:cNvGrpSpPr>
          <p:nvPr/>
        </p:nvGrpSpPr>
        <p:grpSpPr bwMode="auto">
          <a:xfrm>
            <a:off x="5027613" y="1654175"/>
            <a:ext cx="792162" cy="1633538"/>
            <a:chOff x="3109" y="988"/>
            <a:chExt cx="499" cy="1029"/>
          </a:xfrm>
        </p:grpSpPr>
        <p:sp>
          <p:nvSpPr>
            <p:cNvPr id="19692" name="Line 236">
              <a:extLst>
                <a:ext uri="{FF2B5EF4-FFF2-40B4-BE49-F238E27FC236}">
                  <a16:creationId xmlns:a16="http://schemas.microsoft.com/office/drawing/2014/main" id="{F3F91B13-EAD1-41CA-8489-E19EBAEE2378}"/>
                </a:ext>
              </a:extLst>
            </p:cNvPr>
            <p:cNvSpPr>
              <a:spLocks noChangeShapeType="1"/>
            </p:cNvSpPr>
            <p:nvPr/>
          </p:nvSpPr>
          <p:spPr bwMode="auto">
            <a:xfrm>
              <a:off x="3339" y="988"/>
              <a:ext cx="269" cy="291"/>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93" name="Line 237">
              <a:extLst>
                <a:ext uri="{FF2B5EF4-FFF2-40B4-BE49-F238E27FC236}">
                  <a16:creationId xmlns:a16="http://schemas.microsoft.com/office/drawing/2014/main" id="{BED32147-A418-40BC-A605-A533B5E4CFB7}"/>
                </a:ext>
              </a:extLst>
            </p:cNvPr>
            <p:cNvSpPr>
              <a:spLocks noChangeShapeType="1"/>
            </p:cNvSpPr>
            <p:nvPr/>
          </p:nvSpPr>
          <p:spPr bwMode="auto">
            <a:xfrm flipH="1">
              <a:off x="3109" y="1279"/>
              <a:ext cx="499" cy="73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9756" name="Group 300">
            <a:extLst>
              <a:ext uri="{FF2B5EF4-FFF2-40B4-BE49-F238E27FC236}">
                <a16:creationId xmlns:a16="http://schemas.microsoft.com/office/drawing/2014/main" id="{36B85744-31FC-4C88-AE53-B076BE5DB512}"/>
              </a:ext>
            </a:extLst>
          </p:cNvPr>
          <p:cNvGrpSpPr>
            <a:grpSpLocks/>
          </p:cNvGrpSpPr>
          <p:nvPr/>
        </p:nvGrpSpPr>
        <p:grpSpPr bwMode="auto">
          <a:xfrm>
            <a:off x="5021263" y="1406525"/>
            <a:ext cx="1627187" cy="1881188"/>
            <a:chOff x="3105" y="832"/>
            <a:chExt cx="1025" cy="1185"/>
          </a:xfrm>
        </p:grpSpPr>
        <p:sp>
          <p:nvSpPr>
            <p:cNvPr id="19694" name="Freeform 238">
              <a:extLst>
                <a:ext uri="{FF2B5EF4-FFF2-40B4-BE49-F238E27FC236}">
                  <a16:creationId xmlns:a16="http://schemas.microsoft.com/office/drawing/2014/main" id="{58DF7807-1A1A-4FDE-B24D-82FBA0A92022}"/>
                </a:ext>
              </a:extLst>
            </p:cNvPr>
            <p:cNvSpPr>
              <a:spLocks noChangeArrowheads="1"/>
            </p:cNvSpPr>
            <p:nvPr/>
          </p:nvSpPr>
          <p:spPr bwMode="auto">
            <a:xfrm>
              <a:off x="3336" y="833"/>
              <a:ext cx="470" cy="361"/>
            </a:xfrm>
            <a:custGeom>
              <a:avLst/>
              <a:gdLst>
                <a:gd name="T0" fmla="*/ 0 w 470"/>
                <a:gd name="T1" fmla="*/ 154 h 361"/>
                <a:gd name="T2" fmla="*/ 198 w 470"/>
                <a:gd name="T3" fmla="*/ 361 h 361"/>
                <a:gd name="T4" fmla="*/ 470 w 470"/>
                <a:gd name="T5" fmla="*/ 0 h 361"/>
              </a:gdLst>
              <a:ahLst/>
              <a:cxnLst>
                <a:cxn ang="0">
                  <a:pos x="T0" y="T1"/>
                </a:cxn>
                <a:cxn ang="0">
                  <a:pos x="T2" y="T3"/>
                </a:cxn>
                <a:cxn ang="0">
                  <a:pos x="T4" y="T5"/>
                </a:cxn>
              </a:cxnLst>
              <a:rect l="0" t="0" r="r" b="b"/>
              <a:pathLst>
                <a:path w="470" h="361">
                  <a:moveTo>
                    <a:pt x="0" y="154"/>
                  </a:moveTo>
                  <a:lnTo>
                    <a:pt x="198" y="361"/>
                  </a:lnTo>
                  <a:lnTo>
                    <a:pt x="470" y="0"/>
                  </a:lnTo>
                </a:path>
              </a:pathLst>
            </a:custGeom>
            <a:solidFill>
              <a:srgbClr val="FFFFFF"/>
            </a:solidFill>
            <a:ln w="38100" cap="flat" cmpd="sng">
              <a:solidFill>
                <a:srgbClr val="CC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95" name="Line 239">
              <a:extLst>
                <a:ext uri="{FF2B5EF4-FFF2-40B4-BE49-F238E27FC236}">
                  <a16:creationId xmlns:a16="http://schemas.microsoft.com/office/drawing/2014/main" id="{D1272206-CD22-4E4E-880C-F966D9C1FC1D}"/>
                </a:ext>
              </a:extLst>
            </p:cNvPr>
            <p:cNvSpPr>
              <a:spLocks noChangeShapeType="1"/>
            </p:cNvSpPr>
            <p:nvPr/>
          </p:nvSpPr>
          <p:spPr bwMode="auto">
            <a:xfrm>
              <a:off x="3806" y="832"/>
              <a:ext cx="323" cy="845"/>
            </a:xfrm>
            <a:prstGeom prst="line">
              <a:avLst/>
            </a:prstGeom>
            <a:noFill/>
            <a:ln w="2857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96" name="Freeform 240">
              <a:extLst>
                <a:ext uri="{FF2B5EF4-FFF2-40B4-BE49-F238E27FC236}">
                  <a16:creationId xmlns:a16="http://schemas.microsoft.com/office/drawing/2014/main" id="{FF68D65E-FAD1-4F64-8237-81F6CFFBB435}"/>
                </a:ext>
              </a:extLst>
            </p:cNvPr>
            <p:cNvSpPr>
              <a:spLocks noChangeArrowheads="1"/>
            </p:cNvSpPr>
            <p:nvPr/>
          </p:nvSpPr>
          <p:spPr bwMode="auto">
            <a:xfrm>
              <a:off x="3105" y="1398"/>
              <a:ext cx="1025" cy="618"/>
            </a:xfrm>
            <a:custGeom>
              <a:avLst/>
              <a:gdLst>
                <a:gd name="T0" fmla="*/ 1025 w 1025"/>
                <a:gd name="T1" fmla="*/ 279 h 618"/>
                <a:gd name="T2" fmla="*/ 423 w 1025"/>
                <a:gd name="T3" fmla="*/ 0 h 618"/>
                <a:gd name="T4" fmla="*/ 0 w 1025"/>
                <a:gd name="T5" fmla="*/ 618 h 618"/>
              </a:gdLst>
              <a:ahLst/>
              <a:cxnLst>
                <a:cxn ang="0">
                  <a:pos x="T0" y="T1"/>
                </a:cxn>
                <a:cxn ang="0">
                  <a:pos x="T2" y="T3"/>
                </a:cxn>
                <a:cxn ang="0">
                  <a:pos x="T4" y="T5"/>
                </a:cxn>
              </a:cxnLst>
              <a:rect l="0" t="0" r="r" b="b"/>
              <a:pathLst>
                <a:path w="1025" h="618">
                  <a:moveTo>
                    <a:pt x="1025" y="279"/>
                  </a:moveTo>
                  <a:lnTo>
                    <a:pt x="423" y="0"/>
                  </a:lnTo>
                  <a:lnTo>
                    <a:pt x="0" y="618"/>
                  </a:lnTo>
                </a:path>
              </a:pathLst>
            </a:custGeom>
            <a:solidFill>
              <a:srgbClr val="FFFFFF"/>
            </a:solidFill>
            <a:ln w="38100" cap="flat" cmpd="sng">
              <a:solidFill>
                <a:srgbClr val="CC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97" name="Line 241">
              <a:extLst>
                <a:ext uri="{FF2B5EF4-FFF2-40B4-BE49-F238E27FC236}">
                  <a16:creationId xmlns:a16="http://schemas.microsoft.com/office/drawing/2014/main" id="{E251D554-69B6-4BA3-BC0B-52CCDC42731E}"/>
                </a:ext>
              </a:extLst>
            </p:cNvPr>
            <p:cNvSpPr>
              <a:spLocks noChangeShapeType="1"/>
            </p:cNvSpPr>
            <p:nvPr/>
          </p:nvSpPr>
          <p:spPr bwMode="auto">
            <a:xfrm flipV="1">
              <a:off x="3109" y="988"/>
              <a:ext cx="230" cy="1029"/>
            </a:xfrm>
            <a:prstGeom prst="line">
              <a:avLst/>
            </a:prstGeom>
            <a:noFill/>
            <a:ln w="28575">
              <a:solidFill>
                <a:srgbClr val="CC33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505" name="Text Box 49">
            <a:extLst>
              <a:ext uri="{FF2B5EF4-FFF2-40B4-BE49-F238E27FC236}">
                <a16:creationId xmlns:a16="http://schemas.microsoft.com/office/drawing/2014/main" id="{CDC1A0B7-6781-4DF6-86B1-041A9B7E8D7E}"/>
              </a:ext>
            </a:extLst>
          </p:cNvPr>
          <p:cNvSpPr txBox="1">
            <a:spLocks noChangeArrowheads="1"/>
          </p:cNvSpPr>
          <p:nvPr/>
        </p:nvSpPr>
        <p:spPr bwMode="auto">
          <a:xfrm>
            <a:off x="2743200" y="228600"/>
            <a:ext cx="5334000" cy="412750"/>
          </a:xfrm>
          <a:prstGeom prst="rect">
            <a:avLst/>
          </a:prstGeom>
          <a:solidFill>
            <a:srgbClr val="CCFFCC"/>
          </a:solidFill>
          <a:ln w="19050">
            <a:solidFill>
              <a:srgbClr val="CC3300"/>
            </a:solidFill>
            <a:miter lim="800000"/>
            <a:headEnd/>
            <a:tailEnd/>
          </a:ln>
          <a:effectLst/>
          <a:extLst>
            <a:ext uri="{AF507438-7753-43E0-B8FC-AC1667EBCBE1}">
              <a14:hiddenEffects xmlns:a14="http://schemas.microsoft.com/office/drawing/2010/main">
                <a:effectLst>
                  <a:outerShdw dist="107763" dir="2700000" algn="ctr" rotWithShape="0">
                    <a:srgbClr val="00CCFF"/>
                  </a:outerShdw>
                </a:effectLst>
              </a14:hiddenEffects>
            </a:ext>
          </a:extLst>
        </p:spPr>
        <p:txBody>
          <a:bodyPr>
            <a:spAutoFit/>
          </a:bodyPr>
          <a:lstStyle/>
          <a:p>
            <a:pPr algn="l">
              <a:lnSpc>
                <a:spcPct val="90000"/>
              </a:lnSpc>
            </a:pPr>
            <a:r>
              <a:rPr lang="zh-CN" altLang="en-US" sz="2200" b="1">
                <a:solidFill>
                  <a:schemeClr val="tx2"/>
                </a:solidFill>
              </a:rPr>
              <a:t>两平面体相贯，相贯线是封闭的空间折线</a:t>
            </a:r>
          </a:p>
        </p:txBody>
      </p:sp>
      <p:sp>
        <p:nvSpPr>
          <p:cNvPr id="19604" name="Text Box 148">
            <a:extLst>
              <a:ext uri="{FF2B5EF4-FFF2-40B4-BE49-F238E27FC236}">
                <a16:creationId xmlns:a16="http://schemas.microsoft.com/office/drawing/2014/main" id="{4D1AF8A0-9805-4A64-830A-B573BB275148}"/>
              </a:ext>
            </a:extLst>
          </p:cNvPr>
          <p:cNvSpPr txBox="1">
            <a:spLocks noChangeArrowheads="1"/>
          </p:cNvSpPr>
          <p:nvPr/>
        </p:nvSpPr>
        <p:spPr bwMode="auto">
          <a:xfrm>
            <a:off x="152400" y="990600"/>
            <a:ext cx="4551246" cy="458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b="1" dirty="0">
                <a:solidFill>
                  <a:srgbClr val="CC3300"/>
                </a:solidFill>
              </a:rPr>
              <a:t>[</a:t>
            </a:r>
            <a:r>
              <a:rPr lang="zh-CN" altLang="en-US" b="1" dirty="0">
                <a:solidFill>
                  <a:srgbClr val="CC3300"/>
                </a:solidFill>
              </a:rPr>
              <a:t>例</a:t>
            </a:r>
            <a:r>
              <a:rPr lang="en-US" altLang="zh-CN" b="1" dirty="0">
                <a:solidFill>
                  <a:srgbClr val="CC3300"/>
                </a:solidFill>
              </a:rPr>
              <a:t>7]</a:t>
            </a:r>
            <a:r>
              <a:rPr lang="en-US" altLang="zh-CN" b="1" dirty="0"/>
              <a:t>  </a:t>
            </a:r>
            <a:r>
              <a:rPr lang="zh-CN" altLang="en-US" b="1" dirty="0"/>
              <a:t>求两三棱柱的表面交线。</a:t>
            </a:r>
          </a:p>
        </p:txBody>
      </p:sp>
      <p:grpSp>
        <p:nvGrpSpPr>
          <p:cNvPr id="19743" name="Group 287">
            <a:extLst>
              <a:ext uri="{FF2B5EF4-FFF2-40B4-BE49-F238E27FC236}">
                <a16:creationId xmlns:a16="http://schemas.microsoft.com/office/drawing/2014/main" id="{21BED831-6488-4192-889D-E661AFFBAA2A}"/>
              </a:ext>
            </a:extLst>
          </p:cNvPr>
          <p:cNvGrpSpPr>
            <a:grpSpLocks/>
          </p:cNvGrpSpPr>
          <p:nvPr/>
        </p:nvGrpSpPr>
        <p:grpSpPr bwMode="auto">
          <a:xfrm>
            <a:off x="7286625" y="2295525"/>
            <a:ext cx="1608138" cy="849313"/>
            <a:chOff x="4532" y="1392"/>
            <a:chExt cx="1013" cy="535"/>
          </a:xfrm>
        </p:grpSpPr>
        <p:sp>
          <p:nvSpPr>
            <p:cNvPr id="19606" name="AutoShape 150">
              <a:extLst>
                <a:ext uri="{FF2B5EF4-FFF2-40B4-BE49-F238E27FC236}">
                  <a16:creationId xmlns:a16="http://schemas.microsoft.com/office/drawing/2014/main" id="{E5685586-2015-4003-BE91-7DFED6F097AB}"/>
                </a:ext>
              </a:extLst>
            </p:cNvPr>
            <p:cNvSpPr>
              <a:spLocks noChangeArrowheads="1"/>
            </p:cNvSpPr>
            <p:nvPr/>
          </p:nvSpPr>
          <p:spPr bwMode="auto">
            <a:xfrm rot="-19132776">
              <a:off x="4628" y="1392"/>
              <a:ext cx="672" cy="192"/>
            </a:xfrm>
            <a:prstGeom prst="leftArrow">
              <a:avLst>
                <a:gd name="adj1" fmla="val 50000"/>
                <a:gd name="adj2" fmla="val 87500"/>
              </a:avLst>
            </a:prstGeom>
            <a:solidFill>
              <a:srgbClr val="FFFF00"/>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07" name="Text Box 151">
              <a:extLst>
                <a:ext uri="{FF2B5EF4-FFF2-40B4-BE49-F238E27FC236}">
                  <a16:creationId xmlns:a16="http://schemas.microsoft.com/office/drawing/2014/main" id="{4CABED49-195A-4459-83EB-E2D1084260FE}"/>
                </a:ext>
              </a:extLst>
            </p:cNvPr>
            <p:cNvSpPr txBox="1">
              <a:spLocks noChangeArrowheads="1"/>
            </p:cNvSpPr>
            <p:nvPr/>
          </p:nvSpPr>
          <p:spPr bwMode="auto">
            <a:xfrm>
              <a:off x="4532" y="1667"/>
              <a:ext cx="1013" cy="260"/>
            </a:xfrm>
            <a:prstGeom prst="rect">
              <a:avLst/>
            </a:prstGeom>
            <a:solidFill>
              <a:srgbClr val="FFFF00"/>
            </a:solidFill>
            <a:ln w="1905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lang="zh-CN" altLang="en-US" sz="2200" b="1">
                  <a:ea typeface="黑体" panose="02010609060101010101" pitchFamily="49" charset="-122"/>
                </a:rPr>
                <a:t>斜置三棱柱</a:t>
              </a:r>
            </a:p>
          </p:txBody>
        </p:sp>
      </p:grpSp>
      <p:sp>
        <p:nvSpPr>
          <p:cNvPr id="19611" name="Text Box 155">
            <a:extLst>
              <a:ext uri="{FF2B5EF4-FFF2-40B4-BE49-F238E27FC236}">
                <a16:creationId xmlns:a16="http://schemas.microsoft.com/office/drawing/2014/main" id="{F13CBE0F-4918-4BA4-B96E-99C57789DBEE}"/>
              </a:ext>
            </a:extLst>
          </p:cNvPr>
          <p:cNvSpPr txBox="1">
            <a:spLocks noChangeArrowheads="1"/>
          </p:cNvSpPr>
          <p:nvPr/>
        </p:nvSpPr>
        <p:spPr bwMode="auto">
          <a:xfrm>
            <a:off x="152400" y="1676400"/>
            <a:ext cx="3429000"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chemeClr val="tx2"/>
                </a:solidFill>
                <a:latin typeface="楷体_GB2312" pitchFamily="49" charset="-122"/>
                <a:ea typeface="楷体_GB2312" pitchFamily="49" charset="-122"/>
              </a:rPr>
              <a:t>1. </a:t>
            </a:r>
            <a:r>
              <a:rPr lang="zh-CN" altLang="en-US" b="1">
                <a:solidFill>
                  <a:schemeClr val="tx2"/>
                </a:solidFill>
                <a:latin typeface="楷体_GB2312" pitchFamily="49" charset="-122"/>
                <a:ea typeface="楷体_GB2312" pitchFamily="49" charset="-122"/>
              </a:rPr>
              <a:t>先求出斜置三棱柱的  </a:t>
            </a:r>
          </a:p>
          <a:p>
            <a:pPr algn="l"/>
            <a:r>
              <a:rPr lang="zh-CN" altLang="en-US" b="1">
                <a:solidFill>
                  <a:schemeClr val="tx2"/>
                </a:solidFill>
                <a:latin typeface="楷体_GB2312" pitchFamily="49" charset="-122"/>
                <a:ea typeface="楷体_GB2312" pitchFamily="49" charset="-122"/>
              </a:rPr>
              <a:t>   参贯棱线（两条）与 </a:t>
            </a:r>
          </a:p>
          <a:p>
            <a:pPr algn="l"/>
            <a:r>
              <a:rPr lang="zh-CN" altLang="en-US" b="1">
                <a:solidFill>
                  <a:schemeClr val="tx2"/>
                </a:solidFill>
                <a:latin typeface="楷体_GB2312" pitchFamily="49" charset="-122"/>
                <a:ea typeface="楷体_GB2312" pitchFamily="49" charset="-122"/>
              </a:rPr>
              <a:t>   直立三棱柱表面的贯</a:t>
            </a:r>
          </a:p>
          <a:p>
            <a:pPr algn="l"/>
            <a:r>
              <a:rPr lang="zh-CN" altLang="en-US" b="1">
                <a:solidFill>
                  <a:schemeClr val="tx2"/>
                </a:solidFill>
                <a:latin typeface="楷体_GB2312" pitchFamily="49" charset="-122"/>
                <a:ea typeface="楷体_GB2312" pitchFamily="49" charset="-122"/>
              </a:rPr>
              <a:t>   穿点（四个点）。</a:t>
            </a:r>
          </a:p>
        </p:txBody>
      </p:sp>
      <p:sp>
        <p:nvSpPr>
          <p:cNvPr id="19612" name="Text Box 156">
            <a:extLst>
              <a:ext uri="{FF2B5EF4-FFF2-40B4-BE49-F238E27FC236}">
                <a16:creationId xmlns:a16="http://schemas.microsoft.com/office/drawing/2014/main" id="{0B11D02E-578C-4D55-B910-AEBFFB5EC855}"/>
              </a:ext>
            </a:extLst>
          </p:cNvPr>
          <p:cNvSpPr txBox="1">
            <a:spLocks noChangeArrowheads="1"/>
          </p:cNvSpPr>
          <p:nvPr/>
        </p:nvSpPr>
        <p:spPr bwMode="auto">
          <a:xfrm>
            <a:off x="152400" y="3276600"/>
            <a:ext cx="3810000"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chemeClr val="tx2"/>
                </a:solidFill>
                <a:latin typeface="楷体_GB2312" pitchFamily="49" charset="-122"/>
                <a:ea typeface="楷体_GB2312" pitchFamily="49" charset="-122"/>
              </a:rPr>
              <a:t>2. </a:t>
            </a:r>
            <a:r>
              <a:rPr lang="zh-CN" altLang="en-US" b="1">
                <a:solidFill>
                  <a:schemeClr val="tx2"/>
                </a:solidFill>
                <a:latin typeface="楷体_GB2312" pitchFamily="49" charset="-122"/>
                <a:ea typeface="楷体_GB2312" pitchFamily="49" charset="-122"/>
              </a:rPr>
              <a:t>作辅助线求出直立三</a:t>
            </a:r>
          </a:p>
          <a:p>
            <a:pPr algn="l"/>
            <a:r>
              <a:rPr lang="zh-CN" altLang="en-US" b="1">
                <a:solidFill>
                  <a:schemeClr val="tx2"/>
                </a:solidFill>
                <a:latin typeface="楷体_GB2312" pitchFamily="49" charset="-122"/>
                <a:ea typeface="楷体_GB2312" pitchFamily="49" charset="-122"/>
              </a:rPr>
              <a:t>   棱柱的参贯棱线（一</a:t>
            </a:r>
          </a:p>
          <a:p>
            <a:pPr algn="l"/>
            <a:r>
              <a:rPr lang="zh-CN" altLang="en-US" b="1">
                <a:solidFill>
                  <a:schemeClr val="tx2"/>
                </a:solidFill>
                <a:latin typeface="楷体_GB2312" pitchFamily="49" charset="-122"/>
                <a:ea typeface="楷体_GB2312" pitchFamily="49" charset="-122"/>
              </a:rPr>
              <a:t>   条）与斜置三棱柱表</a:t>
            </a:r>
          </a:p>
          <a:p>
            <a:pPr algn="l"/>
            <a:r>
              <a:rPr lang="zh-CN" altLang="en-US" b="1">
                <a:solidFill>
                  <a:schemeClr val="tx2"/>
                </a:solidFill>
                <a:latin typeface="楷体_GB2312" pitchFamily="49" charset="-122"/>
                <a:ea typeface="楷体_GB2312" pitchFamily="49" charset="-122"/>
              </a:rPr>
              <a:t>   面的贯穿点（两点）。</a:t>
            </a:r>
          </a:p>
        </p:txBody>
      </p:sp>
      <p:sp>
        <p:nvSpPr>
          <p:cNvPr id="19613" name="Text Box 157">
            <a:extLst>
              <a:ext uri="{FF2B5EF4-FFF2-40B4-BE49-F238E27FC236}">
                <a16:creationId xmlns:a16="http://schemas.microsoft.com/office/drawing/2014/main" id="{3F6E4377-48D9-4754-9CE5-304CFB10F4A6}"/>
              </a:ext>
            </a:extLst>
          </p:cNvPr>
          <p:cNvSpPr txBox="1">
            <a:spLocks noChangeArrowheads="1"/>
          </p:cNvSpPr>
          <p:nvPr/>
        </p:nvSpPr>
        <p:spPr bwMode="auto">
          <a:xfrm>
            <a:off x="152400" y="4908550"/>
            <a:ext cx="38100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chemeClr val="tx2"/>
                </a:solidFill>
                <a:latin typeface="楷体_GB2312" pitchFamily="49" charset="-122"/>
                <a:ea typeface="楷体_GB2312" pitchFamily="49" charset="-122"/>
              </a:rPr>
              <a:t>3. </a:t>
            </a:r>
            <a:r>
              <a:rPr lang="zh-CN" altLang="en-US" b="1">
                <a:solidFill>
                  <a:schemeClr val="tx2"/>
                </a:solidFill>
                <a:latin typeface="楷体_GB2312" pitchFamily="49" charset="-122"/>
                <a:ea typeface="楷体_GB2312" pitchFamily="49" charset="-122"/>
              </a:rPr>
              <a:t>依次连结相应的贯穿</a:t>
            </a:r>
          </a:p>
          <a:p>
            <a:pPr algn="l"/>
            <a:r>
              <a:rPr lang="zh-CN" altLang="en-US" b="1">
                <a:solidFill>
                  <a:schemeClr val="tx2"/>
                </a:solidFill>
                <a:latin typeface="楷体_GB2312" pitchFamily="49" charset="-122"/>
                <a:ea typeface="楷体_GB2312" pitchFamily="49" charset="-122"/>
              </a:rPr>
              <a:t>   点并判断可见性。</a:t>
            </a:r>
          </a:p>
        </p:txBody>
      </p:sp>
      <p:sp>
        <p:nvSpPr>
          <p:cNvPr id="19628" name="Rectangle 172">
            <a:extLst>
              <a:ext uri="{FF2B5EF4-FFF2-40B4-BE49-F238E27FC236}">
                <a16:creationId xmlns:a16="http://schemas.microsoft.com/office/drawing/2014/main" id="{3D96AB89-F356-4E18-8ED7-8FE7A37DED63}"/>
              </a:ext>
            </a:extLst>
          </p:cNvPr>
          <p:cNvSpPr>
            <a:spLocks noGrp="1" noChangeArrowheads="1"/>
          </p:cNvSpPr>
          <p:nvPr>
            <p:ph type="title" idx="4294967295"/>
          </p:nvPr>
        </p:nvSpPr>
        <p:spPr>
          <a:xfrm flipH="1">
            <a:off x="8839200" y="304800"/>
            <a:ext cx="76200" cy="228600"/>
          </a:xfrm>
        </p:spPr>
        <p:txBody>
          <a:bodyPr/>
          <a:lstStyle/>
          <a:p>
            <a:pPr algn="r"/>
            <a:r>
              <a:rPr lang="zh-CN" altLang="en-US" sz="200">
                <a:solidFill>
                  <a:schemeClr val="bg1"/>
                </a:solidFill>
              </a:rPr>
              <a:t>例</a:t>
            </a:r>
            <a:r>
              <a:rPr lang="en-US" altLang="zh-CN" sz="200">
                <a:solidFill>
                  <a:schemeClr val="bg1"/>
                </a:solidFill>
              </a:rPr>
              <a:t>6</a:t>
            </a:r>
            <a:r>
              <a:rPr lang="zh-CN" altLang="en-US" sz="200">
                <a:solidFill>
                  <a:schemeClr val="bg1"/>
                </a:solidFill>
              </a:rPr>
              <a:t>：两三棱</a:t>
            </a:r>
            <a:r>
              <a:rPr lang="zh-CN" altLang="zh-CN" sz="200" b="1">
                <a:solidFill>
                  <a:schemeClr val="bg1"/>
                </a:solidFill>
              </a:rPr>
              <a:t>柱的相贯</a:t>
            </a:r>
            <a:endParaRPr lang="zh-CN" altLang="en-US" sz="200">
              <a:solidFill>
                <a:schemeClr val="bg1"/>
              </a:solidFill>
            </a:endParaRPr>
          </a:p>
        </p:txBody>
      </p:sp>
      <p:grpSp>
        <p:nvGrpSpPr>
          <p:cNvPr id="19742" name="Group 286">
            <a:extLst>
              <a:ext uri="{FF2B5EF4-FFF2-40B4-BE49-F238E27FC236}">
                <a16:creationId xmlns:a16="http://schemas.microsoft.com/office/drawing/2014/main" id="{433FC47D-9A5A-4D20-BBA1-0E6F06ED8150}"/>
              </a:ext>
            </a:extLst>
          </p:cNvPr>
          <p:cNvGrpSpPr>
            <a:grpSpLocks/>
          </p:cNvGrpSpPr>
          <p:nvPr/>
        </p:nvGrpSpPr>
        <p:grpSpPr bwMode="auto">
          <a:xfrm>
            <a:off x="6950075" y="3298825"/>
            <a:ext cx="1965325" cy="412750"/>
            <a:chOff x="4320" y="2024"/>
            <a:chExt cx="1238" cy="260"/>
          </a:xfrm>
        </p:grpSpPr>
        <p:sp>
          <p:nvSpPr>
            <p:cNvPr id="19632" name="AutoShape 176">
              <a:extLst>
                <a:ext uri="{FF2B5EF4-FFF2-40B4-BE49-F238E27FC236}">
                  <a16:creationId xmlns:a16="http://schemas.microsoft.com/office/drawing/2014/main" id="{76EFAE62-AFB6-4039-A6AF-7E9D51ACFEA6}"/>
                </a:ext>
              </a:extLst>
            </p:cNvPr>
            <p:cNvSpPr>
              <a:spLocks noChangeArrowheads="1"/>
            </p:cNvSpPr>
            <p:nvPr/>
          </p:nvSpPr>
          <p:spPr bwMode="auto">
            <a:xfrm rot="-21613883">
              <a:off x="4320" y="2064"/>
              <a:ext cx="672" cy="192"/>
            </a:xfrm>
            <a:prstGeom prst="leftArrow">
              <a:avLst>
                <a:gd name="adj1" fmla="val 50000"/>
                <a:gd name="adj2" fmla="val 87500"/>
              </a:avLst>
            </a:prstGeom>
            <a:solidFill>
              <a:srgbClr val="FFFF00"/>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33" name="Text Box 177">
              <a:extLst>
                <a:ext uri="{FF2B5EF4-FFF2-40B4-BE49-F238E27FC236}">
                  <a16:creationId xmlns:a16="http://schemas.microsoft.com/office/drawing/2014/main" id="{62840BDE-E4EC-4BB6-B9E6-09DA27F3AF12}"/>
                </a:ext>
              </a:extLst>
            </p:cNvPr>
            <p:cNvSpPr txBox="1">
              <a:spLocks noChangeArrowheads="1"/>
            </p:cNvSpPr>
            <p:nvPr/>
          </p:nvSpPr>
          <p:spPr bwMode="auto">
            <a:xfrm>
              <a:off x="4545" y="2024"/>
              <a:ext cx="1013" cy="260"/>
            </a:xfrm>
            <a:prstGeom prst="rect">
              <a:avLst/>
            </a:prstGeom>
            <a:solidFill>
              <a:srgbClr val="FFFF00"/>
            </a:solidFill>
            <a:ln w="1905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lang="zh-CN" altLang="en-US" sz="2200" b="1">
                  <a:ea typeface="黑体" panose="02010609060101010101" pitchFamily="49" charset="-122"/>
                </a:rPr>
                <a:t>直立三棱柱</a:t>
              </a:r>
              <a:endParaRPr lang="zh-CN" altLang="en-US" sz="2200" u="sng"/>
            </a:p>
          </p:txBody>
        </p:sp>
      </p:grpSp>
      <p:grpSp>
        <p:nvGrpSpPr>
          <p:cNvPr id="19738" name="Group 282">
            <a:extLst>
              <a:ext uri="{FF2B5EF4-FFF2-40B4-BE49-F238E27FC236}">
                <a16:creationId xmlns:a16="http://schemas.microsoft.com/office/drawing/2014/main" id="{1303418E-FC28-41C9-B69D-D09D8BDE3050}"/>
              </a:ext>
            </a:extLst>
          </p:cNvPr>
          <p:cNvGrpSpPr>
            <a:grpSpLocks/>
          </p:cNvGrpSpPr>
          <p:nvPr/>
        </p:nvGrpSpPr>
        <p:grpSpPr bwMode="auto">
          <a:xfrm>
            <a:off x="5702300" y="990600"/>
            <a:ext cx="1588" cy="2767013"/>
            <a:chOff x="3534" y="570"/>
            <a:chExt cx="1" cy="1743"/>
          </a:xfrm>
        </p:grpSpPr>
        <p:sp>
          <p:nvSpPr>
            <p:cNvPr id="19705" name="Freeform 249">
              <a:extLst>
                <a:ext uri="{FF2B5EF4-FFF2-40B4-BE49-F238E27FC236}">
                  <a16:creationId xmlns:a16="http://schemas.microsoft.com/office/drawing/2014/main" id="{CC574D42-D32C-495E-9CE8-3208F638EC11}"/>
                </a:ext>
              </a:extLst>
            </p:cNvPr>
            <p:cNvSpPr>
              <a:spLocks noChangeArrowheads="1"/>
            </p:cNvSpPr>
            <p:nvPr/>
          </p:nvSpPr>
          <p:spPr bwMode="auto">
            <a:xfrm>
              <a:off x="3534" y="1392"/>
              <a:ext cx="1" cy="921"/>
            </a:xfrm>
            <a:custGeom>
              <a:avLst/>
              <a:gdLst>
                <a:gd name="T0" fmla="*/ 0 w 1"/>
                <a:gd name="T1" fmla="*/ 921 h 921"/>
                <a:gd name="T2" fmla="*/ 0 w 1"/>
                <a:gd name="T3" fmla="*/ 0 h 921"/>
              </a:gdLst>
              <a:ahLst/>
              <a:cxnLst>
                <a:cxn ang="0">
                  <a:pos x="T0" y="T1"/>
                </a:cxn>
                <a:cxn ang="0">
                  <a:pos x="T2" y="T3"/>
                </a:cxn>
              </a:cxnLst>
              <a:rect l="0" t="0" r="r" b="b"/>
              <a:pathLst>
                <a:path w="1" h="921">
                  <a:moveTo>
                    <a:pt x="0" y="921"/>
                  </a:moveTo>
                  <a:lnTo>
                    <a:pt x="0" y="0"/>
                  </a:lnTo>
                </a:path>
              </a:pathLst>
            </a:custGeom>
            <a:solidFill>
              <a:srgbClr val="FFFFFF"/>
            </a:solidFill>
            <a:ln w="38100" cmpd="sng">
              <a:solidFill>
                <a:srgbClr val="000000"/>
              </a:solidFill>
              <a:prstDash val="solid"/>
              <a:round/>
              <a:headEnd/>
              <a:tailEnd/>
            </a:ln>
          </p:spPr>
          <p:txBody>
            <a:bodyPr/>
            <a:lstStyle/>
            <a:p>
              <a:endParaRPr lang="en-US"/>
            </a:p>
          </p:txBody>
        </p:sp>
        <p:sp>
          <p:nvSpPr>
            <p:cNvPr id="19706" name="Freeform 250">
              <a:extLst>
                <a:ext uri="{FF2B5EF4-FFF2-40B4-BE49-F238E27FC236}">
                  <a16:creationId xmlns:a16="http://schemas.microsoft.com/office/drawing/2014/main" id="{EC91DD65-3454-41F2-907F-DBF585AB5120}"/>
                </a:ext>
              </a:extLst>
            </p:cNvPr>
            <p:cNvSpPr>
              <a:spLocks noChangeArrowheads="1"/>
            </p:cNvSpPr>
            <p:nvPr/>
          </p:nvSpPr>
          <p:spPr bwMode="auto">
            <a:xfrm>
              <a:off x="3534" y="570"/>
              <a:ext cx="1" cy="627"/>
            </a:xfrm>
            <a:custGeom>
              <a:avLst/>
              <a:gdLst>
                <a:gd name="T0" fmla="*/ 0 w 1"/>
                <a:gd name="T1" fmla="*/ 627 h 627"/>
                <a:gd name="T2" fmla="*/ 0 w 1"/>
                <a:gd name="T3" fmla="*/ 0 h 627"/>
              </a:gdLst>
              <a:ahLst/>
              <a:cxnLst>
                <a:cxn ang="0">
                  <a:pos x="T0" y="T1"/>
                </a:cxn>
                <a:cxn ang="0">
                  <a:pos x="T2" y="T3"/>
                </a:cxn>
              </a:cxnLst>
              <a:rect l="0" t="0" r="r" b="b"/>
              <a:pathLst>
                <a:path w="1" h="627">
                  <a:moveTo>
                    <a:pt x="0" y="627"/>
                  </a:moveTo>
                  <a:lnTo>
                    <a:pt x="0" y="0"/>
                  </a:lnTo>
                </a:path>
              </a:pathLst>
            </a:custGeom>
            <a:solidFill>
              <a:srgbClr val="FFFFFF"/>
            </a:solidFill>
            <a:ln w="38100" cmpd="sng">
              <a:solidFill>
                <a:srgbClr val="000000"/>
              </a:solidFill>
              <a:prstDash val="solid"/>
              <a:round/>
              <a:headEnd/>
              <a:tailEnd/>
            </a:ln>
          </p:spPr>
          <p:txBody>
            <a:bodyPr/>
            <a:lstStyle/>
            <a:p>
              <a:endParaRPr lang="en-US"/>
            </a:p>
          </p:txBody>
        </p:sp>
      </p:grpSp>
      <p:grpSp>
        <p:nvGrpSpPr>
          <p:cNvPr id="19753" name="Group 297">
            <a:extLst>
              <a:ext uri="{FF2B5EF4-FFF2-40B4-BE49-F238E27FC236}">
                <a16:creationId xmlns:a16="http://schemas.microsoft.com/office/drawing/2014/main" id="{526A298E-70ED-42ED-8F06-E4A2A446FA78}"/>
              </a:ext>
            </a:extLst>
          </p:cNvPr>
          <p:cNvGrpSpPr>
            <a:grpSpLocks/>
          </p:cNvGrpSpPr>
          <p:nvPr/>
        </p:nvGrpSpPr>
        <p:grpSpPr bwMode="auto">
          <a:xfrm>
            <a:off x="5768975" y="2071688"/>
            <a:ext cx="104775" cy="4229100"/>
            <a:chOff x="3576" y="1251"/>
            <a:chExt cx="66" cy="2664"/>
          </a:xfrm>
        </p:grpSpPr>
        <p:sp>
          <p:nvSpPr>
            <p:cNvPr id="19691" name="Freeform 235">
              <a:extLst>
                <a:ext uri="{FF2B5EF4-FFF2-40B4-BE49-F238E27FC236}">
                  <a16:creationId xmlns:a16="http://schemas.microsoft.com/office/drawing/2014/main" id="{42FC29EE-AB14-460F-A06F-3FA900715EDF}"/>
                </a:ext>
              </a:extLst>
            </p:cNvPr>
            <p:cNvSpPr>
              <a:spLocks noChangeArrowheads="1"/>
            </p:cNvSpPr>
            <p:nvPr/>
          </p:nvSpPr>
          <p:spPr bwMode="auto">
            <a:xfrm>
              <a:off x="3609" y="1284"/>
              <a:ext cx="3" cy="2631"/>
            </a:xfrm>
            <a:custGeom>
              <a:avLst/>
              <a:gdLst>
                <a:gd name="T0" fmla="*/ 3 w 3"/>
                <a:gd name="T1" fmla="*/ 0 h 2631"/>
                <a:gd name="T2" fmla="*/ 0 w 3"/>
                <a:gd name="T3" fmla="*/ 2631 h 2631"/>
              </a:gdLst>
              <a:ahLst/>
              <a:cxnLst>
                <a:cxn ang="0">
                  <a:pos x="T0" y="T1"/>
                </a:cxn>
                <a:cxn ang="0">
                  <a:pos x="T2" y="T3"/>
                </a:cxn>
              </a:cxnLst>
              <a:rect l="0" t="0" r="r" b="b"/>
              <a:pathLst>
                <a:path w="3" h="2631">
                  <a:moveTo>
                    <a:pt x="3" y="0"/>
                  </a:moveTo>
                  <a:lnTo>
                    <a:pt x="0" y="2631"/>
                  </a:lnTo>
                </a:path>
              </a:pathLst>
            </a:custGeom>
            <a:solidFill>
              <a:srgbClr val="FFFFFF"/>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14" name="Oval 258">
              <a:extLst>
                <a:ext uri="{FF2B5EF4-FFF2-40B4-BE49-F238E27FC236}">
                  <a16:creationId xmlns:a16="http://schemas.microsoft.com/office/drawing/2014/main" id="{9A8E4BE0-284C-4BC4-8BDC-A44073CC3389}"/>
                </a:ext>
              </a:extLst>
            </p:cNvPr>
            <p:cNvSpPr>
              <a:spLocks noChangeArrowheads="1"/>
            </p:cNvSpPr>
            <p:nvPr/>
          </p:nvSpPr>
          <p:spPr bwMode="auto">
            <a:xfrm>
              <a:off x="3576" y="1251"/>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9752" name="Group 296">
            <a:extLst>
              <a:ext uri="{FF2B5EF4-FFF2-40B4-BE49-F238E27FC236}">
                <a16:creationId xmlns:a16="http://schemas.microsoft.com/office/drawing/2014/main" id="{B9116DFF-A30B-4159-B01D-FAB600B09AD2}"/>
              </a:ext>
            </a:extLst>
          </p:cNvPr>
          <p:cNvGrpSpPr>
            <a:grpSpLocks/>
          </p:cNvGrpSpPr>
          <p:nvPr/>
        </p:nvGrpSpPr>
        <p:grpSpPr bwMode="auto">
          <a:xfrm>
            <a:off x="5702300" y="6084888"/>
            <a:ext cx="176213" cy="277812"/>
            <a:chOff x="3534" y="3779"/>
            <a:chExt cx="111" cy="175"/>
          </a:xfrm>
        </p:grpSpPr>
        <p:sp>
          <p:nvSpPr>
            <p:cNvPr id="19690" name="Line 234">
              <a:extLst>
                <a:ext uri="{FF2B5EF4-FFF2-40B4-BE49-F238E27FC236}">
                  <a16:creationId xmlns:a16="http://schemas.microsoft.com/office/drawing/2014/main" id="{9E3BA2DF-B58E-4026-AC9D-9FAC5BCF86A8}"/>
                </a:ext>
              </a:extLst>
            </p:cNvPr>
            <p:cNvSpPr>
              <a:spLocks noChangeShapeType="1"/>
            </p:cNvSpPr>
            <p:nvPr/>
          </p:nvSpPr>
          <p:spPr bwMode="auto">
            <a:xfrm>
              <a:off x="3534" y="3779"/>
              <a:ext cx="74" cy="136"/>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22" name="Oval 266">
              <a:extLst>
                <a:ext uri="{FF2B5EF4-FFF2-40B4-BE49-F238E27FC236}">
                  <a16:creationId xmlns:a16="http://schemas.microsoft.com/office/drawing/2014/main" id="{1C3712AD-CBED-4342-8B48-A0B7E7540B19}"/>
                </a:ext>
              </a:extLst>
            </p:cNvPr>
            <p:cNvSpPr>
              <a:spLocks noChangeArrowheads="1"/>
            </p:cNvSpPr>
            <p:nvPr/>
          </p:nvSpPr>
          <p:spPr bwMode="auto">
            <a:xfrm>
              <a:off x="3579" y="3888"/>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9746" name="Group 290">
            <a:extLst>
              <a:ext uri="{FF2B5EF4-FFF2-40B4-BE49-F238E27FC236}">
                <a16:creationId xmlns:a16="http://schemas.microsoft.com/office/drawing/2014/main" id="{4929D09D-07FC-4DDD-8D0A-90A37C12465B}"/>
              </a:ext>
            </a:extLst>
          </p:cNvPr>
          <p:cNvGrpSpPr>
            <a:grpSpLocks/>
          </p:cNvGrpSpPr>
          <p:nvPr/>
        </p:nvGrpSpPr>
        <p:grpSpPr bwMode="auto">
          <a:xfrm>
            <a:off x="5121275" y="1236663"/>
            <a:ext cx="552450" cy="4381500"/>
            <a:chOff x="3168" y="725"/>
            <a:chExt cx="348" cy="2760"/>
          </a:xfrm>
        </p:grpSpPr>
        <p:sp>
          <p:nvSpPr>
            <p:cNvPr id="19675" name="Line 219">
              <a:extLst>
                <a:ext uri="{FF2B5EF4-FFF2-40B4-BE49-F238E27FC236}">
                  <a16:creationId xmlns:a16="http://schemas.microsoft.com/office/drawing/2014/main" id="{B7FDD0C7-2637-4320-A8F3-D1D5AE05EEAF}"/>
                </a:ext>
              </a:extLst>
            </p:cNvPr>
            <p:cNvSpPr>
              <a:spLocks noChangeShapeType="1"/>
            </p:cNvSpPr>
            <p:nvPr/>
          </p:nvSpPr>
          <p:spPr bwMode="auto">
            <a:xfrm flipV="1">
              <a:off x="3339" y="988"/>
              <a:ext cx="1" cy="2433"/>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744" name="Group 288">
              <a:extLst>
                <a:ext uri="{FF2B5EF4-FFF2-40B4-BE49-F238E27FC236}">
                  <a16:creationId xmlns:a16="http://schemas.microsoft.com/office/drawing/2014/main" id="{FC0ABFC7-B5F4-418E-ADBB-E6BF8D8E357C}"/>
                </a:ext>
              </a:extLst>
            </p:cNvPr>
            <p:cNvGrpSpPr>
              <a:grpSpLocks/>
            </p:cNvGrpSpPr>
            <p:nvPr/>
          </p:nvGrpSpPr>
          <p:grpSpPr bwMode="auto">
            <a:xfrm>
              <a:off x="3306" y="3216"/>
              <a:ext cx="210" cy="269"/>
              <a:chOff x="3306" y="3216"/>
              <a:chExt cx="210" cy="269"/>
            </a:xfrm>
          </p:grpSpPr>
          <p:sp>
            <p:nvSpPr>
              <p:cNvPr id="19720" name="Oval 264">
                <a:extLst>
                  <a:ext uri="{FF2B5EF4-FFF2-40B4-BE49-F238E27FC236}">
                    <a16:creationId xmlns:a16="http://schemas.microsoft.com/office/drawing/2014/main" id="{6153335E-37AF-49F1-9CE1-0D6BA55D12CC}"/>
                  </a:ext>
                </a:extLst>
              </p:cNvPr>
              <p:cNvSpPr>
                <a:spLocks noChangeArrowheads="1"/>
              </p:cNvSpPr>
              <p:nvPr/>
            </p:nvSpPr>
            <p:spPr bwMode="auto">
              <a:xfrm>
                <a:off x="3306" y="3393"/>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3" name="Rectangle 267">
                <a:extLst>
                  <a:ext uri="{FF2B5EF4-FFF2-40B4-BE49-F238E27FC236}">
                    <a16:creationId xmlns:a16="http://schemas.microsoft.com/office/drawing/2014/main" id="{A57AA370-4C7E-4BE9-BB38-094C53ACD4E6}"/>
                  </a:ext>
                </a:extLst>
              </p:cNvPr>
              <p:cNvSpPr>
                <a:spLocks noChangeArrowheads="1"/>
              </p:cNvSpPr>
              <p:nvPr/>
            </p:nvSpPr>
            <p:spPr bwMode="auto">
              <a:xfrm>
                <a:off x="3312" y="3216"/>
                <a:ext cx="20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chemeClr val="tx2"/>
                    </a:solidFill>
                    <a:latin typeface="Modern" pitchFamily="50"/>
                    <a:ea typeface="楷体_GB2312" pitchFamily="49" charset="-122"/>
                  </a:rPr>
                  <a:t>1</a:t>
                </a:r>
              </a:p>
            </p:txBody>
          </p:sp>
        </p:grpSp>
        <p:grpSp>
          <p:nvGrpSpPr>
            <p:cNvPr id="19745" name="Group 289">
              <a:extLst>
                <a:ext uri="{FF2B5EF4-FFF2-40B4-BE49-F238E27FC236}">
                  <a16:creationId xmlns:a16="http://schemas.microsoft.com/office/drawing/2014/main" id="{32280C8E-76F3-416B-AC83-25B9C146AEFE}"/>
                </a:ext>
              </a:extLst>
            </p:cNvPr>
            <p:cNvGrpSpPr>
              <a:grpSpLocks/>
            </p:cNvGrpSpPr>
            <p:nvPr/>
          </p:nvGrpSpPr>
          <p:grpSpPr bwMode="auto">
            <a:xfrm>
              <a:off x="3168" y="725"/>
              <a:ext cx="253" cy="295"/>
              <a:chOff x="3168" y="725"/>
              <a:chExt cx="253" cy="295"/>
            </a:xfrm>
          </p:grpSpPr>
          <p:sp>
            <p:nvSpPr>
              <p:cNvPr id="19711" name="Oval 255">
                <a:extLst>
                  <a:ext uri="{FF2B5EF4-FFF2-40B4-BE49-F238E27FC236}">
                    <a16:creationId xmlns:a16="http://schemas.microsoft.com/office/drawing/2014/main" id="{7BDBCCBB-EF06-4FA5-A524-38AE4A76E445}"/>
                  </a:ext>
                </a:extLst>
              </p:cNvPr>
              <p:cNvSpPr>
                <a:spLocks noChangeArrowheads="1"/>
              </p:cNvSpPr>
              <p:nvPr/>
            </p:nvSpPr>
            <p:spPr bwMode="auto">
              <a:xfrm>
                <a:off x="3306" y="954"/>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4" name="Rectangle 268">
                <a:extLst>
                  <a:ext uri="{FF2B5EF4-FFF2-40B4-BE49-F238E27FC236}">
                    <a16:creationId xmlns:a16="http://schemas.microsoft.com/office/drawing/2014/main" id="{D0FD64A6-9002-471B-8784-C83D48F91FA1}"/>
                  </a:ext>
                </a:extLst>
              </p:cNvPr>
              <p:cNvSpPr>
                <a:spLocks noChangeArrowheads="1"/>
              </p:cNvSpPr>
              <p:nvPr/>
            </p:nvSpPr>
            <p:spPr bwMode="auto">
              <a:xfrm>
                <a:off x="3168" y="725"/>
                <a:ext cx="25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latin typeface="Modern" pitchFamily="50"/>
                  </a:rPr>
                  <a:t>1</a:t>
                </a:r>
                <a:r>
                  <a:rPr lang="en-US" altLang="zh-CN" sz="2200" b="1"/>
                  <a:t>'</a:t>
                </a:r>
              </a:p>
            </p:txBody>
          </p:sp>
        </p:grpSp>
      </p:grpSp>
      <p:grpSp>
        <p:nvGrpSpPr>
          <p:cNvPr id="19755" name="Group 299">
            <a:extLst>
              <a:ext uri="{FF2B5EF4-FFF2-40B4-BE49-F238E27FC236}">
                <a16:creationId xmlns:a16="http://schemas.microsoft.com/office/drawing/2014/main" id="{0F43AD64-76D7-45D7-AA03-826CEF7CABEC}"/>
              </a:ext>
            </a:extLst>
          </p:cNvPr>
          <p:cNvGrpSpPr>
            <a:grpSpLocks/>
          </p:cNvGrpSpPr>
          <p:nvPr/>
        </p:nvGrpSpPr>
        <p:grpSpPr bwMode="auto">
          <a:xfrm>
            <a:off x="5292725" y="1836738"/>
            <a:ext cx="461963" cy="796925"/>
            <a:chOff x="3276" y="1103"/>
            <a:chExt cx="291" cy="502"/>
          </a:xfrm>
        </p:grpSpPr>
        <p:sp>
          <p:nvSpPr>
            <p:cNvPr id="19710" name="Oval 254">
              <a:extLst>
                <a:ext uri="{FF2B5EF4-FFF2-40B4-BE49-F238E27FC236}">
                  <a16:creationId xmlns:a16="http://schemas.microsoft.com/office/drawing/2014/main" id="{0242CC91-7389-48A6-BF29-288A81697241}"/>
                </a:ext>
              </a:extLst>
            </p:cNvPr>
            <p:cNvSpPr>
              <a:spLocks noChangeArrowheads="1"/>
            </p:cNvSpPr>
            <p:nvPr/>
          </p:nvSpPr>
          <p:spPr bwMode="auto">
            <a:xfrm>
              <a:off x="3498" y="1371"/>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6" name="Rectangle 270">
              <a:extLst>
                <a:ext uri="{FF2B5EF4-FFF2-40B4-BE49-F238E27FC236}">
                  <a16:creationId xmlns:a16="http://schemas.microsoft.com/office/drawing/2014/main" id="{340667BD-E677-4BE5-ABA3-D82E650CE437}"/>
                </a:ext>
              </a:extLst>
            </p:cNvPr>
            <p:cNvSpPr>
              <a:spLocks noChangeArrowheads="1"/>
            </p:cNvSpPr>
            <p:nvPr/>
          </p:nvSpPr>
          <p:spPr bwMode="auto">
            <a:xfrm>
              <a:off x="3276" y="1317"/>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latin typeface="Modern" pitchFamily="50"/>
                </a:rPr>
                <a:t>3</a:t>
              </a:r>
              <a:r>
                <a:rPr lang="en-US" altLang="zh-CN" b="1"/>
                <a:t>'</a:t>
              </a:r>
            </a:p>
          </p:txBody>
        </p:sp>
        <p:grpSp>
          <p:nvGrpSpPr>
            <p:cNvPr id="19735" name="Group 279">
              <a:extLst>
                <a:ext uri="{FF2B5EF4-FFF2-40B4-BE49-F238E27FC236}">
                  <a16:creationId xmlns:a16="http://schemas.microsoft.com/office/drawing/2014/main" id="{3E4A7BE9-A40F-4593-9175-C7480A38F9B2}"/>
                </a:ext>
              </a:extLst>
            </p:cNvPr>
            <p:cNvGrpSpPr>
              <a:grpSpLocks/>
            </p:cNvGrpSpPr>
            <p:nvPr/>
          </p:nvGrpSpPr>
          <p:grpSpPr bwMode="auto">
            <a:xfrm>
              <a:off x="3284" y="1103"/>
              <a:ext cx="283" cy="269"/>
              <a:chOff x="3284" y="1103"/>
              <a:chExt cx="283" cy="269"/>
            </a:xfrm>
          </p:grpSpPr>
          <p:sp>
            <p:nvSpPr>
              <p:cNvPr id="19713" name="Oval 257">
                <a:extLst>
                  <a:ext uri="{FF2B5EF4-FFF2-40B4-BE49-F238E27FC236}">
                    <a16:creationId xmlns:a16="http://schemas.microsoft.com/office/drawing/2014/main" id="{6DFB9734-42D8-4C22-81FD-B24F59BD017F}"/>
                  </a:ext>
                </a:extLst>
              </p:cNvPr>
              <p:cNvSpPr>
                <a:spLocks noChangeArrowheads="1"/>
              </p:cNvSpPr>
              <p:nvPr/>
            </p:nvSpPr>
            <p:spPr bwMode="auto">
              <a:xfrm>
                <a:off x="3501" y="1164"/>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9" name="Rectangle 273">
                <a:extLst>
                  <a:ext uri="{FF2B5EF4-FFF2-40B4-BE49-F238E27FC236}">
                    <a16:creationId xmlns:a16="http://schemas.microsoft.com/office/drawing/2014/main" id="{22E07179-DA01-4CCE-878A-ED414BC381BB}"/>
                  </a:ext>
                </a:extLst>
              </p:cNvPr>
              <p:cNvSpPr>
                <a:spLocks noChangeArrowheads="1"/>
              </p:cNvSpPr>
              <p:nvPr/>
            </p:nvSpPr>
            <p:spPr bwMode="auto">
              <a:xfrm>
                <a:off x="3284" y="1103"/>
                <a:ext cx="25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latin typeface="Modern" pitchFamily="50"/>
                  </a:rPr>
                  <a:t>6</a:t>
                </a:r>
                <a:r>
                  <a:rPr lang="en-US" altLang="zh-CN" sz="2200" b="1"/>
                  <a:t>'</a:t>
                </a:r>
              </a:p>
            </p:txBody>
          </p:sp>
        </p:grpSp>
      </p:grpSp>
      <p:grpSp>
        <p:nvGrpSpPr>
          <p:cNvPr id="19748" name="Group 292">
            <a:extLst>
              <a:ext uri="{FF2B5EF4-FFF2-40B4-BE49-F238E27FC236}">
                <a16:creationId xmlns:a16="http://schemas.microsoft.com/office/drawing/2014/main" id="{38E6DC89-261F-4699-9202-4ED114C4C679}"/>
              </a:ext>
            </a:extLst>
          </p:cNvPr>
          <p:cNvGrpSpPr>
            <a:grpSpLocks/>
          </p:cNvGrpSpPr>
          <p:nvPr/>
        </p:nvGrpSpPr>
        <p:grpSpPr bwMode="auto">
          <a:xfrm>
            <a:off x="4975225" y="3167063"/>
            <a:ext cx="458788" cy="1735137"/>
            <a:chOff x="3076" y="1941"/>
            <a:chExt cx="289" cy="1093"/>
          </a:xfrm>
        </p:grpSpPr>
        <p:sp>
          <p:nvSpPr>
            <p:cNvPr id="19679" name="Line 223">
              <a:extLst>
                <a:ext uri="{FF2B5EF4-FFF2-40B4-BE49-F238E27FC236}">
                  <a16:creationId xmlns:a16="http://schemas.microsoft.com/office/drawing/2014/main" id="{F49A6613-5D3E-4B72-9AA0-343D50EC6965}"/>
                </a:ext>
              </a:extLst>
            </p:cNvPr>
            <p:cNvSpPr>
              <a:spLocks noChangeShapeType="1"/>
            </p:cNvSpPr>
            <p:nvPr/>
          </p:nvSpPr>
          <p:spPr bwMode="auto">
            <a:xfrm flipV="1">
              <a:off x="3109" y="2017"/>
              <a:ext cx="1" cy="98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16" name="Oval 260">
              <a:extLst>
                <a:ext uri="{FF2B5EF4-FFF2-40B4-BE49-F238E27FC236}">
                  <a16:creationId xmlns:a16="http://schemas.microsoft.com/office/drawing/2014/main" id="{B3EB242D-8D4F-4C14-B367-00BA20B11FC2}"/>
                </a:ext>
              </a:extLst>
            </p:cNvPr>
            <p:cNvSpPr>
              <a:spLocks noChangeArrowheads="1"/>
            </p:cNvSpPr>
            <p:nvPr/>
          </p:nvSpPr>
          <p:spPr bwMode="auto">
            <a:xfrm>
              <a:off x="3076" y="1987"/>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17" name="Oval 261">
              <a:extLst>
                <a:ext uri="{FF2B5EF4-FFF2-40B4-BE49-F238E27FC236}">
                  <a16:creationId xmlns:a16="http://schemas.microsoft.com/office/drawing/2014/main" id="{6C9A6DA2-741A-4365-B753-6C8BEB5A5C06}"/>
                </a:ext>
              </a:extLst>
            </p:cNvPr>
            <p:cNvSpPr>
              <a:spLocks noChangeArrowheads="1"/>
            </p:cNvSpPr>
            <p:nvPr/>
          </p:nvSpPr>
          <p:spPr bwMode="auto">
            <a:xfrm>
              <a:off x="3076" y="2968"/>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5" name="Rectangle 269">
              <a:extLst>
                <a:ext uri="{FF2B5EF4-FFF2-40B4-BE49-F238E27FC236}">
                  <a16:creationId xmlns:a16="http://schemas.microsoft.com/office/drawing/2014/main" id="{5C7727DC-BE1A-477F-9D47-648EADE3EC5A}"/>
                </a:ext>
              </a:extLst>
            </p:cNvPr>
            <p:cNvSpPr>
              <a:spLocks noChangeArrowheads="1"/>
            </p:cNvSpPr>
            <p:nvPr/>
          </p:nvSpPr>
          <p:spPr bwMode="auto">
            <a:xfrm>
              <a:off x="3108" y="1941"/>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latin typeface="Modern" pitchFamily="50"/>
                </a:rPr>
                <a:t>2</a:t>
              </a:r>
              <a:r>
                <a:rPr lang="en-US" altLang="zh-CN" b="1"/>
                <a:t>'</a:t>
              </a:r>
            </a:p>
          </p:txBody>
        </p:sp>
        <p:sp>
          <p:nvSpPr>
            <p:cNvPr id="19730" name="Rectangle 274">
              <a:extLst>
                <a:ext uri="{FF2B5EF4-FFF2-40B4-BE49-F238E27FC236}">
                  <a16:creationId xmlns:a16="http://schemas.microsoft.com/office/drawing/2014/main" id="{0278FFF2-393D-4B8F-A93A-E1047A824C7B}"/>
                </a:ext>
              </a:extLst>
            </p:cNvPr>
            <p:cNvSpPr>
              <a:spLocks noChangeArrowheads="1"/>
            </p:cNvSpPr>
            <p:nvPr/>
          </p:nvSpPr>
          <p:spPr bwMode="auto">
            <a:xfrm>
              <a:off x="3092" y="2752"/>
              <a:ext cx="20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chemeClr val="tx2"/>
                  </a:solidFill>
                  <a:latin typeface="Modern" pitchFamily="50"/>
                  <a:ea typeface="楷体_GB2312" pitchFamily="49" charset="-122"/>
                </a:rPr>
                <a:t>2</a:t>
              </a:r>
            </a:p>
          </p:txBody>
        </p:sp>
      </p:grpSp>
      <p:grpSp>
        <p:nvGrpSpPr>
          <p:cNvPr id="19747" name="Group 291">
            <a:extLst>
              <a:ext uri="{FF2B5EF4-FFF2-40B4-BE49-F238E27FC236}">
                <a16:creationId xmlns:a16="http://schemas.microsoft.com/office/drawing/2014/main" id="{FE0FF14E-CAB5-42F4-B9EA-5A3397A9210E}"/>
              </a:ext>
            </a:extLst>
          </p:cNvPr>
          <p:cNvGrpSpPr>
            <a:grpSpLocks/>
          </p:cNvGrpSpPr>
          <p:nvPr/>
        </p:nvGrpSpPr>
        <p:grpSpPr bwMode="auto">
          <a:xfrm>
            <a:off x="5807075" y="1071563"/>
            <a:ext cx="571500" cy="4775200"/>
            <a:chOff x="3600" y="621"/>
            <a:chExt cx="360" cy="3008"/>
          </a:xfrm>
        </p:grpSpPr>
        <p:sp>
          <p:nvSpPr>
            <p:cNvPr id="19676" name="Line 220">
              <a:extLst>
                <a:ext uri="{FF2B5EF4-FFF2-40B4-BE49-F238E27FC236}">
                  <a16:creationId xmlns:a16="http://schemas.microsoft.com/office/drawing/2014/main" id="{DF310646-69A4-4F8E-B30A-99B34A208C79}"/>
                </a:ext>
              </a:extLst>
            </p:cNvPr>
            <p:cNvSpPr>
              <a:spLocks noChangeShapeType="1"/>
            </p:cNvSpPr>
            <p:nvPr/>
          </p:nvSpPr>
          <p:spPr bwMode="auto">
            <a:xfrm flipV="1">
              <a:off x="3806" y="832"/>
              <a:ext cx="1" cy="251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12" name="Oval 256">
              <a:extLst>
                <a:ext uri="{FF2B5EF4-FFF2-40B4-BE49-F238E27FC236}">
                  <a16:creationId xmlns:a16="http://schemas.microsoft.com/office/drawing/2014/main" id="{32EA5B5D-EE46-4D44-9F2B-00FB323003AF}"/>
                </a:ext>
              </a:extLst>
            </p:cNvPr>
            <p:cNvSpPr>
              <a:spLocks noChangeArrowheads="1"/>
            </p:cNvSpPr>
            <p:nvPr/>
          </p:nvSpPr>
          <p:spPr bwMode="auto">
            <a:xfrm>
              <a:off x="3774" y="798"/>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19" name="Oval 263">
              <a:extLst>
                <a:ext uri="{FF2B5EF4-FFF2-40B4-BE49-F238E27FC236}">
                  <a16:creationId xmlns:a16="http://schemas.microsoft.com/office/drawing/2014/main" id="{CC4B5BBC-E909-4954-8DDB-E501EAA1494C}"/>
                </a:ext>
              </a:extLst>
            </p:cNvPr>
            <p:cNvSpPr>
              <a:spLocks noChangeArrowheads="1"/>
            </p:cNvSpPr>
            <p:nvPr/>
          </p:nvSpPr>
          <p:spPr bwMode="auto">
            <a:xfrm>
              <a:off x="3774" y="3312"/>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8" name="Rectangle 272">
              <a:extLst>
                <a:ext uri="{FF2B5EF4-FFF2-40B4-BE49-F238E27FC236}">
                  <a16:creationId xmlns:a16="http://schemas.microsoft.com/office/drawing/2014/main" id="{49DD547F-52FA-409D-8A6C-C7B9988D0E2D}"/>
                </a:ext>
              </a:extLst>
            </p:cNvPr>
            <p:cNvSpPr>
              <a:spLocks noChangeArrowheads="1"/>
            </p:cNvSpPr>
            <p:nvPr/>
          </p:nvSpPr>
          <p:spPr bwMode="auto">
            <a:xfrm>
              <a:off x="3600" y="621"/>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latin typeface="Modern" pitchFamily="50"/>
                </a:rPr>
                <a:t>5</a:t>
              </a:r>
              <a:r>
                <a:rPr lang="en-US" altLang="zh-CN" b="1"/>
                <a:t>'</a:t>
              </a:r>
            </a:p>
          </p:txBody>
        </p:sp>
        <p:sp>
          <p:nvSpPr>
            <p:cNvPr id="19731" name="Rectangle 275">
              <a:extLst>
                <a:ext uri="{FF2B5EF4-FFF2-40B4-BE49-F238E27FC236}">
                  <a16:creationId xmlns:a16="http://schemas.microsoft.com/office/drawing/2014/main" id="{33E3BA74-3FB0-4041-8220-CF8D2F384241}"/>
                </a:ext>
              </a:extLst>
            </p:cNvPr>
            <p:cNvSpPr>
              <a:spLocks noChangeArrowheads="1"/>
            </p:cNvSpPr>
            <p:nvPr/>
          </p:nvSpPr>
          <p:spPr bwMode="auto">
            <a:xfrm>
              <a:off x="3756" y="3360"/>
              <a:ext cx="20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chemeClr val="tx2"/>
                  </a:solidFill>
                  <a:latin typeface="Modern" pitchFamily="50"/>
                  <a:ea typeface="楷体_GB2312" pitchFamily="49" charset="-122"/>
                </a:rPr>
                <a:t>5</a:t>
              </a:r>
            </a:p>
          </p:txBody>
        </p:sp>
      </p:grpSp>
      <p:grpSp>
        <p:nvGrpSpPr>
          <p:cNvPr id="19749" name="Group 293">
            <a:extLst>
              <a:ext uri="{FF2B5EF4-FFF2-40B4-BE49-F238E27FC236}">
                <a16:creationId xmlns:a16="http://schemas.microsoft.com/office/drawing/2014/main" id="{A2AD9154-126D-4FE7-AD9B-8F3E4372AD1B}"/>
              </a:ext>
            </a:extLst>
          </p:cNvPr>
          <p:cNvGrpSpPr>
            <a:grpSpLocks/>
          </p:cNvGrpSpPr>
          <p:nvPr/>
        </p:nvGrpSpPr>
        <p:grpSpPr bwMode="auto">
          <a:xfrm>
            <a:off x="6283325" y="2690813"/>
            <a:ext cx="609600" cy="2317750"/>
            <a:chOff x="3900" y="1641"/>
            <a:chExt cx="384" cy="1460"/>
          </a:xfrm>
        </p:grpSpPr>
        <p:sp>
          <p:nvSpPr>
            <p:cNvPr id="19681" name="Line 225">
              <a:extLst>
                <a:ext uri="{FF2B5EF4-FFF2-40B4-BE49-F238E27FC236}">
                  <a16:creationId xmlns:a16="http://schemas.microsoft.com/office/drawing/2014/main" id="{04785C5D-5A48-46D0-B69C-C4A2ABF91943}"/>
                </a:ext>
              </a:extLst>
            </p:cNvPr>
            <p:cNvSpPr>
              <a:spLocks noChangeShapeType="1"/>
            </p:cNvSpPr>
            <p:nvPr/>
          </p:nvSpPr>
          <p:spPr bwMode="auto">
            <a:xfrm flipV="1">
              <a:off x="4129" y="1677"/>
              <a:ext cx="1" cy="1156"/>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15" name="Oval 259">
              <a:extLst>
                <a:ext uri="{FF2B5EF4-FFF2-40B4-BE49-F238E27FC236}">
                  <a16:creationId xmlns:a16="http://schemas.microsoft.com/office/drawing/2014/main" id="{129A5303-EB4C-469B-AD43-81C36D3A8AD5}"/>
                </a:ext>
              </a:extLst>
            </p:cNvPr>
            <p:cNvSpPr>
              <a:spLocks noChangeArrowheads="1"/>
            </p:cNvSpPr>
            <p:nvPr/>
          </p:nvSpPr>
          <p:spPr bwMode="auto">
            <a:xfrm>
              <a:off x="4098" y="1644"/>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18" name="Oval 262">
              <a:extLst>
                <a:ext uri="{FF2B5EF4-FFF2-40B4-BE49-F238E27FC236}">
                  <a16:creationId xmlns:a16="http://schemas.microsoft.com/office/drawing/2014/main" id="{925C22FE-C353-45A0-980B-7C324618765D}"/>
                </a:ext>
              </a:extLst>
            </p:cNvPr>
            <p:cNvSpPr>
              <a:spLocks noChangeArrowheads="1"/>
            </p:cNvSpPr>
            <p:nvPr/>
          </p:nvSpPr>
          <p:spPr bwMode="auto">
            <a:xfrm>
              <a:off x="4095" y="2802"/>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27" name="Rectangle 271">
              <a:extLst>
                <a:ext uri="{FF2B5EF4-FFF2-40B4-BE49-F238E27FC236}">
                  <a16:creationId xmlns:a16="http://schemas.microsoft.com/office/drawing/2014/main" id="{107E3292-4725-4AC0-89B7-169F97F5E045}"/>
                </a:ext>
              </a:extLst>
            </p:cNvPr>
            <p:cNvSpPr>
              <a:spLocks noChangeArrowheads="1"/>
            </p:cNvSpPr>
            <p:nvPr/>
          </p:nvSpPr>
          <p:spPr bwMode="auto">
            <a:xfrm>
              <a:off x="3900" y="1641"/>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latin typeface="Modern" pitchFamily="50"/>
                </a:rPr>
                <a:t>4</a:t>
              </a:r>
              <a:r>
                <a:rPr lang="en-US" altLang="zh-CN" b="1"/>
                <a:t>'</a:t>
              </a:r>
            </a:p>
          </p:txBody>
        </p:sp>
        <p:sp>
          <p:nvSpPr>
            <p:cNvPr id="19732" name="Rectangle 276">
              <a:extLst>
                <a:ext uri="{FF2B5EF4-FFF2-40B4-BE49-F238E27FC236}">
                  <a16:creationId xmlns:a16="http://schemas.microsoft.com/office/drawing/2014/main" id="{BE1C9DDE-901E-49B0-812C-79FAA75577BA}"/>
                </a:ext>
              </a:extLst>
            </p:cNvPr>
            <p:cNvSpPr>
              <a:spLocks noChangeArrowheads="1"/>
            </p:cNvSpPr>
            <p:nvPr/>
          </p:nvSpPr>
          <p:spPr bwMode="auto">
            <a:xfrm>
              <a:off x="4080" y="2832"/>
              <a:ext cx="20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b="1">
                  <a:solidFill>
                    <a:schemeClr val="tx2"/>
                  </a:solidFill>
                  <a:latin typeface="Modern" pitchFamily="50"/>
                  <a:ea typeface="楷体_GB2312" pitchFamily="49" charset="-122"/>
                </a:rPr>
                <a:t>4</a:t>
              </a:r>
            </a:p>
          </p:txBody>
        </p:sp>
      </p:grpSp>
      <p:grpSp>
        <p:nvGrpSpPr>
          <p:cNvPr id="19751" name="Group 295">
            <a:extLst>
              <a:ext uri="{FF2B5EF4-FFF2-40B4-BE49-F238E27FC236}">
                <a16:creationId xmlns:a16="http://schemas.microsoft.com/office/drawing/2014/main" id="{505BCDC3-7B04-42B3-97CF-A15380C53B70}"/>
              </a:ext>
            </a:extLst>
          </p:cNvPr>
          <p:cNvGrpSpPr>
            <a:grpSpLocks/>
          </p:cNvGrpSpPr>
          <p:nvPr/>
        </p:nvGrpSpPr>
        <p:grpSpPr bwMode="auto">
          <a:xfrm>
            <a:off x="4924425" y="5597525"/>
            <a:ext cx="952500" cy="762000"/>
            <a:chOff x="3044" y="3472"/>
            <a:chExt cx="600" cy="480"/>
          </a:xfrm>
        </p:grpSpPr>
        <p:sp>
          <p:nvSpPr>
            <p:cNvPr id="19721" name="Oval 265">
              <a:extLst>
                <a:ext uri="{FF2B5EF4-FFF2-40B4-BE49-F238E27FC236}">
                  <a16:creationId xmlns:a16="http://schemas.microsoft.com/office/drawing/2014/main" id="{9F6B4C34-000D-4F76-A09E-48EEE502BBD2}"/>
                </a:ext>
              </a:extLst>
            </p:cNvPr>
            <p:cNvSpPr>
              <a:spLocks noChangeArrowheads="1"/>
            </p:cNvSpPr>
            <p:nvPr/>
          </p:nvSpPr>
          <p:spPr bwMode="auto">
            <a:xfrm>
              <a:off x="3501" y="3744"/>
              <a:ext cx="66" cy="6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733" name="Rectangle 277">
              <a:extLst>
                <a:ext uri="{FF2B5EF4-FFF2-40B4-BE49-F238E27FC236}">
                  <a16:creationId xmlns:a16="http://schemas.microsoft.com/office/drawing/2014/main" id="{45EDD3FC-F717-4AD6-AB4E-0BE571C11C96}"/>
                </a:ext>
              </a:extLst>
            </p:cNvPr>
            <p:cNvSpPr>
              <a:spLocks noChangeArrowheads="1"/>
            </p:cNvSpPr>
            <p:nvPr/>
          </p:nvSpPr>
          <p:spPr bwMode="auto">
            <a:xfrm>
              <a:off x="3440" y="3472"/>
              <a:ext cx="2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200" b="1">
                  <a:solidFill>
                    <a:schemeClr val="tx2"/>
                  </a:solidFill>
                  <a:latin typeface="Modern" pitchFamily="50"/>
                  <a:ea typeface="楷体_GB2312" pitchFamily="49" charset="-122"/>
                </a:rPr>
                <a:t>6</a:t>
              </a:r>
            </a:p>
            <a:p>
              <a:pPr algn="l"/>
              <a:endParaRPr lang="en-US" altLang="zh-CN" sz="2200" b="1">
                <a:solidFill>
                  <a:schemeClr val="tx2"/>
                </a:solidFill>
                <a:latin typeface="Modern" pitchFamily="50"/>
                <a:ea typeface="楷体_GB2312" pitchFamily="49" charset="-122"/>
              </a:endParaRPr>
            </a:p>
          </p:txBody>
        </p:sp>
        <p:sp>
          <p:nvSpPr>
            <p:cNvPr id="19734" name="Rectangle 278">
              <a:extLst>
                <a:ext uri="{FF2B5EF4-FFF2-40B4-BE49-F238E27FC236}">
                  <a16:creationId xmlns:a16="http://schemas.microsoft.com/office/drawing/2014/main" id="{FDE30E1F-6E33-49B6-912D-0FFBE808F8B1}"/>
                </a:ext>
              </a:extLst>
            </p:cNvPr>
            <p:cNvSpPr>
              <a:spLocks noChangeArrowheads="1"/>
            </p:cNvSpPr>
            <p:nvPr/>
          </p:nvSpPr>
          <p:spPr bwMode="auto">
            <a:xfrm>
              <a:off x="3044" y="3656"/>
              <a:ext cx="55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00" b="1">
                  <a:solidFill>
                    <a:schemeClr val="tx2"/>
                  </a:solidFill>
                  <a:latin typeface="Modern" pitchFamily="50"/>
                  <a:ea typeface="楷体_GB2312" pitchFamily="49" charset="-122"/>
                </a:rPr>
                <a:t>（</a:t>
              </a:r>
              <a:r>
                <a:rPr lang="en-US" altLang="zh-CN" sz="2200" b="1">
                  <a:solidFill>
                    <a:schemeClr val="tx2"/>
                  </a:solidFill>
                  <a:latin typeface="Modern" pitchFamily="50"/>
                  <a:ea typeface="楷体_GB2312" pitchFamily="49" charset="-122"/>
                </a:rPr>
                <a:t>3</a:t>
              </a:r>
              <a:r>
                <a:rPr lang="zh-CN" altLang="en-US" sz="2200" b="1">
                  <a:solidFill>
                    <a:schemeClr val="tx2"/>
                  </a:solidFill>
                  <a:latin typeface="Modern" pitchFamily="50"/>
                  <a:ea typeface="楷体_GB2312"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05"/>
                                        </p:tgtEl>
                                        <p:attrNameLst>
                                          <p:attrName>style.visibility</p:attrName>
                                        </p:attrNameLst>
                                      </p:cBhvr>
                                      <p:to>
                                        <p:strVal val="visible"/>
                                      </p:to>
                                    </p:set>
                                    <p:animEffect transition="in" filter="wipe(left)">
                                      <p:cBhvr>
                                        <p:cTn id="7" dur="500"/>
                                        <p:tgtEl>
                                          <p:spTgt spid="195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604"/>
                                        </p:tgtEl>
                                        <p:attrNameLst>
                                          <p:attrName>style.visibility</p:attrName>
                                        </p:attrNameLst>
                                      </p:cBhvr>
                                      <p:to>
                                        <p:strVal val="visible"/>
                                      </p:to>
                                    </p:set>
                                    <p:animEffect transition="in" filter="wipe(left)">
                                      <p:cBhvr>
                                        <p:cTn id="12" dur="500"/>
                                        <p:tgtEl>
                                          <p:spTgt spid="19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9757"/>
                                        </p:tgtEl>
                                        <p:attrNameLst>
                                          <p:attrName>style.visibility</p:attrName>
                                        </p:attrNameLst>
                                      </p:cBhvr>
                                      <p:to>
                                        <p:strVal val="visible"/>
                                      </p:to>
                                    </p:set>
                                    <p:animEffect transition="in" filter="wipe(up)">
                                      <p:cBhvr>
                                        <p:cTn id="17" dur="500"/>
                                        <p:tgtEl>
                                          <p:spTgt spid="197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19742"/>
                                        </p:tgtEl>
                                        <p:attrNameLst>
                                          <p:attrName>style.visibility</p:attrName>
                                        </p:attrNameLst>
                                      </p:cBhvr>
                                      <p:to>
                                        <p:strVal val="visible"/>
                                      </p:to>
                                    </p:set>
                                    <p:anim calcmode="lin" valueType="num">
                                      <p:cBhvr>
                                        <p:cTn id="22" dur="500" fill="hold"/>
                                        <p:tgtEl>
                                          <p:spTgt spid="19742"/>
                                        </p:tgtEl>
                                        <p:attrNameLst>
                                          <p:attrName>ppt_w</p:attrName>
                                        </p:attrNameLst>
                                      </p:cBhvr>
                                      <p:tavLst>
                                        <p:tav tm="0">
                                          <p:val>
                                            <p:fltVal val="0"/>
                                          </p:val>
                                        </p:tav>
                                        <p:tav tm="100000">
                                          <p:val>
                                            <p:strVal val="#ppt_w"/>
                                          </p:val>
                                        </p:tav>
                                      </p:tavLst>
                                    </p:anim>
                                    <p:anim calcmode="lin" valueType="num">
                                      <p:cBhvr>
                                        <p:cTn id="23" dur="500" fill="hold"/>
                                        <p:tgtEl>
                                          <p:spTgt spid="19742"/>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19743"/>
                                        </p:tgtEl>
                                        <p:attrNameLst>
                                          <p:attrName>style.visibility</p:attrName>
                                        </p:attrNameLst>
                                      </p:cBhvr>
                                      <p:to>
                                        <p:strVal val="visible"/>
                                      </p:to>
                                    </p:set>
                                    <p:anim calcmode="lin" valueType="num">
                                      <p:cBhvr>
                                        <p:cTn id="28" dur="500" fill="hold"/>
                                        <p:tgtEl>
                                          <p:spTgt spid="19743"/>
                                        </p:tgtEl>
                                        <p:attrNameLst>
                                          <p:attrName>ppt_w</p:attrName>
                                        </p:attrNameLst>
                                      </p:cBhvr>
                                      <p:tavLst>
                                        <p:tav tm="0">
                                          <p:val>
                                            <p:fltVal val="0"/>
                                          </p:val>
                                        </p:tav>
                                        <p:tav tm="100000">
                                          <p:val>
                                            <p:strVal val="#ppt_w"/>
                                          </p:val>
                                        </p:tav>
                                      </p:tavLst>
                                    </p:anim>
                                    <p:anim calcmode="lin" valueType="num">
                                      <p:cBhvr>
                                        <p:cTn id="29" dur="500" fill="hold"/>
                                        <p:tgtEl>
                                          <p:spTgt spid="19743"/>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611"/>
                                        </p:tgtEl>
                                        <p:attrNameLst>
                                          <p:attrName>style.visibility</p:attrName>
                                        </p:attrNameLst>
                                      </p:cBhvr>
                                      <p:to>
                                        <p:strVal val="visible"/>
                                      </p:to>
                                    </p:set>
                                    <p:animEffect transition="in" filter="wipe(left)">
                                      <p:cBhvr>
                                        <p:cTn id="34" dur="500"/>
                                        <p:tgtEl>
                                          <p:spTgt spid="1961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19746"/>
                                        </p:tgtEl>
                                        <p:attrNameLst>
                                          <p:attrName>style.visibility</p:attrName>
                                        </p:attrNameLst>
                                      </p:cBhvr>
                                      <p:to>
                                        <p:strVal val="visible"/>
                                      </p:to>
                                    </p:set>
                                    <p:animEffect transition="in" filter="wipe(down)">
                                      <p:cBhvr>
                                        <p:cTn id="39" dur="500"/>
                                        <p:tgtEl>
                                          <p:spTgt spid="1974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19747"/>
                                        </p:tgtEl>
                                        <p:attrNameLst>
                                          <p:attrName>style.visibility</p:attrName>
                                        </p:attrNameLst>
                                      </p:cBhvr>
                                      <p:to>
                                        <p:strVal val="visible"/>
                                      </p:to>
                                    </p:set>
                                    <p:animEffect transition="in" filter="wipe(down)">
                                      <p:cBhvr>
                                        <p:cTn id="44" dur="500"/>
                                        <p:tgtEl>
                                          <p:spTgt spid="1974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19748"/>
                                        </p:tgtEl>
                                        <p:attrNameLst>
                                          <p:attrName>style.visibility</p:attrName>
                                        </p:attrNameLst>
                                      </p:cBhvr>
                                      <p:to>
                                        <p:strVal val="visible"/>
                                      </p:to>
                                    </p:set>
                                    <p:animEffect transition="in" filter="wipe(down)">
                                      <p:cBhvr>
                                        <p:cTn id="49" dur="500"/>
                                        <p:tgtEl>
                                          <p:spTgt spid="1974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nodeType="clickEffect">
                                  <p:stCondLst>
                                    <p:cond delay="0"/>
                                  </p:stCondLst>
                                  <p:childTnLst>
                                    <p:set>
                                      <p:cBhvr>
                                        <p:cTn id="53" dur="1" fill="hold">
                                          <p:stCondLst>
                                            <p:cond delay="0"/>
                                          </p:stCondLst>
                                        </p:cTn>
                                        <p:tgtEl>
                                          <p:spTgt spid="19749"/>
                                        </p:tgtEl>
                                        <p:attrNameLst>
                                          <p:attrName>style.visibility</p:attrName>
                                        </p:attrNameLst>
                                      </p:cBhvr>
                                      <p:to>
                                        <p:strVal val="visible"/>
                                      </p:to>
                                    </p:set>
                                    <p:animEffect transition="in" filter="wipe(down)">
                                      <p:cBhvr>
                                        <p:cTn id="54" dur="500"/>
                                        <p:tgtEl>
                                          <p:spTgt spid="1974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9612"/>
                                        </p:tgtEl>
                                        <p:attrNameLst>
                                          <p:attrName>style.visibility</p:attrName>
                                        </p:attrNameLst>
                                      </p:cBhvr>
                                      <p:to>
                                        <p:strVal val="visible"/>
                                      </p:to>
                                    </p:set>
                                    <p:animEffect transition="in" filter="wipe(left)">
                                      <p:cBhvr>
                                        <p:cTn id="59" dur="500"/>
                                        <p:tgtEl>
                                          <p:spTgt spid="1961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nodeType="clickEffect">
                                  <p:stCondLst>
                                    <p:cond delay="0"/>
                                  </p:stCondLst>
                                  <p:childTnLst>
                                    <p:set>
                                      <p:cBhvr>
                                        <p:cTn id="63" dur="1" fill="hold">
                                          <p:stCondLst>
                                            <p:cond delay="0"/>
                                          </p:stCondLst>
                                        </p:cTn>
                                        <p:tgtEl>
                                          <p:spTgt spid="19751"/>
                                        </p:tgtEl>
                                        <p:attrNameLst>
                                          <p:attrName>style.visibility</p:attrName>
                                        </p:attrNameLst>
                                      </p:cBhvr>
                                      <p:to>
                                        <p:strVal val="visible"/>
                                      </p:to>
                                    </p:set>
                                    <p:anim calcmode="lin" valueType="num">
                                      <p:cBhvr>
                                        <p:cTn id="64" dur="500" fill="hold"/>
                                        <p:tgtEl>
                                          <p:spTgt spid="19751"/>
                                        </p:tgtEl>
                                        <p:attrNameLst>
                                          <p:attrName>ppt_w</p:attrName>
                                        </p:attrNameLst>
                                      </p:cBhvr>
                                      <p:tavLst>
                                        <p:tav tm="0">
                                          <p:val>
                                            <p:fltVal val="0"/>
                                          </p:val>
                                        </p:tav>
                                        <p:tav tm="100000">
                                          <p:val>
                                            <p:strVal val="#ppt_w"/>
                                          </p:val>
                                        </p:tav>
                                      </p:tavLst>
                                    </p:anim>
                                    <p:anim calcmode="lin" valueType="num">
                                      <p:cBhvr>
                                        <p:cTn id="65" dur="500" fill="hold"/>
                                        <p:tgtEl>
                                          <p:spTgt spid="19751"/>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3" presetClass="entr" presetSubtype="32" fill="hold" nodeType="clickEffect">
                                  <p:stCondLst>
                                    <p:cond delay="0"/>
                                  </p:stCondLst>
                                  <p:childTnLst>
                                    <p:set>
                                      <p:cBhvr>
                                        <p:cTn id="69" dur="1" fill="hold">
                                          <p:stCondLst>
                                            <p:cond delay="0"/>
                                          </p:stCondLst>
                                        </p:cTn>
                                        <p:tgtEl>
                                          <p:spTgt spid="19752"/>
                                        </p:tgtEl>
                                        <p:attrNameLst>
                                          <p:attrName>style.visibility</p:attrName>
                                        </p:attrNameLst>
                                      </p:cBhvr>
                                      <p:to>
                                        <p:strVal val="visible"/>
                                      </p:to>
                                    </p:set>
                                    <p:anim calcmode="lin" valueType="num">
                                      <p:cBhvr>
                                        <p:cTn id="70" dur="500" fill="hold"/>
                                        <p:tgtEl>
                                          <p:spTgt spid="19752"/>
                                        </p:tgtEl>
                                        <p:attrNameLst>
                                          <p:attrName>ppt_w</p:attrName>
                                        </p:attrNameLst>
                                      </p:cBhvr>
                                      <p:tavLst>
                                        <p:tav tm="0">
                                          <p:val>
                                            <p:strVal val="4*#ppt_w"/>
                                          </p:val>
                                        </p:tav>
                                        <p:tav tm="100000">
                                          <p:val>
                                            <p:strVal val="#ppt_w"/>
                                          </p:val>
                                        </p:tav>
                                      </p:tavLst>
                                    </p:anim>
                                    <p:anim calcmode="lin" valueType="num">
                                      <p:cBhvr>
                                        <p:cTn id="71" dur="500" fill="hold"/>
                                        <p:tgtEl>
                                          <p:spTgt spid="19752"/>
                                        </p:tgtEl>
                                        <p:attrNameLst>
                                          <p:attrName>ppt_h</p:attrName>
                                        </p:attrNameLst>
                                      </p:cBhvr>
                                      <p:tavLst>
                                        <p:tav tm="0">
                                          <p:val>
                                            <p:strVal val="4*#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nodeType="clickEffect">
                                  <p:stCondLst>
                                    <p:cond delay="0"/>
                                  </p:stCondLst>
                                  <p:childTnLst>
                                    <p:set>
                                      <p:cBhvr>
                                        <p:cTn id="75" dur="1" fill="hold">
                                          <p:stCondLst>
                                            <p:cond delay="0"/>
                                          </p:stCondLst>
                                        </p:cTn>
                                        <p:tgtEl>
                                          <p:spTgt spid="19753"/>
                                        </p:tgtEl>
                                        <p:attrNameLst>
                                          <p:attrName>style.visibility</p:attrName>
                                        </p:attrNameLst>
                                      </p:cBhvr>
                                      <p:to>
                                        <p:strVal val="visible"/>
                                      </p:to>
                                    </p:set>
                                    <p:animEffect transition="in" filter="wipe(down)">
                                      <p:cBhvr>
                                        <p:cTn id="76" dur="500"/>
                                        <p:tgtEl>
                                          <p:spTgt spid="1975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3" presetClass="entr" presetSubtype="16" fill="hold" nodeType="clickEffect">
                                  <p:stCondLst>
                                    <p:cond delay="0"/>
                                  </p:stCondLst>
                                  <p:childTnLst>
                                    <p:set>
                                      <p:cBhvr>
                                        <p:cTn id="80" dur="1" fill="hold">
                                          <p:stCondLst>
                                            <p:cond delay="0"/>
                                          </p:stCondLst>
                                        </p:cTn>
                                        <p:tgtEl>
                                          <p:spTgt spid="19754"/>
                                        </p:tgtEl>
                                        <p:attrNameLst>
                                          <p:attrName>style.visibility</p:attrName>
                                        </p:attrNameLst>
                                      </p:cBhvr>
                                      <p:to>
                                        <p:strVal val="visible"/>
                                      </p:to>
                                    </p:set>
                                    <p:anim calcmode="lin" valueType="num">
                                      <p:cBhvr>
                                        <p:cTn id="81" dur="500" fill="hold"/>
                                        <p:tgtEl>
                                          <p:spTgt spid="19754"/>
                                        </p:tgtEl>
                                        <p:attrNameLst>
                                          <p:attrName>ppt_w</p:attrName>
                                        </p:attrNameLst>
                                      </p:cBhvr>
                                      <p:tavLst>
                                        <p:tav tm="0">
                                          <p:val>
                                            <p:fltVal val="0"/>
                                          </p:val>
                                        </p:tav>
                                        <p:tav tm="100000">
                                          <p:val>
                                            <p:strVal val="#ppt_w"/>
                                          </p:val>
                                        </p:tav>
                                      </p:tavLst>
                                    </p:anim>
                                    <p:anim calcmode="lin" valueType="num">
                                      <p:cBhvr>
                                        <p:cTn id="82" dur="500" fill="hold"/>
                                        <p:tgtEl>
                                          <p:spTgt spid="19754"/>
                                        </p:tgtEl>
                                        <p:attrNameLst>
                                          <p:attrName>ppt_h</p:attrName>
                                        </p:attrNameLst>
                                      </p:cBhvr>
                                      <p:tavLst>
                                        <p:tav tm="0">
                                          <p:val>
                                            <p:fltVal val="0"/>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3" presetClass="entr" presetSubtype="32" fill="hold" nodeType="clickEffect">
                                  <p:stCondLst>
                                    <p:cond delay="0"/>
                                  </p:stCondLst>
                                  <p:childTnLst>
                                    <p:set>
                                      <p:cBhvr>
                                        <p:cTn id="86" dur="1" fill="hold">
                                          <p:stCondLst>
                                            <p:cond delay="0"/>
                                          </p:stCondLst>
                                        </p:cTn>
                                        <p:tgtEl>
                                          <p:spTgt spid="19755"/>
                                        </p:tgtEl>
                                        <p:attrNameLst>
                                          <p:attrName>style.visibility</p:attrName>
                                        </p:attrNameLst>
                                      </p:cBhvr>
                                      <p:to>
                                        <p:strVal val="visible"/>
                                      </p:to>
                                    </p:set>
                                    <p:anim calcmode="lin" valueType="num">
                                      <p:cBhvr>
                                        <p:cTn id="87" dur="500" fill="hold"/>
                                        <p:tgtEl>
                                          <p:spTgt spid="19755"/>
                                        </p:tgtEl>
                                        <p:attrNameLst>
                                          <p:attrName>ppt_w</p:attrName>
                                        </p:attrNameLst>
                                      </p:cBhvr>
                                      <p:tavLst>
                                        <p:tav tm="0">
                                          <p:val>
                                            <p:strVal val="4*#ppt_w"/>
                                          </p:val>
                                        </p:tav>
                                        <p:tav tm="100000">
                                          <p:val>
                                            <p:strVal val="#ppt_w"/>
                                          </p:val>
                                        </p:tav>
                                      </p:tavLst>
                                    </p:anim>
                                    <p:anim calcmode="lin" valueType="num">
                                      <p:cBhvr>
                                        <p:cTn id="88" dur="500" fill="hold"/>
                                        <p:tgtEl>
                                          <p:spTgt spid="19755"/>
                                        </p:tgtEl>
                                        <p:attrNameLst>
                                          <p:attrName>ppt_h</p:attrName>
                                        </p:attrNameLst>
                                      </p:cBhvr>
                                      <p:tavLst>
                                        <p:tav tm="0">
                                          <p:val>
                                            <p:strVal val="4*#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9613"/>
                                        </p:tgtEl>
                                        <p:attrNameLst>
                                          <p:attrName>style.visibility</p:attrName>
                                        </p:attrNameLst>
                                      </p:cBhvr>
                                      <p:to>
                                        <p:strVal val="visible"/>
                                      </p:to>
                                    </p:set>
                                    <p:animEffect transition="in" filter="wipe(left)">
                                      <p:cBhvr>
                                        <p:cTn id="93" dur="500"/>
                                        <p:tgtEl>
                                          <p:spTgt spid="19613"/>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3" presetClass="entr" presetSubtype="16" fill="hold" nodeType="clickEffect">
                                  <p:stCondLst>
                                    <p:cond delay="0"/>
                                  </p:stCondLst>
                                  <p:childTnLst>
                                    <p:set>
                                      <p:cBhvr>
                                        <p:cTn id="97" dur="1" fill="hold">
                                          <p:stCondLst>
                                            <p:cond delay="0"/>
                                          </p:stCondLst>
                                        </p:cTn>
                                        <p:tgtEl>
                                          <p:spTgt spid="19756"/>
                                        </p:tgtEl>
                                        <p:attrNameLst>
                                          <p:attrName>style.visibility</p:attrName>
                                        </p:attrNameLst>
                                      </p:cBhvr>
                                      <p:to>
                                        <p:strVal val="visible"/>
                                      </p:to>
                                    </p:set>
                                    <p:anim calcmode="lin" valueType="num">
                                      <p:cBhvr>
                                        <p:cTn id="98" dur="500" fill="hold"/>
                                        <p:tgtEl>
                                          <p:spTgt spid="19756"/>
                                        </p:tgtEl>
                                        <p:attrNameLst>
                                          <p:attrName>ppt_w</p:attrName>
                                        </p:attrNameLst>
                                      </p:cBhvr>
                                      <p:tavLst>
                                        <p:tav tm="0">
                                          <p:val>
                                            <p:fltVal val="0"/>
                                          </p:val>
                                        </p:tav>
                                        <p:tav tm="100000">
                                          <p:val>
                                            <p:strVal val="#ppt_w"/>
                                          </p:val>
                                        </p:tav>
                                      </p:tavLst>
                                    </p:anim>
                                    <p:anim calcmode="lin" valueType="num">
                                      <p:cBhvr>
                                        <p:cTn id="99" dur="500" fill="hold"/>
                                        <p:tgtEl>
                                          <p:spTgt spid="19756"/>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3" presetClass="entr" presetSubtype="16" fill="hold" nodeType="clickEffect">
                                  <p:stCondLst>
                                    <p:cond delay="0"/>
                                  </p:stCondLst>
                                  <p:childTnLst>
                                    <p:set>
                                      <p:cBhvr>
                                        <p:cTn id="103" dur="1" fill="hold">
                                          <p:stCondLst>
                                            <p:cond delay="0"/>
                                          </p:stCondLst>
                                        </p:cTn>
                                        <p:tgtEl>
                                          <p:spTgt spid="19738"/>
                                        </p:tgtEl>
                                        <p:attrNameLst>
                                          <p:attrName>style.visibility</p:attrName>
                                        </p:attrNameLst>
                                      </p:cBhvr>
                                      <p:to>
                                        <p:strVal val="visible"/>
                                      </p:to>
                                    </p:set>
                                    <p:anim calcmode="lin" valueType="num">
                                      <p:cBhvr>
                                        <p:cTn id="104" dur="500" fill="hold"/>
                                        <p:tgtEl>
                                          <p:spTgt spid="19738"/>
                                        </p:tgtEl>
                                        <p:attrNameLst>
                                          <p:attrName>ppt_w</p:attrName>
                                        </p:attrNameLst>
                                      </p:cBhvr>
                                      <p:tavLst>
                                        <p:tav tm="0">
                                          <p:val>
                                            <p:fltVal val="0"/>
                                          </p:val>
                                        </p:tav>
                                        <p:tav tm="100000">
                                          <p:val>
                                            <p:strVal val="#ppt_w"/>
                                          </p:val>
                                        </p:tav>
                                      </p:tavLst>
                                    </p:anim>
                                    <p:anim calcmode="lin" valueType="num">
                                      <p:cBhvr>
                                        <p:cTn id="105" dur="500" fill="hold"/>
                                        <p:tgtEl>
                                          <p:spTgt spid="197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05" grpId="0" animBg="1" autoUpdateAnimBg="0"/>
      <p:bldP spid="19604" grpId="0" autoUpdateAnimBg="0"/>
      <p:bldP spid="19611" grpId="0" autoUpdateAnimBg="0"/>
      <p:bldP spid="19612" grpId="0" autoUpdateAnimBg="0"/>
      <p:bldP spid="1961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58" name="Rectangle 78">
            <a:extLst>
              <a:ext uri="{FF2B5EF4-FFF2-40B4-BE49-F238E27FC236}">
                <a16:creationId xmlns:a16="http://schemas.microsoft.com/office/drawing/2014/main" id="{F7A66C25-74F8-4B93-BBAA-0CB2A06BBAFD}"/>
              </a:ext>
            </a:extLst>
          </p:cNvPr>
          <p:cNvSpPr>
            <a:spLocks noGrp="1" noChangeArrowheads="1"/>
          </p:cNvSpPr>
          <p:nvPr>
            <p:ph type="title" idx="4294967295"/>
          </p:nvPr>
        </p:nvSpPr>
        <p:spPr>
          <a:xfrm flipH="1">
            <a:off x="8686800" y="304800"/>
            <a:ext cx="76200" cy="228600"/>
          </a:xfrm>
        </p:spPr>
        <p:txBody>
          <a:bodyPr/>
          <a:lstStyle/>
          <a:p>
            <a:pPr algn="r"/>
            <a:r>
              <a:rPr lang="zh-CN" altLang="en-US" sz="200">
                <a:solidFill>
                  <a:schemeClr val="bg1"/>
                </a:solidFill>
              </a:rPr>
              <a:t>例</a:t>
            </a:r>
            <a:r>
              <a:rPr lang="en-US" altLang="zh-CN" sz="200">
                <a:solidFill>
                  <a:schemeClr val="bg1"/>
                </a:solidFill>
              </a:rPr>
              <a:t>7</a:t>
            </a:r>
            <a:r>
              <a:rPr lang="zh-CN" altLang="en-US" sz="200">
                <a:solidFill>
                  <a:schemeClr val="bg1"/>
                </a:solidFill>
              </a:rPr>
              <a:t>：四棱</a:t>
            </a:r>
            <a:r>
              <a:rPr lang="zh-CN" altLang="zh-CN" sz="200" b="1">
                <a:solidFill>
                  <a:schemeClr val="bg1"/>
                </a:solidFill>
              </a:rPr>
              <a:t>柱与</a:t>
            </a:r>
            <a:r>
              <a:rPr lang="zh-CN" altLang="en-US" sz="200">
                <a:solidFill>
                  <a:schemeClr val="bg1"/>
                </a:solidFill>
              </a:rPr>
              <a:t>四棱锥</a:t>
            </a:r>
            <a:r>
              <a:rPr lang="zh-CN" altLang="zh-CN" sz="200" b="1">
                <a:solidFill>
                  <a:schemeClr val="bg1"/>
                </a:solidFill>
              </a:rPr>
              <a:t>相贯</a:t>
            </a:r>
            <a:endParaRPr lang="zh-CN" altLang="en-US" sz="200">
              <a:solidFill>
                <a:schemeClr val="bg1"/>
              </a:solidFill>
            </a:endParaRPr>
          </a:p>
        </p:txBody>
      </p:sp>
      <p:sp>
        <p:nvSpPr>
          <p:cNvPr id="21323" name="Rectangle 843">
            <a:extLst>
              <a:ext uri="{FF2B5EF4-FFF2-40B4-BE49-F238E27FC236}">
                <a16:creationId xmlns:a16="http://schemas.microsoft.com/office/drawing/2014/main" id="{FEA8B867-95EA-45F8-9ADE-4DFD34675062}"/>
              </a:ext>
            </a:extLst>
          </p:cNvPr>
          <p:cNvSpPr>
            <a:spLocks noChangeArrowheads="1"/>
          </p:cNvSpPr>
          <p:nvPr/>
        </p:nvSpPr>
        <p:spPr bwMode="auto">
          <a:xfrm>
            <a:off x="0" y="542074"/>
            <a:ext cx="9144000" cy="631592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1324" name="Freeform 844">
            <a:extLst>
              <a:ext uri="{FF2B5EF4-FFF2-40B4-BE49-F238E27FC236}">
                <a16:creationId xmlns:a16="http://schemas.microsoft.com/office/drawing/2014/main" id="{E6CA57D5-4306-4B42-8FB3-655502BE5708}"/>
              </a:ext>
            </a:extLst>
          </p:cNvPr>
          <p:cNvSpPr>
            <a:spLocks noChangeArrowheads="1"/>
          </p:cNvSpPr>
          <p:nvPr/>
        </p:nvSpPr>
        <p:spPr bwMode="auto">
          <a:xfrm>
            <a:off x="1868488" y="1960563"/>
            <a:ext cx="1252537" cy="1587"/>
          </a:xfrm>
          <a:custGeom>
            <a:avLst/>
            <a:gdLst>
              <a:gd name="T0" fmla="*/ 0 w 789"/>
              <a:gd name="T1" fmla="*/ 0 h 1"/>
              <a:gd name="T2" fmla="*/ 789 w 789"/>
              <a:gd name="T3" fmla="*/ 1 h 1"/>
            </a:gdLst>
            <a:ahLst/>
            <a:cxnLst>
              <a:cxn ang="0">
                <a:pos x="T0" y="T1"/>
              </a:cxn>
              <a:cxn ang="0">
                <a:pos x="T2" y="T3"/>
              </a:cxn>
            </a:cxnLst>
            <a:rect l="0" t="0" r="r" b="b"/>
            <a:pathLst>
              <a:path w="789" h="1">
                <a:moveTo>
                  <a:pt x="0" y="0"/>
                </a:moveTo>
                <a:lnTo>
                  <a:pt x="789" y="1"/>
                </a:lnTo>
              </a:path>
            </a:pathLst>
          </a:custGeom>
          <a:solidFill>
            <a:srgbClr val="FFFFFF"/>
          </a:solidFill>
          <a:ln w="12700" cmpd="sng">
            <a:solidFill>
              <a:schemeClr val="accent2"/>
            </a:solidFill>
            <a:prstDash val="solid"/>
            <a:round/>
            <a:headEnd/>
            <a:tailEnd/>
          </a:ln>
        </p:spPr>
        <p:txBody>
          <a:bodyPr/>
          <a:lstStyle/>
          <a:p>
            <a:endParaRPr lang="en-US"/>
          </a:p>
        </p:txBody>
      </p:sp>
      <p:sp>
        <p:nvSpPr>
          <p:cNvPr id="21325" name="Line 845">
            <a:extLst>
              <a:ext uri="{FF2B5EF4-FFF2-40B4-BE49-F238E27FC236}">
                <a16:creationId xmlns:a16="http://schemas.microsoft.com/office/drawing/2014/main" id="{59E6B1A7-E619-45A8-BB3E-A59CF9D6249A}"/>
              </a:ext>
            </a:extLst>
          </p:cNvPr>
          <p:cNvSpPr>
            <a:spLocks noChangeShapeType="1"/>
          </p:cNvSpPr>
          <p:nvPr/>
        </p:nvSpPr>
        <p:spPr bwMode="auto">
          <a:xfrm>
            <a:off x="1238250" y="3087688"/>
            <a:ext cx="2511425" cy="1587"/>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26" name="Line 846">
            <a:extLst>
              <a:ext uri="{FF2B5EF4-FFF2-40B4-BE49-F238E27FC236}">
                <a16:creationId xmlns:a16="http://schemas.microsoft.com/office/drawing/2014/main" id="{D075CFBB-7A8B-4961-B742-D2868DADE704}"/>
              </a:ext>
            </a:extLst>
          </p:cNvPr>
          <p:cNvSpPr>
            <a:spLocks noChangeShapeType="1"/>
          </p:cNvSpPr>
          <p:nvPr/>
        </p:nvSpPr>
        <p:spPr bwMode="auto">
          <a:xfrm>
            <a:off x="1866900" y="1960563"/>
            <a:ext cx="1588" cy="318770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27" name="Line 847">
            <a:extLst>
              <a:ext uri="{FF2B5EF4-FFF2-40B4-BE49-F238E27FC236}">
                <a16:creationId xmlns:a16="http://schemas.microsoft.com/office/drawing/2014/main" id="{C7004F46-74A7-4631-9444-9CF33C966CB2}"/>
              </a:ext>
            </a:extLst>
          </p:cNvPr>
          <p:cNvSpPr>
            <a:spLocks noChangeShapeType="1"/>
          </p:cNvSpPr>
          <p:nvPr/>
        </p:nvSpPr>
        <p:spPr bwMode="auto">
          <a:xfrm>
            <a:off x="1238250" y="3087688"/>
            <a:ext cx="1588" cy="2060575"/>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328" name="Group 848">
            <a:extLst>
              <a:ext uri="{FF2B5EF4-FFF2-40B4-BE49-F238E27FC236}">
                <a16:creationId xmlns:a16="http://schemas.microsoft.com/office/drawing/2014/main" id="{376D39A7-CF59-4508-A362-4EF6B79C269E}"/>
              </a:ext>
            </a:extLst>
          </p:cNvPr>
          <p:cNvGrpSpPr>
            <a:grpSpLocks/>
          </p:cNvGrpSpPr>
          <p:nvPr/>
        </p:nvGrpSpPr>
        <p:grpSpPr bwMode="auto">
          <a:xfrm>
            <a:off x="1238250" y="3894138"/>
            <a:ext cx="2511425" cy="2509837"/>
            <a:chOff x="791" y="2449"/>
            <a:chExt cx="1582" cy="1581"/>
          </a:xfrm>
        </p:grpSpPr>
        <p:sp>
          <p:nvSpPr>
            <p:cNvPr id="21329" name="Line 849">
              <a:extLst>
                <a:ext uri="{FF2B5EF4-FFF2-40B4-BE49-F238E27FC236}">
                  <a16:creationId xmlns:a16="http://schemas.microsoft.com/office/drawing/2014/main" id="{AC29524E-8D68-4E61-89AB-6190E6878724}"/>
                </a:ext>
              </a:extLst>
            </p:cNvPr>
            <p:cNvSpPr>
              <a:spLocks noChangeShapeType="1"/>
            </p:cNvSpPr>
            <p:nvPr/>
          </p:nvSpPr>
          <p:spPr bwMode="auto">
            <a:xfrm flipV="1">
              <a:off x="791" y="2449"/>
              <a:ext cx="791" cy="79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30" name="Line 850">
              <a:extLst>
                <a:ext uri="{FF2B5EF4-FFF2-40B4-BE49-F238E27FC236}">
                  <a16:creationId xmlns:a16="http://schemas.microsoft.com/office/drawing/2014/main" id="{A63C8771-5529-4FEA-BBD9-EA74C398B73A}"/>
                </a:ext>
              </a:extLst>
            </p:cNvPr>
            <p:cNvSpPr>
              <a:spLocks noChangeShapeType="1"/>
            </p:cNvSpPr>
            <p:nvPr/>
          </p:nvSpPr>
          <p:spPr bwMode="auto">
            <a:xfrm>
              <a:off x="1582" y="2449"/>
              <a:ext cx="791" cy="79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31" name="Line 851">
              <a:extLst>
                <a:ext uri="{FF2B5EF4-FFF2-40B4-BE49-F238E27FC236}">
                  <a16:creationId xmlns:a16="http://schemas.microsoft.com/office/drawing/2014/main" id="{EC9A6690-1159-4E9C-9D94-E887BEB12734}"/>
                </a:ext>
              </a:extLst>
            </p:cNvPr>
            <p:cNvSpPr>
              <a:spLocks noChangeShapeType="1"/>
            </p:cNvSpPr>
            <p:nvPr/>
          </p:nvSpPr>
          <p:spPr bwMode="auto">
            <a:xfrm flipH="1">
              <a:off x="1582" y="3239"/>
              <a:ext cx="791" cy="79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32" name="Line 852">
              <a:extLst>
                <a:ext uri="{FF2B5EF4-FFF2-40B4-BE49-F238E27FC236}">
                  <a16:creationId xmlns:a16="http://schemas.microsoft.com/office/drawing/2014/main" id="{74E83A71-081D-4FAC-A065-11FB11A8FBDA}"/>
                </a:ext>
              </a:extLst>
            </p:cNvPr>
            <p:cNvSpPr>
              <a:spLocks noChangeShapeType="1"/>
            </p:cNvSpPr>
            <p:nvPr/>
          </p:nvSpPr>
          <p:spPr bwMode="auto">
            <a:xfrm>
              <a:off x="791" y="3239"/>
              <a:ext cx="791" cy="79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333" name="Group 853">
            <a:extLst>
              <a:ext uri="{FF2B5EF4-FFF2-40B4-BE49-F238E27FC236}">
                <a16:creationId xmlns:a16="http://schemas.microsoft.com/office/drawing/2014/main" id="{45B6983E-E224-4A5E-9E6C-E9D650032779}"/>
              </a:ext>
            </a:extLst>
          </p:cNvPr>
          <p:cNvGrpSpPr>
            <a:grpSpLocks/>
          </p:cNvGrpSpPr>
          <p:nvPr/>
        </p:nvGrpSpPr>
        <p:grpSpPr bwMode="auto">
          <a:xfrm>
            <a:off x="1866900" y="4521200"/>
            <a:ext cx="1254125" cy="1254125"/>
            <a:chOff x="1187" y="2766"/>
            <a:chExt cx="790" cy="790"/>
          </a:xfrm>
        </p:grpSpPr>
        <p:sp>
          <p:nvSpPr>
            <p:cNvPr id="21334" name="Line 854">
              <a:extLst>
                <a:ext uri="{FF2B5EF4-FFF2-40B4-BE49-F238E27FC236}">
                  <a16:creationId xmlns:a16="http://schemas.microsoft.com/office/drawing/2014/main" id="{C370A73A-2530-4379-845B-65A1FB6119A1}"/>
                </a:ext>
              </a:extLst>
            </p:cNvPr>
            <p:cNvSpPr>
              <a:spLocks noChangeShapeType="1"/>
            </p:cNvSpPr>
            <p:nvPr/>
          </p:nvSpPr>
          <p:spPr bwMode="auto">
            <a:xfrm flipV="1">
              <a:off x="1582" y="3161"/>
              <a:ext cx="395" cy="395"/>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35" name="Line 855">
              <a:extLst>
                <a:ext uri="{FF2B5EF4-FFF2-40B4-BE49-F238E27FC236}">
                  <a16:creationId xmlns:a16="http://schemas.microsoft.com/office/drawing/2014/main" id="{18865DEC-D662-41AB-80A4-205805119872}"/>
                </a:ext>
              </a:extLst>
            </p:cNvPr>
            <p:cNvSpPr>
              <a:spLocks noChangeShapeType="1"/>
            </p:cNvSpPr>
            <p:nvPr/>
          </p:nvSpPr>
          <p:spPr bwMode="auto">
            <a:xfrm flipH="1" flipV="1">
              <a:off x="1582" y="2766"/>
              <a:ext cx="395" cy="395"/>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36" name="Line 856">
              <a:extLst>
                <a:ext uri="{FF2B5EF4-FFF2-40B4-BE49-F238E27FC236}">
                  <a16:creationId xmlns:a16="http://schemas.microsoft.com/office/drawing/2014/main" id="{BCBE4AA6-BF91-47F6-9CB8-AF63584A39B8}"/>
                </a:ext>
              </a:extLst>
            </p:cNvPr>
            <p:cNvSpPr>
              <a:spLocks noChangeShapeType="1"/>
            </p:cNvSpPr>
            <p:nvPr/>
          </p:nvSpPr>
          <p:spPr bwMode="auto">
            <a:xfrm flipH="1">
              <a:off x="1187" y="2766"/>
              <a:ext cx="395" cy="395"/>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37" name="Line 857">
              <a:extLst>
                <a:ext uri="{FF2B5EF4-FFF2-40B4-BE49-F238E27FC236}">
                  <a16:creationId xmlns:a16="http://schemas.microsoft.com/office/drawing/2014/main" id="{C03345A6-A2B0-45BC-8804-4B2B3E73DDDF}"/>
                </a:ext>
              </a:extLst>
            </p:cNvPr>
            <p:cNvSpPr>
              <a:spLocks noChangeShapeType="1"/>
            </p:cNvSpPr>
            <p:nvPr/>
          </p:nvSpPr>
          <p:spPr bwMode="auto">
            <a:xfrm flipH="1" flipV="1">
              <a:off x="1187" y="3161"/>
              <a:ext cx="395" cy="395"/>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338" name="Group 858">
            <a:extLst>
              <a:ext uri="{FF2B5EF4-FFF2-40B4-BE49-F238E27FC236}">
                <a16:creationId xmlns:a16="http://schemas.microsoft.com/office/drawing/2014/main" id="{1816E67D-7A6D-4102-815E-54DFD55FF639}"/>
              </a:ext>
            </a:extLst>
          </p:cNvPr>
          <p:cNvGrpSpPr>
            <a:grpSpLocks/>
          </p:cNvGrpSpPr>
          <p:nvPr/>
        </p:nvGrpSpPr>
        <p:grpSpPr bwMode="auto">
          <a:xfrm>
            <a:off x="1238250" y="4160838"/>
            <a:ext cx="2511425" cy="1976437"/>
            <a:chOff x="791" y="2539"/>
            <a:chExt cx="1582" cy="1245"/>
          </a:xfrm>
        </p:grpSpPr>
        <p:sp>
          <p:nvSpPr>
            <p:cNvPr id="21339" name="Line 859">
              <a:extLst>
                <a:ext uri="{FF2B5EF4-FFF2-40B4-BE49-F238E27FC236}">
                  <a16:creationId xmlns:a16="http://schemas.microsoft.com/office/drawing/2014/main" id="{53B6BDD7-A78D-48AF-B917-100BA7EC335B}"/>
                </a:ext>
              </a:extLst>
            </p:cNvPr>
            <p:cNvSpPr>
              <a:spLocks noChangeShapeType="1"/>
            </p:cNvSpPr>
            <p:nvPr/>
          </p:nvSpPr>
          <p:spPr bwMode="auto">
            <a:xfrm flipH="1" flipV="1">
              <a:off x="791" y="3161"/>
              <a:ext cx="623" cy="623"/>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340" name="Line 860">
              <a:extLst>
                <a:ext uri="{FF2B5EF4-FFF2-40B4-BE49-F238E27FC236}">
                  <a16:creationId xmlns:a16="http://schemas.microsoft.com/office/drawing/2014/main" id="{A2A1CAE8-B417-4C44-B723-C342F16D55EC}"/>
                </a:ext>
              </a:extLst>
            </p:cNvPr>
            <p:cNvSpPr>
              <a:spLocks noChangeShapeType="1"/>
            </p:cNvSpPr>
            <p:nvPr/>
          </p:nvSpPr>
          <p:spPr bwMode="auto">
            <a:xfrm flipV="1">
              <a:off x="791" y="2539"/>
              <a:ext cx="623" cy="622"/>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341" name="Line 861">
              <a:extLst>
                <a:ext uri="{FF2B5EF4-FFF2-40B4-BE49-F238E27FC236}">
                  <a16:creationId xmlns:a16="http://schemas.microsoft.com/office/drawing/2014/main" id="{F115FF18-D260-4F24-9B76-FE69F52DB427}"/>
                </a:ext>
              </a:extLst>
            </p:cNvPr>
            <p:cNvSpPr>
              <a:spLocks noChangeShapeType="1"/>
            </p:cNvSpPr>
            <p:nvPr/>
          </p:nvSpPr>
          <p:spPr bwMode="auto">
            <a:xfrm>
              <a:off x="1750" y="2539"/>
              <a:ext cx="623" cy="622"/>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342" name="Line 862">
              <a:extLst>
                <a:ext uri="{FF2B5EF4-FFF2-40B4-BE49-F238E27FC236}">
                  <a16:creationId xmlns:a16="http://schemas.microsoft.com/office/drawing/2014/main" id="{1DCDDA36-C42C-45A8-AD14-AD76AA4B19A1}"/>
                </a:ext>
              </a:extLst>
            </p:cNvPr>
            <p:cNvSpPr>
              <a:spLocks noChangeShapeType="1"/>
            </p:cNvSpPr>
            <p:nvPr/>
          </p:nvSpPr>
          <p:spPr bwMode="auto">
            <a:xfrm flipH="1">
              <a:off x="1750" y="3161"/>
              <a:ext cx="623" cy="623"/>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343" name="Group 863">
            <a:extLst>
              <a:ext uri="{FF2B5EF4-FFF2-40B4-BE49-F238E27FC236}">
                <a16:creationId xmlns:a16="http://schemas.microsoft.com/office/drawing/2014/main" id="{0DB116B5-4721-4A97-9743-3CECEAC6C517}"/>
              </a:ext>
            </a:extLst>
          </p:cNvPr>
          <p:cNvGrpSpPr>
            <a:grpSpLocks/>
          </p:cNvGrpSpPr>
          <p:nvPr/>
        </p:nvGrpSpPr>
        <p:grpSpPr bwMode="auto">
          <a:xfrm>
            <a:off x="2227263" y="3087688"/>
            <a:ext cx="534987" cy="1073150"/>
            <a:chOff x="1414" y="1941"/>
            <a:chExt cx="337" cy="676"/>
          </a:xfrm>
        </p:grpSpPr>
        <p:sp>
          <p:nvSpPr>
            <p:cNvPr id="21344" name="Line 864">
              <a:extLst>
                <a:ext uri="{FF2B5EF4-FFF2-40B4-BE49-F238E27FC236}">
                  <a16:creationId xmlns:a16="http://schemas.microsoft.com/office/drawing/2014/main" id="{E18336B1-AB62-47B1-B336-7C287AEFF34F}"/>
                </a:ext>
              </a:extLst>
            </p:cNvPr>
            <p:cNvSpPr>
              <a:spLocks noChangeShapeType="1"/>
            </p:cNvSpPr>
            <p:nvPr/>
          </p:nvSpPr>
          <p:spPr bwMode="auto">
            <a:xfrm>
              <a:off x="1414" y="1941"/>
              <a:ext cx="1" cy="676"/>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45" name="Line 865">
              <a:extLst>
                <a:ext uri="{FF2B5EF4-FFF2-40B4-BE49-F238E27FC236}">
                  <a16:creationId xmlns:a16="http://schemas.microsoft.com/office/drawing/2014/main" id="{43626CCC-B5D4-4652-B430-B59008E18357}"/>
                </a:ext>
              </a:extLst>
            </p:cNvPr>
            <p:cNvSpPr>
              <a:spLocks noChangeShapeType="1"/>
            </p:cNvSpPr>
            <p:nvPr/>
          </p:nvSpPr>
          <p:spPr bwMode="auto">
            <a:xfrm>
              <a:off x="1750" y="1941"/>
              <a:ext cx="1" cy="676"/>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346" name="Group 866">
            <a:extLst>
              <a:ext uri="{FF2B5EF4-FFF2-40B4-BE49-F238E27FC236}">
                <a16:creationId xmlns:a16="http://schemas.microsoft.com/office/drawing/2014/main" id="{D10189E5-13AB-467C-BBAE-6DB1696E168D}"/>
              </a:ext>
            </a:extLst>
          </p:cNvPr>
          <p:cNvGrpSpPr>
            <a:grpSpLocks/>
          </p:cNvGrpSpPr>
          <p:nvPr/>
        </p:nvGrpSpPr>
        <p:grpSpPr bwMode="auto">
          <a:xfrm>
            <a:off x="1238250" y="1957388"/>
            <a:ext cx="2511425" cy="1131887"/>
            <a:chOff x="791" y="1229"/>
            <a:chExt cx="1582" cy="713"/>
          </a:xfrm>
        </p:grpSpPr>
        <p:grpSp>
          <p:nvGrpSpPr>
            <p:cNvPr id="21347" name="Group 867">
              <a:extLst>
                <a:ext uri="{FF2B5EF4-FFF2-40B4-BE49-F238E27FC236}">
                  <a16:creationId xmlns:a16="http://schemas.microsoft.com/office/drawing/2014/main" id="{FDD333D3-1B68-48B4-863C-8B85475C1047}"/>
                </a:ext>
              </a:extLst>
            </p:cNvPr>
            <p:cNvGrpSpPr>
              <a:grpSpLocks/>
            </p:cNvGrpSpPr>
            <p:nvPr/>
          </p:nvGrpSpPr>
          <p:grpSpPr bwMode="auto">
            <a:xfrm>
              <a:off x="791" y="1229"/>
              <a:ext cx="625" cy="713"/>
              <a:chOff x="791" y="1151"/>
              <a:chExt cx="625" cy="713"/>
            </a:xfrm>
          </p:grpSpPr>
          <p:sp>
            <p:nvSpPr>
              <p:cNvPr id="21348" name="Freeform 868">
                <a:extLst>
                  <a:ext uri="{FF2B5EF4-FFF2-40B4-BE49-F238E27FC236}">
                    <a16:creationId xmlns:a16="http://schemas.microsoft.com/office/drawing/2014/main" id="{7748F4AF-C57B-4F9F-9DE4-980B29C58BDC}"/>
                  </a:ext>
                </a:extLst>
              </p:cNvPr>
              <p:cNvSpPr>
                <a:spLocks noChangeArrowheads="1"/>
              </p:cNvSpPr>
              <p:nvPr/>
            </p:nvSpPr>
            <p:spPr bwMode="auto">
              <a:xfrm>
                <a:off x="1415" y="1151"/>
                <a:ext cx="1" cy="712"/>
              </a:xfrm>
              <a:custGeom>
                <a:avLst/>
                <a:gdLst>
                  <a:gd name="T0" fmla="*/ 0 w 1"/>
                  <a:gd name="T1" fmla="*/ 0 h 712"/>
                  <a:gd name="T2" fmla="*/ 0 w 1"/>
                  <a:gd name="T3" fmla="*/ 712 h 712"/>
                </a:gdLst>
                <a:ahLst/>
                <a:cxnLst>
                  <a:cxn ang="0">
                    <a:pos x="T0" y="T1"/>
                  </a:cxn>
                  <a:cxn ang="0">
                    <a:pos x="T2" y="T3"/>
                  </a:cxn>
                </a:cxnLst>
                <a:rect l="0" t="0" r="r" b="b"/>
                <a:pathLst>
                  <a:path w="1" h="712">
                    <a:moveTo>
                      <a:pt x="0" y="0"/>
                    </a:moveTo>
                    <a:lnTo>
                      <a:pt x="0" y="712"/>
                    </a:lnTo>
                  </a:path>
                </a:pathLst>
              </a:custGeom>
              <a:solidFill>
                <a:srgbClr val="FFFFFF"/>
              </a:solidFill>
              <a:ln w="50800" cmpd="sng">
                <a:solidFill>
                  <a:srgbClr val="CC0000"/>
                </a:solidFill>
                <a:prstDash val="solid"/>
                <a:round/>
                <a:headEnd/>
                <a:tailEnd/>
              </a:ln>
            </p:spPr>
            <p:txBody>
              <a:bodyPr/>
              <a:lstStyle/>
              <a:p>
                <a:endParaRPr lang="en-US"/>
              </a:p>
            </p:txBody>
          </p:sp>
          <p:sp>
            <p:nvSpPr>
              <p:cNvPr id="21349" name="Freeform 869">
                <a:extLst>
                  <a:ext uri="{FF2B5EF4-FFF2-40B4-BE49-F238E27FC236}">
                    <a16:creationId xmlns:a16="http://schemas.microsoft.com/office/drawing/2014/main" id="{EE60872E-D242-4A86-83F2-BE01641974ED}"/>
                  </a:ext>
                </a:extLst>
              </p:cNvPr>
              <p:cNvSpPr>
                <a:spLocks noChangeArrowheads="1"/>
              </p:cNvSpPr>
              <p:nvPr/>
            </p:nvSpPr>
            <p:spPr bwMode="auto">
              <a:xfrm>
                <a:off x="1187" y="1153"/>
                <a:ext cx="228" cy="1"/>
              </a:xfrm>
              <a:custGeom>
                <a:avLst/>
                <a:gdLst>
                  <a:gd name="T0" fmla="*/ 0 w 228"/>
                  <a:gd name="T1" fmla="*/ 0 h 1"/>
                  <a:gd name="T2" fmla="*/ 228 w 228"/>
                  <a:gd name="T3" fmla="*/ 0 h 1"/>
                </a:gdLst>
                <a:ahLst/>
                <a:cxnLst>
                  <a:cxn ang="0">
                    <a:pos x="T0" y="T1"/>
                  </a:cxn>
                  <a:cxn ang="0">
                    <a:pos x="T2" y="T3"/>
                  </a:cxn>
                </a:cxnLst>
                <a:rect l="0" t="0" r="r" b="b"/>
                <a:pathLst>
                  <a:path w="228" h="1">
                    <a:moveTo>
                      <a:pt x="0" y="0"/>
                    </a:moveTo>
                    <a:lnTo>
                      <a:pt x="228" y="0"/>
                    </a:lnTo>
                  </a:path>
                </a:pathLst>
              </a:custGeom>
              <a:solidFill>
                <a:srgbClr val="FFFFFF"/>
              </a:solidFill>
              <a:ln w="50800">
                <a:solidFill>
                  <a:srgbClr val="CC0000"/>
                </a:solidFill>
                <a:prstDash val="solid"/>
                <a:round/>
                <a:headEnd/>
                <a:tailEnd/>
              </a:ln>
            </p:spPr>
            <p:txBody>
              <a:bodyPr/>
              <a:lstStyle/>
              <a:p>
                <a:endParaRPr lang="en-US"/>
              </a:p>
            </p:txBody>
          </p:sp>
          <p:sp>
            <p:nvSpPr>
              <p:cNvPr id="21350" name="Line 870">
                <a:extLst>
                  <a:ext uri="{FF2B5EF4-FFF2-40B4-BE49-F238E27FC236}">
                    <a16:creationId xmlns:a16="http://schemas.microsoft.com/office/drawing/2014/main" id="{4FE9EFA8-7E03-48B9-ADC6-731A8FBCEFC1}"/>
                  </a:ext>
                </a:extLst>
              </p:cNvPr>
              <p:cNvSpPr>
                <a:spLocks noChangeShapeType="1"/>
              </p:cNvSpPr>
              <p:nvPr/>
            </p:nvSpPr>
            <p:spPr bwMode="auto">
              <a:xfrm>
                <a:off x="791" y="1863"/>
                <a:ext cx="623" cy="1"/>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351" name="Group 871">
              <a:extLst>
                <a:ext uri="{FF2B5EF4-FFF2-40B4-BE49-F238E27FC236}">
                  <a16:creationId xmlns:a16="http://schemas.microsoft.com/office/drawing/2014/main" id="{E398F9B4-0751-4FA8-969F-E501E05BED22}"/>
                </a:ext>
              </a:extLst>
            </p:cNvPr>
            <p:cNvGrpSpPr>
              <a:grpSpLocks/>
            </p:cNvGrpSpPr>
            <p:nvPr/>
          </p:nvGrpSpPr>
          <p:grpSpPr bwMode="auto">
            <a:xfrm>
              <a:off x="1750" y="1232"/>
              <a:ext cx="623" cy="710"/>
              <a:chOff x="1750" y="1154"/>
              <a:chExt cx="623" cy="710"/>
            </a:xfrm>
          </p:grpSpPr>
          <p:sp>
            <p:nvSpPr>
              <p:cNvPr id="21352" name="Freeform 872">
                <a:extLst>
                  <a:ext uri="{FF2B5EF4-FFF2-40B4-BE49-F238E27FC236}">
                    <a16:creationId xmlns:a16="http://schemas.microsoft.com/office/drawing/2014/main" id="{10510B96-4CD8-413D-AB67-ECFBEBD0FB44}"/>
                  </a:ext>
                </a:extLst>
              </p:cNvPr>
              <p:cNvSpPr>
                <a:spLocks noChangeArrowheads="1"/>
              </p:cNvSpPr>
              <p:nvPr/>
            </p:nvSpPr>
            <p:spPr bwMode="auto">
              <a:xfrm>
                <a:off x="1751" y="1154"/>
                <a:ext cx="1" cy="709"/>
              </a:xfrm>
              <a:custGeom>
                <a:avLst/>
                <a:gdLst>
                  <a:gd name="T0" fmla="*/ 0 w 1"/>
                  <a:gd name="T1" fmla="*/ 0 h 709"/>
                  <a:gd name="T2" fmla="*/ 0 w 1"/>
                  <a:gd name="T3" fmla="*/ 709 h 709"/>
                </a:gdLst>
                <a:ahLst/>
                <a:cxnLst>
                  <a:cxn ang="0">
                    <a:pos x="T0" y="T1"/>
                  </a:cxn>
                  <a:cxn ang="0">
                    <a:pos x="T2" y="T3"/>
                  </a:cxn>
                </a:cxnLst>
                <a:rect l="0" t="0" r="r" b="b"/>
                <a:pathLst>
                  <a:path w="1" h="709">
                    <a:moveTo>
                      <a:pt x="0" y="0"/>
                    </a:moveTo>
                    <a:lnTo>
                      <a:pt x="0" y="709"/>
                    </a:lnTo>
                  </a:path>
                </a:pathLst>
              </a:custGeom>
              <a:solidFill>
                <a:srgbClr val="FFFFFF"/>
              </a:solidFill>
              <a:ln w="50800" cmpd="sng">
                <a:solidFill>
                  <a:srgbClr val="CC0000"/>
                </a:solidFill>
                <a:prstDash val="solid"/>
                <a:round/>
                <a:headEnd/>
                <a:tailEnd/>
              </a:ln>
            </p:spPr>
            <p:txBody>
              <a:bodyPr/>
              <a:lstStyle/>
              <a:p>
                <a:endParaRPr lang="en-US"/>
              </a:p>
            </p:txBody>
          </p:sp>
          <p:sp>
            <p:nvSpPr>
              <p:cNvPr id="21353" name="Freeform 873">
                <a:extLst>
                  <a:ext uri="{FF2B5EF4-FFF2-40B4-BE49-F238E27FC236}">
                    <a16:creationId xmlns:a16="http://schemas.microsoft.com/office/drawing/2014/main" id="{3921E216-32DC-4F09-9984-34B559D478D0}"/>
                  </a:ext>
                </a:extLst>
              </p:cNvPr>
              <p:cNvSpPr>
                <a:spLocks noChangeArrowheads="1"/>
              </p:cNvSpPr>
              <p:nvPr/>
            </p:nvSpPr>
            <p:spPr bwMode="auto">
              <a:xfrm>
                <a:off x="1750" y="1156"/>
                <a:ext cx="228" cy="1"/>
              </a:xfrm>
              <a:custGeom>
                <a:avLst/>
                <a:gdLst>
                  <a:gd name="T0" fmla="*/ 228 w 228"/>
                  <a:gd name="T1" fmla="*/ 0 h 1"/>
                  <a:gd name="T2" fmla="*/ 0 w 228"/>
                  <a:gd name="T3" fmla="*/ 0 h 1"/>
                </a:gdLst>
                <a:ahLst/>
                <a:cxnLst>
                  <a:cxn ang="0">
                    <a:pos x="T0" y="T1"/>
                  </a:cxn>
                  <a:cxn ang="0">
                    <a:pos x="T2" y="T3"/>
                  </a:cxn>
                </a:cxnLst>
                <a:rect l="0" t="0" r="r" b="b"/>
                <a:pathLst>
                  <a:path w="228" h="1">
                    <a:moveTo>
                      <a:pt x="228" y="0"/>
                    </a:moveTo>
                    <a:lnTo>
                      <a:pt x="0" y="0"/>
                    </a:lnTo>
                  </a:path>
                </a:pathLst>
              </a:custGeom>
              <a:solidFill>
                <a:srgbClr val="FFFFFF"/>
              </a:solidFill>
              <a:ln w="50800">
                <a:solidFill>
                  <a:srgbClr val="CC0000"/>
                </a:solidFill>
                <a:prstDash val="solid"/>
                <a:round/>
                <a:headEnd/>
                <a:tailEnd/>
              </a:ln>
            </p:spPr>
            <p:txBody>
              <a:bodyPr/>
              <a:lstStyle/>
              <a:p>
                <a:endParaRPr lang="en-US"/>
              </a:p>
            </p:txBody>
          </p:sp>
          <p:sp>
            <p:nvSpPr>
              <p:cNvPr id="21354" name="Line 874">
                <a:extLst>
                  <a:ext uri="{FF2B5EF4-FFF2-40B4-BE49-F238E27FC236}">
                    <a16:creationId xmlns:a16="http://schemas.microsoft.com/office/drawing/2014/main" id="{F3AA2122-ED8C-4B49-A467-D767817DEC60}"/>
                  </a:ext>
                </a:extLst>
              </p:cNvPr>
              <p:cNvSpPr>
                <a:spLocks noChangeShapeType="1"/>
              </p:cNvSpPr>
              <p:nvPr/>
            </p:nvSpPr>
            <p:spPr bwMode="auto">
              <a:xfrm>
                <a:off x="1750" y="1863"/>
                <a:ext cx="623" cy="1"/>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1355" name="Group 875">
            <a:extLst>
              <a:ext uri="{FF2B5EF4-FFF2-40B4-BE49-F238E27FC236}">
                <a16:creationId xmlns:a16="http://schemas.microsoft.com/office/drawing/2014/main" id="{3C9DEE4E-DF0C-4F7D-BBA5-D9F5B7D8B281}"/>
              </a:ext>
            </a:extLst>
          </p:cNvPr>
          <p:cNvGrpSpPr>
            <a:grpSpLocks/>
          </p:cNvGrpSpPr>
          <p:nvPr/>
        </p:nvGrpSpPr>
        <p:grpSpPr bwMode="auto">
          <a:xfrm>
            <a:off x="1866900" y="4160838"/>
            <a:ext cx="1254125" cy="1976437"/>
            <a:chOff x="1187" y="2617"/>
            <a:chExt cx="790" cy="1245"/>
          </a:xfrm>
        </p:grpSpPr>
        <p:sp>
          <p:nvSpPr>
            <p:cNvPr id="21356" name="Freeform 876">
              <a:extLst>
                <a:ext uri="{FF2B5EF4-FFF2-40B4-BE49-F238E27FC236}">
                  <a16:creationId xmlns:a16="http://schemas.microsoft.com/office/drawing/2014/main" id="{627A208C-917E-416D-B1DF-1716087307D3}"/>
                </a:ext>
              </a:extLst>
            </p:cNvPr>
            <p:cNvSpPr>
              <a:spLocks noChangeArrowheads="1"/>
            </p:cNvSpPr>
            <p:nvPr/>
          </p:nvSpPr>
          <p:spPr bwMode="auto">
            <a:xfrm>
              <a:off x="1414" y="2617"/>
              <a:ext cx="1" cy="397"/>
            </a:xfrm>
            <a:custGeom>
              <a:avLst/>
              <a:gdLst>
                <a:gd name="T0" fmla="*/ 0 w 1"/>
                <a:gd name="T1" fmla="*/ 0 h 397"/>
                <a:gd name="T2" fmla="*/ 0 w 1"/>
                <a:gd name="T3" fmla="*/ 397 h 397"/>
              </a:gdLst>
              <a:ahLst/>
              <a:cxnLst>
                <a:cxn ang="0">
                  <a:pos x="T0" y="T1"/>
                </a:cxn>
                <a:cxn ang="0">
                  <a:pos x="T2" y="T3"/>
                </a:cxn>
              </a:cxnLst>
              <a:rect l="0" t="0" r="r" b="b"/>
              <a:pathLst>
                <a:path w="1" h="397">
                  <a:moveTo>
                    <a:pt x="0" y="0"/>
                  </a:moveTo>
                  <a:lnTo>
                    <a:pt x="0" y="397"/>
                  </a:lnTo>
                </a:path>
              </a:pathLst>
            </a:custGeom>
            <a:solidFill>
              <a:srgbClr val="FFFFFF"/>
            </a:solidFill>
            <a:ln w="50800">
              <a:solidFill>
                <a:srgbClr val="CC0000"/>
              </a:solidFill>
              <a:prstDash val="solid"/>
              <a:round/>
              <a:headEnd/>
              <a:tailEnd/>
            </a:ln>
          </p:spPr>
          <p:txBody>
            <a:bodyPr/>
            <a:lstStyle/>
            <a:p>
              <a:endParaRPr lang="en-US"/>
            </a:p>
          </p:txBody>
        </p:sp>
        <p:sp>
          <p:nvSpPr>
            <p:cNvPr id="21357" name="Line 877">
              <a:extLst>
                <a:ext uri="{FF2B5EF4-FFF2-40B4-BE49-F238E27FC236}">
                  <a16:creationId xmlns:a16="http://schemas.microsoft.com/office/drawing/2014/main" id="{56811AF5-4D6D-4829-AA0D-61E7F9146DE9}"/>
                </a:ext>
              </a:extLst>
            </p:cNvPr>
            <p:cNvSpPr>
              <a:spLocks noChangeShapeType="1"/>
            </p:cNvSpPr>
            <p:nvPr/>
          </p:nvSpPr>
          <p:spPr bwMode="auto">
            <a:xfrm>
              <a:off x="1414" y="3466"/>
              <a:ext cx="1" cy="396"/>
            </a:xfrm>
            <a:prstGeom prst="line">
              <a:avLst/>
            </a:prstGeom>
            <a:noFill/>
            <a:ln w="508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358" name="Freeform 878">
              <a:extLst>
                <a:ext uri="{FF2B5EF4-FFF2-40B4-BE49-F238E27FC236}">
                  <a16:creationId xmlns:a16="http://schemas.microsoft.com/office/drawing/2014/main" id="{2FAC1EB0-0AE2-490B-862A-9AB761BAAA81}"/>
                </a:ext>
              </a:extLst>
            </p:cNvPr>
            <p:cNvSpPr>
              <a:spLocks noChangeArrowheads="1"/>
            </p:cNvSpPr>
            <p:nvPr/>
          </p:nvSpPr>
          <p:spPr bwMode="auto">
            <a:xfrm>
              <a:off x="1751" y="2618"/>
              <a:ext cx="1" cy="395"/>
            </a:xfrm>
            <a:custGeom>
              <a:avLst/>
              <a:gdLst>
                <a:gd name="T0" fmla="*/ 0 w 1"/>
                <a:gd name="T1" fmla="*/ 395 h 395"/>
                <a:gd name="T2" fmla="*/ 0 w 1"/>
                <a:gd name="T3" fmla="*/ 0 h 395"/>
              </a:gdLst>
              <a:ahLst/>
              <a:cxnLst>
                <a:cxn ang="0">
                  <a:pos x="T0" y="T1"/>
                </a:cxn>
                <a:cxn ang="0">
                  <a:pos x="T2" y="T3"/>
                </a:cxn>
              </a:cxnLst>
              <a:rect l="0" t="0" r="r" b="b"/>
              <a:pathLst>
                <a:path w="1" h="395">
                  <a:moveTo>
                    <a:pt x="0" y="395"/>
                  </a:moveTo>
                  <a:lnTo>
                    <a:pt x="0" y="0"/>
                  </a:lnTo>
                </a:path>
              </a:pathLst>
            </a:custGeom>
            <a:solidFill>
              <a:srgbClr val="FFFFFF"/>
            </a:solidFill>
            <a:ln w="50800" cap="flat" cmpd="sng">
              <a:solidFill>
                <a:srgbClr val="CC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359" name="Line 879">
              <a:extLst>
                <a:ext uri="{FF2B5EF4-FFF2-40B4-BE49-F238E27FC236}">
                  <a16:creationId xmlns:a16="http://schemas.microsoft.com/office/drawing/2014/main" id="{F8361A98-3AE2-4E9C-9C5D-AF0D372134DF}"/>
                </a:ext>
              </a:extLst>
            </p:cNvPr>
            <p:cNvSpPr>
              <a:spLocks noChangeShapeType="1"/>
            </p:cNvSpPr>
            <p:nvPr/>
          </p:nvSpPr>
          <p:spPr bwMode="auto">
            <a:xfrm flipV="1">
              <a:off x="1750" y="3466"/>
              <a:ext cx="1" cy="396"/>
            </a:xfrm>
            <a:prstGeom prst="line">
              <a:avLst/>
            </a:prstGeom>
            <a:noFill/>
            <a:ln w="508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1360" name="Group 880">
              <a:extLst>
                <a:ext uri="{FF2B5EF4-FFF2-40B4-BE49-F238E27FC236}">
                  <a16:creationId xmlns:a16="http://schemas.microsoft.com/office/drawing/2014/main" id="{427DDA0A-BD76-46B2-A4B8-F59C291E0E72}"/>
                </a:ext>
              </a:extLst>
            </p:cNvPr>
            <p:cNvGrpSpPr>
              <a:grpSpLocks/>
            </p:cNvGrpSpPr>
            <p:nvPr/>
          </p:nvGrpSpPr>
          <p:grpSpPr bwMode="auto">
            <a:xfrm>
              <a:off x="1187" y="3012"/>
              <a:ext cx="790" cy="454"/>
              <a:chOff x="1187" y="2934"/>
              <a:chExt cx="790" cy="454"/>
            </a:xfrm>
          </p:grpSpPr>
          <p:sp>
            <p:nvSpPr>
              <p:cNvPr id="21361" name="Freeform 881">
                <a:extLst>
                  <a:ext uri="{FF2B5EF4-FFF2-40B4-BE49-F238E27FC236}">
                    <a16:creationId xmlns:a16="http://schemas.microsoft.com/office/drawing/2014/main" id="{E771474D-BFB2-489E-A87D-B43CDC7462C6}"/>
                  </a:ext>
                </a:extLst>
              </p:cNvPr>
              <p:cNvSpPr>
                <a:spLocks noChangeArrowheads="1"/>
              </p:cNvSpPr>
              <p:nvPr/>
            </p:nvSpPr>
            <p:spPr bwMode="auto">
              <a:xfrm>
                <a:off x="1188" y="2934"/>
                <a:ext cx="227" cy="227"/>
              </a:xfrm>
              <a:custGeom>
                <a:avLst/>
                <a:gdLst>
                  <a:gd name="T0" fmla="*/ 227 w 227"/>
                  <a:gd name="T1" fmla="*/ 0 h 227"/>
                  <a:gd name="T2" fmla="*/ 0 w 227"/>
                  <a:gd name="T3" fmla="*/ 227 h 227"/>
                </a:gdLst>
                <a:ahLst/>
                <a:cxnLst>
                  <a:cxn ang="0">
                    <a:pos x="T0" y="T1"/>
                  </a:cxn>
                  <a:cxn ang="0">
                    <a:pos x="T2" y="T3"/>
                  </a:cxn>
                </a:cxnLst>
                <a:rect l="0" t="0" r="r" b="b"/>
                <a:pathLst>
                  <a:path w="227" h="227">
                    <a:moveTo>
                      <a:pt x="227" y="0"/>
                    </a:moveTo>
                    <a:lnTo>
                      <a:pt x="0" y="227"/>
                    </a:lnTo>
                  </a:path>
                </a:pathLst>
              </a:custGeom>
              <a:solidFill>
                <a:srgbClr val="FFFFFF"/>
              </a:solidFill>
              <a:ln w="50800">
                <a:solidFill>
                  <a:srgbClr val="CC0000"/>
                </a:solidFill>
                <a:prstDash val="solid"/>
                <a:round/>
                <a:headEnd/>
                <a:tailEnd/>
              </a:ln>
            </p:spPr>
            <p:txBody>
              <a:bodyPr/>
              <a:lstStyle/>
              <a:p>
                <a:endParaRPr lang="en-US"/>
              </a:p>
            </p:txBody>
          </p:sp>
          <p:sp>
            <p:nvSpPr>
              <p:cNvPr id="21362" name="Line 882">
                <a:extLst>
                  <a:ext uri="{FF2B5EF4-FFF2-40B4-BE49-F238E27FC236}">
                    <a16:creationId xmlns:a16="http://schemas.microsoft.com/office/drawing/2014/main" id="{F11E00AB-AE8B-4C21-B7EA-D3D0A6B9D93D}"/>
                  </a:ext>
                </a:extLst>
              </p:cNvPr>
              <p:cNvSpPr>
                <a:spLocks noChangeShapeType="1"/>
              </p:cNvSpPr>
              <p:nvPr/>
            </p:nvSpPr>
            <p:spPr bwMode="auto">
              <a:xfrm>
                <a:off x="1187" y="3161"/>
                <a:ext cx="227" cy="227"/>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63" name="Line 883">
                <a:extLst>
                  <a:ext uri="{FF2B5EF4-FFF2-40B4-BE49-F238E27FC236}">
                    <a16:creationId xmlns:a16="http://schemas.microsoft.com/office/drawing/2014/main" id="{F0A723FC-A374-4A7E-87CF-614A451FCCCD}"/>
                  </a:ext>
                </a:extLst>
              </p:cNvPr>
              <p:cNvSpPr>
                <a:spLocks noChangeShapeType="1"/>
              </p:cNvSpPr>
              <p:nvPr/>
            </p:nvSpPr>
            <p:spPr bwMode="auto">
              <a:xfrm flipV="1">
                <a:off x="1750" y="3161"/>
                <a:ext cx="227" cy="227"/>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64" name="Line 884">
                <a:extLst>
                  <a:ext uri="{FF2B5EF4-FFF2-40B4-BE49-F238E27FC236}">
                    <a16:creationId xmlns:a16="http://schemas.microsoft.com/office/drawing/2014/main" id="{439A1751-2410-41A3-9940-7682F3D3BDB5}"/>
                  </a:ext>
                </a:extLst>
              </p:cNvPr>
              <p:cNvSpPr>
                <a:spLocks noChangeShapeType="1"/>
              </p:cNvSpPr>
              <p:nvPr/>
            </p:nvSpPr>
            <p:spPr bwMode="auto">
              <a:xfrm flipH="1" flipV="1">
                <a:off x="1750" y="2934"/>
                <a:ext cx="227" cy="227"/>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2837" name="Group 1093">
            <a:extLst>
              <a:ext uri="{FF2B5EF4-FFF2-40B4-BE49-F238E27FC236}">
                <a16:creationId xmlns:a16="http://schemas.microsoft.com/office/drawing/2014/main" id="{58DB938D-93A2-456F-9400-EE30E0072E46}"/>
              </a:ext>
            </a:extLst>
          </p:cNvPr>
          <p:cNvGrpSpPr>
            <a:grpSpLocks/>
          </p:cNvGrpSpPr>
          <p:nvPr/>
        </p:nvGrpSpPr>
        <p:grpSpPr bwMode="auto">
          <a:xfrm>
            <a:off x="685800" y="825500"/>
            <a:ext cx="7194550" cy="5734050"/>
            <a:chOff x="432" y="520"/>
            <a:chExt cx="4532" cy="3612"/>
          </a:xfrm>
        </p:grpSpPr>
        <p:grpSp>
          <p:nvGrpSpPr>
            <p:cNvPr id="32830" name="Group 1086">
              <a:extLst>
                <a:ext uri="{FF2B5EF4-FFF2-40B4-BE49-F238E27FC236}">
                  <a16:creationId xmlns:a16="http://schemas.microsoft.com/office/drawing/2014/main" id="{0B61EDCB-F892-482A-8DEF-70CA75D8CEC8}"/>
                </a:ext>
              </a:extLst>
            </p:cNvPr>
            <p:cNvGrpSpPr>
              <a:grpSpLocks/>
            </p:cNvGrpSpPr>
            <p:nvPr/>
          </p:nvGrpSpPr>
          <p:grpSpPr bwMode="auto">
            <a:xfrm>
              <a:off x="432" y="520"/>
              <a:ext cx="2278" cy="1604"/>
              <a:chOff x="432" y="520"/>
              <a:chExt cx="2278" cy="1604"/>
            </a:xfrm>
          </p:grpSpPr>
          <p:sp>
            <p:nvSpPr>
              <p:cNvPr id="21367" name="Line 887">
                <a:extLst>
                  <a:ext uri="{FF2B5EF4-FFF2-40B4-BE49-F238E27FC236}">
                    <a16:creationId xmlns:a16="http://schemas.microsoft.com/office/drawing/2014/main" id="{DE30A233-33C2-4D21-9A16-836A01DDE40D}"/>
                  </a:ext>
                </a:extLst>
              </p:cNvPr>
              <p:cNvSpPr>
                <a:spLocks noChangeShapeType="1"/>
              </p:cNvSpPr>
              <p:nvPr/>
            </p:nvSpPr>
            <p:spPr bwMode="auto">
              <a:xfrm flipV="1">
                <a:off x="432" y="1235"/>
                <a:ext cx="400" cy="71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68" name="Line 888">
                <a:extLst>
                  <a:ext uri="{FF2B5EF4-FFF2-40B4-BE49-F238E27FC236}">
                    <a16:creationId xmlns:a16="http://schemas.microsoft.com/office/drawing/2014/main" id="{FC0F07BB-91BF-4A71-8917-3771E7F2EB1F}"/>
                  </a:ext>
                </a:extLst>
              </p:cNvPr>
              <p:cNvSpPr>
                <a:spLocks noChangeShapeType="1"/>
              </p:cNvSpPr>
              <p:nvPr/>
            </p:nvSpPr>
            <p:spPr bwMode="auto">
              <a:xfrm flipH="1" flipV="1">
                <a:off x="2310" y="1235"/>
                <a:ext cx="400" cy="71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69" name="Line 889">
                <a:extLst>
                  <a:ext uri="{FF2B5EF4-FFF2-40B4-BE49-F238E27FC236}">
                    <a16:creationId xmlns:a16="http://schemas.microsoft.com/office/drawing/2014/main" id="{9A6AA4EB-EEBF-45FD-89A3-BE7305EA42DD}"/>
                  </a:ext>
                </a:extLst>
              </p:cNvPr>
              <p:cNvSpPr>
                <a:spLocks noChangeShapeType="1"/>
              </p:cNvSpPr>
              <p:nvPr/>
            </p:nvSpPr>
            <p:spPr bwMode="auto">
              <a:xfrm flipH="1">
                <a:off x="1176" y="523"/>
                <a:ext cx="395" cy="712"/>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70" name="Line 890">
                <a:extLst>
                  <a:ext uri="{FF2B5EF4-FFF2-40B4-BE49-F238E27FC236}">
                    <a16:creationId xmlns:a16="http://schemas.microsoft.com/office/drawing/2014/main" id="{34B43A6E-9A19-4BF9-A112-F127C5ABDD86}"/>
                  </a:ext>
                </a:extLst>
              </p:cNvPr>
              <p:cNvSpPr>
                <a:spLocks noChangeShapeType="1"/>
              </p:cNvSpPr>
              <p:nvPr/>
            </p:nvSpPr>
            <p:spPr bwMode="auto">
              <a:xfrm flipH="1">
                <a:off x="681" y="1945"/>
                <a:ext cx="99" cy="178"/>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71" name="Line 891">
                <a:extLst>
                  <a:ext uri="{FF2B5EF4-FFF2-40B4-BE49-F238E27FC236}">
                    <a16:creationId xmlns:a16="http://schemas.microsoft.com/office/drawing/2014/main" id="{B2F3F1A1-B83B-40D5-A32A-2BC60B334E79}"/>
                  </a:ext>
                </a:extLst>
              </p:cNvPr>
              <p:cNvSpPr>
                <a:spLocks noChangeShapeType="1"/>
              </p:cNvSpPr>
              <p:nvPr/>
            </p:nvSpPr>
            <p:spPr bwMode="auto">
              <a:xfrm>
                <a:off x="1571" y="523"/>
                <a:ext cx="395" cy="712"/>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72" name="Line 892">
                <a:extLst>
                  <a:ext uri="{FF2B5EF4-FFF2-40B4-BE49-F238E27FC236}">
                    <a16:creationId xmlns:a16="http://schemas.microsoft.com/office/drawing/2014/main" id="{5136B82F-4CE9-4E14-8720-4A472D4A9A11}"/>
                  </a:ext>
                </a:extLst>
              </p:cNvPr>
              <p:cNvSpPr>
                <a:spLocks noChangeShapeType="1"/>
              </p:cNvSpPr>
              <p:nvPr/>
            </p:nvSpPr>
            <p:spPr bwMode="auto">
              <a:xfrm>
                <a:off x="2362" y="1945"/>
                <a:ext cx="100" cy="178"/>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73" name="Freeform 893">
                <a:extLst>
                  <a:ext uri="{FF2B5EF4-FFF2-40B4-BE49-F238E27FC236}">
                    <a16:creationId xmlns:a16="http://schemas.microsoft.com/office/drawing/2014/main" id="{11CC196C-4176-4FC8-BFD4-D17BDCA18621}"/>
                  </a:ext>
                </a:extLst>
              </p:cNvPr>
              <p:cNvSpPr>
                <a:spLocks noChangeArrowheads="1"/>
              </p:cNvSpPr>
              <p:nvPr/>
            </p:nvSpPr>
            <p:spPr bwMode="auto">
              <a:xfrm>
                <a:off x="1967" y="1236"/>
                <a:ext cx="343" cy="1"/>
              </a:xfrm>
              <a:custGeom>
                <a:avLst/>
                <a:gdLst>
                  <a:gd name="T0" fmla="*/ 0 w 343"/>
                  <a:gd name="T1" fmla="*/ 1 h 1"/>
                  <a:gd name="T2" fmla="*/ 343 w 343"/>
                  <a:gd name="T3" fmla="*/ 0 h 1"/>
                </a:gdLst>
                <a:ahLst/>
                <a:cxnLst>
                  <a:cxn ang="0">
                    <a:pos x="T0" y="T1"/>
                  </a:cxn>
                  <a:cxn ang="0">
                    <a:pos x="T2" y="T3"/>
                  </a:cxn>
                </a:cxnLst>
                <a:rect l="0" t="0" r="r" b="b"/>
                <a:pathLst>
                  <a:path w="343" h="1">
                    <a:moveTo>
                      <a:pt x="0" y="1"/>
                    </a:moveTo>
                    <a:lnTo>
                      <a:pt x="343" y="0"/>
                    </a:lnTo>
                  </a:path>
                </a:pathLst>
              </a:custGeom>
              <a:solidFill>
                <a:srgbClr val="FFFFFF"/>
              </a:solidFill>
              <a:ln w="50800">
                <a:solidFill>
                  <a:srgbClr val="000000"/>
                </a:solidFill>
                <a:prstDash val="solid"/>
                <a:round/>
                <a:headEnd/>
                <a:tailEnd/>
              </a:ln>
            </p:spPr>
            <p:txBody>
              <a:bodyPr/>
              <a:lstStyle/>
              <a:p>
                <a:endParaRPr lang="en-US"/>
              </a:p>
            </p:txBody>
          </p:sp>
          <p:sp>
            <p:nvSpPr>
              <p:cNvPr id="21374" name="Line 894">
                <a:extLst>
                  <a:ext uri="{FF2B5EF4-FFF2-40B4-BE49-F238E27FC236}">
                    <a16:creationId xmlns:a16="http://schemas.microsoft.com/office/drawing/2014/main" id="{8A647C32-5FE1-4A63-BE9D-08F0D97B81CD}"/>
                  </a:ext>
                </a:extLst>
              </p:cNvPr>
              <p:cNvSpPr>
                <a:spLocks noChangeShapeType="1"/>
              </p:cNvSpPr>
              <p:nvPr/>
            </p:nvSpPr>
            <p:spPr bwMode="auto">
              <a:xfrm>
                <a:off x="2362" y="1945"/>
                <a:ext cx="348"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75" name="Freeform 895">
                <a:extLst>
                  <a:ext uri="{FF2B5EF4-FFF2-40B4-BE49-F238E27FC236}">
                    <a16:creationId xmlns:a16="http://schemas.microsoft.com/office/drawing/2014/main" id="{530F08AF-977E-4153-A651-CEBCA98A89F0}"/>
                  </a:ext>
                </a:extLst>
              </p:cNvPr>
              <p:cNvSpPr>
                <a:spLocks noChangeArrowheads="1"/>
              </p:cNvSpPr>
              <p:nvPr/>
            </p:nvSpPr>
            <p:spPr bwMode="auto">
              <a:xfrm>
                <a:off x="1570" y="520"/>
                <a:ext cx="1" cy="1603"/>
              </a:xfrm>
              <a:custGeom>
                <a:avLst/>
                <a:gdLst>
                  <a:gd name="T0" fmla="*/ 1 w 1"/>
                  <a:gd name="T1" fmla="*/ 1603 h 1603"/>
                  <a:gd name="T2" fmla="*/ 0 w 1"/>
                  <a:gd name="T3" fmla="*/ 0 h 1603"/>
                </a:gdLst>
                <a:ahLst/>
                <a:cxnLst>
                  <a:cxn ang="0">
                    <a:pos x="T0" y="T1"/>
                  </a:cxn>
                  <a:cxn ang="0">
                    <a:pos x="T2" y="T3"/>
                  </a:cxn>
                </a:cxnLst>
                <a:rect l="0" t="0" r="r" b="b"/>
                <a:pathLst>
                  <a:path w="1" h="1603">
                    <a:moveTo>
                      <a:pt x="1" y="1603"/>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21376" name="Line 896">
                <a:extLst>
                  <a:ext uri="{FF2B5EF4-FFF2-40B4-BE49-F238E27FC236}">
                    <a16:creationId xmlns:a16="http://schemas.microsoft.com/office/drawing/2014/main" id="{47821885-3156-4820-8A5D-67A6553A91DF}"/>
                  </a:ext>
                </a:extLst>
              </p:cNvPr>
              <p:cNvSpPr>
                <a:spLocks noChangeShapeType="1"/>
              </p:cNvSpPr>
              <p:nvPr/>
            </p:nvSpPr>
            <p:spPr bwMode="auto">
              <a:xfrm>
                <a:off x="681" y="2123"/>
                <a:ext cx="178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77" name="Freeform 897">
                <a:extLst>
                  <a:ext uri="{FF2B5EF4-FFF2-40B4-BE49-F238E27FC236}">
                    <a16:creationId xmlns:a16="http://schemas.microsoft.com/office/drawing/2014/main" id="{27F7188A-8C01-46BC-815F-EC2B3550A212}"/>
                  </a:ext>
                </a:extLst>
              </p:cNvPr>
              <p:cNvSpPr>
                <a:spLocks noChangeArrowheads="1"/>
              </p:cNvSpPr>
              <p:nvPr/>
            </p:nvSpPr>
            <p:spPr bwMode="auto">
              <a:xfrm>
                <a:off x="832" y="1234"/>
                <a:ext cx="341" cy="1"/>
              </a:xfrm>
              <a:custGeom>
                <a:avLst/>
                <a:gdLst>
                  <a:gd name="T0" fmla="*/ 0 w 341"/>
                  <a:gd name="T1" fmla="*/ 1 h 1"/>
                  <a:gd name="T2" fmla="*/ 341 w 341"/>
                  <a:gd name="T3" fmla="*/ 0 h 1"/>
                </a:gdLst>
                <a:ahLst/>
                <a:cxnLst>
                  <a:cxn ang="0">
                    <a:pos x="T0" y="T1"/>
                  </a:cxn>
                  <a:cxn ang="0">
                    <a:pos x="T2" y="T3"/>
                  </a:cxn>
                </a:cxnLst>
                <a:rect l="0" t="0" r="r" b="b"/>
                <a:pathLst>
                  <a:path w="341" h="1">
                    <a:moveTo>
                      <a:pt x="0" y="1"/>
                    </a:moveTo>
                    <a:lnTo>
                      <a:pt x="341" y="0"/>
                    </a:lnTo>
                  </a:path>
                </a:pathLst>
              </a:custGeom>
              <a:solidFill>
                <a:srgbClr val="FFFFFF"/>
              </a:solidFill>
              <a:ln w="50800">
                <a:solidFill>
                  <a:srgbClr val="000000"/>
                </a:solidFill>
                <a:prstDash val="solid"/>
                <a:round/>
                <a:headEnd/>
                <a:tailEnd/>
              </a:ln>
            </p:spPr>
            <p:txBody>
              <a:bodyPr/>
              <a:lstStyle/>
              <a:p>
                <a:endParaRPr lang="en-US"/>
              </a:p>
            </p:txBody>
          </p:sp>
          <p:sp>
            <p:nvSpPr>
              <p:cNvPr id="21378" name="Line 898">
                <a:extLst>
                  <a:ext uri="{FF2B5EF4-FFF2-40B4-BE49-F238E27FC236}">
                    <a16:creationId xmlns:a16="http://schemas.microsoft.com/office/drawing/2014/main" id="{646E727F-557E-4C49-87E7-DE0F6335D7E5}"/>
                  </a:ext>
                </a:extLst>
              </p:cNvPr>
              <p:cNvSpPr>
                <a:spLocks noChangeShapeType="1"/>
              </p:cNvSpPr>
              <p:nvPr/>
            </p:nvSpPr>
            <p:spPr bwMode="auto">
              <a:xfrm>
                <a:off x="432" y="1945"/>
                <a:ext cx="348"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34" name="Group 1090">
              <a:extLst>
                <a:ext uri="{FF2B5EF4-FFF2-40B4-BE49-F238E27FC236}">
                  <a16:creationId xmlns:a16="http://schemas.microsoft.com/office/drawing/2014/main" id="{F3FB88B4-25E5-4F48-8F7C-E96465CF866C}"/>
                </a:ext>
              </a:extLst>
            </p:cNvPr>
            <p:cNvGrpSpPr>
              <a:grpSpLocks/>
            </p:cNvGrpSpPr>
            <p:nvPr/>
          </p:nvGrpSpPr>
          <p:grpSpPr bwMode="auto">
            <a:xfrm>
              <a:off x="432" y="2354"/>
              <a:ext cx="2278" cy="1778"/>
              <a:chOff x="432" y="2354"/>
              <a:chExt cx="2278" cy="1778"/>
            </a:xfrm>
          </p:grpSpPr>
          <p:sp>
            <p:nvSpPr>
              <p:cNvPr id="21380" name="Freeform 900">
                <a:extLst>
                  <a:ext uri="{FF2B5EF4-FFF2-40B4-BE49-F238E27FC236}">
                    <a16:creationId xmlns:a16="http://schemas.microsoft.com/office/drawing/2014/main" id="{643762C1-30FE-469A-8B7D-37F846AEA8BD}"/>
                  </a:ext>
                </a:extLst>
              </p:cNvPr>
              <p:cNvSpPr>
                <a:spLocks noChangeArrowheads="1"/>
              </p:cNvSpPr>
              <p:nvPr/>
            </p:nvSpPr>
            <p:spPr bwMode="auto">
              <a:xfrm>
                <a:off x="681" y="3243"/>
                <a:ext cx="495" cy="1"/>
              </a:xfrm>
              <a:custGeom>
                <a:avLst/>
                <a:gdLst>
                  <a:gd name="T0" fmla="*/ 0 w 495"/>
                  <a:gd name="T1" fmla="*/ 0 h 1"/>
                  <a:gd name="T2" fmla="*/ 495 w 495"/>
                  <a:gd name="T3" fmla="*/ 1 h 1"/>
                </a:gdLst>
                <a:ahLst/>
                <a:cxnLst>
                  <a:cxn ang="0">
                    <a:pos x="T0" y="T1"/>
                  </a:cxn>
                  <a:cxn ang="0">
                    <a:pos x="T2" y="T3"/>
                  </a:cxn>
                </a:cxnLst>
                <a:rect l="0" t="0" r="r" b="b"/>
                <a:pathLst>
                  <a:path w="495" h="1">
                    <a:moveTo>
                      <a:pt x="0" y="0"/>
                    </a:moveTo>
                    <a:lnTo>
                      <a:pt x="495" y="1"/>
                    </a:lnTo>
                  </a:path>
                </a:pathLst>
              </a:custGeom>
              <a:solidFill>
                <a:srgbClr val="FFFFFF"/>
              </a:solidFill>
              <a:ln w="28575" cap="flat" cmpd="sng">
                <a:solidFill>
                  <a:srgbClr val="000000"/>
                </a:solidFill>
                <a:prstDash val="lgDash"/>
                <a:round/>
                <a:headEnd/>
                <a:tailEnd/>
              </a:ln>
            </p:spPr>
            <p:txBody>
              <a:bodyPr/>
              <a:lstStyle/>
              <a:p>
                <a:endParaRPr lang="en-US"/>
              </a:p>
            </p:txBody>
          </p:sp>
          <p:sp>
            <p:nvSpPr>
              <p:cNvPr id="21381" name="Freeform 901">
                <a:extLst>
                  <a:ext uri="{FF2B5EF4-FFF2-40B4-BE49-F238E27FC236}">
                    <a16:creationId xmlns:a16="http://schemas.microsoft.com/office/drawing/2014/main" id="{27695740-A34E-4BBC-B7F4-0397C3D01A15}"/>
                  </a:ext>
                </a:extLst>
              </p:cNvPr>
              <p:cNvSpPr>
                <a:spLocks noChangeArrowheads="1"/>
              </p:cNvSpPr>
              <p:nvPr/>
            </p:nvSpPr>
            <p:spPr bwMode="auto">
              <a:xfrm>
                <a:off x="1963" y="3244"/>
                <a:ext cx="499" cy="1"/>
              </a:xfrm>
              <a:custGeom>
                <a:avLst/>
                <a:gdLst>
                  <a:gd name="T0" fmla="*/ 0 w 499"/>
                  <a:gd name="T1" fmla="*/ 0 h 1"/>
                  <a:gd name="T2" fmla="*/ 499 w 499"/>
                  <a:gd name="T3" fmla="*/ 0 h 1"/>
                </a:gdLst>
                <a:ahLst/>
                <a:cxnLst>
                  <a:cxn ang="0">
                    <a:pos x="T0" y="T1"/>
                  </a:cxn>
                  <a:cxn ang="0">
                    <a:pos x="T2" y="T3"/>
                  </a:cxn>
                </a:cxnLst>
                <a:rect l="0" t="0" r="r" b="b"/>
                <a:pathLst>
                  <a:path w="499" h="1">
                    <a:moveTo>
                      <a:pt x="0" y="0"/>
                    </a:moveTo>
                    <a:lnTo>
                      <a:pt x="499" y="0"/>
                    </a:lnTo>
                  </a:path>
                </a:pathLst>
              </a:custGeom>
              <a:solidFill>
                <a:srgbClr val="FFFFFF"/>
              </a:solidFill>
              <a:ln w="28575" cap="flat" cmpd="sng">
                <a:solidFill>
                  <a:srgbClr val="000000"/>
                </a:solidFill>
                <a:prstDash val="lgDash"/>
                <a:round/>
                <a:headEnd/>
                <a:tailEnd/>
              </a:ln>
            </p:spPr>
            <p:txBody>
              <a:bodyPr/>
              <a:lstStyle/>
              <a:p>
                <a:endParaRPr lang="en-US"/>
              </a:p>
            </p:txBody>
          </p:sp>
          <p:grpSp>
            <p:nvGrpSpPr>
              <p:cNvPr id="32833" name="Group 1089">
                <a:extLst>
                  <a:ext uri="{FF2B5EF4-FFF2-40B4-BE49-F238E27FC236}">
                    <a16:creationId xmlns:a16="http://schemas.microsoft.com/office/drawing/2014/main" id="{25AD9A2C-D81D-4B5D-82EF-B08FC8F8022B}"/>
                  </a:ext>
                </a:extLst>
              </p:cNvPr>
              <p:cNvGrpSpPr>
                <a:grpSpLocks/>
              </p:cNvGrpSpPr>
              <p:nvPr/>
            </p:nvGrpSpPr>
            <p:grpSpPr bwMode="auto">
              <a:xfrm>
                <a:off x="432" y="2354"/>
                <a:ext cx="2278" cy="1778"/>
                <a:chOff x="432" y="2354"/>
                <a:chExt cx="2278" cy="1778"/>
              </a:xfrm>
            </p:grpSpPr>
            <p:grpSp>
              <p:nvGrpSpPr>
                <p:cNvPr id="32832" name="Group 1088">
                  <a:extLst>
                    <a:ext uri="{FF2B5EF4-FFF2-40B4-BE49-F238E27FC236}">
                      <a16:creationId xmlns:a16="http://schemas.microsoft.com/office/drawing/2014/main" id="{87C633D6-7F87-45A0-A1C0-5B37B7919E55}"/>
                    </a:ext>
                  </a:extLst>
                </p:cNvPr>
                <p:cNvGrpSpPr>
                  <a:grpSpLocks/>
                </p:cNvGrpSpPr>
                <p:nvPr/>
              </p:nvGrpSpPr>
              <p:grpSpPr bwMode="auto">
                <a:xfrm>
                  <a:off x="681" y="2621"/>
                  <a:ext cx="1781" cy="1245"/>
                  <a:chOff x="681" y="2621"/>
                  <a:chExt cx="1781" cy="1245"/>
                </a:xfrm>
              </p:grpSpPr>
              <p:sp>
                <p:nvSpPr>
                  <p:cNvPr id="21384" name="Line 904">
                    <a:extLst>
                      <a:ext uri="{FF2B5EF4-FFF2-40B4-BE49-F238E27FC236}">
                        <a16:creationId xmlns:a16="http://schemas.microsoft.com/office/drawing/2014/main" id="{ED78C1AF-A77A-4C71-96F3-FB4CD8CFD69D}"/>
                      </a:ext>
                    </a:extLst>
                  </p:cNvPr>
                  <p:cNvSpPr>
                    <a:spLocks noChangeShapeType="1"/>
                  </p:cNvSpPr>
                  <p:nvPr/>
                </p:nvSpPr>
                <p:spPr bwMode="auto">
                  <a:xfrm flipV="1">
                    <a:off x="681" y="2621"/>
                    <a:ext cx="623" cy="622"/>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385" name="Line 905">
                    <a:extLst>
                      <a:ext uri="{FF2B5EF4-FFF2-40B4-BE49-F238E27FC236}">
                        <a16:creationId xmlns:a16="http://schemas.microsoft.com/office/drawing/2014/main" id="{4E17DAFA-350A-4FDA-B5FC-04BFD7FB118F}"/>
                      </a:ext>
                    </a:extLst>
                  </p:cNvPr>
                  <p:cNvSpPr>
                    <a:spLocks noChangeShapeType="1"/>
                  </p:cNvSpPr>
                  <p:nvPr/>
                </p:nvSpPr>
                <p:spPr bwMode="auto">
                  <a:xfrm flipH="1" flipV="1">
                    <a:off x="1838" y="2621"/>
                    <a:ext cx="624" cy="622"/>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386" name="Line 906">
                    <a:extLst>
                      <a:ext uri="{FF2B5EF4-FFF2-40B4-BE49-F238E27FC236}">
                        <a16:creationId xmlns:a16="http://schemas.microsoft.com/office/drawing/2014/main" id="{C814A8FF-2F20-49E3-91EF-0A1F8AD49E5C}"/>
                      </a:ext>
                    </a:extLst>
                  </p:cNvPr>
                  <p:cNvSpPr>
                    <a:spLocks noChangeShapeType="1"/>
                  </p:cNvSpPr>
                  <p:nvPr/>
                </p:nvSpPr>
                <p:spPr bwMode="auto">
                  <a:xfrm>
                    <a:off x="681" y="3243"/>
                    <a:ext cx="623" cy="623"/>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387" name="Line 907">
                    <a:extLst>
                      <a:ext uri="{FF2B5EF4-FFF2-40B4-BE49-F238E27FC236}">
                        <a16:creationId xmlns:a16="http://schemas.microsoft.com/office/drawing/2014/main" id="{6BBA62EC-AF49-4FCA-A30F-402BB1936C16}"/>
                      </a:ext>
                    </a:extLst>
                  </p:cNvPr>
                  <p:cNvSpPr>
                    <a:spLocks noChangeShapeType="1"/>
                  </p:cNvSpPr>
                  <p:nvPr/>
                </p:nvSpPr>
                <p:spPr bwMode="auto">
                  <a:xfrm flipH="1">
                    <a:off x="1838" y="3243"/>
                    <a:ext cx="624" cy="623"/>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31" name="Group 1087">
                  <a:extLst>
                    <a:ext uri="{FF2B5EF4-FFF2-40B4-BE49-F238E27FC236}">
                      <a16:creationId xmlns:a16="http://schemas.microsoft.com/office/drawing/2014/main" id="{DE1EDBC9-9100-4CE4-B7BD-6496B5D72CDD}"/>
                    </a:ext>
                  </a:extLst>
                </p:cNvPr>
                <p:cNvGrpSpPr>
                  <a:grpSpLocks/>
                </p:cNvGrpSpPr>
                <p:nvPr/>
              </p:nvGrpSpPr>
              <p:grpSpPr bwMode="auto">
                <a:xfrm>
                  <a:off x="432" y="2354"/>
                  <a:ext cx="2278" cy="1778"/>
                  <a:chOff x="432" y="2354"/>
                  <a:chExt cx="2278" cy="1778"/>
                </a:xfrm>
              </p:grpSpPr>
              <p:sp>
                <p:nvSpPr>
                  <p:cNvPr id="21389" name="Line 909">
                    <a:extLst>
                      <a:ext uri="{FF2B5EF4-FFF2-40B4-BE49-F238E27FC236}">
                        <a16:creationId xmlns:a16="http://schemas.microsoft.com/office/drawing/2014/main" id="{16B77B77-C7DD-4868-BDF9-A232375F1371}"/>
                      </a:ext>
                    </a:extLst>
                  </p:cNvPr>
                  <p:cNvSpPr>
                    <a:spLocks noChangeShapeType="1"/>
                  </p:cNvSpPr>
                  <p:nvPr/>
                </p:nvSpPr>
                <p:spPr bwMode="auto">
                  <a:xfrm flipH="1" flipV="1">
                    <a:off x="2310" y="3470"/>
                    <a:ext cx="400" cy="396"/>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390" name="Group 910">
                    <a:extLst>
                      <a:ext uri="{FF2B5EF4-FFF2-40B4-BE49-F238E27FC236}">
                        <a16:creationId xmlns:a16="http://schemas.microsoft.com/office/drawing/2014/main" id="{3EA320B3-F9C5-4383-88D1-9A83ADDB4576}"/>
                      </a:ext>
                    </a:extLst>
                  </p:cNvPr>
                  <p:cNvGrpSpPr>
                    <a:grpSpLocks/>
                  </p:cNvGrpSpPr>
                  <p:nvPr/>
                </p:nvGrpSpPr>
                <p:grpSpPr bwMode="auto">
                  <a:xfrm>
                    <a:off x="432" y="2354"/>
                    <a:ext cx="2278" cy="1778"/>
                    <a:chOff x="443" y="2272"/>
                    <a:chExt cx="2278" cy="1778"/>
                  </a:xfrm>
                </p:grpSpPr>
                <p:grpSp>
                  <p:nvGrpSpPr>
                    <p:cNvPr id="21391" name="Group 911">
                      <a:extLst>
                        <a:ext uri="{FF2B5EF4-FFF2-40B4-BE49-F238E27FC236}">
                          <a16:creationId xmlns:a16="http://schemas.microsoft.com/office/drawing/2014/main" id="{8483239B-1FE1-4CD3-A39D-7403706B4272}"/>
                        </a:ext>
                      </a:extLst>
                    </p:cNvPr>
                    <p:cNvGrpSpPr>
                      <a:grpSpLocks/>
                    </p:cNvGrpSpPr>
                    <p:nvPr/>
                  </p:nvGrpSpPr>
                  <p:grpSpPr bwMode="auto">
                    <a:xfrm>
                      <a:off x="1188" y="2273"/>
                      <a:ext cx="789" cy="1777"/>
                      <a:chOff x="1188" y="2273"/>
                      <a:chExt cx="789" cy="1777"/>
                    </a:xfrm>
                  </p:grpSpPr>
                  <p:sp>
                    <p:nvSpPr>
                      <p:cNvPr id="21392" name="Freeform 912">
                        <a:extLst>
                          <a:ext uri="{FF2B5EF4-FFF2-40B4-BE49-F238E27FC236}">
                            <a16:creationId xmlns:a16="http://schemas.microsoft.com/office/drawing/2014/main" id="{D4294C07-87E4-40B9-A452-12BF43D514F2}"/>
                          </a:ext>
                        </a:extLst>
                      </p:cNvPr>
                      <p:cNvSpPr>
                        <a:spLocks noChangeArrowheads="1"/>
                      </p:cNvSpPr>
                      <p:nvPr/>
                    </p:nvSpPr>
                    <p:spPr bwMode="auto">
                      <a:xfrm>
                        <a:off x="1582" y="2273"/>
                        <a:ext cx="1" cy="1777"/>
                      </a:xfrm>
                      <a:custGeom>
                        <a:avLst/>
                        <a:gdLst>
                          <a:gd name="T0" fmla="*/ 0 w 1"/>
                          <a:gd name="T1" fmla="*/ 1777 h 1777"/>
                          <a:gd name="T2" fmla="*/ 0 w 1"/>
                          <a:gd name="T3" fmla="*/ 0 h 1777"/>
                        </a:gdLst>
                        <a:ahLst/>
                        <a:cxnLst>
                          <a:cxn ang="0">
                            <a:pos x="T0" y="T1"/>
                          </a:cxn>
                          <a:cxn ang="0">
                            <a:pos x="T2" y="T3"/>
                          </a:cxn>
                        </a:cxnLst>
                        <a:rect l="0" t="0" r="r" b="b"/>
                        <a:pathLst>
                          <a:path w="1" h="1777">
                            <a:moveTo>
                              <a:pt x="0" y="1777"/>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21393" name="Freeform 913">
                        <a:extLst>
                          <a:ext uri="{FF2B5EF4-FFF2-40B4-BE49-F238E27FC236}">
                            <a16:creationId xmlns:a16="http://schemas.microsoft.com/office/drawing/2014/main" id="{95973160-2F2D-4340-8FD0-9CDAFBFFF525}"/>
                          </a:ext>
                        </a:extLst>
                      </p:cNvPr>
                      <p:cNvSpPr>
                        <a:spLocks noChangeArrowheads="1"/>
                      </p:cNvSpPr>
                      <p:nvPr/>
                    </p:nvSpPr>
                    <p:spPr bwMode="auto">
                      <a:xfrm>
                        <a:off x="1188" y="3162"/>
                        <a:ext cx="789" cy="1"/>
                      </a:xfrm>
                      <a:custGeom>
                        <a:avLst/>
                        <a:gdLst>
                          <a:gd name="T0" fmla="*/ 0 w 789"/>
                          <a:gd name="T1" fmla="*/ 0 h 1"/>
                          <a:gd name="T2" fmla="*/ 789 w 789"/>
                          <a:gd name="T3" fmla="*/ 0 h 1"/>
                        </a:gdLst>
                        <a:ahLst/>
                        <a:cxnLst>
                          <a:cxn ang="0">
                            <a:pos x="T0" y="T1"/>
                          </a:cxn>
                          <a:cxn ang="0">
                            <a:pos x="T2" y="T3"/>
                          </a:cxn>
                        </a:cxnLst>
                        <a:rect l="0" t="0" r="r" b="b"/>
                        <a:pathLst>
                          <a:path w="789" h="1">
                            <a:moveTo>
                              <a:pt x="0" y="0"/>
                            </a:moveTo>
                            <a:lnTo>
                              <a:pt x="789" y="0"/>
                            </a:lnTo>
                          </a:path>
                        </a:pathLst>
                      </a:custGeom>
                      <a:solidFill>
                        <a:srgbClr val="FFFFFF"/>
                      </a:solidFill>
                      <a:ln w="50800">
                        <a:solidFill>
                          <a:srgbClr val="000000"/>
                        </a:solidFill>
                        <a:prstDash val="solid"/>
                        <a:round/>
                        <a:headEnd/>
                        <a:tailEnd/>
                      </a:ln>
                    </p:spPr>
                    <p:txBody>
                      <a:bodyPr/>
                      <a:lstStyle/>
                      <a:p>
                        <a:endParaRPr lang="en-US"/>
                      </a:p>
                    </p:txBody>
                  </p:sp>
                </p:grpSp>
                <p:grpSp>
                  <p:nvGrpSpPr>
                    <p:cNvPr id="21394" name="Group 914">
                      <a:extLst>
                        <a:ext uri="{FF2B5EF4-FFF2-40B4-BE49-F238E27FC236}">
                          <a16:creationId xmlns:a16="http://schemas.microsoft.com/office/drawing/2014/main" id="{D3255E05-23E1-471C-9CFF-E5D874D4254A}"/>
                        </a:ext>
                      </a:extLst>
                    </p:cNvPr>
                    <p:cNvGrpSpPr>
                      <a:grpSpLocks/>
                    </p:cNvGrpSpPr>
                    <p:nvPr/>
                  </p:nvGrpSpPr>
                  <p:grpSpPr bwMode="auto">
                    <a:xfrm>
                      <a:off x="443" y="2272"/>
                      <a:ext cx="2278" cy="1778"/>
                      <a:chOff x="443" y="2272"/>
                      <a:chExt cx="2278" cy="1778"/>
                    </a:xfrm>
                  </p:grpSpPr>
                  <p:sp>
                    <p:nvSpPr>
                      <p:cNvPr id="21395" name="Freeform 915">
                        <a:extLst>
                          <a:ext uri="{FF2B5EF4-FFF2-40B4-BE49-F238E27FC236}">
                            <a16:creationId xmlns:a16="http://schemas.microsoft.com/office/drawing/2014/main" id="{04E7C28F-FBB9-4F5F-A8CE-9E68DDF3A90D}"/>
                          </a:ext>
                        </a:extLst>
                      </p:cNvPr>
                      <p:cNvSpPr>
                        <a:spLocks noChangeArrowheads="1"/>
                      </p:cNvSpPr>
                      <p:nvPr/>
                    </p:nvSpPr>
                    <p:spPr bwMode="auto">
                      <a:xfrm>
                        <a:off x="843" y="2934"/>
                        <a:ext cx="572" cy="1"/>
                      </a:xfrm>
                      <a:custGeom>
                        <a:avLst/>
                        <a:gdLst>
                          <a:gd name="T0" fmla="*/ 0 w 572"/>
                          <a:gd name="T1" fmla="*/ 0 h 1"/>
                          <a:gd name="T2" fmla="*/ 572 w 572"/>
                          <a:gd name="T3" fmla="*/ 0 h 1"/>
                        </a:gdLst>
                        <a:ahLst/>
                        <a:cxnLst>
                          <a:cxn ang="0">
                            <a:pos x="T0" y="T1"/>
                          </a:cxn>
                          <a:cxn ang="0">
                            <a:pos x="T2" y="T3"/>
                          </a:cxn>
                        </a:cxnLst>
                        <a:rect l="0" t="0" r="r" b="b"/>
                        <a:pathLst>
                          <a:path w="572" h="1">
                            <a:moveTo>
                              <a:pt x="0" y="0"/>
                            </a:moveTo>
                            <a:lnTo>
                              <a:pt x="572" y="0"/>
                            </a:lnTo>
                          </a:path>
                        </a:pathLst>
                      </a:custGeom>
                      <a:solidFill>
                        <a:srgbClr val="FFFFFF"/>
                      </a:solidFill>
                      <a:ln w="50800">
                        <a:solidFill>
                          <a:srgbClr val="000000"/>
                        </a:solidFill>
                        <a:prstDash val="solid"/>
                        <a:round/>
                        <a:headEnd/>
                        <a:tailEnd/>
                      </a:ln>
                    </p:spPr>
                    <p:txBody>
                      <a:bodyPr/>
                      <a:lstStyle/>
                      <a:p>
                        <a:endParaRPr lang="en-US"/>
                      </a:p>
                    </p:txBody>
                  </p:sp>
                  <p:grpSp>
                    <p:nvGrpSpPr>
                      <p:cNvPr id="21396" name="Group 916">
                        <a:extLst>
                          <a:ext uri="{FF2B5EF4-FFF2-40B4-BE49-F238E27FC236}">
                            <a16:creationId xmlns:a16="http://schemas.microsoft.com/office/drawing/2014/main" id="{7C28711F-9D4F-4207-9AD4-DA8E733149EE}"/>
                          </a:ext>
                        </a:extLst>
                      </p:cNvPr>
                      <p:cNvGrpSpPr>
                        <a:grpSpLocks/>
                      </p:cNvGrpSpPr>
                      <p:nvPr/>
                    </p:nvGrpSpPr>
                    <p:grpSpPr bwMode="auto">
                      <a:xfrm>
                        <a:off x="443" y="2272"/>
                        <a:ext cx="2278" cy="1778"/>
                        <a:chOff x="443" y="2272"/>
                        <a:chExt cx="2278" cy="1778"/>
                      </a:xfrm>
                    </p:grpSpPr>
                    <p:sp>
                      <p:nvSpPr>
                        <p:cNvPr id="21397" name="Line 917">
                          <a:extLst>
                            <a:ext uri="{FF2B5EF4-FFF2-40B4-BE49-F238E27FC236}">
                              <a16:creationId xmlns:a16="http://schemas.microsoft.com/office/drawing/2014/main" id="{11C715B6-3D41-4EB2-A941-DCEAF9BF0461}"/>
                            </a:ext>
                          </a:extLst>
                        </p:cNvPr>
                        <p:cNvSpPr>
                          <a:spLocks noChangeShapeType="1"/>
                        </p:cNvSpPr>
                        <p:nvPr/>
                      </p:nvSpPr>
                      <p:spPr bwMode="auto">
                        <a:xfrm>
                          <a:off x="443" y="2539"/>
                          <a:ext cx="400" cy="395"/>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98" name="Line 918">
                          <a:extLst>
                            <a:ext uri="{FF2B5EF4-FFF2-40B4-BE49-F238E27FC236}">
                              <a16:creationId xmlns:a16="http://schemas.microsoft.com/office/drawing/2014/main" id="{AF0D4436-E2C9-47DD-A63D-A3CBEAF6500C}"/>
                            </a:ext>
                          </a:extLst>
                        </p:cNvPr>
                        <p:cNvSpPr>
                          <a:spLocks noChangeShapeType="1"/>
                        </p:cNvSpPr>
                        <p:nvPr/>
                      </p:nvSpPr>
                      <p:spPr bwMode="auto">
                        <a:xfrm flipH="1">
                          <a:off x="2321" y="2539"/>
                          <a:ext cx="400" cy="395"/>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99" name="Line 919">
                          <a:extLst>
                            <a:ext uri="{FF2B5EF4-FFF2-40B4-BE49-F238E27FC236}">
                              <a16:creationId xmlns:a16="http://schemas.microsoft.com/office/drawing/2014/main" id="{6B4CAD86-FA07-4B28-8B4B-72672F46FAAF}"/>
                            </a:ext>
                          </a:extLst>
                        </p:cNvPr>
                        <p:cNvSpPr>
                          <a:spLocks noChangeShapeType="1"/>
                        </p:cNvSpPr>
                        <p:nvPr/>
                      </p:nvSpPr>
                      <p:spPr bwMode="auto">
                        <a:xfrm flipV="1">
                          <a:off x="443" y="3388"/>
                          <a:ext cx="400" cy="396"/>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0" name="Line 920">
                          <a:extLst>
                            <a:ext uri="{FF2B5EF4-FFF2-40B4-BE49-F238E27FC236}">
                              <a16:creationId xmlns:a16="http://schemas.microsoft.com/office/drawing/2014/main" id="{4B5FD1C2-BF92-4EDD-8442-AAD800E7E99C}"/>
                            </a:ext>
                          </a:extLst>
                        </p:cNvPr>
                        <p:cNvSpPr>
                          <a:spLocks noChangeShapeType="1"/>
                        </p:cNvSpPr>
                        <p:nvPr/>
                      </p:nvSpPr>
                      <p:spPr bwMode="auto">
                        <a:xfrm flipH="1">
                          <a:off x="1315" y="2272"/>
                          <a:ext cx="267" cy="267"/>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1" name="Line 921">
                          <a:extLst>
                            <a:ext uri="{FF2B5EF4-FFF2-40B4-BE49-F238E27FC236}">
                              <a16:creationId xmlns:a16="http://schemas.microsoft.com/office/drawing/2014/main" id="{50A05FAA-68AA-4831-86AD-5BB786713604}"/>
                            </a:ext>
                          </a:extLst>
                        </p:cNvPr>
                        <p:cNvSpPr>
                          <a:spLocks noChangeShapeType="1"/>
                        </p:cNvSpPr>
                        <p:nvPr/>
                      </p:nvSpPr>
                      <p:spPr bwMode="auto">
                        <a:xfrm>
                          <a:off x="1582" y="2272"/>
                          <a:ext cx="267" cy="267"/>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2" name="Line 922">
                          <a:extLst>
                            <a:ext uri="{FF2B5EF4-FFF2-40B4-BE49-F238E27FC236}">
                              <a16:creationId xmlns:a16="http://schemas.microsoft.com/office/drawing/2014/main" id="{1EF28BB9-0C89-4CE7-B1C5-FB0F4FEACFE6}"/>
                            </a:ext>
                          </a:extLst>
                        </p:cNvPr>
                        <p:cNvSpPr>
                          <a:spLocks noChangeShapeType="1"/>
                        </p:cNvSpPr>
                        <p:nvPr/>
                      </p:nvSpPr>
                      <p:spPr bwMode="auto">
                        <a:xfrm flipV="1">
                          <a:off x="1582" y="3784"/>
                          <a:ext cx="267" cy="266"/>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3" name="Line 923">
                          <a:extLst>
                            <a:ext uri="{FF2B5EF4-FFF2-40B4-BE49-F238E27FC236}">
                              <a16:creationId xmlns:a16="http://schemas.microsoft.com/office/drawing/2014/main" id="{7D955A27-7345-4D49-B489-A213D24CC5C4}"/>
                            </a:ext>
                          </a:extLst>
                        </p:cNvPr>
                        <p:cNvSpPr>
                          <a:spLocks noChangeShapeType="1"/>
                        </p:cNvSpPr>
                        <p:nvPr/>
                      </p:nvSpPr>
                      <p:spPr bwMode="auto">
                        <a:xfrm flipH="1" flipV="1">
                          <a:off x="1315" y="3784"/>
                          <a:ext cx="267" cy="266"/>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4" name="Line 924">
                          <a:extLst>
                            <a:ext uri="{FF2B5EF4-FFF2-40B4-BE49-F238E27FC236}">
                              <a16:creationId xmlns:a16="http://schemas.microsoft.com/office/drawing/2014/main" id="{4F7BC815-A44F-41A1-91EF-2773CC67946C}"/>
                            </a:ext>
                          </a:extLst>
                        </p:cNvPr>
                        <p:cNvSpPr>
                          <a:spLocks noChangeShapeType="1"/>
                        </p:cNvSpPr>
                        <p:nvPr/>
                      </p:nvSpPr>
                      <p:spPr bwMode="auto">
                        <a:xfrm flipV="1">
                          <a:off x="843" y="2934"/>
                          <a:ext cx="1" cy="454"/>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5" name="Freeform 925">
                          <a:extLst>
                            <a:ext uri="{FF2B5EF4-FFF2-40B4-BE49-F238E27FC236}">
                              <a16:creationId xmlns:a16="http://schemas.microsoft.com/office/drawing/2014/main" id="{EDCC51AA-97DB-4FA3-863C-3CFA53C87447}"/>
                            </a:ext>
                          </a:extLst>
                        </p:cNvPr>
                        <p:cNvSpPr>
                          <a:spLocks noChangeArrowheads="1"/>
                        </p:cNvSpPr>
                        <p:nvPr/>
                      </p:nvSpPr>
                      <p:spPr bwMode="auto">
                        <a:xfrm>
                          <a:off x="2321" y="2934"/>
                          <a:ext cx="1" cy="454"/>
                        </a:xfrm>
                        <a:custGeom>
                          <a:avLst/>
                          <a:gdLst>
                            <a:gd name="T0" fmla="*/ 0 w 1"/>
                            <a:gd name="T1" fmla="*/ 454 h 454"/>
                            <a:gd name="T2" fmla="*/ 0 w 1"/>
                            <a:gd name="T3" fmla="*/ 0 h 454"/>
                          </a:gdLst>
                          <a:ahLst/>
                          <a:cxnLst>
                            <a:cxn ang="0">
                              <a:pos x="T0" y="T1"/>
                            </a:cxn>
                            <a:cxn ang="0">
                              <a:pos x="T2" y="T3"/>
                            </a:cxn>
                          </a:cxnLst>
                          <a:rect l="0" t="0" r="r" b="b"/>
                          <a:pathLst>
                            <a:path w="1" h="454">
                              <a:moveTo>
                                <a:pt x="0" y="454"/>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21406" name="Line 926">
                          <a:extLst>
                            <a:ext uri="{FF2B5EF4-FFF2-40B4-BE49-F238E27FC236}">
                              <a16:creationId xmlns:a16="http://schemas.microsoft.com/office/drawing/2014/main" id="{18D6D178-D272-49E6-BD28-9224246305C5}"/>
                            </a:ext>
                          </a:extLst>
                        </p:cNvPr>
                        <p:cNvSpPr>
                          <a:spLocks noChangeShapeType="1"/>
                        </p:cNvSpPr>
                        <p:nvPr/>
                      </p:nvSpPr>
                      <p:spPr bwMode="auto">
                        <a:xfrm>
                          <a:off x="843" y="3388"/>
                          <a:ext cx="57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7" name="Line 927">
                          <a:extLst>
                            <a:ext uri="{FF2B5EF4-FFF2-40B4-BE49-F238E27FC236}">
                              <a16:creationId xmlns:a16="http://schemas.microsoft.com/office/drawing/2014/main" id="{BE75C856-D323-450F-B752-099BA06FC00E}"/>
                            </a:ext>
                          </a:extLst>
                        </p:cNvPr>
                        <p:cNvSpPr>
                          <a:spLocks noChangeShapeType="1"/>
                        </p:cNvSpPr>
                        <p:nvPr/>
                      </p:nvSpPr>
                      <p:spPr bwMode="auto">
                        <a:xfrm flipH="1">
                          <a:off x="1750" y="3388"/>
                          <a:ext cx="57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08" name="Freeform 928">
                          <a:extLst>
                            <a:ext uri="{FF2B5EF4-FFF2-40B4-BE49-F238E27FC236}">
                              <a16:creationId xmlns:a16="http://schemas.microsoft.com/office/drawing/2014/main" id="{9DE0C3D0-192B-4C1E-B920-999DBA0318C9}"/>
                            </a:ext>
                          </a:extLst>
                        </p:cNvPr>
                        <p:cNvSpPr>
                          <a:spLocks noChangeArrowheads="1"/>
                        </p:cNvSpPr>
                        <p:nvPr/>
                      </p:nvSpPr>
                      <p:spPr bwMode="auto">
                        <a:xfrm>
                          <a:off x="1751" y="2934"/>
                          <a:ext cx="571" cy="1"/>
                        </a:xfrm>
                        <a:custGeom>
                          <a:avLst/>
                          <a:gdLst>
                            <a:gd name="T0" fmla="*/ 571 w 571"/>
                            <a:gd name="T1" fmla="*/ 0 h 1"/>
                            <a:gd name="T2" fmla="*/ 0 w 571"/>
                            <a:gd name="T3" fmla="*/ 1 h 1"/>
                          </a:gdLst>
                          <a:ahLst/>
                          <a:cxnLst>
                            <a:cxn ang="0">
                              <a:pos x="T0" y="T1"/>
                            </a:cxn>
                            <a:cxn ang="0">
                              <a:pos x="T2" y="T3"/>
                            </a:cxn>
                          </a:cxnLst>
                          <a:rect l="0" t="0" r="r" b="b"/>
                          <a:pathLst>
                            <a:path w="571" h="1">
                              <a:moveTo>
                                <a:pt x="571" y="0"/>
                              </a:moveTo>
                              <a:lnTo>
                                <a:pt x="0" y="1"/>
                              </a:lnTo>
                            </a:path>
                          </a:pathLst>
                        </a:custGeom>
                        <a:solidFill>
                          <a:srgbClr val="FFFFFF"/>
                        </a:solidFill>
                        <a:ln w="50800">
                          <a:solidFill>
                            <a:srgbClr val="000000"/>
                          </a:solidFill>
                          <a:prstDash val="solid"/>
                          <a:round/>
                          <a:headEnd/>
                          <a:tailEnd/>
                        </a:ln>
                      </p:spPr>
                      <p:txBody>
                        <a:bodyPr/>
                        <a:lstStyle/>
                        <a:p>
                          <a:endParaRPr lang="en-US"/>
                        </a:p>
                      </p:txBody>
                    </p:sp>
                    <p:sp>
                      <p:nvSpPr>
                        <p:cNvPr id="21409" name="Line 929">
                          <a:extLst>
                            <a:ext uri="{FF2B5EF4-FFF2-40B4-BE49-F238E27FC236}">
                              <a16:creationId xmlns:a16="http://schemas.microsoft.com/office/drawing/2014/main" id="{890B11B8-BBDB-4EB9-B66A-ED9A4421CE80}"/>
                            </a:ext>
                          </a:extLst>
                        </p:cNvPr>
                        <p:cNvSpPr>
                          <a:spLocks noChangeShapeType="1"/>
                        </p:cNvSpPr>
                        <p:nvPr/>
                      </p:nvSpPr>
                      <p:spPr bwMode="auto">
                        <a:xfrm>
                          <a:off x="443" y="3784"/>
                          <a:ext cx="97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10" name="Line 930">
                          <a:extLst>
                            <a:ext uri="{FF2B5EF4-FFF2-40B4-BE49-F238E27FC236}">
                              <a16:creationId xmlns:a16="http://schemas.microsoft.com/office/drawing/2014/main" id="{705D49FB-6B06-4B55-B8AB-9CC588F3B9E6}"/>
                            </a:ext>
                          </a:extLst>
                        </p:cNvPr>
                        <p:cNvSpPr>
                          <a:spLocks noChangeShapeType="1"/>
                        </p:cNvSpPr>
                        <p:nvPr/>
                      </p:nvSpPr>
                      <p:spPr bwMode="auto">
                        <a:xfrm flipH="1">
                          <a:off x="1750" y="3784"/>
                          <a:ext cx="97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11" name="Freeform 931">
                          <a:extLst>
                            <a:ext uri="{FF2B5EF4-FFF2-40B4-BE49-F238E27FC236}">
                              <a16:creationId xmlns:a16="http://schemas.microsoft.com/office/drawing/2014/main" id="{4A5D3475-6203-417A-B6B4-3A77EDE8F9D6}"/>
                            </a:ext>
                          </a:extLst>
                        </p:cNvPr>
                        <p:cNvSpPr>
                          <a:spLocks noChangeArrowheads="1"/>
                        </p:cNvSpPr>
                        <p:nvPr/>
                      </p:nvSpPr>
                      <p:spPr bwMode="auto">
                        <a:xfrm>
                          <a:off x="443" y="2540"/>
                          <a:ext cx="971" cy="1"/>
                        </a:xfrm>
                        <a:custGeom>
                          <a:avLst/>
                          <a:gdLst>
                            <a:gd name="T0" fmla="*/ 0 w 971"/>
                            <a:gd name="T1" fmla="*/ 0 h 1"/>
                            <a:gd name="T2" fmla="*/ 971 w 971"/>
                            <a:gd name="T3" fmla="*/ 0 h 1"/>
                          </a:gdLst>
                          <a:ahLst/>
                          <a:cxnLst>
                            <a:cxn ang="0">
                              <a:pos x="T0" y="T1"/>
                            </a:cxn>
                            <a:cxn ang="0">
                              <a:pos x="T2" y="T3"/>
                            </a:cxn>
                          </a:cxnLst>
                          <a:rect l="0" t="0" r="r" b="b"/>
                          <a:pathLst>
                            <a:path w="971" h="1">
                              <a:moveTo>
                                <a:pt x="0" y="0"/>
                              </a:moveTo>
                              <a:lnTo>
                                <a:pt x="971" y="0"/>
                              </a:lnTo>
                            </a:path>
                          </a:pathLst>
                        </a:custGeom>
                        <a:solidFill>
                          <a:srgbClr val="FFFFFF"/>
                        </a:solidFill>
                        <a:ln w="50800">
                          <a:solidFill>
                            <a:srgbClr val="000000"/>
                          </a:solidFill>
                          <a:prstDash val="solid"/>
                          <a:round/>
                          <a:headEnd/>
                          <a:tailEnd/>
                        </a:ln>
                      </p:spPr>
                      <p:txBody>
                        <a:bodyPr/>
                        <a:lstStyle/>
                        <a:p>
                          <a:endParaRPr lang="en-US"/>
                        </a:p>
                      </p:txBody>
                    </p:sp>
                    <p:sp>
                      <p:nvSpPr>
                        <p:cNvPr id="21412" name="Line 932">
                          <a:extLst>
                            <a:ext uri="{FF2B5EF4-FFF2-40B4-BE49-F238E27FC236}">
                              <a16:creationId xmlns:a16="http://schemas.microsoft.com/office/drawing/2014/main" id="{EE19C869-C71A-47E8-8CCA-0BC7082168F7}"/>
                            </a:ext>
                          </a:extLst>
                        </p:cNvPr>
                        <p:cNvSpPr>
                          <a:spLocks noChangeShapeType="1"/>
                        </p:cNvSpPr>
                        <p:nvPr/>
                      </p:nvSpPr>
                      <p:spPr bwMode="auto">
                        <a:xfrm flipH="1">
                          <a:off x="1750" y="2539"/>
                          <a:ext cx="97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13" name="Freeform 933">
                          <a:extLst>
                            <a:ext uri="{FF2B5EF4-FFF2-40B4-BE49-F238E27FC236}">
                              <a16:creationId xmlns:a16="http://schemas.microsoft.com/office/drawing/2014/main" id="{A5110E65-6A00-47C6-9966-475C94422E71}"/>
                            </a:ext>
                          </a:extLst>
                        </p:cNvPr>
                        <p:cNvSpPr>
                          <a:spLocks noChangeArrowheads="1"/>
                        </p:cNvSpPr>
                        <p:nvPr/>
                      </p:nvSpPr>
                      <p:spPr bwMode="auto">
                        <a:xfrm>
                          <a:off x="443" y="2539"/>
                          <a:ext cx="1" cy="1246"/>
                        </a:xfrm>
                        <a:custGeom>
                          <a:avLst/>
                          <a:gdLst>
                            <a:gd name="T0" fmla="*/ 0 w 1"/>
                            <a:gd name="T1" fmla="*/ 1246 h 1246"/>
                            <a:gd name="T2" fmla="*/ 0 w 1"/>
                            <a:gd name="T3" fmla="*/ 0 h 1246"/>
                          </a:gdLst>
                          <a:ahLst/>
                          <a:cxnLst>
                            <a:cxn ang="0">
                              <a:pos x="T0" y="T1"/>
                            </a:cxn>
                            <a:cxn ang="0">
                              <a:pos x="T2" y="T3"/>
                            </a:cxn>
                          </a:cxnLst>
                          <a:rect l="0" t="0" r="r" b="b"/>
                          <a:pathLst>
                            <a:path w="1" h="1246">
                              <a:moveTo>
                                <a:pt x="0" y="1246"/>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21414" name="Freeform 934">
                          <a:extLst>
                            <a:ext uri="{FF2B5EF4-FFF2-40B4-BE49-F238E27FC236}">
                              <a16:creationId xmlns:a16="http://schemas.microsoft.com/office/drawing/2014/main" id="{BC95B2DC-DE8E-4953-AEB5-4DF3905E2CBF}"/>
                            </a:ext>
                          </a:extLst>
                        </p:cNvPr>
                        <p:cNvSpPr>
                          <a:spLocks noChangeArrowheads="1"/>
                        </p:cNvSpPr>
                        <p:nvPr/>
                      </p:nvSpPr>
                      <p:spPr bwMode="auto">
                        <a:xfrm>
                          <a:off x="2720" y="2540"/>
                          <a:ext cx="1" cy="1245"/>
                        </a:xfrm>
                        <a:custGeom>
                          <a:avLst/>
                          <a:gdLst>
                            <a:gd name="T0" fmla="*/ 1 w 1"/>
                            <a:gd name="T1" fmla="*/ 1245 h 1245"/>
                            <a:gd name="T2" fmla="*/ 0 w 1"/>
                            <a:gd name="T3" fmla="*/ 0 h 1245"/>
                          </a:gdLst>
                          <a:ahLst/>
                          <a:cxnLst>
                            <a:cxn ang="0">
                              <a:pos x="T0" y="T1"/>
                            </a:cxn>
                            <a:cxn ang="0">
                              <a:pos x="T2" y="T3"/>
                            </a:cxn>
                          </a:cxnLst>
                          <a:rect l="0" t="0" r="r" b="b"/>
                          <a:pathLst>
                            <a:path w="1" h="1245">
                              <a:moveTo>
                                <a:pt x="1" y="1245"/>
                              </a:moveTo>
                              <a:lnTo>
                                <a:pt x="0" y="0"/>
                              </a:lnTo>
                            </a:path>
                          </a:pathLst>
                        </a:custGeom>
                        <a:solidFill>
                          <a:srgbClr val="FFFFFF"/>
                        </a:solidFill>
                        <a:ln w="50800">
                          <a:solidFill>
                            <a:srgbClr val="000000"/>
                          </a:solidFill>
                          <a:prstDash val="solid"/>
                          <a:round/>
                          <a:headEnd/>
                          <a:tailEnd/>
                        </a:ln>
                      </p:spPr>
                      <p:txBody>
                        <a:bodyPr/>
                        <a:lstStyle/>
                        <a:p>
                          <a:endParaRPr lang="en-US"/>
                        </a:p>
                      </p:txBody>
                    </p:sp>
                  </p:grpSp>
                </p:grpSp>
              </p:grpSp>
            </p:grpSp>
          </p:grpSp>
        </p:grpSp>
        <p:grpSp>
          <p:nvGrpSpPr>
            <p:cNvPr id="32836" name="Group 1092">
              <a:extLst>
                <a:ext uri="{FF2B5EF4-FFF2-40B4-BE49-F238E27FC236}">
                  <a16:creationId xmlns:a16="http://schemas.microsoft.com/office/drawing/2014/main" id="{727EF504-D434-4A21-88C5-9485479447F4}"/>
                </a:ext>
              </a:extLst>
            </p:cNvPr>
            <p:cNvGrpSpPr>
              <a:grpSpLocks/>
            </p:cNvGrpSpPr>
            <p:nvPr/>
          </p:nvGrpSpPr>
          <p:grpSpPr bwMode="auto">
            <a:xfrm>
              <a:off x="3184" y="523"/>
              <a:ext cx="1780" cy="1601"/>
              <a:chOff x="3184" y="523"/>
              <a:chExt cx="1780" cy="1601"/>
            </a:xfrm>
          </p:grpSpPr>
          <p:sp>
            <p:nvSpPr>
              <p:cNvPr id="21416" name="Line 936">
                <a:extLst>
                  <a:ext uri="{FF2B5EF4-FFF2-40B4-BE49-F238E27FC236}">
                    <a16:creationId xmlns:a16="http://schemas.microsoft.com/office/drawing/2014/main" id="{7B158711-A656-4FAD-BEDC-EF32436DB43F}"/>
                  </a:ext>
                </a:extLst>
              </p:cNvPr>
              <p:cNvSpPr>
                <a:spLocks noChangeShapeType="1"/>
              </p:cNvSpPr>
              <p:nvPr/>
            </p:nvSpPr>
            <p:spPr bwMode="auto">
              <a:xfrm flipH="1">
                <a:off x="3184" y="523"/>
                <a:ext cx="890" cy="160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17" name="Line 937">
                <a:extLst>
                  <a:ext uri="{FF2B5EF4-FFF2-40B4-BE49-F238E27FC236}">
                    <a16:creationId xmlns:a16="http://schemas.microsoft.com/office/drawing/2014/main" id="{FF1BA6AA-7714-49AF-B953-BB644B1A14EE}"/>
                  </a:ext>
                </a:extLst>
              </p:cNvPr>
              <p:cNvSpPr>
                <a:spLocks noChangeShapeType="1"/>
              </p:cNvSpPr>
              <p:nvPr/>
            </p:nvSpPr>
            <p:spPr bwMode="auto">
              <a:xfrm>
                <a:off x="3184" y="2123"/>
                <a:ext cx="1780"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18" name="Line 938">
                <a:extLst>
                  <a:ext uri="{FF2B5EF4-FFF2-40B4-BE49-F238E27FC236}">
                    <a16:creationId xmlns:a16="http://schemas.microsoft.com/office/drawing/2014/main" id="{EECDC5F5-5537-482C-84BD-1400AC65300F}"/>
                  </a:ext>
                </a:extLst>
              </p:cNvPr>
              <p:cNvSpPr>
                <a:spLocks noChangeShapeType="1"/>
              </p:cNvSpPr>
              <p:nvPr/>
            </p:nvSpPr>
            <p:spPr bwMode="auto">
              <a:xfrm>
                <a:off x="4074" y="523"/>
                <a:ext cx="890" cy="160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19" name="Line 939">
                <a:extLst>
                  <a:ext uri="{FF2B5EF4-FFF2-40B4-BE49-F238E27FC236}">
                    <a16:creationId xmlns:a16="http://schemas.microsoft.com/office/drawing/2014/main" id="{7696AAB8-ECF9-4A9C-8162-92831CA4F84B}"/>
                  </a:ext>
                </a:extLst>
              </p:cNvPr>
              <p:cNvSpPr>
                <a:spLocks noChangeShapeType="1"/>
              </p:cNvSpPr>
              <p:nvPr/>
            </p:nvSpPr>
            <p:spPr bwMode="auto">
              <a:xfrm>
                <a:off x="4074" y="523"/>
                <a:ext cx="1" cy="712"/>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20" name="Line 940">
                <a:extLst>
                  <a:ext uri="{FF2B5EF4-FFF2-40B4-BE49-F238E27FC236}">
                    <a16:creationId xmlns:a16="http://schemas.microsoft.com/office/drawing/2014/main" id="{67F65297-9B08-49E7-A6FC-953C80113426}"/>
                  </a:ext>
                </a:extLst>
              </p:cNvPr>
              <p:cNvSpPr>
                <a:spLocks noChangeShapeType="1"/>
              </p:cNvSpPr>
              <p:nvPr/>
            </p:nvSpPr>
            <p:spPr bwMode="auto">
              <a:xfrm>
                <a:off x="4074" y="1945"/>
                <a:ext cx="1" cy="178"/>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35" name="Group 1091">
                <a:extLst>
                  <a:ext uri="{FF2B5EF4-FFF2-40B4-BE49-F238E27FC236}">
                    <a16:creationId xmlns:a16="http://schemas.microsoft.com/office/drawing/2014/main" id="{3E5FF74B-C57A-409F-AE2A-3697A46D2BE4}"/>
                  </a:ext>
                </a:extLst>
              </p:cNvPr>
              <p:cNvGrpSpPr>
                <a:grpSpLocks/>
              </p:cNvGrpSpPr>
              <p:nvPr/>
            </p:nvGrpSpPr>
            <p:grpSpPr bwMode="auto">
              <a:xfrm>
                <a:off x="3451" y="1234"/>
                <a:ext cx="1246" cy="712"/>
                <a:chOff x="3451" y="1234"/>
                <a:chExt cx="1246" cy="712"/>
              </a:xfrm>
            </p:grpSpPr>
            <p:sp>
              <p:nvSpPr>
                <p:cNvPr id="21422" name="Freeform 942">
                  <a:extLst>
                    <a:ext uri="{FF2B5EF4-FFF2-40B4-BE49-F238E27FC236}">
                      <a16:creationId xmlns:a16="http://schemas.microsoft.com/office/drawing/2014/main" id="{F383D5D9-9590-4976-9A87-7F458CB1A0EB}"/>
                    </a:ext>
                  </a:extLst>
                </p:cNvPr>
                <p:cNvSpPr>
                  <a:spLocks noChangeArrowheads="1"/>
                </p:cNvSpPr>
                <p:nvPr/>
              </p:nvSpPr>
              <p:spPr bwMode="auto">
                <a:xfrm>
                  <a:off x="3847" y="1234"/>
                  <a:ext cx="451" cy="1"/>
                </a:xfrm>
                <a:custGeom>
                  <a:avLst/>
                  <a:gdLst>
                    <a:gd name="T0" fmla="*/ 0 w 451"/>
                    <a:gd name="T1" fmla="*/ 1 h 1"/>
                    <a:gd name="T2" fmla="*/ 451 w 451"/>
                    <a:gd name="T3" fmla="*/ 0 h 1"/>
                  </a:gdLst>
                  <a:ahLst/>
                  <a:cxnLst>
                    <a:cxn ang="0">
                      <a:pos x="T0" y="T1"/>
                    </a:cxn>
                    <a:cxn ang="0">
                      <a:pos x="T2" y="T3"/>
                    </a:cxn>
                  </a:cxnLst>
                  <a:rect l="0" t="0" r="r" b="b"/>
                  <a:pathLst>
                    <a:path w="451" h="1">
                      <a:moveTo>
                        <a:pt x="0" y="1"/>
                      </a:moveTo>
                      <a:lnTo>
                        <a:pt x="451" y="0"/>
                      </a:lnTo>
                    </a:path>
                  </a:pathLst>
                </a:custGeom>
                <a:solidFill>
                  <a:srgbClr val="FFFFFF"/>
                </a:solidFill>
                <a:ln w="50800" cmpd="sng">
                  <a:solidFill>
                    <a:srgbClr val="CC0000"/>
                  </a:solidFill>
                  <a:prstDash val="solid"/>
                  <a:round/>
                  <a:headEnd/>
                  <a:tailEnd/>
                </a:ln>
              </p:spPr>
              <p:txBody>
                <a:bodyPr/>
                <a:lstStyle/>
                <a:p>
                  <a:endParaRPr lang="en-US"/>
                </a:p>
              </p:txBody>
            </p:sp>
            <p:sp>
              <p:nvSpPr>
                <p:cNvPr id="21423" name="Line 943">
                  <a:extLst>
                    <a:ext uri="{FF2B5EF4-FFF2-40B4-BE49-F238E27FC236}">
                      <a16:creationId xmlns:a16="http://schemas.microsoft.com/office/drawing/2014/main" id="{993D8CDF-A993-4C94-8E29-9DDE89B0FF98}"/>
                    </a:ext>
                  </a:extLst>
                </p:cNvPr>
                <p:cNvSpPr>
                  <a:spLocks noChangeShapeType="1"/>
                </p:cNvSpPr>
                <p:nvPr/>
              </p:nvSpPr>
              <p:spPr bwMode="auto">
                <a:xfrm>
                  <a:off x="3451" y="1945"/>
                  <a:ext cx="1246" cy="1"/>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24" name="Line 944">
                  <a:extLst>
                    <a:ext uri="{FF2B5EF4-FFF2-40B4-BE49-F238E27FC236}">
                      <a16:creationId xmlns:a16="http://schemas.microsoft.com/office/drawing/2014/main" id="{1E77CF05-E609-49BD-B04A-57F007A793D3}"/>
                    </a:ext>
                  </a:extLst>
                </p:cNvPr>
                <p:cNvSpPr>
                  <a:spLocks noChangeShapeType="1"/>
                </p:cNvSpPr>
                <p:nvPr/>
              </p:nvSpPr>
              <p:spPr bwMode="auto">
                <a:xfrm flipH="1">
                  <a:off x="3451" y="1235"/>
                  <a:ext cx="396" cy="71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25" name="Line 945">
                  <a:extLst>
                    <a:ext uri="{FF2B5EF4-FFF2-40B4-BE49-F238E27FC236}">
                      <a16:creationId xmlns:a16="http://schemas.microsoft.com/office/drawing/2014/main" id="{C28DBB3B-56B5-4F80-9A13-5AED529860FF}"/>
                    </a:ext>
                  </a:extLst>
                </p:cNvPr>
                <p:cNvSpPr>
                  <a:spLocks noChangeShapeType="1"/>
                </p:cNvSpPr>
                <p:nvPr/>
              </p:nvSpPr>
              <p:spPr bwMode="auto">
                <a:xfrm>
                  <a:off x="4301" y="1235"/>
                  <a:ext cx="396" cy="71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21426" name="Group 946">
            <a:extLst>
              <a:ext uri="{FF2B5EF4-FFF2-40B4-BE49-F238E27FC236}">
                <a16:creationId xmlns:a16="http://schemas.microsoft.com/office/drawing/2014/main" id="{0C4291F4-A09A-4C8C-A3F1-335ABB5A9B76}"/>
              </a:ext>
            </a:extLst>
          </p:cNvPr>
          <p:cNvGrpSpPr>
            <a:grpSpLocks/>
          </p:cNvGrpSpPr>
          <p:nvPr/>
        </p:nvGrpSpPr>
        <p:grpSpPr bwMode="auto">
          <a:xfrm>
            <a:off x="4800600" y="3886200"/>
            <a:ext cx="3667125" cy="2578100"/>
            <a:chOff x="3222" y="2395"/>
            <a:chExt cx="2310" cy="1624"/>
          </a:xfrm>
        </p:grpSpPr>
        <p:sp>
          <p:nvSpPr>
            <p:cNvPr id="21427" name="Freeform 947">
              <a:extLst>
                <a:ext uri="{FF2B5EF4-FFF2-40B4-BE49-F238E27FC236}">
                  <a16:creationId xmlns:a16="http://schemas.microsoft.com/office/drawing/2014/main" id="{8383C2B5-8913-4A9F-99A5-639D2457F3BA}"/>
                </a:ext>
              </a:extLst>
            </p:cNvPr>
            <p:cNvSpPr>
              <a:spLocks noChangeArrowheads="1"/>
            </p:cNvSpPr>
            <p:nvPr/>
          </p:nvSpPr>
          <p:spPr bwMode="auto">
            <a:xfrm>
              <a:off x="4378" y="2397"/>
              <a:ext cx="684" cy="1622"/>
            </a:xfrm>
            <a:custGeom>
              <a:avLst/>
              <a:gdLst>
                <a:gd name="T0" fmla="*/ 334 w 684"/>
                <a:gd name="T1" fmla="*/ 602 h 1622"/>
                <a:gd name="T2" fmla="*/ 210 w 684"/>
                <a:gd name="T3" fmla="*/ 670 h 1622"/>
                <a:gd name="T4" fmla="*/ 329 w 684"/>
                <a:gd name="T5" fmla="*/ 1392 h 1622"/>
                <a:gd name="T6" fmla="*/ 684 w 684"/>
                <a:gd name="T7" fmla="*/ 1390 h 1622"/>
                <a:gd name="T8" fmla="*/ 262 w 684"/>
                <a:gd name="T9" fmla="*/ 1622 h 1622"/>
                <a:gd name="T10" fmla="*/ 0 w 684"/>
                <a:gd name="T11" fmla="*/ 0 h 1622"/>
                <a:gd name="T12" fmla="*/ 336 w 684"/>
                <a:gd name="T13" fmla="*/ 602 h 1622"/>
              </a:gdLst>
              <a:ahLst/>
              <a:cxnLst>
                <a:cxn ang="0">
                  <a:pos x="T0" y="T1"/>
                </a:cxn>
                <a:cxn ang="0">
                  <a:pos x="T2" y="T3"/>
                </a:cxn>
                <a:cxn ang="0">
                  <a:pos x="T4" y="T5"/>
                </a:cxn>
                <a:cxn ang="0">
                  <a:pos x="T6" y="T7"/>
                </a:cxn>
                <a:cxn ang="0">
                  <a:pos x="T8" y="T9"/>
                </a:cxn>
                <a:cxn ang="0">
                  <a:pos x="T10" y="T11"/>
                </a:cxn>
                <a:cxn ang="0">
                  <a:pos x="T12" y="T13"/>
                </a:cxn>
              </a:cxnLst>
              <a:rect l="0" t="0" r="r" b="b"/>
              <a:pathLst>
                <a:path w="684" h="1622">
                  <a:moveTo>
                    <a:pt x="334" y="602"/>
                  </a:moveTo>
                  <a:lnTo>
                    <a:pt x="210" y="670"/>
                  </a:lnTo>
                  <a:lnTo>
                    <a:pt x="329" y="1392"/>
                  </a:lnTo>
                  <a:lnTo>
                    <a:pt x="684" y="1390"/>
                  </a:lnTo>
                  <a:lnTo>
                    <a:pt x="262" y="1622"/>
                  </a:lnTo>
                  <a:lnTo>
                    <a:pt x="0" y="0"/>
                  </a:lnTo>
                  <a:lnTo>
                    <a:pt x="336" y="602"/>
                  </a:lnTo>
                </a:path>
              </a:pathLst>
            </a:custGeom>
            <a:solidFill>
              <a:srgbClr val="FFCCFF"/>
            </a:solidFill>
            <a:ln w="12700" cmpd="sng">
              <a:solidFill>
                <a:srgbClr val="000000"/>
              </a:solidFill>
              <a:prstDash val="solid"/>
              <a:round/>
              <a:headEnd/>
              <a:tailEnd/>
            </a:ln>
          </p:spPr>
          <p:txBody>
            <a:bodyPr/>
            <a:lstStyle/>
            <a:p>
              <a:endParaRPr lang="en-US"/>
            </a:p>
          </p:txBody>
        </p:sp>
        <p:sp>
          <p:nvSpPr>
            <p:cNvPr id="21428" name="Line 948">
              <a:extLst>
                <a:ext uri="{FF2B5EF4-FFF2-40B4-BE49-F238E27FC236}">
                  <a16:creationId xmlns:a16="http://schemas.microsoft.com/office/drawing/2014/main" id="{8B15139E-02AC-4960-B78E-E3D4BD9F3DE0}"/>
                </a:ext>
              </a:extLst>
            </p:cNvPr>
            <p:cNvSpPr>
              <a:spLocks noChangeShapeType="1"/>
            </p:cNvSpPr>
            <p:nvPr/>
          </p:nvSpPr>
          <p:spPr bwMode="auto">
            <a:xfrm>
              <a:off x="3222" y="3416"/>
              <a:ext cx="826" cy="0"/>
            </a:xfrm>
            <a:prstGeom prst="line">
              <a:avLst/>
            </a:prstGeom>
            <a:noFill/>
            <a:ln w="0">
              <a:solidFill>
                <a:srgbClr val="FFFF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429" name="Line 949">
              <a:extLst>
                <a:ext uri="{FF2B5EF4-FFF2-40B4-BE49-F238E27FC236}">
                  <a16:creationId xmlns:a16="http://schemas.microsoft.com/office/drawing/2014/main" id="{75802083-41AC-4D84-9DE1-D5E11C5A077C}"/>
                </a:ext>
              </a:extLst>
            </p:cNvPr>
            <p:cNvSpPr>
              <a:spLocks noChangeShapeType="1"/>
            </p:cNvSpPr>
            <p:nvPr/>
          </p:nvSpPr>
          <p:spPr bwMode="auto">
            <a:xfrm>
              <a:off x="4452" y="2931"/>
              <a:ext cx="262" cy="68"/>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30" name="Freeform 950">
              <a:extLst>
                <a:ext uri="{FF2B5EF4-FFF2-40B4-BE49-F238E27FC236}">
                  <a16:creationId xmlns:a16="http://schemas.microsoft.com/office/drawing/2014/main" id="{A71DED7D-A9C2-47FA-B7CA-7EC63B3DA21B}"/>
                </a:ext>
              </a:extLst>
            </p:cNvPr>
            <p:cNvSpPr>
              <a:spLocks noChangeArrowheads="1"/>
            </p:cNvSpPr>
            <p:nvPr/>
          </p:nvSpPr>
          <p:spPr bwMode="auto">
            <a:xfrm>
              <a:off x="3763" y="2396"/>
              <a:ext cx="877" cy="1623"/>
            </a:xfrm>
            <a:custGeom>
              <a:avLst/>
              <a:gdLst>
                <a:gd name="T0" fmla="*/ 613 w 877"/>
                <a:gd name="T1" fmla="*/ 1 h 1623"/>
                <a:gd name="T2" fmla="*/ 280 w 877"/>
                <a:gd name="T3" fmla="*/ 601 h 1623"/>
                <a:gd name="T4" fmla="*/ 539 w 877"/>
                <a:gd name="T5" fmla="*/ 670 h 1623"/>
                <a:gd name="T6" fmla="*/ 661 w 877"/>
                <a:gd name="T7" fmla="*/ 1394 h 1623"/>
                <a:gd name="T8" fmla="*/ 0 w 877"/>
                <a:gd name="T9" fmla="*/ 1394 h 1623"/>
                <a:gd name="T10" fmla="*/ 877 w 877"/>
                <a:gd name="T11" fmla="*/ 1623 h 1623"/>
                <a:gd name="T12" fmla="*/ 615 w 877"/>
                <a:gd name="T13" fmla="*/ 0 h 1623"/>
              </a:gdLst>
              <a:ahLst/>
              <a:cxnLst>
                <a:cxn ang="0">
                  <a:pos x="T0" y="T1"/>
                </a:cxn>
                <a:cxn ang="0">
                  <a:pos x="T2" y="T3"/>
                </a:cxn>
                <a:cxn ang="0">
                  <a:pos x="T4" y="T5"/>
                </a:cxn>
                <a:cxn ang="0">
                  <a:pos x="T6" y="T7"/>
                </a:cxn>
                <a:cxn ang="0">
                  <a:pos x="T8" y="T9"/>
                </a:cxn>
                <a:cxn ang="0">
                  <a:pos x="T10" y="T11"/>
                </a:cxn>
                <a:cxn ang="0">
                  <a:pos x="T12" y="T13"/>
                </a:cxn>
              </a:cxnLst>
              <a:rect l="0" t="0" r="r" b="b"/>
              <a:pathLst>
                <a:path w="877" h="1623">
                  <a:moveTo>
                    <a:pt x="613" y="1"/>
                  </a:moveTo>
                  <a:lnTo>
                    <a:pt x="280" y="601"/>
                  </a:lnTo>
                  <a:lnTo>
                    <a:pt x="539" y="670"/>
                  </a:lnTo>
                  <a:lnTo>
                    <a:pt x="661" y="1394"/>
                  </a:lnTo>
                  <a:lnTo>
                    <a:pt x="0" y="1394"/>
                  </a:lnTo>
                  <a:lnTo>
                    <a:pt x="877" y="1623"/>
                  </a:lnTo>
                  <a:lnTo>
                    <a:pt x="615" y="0"/>
                  </a:lnTo>
                </a:path>
              </a:pathLst>
            </a:custGeom>
            <a:solidFill>
              <a:srgbClr val="CC99FF"/>
            </a:solidFill>
            <a:ln w="12700" cmpd="sng">
              <a:solidFill>
                <a:srgbClr val="000000"/>
              </a:solidFill>
              <a:prstDash val="solid"/>
              <a:round/>
              <a:headEnd/>
              <a:tailEnd/>
            </a:ln>
          </p:spPr>
          <p:txBody>
            <a:bodyPr/>
            <a:lstStyle/>
            <a:p>
              <a:endParaRPr lang="en-US"/>
            </a:p>
          </p:txBody>
        </p:sp>
        <p:sp>
          <p:nvSpPr>
            <p:cNvPr id="21431" name="Line 951">
              <a:extLst>
                <a:ext uri="{FF2B5EF4-FFF2-40B4-BE49-F238E27FC236}">
                  <a16:creationId xmlns:a16="http://schemas.microsoft.com/office/drawing/2014/main" id="{85386491-1006-4043-86A4-FDD02DCA8790}"/>
                </a:ext>
              </a:extLst>
            </p:cNvPr>
            <p:cNvSpPr>
              <a:spLocks noChangeShapeType="1"/>
            </p:cNvSpPr>
            <p:nvPr/>
          </p:nvSpPr>
          <p:spPr bwMode="auto">
            <a:xfrm flipH="1">
              <a:off x="4452" y="2931"/>
              <a:ext cx="224" cy="1"/>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32" name="Line 952">
              <a:extLst>
                <a:ext uri="{FF2B5EF4-FFF2-40B4-BE49-F238E27FC236}">
                  <a16:creationId xmlns:a16="http://schemas.microsoft.com/office/drawing/2014/main" id="{EC3722E4-4392-4427-83DD-152A42B160F7}"/>
                </a:ext>
              </a:extLst>
            </p:cNvPr>
            <p:cNvSpPr>
              <a:spLocks noChangeShapeType="1"/>
            </p:cNvSpPr>
            <p:nvPr/>
          </p:nvSpPr>
          <p:spPr bwMode="auto">
            <a:xfrm flipH="1" flipV="1">
              <a:off x="5049" y="3602"/>
              <a:ext cx="85" cy="151"/>
            </a:xfrm>
            <a:prstGeom prst="line">
              <a:avLst/>
            </a:prstGeom>
            <a:noFill/>
            <a:ln w="0">
              <a:solidFill>
                <a:srgbClr val="FFFF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433" name="Line 953">
              <a:extLst>
                <a:ext uri="{FF2B5EF4-FFF2-40B4-BE49-F238E27FC236}">
                  <a16:creationId xmlns:a16="http://schemas.microsoft.com/office/drawing/2014/main" id="{A7A02B80-FDAA-47AB-97BA-C4A8CE61682D}"/>
                </a:ext>
              </a:extLst>
            </p:cNvPr>
            <p:cNvSpPr>
              <a:spLocks noChangeShapeType="1"/>
            </p:cNvSpPr>
            <p:nvPr/>
          </p:nvSpPr>
          <p:spPr bwMode="auto">
            <a:xfrm>
              <a:off x="3681" y="2931"/>
              <a:ext cx="137"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34" name="Line 954">
              <a:extLst>
                <a:ext uri="{FF2B5EF4-FFF2-40B4-BE49-F238E27FC236}">
                  <a16:creationId xmlns:a16="http://schemas.microsoft.com/office/drawing/2014/main" id="{5AF4A4B9-5599-4C58-8979-824AFCC26152}"/>
                </a:ext>
              </a:extLst>
            </p:cNvPr>
            <p:cNvSpPr>
              <a:spLocks noChangeShapeType="1"/>
            </p:cNvSpPr>
            <p:nvPr/>
          </p:nvSpPr>
          <p:spPr bwMode="auto">
            <a:xfrm flipH="1">
              <a:off x="3597" y="3067"/>
              <a:ext cx="221" cy="72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35" name="Freeform 955">
              <a:extLst>
                <a:ext uri="{FF2B5EF4-FFF2-40B4-BE49-F238E27FC236}">
                  <a16:creationId xmlns:a16="http://schemas.microsoft.com/office/drawing/2014/main" id="{F0A8F727-DAD3-466F-94DB-6A25E4C349E0}"/>
                </a:ext>
              </a:extLst>
            </p:cNvPr>
            <p:cNvSpPr>
              <a:spLocks noChangeArrowheads="1"/>
            </p:cNvSpPr>
            <p:nvPr/>
          </p:nvSpPr>
          <p:spPr bwMode="auto">
            <a:xfrm>
              <a:off x="3680" y="2933"/>
              <a:ext cx="624" cy="134"/>
            </a:xfrm>
            <a:custGeom>
              <a:avLst/>
              <a:gdLst>
                <a:gd name="T0" fmla="*/ 624 w 624"/>
                <a:gd name="T1" fmla="*/ 134 h 134"/>
                <a:gd name="T2" fmla="*/ 137 w 624"/>
                <a:gd name="T3" fmla="*/ 134 h 134"/>
                <a:gd name="T4" fmla="*/ 0 w 624"/>
                <a:gd name="T5" fmla="*/ 0 h 134"/>
                <a:gd name="T6" fmla="*/ 399 w 624"/>
                <a:gd name="T7" fmla="*/ 0 h 134"/>
                <a:gd name="T8" fmla="*/ 364 w 624"/>
                <a:gd name="T9" fmla="*/ 62 h 134"/>
                <a:gd name="T10" fmla="*/ 623 w 624"/>
                <a:gd name="T11" fmla="*/ 132 h 134"/>
              </a:gdLst>
              <a:ahLst/>
              <a:cxnLst>
                <a:cxn ang="0">
                  <a:pos x="T0" y="T1"/>
                </a:cxn>
                <a:cxn ang="0">
                  <a:pos x="T2" y="T3"/>
                </a:cxn>
                <a:cxn ang="0">
                  <a:pos x="T4" y="T5"/>
                </a:cxn>
                <a:cxn ang="0">
                  <a:pos x="T6" y="T7"/>
                </a:cxn>
                <a:cxn ang="0">
                  <a:pos x="T8" y="T9"/>
                </a:cxn>
                <a:cxn ang="0">
                  <a:pos x="T10" y="T11"/>
                </a:cxn>
              </a:cxnLst>
              <a:rect l="0" t="0" r="r" b="b"/>
              <a:pathLst>
                <a:path w="624" h="134">
                  <a:moveTo>
                    <a:pt x="624" y="134"/>
                  </a:moveTo>
                  <a:lnTo>
                    <a:pt x="137" y="134"/>
                  </a:lnTo>
                  <a:lnTo>
                    <a:pt x="0" y="0"/>
                  </a:lnTo>
                  <a:lnTo>
                    <a:pt x="399" y="0"/>
                  </a:lnTo>
                  <a:lnTo>
                    <a:pt x="364" y="62"/>
                  </a:lnTo>
                  <a:lnTo>
                    <a:pt x="623" y="132"/>
                  </a:lnTo>
                </a:path>
              </a:pathLst>
            </a:custGeom>
            <a:solidFill>
              <a:srgbClr val="99CCFF"/>
            </a:solidFill>
            <a:ln w="12700" cmpd="sng">
              <a:solidFill>
                <a:srgbClr val="000000"/>
              </a:solidFill>
              <a:prstDash val="solid"/>
              <a:round/>
              <a:headEnd/>
              <a:tailEnd/>
            </a:ln>
          </p:spPr>
          <p:txBody>
            <a:bodyPr/>
            <a:lstStyle/>
            <a:p>
              <a:endParaRPr lang="en-US"/>
            </a:p>
          </p:txBody>
        </p:sp>
        <p:sp>
          <p:nvSpPr>
            <p:cNvPr id="21436" name="Freeform 956">
              <a:extLst>
                <a:ext uri="{FF2B5EF4-FFF2-40B4-BE49-F238E27FC236}">
                  <a16:creationId xmlns:a16="http://schemas.microsoft.com/office/drawing/2014/main" id="{8C858EEC-0220-4271-A123-C902E9EC8053}"/>
                </a:ext>
              </a:extLst>
            </p:cNvPr>
            <p:cNvSpPr>
              <a:spLocks noChangeArrowheads="1"/>
            </p:cNvSpPr>
            <p:nvPr/>
          </p:nvSpPr>
          <p:spPr bwMode="auto">
            <a:xfrm>
              <a:off x="3222" y="2932"/>
              <a:ext cx="595" cy="859"/>
            </a:xfrm>
            <a:custGeom>
              <a:avLst/>
              <a:gdLst>
                <a:gd name="T0" fmla="*/ 0 w 595"/>
                <a:gd name="T1" fmla="*/ 484 h 859"/>
                <a:gd name="T2" fmla="*/ 374 w 595"/>
                <a:gd name="T3" fmla="*/ 859 h 859"/>
                <a:gd name="T4" fmla="*/ 595 w 595"/>
                <a:gd name="T5" fmla="*/ 136 h 859"/>
                <a:gd name="T6" fmla="*/ 458 w 595"/>
                <a:gd name="T7" fmla="*/ 0 h 859"/>
                <a:gd name="T8" fmla="*/ 1 w 595"/>
                <a:gd name="T9" fmla="*/ 484 h 859"/>
              </a:gdLst>
              <a:ahLst/>
              <a:cxnLst>
                <a:cxn ang="0">
                  <a:pos x="T0" y="T1"/>
                </a:cxn>
                <a:cxn ang="0">
                  <a:pos x="T2" y="T3"/>
                </a:cxn>
                <a:cxn ang="0">
                  <a:pos x="T4" y="T5"/>
                </a:cxn>
                <a:cxn ang="0">
                  <a:pos x="T6" y="T7"/>
                </a:cxn>
                <a:cxn ang="0">
                  <a:pos x="T8" y="T9"/>
                </a:cxn>
              </a:cxnLst>
              <a:rect l="0" t="0" r="r" b="b"/>
              <a:pathLst>
                <a:path w="595" h="859">
                  <a:moveTo>
                    <a:pt x="0" y="484"/>
                  </a:moveTo>
                  <a:lnTo>
                    <a:pt x="374" y="859"/>
                  </a:lnTo>
                  <a:lnTo>
                    <a:pt x="595" y="136"/>
                  </a:lnTo>
                  <a:lnTo>
                    <a:pt x="458" y="0"/>
                  </a:lnTo>
                  <a:lnTo>
                    <a:pt x="1" y="484"/>
                  </a:lnTo>
                </a:path>
              </a:pathLst>
            </a:custGeom>
            <a:solidFill>
              <a:srgbClr val="0033CC"/>
            </a:solidFill>
            <a:ln w="12700" cmpd="sng">
              <a:solidFill>
                <a:srgbClr val="000000"/>
              </a:solidFill>
              <a:prstDash val="solid"/>
              <a:round/>
              <a:headEnd/>
              <a:tailEnd/>
            </a:ln>
          </p:spPr>
          <p:txBody>
            <a:bodyPr/>
            <a:lstStyle/>
            <a:p>
              <a:endParaRPr lang="en-US"/>
            </a:p>
          </p:txBody>
        </p:sp>
        <p:sp>
          <p:nvSpPr>
            <p:cNvPr id="21437" name="Line 957">
              <a:extLst>
                <a:ext uri="{FF2B5EF4-FFF2-40B4-BE49-F238E27FC236}">
                  <a16:creationId xmlns:a16="http://schemas.microsoft.com/office/drawing/2014/main" id="{44232853-5743-4BD3-AD6E-FE8FCEEB98DB}"/>
                </a:ext>
              </a:extLst>
            </p:cNvPr>
            <p:cNvSpPr>
              <a:spLocks noChangeShapeType="1"/>
            </p:cNvSpPr>
            <p:nvPr/>
          </p:nvSpPr>
          <p:spPr bwMode="auto">
            <a:xfrm>
              <a:off x="3222" y="3416"/>
              <a:ext cx="375" cy="37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38" name="Freeform 958">
              <a:extLst>
                <a:ext uri="{FF2B5EF4-FFF2-40B4-BE49-F238E27FC236}">
                  <a16:creationId xmlns:a16="http://schemas.microsoft.com/office/drawing/2014/main" id="{AA541CF3-ACA5-4D03-A91F-5ECF8BE70C80}"/>
                </a:ext>
              </a:extLst>
            </p:cNvPr>
            <p:cNvSpPr>
              <a:spLocks noChangeArrowheads="1"/>
            </p:cNvSpPr>
            <p:nvPr/>
          </p:nvSpPr>
          <p:spPr bwMode="auto">
            <a:xfrm>
              <a:off x="3596" y="3067"/>
              <a:ext cx="828" cy="723"/>
            </a:xfrm>
            <a:custGeom>
              <a:avLst/>
              <a:gdLst>
                <a:gd name="T0" fmla="*/ 827 w 828"/>
                <a:gd name="T1" fmla="*/ 721 h 723"/>
                <a:gd name="T2" fmla="*/ 708 w 828"/>
                <a:gd name="T3" fmla="*/ 0 h 723"/>
                <a:gd name="T4" fmla="*/ 221 w 828"/>
                <a:gd name="T5" fmla="*/ 0 h 723"/>
                <a:gd name="T6" fmla="*/ 0 w 828"/>
                <a:gd name="T7" fmla="*/ 723 h 723"/>
                <a:gd name="T8" fmla="*/ 828 w 828"/>
                <a:gd name="T9" fmla="*/ 723 h 723"/>
              </a:gdLst>
              <a:ahLst/>
              <a:cxnLst>
                <a:cxn ang="0">
                  <a:pos x="T0" y="T1"/>
                </a:cxn>
                <a:cxn ang="0">
                  <a:pos x="T2" y="T3"/>
                </a:cxn>
                <a:cxn ang="0">
                  <a:pos x="T4" y="T5"/>
                </a:cxn>
                <a:cxn ang="0">
                  <a:pos x="T6" y="T7"/>
                </a:cxn>
                <a:cxn ang="0">
                  <a:pos x="T8" y="T9"/>
                </a:cxn>
              </a:cxnLst>
              <a:rect l="0" t="0" r="r" b="b"/>
              <a:pathLst>
                <a:path w="828" h="723">
                  <a:moveTo>
                    <a:pt x="827" y="721"/>
                  </a:moveTo>
                  <a:lnTo>
                    <a:pt x="708" y="0"/>
                  </a:lnTo>
                  <a:lnTo>
                    <a:pt x="221" y="0"/>
                  </a:lnTo>
                  <a:lnTo>
                    <a:pt x="0" y="723"/>
                  </a:lnTo>
                  <a:lnTo>
                    <a:pt x="828" y="723"/>
                  </a:lnTo>
                </a:path>
              </a:pathLst>
            </a:custGeom>
            <a:solidFill>
              <a:srgbClr val="6699FF"/>
            </a:solidFill>
            <a:ln w="12700" cmpd="sng">
              <a:solidFill>
                <a:srgbClr val="000000"/>
              </a:solidFill>
              <a:prstDash val="solid"/>
              <a:round/>
              <a:headEnd/>
              <a:tailEnd/>
            </a:ln>
          </p:spPr>
          <p:txBody>
            <a:bodyPr/>
            <a:lstStyle/>
            <a:p>
              <a:endParaRPr lang="en-US"/>
            </a:p>
          </p:txBody>
        </p:sp>
        <p:sp>
          <p:nvSpPr>
            <p:cNvPr id="21439" name="Freeform 959">
              <a:extLst>
                <a:ext uri="{FF2B5EF4-FFF2-40B4-BE49-F238E27FC236}">
                  <a16:creationId xmlns:a16="http://schemas.microsoft.com/office/drawing/2014/main" id="{1AA6E838-5AB6-4D79-A155-DAA10FB14BD0}"/>
                </a:ext>
              </a:extLst>
            </p:cNvPr>
            <p:cNvSpPr>
              <a:spLocks noChangeArrowheads="1"/>
            </p:cNvSpPr>
            <p:nvPr/>
          </p:nvSpPr>
          <p:spPr bwMode="auto">
            <a:xfrm>
              <a:off x="4586" y="3065"/>
              <a:ext cx="944" cy="725"/>
            </a:xfrm>
            <a:custGeom>
              <a:avLst/>
              <a:gdLst>
                <a:gd name="T0" fmla="*/ 487 w 944"/>
                <a:gd name="T1" fmla="*/ 2 h 725"/>
                <a:gd name="T2" fmla="*/ 944 w 944"/>
                <a:gd name="T3" fmla="*/ 725 h 725"/>
                <a:gd name="T4" fmla="*/ 119 w 944"/>
                <a:gd name="T5" fmla="*/ 723 h 725"/>
                <a:gd name="T6" fmla="*/ 0 w 944"/>
                <a:gd name="T7" fmla="*/ 0 h 725"/>
                <a:gd name="T8" fmla="*/ 488 w 944"/>
                <a:gd name="T9" fmla="*/ 0 h 725"/>
              </a:gdLst>
              <a:ahLst/>
              <a:cxnLst>
                <a:cxn ang="0">
                  <a:pos x="T0" y="T1"/>
                </a:cxn>
                <a:cxn ang="0">
                  <a:pos x="T2" y="T3"/>
                </a:cxn>
                <a:cxn ang="0">
                  <a:pos x="T4" y="T5"/>
                </a:cxn>
                <a:cxn ang="0">
                  <a:pos x="T6" y="T7"/>
                </a:cxn>
                <a:cxn ang="0">
                  <a:pos x="T8" y="T9"/>
                </a:cxn>
              </a:cxnLst>
              <a:rect l="0" t="0" r="r" b="b"/>
              <a:pathLst>
                <a:path w="944" h="725">
                  <a:moveTo>
                    <a:pt x="487" y="2"/>
                  </a:moveTo>
                  <a:lnTo>
                    <a:pt x="944" y="725"/>
                  </a:lnTo>
                  <a:lnTo>
                    <a:pt x="119" y="723"/>
                  </a:lnTo>
                  <a:lnTo>
                    <a:pt x="0" y="0"/>
                  </a:lnTo>
                  <a:lnTo>
                    <a:pt x="488" y="0"/>
                  </a:lnTo>
                </a:path>
              </a:pathLst>
            </a:custGeom>
            <a:solidFill>
              <a:srgbClr val="6699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440" name="Line 960">
              <a:extLst>
                <a:ext uri="{FF2B5EF4-FFF2-40B4-BE49-F238E27FC236}">
                  <a16:creationId xmlns:a16="http://schemas.microsoft.com/office/drawing/2014/main" id="{B936CA7B-88FD-46BA-A2C6-F9E50FF91744}"/>
                </a:ext>
              </a:extLst>
            </p:cNvPr>
            <p:cNvSpPr>
              <a:spLocks noChangeShapeType="1"/>
            </p:cNvSpPr>
            <p:nvPr/>
          </p:nvSpPr>
          <p:spPr bwMode="auto">
            <a:xfrm flipH="1" flipV="1">
              <a:off x="4936" y="2931"/>
              <a:ext cx="137"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41" name="Freeform 961">
              <a:extLst>
                <a:ext uri="{FF2B5EF4-FFF2-40B4-BE49-F238E27FC236}">
                  <a16:creationId xmlns:a16="http://schemas.microsoft.com/office/drawing/2014/main" id="{427C0842-BA83-4FDF-9013-87E8A9909752}"/>
                </a:ext>
              </a:extLst>
            </p:cNvPr>
            <p:cNvSpPr>
              <a:spLocks noChangeArrowheads="1"/>
            </p:cNvSpPr>
            <p:nvPr/>
          </p:nvSpPr>
          <p:spPr bwMode="auto">
            <a:xfrm>
              <a:off x="4588" y="2930"/>
              <a:ext cx="486" cy="137"/>
            </a:xfrm>
            <a:custGeom>
              <a:avLst/>
              <a:gdLst>
                <a:gd name="T0" fmla="*/ 486 w 486"/>
                <a:gd name="T1" fmla="*/ 137 h 137"/>
                <a:gd name="T2" fmla="*/ 0 w 486"/>
                <a:gd name="T3" fmla="*/ 137 h 137"/>
                <a:gd name="T4" fmla="*/ 126 w 486"/>
                <a:gd name="T5" fmla="*/ 68 h 137"/>
                <a:gd name="T6" fmla="*/ 86 w 486"/>
                <a:gd name="T7" fmla="*/ 0 h 137"/>
                <a:gd name="T8" fmla="*/ 349 w 486"/>
                <a:gd name="T9" fmla="*/ 0 h 137"/>
                <a:gd name="T10" fmla="*/ 486 w 486"/>
                <a:gd name="T11" fmla="*/ 137 h 137"/>
              </a:gdLst>
              <a:ahLst/>
              <a:cxnLst>
                <a:cxn ang="0">
                  <a:pos x="T0" y="T1"/>
                </a:cxn>
                <a:cxn ang="0">
                  <a:pos x="T2" y="T3"/>
                </a:cxn>
                <a:cxn ang="0">
                  <a:pos x="T4" y="T5"/>
                </a:cxn>
                <a:cxn ang="0">
                  <a:pos x="T6" y="T7"/>
                </a:cxn>
                <a:cxn ang="0">
                  <a:pos x="T8" y="T9"/>
                </a:cxn>
                <a:cxn ang="0">
                  <a:pos x="T10" y="T11"/>
                </a:cxn>
              </a:cxnLst>
              <a:rect l="0" t="0" r="r" b="b"/>
              <a:pathLst>
                <a:path w="486" h="137">
                  <a:moveTo>
                    <a:pt x="486" y="137"/>
                  </a:moveTo>
                  <a:lnTo>
                    <a:pt x="0" y="137"/>
                  </a:lnTo>
                  <a:lnTo>
                    <a:pt x="126" y="68"/>
                  </a:lnTo>
                  <a:lnTo>
                    <a:pt x="86" y="0"/>
                  </a:lnTo>
                  <a:lnTo>
                    <a:pt x="349" y="0"/>
                  </a:lnTo>
                  <a:lnTo>
                    <a:pt x="486" y="137"/>
                  </a:lnTo>
                </a:path>
              </a:pathLst>
            </a:custGeom>
            <a:solidFill>
              <a:srgbClr val="99CCFF"/>
            </a:solidFill>
            <a:ln w="12700" cmpd="sng">
              <a:solidFill>
                <a:srgbClr val="000000"/>
              </a:solidFill>
              <a:prstDash val="solid"/>
              <a:round/>
              <a:headEnd/>
              <a:tailEnd/>
            </a:ln>
          </p:spPr>
          <p:txBody>
            <a:bodyPr/>
            <a:lstStyle/>
            <a:p>
              <a:endParaRPr lang="en-US"/>
            </a:p>
          </p:txBody>
        </p:sp>
        <p:sp>
          <p:nvSpPr>
            <p:cNvPr id="21442" name="Line 962">
              <a:extLst>
                <a:ext uri="{FF2B5EF4-FFF2-40B4-BE49-F238E27FC236}">
                  <a16:creationId xmlns:a16="http://schemas.microsoft.com/office/drawing/2014/main" id="{795A6409-CD3C-4EFD-A5FF-D266CB24E9BE}"/>
                </a:ext>
              </a:extLst>
            </p:cNvPr>
            <p:cNvSpPr>
              <a:spLocks noChangeShapeType="1"/>
            </p:cNvSpPr>
            <p:nvPr/>
          </p:nvSpPr>
          <p:spPr bwMode="auto">
            <a:xfrm>
              <a:off x="4936" y="2931"/>
              <a:ext cx="221" cy="485"/>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3" name="Line 963">
              <a:extLst>
                <a:ext uri="{FF2B5EF4-FFF2-40B4-BE49-F238E27FC236}">
                  <a16:creationId xmlns:a16="http://schemas.microsoft.com/office/drawing/2014/main" id="{907799F5-59B0-40F2-B17A-866FF04DF2C2}"/>
                </a:ext>
              </a:extLst>
            </p:cNvPr>
            <p:cNvSpPr>
              <a:spLocks noChangeShapeType="1"/>
            </p:cNvSpPr>
            <p:nvPr/>
          </p:nvSpPr>
          <p:spPr bwMode="auto">
            <a:xfrm flipH="1" flipV="1">
              <a:off x="5157" y="3416"/>
              <a:ext cx="375" cy="374"/>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4" name="Line 964">
              <a:extLst>
                <a:ext uri="{FF2B5EF4-FFF2-40B4-BE49-F238E27FC236}">
                  <a16:creationId xmlns:a16="http://schemas.microsoft.com/office/drawing/2014/main" id="{5736AEF7-64AD-4E87-A68A-18E00AD863FD}"/>
                </a:ext>
              </a:extLst>
            </p:cNvPr>
            <p:cNvSpPr>
              <a:spLocks noChangeShapeType="1"/>
            </p:cNvSpPr>
            <p:nvPr/>
          </p:nvSpPr>
          <p:spPr bwMode="auto">
            <a:xfrm flipH="1">
              <a:off x="5068" y="3753"/>
              <a:ext cx="66" cy="37"/>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5" name="Line 965">
              <a:extLst>
                <a:ext uri="{FF2B5EF4-FFF2-40B4-BE49-F238E27FC236}">
                  <a16:creationId xmlns:a16="http://schemas.microsoft.com/office/drawing/2014/main" id="{215998F1-9D81-42F6-A81A-164BD622AABB}"/>
                </a:ext>
              </a:extLst>
            </p:cNvPr>
            <p:cNvSpPr>
              <a:spLocks noChangeShapeType="1"/>
            </p:cNvSpPr>
            <p:nvPr/>
          </p:nvSpPr>
          <p:spPr bwMode="auto">
            <a:xfrm>
              <a:off x="4110" y="3487"/>
              <a:ext cx="1024" cy="266"/>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6" name="Line 966">
              <a:extLst>
                <a:ext uri="{FF2B5EF4-FFF2-40B4-BE49-F238E27FC236}">
                  <a16:creationId xmlns:a16="http://schemas.microsoft.com/office/drawing/2014/main" id="{F2B6C19F-CC8C-4262-AB97-DFEF2432C044}"/>
                </a:ext>
              </a:extLst>
            </p:cNvPr>
            <p:cNvSpPr>
              <a:spLocks noChangeShapeType="1"/>
            </p:cNvSpPr>
            <p:nvPr/>
          </p:nvSpPr>
          <p:spPr bwMode="auto">
            <a:xfrm flipH="1">
              <a:off x="4110" y="2395"/>
              <a:ext cx="267" cy="1092"/>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7" name="Line 967">
              <a:extLst>
                <a:ext uri="{FF2B5EF4-FFF2-40B4-BE49-F238E27FC236}">
                  <a16:creationId xmlns:a16="http://schemas.microsoft.com/office/drawing/2014/main" id="{E1E0AF9D-246B-4D8B-B83D-C7F81EE67D61}"/>
                </a:ext>
              </a:extLst>
            </p:cNvPr>
            <p:cNvSpPr>
              <a:spLocks noChangeShapeType="1"/>
            </p:cNvSpPr>
            <p:nvPr/>
          </p:nvSpPr>
          <p:spPr bwMode="auto">
            <a:xfrm flipH="1">
              <a:off x="4333" y="3416"/>
              <a:ext cx="824" cy="0"/>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8" name="Line 968">
              <a:extLst>
                <a:ext uri="{FF2B5EF4-FFF2-40B4-BE49-F238E27FC236}">
                  <a16:creationId xmlns:a16="http://schemas.microsoft.com/office/drawing/2014/main" id="{ADAEF3A9-F0C9-4A9D-B4C0-BC9A01D10D2C}"/>
                </a:ext>
              </a:extLst>
            </p:cNvPr>
            <p:cNvSpPr>
              <a:spLocks noChangeShapeType="1"/>
            </p:cNvSpPr>
            <p:nvPr/>
          </p:nvSpPr>
          <p:spPr bwMode="auto">
            <a:xfrm flipH="1" flipV="1">
              <a:off x="4333" y="3416"/>
              <a:ext cx="716" cy="186"/>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49" name="Line 969">
              <a:extLst>
                <a:ext uri="{FF2B5EF4-FFF2-40B4-BE49-F238E27FC236}">
                  <a16:creationId xmlns:a16="http://schemas.microsoft.com/office/drawing/2014/main" id="{066E934F-C515-4FF2-B81C-337175F65391}"/>
                </a:ext>
              </a:extLst>
            </p:cNvPr>
            <p:cNvSpPr>
              <a:spLocks noChangeShapeType="1"/>
            </p:cNvSpPr>
            <p:nvPr/>
          </p:nvSpPr>
          <p:spPr bwMode="auto">
            <a:xfrm flipH="1">
              <a:off x="4707" y="3602"/>
              <a:ext cx="342" cy="188"/>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0" name="Line 970">
              <a:extLst>
                <a:ext uri="{FF2B5EF4-FFF2-40B4-BE49-F238E27FC236}">
                  <a16:creationId xmlns:a16="http://schemas.microsoft.com/office/drawing/2014/main" id="{0C639297-375D-42D7-B06C-BBA6707EA388}"/>
                </a:ext>
              </a:extLst>
            </p:cNvPr>
            <p:cNvSpPr>
              <a:spLocks noChangeShapeType="1"/>
            </p:cNvSpPr>
            <p:nvPr/>
          </p:nvSpPr>
          <p:spPr bwMode="auto">
            <a:xfrm flipV="1">
              <a:off x="3705" y="3416"/>
              <a:ext cx="342" cy="186"/>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1" name="Line 971">
              <a:extLst>
                <a:ext uri="{FF2B5EF4-FFF2-40B4-BE49-F238E27FC236}">
                  <a16:creationId xmlns:a16="http://schemas.microsoft.com/office/drawing/2014/main" id="{19F9C3D5-79AA-491D-BD82-C2502E0F78BF}"/>
                </a:ext>
              </a:extLst>
            </p:cNvPr>
            <p:cNvSpPr>
              <a:spLocks noChangeShapeType="1"/>
            </p:cNvSpPr>
            <p:nvPr/>
          </p:nvSpPr>
          <p:spPr bwMode="auto">
            <a:xfrm>
              <a:off x="3705" y="3602"/>
              <a:ext cx="717" cy="188"/>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2" name="Line 972">
              <a:extLst>
                <a:ext uri="{FF2B5EF4-FFF2-40B4-BE49-F238E27FC236}">
                  <a16:creationId xmlns:a16="http://schemas.microsoft.com/office/drawing/2014/main" id="{1A867E78-239D-4074-89AA-E77BFC2536FC}"/>
                </a:ext>
              </a:extLst>
            </p:cNvPr>
            <p:cNvSpPr>
              <a:spLocks noChangeShapeType="1"/>
            </p:cNvSpPr>
            <p:nvPr/>
          </p:nvSpPr>
          <p:spPr bwMode="auto">
            <a:xfrm flipV="1">
              <a:off x="3621" y="3602"/>
              <a:ext cx="84" cy="151"/>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3" name="Line 973">
              <a:extLst>
                <a:ext uri="{FF2B5EF4-FFF2-40B4-BE49-F238E27FC236}">
                  <a16:creationId xmlns:a16="http://schemas.microsoft.com/office/drawing/2014/main" id="{CBB11969-26C1-4B20-8555-0A263F60BD18}"/>
                </a:ext>
              </a:extLst>
            </p:cNvPr>
            <p:cNvSpPr>
              <a:spLocks noChangeShapeType="1"/>
            </p:cNvSpPr>
            <p:nvPr/>
          </p:nvSpPr>
          <p:spPr bwMode="auto">
            <a:xfrm flipV="1">
              <a:off x="3621" y="3487"/>
              <a:ext cx="489" cy="266"/>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4" name="Line 974">
              <a:extLst>
                <a:ext uri="{FF2B5EF4-FFF2-40B4-BE49-F238E27FC236}">
                  <a16:creationId xmlns:a16="http://schemas.microsoft.com/office/drawing/2014/main" id="{E6C0D4BE-055F-4437-937B-241010DEBDC8}"/>
                </a:ext>
              </a:extLst>
            </p:cNvPr>
            <p:cNvSpPr>
              <a:spLocks noChangeShapeType="1"/>
            </p:cNvSpPr>
            <p:nvPr/>
          </p:nvSpPr>
          <p:spPr bwMode="auto">
            <a:xfrm flipH="1" flipV="1">
              <a:off x="3621" y="3753"/>
              <a:ext cx="137" cy="37"/>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5" name="Line 975">
              <a:extLst>
                <a:ext uri="{FF2B5EF4-FFF2-40B4-BE49-F238E27FC236}">
                  <a16:creationId xmlns:a16="http://schemas.microsoft.com/office/drawing/2014/main" id="{BB003FA0-7E69-4BE0-857A-69BE8DD6D839}"/>
                </a:ext>
              </a:extLst>
            </p:cNvPr>
            <p:cNvSpPr>
              <a:spLocks noChangeShapeType="1"/>
            </p:cNvSpPr>
            <p:nvPr/>
          </p:nvSpPr>
          <p:spPr bwMode="auto">
            <a:xfrm flipV="1">
              <a:off x="4047" y="2931"/>
              <a:ext cx="119" cy="485"/>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6" name="Line 976">
              <a:extLst>
                <a:ext uri="{FF2B5EF4-FFF2-40B4-BE49-F238E27FC236}">
                  <a16:creationId xmlns:a16="http://schemas.microsoft.com/office/drawing/2014/main" id="{6FA2CB4F-0316-4064-B689-DEF9E934EE68}"/>
                </a:ext>
              </a:extLst>
            </p:cNvPr>
            <p:cNvSpPr>
              <a:spLocks noChangeShapeType="1"/>
            </p:cNvSpPr>
            <p:nvPr/>
          </p:nvSpPr>
          <p:spPr bwMode="auto">
            <a:xfrm flipH="1">
              <a:off x="4041" y="2931"/>
              <a:ext cx="125" cy="68"/>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7" name="Line 977">
              <a:extLst>
                <a:ext uri="{FF2B5EF4-FFF2-40B4-BE49-F238E27FC236}">
                  <a16:creationId xmlns:a16="http://schemas.microsoft.com/office/drawing/2014/main" id="{8265F19C-BCB7-48FC-ACC3-C2380E592F5E}"/>
                </a:ext>
              </a:extLst>
            </p:cNvPr>
            <p:cNvSpPr>
              <a:spLocks noChangeShapeType="1"/>
            </p:cNvSpPr>
            <p:nvPr/>
          </p:nvSpPr>
          <p:spPr bwMode="auto">
            <a:xfrm flipH="1">
              <a:off x="4079" y="2931"/>
              <a:ext cx="87" cy="1"/>
            </a:xfrm>
            <a:prstGeom prst="line">
              <a:avLst/>
            </a:prstGeom>
            <a:noFill/>
            <a:ln w="1270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8" name="Line 978">
              <a:extLst>
                <a:ext uri="{FF2B5EF4-FFF2-40B4-BE49-F238E27FC236}">
                  <a16:creationId xmlns:a16="http://schemas.microsoft.com/office/drawing/2014/main" id="{035CEA75-BEBB-4B63-AEF1-D306125D6C24}"/>
                </a:ext>
              </a:extLst>
            </p:cNvPr>
            <p:cNvSpPr>
              <a:spLocks noChangeShapeType="1"/>
            </p:cNvSpPr>
            <p:nvPr/>
          </p:nvSpPr>
          <p:spPr bwMode="auto">
            <a:xfrm flipV="1">
              <a:off x="4333" y="2931"/>
              <a:ext cx="119" cy="485"/>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1459" name="Oval 979">
              <a:extLst>
                <a:ext uri="{FF2B5EF4-FFF2-40B4-BE49-F238E27FC236}">
                  <a16:creationId xmlns:a16="http://schemas.microsoft.com/office/drawing/2014/main" id="{80476C0F-A767-4B00-9600-89085506A27F}"/>
                </a:ext>
              </a:extLst>
            </p:cNvPr>
            <p:cNvSpPr>
              <a:spLocks noChangeArrowheads="1"/>
            </p:cNvSpPr>
            <p:nvPr/>
          </p:nvSpPr>
          <p:spPr bwMode="auto">
            <a:xfrm>
              <a:off x="4280" y="3043"/>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0" name="Oval 980">
              <a:extLst>
                <a:ext uri="{FF2B5EF4-FFF2-40B4-BE49-F238E27FC236}">
                  <a16:creationId xmlns:a16="http://schemas.microsoft.com/office/drawing/2014/main" id="{28C84252-345C-49BD-8F07-486DA657D5AA}"/>
                </a:ext>
              </a:extLst>
            </p:cNvPr>
            <p:cNvSpPr>
              <a:spLocks noChangeArrowheads="1"/>
            </p:cNvSpPr>
            <p:nvPr/>
          </p:nvSpPr>
          <p:spPr bwMode="auto">
            <a:xfrm>
              <a:off x="4020" y="297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1" name="Oval 981">
              <a:extLst>
                <a:ext uri="{FF2B5EF4-FFF2-40B4-BE49-F238E27FC236}">
                  <a16:creationId xmlns:a16="http://schemas.microsoft.com/office/drawing/2014/main" id="{AB5B1E9D-5CEE-4F13-98D7-8778979CCD8B}"/>
                </a:ext>
              </a:extLst>
            </p:cNvPr>
            <p:cNvSpPr>
              <a:spLocks noChangeArrowheads="1"/>
            </p:cNvSpPr>
            <p:nvPr/>
          </p:nvSpPr>
          <p:spPr bwMode="auto">
            <a:xfrm>
              <a:off x="4141" y="290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2" name="Oval 982">
              <a:extLst>
                <a:ext uri="{FF2B5EF4-FFF2-40B4-BE49-F238E27FC236}">
                  <a16:creationId xmlns:a16="http://schemas.microsoft.com/office/drawing/2014/main" id="{72380C84-5A86-43D1-875F-5F31CFE02FD1}"/>
                </a:ext>
              </a:extLst>
            </p:cNvPr>
            <p:cNvSpPr>
              <a:spLocks noChangeArrowheads="1"/>
            </p:cNvSpPr>
            <p:nvPr/>
          </p:nvSpPr>
          <p:spPr bwMode="auto">
            <a:xfrm>
              <a:off x="4426" y="2908"/>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3" name="Oval 983">
              <a:extLst>
                <a:ext uri="{FF2B5EF4-FFF2-40B4-BE49-F238E27FC236}">
                  <a16:creationId xmlns:a16="http://schemas.microsoft.com/office/drawing/2014/main" id="{3850E436-7C75-4626-B2EF-7AE7D7B57043}"/>
                </a:ext>
              </a:extLst>
            </p:cNvPr>
            <p:cNvSpPr>
              <a:spLocks noChangeArrowheads="1"/>
            </p:cNvSpPr>
            <p:nvPr/>
          </p:nvSpPr>
          <p:spPr bwMode="auto">
            <a:xfrm>
              <a:off x="4681" y="297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4" name="Oval 984">
              <a:extLst>
                <a:ext uri="{FF2B5EF4-FFF2-40B4-BE49-F238E27FC236}">
                  <a16:creationId xmlns:a16="http://schemas.microsoft.com/office/drawing/2014/main" id="{D592F1F3-3716-4A65-B0C2-4039D782608B}"/>
                </a:ext>
              </a:extLst>
            </p:cNvPr>
            <p:cNvSpPr>
              <a:spLocks noChangeArrowheads="1"/>
            </p:cNvSpPr>
            <p:nvPr/>
          </p:nvSpPr>
          <p:spPr bwMode="auto">
            <a:xfrm>
              <a:off x="4563" y="3043"/>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5" name="Oval 985">
              <a:extLst>
                <a:ext uri="{FF2B5EF4-FFF2-40B4-BE49-F238E27FC236}">
                  <a16:creationId xmlns:a16="http://schemas.microsoft.com/office/drawing/2014/main" id="{85B450C9-4662-4236-A126-099F9A9C0D37}"/>
                </a:ext>
              </a:extLst>
            </p:cNvPr>
            <p:cNvSpPr>
              <a:spLocks noChangeArrowheads="1"/>
            </p:cNvSpPr>
            <p:nvPr/>
          </p:nvSpPr>
          <p:spPr bwMode="auto">
            <a:xfrm>
              <a:off x="4310" y="3393"/>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6" name="Oval 986">
              <a:extLst>
                <a:ext uri="{FF2B5EF4-FFF2-40B4-BE49-F238E27FC236}">
                  <a16:creationId xmlns:a16="http://schemas.microsoft.com/office/drawing/2014/main" id="{EEBB82AF-6F2C-4BE4-AD2A-B3104CF54B42}"/>
                </a:ext>
              </a:extLst>
            </p:cNvPr>
            <p:cNvSpPr>
              <a:spLocks noChangeArrowheads="1"/>
            </p:cNvSpPr>
            <p:nvPr/>
          </p:nvSpPr>
          <p:spPr bwMode="auto">
            <a:xfrm>
              <a:off x="5024" y="3577"/>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7" name="Oval 987">
              <a:extLst>
                <a:ext uri="{FF2B5EF4-FFF2-40B4-BE49-F238E27FC236}">
                  <a16:creationId xmlns:a16="http://schemas.microsoft.com/office/drawing/2014/main" id="{1FCC44BB-F6FC-4AE0-93E8-46A10B4EBE11}"/>
                </a:ext>
              </a:extLst>
            </p:cNvPr>
            <p:cNvSpPr>
              <a:spLocks noChangeArrowheads="1"/>
            </p:cNvSpPr>
            <p:nvPr/>
          </p:nvSpPr>
          <p:spPr bwMode="auto">
            <a:xfrm>
              <a:off x="4677" y="376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8" name="Oval 988">
              <a:extLst>
                <a:ext uri="{FF2B5EF4-FFF2-40B4-BE49-F238E27FC236}">
                  <a16:creationId xmlns:a16="http://schemas.microsoft.com/office/drawing/2014/main" id="{69115242-6386-4AD6-99FA-B8E4C7E411C9}"/>
                </a:ext>
              </a:extLst>
            </p:cNvPr>
            <p:cNvSpPr>
              <a:spLocks noChangeArrowheads="1"/>
            </p:cNvSpPr>
            <p:nvPr/>
          </p:nvSpPr>
          <p:spPr bwMode="auto">
            <a:xfrm>
              <a:off x="4401" y="376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69" name="Oval 989">
              <a:extLst>
                <a:ext uri="{FF2B5EF4-FFF2-40B4-BE49-F238E27FC236}">
                  <a16:creationId xmlns:a16="http://schemas.microsoft.com/office/drawing/2014/main" id="{EBB54054-4240-4767-BF9A-FB6C3C5483DD}"/>
                </a:ext>
              </a:extLst>
            </p:cNvPr>
            <p:cNvSpPr>
              <a:spLocks noChangeArrowheads="1"/>
            </p:cNvSpPr>
            <p:nvPr/>
          </p:nvSpPr>
          <p:spPr bwMode="auto">
            <a:xfrm>
              <a:off x="3677" y="3580"/>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70" name="Oval 990">
              <a:extLst>
                <a:ext uri="{FF2B5EF4-FFF2-40B4-BE49-F238E27FC236}">
                  <a16:creationId xmlns:a16="http://schemas.microsoft.com/office/drawing/2014/main" id="{D76E3104-0A30-415A-AB32-522AB80EC7A7}"/>
                </a:ext>
              </a:extLst>
            </p:cNvPr>
            <p:cNvSpPr>
              <a:spLocks noChangeArrowheads="1"/>
            </p:cNvSpPr>
            <p:nvPr/>
          </p:nvSpPr>
          <p:spPr bwMode="auto">
            <a:xfrm>
              <a:off x="4022" y="3397"/>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471" name="Group 991">
            <a:extLst>
              <a:ext uri="{FF2B5EF4-FFF2-40B4-BE49-F238E27FC236}">
                <a16:creationId xmlns:a16="http://schemas.microsoft.com/office/drawing/2014/main" id="{A12E736D-02CE-4D15-B291-88FEB8BCFF9F}"/>
              </a:ext>
            </a:extLst>
          </p:cNvPr>
          <p:cNvGrpSpPr>
            <a:grpSpLocks/>
          </p:cNvGrpSpPr>
          <p:nvPr/>
        </p:nvGrpSpPr>
        <p:grpSpPr bwMode="auto">
          <a:xfrm>
            <a:off x="2189163" y="1924050"/>
            <a:ext cx="611187" cy="1201738"/>
            <a:chOff x="1390" y="1208"/>
            <a:chExt cx="385" cy="757"/>
          </a:xfrm>
        </p:grpSpPr>
        <p:sp>
          <p:nvSpPr>
            <p:cNvPr id="21472" name="Oval 992">
              <a:extLst>
                <a:ext uri="{FF2B5EF4-FFF2-40B4-BE49-F238E27FC236}">
                  <a16:creationId xmlns:a16="http://schemas.microsoft.com/office/drawing/2014/main" id="{B872677F-AFAA-4982-88BF-F1963824627C}"/>
                </a:ext>
              </a:extLst>
            </p:cNvPr>
            <p:cNvSpPr>
              <a:spLocks noChangeArrowheads="1"/>
            </p:cNvSpPr>
            <p:nvPr/>
          </p:nvSpPr>
          <p:spPr bwMode="auto">
            <a:xfrm>
              <a:off x="1391" y="1917"/>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73" name="Oval 993">
              <a:extLst>
                <a:ext uri="{FF2B5EF4-FFF2-40B4-BE49-F238E27FC236}">
                  <a16:creationId xmlns:a16="http://schemas.microsoft.com/office/drawing/2014/main" id="{AFC526E4-7023-45F4-A560-33AAAF8F1D14}"/>
                </a:ext>
              </a:extLst>
            </p:cNvPr>
            <p:cNvSpPr>
              <a:spLocks noChangeArrowheads="1"/>
            </p:cNvSpPr>
            <p:nvPr/>
          </p:nvSpPr>
          <p:spPr bwMode="auto">
            <a:xfrm>
              <a:off x="1727" y="191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74" name="Oval 994">
              <a:extLst>
                <a:ext uri="{FF2B5EF4-FFF2-40B4-BE49-F238E27FC236}">
                  <a16:creationId xmlns:a16="http://schemas.microsoft.com/office/drawing/2014/main" id="{71751C94-B929-49A0-AE46-47601848054E}"/>
                </a:ext>
              </a:extLst>
            </p:cNvPr>
            <p:cNvSpPr>
              <a:spLocks noChangeArrowheads="1"/>
            </p:cNvSpPr>
            <p:nvPr/>
          </p:nvSpPr>
          <p:spPr bwMode="auto">
            <a:xfrm>
              <a:off x="1390" y="1209"/>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75" name="Oval 995">
              <a:extLst>
                <a:ext uri="{FF2B5EF4-FFF2-40B4-BE49-F238E27FC236}">
                  <a16:creationId xmlns:a16="http://schemas.microsoft.com/office/drawing/2014/main" id="{B7C49D99-A4CD-4A6B-8309-C97FF4D3790D}"/>
                </a:ext>
              </a:extLst>
            </p:cNvPr>
            <p:cNvSpPr>
              <a:spLocks noChangeArrowheads="1"/>
            </p:cNvSpPr>
            <p:nvPr/>
          </p:nvSpPr>
          <p:spPr bwMode="auto">
            <a:xfrm>
              <a:off x="1726" y="1208"/>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476" name="Group 996">
            <a:extLst>
              <a:ext uri="{FF2B5EF4-FFF2-40B4-BE49-F238E27FC236}">
                <a16:creationId xmlns:a16="http://schemas.microsoft.com/office/drawing/2014/main" id="{EFBF1220-6CA5-4FA0-A55F-B65110701CAE}"/>
              </a:ext>
            </a:extLst>
          </p:cNvPr>
          <p:cNvGrpSpPr>
            <a:grpSpLocks/>
          </p:cNvGrpSpPr>
          <p:nvPr/>
        </p:nvGrpSpPr>
        <p:grpSpPr bwMode="auto">
          <a:xfrm>
            <a:off x="1201738" y="1925638"/>
            <a:ext cx="2590800" cy="1203325"/>
            <a:chOff x="768" y="1209"/>
            <a:chExt cx="1632" cy="758"/>
          </a:xfrm>
        </p:grpSpPr>
        <p:sp>
          <p:nvSpPr>
            <p:cNvPr id="21477" name="Oval 997">
              <a:extLst>
                <a:ext uri="{FF2B5EF4-FFF2-40B4-BE49-F238E27FC236}">
                  <a16:creationId xmlns:a16="http://schemas.microsoft.com/office/drawing/2014/main" id="{9CC8276D-59F3-41AB-9F62-DDE1D560F5B4}"/>
                </a:ext>
              </a:extLst>
            </p:cNvPr>
            <p:cNvSpPr>
              <a:spLocks noChangeArrowheads="1"/>
            </p:cNvSpPr>
            <p:nvPr/>
          </p:nvSpPr>
          <p:spPr bwMode="auto">
            <a:xfrm>
              <a:off x="1163" y="1210"/>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78" name="Oval 998">
              <a:extLst>
                <a:ext uri="{FF2B5EF4-FFF2-40B4-BE49-F238E27FC236}">
                  <a16:creationId xmlns:a16="http://schemas.microsoft.com/office/drawing/2014/main" id="{F3340B86-8471-4CBA-94B8-70B1DB317F12}"/>
                </a:ext>
              </a:extLst>
            </p:cNvPr>
            <p:cNvSpPr>
              <a:spLocks noChangeArrowheads="1"/>
            </p:cNvSpPr>
            <p:nvPr/>
          </p:nvSpPr>
          <p:spPr bwMode="auto">
            <a:xfrm>
              <a:off x="1953" y="1209"/>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79" name="Oval 999">
              <a:extLst>
                <a:ext uri="{FF2B5EF4-FFF2-40B4-BE49-F238E27FC236}">
                  <a16:creationId xmlns:a16="http://schemas.microsoft.com/office/drawing/2014/main" id="{B2EA39CA-EFB2-44BE-AF06-C99FB46BD92A}"/>
                </a:ext>
              </a:extLst>
            </p:cNvPr>
            <p:cNvSpPr>
              <a:spLocks noChangeArrowheads="1"/>
            </p:cNvSpPr>
            <p:nvPr/>
          </p:nvSpPr>
          <p:spPr bwMode="auto">
            <a:xfrm>
              <a:off x="768" y="191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0" name="Oval 1000">
              <a:extLst>
                <a:ext uri="{FF2B5EF4-FFF2-40B4-BE49-F238E27FC236}">
                  <a16:creationId xmlns:a16="http://schemas.microsoft.com/office/drawing/2014/main" id="{3EC44196-C33E-4B23-B5E1-9E31002DB89A}"/>
                </a:ext>
              </a:extLst>
            </p:cNvPr>
            <p:cNvSpPr>
              <a:spLocks noChangeArrowheads="1"/>
            </p:cNvSpPr>
            <p:nvPr/>
          </p:nvSpPr>
          <p:spPr bwMode="auto">
            <a:xfrm>
              <a:off x="2352" y="1919"/>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481" name="Group 1001">
            <a:extLst>
              <a:ext uri="{FF2B5EF4-FFF2-40B4-BE49-F238E27FC236}">
                <a16:creationId xmlns:a16="http://schemas.microsoft.com/office/drawing/2014/main" id="{3B2C0754-69BC-4E2C-AA36-AB9C6F826B74}"/>
              </a:ext>
            </a:extLst>
          </p:cNvPr>
          <p:cNvGrpSpPr>
            <a:grpSpLocks/>
          </p:cNvGrpSpPr>
          <p:nvPr/>
        </p:nvGrpSpPr>
        <p:grpSpPr bwMode="auto">
          <a:xfrm>
            <a:off x="1201738" y="4125913"/>
            <a:ext cx="2587625" cy="2051050"/>
            <a:chOff x="768" y="2595"/>
            <a:chExt cx="1630" cy="1292"/>
          </a:xfrm>
        </p:grpSpPr>
        <p:sp>
          <p:nvSpPr>
            <p:cNvPr id="21482" name="Oval 1002">
              <a:extLst>
                <a:ext uri="{FF2B5EF4-FFF2-40B4-BE49-F238E27FC236}">
                  <a16:creationId xmlns:a16="http://schemas.microsoft.com/office/drawing/2014/main" id="{56162AC7-DEE0-4816-AF3D-2AAD2D4EC1EF}"/>
                </a:ext>
              </a:extLst>
            </p:cNvPr>
            <p:cNvSpPr>
              <a:spLocks noChangeArrowheads="1"/>
            </p:cNvSpPr>
            <p:nvPr/>
          </p:nvSpPr>
          <p:spPr bwMode="auto">
            <a:xfrm>
              <a:off x="1391" y="259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3" name="Oval 1003">
              <a:extLst>
                <a:ext uri="{FF2B5EF4-FFF2-40B4-BE49-F238E27FC236}">
                  <a16:creationId xmlns:a16="http://schemas.microsoft.com/office/drawing/2014/main" id="{5E7F7518-78BC-4239-9FE4-3B88575FDC58}"/>
                </a:ext>
              </a:extLst>
            </p:cNvPr>
            <p:cNvSpPr>
              <a:spLocks noChangeArrowheads="1"/>
            </p:cNvSpPr>
            <p:nvPr/>
          </p:nvSpPr>
          <p:spPr bwMode="auto">
            <a:xfrm>
              <a:off x="1727" y="2595"/>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4" name="Oval 1004">
              <a:extLst>
                <a:ext uri="{FF2B5EF4-FFF2-40B4-BE49-F238E27FC236}">
                  <a16:creationId xmlns:a16="http://schemas.microsoft.com/office/drawing/2014/main" id="{55E0772E-24E2-4290-B2B5-11EAB7026538}"/>
                </a:ext>
              </a:extLst>
            </p:cNvPr>
            <p:cNvSpPr>
              <a:spLocks noChangeArrowheads="1"/>
            </p:cNvSpPr>
            <p:nvPr/>
          </p:nvSpPr>
          <p:spPr bwMode="auto">
            <a:xfrm>
              <a:off x="1389" y="2991"/>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5" name="Oval 1005">
              <a:extLst>
                <a:ext uri="{FF2B5EF4-FFF2-40B4-BE49-F238E27FC236}">
                  <a16:creationId xmlns:a16="http://schemas.microsoft.com/office/drawing/2014/main" id="{5A48B5E7-EE15-4577-8452-A04D53669E59}"/>
                </a:ext>
              </a:extLst>
            </p:cNvPr>
            <p:cNvSpPr>
              <a:spLocks noChangeArrowheads="1"/>
            </p:cNvSpPr>
            <p:nvPr/>
          </p:nvSpPr>
          <p:spPr bwMode="auto">
            <a:xfrm>
              <a:off x="1725" y="2990"/>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6" name="Oval 1006">
              <a:extLst>
                <a:ext uri="{FF2B5EF4-FFF2-40B4-BE49-F238E27FC236}">
                  <a16:creationId xmlns:a16="http://schemas.microsoft.com/office/drawing/2014/main" id="{A311A957-BF6E-416E-93F7-EF18D91DD77E}"/>
                </a:ext>
              </a:extLst>
            </p:cNvPr>
            <p:cNvSpPr>
              <a:spLocks noChangeArrowheads="1"/>
            </p:cNvSpPr>
            <p:nvPr/>
          </p:nvSpPr>
          <p:spPr bwMode="auto">
            <a:xfrm>
              <a:off x="2350" y="3214"/>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7" name="Oval 1007">
              <a:extLst>
                <a:ext uri="{FF2B5EF4-FFF2-40B4-BE49-F238E27FC236}">
                  <a16:creationId xmlns:a16="http://schemas.microsoft.com/office/drawing/2014/main" id="{25E0007A-66B4-42EA-9665-8633F462BFD0}"/>
                </a:ext>
              </a:extLst>
            </p:cNvPr>
            <p:cNvSpPr>
              <a:spLocks noChangeArrowheads="1"/>
            </p:cNvSpPr>
            <p:nvPr/>
          </p:nvSpPr>
          <p:spPr bwMode="auto">
            <a:xfrm>
              <a:off x="768" y="3215"/>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8" name="Oval 1008">
              <a:extLst>
                <a:ext uri="{FF2B5EF4-FFF2-40B4-BE49-F238E27FC236}">
                  <a16:creationId xmlns:a16="http://schemas.microsoft.com/office/drawing/2014/main" id="{0540BF38-D554-4960-AC48-AE39D69DB422}"/>
                </a:ext>
              </a:extLst>
            </p:cNvPr>
            <p:cNvSpPr>
              <a:spLocks noChangeArrowheads="1"/>
            </p:cNvSpPr>
            <p:nvPr/>
          </p:nvSpPr>
          <p:spPr bwMode="auto">
            <a:xfrm>
              <a:off x="1164" y="3217"/>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89" name="Oval 1009">
              <a:extLst>
                <a:ext uri="{FF2B5EF4-FFF2-40B4-BE49-F238E27FC236}">
                  <a16:creationId xmlns:a16="http://schemas.microsoft.com/office/drawing/2014/main" id="{05A22B85-1AA2-44B5-8F98-CAE8E871DE38}"/>
                </a:ext>
              </a:extLst>
            </p:cNvPr>
            <p:cNvSpPr>
              <a:spLocks noChangeArrowheads="1"/>
            </p:cNvSpPr>
            <p:nvPr/>
          </p:nvSpPr>
          <p:spPr bwMode="auto">
            <a:xfrm>
              <a:off x="1954" y="3218"/>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90" name="Oval 1010">
              <a:extLst>
                <a:ext uri="{FF2B5EF4-FFF2-40B4-BE49-F238E27FC236}">
                  <a16:creationId xmlns:a16="http://schemas.microsoft.com/office/drawing/2014/main" id="{4DB1C622-D6EA-4293-948E-1323C6E7CBC6}"/>
                </a:ext>
              </a:extLst>
            </p:cNvPr>
            <p:cNvSpPr>
              <a:spLocks noChangeArrowheads="1"/>
            </p:cNvSpPr>
            <p:nvPr/>
          </p:nvSpPr>
          <p:spPr bwMode="auto">
            <a:xfrm>
              <a:off x="1390" y="3444"/>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91" name="Oval 1011">
              <a:extLst>
                <a:ext uri="{FF2B5EF4-FFF2-40B4-BE49-F238E27FC236}">
                  <a16:creationId xmlns:a16="http://schemas.microsoft.com/office/drawing/2014/main" id="{C433E0AF-C0E4-40E9-9F14-C3179010DA22}"/>
                </a:ext>
              </a:extLst>
            </p:cNvPr>
            <p:cNvSpPr>
              <a:spLocks noChangeArrowheads="1"/>
            </p:cNvSpPr>
            <p:nvPr/>
          </p:nvSpPr>
          <p:spPr bwMode="auto">
            <a:xfrm>
              <a:off x="1726" y="3443"/>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92" name="Oval 1012">
              <a:extLst>
                <a:ext uri="{FF2B5EF4-FFF2-40B4-BE49-F238E27FC236}">
                  <a16:creationId xmlns:a16="http://schemas.microsoft.com/office/drawing/2014/main" id="{96D86499-B92B-4389-B79D-6F09037413BD}"/>
                </a:ext>
              </a:extLst>
            </p:cNvPr>
            <p:cNvSpPr>
              <a:spLocks noChangeArrowheads="1"/>
            </p:cNvSpPr>
            <p:nvPr/>
          </p:nvSpPr>
          <p:spPr bwMode="auto">
            <a:xfrm>
              <a:off x="1390" y="3839"/>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493" name="Oval 1013">
              <a:extLst>
                <a:ext uri="{FF2B5EF4-FFF2-40B4-BE49-F238E27FC236}">
                  <a16:creationId xmlns:a16="http://schemas.microsoft.com/office/drawing/2014/main" id="{4FB62CC8-ACC5-4E39-9BCB-678C5E2CA933}"/>
                </a:ext>
              </a:extLst>
            </p:cNvPr>
            <p:cNvSpPr>
              <a:spLocks noChangeArrowheads="1"/>
            </p:cNvSpPr>
            <p:nvPr/>
          </p:nvSpPr>
          <p:spPr bwMode="auto">
            <a:xfrm>
              <a:off x="1726" y="3838"/>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494" name="Group 1014">
            <a:extLst>
              <a:ext uri="{FF2B5EF4-FFF2-40B4-BE49-F238E27FC236}">
                <a16:creationId xmlns:a16="http://schemas.microsoft.com/office/drawing/2014/main" id="{DA002C47-7C29-41A3-9DAF-AB5960195587}"/>
              </a:ext>
            </a:extLst>
          </p:cNvPr>
          <p:cNvGrpSpPr>
            <a:grpSpLocks/>
          </p:cNvGrpSpPr>
          <p:nvPr/>
        </p:nvGrpSpPr>
        <p:grpSpPr bwMode="auto">
          <a:xfrm>
            <a:off x="1184275" y="1520825"/>
            <a:ext cx="663575" cy="1609725"/>
            <a:chOff x="757" y="954"/>
            <a:chExt cx="418" cy="1014"/>
          </a:xfrm>
        </p:grpSpPr>
        <p:grpSp>
          <p:nvGrpSpPr>
            <p:cNvPr id="21495" name="Group 1015">
              <a:extLst>
                <a:ext uri="{FF2B5EF4-FFF2-40B4-BE49-F238E27FC236}">
                  <a16:creationId xmlns:a16="http://schemas.microsoft.com/office/drawing/2014/main" id="{DA1592CC-510A-4CB5-935A-E6C249F87E76}"/>
                </a:ext>
              </a:extLst>
            </p:cNvPr>
            <p:cNvGrpSpPr>
              <a:grpSpLocks/>
            </p:cNvGrpSpPr>
            <p:nvPr/>
          </p:nvGrpSpPr>
          <p:grpSpPr bwMode="auto">
            <a:xfrm>
              <a:off x="968" y="954"/>
              <a:ext cx="207" cy="288"/>
              <a:chOff x="1307" y="943"/>
              <a:chExt cx="207" cy="288"/>
            </a:xfrm>
          </p:grpSpPr>
          <p:sp>
            <p:nvSpPr>
              <p:cNvPr id="21496" name="Text Box 1016">
                <a:extLst>
                  <a:ext uri="{FF2B5EF4-FFF2-40B4-BE49-F238E27FC236}">
                    <a16:creationId xmlns:a16="http://schemas.microsoft.com/office/drawing/2014/main" id="{E8472ABE-3410-4211-A15F-DF90F82E49DB}"/>
                  </a:ext>
                </a:extLst>
              </p:cNvPr>
              <p:cNvSpPr txBox="1">
                <a:spLocks noChangeArrowheads="1"/>
              </p:cNvSpPr>
              <p:nvPr/>
            </p:nvSpPr>
            <p:spPr bwMode="auto">
              <a:xfrm>
                <a:off x="1307" y="94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p>
            </p:txBody>
          </p:sp>
          <p:sp>
            <p:nvSpPr>
              <p:cNvPr id="21497" name="Line 1017">
                <a:extLst>
                  <a:ext uri="{FF2B5EF4-FFF2-40B4-BE49-F238E27FC236}">
                    <a16:creationId xmlns:a16="http://schemas.microsoft.com/office/drawing/2014/main" id="{EA92DDC0-61EA-42CF-89F4-95E8738D33DB}"/>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498" name="Group 1018">
              <a:extLst>
                <a:ext uri="{FF2B5EF4-FFF2-40B4-BE49-F238E27FC236}">
                  <a16:creationId xmlns:a16="http://schemas.microsoft.com/office/drawing/2014/main" id="{5B25AD57-D8D2-4DAD-BACB-CD2EE3817E4A}"/>
                </a:ext>
              </a:extLst>
            </p:cNvPr>
            <p:cNvGrpSpPr>
              <a:grpSpLocks/>
            </p:cNvGrpSpPr>
            <p:nvPr/>
          </p:nvGrpSpPr>
          <p:grpSpPr bwMode="auto">
            <a:xfrm>
              <a:off x="757" y="1680"/>
              <a:ext cx="207" cy="288"/>
              <a:chOff x="1307" y="943"/>
              <a:chExt cx="207" cy="288"/>
            </a:xfrm>
          </p:grpSpPr>
          <p:sp>
            <p:nvSpPr>
              <p:cNvPr id="21499" name="Text Box 1019">
                <a:extLst>
                  <a:ext uri="{FF2B5EF4-FFF2-40B4-BE49-F238E27FC236}">
                    <a16:creationId xmlns:a16="http://schemas.microsoft.com/office/drawing/2014/main" id="{62214407-757E-432D-9404-4216D8A20F3F}"/>
                  </a:ext>
                </a:extLst>
              </p:cNvPr>
              <p:cNvSpPr txBox="1">
                <a:spLocks noChangeArrowheads="1"/>
              </p:cNvSpPr>
              <p:nvPr/>
            </p:nvSpPr>
            <p:spPr bwMode="auto">
              <a:xfrm>
                <a:off x="1307" y="94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p>
            </p:txBody>
          </p:sp>
          <p:sp>
            <p:nvSpPr>
              <p:cNvPr id="21500" name="Line 1020">
                <a:extLst>
                  <a:ext uri="{FF2B5EF4-FFF2-40B4-BE49-F238E27FC236}">
                    <a16:creationId xmlns:a16="http://schemas.microsoft.com/office/drawing/2014/main" id="{56FE6BB4-148C-4EAB-9B2C-45C3F8E72714}"/>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1501" name="Group 1021">
            <a:extLst>
              <a:ext uri="{FF2B5EF4-FFF2-40B4-BE49-F238E27FC236}">
                <a16:creationId xmlns:a16="http://schemas.microsoft.com/office/drawing/2014/main" id="{D170797F-61FC-4C60-B367-403F4B8BDB07}"/>
              </a:ext>
            </a:extLst>
          </p:cNvPr>
          <p:cNvGrpSpPr>
            <a:grpSpLocks/>
          </p:cNvGrpSpPr>
          <p:nvPr/>
        </p:nvGrpSpPr>
        <p:grpSpPr bwMode="auto">
          <a:xfrm>
            <a:off x="1652588" y="1543050"/>
            <a:ext cx="781050" cy="1916113"/>
            <a:chOff x="1052" y="968"/>
            <a:chExt cx="492" cy="1207"/>
          </a:xfrm>
        </p:grpSpPr>
        <p:grpSp>
          <p:nvGrpSpPr>
            <p:cNvPr id="21502" name="Group 1022">
              <a:extLst>
                <a:ext uri="{FF2B5EF4-FFF2-40B4-BE49-F238E27FC236}">
                  <a16:creationId xmlns:a16="http://schemas.microsoft.com/office/drawing/2014/main" id="{D84CBB3D-F9DB-425E-979C-782D4B4D4E14}"/>
                </a:ext>
              </a:extLst>
            </p:cNvPr>
            <p:cNvGrpSpPr>
              <a:grpSpLocks/>
            </p:cNvGrpSpPr>
            <p:nvPr/>
          </p:nvGrpSpPr>
          <p:grpSpPr bwMode="auto">
            <a:xfrm>
              <a:off x="1337" y="968"/>
              <a:ext cx="207" cy="288"/>
              <a:chOff x="1307" y="943"/>
              <a:chExt cx="207" cy="288"/>
            </a:xfrm>
          </p:grpSpPr>
          <p:sp>
            <p:nvSpPr>
              <p:cNvPr id="21503" name="Text Box 1023">
                <a:extLst>
                  <a:ext uri="{FF2B5EF4-FFF2-40B4-BE49-F238E27FC236}">
                    <a16:creationId xmlns:a16="http://schemas.microsoft.com/office/drawing/2014/main" id="{2776EE56-1743-4824-B9F4-709EDC525BB0}"/>
                  </a:ext>
                </a:extLst>
              </p:cNvPr>
              <p:cNvSpPr txBox="1">
                <a:spLocks noChangeArrowheads="1"/>
              </p:cNvSpPr>
              <p:nvPr/>
            </p:nvSpPr>
            <p:spPr bwMode="auto">
              <a:xfrm>
                <a:off x="1307" y="94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p>
            </p:txBody>
          </p:sp>
          <p:sp>
            <p:nvSpPr>
              <p:cNvPr id="32768" name="Line 1024">
                <a:extLst>
                  <a:ext uri="{FF2B5EF4-FFF2-40B4-BE49-F238E27FC236}">
                    <a16:creationId xmlns:a16="http://schemas.microsoft.com/office/drawing/2014/main" id="{315BEBE0-D3E4-441A-A2EC-5D94B4D4B2BB}"/>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769" name="Group 1025">
              <a:extLst>
                <a:ext uri="{FF2B5EF4-FFF2-40B4-BE49-F238E27FC236}">
                  <a16:creationId xmlns:a16="http://schemas.microsoft.com/office/drawing/2014/main" id="{0F5A84A2-B358-4971-9A45-576C7A0C1404}"/>
                </a:ext>
              </a:extLst>
            </p:cNvPr>
            <p:cNvGrpSpPr>
              <a:grpSpLocks/>
            </p:cNvGrpSpPr>
            <p:nvPr/>
          </p:nvGrpSpPr>
          <p:grpSpPr bwMode="auto">
            <a:xfrm>
              <a:off x="1190" y="1887"/>
              <a:ext cx="203" cy="288"/>
              <a:chOff x="1307" y="943"/>
              <a:chExt cx="203" cy="288"/>
            </a:xfrm>
          </p:grpSpPr>
          <p:sp>
            <p:nvSpPr>
              <p:cNvPr id="32770" name="Text Box 1026">
                <a:extLst>
                  <a:ext uri="{FF2B5EF4-FFF2-40B4-BE49-F238E27FC236}">
                    <a16:creationId xmlns:a16="http://schemas.microsoft.com/office/drawing/2014/main" id="{3C3C2314-D5BF-4C51-8F42-0FC566E3875E}"/>
                  </a:ext>
                </a:extLst>
              </p:cNvPr>
              <p:cNvSpPr txBox="1">
                <a:spLocks noChangeArrowheads="1"/>
              </p:cNvSpPr>
              <p:nvPr/>
            </p:nvSpPr>
            <p:spPr bwMode="auto">
              <a:xfrm>
                <a:off x="1307" y="943"/>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p>
            </p:txBody>
          </p:sp>
          <p:sp>
            <p:nvSpPr>
              <p:cNvPr id="32771" name="Line 1027">
                <a:extLst>
                  <a:ext uri="{FF2B5EF4-FFF2-40B4-BE49-F238E27FC236}">
                    <a16:creationId xmlns:a16="http://schemas.microsoft.com/office/drawing/2014/main" id="{AD2EB2C6-B127-4946-B869-32F6B69F79F4}"/>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772" name="Group 1028">
              <a:extLst>
                <a:ext uri="{FF2B5EF4-FFF2-40B4-BE49-F238E27FC236}">
                  <a16:creationId xmlns:a16="http://schemas.microsoft.com/office/drawing/2014/main" id="{587C7687-1109-46D3-9894-ED4D697A4CFA}"/>
                </a:ext>
              </a:extLst>
            </p:cNvPr>
            <p:cNvGrpSpPr>
              <a:grpSpLocks/>
            </p:cNvGrpSpPr>
            <p:nvPr/>
          </p:nvGrpSpPr>
          <p:grpSpPr bwMode="auto">
            <a:xfrm>
              <a:off x="1052" y="1680"/>
              <a:ext cx="416" cy="288"/>
              <a:chOff x="1052" y="1680"/>
              <a:chExt cx="416" cy="288"/>
            </a:xfrm>
          </p:grpSpPr>
          <p:sp>
            <p:nvSpPr>
              <p:cNvPr id="32773" name="Text Box 1029">
                <a:extLst>
                  <a:ext uri="{FF2B5EF4-FFF2-40B4-BE49-F238E27FC236}">
                    <a16:creationId xmlns:a16="http://schemas.microsoft.com/office/drawing/2014/main" id="{5860DB63-05FC-4317-904C-A4528C6CDE4F}"/>
                  </a:ext>
                </a:extLst>
              </p:cNvPr>
              <p:cNvSpPr txBox="1">
                <a:spLocks noChangeArrowheads="1"/>
              </p:cNvSpPr>
              <p:nvPr/>
            </p:nvSpPr>
            <p:spPr bwMode="auto">
              <a:xfrm>
                <a:off x="1052" y="1680"/>
                <a:ext cx="4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a:solidFill>
                      <a:srgbClr val="CC0000"/>
                    </a:solidFill>
                    <a:latin typeface="Modern" pitchFamily="50"/>
                  </a:rPr>
                  <a:t>(</a:t>
                </a:r>
                <a:r>
                  <a:rPr lang="en-US" altLang="zh-CN" b="1">
                    <a:solidFill>
                      <a:srgbClr val="CC0000"/>
                    </a:solidFill>
                    <a:latin typeface="Modern" pitchFamily="50"/>
                  </a:rPr>
                  <a:t>e )</a:t>
                </a:r>
              </a:p>
            </p:txBody>
          </p:sp>
          <p:sp>
            <p:nvSpPr>
              <p:cNvPr id="32774" name="Line 1030">
                <a:extLst>
                  <a:ext uri="{FF2B5EF4-FFF2-40B4-BE49-F238E27FC236}">
                    <a16:creationId xmlns:a16="http://schemas.microsoft.com/office/drawing/2014/main" id="{78B1B108-6C2E-4ADC-8E81-72296B69F032}"/>
                  </a:ext>
                </a:extLst>
              </p:cNvPr>
              <p:cNvSpPr>
                <a:spLocks noChangeShapeType="1"/>
              </p:cNvSpPr>
              <p:nvPr/>
            </p:nvSpPr>
            <p:spPr bwMode="auto">
              <a:xfrm>
                <a:off x="1302" y="175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775" name="Group 1031">
              <a:extLst>
                <a:ext uri="{FF2B5EF4-FFF2-40B4-BE49-F238E27FC236}">
                  <a16:creationId xmlns:a16="http://schemas.microsoft.com/office/drawing/2014/main" id="{00F7CAA1-BAF0-4104-AA80-4D8B07666F56}"/>
                </a:ext>
              </a:extLst>
            </p:cNvPr>
            <p:cNvGrpSpPr>
              <a:grpSpLocks/>
            </p:cNvGrpSpPr>
            <p:nvPr/>
          </p:nvGrpSpPr>
          <p:grpSpPr bwMode="auto">
            <a:xfrm>
              <a:off x="1056" y="1248"/>
              <a:ext cx="388" cy="288"/>
              <a:chOff x="1052" y="1680"/>
              <a:chExt cx="388" cy="288"/>
            </a:xfrm>
          </p:grpSpPr>
          <p:sp>
            <p:nvSpPr>
              <p:cNvPr id="32776" name="Text Box 1032">
                <a:extLst>
                  <a:ext uri="{FF2B5EF4-FFF2-40B4-BE49-F238E27FC236}">
                    <a16:creationId xmlns:a16="http://schemas.microsoft.com/office/drawing/2014/main" id="{841E04BF-FD0B-4570-896B-241ABE787BEF}"/>
                  </a:ext>
                </a:extLst>
              </p:cNvPr>
              <p:cNvSpPr txBox="1">
                <a:spLocks noChangeArrowheads="1"/>
              </p:cNvSpPr>
              <p:nvPr/>
            </p:nvSpPr>
            <p:spPr bwMode="auto">
              <a:xfrm>
                <a:off x="1052" y="1680"/>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a:solidFill>
                      <a:srgbClr val="CC0000"/>
                    </a:solidFill>
                    <a:latin typeface="Modern" pitchFamily="50"/>
                  </a:rPr>
                  <a:t>(</a:t>
                </a:r>
                <a:r>
                  <a:rPr lang="en-US" altLang="zh-CN" b="1">
                    <a:solidFill>
                      <a:srgbClr val="CC0000"/>
                    </a:solidFill>
                    <a:latin typeface="Modern" pitchFamily="50"/>
                  </a:rPr>
                  <a:t>f )</a:t>
                </a:r>
              </a:p>
            </p:txBody>
          </p:sp>
          <p:sp>
            <p:nvSpPr>
              <p:cNvPr id="32777" name="Line 1033">
                <a:extLst>
                  <a:ext uri="{FF2B5EF4-FFF2-40B4-BE49-F238E27FC236}">
                    <a16:creationId xmlns:a16="http://schemas.microsoft.com/office/drawing/2014/main" id="{82F074C2-BDC9-4816-BFB3-1C37F2D94DBF}"/>
                  </a:ext>
                </a:extLst>
              </p:cNvPr>
              <p:cNvSpPr>
                <a:spLocks noChangeShapeType="1"/>
              </p:cNvSpPr>
              <p:nvPr/>
            </p:nvSpPr>
            <p:spPr bwMode="auto">
              <a:xfrm>
                <a:off x="1302" y="175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2778" name="Group 1034">
            <a:extLst>
              <a:ext uri="{FF2B5EF4-FFF2-40B4-BE49-F238E27FC236}">
                <a16:creationId xmlns:a16="http://schemas.microsoft.com/office/drawing/2014/main" id="{17768D86-548B-4E26-A4D0-85A7C3B42F87}"/>
              </a:ext>
            </a:extLst>
          </p:cNvPr>
          <p:cNvGrpSpPr>
            <a:grpSpLocks/>
          </p:cNvGrpSpPr>
          <p:nvPr/>
        </p:nvGrpSpPr>
        <p:grpSpPr bwMode="auto">
          <a:xfrm>
            <a:off x="773113" y="3892550"/>
            <a:ext cx="1766887" cy="2362200"/>
            <a:chOff x="498" y="2448"/>
            <a:chExt cx="1113" cy="1488"/>
          </a:xfrm>
        </p:grpSpPr>
        <p:sp>
          <p:nvSpPr>
            <p:cNvPr id="32779" name="Rectangle 1035">
              <a:extLst>
                <a:ext uri="{FF2B5EF4-FFF2-40B4-BE49-F238E27FC236}">
                  <a16:creationId xmlns:a16="http://schemas.microsoft.com/office/drawing/2014/main" id="{7FCE3417-748B-42C9-A624-4DF6BAFD5EE6}"/>
                </a:ext>
              </a:extLst>
            </p:cNvPr>
            <p:cNvSpPr>
              <a:spLocks noChangeArrowheads="1"/>
            </p:cNvSpPr>
            <p:nvPr/>
          </p:nvSpPr>
          <p:spPr bwMode="auto">
            <a:xfrm>
              <a:off x="1059" y="318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p>
          </p:txBody>
        </p:sp>
        <p:sp>
          <p:nvSpPr>
            <p:cNvPr id="32780" name="Rectangle 1036">
              <a:extLst>
                <a:ext uri="{FF2B5EF4-FFF2-40B4-BE49-F238E27FC236}">
                  <a16:creationId xmlns:a16="http://schemas.microsoft.com/office/drawing/2014/main" id="{56854A62-E9B5-4B8F-AE86-1873C23B184B}"/>
                </a:ext>
              </a:extLst>
            </p:cNvPr>
            <p:cNvSpPr>
              <a:spLocks noChangeArrowheads="1"/>
            </p:cNvSpPr>
            <p:nvPr/>
          </p:nvSpPr>
          <p:spPr bwMode="auto">
            <a:xfrm>
              <a:off x="1404" y="3290"/>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p>
          </p:txBody>
        </p:sp>
        <p:sp>
          <p:nvSpPr>
            <p:cNvPr id="32781" name="Rectangle 1037">
              <a:extLst>
                <a:ext uri="{FF2B5EF4-FFF2-40B4-BE49-F238E27FC236}">
                  <a16:creationId xmlns:a16="http://schemas.microsoft.com/office/drawing/2014/main" id="{078B31A9-C4FD-406B-8EC7-3062F590D999}"/>
                </a:ext>
              </a:extLst>
            </p:cNvPr>
            <p:cNvSpPr>
              <a:spLocks noChangeArrowheads="1"/>
            </p:cNvSpPr>
            <p:nvPr/>
          </p:nvSpPr>
          <p:spPr bwMode="auto">
            <a:xfrm>
              <a:off x="1392" y="3648"/>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p>
          </p:txBody>
        </p:sp>
        <p:sp>
          <p:nvSpPr>
            <p:cNvPr id="32782" name="Rectangle 1038">
              <a:extLst>
                <a:ext uri="{FF2B5EF4-FFF2-40B4-BE49-F238E27FC236}">
                  <a16:creationId xmlns:a16="http://schemas.microsoft.com/office/drawing/2014/main" id="{495F24D9-35D9-47C5-8420-B59189E64A53}"/>
                </a:ext>
              </a:extLst>
            </p:cNvPr>
            <p:cNvSpPr>
              <a:spLocks noChangeArrowheads="1"/>
            </p:cNvSpPr>
            <p:nvPr/>
          </p:nvSpPr>
          <p:spPr bwMode="auto">
            <a:xfrm>
              <a:off x="498" y="3264"/>
              <a:ext cx="3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a:solidFill>
                    <a:srgbClr val="CC0000"/>
                  </a:solidFill>
                  <a:latin typeface="Modern" pitchFamily="50"/>
                </a:rPr>
                <a:t>(</a:t>
              </a:r>
              <a:r>
                <a:rPr lang="en-US" altLang="zh-CN" b="1">
                  <a:solidFill>
                    <a:srgbClr val="CC0000"/>
                  </a:solidFill>
                  <a:latin typeface="Modern" pitchFamily="50"/>
                </a:rPr>
                <a:t>d)</a:t>
              </a:r>
            </a:p>
          </p:txBody>
        </p:sp>
        <p:sp>
          <p:nvSpPr>
            <p:cNvPr id="32783" name="Rectangle 1039">
              <a:extLst>
                <a:ext uri="{FF2B5EF4-FFF2-40B4-BE49-F238E27FC236}">
                  <a16:creationId xmlns:a16="http://schemas.microsoft.com/office/drawing/2014/main" id="{E54FCD6E-2264-4961-857D-6BD0AEEAE241}"/>
                </a:ext>
              </a:extLst>
            </p:cNvPr>
            <p:cNvSpPr>
              <a:spLocks noChangeArrowheads="1"/>
            </p:cNvSpPr>
            <p:nvPr/>
          </p:nvSpPr>
          <p:spPr bwMode="auto">
            <a:xfrm>
              <a:off x="1396" y="2448"/>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p>
          </p:txBody>
        </p:sp>
        <p:sp>
          <p:nvSpPr>
            <p:cNvPr id="32784" name="Rectangle 1040">
              <a:extLst>
                <a:ext uri="{FF2B5EF4-FFF2-40B4-BE49-F238E27FC236}">
                  <a16:creationId xmlns:a16="http://schemas.microsoft.com/office/drawing/2014/main" id="{B4C8F910-1469-424E-9426-45C3656D9E7A}"/>
                </a:ext>
              </a:extLst>
            </p:cNvPr>
            <p:cNvSpPr>
              <a:spLocks noChangeArrowheads="1"/>
            </p:cNvSpPr>
            <p:nvPr/>
          </p:nvSpPr>
          <p:spPr bwMode="auto">
            <a:xfrm>
              <a:off x="1410" y="2910"/>
              <a:ext cx="1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f</a:t>
              </a:r>
            </a:p>
          </p:txBody>
        </p:sp>
      </p:grpSp>
      <p:grpSp>
        <p:nvGrpSpPr>
          <p:cNvPr id="32785" name="Group 1041">
            <a:extLst>
              <a:ext uri="{FF2B5EF4-FFF2-40B4-BE49-F238E27FC236}">
                <a16:creationId xmlns:a16="http://schemas.microsoft.com/office/drawing/2014/main" id="{F5EE8FC8-2567-4070-BF50-C1C6B56E6C53}"/>
              </a:ext>
            </a:extLst>
          </p:cNvPr>
          <p:cNvGrpSpPr>
            <a:grpSpLocks/>
          </p:cNvGrpSpPr>
          <p:nvPr/>
        </p:nvGrpSpPr>
        <p:grpSpPr bwMode="auto">
          <a:xfrm>
            <a:off x="5100638" y="1530350"/>
            <a:ext cx="2578100" cy="1919288"/>
            <a:chOff x="3213" y="960"/>
            <a:chExt cx="1624" cy="1209"/>
          </a:xfrm>
        </p:grpSpPr>
        <p:sp>
          <p:nvSpPr>
            <p:cNvPr id="32786" name="Oval 1042">
              <a:extLst>
                <a:ext uri="{FF2B5EF4-FFF2-40B4-BE49-F238E27FC236}">
                  <a16:creationId xmlns:a16="http://schemas.microsoft.com/office/drawing/2014/main" id="{211973BA-3283-4A95-9863-210D179D91C4}"/>
                </a:ext>
              </a:extLst>
            </p:cNvPr>
            <p:cNvSpPr>
              <a:spLocks noChangeArrowheads="1"/>
            </p:cNvSpPr>
            <p:nvPr/>
          </p:nvSpPr>
          <p:spPr bwMode="auto">
            <a:xfrm>
              <a:off x="4051" y="191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7" name="Oval 1043">
              <a:extLst>
                <a:ext uri="{FF2B5EF4-FFF2-40B4-BE49-F238E27FC236}">
                  <a16:creationId xmlns:a16="http://schemas.microsoft.com/office/drawing/2014/main" id="{84A1E72E-12A4-4BFD-A389-C83E844FA860}"/>
                </a:ext>
              </a:extLst>
            </p:cNvPr>
            <p:cNvSpPr>
              <a:spLocks noChangeArrowheads="1"/>
            </p:cNvSpPr>
            <p:nvPr/>
          </p:nvSpPr>
          <p:spPr bwMode="auto">
            <a:xfrm>
              <a:off x="3428" y="1919"/>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8" name="Oval 1044">
              <a:extLst>
                <a:ext uri="{FF2B5EF4-FFF2-40B4-BE49-F238E27FC236}">
                  <a16:creationId xmlns:a16="http://schemas.microsoft.com/office/drawing/2014/main" id="{2C216E76-E502-4A2C-9548-4F2CECB1FE69}"/>
                </a:ext>
              </a:extLst>
            </p:cNvPr>
            <p:cNvSpPr>
              <a:spLocks noChangeArrowheads="1"/>
            </p:cNvSpPr>
            <p:nvPr/>
          </p:nvSpPr>
          <p:spPr bwMode="auto">
            <a:xfrm>
              <a:off x="4670" y="1917"/>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9" name="Oval 1045">
              <a:extLst>
                <a:ext uri="{FF2B5EF4-FFF2-40B4-BE49-F238E27FC236}">
                  <a16:creationId xmlns:a16="http://schemas.microsoft.com/office/drawing/2014/main" id="{F08930E4-976C-49A0-BF61-5B1DFFDE060A}"/>
                </a:ext>
              </a:extLst>
            </p:cNvPr>
            <p:cNvSpPr>
              <a:spLocks noChangeArrowheads="1"/>
            </p:cNvSpPr>
            <p:nvPr/>
          </p:nvSpPr>
          <p:spPr bwMode="auto">
            <a:xfrm>
              <a:off x="3824" y="1208"/>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0" name="Oval 1046">
              <a:extLst>
                <a:ext uri="{FF2B5EF4-FFF2-40B4-BE49-F238E27FC236}">
                  <a16:creationId xmlns:a16="http://schemas.microsoft.com/office/drawing/2014/main" id="{DD1DF140-247B-40FF-8EFC-A263411739D7}"/>
                </a:ext>
              </a:extLst>
            </p:cNvPr>
            <p:cNvSpPr>
              <a:spLocks noChangeArrowheads="1"/>
            </p:cNvSpPr>
            <p:nvPr/>
          </p:nvSpPr>
          <p:spPr bwMode="auto">
            <a:xfrm>
              <a:off x="4051" y="1207"/>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1" name="Oval 1047">
              <a:extLst>
                <a:ext uri="{FF2B5EF4-FFF2-40B4-BE49-F238E27FC236}">
                  <a16:creationId xmlns:a16="http://schemas.microsoft.com/office/drawing/2014/main" id="{970D4E81-AACE-46B0-830B-596377EDB540}"/>
                </a:ext>
              </a:extLst>
            </p:cNvPr>
            <p:cNvSpPr>
              <a:spLocks noChangeArrowheads="1"/>
            </p:cNvSpPr>
            <p:nvPr/>
          </p:nvSpPr>
          <p:spPr bwMode="auto">
            <a:xfrm>
              <a:off x="4282" y="1205"/>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792" name="Group 1048">
              <a:extLst>
                <a:ext uri="{FF2B5EF4-FFF2-40B4-BE49-F238E27FC236}">
                  <a16:creationId xmlns:a16="http://schemas.microsoft.com/office/drawing/2014/main" id="{2E7B5C67-C043-4804-9901-543EBDF32D77}"/>
                </a:ext>
              </a:extLst>
            </p:cNvPr>
            <p:cNvGrpSpPr>
              <a:grpSpLocks/>
            </p:cNvGrpSpPr>
            <p:nvPr/>
          </p:nvGrpSpPr>
          <p:grpSpPr bwMode="auto">
            <a:xfrm>
              <a:off x="3942" y="1200"/>
              <a:ext cx="207" cy="288"/>
              <a:chOff x="3984" y="1296"/>
              <a:chExt cx="207" cy="288"/>
            </a:xfrm>
          </p:grpSpPr>
          <p:sp>
            <p:nvSpPr>
              <p:cNvPr id="32793" name="Text Box 1049">
                <a:extLst>
                  <a:ext uri="{FF2B5EF4-FFF2-40B4-BE49-F238E27FC236}">
                    <a16:creationId xmlns:a16="http://schemas.microsoft.com/office/drawing/2014/main" id="{A1944E89-FA6B-4274-B7A0-9E6527DB41BA}"/>
                  </a:ext>
                </a:extLst>
              </p:cNvPr>
              <p:cNvSpPr txBox="1">
                <a:spLocks noChangeArrowheads="1"/>
              </p:cNvSpPr>
              <p:nvPr/>
            </p:nvSpPr>
            <p:spPr bwMode="auto">
              <a:xfrm>
                <a:off x="3984" y="1296"/>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p>
            </p:txBody>
          </p:sp>
          <p:sp>
            <p:nvSpPr>
              <p:cNvPr id="32794" name="Line 1050">
                <a:extLst>
                  <a:ext uri="{FF2B5EF4-FFF2-40B4-BE49-F238E27FC236}">
                    <a16:creationId xmlns:a16="http://schemas.microsoft.com/office/drawing/2014/main" id="{347F30D0-C2EE-4FBD-9AF6-6F35C3ACF822}"/>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5" name="Line 1051">
                <a:extLst>
                  <a:ext uri="{FF2B5EF4-FFF2-40B4-BE49-F238E27FC236}">
                    <a16:creationId xmlns:a16="http://schemas.microsoft.com/office/drawing/2014/main" id="{B366FF31-DA8A-46C2-BAEA-2DCCA8D8FC51}"/>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796" name="Group 1052">
              <a:extLst>
                <a:ext uri="{FF2B5EF4-FFF2-40B4-BE49-F238E27FC236}">
                  <a16:creationId xmlns:a16="http://schemas.microsoft.com/office/drawing/2014/main" id="{1918BB16-DBE8-4480-B7E7-29A7B657D5B4}"/>
                </a:ext>
              </a:extLst>
            </p:cNvPr>
            <p:cNvGrpSpPr>
              <a:grpSpLocks/>
            </p:cNvGrpSpPr>
            <p:nvPr/>
          </p:nvGrpSpPr>
          <p:grpSpPr bwMode="auto">
            <a:xfrm>
              <a:off x="4140" y="960"/>
              <a:ext cx="207" cy="288"/>
              <a:chOff x="3984" y="1296"/>
              <a:chExt cx="207" cy="288"/>
            </a:xfrm>
          </p:grpSpPr>
          <p:sp>
            <p:nvSpPr>
              <p:cNvPr id="32797" name="Text Box 1053">
                <a:extLst>
                  <a:ext uri="{FF2B5EF4-FFF2-40B4-BE49-F238E27FC236}">
                    <a16:creationId xmlns:a16="http://schemas.microsoft.com/office/drawing/2014/main" id="{871DFC25-6CD2-46C0-9203-59BB903C4EAB}"/>
                  </a:ext>
                </a:extLst>
              </p:cNvPr>
              <p:cNvSpPr txBox="1">
                <a:spLocks noChangeArrowheads="1"/>
              </p:cNvSpPr>
              <p:nvPr/>
            </p:nvSpPr>
            <p:spPr bwMode="auto">
              <a:xfrm>
                <a:off x="3984" y="1296"/>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p>
            </p:txBody>
          </p:sp>
          <p:sp>
            <p:nvSpPr>
              <p:cNvPr id="32798" name="Line 1054">
                <a:extLst>
                  <a:ext uri="{FF2B5EF4-FFF2-40B4-BE49-F238E27FC236}">
                    <a16:creationId xmlns:a16="http://schemas.microsoft.com/office/drawing/2014/main" id="{A6644A83-5BB3-481D-9EB4-021EA3FFA7D5}"/>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9" name="Line 1055">
                <a:extLst>
                  <a:ext uri="{FF2B5EF4-FFF2-40B4-BE49-F238E27FC236}">
                    <a16:creationId xmlns:a16="http://schemas.microsoft.com/office/drawing/2014/main" id="{F372C97D-0E71-4CA8-B9BE-37E4960CA6B5}"/>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00" name="Group 1056">
              <a:extLst>
                <a:ext uri="{FF2B5EF4-FFF2-40B4-BE49-F238E27FC236}">
                  <a16:creationId xmlns:a16="http://schemas.microsoft.com/office/drawing/2014/main" id="{6E112A44-D0FE-483D-BDC1-335B29E59CFF}"/>
                </a:ext>
              </a:extLst>
            </p:cNvPr>
            <p:cNvGrpSpPr>
              <a:grpSpLocks/>
            </p:cNvGrpSpPr>
            <p:nvPr/>
          </p:nvGrpSpPr>
          <p:grpSpPr bwMode="auto">
            <a:xfrm>
              <a:off x="3771" y="972"/>
              <a:ext cx="202" cy="288"/>
              <a:chOff x="3984" y="1296"/>
              <a:chExt cx="202" cy="288"/>
            </a:xfrm>
          </p:grpSpPr>
          <p:sp>
            <p:nvSpPr>
              <p:cNvPr id="32801" name="Text Box 1057">
                <a:extLst>
                  <a:ext uri="{FF2B5EF4-FFF2-40B4-BE49-F238E27FC236}">
                    <a16:creationId xmlns:a16="http://schemas.microsoft.com/office/drawing/2014/main" id="{6CF508C2-7AB6-4D14-9EA4-3489725DFF7F}"/>
                  </a:ext>
                </a:extLst>
              </p:cNvPr>
              <p:cNvSpPr txBox="1">
                <a:spLocks noChangeArrowheads="1"/>
              </p:cNvSpPr>
              <p:nvPr/>
            </p:nvSpPr>
            <p:spPr bwMode="auto">
              <a:xfrm>
                <a:off x="3984" y="1296"/>
                <a:ext cx="1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f</a:t>
                </a:r>
              </a:p>
            </p:txBody>
          </p:sp>
          <p:sp>
            <p:nvSpPr>
              <p:cNvPr id="32802" name="Line 1058">
                <a:extLst>
                  <a:ext uri="{FF2B5EF4-FFF2-40B4-BE49-F238E27FC236}">
                    <a16:creationId xmlns:a16="http://schemas.microsoft.com/office/drawing/2014/main" id="{664850EF-A22F-4FD3-A8C2-6B9D68A61B8F}"/>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3" name="Line 1059">
                <a:extLst>
                  <a:ext uri="{FF2B5EF4-FFF2-40B4-BE49-F238E27FC236}">
                    <a16:creationId xmlns:a16="http://schemas.microsoft.com/office/drawing/2014/main" id="{03ECD958-50BB-478A-B3DA-9B8AF1A4E69F}"/>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04" name="Group 1060">
              <a:extLst>
                <a:ext uri="{FF2B5EF4-FFF2-40B4-BE49-F238E27FC236}">
                  <a16:creationId xmlns:a16="http://schemas.microsoft.com/office/drawing/2014/main" id="{E1D9E56A-DD06-4726-964C-229740D94E04}"/>
                </a:ext>
              </a:extLst>
            </p:cNvPr>
            <p:cNvGrpSpPr>
              <a:grpSpLocks/>
            </p:cNvGrpSpPr>
            <p:nvPr/>
          </p:nvGrpSpPr>
          <p:grpSpPr bwMode="auto">
            <a:xfrm>
              <a:off x="4634" y="1869"/>
              <a:ext cx="203" cy="288"/>
              <a:chOff x="3984" y="1296"/>
              <a:chExt cx="203" cy="288"/>
            </a:xfrm>
          </p:grpSpPr>
          <p:sp>
            <p:nvSpPr>
              <p:cNvPr id="32805" name="Text Box 1061">
                <a:extLst>
                  <a:ext uri="{FF2B5EF4-FFF2-40B4-BE49-F238E27FC236}">
                    <a16:creationId xmlns:a16="http://schemas.microsoft.com/office/drawing/2014/main" id="{4AEF333C-F935-469E-871C-B2085C8B1D1B}"/>
                  </a:ext>
                </a:extLst>
              </p:cNvPr>
              <p:cNvSpPr txBox="1">
                <a:spLocks noChangeArrowheads="1"/>
              </p:cNvSpPr>
              <p:nvPr/>
            </p:nvSpPr>
            <p:spPr bwMode="auto">
              <a:xfrm>
                <a:off x="3984" y="1296"/>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p>
            </p:txBody>
          </p:sp>
          <p:sp>
            <p:nvSpPr>
              <p:cNvPr id="32806" name="Line 1062">
                <a:extLst>
                  <a:ext uri="{FF2B5EF4-FFF2-40B4-BE49-F238E27FC236}">
                    <a16:creationId xmlns:a16="http://schemas.microsoft.com/office/drawing/2014/main" id="{18AE6382-C3FD-460C-B213-402685515965}"/>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7" name="Line 1063">
                <a:extLst>
                  <a:ext uri="{FF2B5EF4-FFF2-40B4-BE49-F238E27FC236}">
                    <a16:creationId xmlns:a16="http://schemas.microsoft.com/office/drawing/2014/main" id="{C810C58F-621C-4EEE-A1E2-E8419B68B7CB}"/>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08" name="Group 1064">
              <a:extLst>
                <a:ext uri="{FF2B5EF4-FFF2-40B4-BE49-F238E27FC236}">
                  <a16:creationId xmlns:a16="http://schemas.microsoft.com/office/drawing/2014/main" id="{6DFBD290-45F5-444E-B641-514D0443FA3B}"/>
                </a:ext>
              </a:extLst>
            </p:cNvPr>
            <p:cNvGrpSpPr>
              <a:grpSpLocks/>
            </p:cNvGrpSpPr>
            <p:nvPr/>
          </p:nvGrpSpPr>
          <p:grpSpPr bwMode="auto">
            <a:xfrm>
              <a:off x="3952" y="1665"/>
              <a:ext cx="207" cy="288"/>
              <a:chOff x="3984" y="1296"/>
              <a:chExt cx="207" cy="288"/>
            </a:xfrm>
          </p:grpSpPr>
          <p:sp>
            <p:nvSpPr>
              <p:cNvPr id="32809" name="Text Box 1065">
                <a:extLst>
                  <a:ext uri="{FF2B5EF4-FFF2-40B4-BE49-F238E27FC236}">
                    <a16:creationId xmlns:a16="http://schemas.microsoft.com/office/drawing/2014/main" id="{47786C5F-361E-46B5-A2A2-717E59F26315}"/>
                  </a:ext>
                </a:extLst>
              </p:cNvPr>
              <p:cNvSpPr txBox="1">
                <a:spLocks noChangeArrowheads="1"/>
              </p:cNvSpPr>
              <p:nvPr/>
            </p:nvSpPr>
            <p:spPr bwMode="auto">
              <a:xfrm>
                <a:off x="3984" y="1296"/>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p>
            </p:txBody>
          </p:sp>
          <p:sp>
            <p:nvSpPr>
              <p:cNvPr id="32810" name="Line 1066">
                <a:extLst>
                  <a:ext uri="{FF2B5EF4-FFF2-40B4-BE49-F238E27FC236}">
                    <a16:creationId xmlns:a16="http://schemas.microsoft.com/office/drawing/2014/main" id="{447C1D08-96FA-4971-9064-E42924EBC46C}"/>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1" name="Line 1067">
                <a:extLst>
                  <a:ext uri="{FF2B5EF4-FFF2-40B4-BE49-F238E27FC236}">
                    <a16:creationId xmlns:a16="http://schemas.microsoft.com/office/drawing/2014/main" id="{FD8C9D8D-3D88-46F5-B39A-2CDC03236E58}"/>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12" name="Group 1068">
              <a:extLst>
                <a:ext uri="{FF2B5EF4-FFF2-40B4-BE49-F238E27FC236}">
                  <a16:creationId xmlns:a16="http://schemas.microsoft.com/office/drawing/2014/main" id="{B9DF8201-6848-4E37-9687-EC002BDA5F01}"/>
                </a:ext>
              </a:extLst>
            </p:cNvPr>
            <p:cNvGrpSpPr>
              <a:grpSpLocks/>
            </p:cNvGrpSpPr>
            <p:nvPr/>
          </p:nvGrpSpPr>
          <p:grpSpPr bwMode="auto">
            <a:xfrm>
              <a:off x="3213" y="1881"/>
              <a:ext cx="203" cy="288"/>
              <a:chOff x="3984" y="1296"/>
              <a:chExt cx="203" cy="288"/>
            </a:xfrm>
          </p:grpSpPr>
          <p:sp>
            <p:nvSpPr>
              <p:cNvPr id="32813" name="Text Box 1069">
                <a:extLst>
                  <a:ext uri="{FF2B5EF4-FFF2-40B4-BE49-F238E27FC236}">
                    <a16:creationId xmlns:a16="http://schemas.microsoft.com/office/drawing/2014/main" id="{ACF54DDD-610E-4E3B-9A50-F888F7084C43}"/>
                  </a:ext>
                </a:extLst>
              </p:cNvPr>
              <p:cNvSpPr txBox="1">
                <a:spLocks noChangeArrowheads="1"/>
              </p:cNvSpPr>
              <p:nvPr/>
            </p:nvSpPr>
            <p:spPr bwMode="auto">
              <a:xfrm>
                <a:off x="3984" y="1296"/>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p>
            </p:txBody>
          </p:sp>
          <p:sp>
            <p:nvSpPr>
              <p:cNvPr id="32814" name="Line 1070">
                <a:extLst>
                  <a:ext uri="{FF2B5EF4-FFF2-40B4-BE49-F238E27FC236}">
                    <a16:creationId xmlns:a16="http://schemas.microsoft.com/office/drawing/2014/main" id="{7C6CAD01-0AF2-4395-9BD5-B4AD8A1E67C1}"/>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5" name="Line 1071">
                <a:extLst>
                  <a:ext uri="{FF2B5EF4-FFF2-40B4-BE49-F238E27FC236}">
                    <a16:creationId xmlns:a16="http://schemas.microsoft.com/office/drawing/2014/main" id="{80F32555-F82D-4889-8D2D-31313B8606CE}"/>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2816" name="Group 1072">
            <a:extLst>
              <a:ext uri="{FF2B5EF4-FFF2-40B4-BE49-F238E27FC236}">
                <a16:creationId xmlns:a16="http://schemas.microsoft.com/office/drawing/2014/main" id="{84BF668F-1CE9-42FD-BE15-667F6D770F5B}"/>
              </a:ext>
            </a:extLst>
          </p:cNvPr>
          <p:cNvGrpSpPr>
            <a:grpSpLocks/>
          </p:cNvGrpSpPr>
          <p:nvPr/>
        </p:nvGrpSpPr>
        <p:grpSpPr bwMode="auto">
          <a:xfrm>
            <a:off x="5510213" y="4341813"/>
            <a:ext cx="1506537" cy="2109787"/>
            <a:chOff x="3669" y="2682"/>
            <a:chExt cx="949" cy="1329"/>
          </a:xfrm>
        </p:grpSpPr>
        <p:sp>
          <p:nvSpPr>
            <p:cNvPr id="32817" name="Text Box 1073">
              <a:extLst>
                <a:ext uri="{FF2B5EF4-FFF2-40B4-BE49-F238E27FC236}">
                  <a16:creationId xmlns:a16="http://schemas.microsoft.com/office/drawing/2014/main" id="{2F5CF3FD-5C18-4CF3-9D8B-41D2AFF59568}"/>
                </a:ext>
              </a:extLst>
            </p:cNvPr>
            <p:cNvSpPr txBox="1">
              <a:spLocks noChangeArrowheads="1"/>
            </p:cNvSpPr>
            <p:nvPr/>
          </p:nvSpPr>
          <p:spPr bwMode="auto">
            <a:xfrm>
              <a:off x="3824" y="283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A50021"/>
                  </a:solidFill>
                </a:rPr>
                <a:t>A</a:t>
              </a:r>
            </a:p>
          </p:txBody>
        </p:sp>
        <p:sp>
          <p:nvSpPr>
            <p:cNvPr id="32818" name="Text Box 1074">
              <a:extLst>
                <a:ext uri="{FF2B5EF4-FFF2-40B4-BE49-F238E27FC236}">
                  <a16:creationId xmlns:a16="http://schemas.microsoft.com/office/drawing/2014/main" id="{79890204-5AA7-43E4-8546-A879E00E9C3E}"/>
                </a:ext>
              </a:extLst>
            </p:cNvPr>
            <p:cNvSpPr txBox="1">
              <a:spLocks noChangeArrowheads="1"/>
            </p:cNvSpPr>
            <p:nvPr/>
          </p:nvSpPr>
          <p:spPr bwMode="auto">
            <a:xfrm>
              <a:off x="4230" y="2808"/>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A50021"/>
                  </a:solidFill>
                </a:rPr>
                <a:t>B</a:t>
              </a:r>
            </a:p>
          </p:txBody>
        </p:sp>
        <p:sp>
          <p:nvSpPr>
            <p:cNvPr id="32819" name="Text Box 1075">
              <a:extLst>
                <a:ext uri="{FF2B5EF4-FFF2-40B4-BE49-F238E27FC236}">
                  <a16:creationId xmlns:a16="http://schemas.microsoft.com/office/drawing/2014/main" id="{D432F3CB-B538-48F4-B2B7-23195D44731A}"/>
                </a:ext>
              </a:extLst>
            </p:cNvPr>
            <p:cNvSpPr txBox="1">
              <a:spLocks noChangeArrowheads="1"/>
            </p:cNvSpPr>
            <p:nvPr/>
          </p:nvSpPr>
          <p:spPr bwMode="auto">
            <a:xfrm>
              <a:off x="3954" y="268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A50021"/>
                  </a:solidFill>
                </a:rPr>
                <a:t>F</a:t>
              </a:r>
            </a:p>
          </p:txBody>
        </p:sp>
        <p:sp>
          <p:nvSpPr>
            <p:cNvPr id="32820" name="Text Box 1076">
              <a:extLst>
                <a:ext uri="{FF2B5EF4-FFF2-40B4-BE49-F238E27FC236}">
                  <a16:creationId xmlns:a16="http://schemas.microsoft.com/office/drawing/2014/main" id="{C06655AB-CC7F-41CD-B2CB-6A4778EF8493}"/>
                </a:ext>
              </a:extLst>
            </p:cNvPr>
            <p:cNvSpPr txBox="1">
              <a:spLocks noChangeArrowheads="1"/>
            </p:cNvSpPr>
            <p:nvPr/>
          </p:nvSpPr>
          <p:spPr bwMode="auto">
            <a:xfrm>
              <a:off x="4374" y="3723"/>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A50021"/>
                  </a:solidFill>
                </a:rPr>
                <a:t>C</a:t>
              </a:r>
            </a:p>
          </p:txBody>
        </p:sp>
        <p:sp>
          <p:nvSpPr>
            <p:cNvPr id="32821" name="Text Box 1077">
              <a:extLst>
                <a:ext uri="{FF2B5EF4-FFF2-40B4-BE49-F238E27FC236}">
                  <a16:creationId xmlns:a16="http://schemas.microsoft.com/office/drawing/2014/main" id="{2DACA070-FF6D-4B08-810C-07321DEAC616}"/>
                </a:ext>
              </a:extLst>
            </p:cNvPr>
            <p:cNvSpPr txBox="1">
              <a:spLocks noChangeArrowheads="1"/>
            </p:cNvSpPr>
            <p:nvPr/>
          </p:nvSpPr>
          <p:spPr bwMode="auto">
            <a:xfrm>
              <a:off x="3669" y="331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A50021"/>
                  </a:solidFill>
                </a:rPr>
                <a:t>D</a:t>
              </a:r>
            </a:p>
          </p:txBody>
        </p:sp>
        <p:sp>
          <p:nvSpPr>
            <p:cNvPr id="32822" name="Text Box 1078">
              <a:extLst>
                <a:ext uri="{FF2B5EF4-FFF2-40B4-BE49-F238E27FC236}">
                  <a16:creationId xmlns:a16="http://schemas.microsoft.com/office/drawing/2014/main" id="{710134AC-757A-4BFE-AE75-E4B5C1AEBE7F}"/>
                </a:ext>
              </a:extLst>
            </p:cNvPr>
            <p:cNvSpPr txBox="1">
              <a:spLocks noChangeArrowheads="1"/>
            </p:cNvSpPr>
            <p:nvPr/>
          </p:nvSpPr>
          <p:spPr bwMode="auto">
            <a:xfrm>
              <a:off x="3847" y="316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A50021"/>
                  </a:solidFill>
                </a:rPr>
                <a:t>E</a:t>
              </a:r>
            </a:p>
          </p:txBody>
        </p:sp>
      </p:grpSp>
      <p:sp>
        <p:nvSpPr>
          <p:cNvPr id="32823" name="Text Box 1079">
            <a:extLst>
              <a:ext uri="{FF2B5EF4-FFF2-40B4-BE49-F238E27FC236}">
                <a16:creationId xmlns:a16="http://schemas.microsoft.com/office/drawing/2014/main" id="{144C3F79-4B54-467B-B89C-AA0326D6F984}"/>
              </a:ext>
            </a:extLst>
          </p:cNvPr>
          <p:cNvSpPr txBox="1">
            <a:spLocks noChangeArrowheads="1"/>
          </p:cNvSpPr>
          <p:nvPr/>
        </p:nvSpPr>
        <p:spPr bwMode="auto">
          <a:xfrm>
            <a:off x="7239000" y="3733800"/>
            <a:ext cx="1524000" cy="935038"/>
          </a:xfrm>
          <a:prstGeom prst="rect">
            <a:avLst/>
          </a:prstGeom>
          <a:solidFill>
            <a:srgbClr val="CCFFCC"/>
          </a:solidFill>
          <a:ln w="19050">
            <a:solidFill>
              <a:srgbClr val="CC3300"/>
            </a:solidFill>
            <a:miter lim="800000"/>
            <a:headEnd/>
            <a:tailEnd/>
          </a:ln>
          <a:effectLst/>
          <a:extLst>
            <a:ext uri="{AF507438-7753-43E0-B8FC-AC1667EBCBE1}">
              <a14:hiddenEffects xmlns:a14="http://schemas.microsoft.com/office/drawing/2010/main">
                <a:effectLst>
                  <a:outerShdw dist="107763" dir="2700000" algn="ctr" rotWithShape="0">
                    <a:srgbClr val="00CCFF"/>
                  </a:outerShdw>
                </a:effectLst>
              </a14:hiddenEffects>
            </a:ext>
          </a:extLst>
        </p:spPr>
        <p:txBody>
          <a:bodyPr>
            <a:spAutoFit/>
          </a:bodyPr>
          <a:lstStyle/>
          <a:p>
            <a:pPr>
              <a:lnSpc>
                <a:spcPct val="90000"/>
              </a:lnSpc>
            </a:pPr>
            <a:r>
              <a:rPr lang="zh-CN" altLang="en-US" sz="2000" b="1">
                <a:solidFill>
                  <a:schemeClr val="tx2"/>
                </a:solidFill>
              </a:rPr>
              <a:t>相贯线是</a:t>
            </a:r>
          </a:p>
          <a:p>
            <a:pPr>
              <a:lnSpc>
                <a:spcPct val="90000"/>
              </a:lnSpc>
            </a:pPr>
            <a:r>
              <a:rPr lang="zh-CN" altLang="en-US" sz="2000" b="1">
                <a:solidFill>
                  <a:schemeClr val="tx2"/>
                </a:solidFill>
              </a:rPr>
              <a:t>两组封闭的</a:t>
            </a:r>
          </a:p>
          <a:p>
            <a:pPr>
              <a:lnSpc>
                <a:spcPct val="90000"/>
              </a:lnSpc>
            </a:pPr>
            <a:r>
              <a:rPr lang="zh-CN" altLang="en-US" sz="2000" b="1">
                <a:solidFill>
                  <a:schemeClr val="tx2"/>
                </a:solidFill>
              </a:rPr>
              <a:t>空间折线</a:t>
            </a:r>
          </a:p>
        </p:txBody>
      </p:sp>
      <p:sp>
        <p:nvSpPr>
          <p:cNvPr id="32824" name="Text Box 1080">
            <a:extLst>
              <a:ext uri="{FF2B5EF4-FFF2-40B4-BE49-F238E27FC236}">
                <a16:creationId xmlns:a16="http://schemas.microsoft.com/office/drawing/2014/main" id="{26BFC44B-83DD-449F-B10B-647EC1685EB7}"/>
              </a:ext>
            </a:extLst>
          </p:cNvPr>
          <p:cNvSpPr txBox="1">
            <a:spLocks noChangeArrowheads="1"/>
          </p:cNvSpPr>
          <p:nvPr/>
        </p:nvSpPr>
        <p:spPr bwMode="auto">
          <a:xfrm>
            <a:off x="3363913" y="966589"/>
            <a:ext cx="2432050" cy="92333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a:ea typeface="楷体_GB2312" pitchFamily="49" charset="-122"/>
              </a:rPr>
              <a:t>       </a:t>
            </a:r>
            <a:r>
              <a:rPr lang="zh-CN" altLang="en-US" sz="1800" b="1" dirty="0">
                <a:ea typeface="楷体_GB2312" pitchFamily="49" charset="-122"/>
              </a:rPr>
              <a:t>过四棱柱顶面</a:t>
            </a:r>
          </a:p>
          <a:p>
            <a:pPr algn="l"/>
            <a:r>
              <a:rPr lang="zh-CN" altLang="en-US" sz="1800" b="1" dirty="0">
                <a:ea typeface="楷体_GB2312" pitchFamily="49" charset="-122"/>
              </a:rPr>
              <a:t>和底面作辅助平面</a:t>
            </a:r>
          </a:p>
          <a:p>
            <a:pPr algn="l"/>
            <a:r>
              <a:rPr lang="zh-CN" altLang="en-US" sz="1800" b="1" dirty="0">
                <a:ea typeface="楷体_GB2312" pitchFamily="49" charset="-122"/>
              </a:rPr>
              <a:t>来求相贯线上的点</a:t>
            </a:r>
          </a:p>
        </p:txBody>
      </p:sp>
      <p:sp>
        <p:nvSpPr>
          <p:cNvPr id="21321" name="Text Box 841">
            <a:extLst>
              <a:ext uri="{FF2B5EF4-FFF2-40B4-BE49-F238E27FC236}">
                <a16:creationId xmlns:a16="http://schemas.microsoft.com/office/drawing/2014/main" id="{F32E0DA2-EFCC-4BF0-A2FE-6272CCC8D78C}"/>
              </a:ext>
            </a:extLst>
          </p:cNvPr>
          <p:cNvSpPr txBox="1">
            <a:spLocks noChangeArrowheads="1"/>
          </p:cNvSpPr>
          <p:nvPr/>
        </p:nvSpPr>
        <p:spPr bwMode="auto">
          <a:xfrm>
            <a:off x="130969" y="513161"/>
            <a:ext cx="5788764" cy="458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b="1" dirty="0">
                <a:solidFill>
                  <a:srgbClr val="CC3300"/>
                </a:solidFill>
              </a:rPr>
              <a:t>[</a:t>
            </a:r>
            <a:r>
              <a:rPr lang="zh-CN" altLang="en-US" b="1" dirty="0">
                <a:solidFill>
                  <a:srgbClr val="CC3300"/>
                </a:solidFill>
              </a:rPr>
              <a:t>例</a:t>
            </a:r>
            <a:r>
              <a:rPr lang="en-US" altLang="zh-CN" b="1" dirty="0">
                <a:solidFill>
                  <a:srgbClr val="CC3300"/>
                </a:solidFill>
              </a:rPr>
              <a:t>8]</a:t>
            </a:r>
            <a:r>
              <a:rPr lang="en-US" altLang="zh-CN" b="1" dirty="0"/>
              <a:t>  </a:t>
            </a:r>
            <a:r>
              <a:rPr lang="zh-CN" altLang="en-US" b="1" dirty="0"/>
              <a:t>求四棱柱与正四棱锥的表面交线。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321"/>
                                        </p:tgtEl>
                                        <p:attrNameLst>
                                          <p:attrName>style.visibility</p:attrName>
                                        </p:attrNameLst>
                                      </p:cBhvr>
                                      <p:to>
                                        <p:strVal val="visible"/>
                                      </p:to>
                                    </p:set>
                                    <p:animEffect transition="in" filter="wipe(left)">
                                      <p:cBhvr>
                                        <p:cTn id="7" dur="500"/>
                                        <p:tgtEl>
                                          <p:spTgt spid="213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2837"/>
                                        </p:tgtEl>
                                        <p:attrNameLst>
                                          <p:attrName>style.visibility</p:attrName>
                                        </p:attrNameLst>
                                      </p:cBhvr>
                                      <p:to>
                                        <p:strVal val="visible"/>
                                      </p:to>
                                    </p:set>
                                    <p:animEffect transition="in" filter="dissolve">
                                      <p:cBhvr>
                                        <p:cTn id="12" dur="500"/>
                                        <p:tgtEl>
                                          <p:spTgt spid="32837"/>
                                        </p:tgtEl>
                                      </p:cBhvr>
                                    </p:animEffect>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528" fill="hold" nodeType="clickEffect">
                                  <p:stCondLst>
                                    <p:cond delay="0"/>
                                  </p:stCondLst>
                                  <p:childTnLst>
                                    <p:set>
                                      <p:cBhvr>
                                        <p:cTn id="16" dur="1" fill="hold">
                                          <p:stCondLst>
                                            <p:cond delay="0"/>
                                          </p:stCondLst>
                                        </p:cTn>
                                        <p:tgtEl>
                                          <p:spTgt spid="21426"/>
                                        </p:tgtEl>
                                        <p:attrNameLst>
                                          <p:attrName>style.visibility</p:attrName>
                                        </p:attrNameLst>
                                      </p:cBhvr>
                                      <p:to>
                                        <p:strVal val="visible"/>
                                      </p:to>
                                    </p:set>
                                    <p:anim calcmode="lin" valueType="num">
                                      <p:cBhvr>
                                        <p:cTn id="17" dur="500" fill="hold"/>
                                        <p:tgtEl>
                                          <p:spTgt spid="21426"/>
                                        </p:tgtEl>
                                        <p:attrNameLst>
                                          <p:attrName>ppt_w</p:attrName>
                                        </p:attrNameLst>
                                      </p:cBhvr>
                                      <p:tavLst>
                                        <p:tav tm="0">
                                          <p:val>
                                            <p:fltVal val="0"/>
                                          </p:val>
                                        </p:tav>
                                        <p:tav tm="100000">
                                          <p:val>
                                            <p:strVal val="#ppt_w"/>
                                          </p:val>
                                        </p:tav>
                                      </p:tavLst>
                                    </p:anim>
                                    <p:anim calcmode="lin" valueType="num">
                                      <p:cBhvr>
                                        <p:cTn id="18" dur="500" fill="hold"/>
                                        <p:tgtEl>
                                          <p:spTgt spid="21426"/>
                                        </p:tgtEl>
                                        <p:attrNameLst>
                                          <p:attrName>ppt_h</p:attrName>
                                        </p:attrNameLst>
                                      </p:cBhvr>
                                      <p:tavLst>
                                        <p:tav tm="0">
                                          <p:val>
                                            <p:fltVal val="0"/>
                                          </p:val>
                                        </p:tav>
                                        <p:tav tm="100000">
                                          <p:val>
                                            <p:strVal val="#ppt_h"/>
                                          </p:val>
                                        </p:tav>
                                      </p:tavLst>
                                    </p:anim>
                                    <p:anim calcmode="lin" valueType="num">
                                      <p:cBhvr>
                                        <p:cTn id="19" dur="500" fill="hold"/>
                                        <p:tgtEl>
                                          <p:spTgt spid="21426"/>
                                        </p:tgtEl>
                                        <p:attrNameLst>
                                          <p:attrName>ppt_x</p:attrName>
                                        </p:attrNameLst>
                                      </p:cBhvr>
                                      <p:tavLst>
                                        <p:tav tm="0">
                                          <p:val>
                                            <p:fltVal val="0.5"/>
                                          </p:val>
                                        </p:tav>
                                        <p:tav tm="100000">
                                          <p:val>
                                            <p:strVal val="#ppt_x"/>
                                          </p:val>
                                        </p:tav>
                                      </p:tavLst>
                                    </p:anim>
                                    <p:anim calcmode="lin" valueType="num">
                                      <p:cBhvr>
                                        <p:cTn id="20" dur="500" fill="hold"/>
                                        <p:tgtEl>
                                          <p:spTgt spid="21426"/>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2823"/>
                                        </p:tgtEl>
                                        <p:attrNameLst>
                                          <p:attrName>style.visibility</p:attrName>
                                        </p:attrNameLst>
                                      </p:cBhvr>
                                      <p:to>
                                        <p:strVal val="visible"/>
                                      </p:to>
                                    </p:set>
                                    <p:animEffect transition="in" filter="wipe(left)">
                                      <p:cBhvr>
                                        <p:cTn id="25" dur="500"/>
                                        <p:tgtEl>
                                          <p:spTgt spid="3282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32816"/>
                                        </p:tgtEl>
                                        <p:attrNameLst>
                                          <p:attrName>style.visibility</p:attrName>
                                        </p:attrNameLst>
                                      </p:cBhvr>
                                      <p:to>
                                        <p:strVal val="visible"/>
                                      </p:to>
                                    </p:set>
                                    <p:anim calcmode="lin" valueType="num">
                                      <p:cBhvr>
                                        <p:cTn id="30" dur="500" fill="hold"/>
                                        <p:tgtEl>
                                          <p:spTgt spid="32816"/>
                                        </p:tgtEl>
                                        <p:attrNameLst>
                                          <p:attrName>ppt_w</p:attrName>
                                        </p:attrNameLst>
                                      </p:cBhvr>
                                      <p:tavLst>
                                        <p:tav tm="0">
                                          <p:val>
                                            <p:fltVal val="0"/>
                                          </p:val>
                                        </p:tav>
                                        <p:tav tm="100000">
                                          <p:val>
                                            <p:strVal val="#ppt_w"/>
                                          </p:val>
                                        </p:tav>
                                      </p:tavLst>
                                    </p:anim>
                                    <p:anim calcmode="lin" valueType="num">
                                      <p:cBhvr>
                                        <p:cTn id="31" dur="500" fill="hold"/>
                                        <p:tgtEl>
                                          <p:spTgt spid="3281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3" name="WHOOSH.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32785"/>
                                        </p:tgtEl>
                                        <p:attrNameLst>
                                          <p:attrName>style.visibility</p:attrName>
                                        </p:attrNameLst>
                                      </p:cBhvr>
                                      <p:to>
                                        <p:strVal val="visible"/>
                                      </p:to>
                                    </p:set>
                                    <p:anim calcmode="lin" valueType="num">
                                      <p:cBhvr>
                                        <p:cTn id="36" dur="500" fill="hold"/>
                                        <p:tgtEl>
                                          <p:spTgt spid="32785"/>
                                        </p:tgtEl>
                                        <p:attrNameLst>
                                          <p:attrName>ppt_w</p:attrName>
                                        </p:attrNameLst>
                                      </p:cBhvr>
                                      <p:tavLst>
                                        <p:tav tm="0">
                                          <p:val>
                                            <p:fltVal val="0"/>
                                          </p:val>
                                        </p:tav>
                                        <p:tav tm="100000">
                                          <p:val>
                                            <p:strVal val="#ppt_w"/>
                                          </p:val>
                                        </p:tav>
                                      </p:tavLst>
                                    </p:anim>
                                    <p:anim calcmode="lin" valueType="num">
                                      <p:cBhvr>
                                        <p:cTn id="37" dur="500" fill="hold"/>
                                        <p:tgtEl>
                                          <p:spTgt spid="3278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3" name="WHOOSH.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1476"/>
                                        </p:tgtEl>
                                        <p:attrNameLst>
                                          <p:attrName>style.visibility</p:attrName>
                                        </p:attrNameLst>
                                      </p:cBhvr>
                                      <p:to>
                                        <p:strVal val="visible"/>
                                      </p:to>
                                    </p:set>
                                    <p:anim calcmode="lin" valueType="num">
                                      <p:cBhvr>
                                        <p:cTn id="42" dur="500" fill="hold"/>
                                        <p:tgtEl>
                                          <p:spTgt spid="21476"/>
                                        </p:tgtEl>
                                        <p:attrNameLst>
                                          <p:attrName>ppt_w</p:attrName>
                                        </p:attrNameLst>
                                      </p:cBhvr>
                                      <p:tavLst>
                                        <p:tav tm="0">
                                          <p:val>
                                            <p:fltVal val="0"/>
                                          </p:val>
                                        </p:tav>
                                        <p:tav tm="100000">
                                          <p:val>
                                            <p:strVal val="#ppt_w"/>
                                          </p:val>
                                        </p:tav>
                                      </p:tavLst>
                                    </p:anim>
                                    <p:anim calcmode="lin" valueType="num">
                                      <p:cBhvr>
                                        <p:cTn id="43" dur="500" fill="hold"/>
                                        <p:tgtEl>
                                          <p:spTgt spid="2147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3" name="WHOOSH.WAV"/>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1494"/>
                                        </p:tgtEl>
                                        <p:attrNameLst>
                                          <p:attrName>style.visibility</p:attrName>
                                        </p:attrNameLst>
                                      </p:cBhvr>
                                      <p:to>
                                        <p:strVal val="visible"/>
                                      </p:to>
                                    </p:set>
                                    <p:anim calcmode="lin" valueType="num">
                                      <p:cBhvr>
                                        <p:cTn id="48" dur="500" fill="hold"/>
                                        <p:tgtEl>
                                          <p:spTgt spid="21494"/>
                                        </p:tgtEl>
                                        <p:attrNameLst>
                                          <p:attrName>ppt_w</p:attrName>
                                        </p:attrNameLst>
                                      </p:cBhvr>
                                      <p:tavLst>
                                        <p:tav tm="0">
                                          <p:val>
                                            <p:fltVal val="0"/>
                                          </p:val>
                                        </p:tav>
                                        <p:tav tm="100000">
                                          <p:val>
                                            <p:strVal val="#ppt_w"/>
                                          </p:val>
                                        </p:tav>
                                      </p:tavLst>
                                    </p:anim>
                                    <p:anim calcmode="lin" valueType="num">
                                      <p:cBhvr>
                                        <p:cTn id="49" dur="500" fill="hold"/>
                                        <p:tgtEl>
                                          <p:spTgt spid="2149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3" name="WHOOSH.WAV"/>
                                        </p:tgtEl>
                                      </p:cMediaNode>
                                    </p:audio>
                                  </p:sub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grpId="0" nodeType="clickEffect">
                                  <p:stCondLst>
                                    <p:cond delay="0"/>
                                  </p:stCondLst>
                                  <p:childTnLst>
                                    <p:set>
                                      <p:cBhvr>
                                        <p:cTn id="53" dur="1" fill="hold">
                                          <p:stCondLst>
                                            <p:cond delay="0"/>
                                          </p:stCondLst>
                                        </p:cTn>
                                        <p:tgtEl>
                                          <p:spTgt spid="32824"/>
                                        </p:tgtEl>
                                        <p:attrNameLst>
                                          <p:attrName>style.visibility</p:attrName>
                                        </p:attrNameLst>
                                      </p:cBhvr>
                                      <p:to>
                                        <p:strVal val="visible"/>
                                      </p:to>
                                    </p:set>
                                    <p:anim calcmode="lin" valueType="num">
                                      <p:cBhvr>
                                        <p:cTn id="54" dur="500" fill="hold"/>
                                        <p:tgtEl>
                                          <p:spTgt spid="32824"/>
                                        </p:tgtEl>
                                        <p:attrNameLst>
                                          <p:attrName>ppt_w</p:attrName>
                                        </p:attrNameLst>
                                      </p:cBhvr>
                                      <p:tavLst>
                                        <p:tav tm="0">
                                          <p:val>
                                            <p:fltVal val="0"/>
                                          </p:val>
                                        </p:tav>
                                        <p:tav tm="100000">
                                          <p:val>
                                            <p:strVal val="#ppt_w"/>
                                          </p:val>
                                        </p:tav>
                                      </p:tavLst>
                                    </p:anim>
                                    <p:anim calcmode="lin" valueType="num">
                                      <p:cBhvr>
                                        <p:cTn id="55" dur="500" fill="hold"/>
                                        <p:tgtEl>
                                          <p:spTgt spid="3282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2" name="WHOOSH.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nodeType="clickEffect">
                                  <p:stCondLst>
                                    <p:cond delay="0"/>
                                  </p:stCondLst>
                                  <p:childTnLst>
                                    <p:set>
                                      <p:cBhvr>
                                        <p:cTn id="59" dur="1" fill="hold">
                                          <p:stCondLst>
                                            <p:cond delay="0"/>
                                          </p:stCondLst>
                                        </p:cTn>
                                        <p:tgtEl>
                                          <p:spTgt spid="21324"/>
                                        </p:tgtEl>
                                        <p:attrNameLst>
                                          <p:attrName>style.visibility</p:attrName>
                                        </p:attrNameLst>
                                      </p:cBhvr>
                                      <p:to>
                                        <p:strVal val="visible"/>
                                      </p:to>
                                    </p:set>
                                    <p:anim calcmode="lin" valueType="num">
                                      <p:cBhvr additive="base">
                                        <p:cTn id="60" dur="500" fill="hold"/>
                                        <p:tgtEl>
                                          <p:spTgt spid="21324"/>
                                        </p:tgtEl>
                                        <p:attrNameLst>
                                          <p:attrName>ppt_x</p:attrName>
                                        </p:attrNameLst>
                                      </p:cBhvr>
                                      <p:tavLst>
                                        <p:tav tm="0">
                                          <p:val>
                                            <p:strVal val="0-#ppt_w/2"/>
                                          </p:val>
                                        </p:tav>
                                        <p:tav tm="100000">
                                          <p:val>
                                            <p:strVal val="#ppt_x"/>
                                          </p:val>
                                        </p:tav>
                                      </p:tavLst>
                                    </p:anim>
                                    <p:anim calcmode="lin" valueType="num">
                                      <p:cBhvr additive="base">
                                        <p:cTn id="61" dur="500" fill="hold"/>
                                        <p:tgtEl>
                                          <p:spTgt spid="213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3" name="WHOOSH.WAV"/>
                                        </p:tgtEl>
                                      </p:cMediaNode>
                                    </p:audio>
                                  </p:sub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21326"/>
                                        </p:tgtEl>
                                        <p:attrNameLst>
                                          <p:attrName>style.visibility</p:attrName>
                                        </p:attrNameLst>
                                      </p:cBhvr>
                                      <p:to>
                                        <p:strVal val="visible"/>
                                      </p:to>
                                    </p:set>
                                    <p:animEffect transition="in" filter="wipe(up)">
                                      <p:cBhvr>
                                        <p:cTn id="66" dur="500"/>
                                        <p:tgtEl>
                                          <p:spTgt spid="21326"/>
                                        </p:tgtEl>
                                      </p:cBhvr>
                                    </p:animEffect>
                                  </p:childTnLst>
                                  <p:subTnLst>
                                    <p:audio>
                                      <p:cMediaNode>
                                        <p:cTn display="0" masterRel="sameClick">
                                          <p:stCondLst>
                                            <p:cond evt="begin" delay="0">
                                              <p:tn val="64"/>
                                            </p:cond>
                                          </p:stCondLst>
                                          <p:endCondLst>
                                            <p:cond evt="onStopAudio" delay="0">
                                              <p:tgtEl>
                                                <p:sldTgt/>
                                              </p:tgtEl>
                                            </p:cond>
                                          </p:endCondLst>
                                        </p:cTn>
                                        <p:tgtEl>
                                          <p:sndTgt r:embed="rId3" name="WHOOSH.WAV"/>
                                        </p:tgtEl>
                                      </p:cMediaNode>
                                    </p:audio>
                                  </p:sub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1333"/>
                                        </p:tgtEl>
                                        <p:attrNameLst>
                                          <p:attrName>style.visibility</p:attrName>
                                        </p:attrNameLst>
                                      </p:cBhvr>
                                      <p:to>
                                        <p:strVal val="visible"/>
                                      </p:to>
                                    </p:set>
                                    <p:animEffect transition="in" filter="wipe(left)">
                                      <p:cBhvr>
                                        <p:cTn id="71" dur="500"/>
                                        <p:tgtEl>
                                          <p:spTgt spid="21333"/>
                                        </p:tgtEl>
                                      </p:cBhvr>
                                    </p:animEffect>
                                  </p:childTnLst>
                                  <p:subTnLst>
                                    <p:audio>
                                      <p:cMediaNode>
                                        <p:cTn display="0" masterRel="sameClick">
                                          <p:stCondLst>
                                            <p:cond evt="begin" delay="0">
                                              <p:tn val="69"/>
                                            </p:cond>
                                          </p:stCondLst>
                                          <p:endCondLst>
                                            <p:cond evt="onStopAudio" delay="0">
                                              <p:tgtEl>
                                                <p:sldTgt/>
                                              </p:tgtEl>
                                            </p:cond>
                                          </p:endCondLst>
                                        </p:cTn>
                                        <p:tgtEl>
                                          <p:sndTgt r:embed="rId3" name="WHOOSH.WAV"/>
                                        </p:tgtEl>
                                      </p:cMediaNode>
                                    </p:audio>
                                  </p:sub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8" fill="hold" nodeType="clickEffect">
                                  <p:stCondLst>
                                    <p:cond delay="0"/>
                                  </p:stCondLst>
                                  <p:childTnLst>
                                    <p:set>
                                      <p:cBhvr>
                                        <p:cTn id="75" dur="1" fill="hold">
                                          <p:stCondLst>
                                            <p:cond delay="0"/>
                                          </p:stCondLst>
                                        </p:cTn>
                                        <p:tgtEl>
                                          <p:spTgt spid="21325"/>
                                        </p:tgtEl>
                                        <p:attrNameLst>
                                          <p:attrName>style.visibility</p:attrName>
                                        </p:attrNameLst>
                                      </p:cBhvr>
                                      <p:to>
                                        <p:strVal val="visible"/>
                                      </p:to>
                                    </p:set>
                                    <p:anim calcmode="lin" valueType="num">
                                      <p:cBhvr additive="base">
                                        <p:cTn id="76" dur="500" fill="hold"/>
                                        <p:tgtEl>
                                          <p:spTgt spid="21325"/>
                                        </p:tgtEl>
                                        <p:attrNameLst>
                                          <p:attrName>ppt_x</p:attrName>
                                        </p:attrNameLst>
                                      </p:cBhvr>
                                      <p:tavLst>
                                        <p:tav tm="0">
                                          <p:val>
                                            <p:strVal val="0-#ppt_w/2"/>
                                          </p:val>
                                        </p:tav>
                                        <p:tav tm="100000">
                                          <p:val>
                                            <p:strVal val="#ppt_x"/>
                                          </p:val>
                                        </p:tav>
                                      </p:tavLst>
                                    </p:anim>
                                    <p:anim calcmode="lin" valueType="num">
                                      <p:cBhvr additive="base">
                                        <p:cTn id="77" dur="500" fill="hold"/>
                                        <p:tgtEl>
                                          <p:spTgt spid="213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3" name="WHOOSH.WAV"/>
                                        </p:tgtEl>
                                      </p:cMediaNode>
                                    </p:audio>
                                  </p:sub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nodeType="clickEffect">
                                  <p:stCondLst>
                                    <p:cond delay="0"/>
                                  </p:stCondLst>
                                  <p:childTnLst>
                                    <p:set>
                                      <p:cBhvr>
                                        <p:cTn id="81" dur="1" fill="hold">
                                          <p:stCondLst>
                                            <p:cond delay="0"/>
                                          </p:stCondLst>
                                        </p:cTn>
                                        <p:tgtEl>
                                          <p:spTgt spid="21327"/>
                                        </p:tgtEl>
                                        <p:attrNameLst>
                                          <p:attrName>style.visibility</p:attrName>
                                        </p:attrNameLst>
                                      </p:cBhvr>
                                      <p:to>
                                        <p:strVal val="visible"/>
                                      </p:to>
                                    </p:set>
                                    <p:animEffect transition="in" filter="wipe(up)">
                                      <p:cBhvr>
                                        <p:cTn id="82" dur="500"/>
                                        <p:tgtEl>
                                          <p:spTgt spid="21327"/>
                                        </p:tgtEl>
                                      </p:cBhvr>
                                    </p:animEffect>
                                  </p:childTnLst>
                                  <p:subTnLst>
                                    <p:audio>
                                      <p:cMediaNode>
                                        <p:cTn display="0" masterRel="sameClick">
                                          <p:stCondLst>
                                            <p:cond evt="begin" delay="0">
                                              <p:tn val="80"/>
                                            </p:cond>
                                          </p:stCondLst>
                                          <p:endCondLst>
                                            <p:cond evt="onStopAudio" delay="0">
                                              <p:tgtEl>
                                                <p:sldTgt/>
                                              </p:tgtEl>
                                            </p:cond>
                                          </p:endCondLst>
                                        </p:cTn>
                                        <p:tgtEl>
                                          <p:sndTgt r:embed="rId3" name="WHOOSH.WAV"/>
                                        </p:tgtEl>
                                      </p:cMediaNode>
                                    </p:audio>
                                  </p:sub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21328"/>
                                        </p:tgtEl>
                                        <p:attrNameLst>
                                          <p:attrName>style.visibility</p:attrName>
                                        </p:attrNameLst>
                                      </p:cBhvr>
                                      <p:to>
                                        <p:strVal val="visible"/>
                                      </p:to>
                                    </p:set>
                                    <p:animEffect transition="in" filter="wipe(left)">
                                      <p:cBhvr>
                                        <p:cTn id="87" dur="500"/>
                                        <p:tgtEl>
                                          <p:spTgt spid="21328"/>
                                        </p:tgtEl>
                                      </p:cBhvr>
                                    </p:animEffect>
                                  </p:childTnLst>
                                  <p:subTnLst>
                                    <p:audio>
                                      <p:cMediaNode>
                                        <p:cTn display="0" masterRel="sameClick">
                                          <p:stCondLst>
                                            <p:cond evt="begin" delay="0">
                                              <p:tn val="85"/>
                                            </p:cond>
                                          </p:stCondLst>
                                          <p:endCondLst>
                                            <p:cond evt="onStopAudio" delay="0">
                                              <p:tgtEl>
                                                <p:sldTgt/>
                                              </p:tgtEl>
                                            </p:cond>
                                          </p:endCondLst>
                                        </p:cTn>
                                        <p:tgtEl>
                                          <p:sndTgt r:embed="rId3" name="WHOOSH.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nodeType="clickEffect">
                                  <p:stCondLst>
                                    <p:cond delay="0"/>
                                  </p:stCondLst>
                                  <p:childTnLst>
                                    <p:set>
                                      <p:cBhvr>
                                        <p:cTn id="91" dur="1" fill="hold">
                                          <p:stCondLst>
                                            <p:cond delay="0"/>
                                          </p:stCondLst>
                                        </p:cTn>
                                        <p:tgtEl>
                                          <p:spTgt spid="21481"/>
                                        </p:tgtEl>
                                        <p:attrNameLst>
                                          <p:attrName>style.visibility</p:attrName>
                                        </p:attrNameLst>
                                      </p:cBhvr>
                                      <p:to>
                                        <p:strVal val="visible"/>
                                      </p:to>
                                    </p:set>
                                    <p:anim calcmode="lin" valueType="num">
                                      <p:cBhvr>
                                        <p:cTn id="92" dur="500" fill="hold"/>
                                        <p:tgtEl>
                                          <p:spTgt spid="21481"/>
                                        </p:tgtEl>
                                        <p:attrNameLst>
                                          <p:attrName>ppt_w</p:attrName>
                                        </p:attrNameLst>
                                      </p:cBhvr>
                                      <p:tavLst>
                                        <p:tav tm="0">
                                          <p:val>
                                            <p:fltVal val="0"/>
                                          </p:val>
                                        </p:tav>
                                        <p:tav tm="100000">
                                          <p:val>
                                            <p:strVal val="#ppt_w"/>
                                          </p:val>
                                        </p:tav>
                                      </p:tavLst>
                                    </p:anim>
                                    <p:anim calcmode="lin" valueType="num">
                                      <p:cBhvr>
                                        <p:cTn id="93" dur="500" fill="hold"/>
                                        <p:tgtEl>
                                          <p:spTgt spid="2148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0"/>
                                            </p:cond>
                                          </p:stCondLst>
                                          <p:endCondLst>
                                            <p:cond evt="onStopAudio" delay="0">
                                              <p:tgtEl>
                                                <p:sldTgt/>
                                              </p:tgtEl>
                                            </p:cond>
                                          </p:endCondLst>
                                        </p:cTn>
                                        <p:tgtEl>
                                          <p:sndTgt r:embed="rId3" name="WHOOSH.WAV"/>
                                        </p:tgtEl>
                                      </p:cMediaNode>
                                    </p:audio>
                                  </p:subTnLst>
                                </p:cTn>
                              </p:par>
                            </p:childTnLst>
                          </p:cTn>
                        </p:par>
                      </p:childTnLst>
                    </p:cTn>
                  </p:par>
                  <p:par>
                    <p:cTn id="94" fill="hold" nodeType="clickPar">
                      <p:stCondLst>
                        <p:cond delay="indefinite"/>
                      </p:stCondLst>
                      <p:childTnLst>
                        <p:par>
                          <p:cTn id="95" fill="hold" nodeType="withGroup">
                            <p:stCondLst>
                              <p:cond delay="0"/>
                            </p:stCondLst>
                            <p:childTnLst>
                              <p:par>
                                <p:cTn id="96" presetID="23" presetClass="entr" presetSubtype="16" fill="hold" nodeType="clickEffect">
                                  <p:stCondLst>
                                    <p:cond delay="0"/>
                                  </p:stCondLst>
                                  <p:childTnLst>
                                    <p:set>
                                      <p:cBhvr>
                                        <p:cTn id="97" dur="1" fill="hold">
                                          <p:stCondLst>
                                            <p:cond delay="0"/>
                                          </p:stCondLst>
                                        </p:cTn>
                                        <p:tgtEl>
                                          <p:spTgt spid="32778"/>
                                        </p:tgtEl>
                                        <p:attrNameLst>
                                          <p:attrName>style.visibility</p:attrName>
                                        </p:attrNameLst>
                                      </p:cBhvr>
                                      <p:to>
                                        <p:strVal val="visible"/>
                                      </p:to>
                                    </p:set>
                                    <p:anim calcmode="lin" valueType="num">
                                      <p:cBhvr>
                                        <p:cTn id="98" dur="500" fill="hold"/>
                                        <p:tgtEl>
                                          <p:spTgt spid="32778"/>
                                        </p:tgtEl>
                                        <p:attrNameLst>
                                          <p:attrName>ppt_w</p:attrName>
                                        </p:attrNameLst>
                                      </p:cBhvr>
                                      <p:tavLst>
                                        <p:tav tm="0">
                                          <p:val>
                                            <p:fltVal val="0"/>
                                          </p:val>
                                        </p:tav>
                                        <p:tav tm="100000">
                                          <p:val>
                                            <p:strVal val="#ppt_w"/>
                                          </p:val>
                                        </p:tav>
                                      </p:tavLst>
                                    </p:anim>
                                    <p:anim calcmode="lin" valueType="num">
                                      <p:cBhvr>
                                        <p:cTn id="99" dur="500" fill="hold"/>
                                        <p:tgtEl>
                                          <p:spTgt spid="3277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3" name="WHOOSH.WAV"/>
                                        </p:tgtEl>
                                      </p:cMediaNode>
                                    </p:audio>
                                  </p:subTnLst>
                                </p:cTn>
                              </p:par>
                            </p:childTnLst>
                          </p:cTn>
                        </p:par>
                      </p:childTnLst>
                    </p:cTn>
                  </p:par>
                  <p:par>
                    <p:cTn id="100" fill="hold" nodeType="clickPar">
                      <p:stCondLst>
                        <p:cond delay="indefinite"/>
                      </p:stCondLst>
                      <p:childTnLst>
                        <p:par>
                          <p:cTn id="101" fill="hold" nodeType="withGroup">
                            <p:stCondLst>
                              <p:cond delay="0"/>
                            </p:stCondLst>
                            <p:childTnLst>
                              <p:par>
                                <p:cTn id="102" presetID="23" presetClass="entr" presetSubtype="16" fill="hold" nodeType="clickEffect">
                                  <p:stCondLst>
                                    <p:cond delay="0"/>
                                  </p:stCondLst>
                                  <p:childTnLst>
                                    <p:set>
                                      <p:cBhvr>
                                        <p:cTn id="103" dur="1" fill="hold">
                                          <p:stCondLst>
                                            <p:cond delay="0"/>
                                          </p:stCondLst>
                                        </p:cTn>
                                        <p:tgtEl>
                                          <p:spTgt spid="21355"/>
                                        </p:tgtEl>
                                        <p:attrNameLst>
                                          <p:attrName>style.visibility</p:attrName>
                                        </p:attrNameLst>
                                      </p:cBhvr>
                                      <p:to>
                                        <p:strVal val="visible"/>
                                      </p:to>
                                    </p:set>
                                    <p:anim calcmode="lin" valueType="num">
                                      <p:cBhvr>
                                        <p:cTn id="104" dur="500" fill="hold"/>
                                        <p:tgtEl>
                                          <p:spTgt spid="21355"/>
                                        </p:tgtEl>
                                        <p:attrNameLst>
                                          <p:attrName>ppt_w</p:attrName>
                                        </p:attrNameLst>
                                      </p:cBhvr>
                                      <p:tavLst>
                                        <p:tav tm="0">
                                          <p:val>
                                            <p:fltVal val="0"/>
                                          </p:val>
                                        </p:tav>
                                        <p:tav tm="100000">
                                          <p:val>
                                            <p:strVal val="#ppt_w"/>
                                          </p:val>
                                        </p:tav>
                                      </p:tavLst>
                                    </p:anim>
                                    <p:anim calcmode="lin" valueType="num">
                                      <p:cBhvr>
                                        <p:cTn id="105" dur="500" fill="hold"/>
                                        <p:tgtEl>
                                          <p:spTgt spid="2135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2"/>
                                            </p:cond>
                                          </p:stCondLst>
                                          <p:endCondLst>
                                            <p:cond evt="onStopAudio" delay="0">
                                              <p:tgtEl>
                                                <p:sldTgt/>
                                              </p:tgtEl>
                                            </p:cond>
                                          </p:endCondLst>
                                        </p:cTn>
                                        <p:tgtEl>
                                          <p:sndTgt r:embed="rId3" name="WHOOSH.WAV"/>
                                        </p:tgtEl>
                                      </p:cMediaNode>
                                    </p:audio>
                                  </p:subTnLst>
                                </p:cTn>
                              </p:par>
                            </p:childTnLst>
                          </p:cTn>
                        </p:par>
                      </p:childTnLst>
                    </p:cTn>
                  </p:par>
                  <p:par>
                    <p:cTn id="106" fill="hold" nodeType="clickPar">
                      <p:stCondLst>
                        <p:cond delay="indefinite"/>
                      </p:stCondLst>
                      <p:childTnLst>
                        <p:par>
                          <p:cTn id="107" fill="hold" nodeType="withGroup">
                            <p:stCondLst>
                              <p:cond delay="0"/>
                            </p:stCondLst>
                            <p:childTnLst>
                              <p:par>
                                <p:cTn id="108" presetID="23" presetClass="entr" presetSubtype="528" fill="hold" nodeType="clickEffect">
                                  <p:stCondLst>
                                    <p:cond delay="0"/>
                                  </p:stCondLst>
                                  <p:childTnLst>
                                    <p:set>
                                      <p:cBhvr>
                                        <p:cTn id="109" dur="1" fill="hold">
                                          <p:stCondLst>
                                            <p:cond delay="0"/>
                                          </p:stCondLst>
                                        </p:cTn>
                                        <p:tgtEl>
                                          <p:spTgt spid="21338"/>
                                        </p:tgtEl>
                                        <p:attrNameLst>
                                          <p:attrName>style.visibility</p:attrName>
                                        </p:attrNameLst>
                                      </p:cBhvr>
                                      <p:to>
                                        <p:strVal val="visible"/>
                                      </p:to>
                                    </p:set>
                                    <p:anim calcmode="lin" valueType="num">
                                      <p:cBhvr>
                                        <p:cTn id="110" dur="500" fill="hold"/>
                                        <p:tgtEl>
                                          <p:spTgt spid="21338"/>
                                        </p:tgtEl>
                                        <p:attrNameLst>
                                          <p:attrName>ppt_w</p:attrName>
                                        </p:attrNameLst>
                                      </p:cBhvr>
                                      <p:tavLst>
                                        <p:tav tm="0">
                                          <p:val>
                                            <p:fltVal val="0"/>
                                          </p:val>
                                        </p:tav>
                                        <p:tav tm="100000">
                                          <p:val>
                                            <p:strVal val="#ppt_w"/>
                                          </p:val>
                                        </p:tav>
                                      </p:tavLst>
                                    </p:anim>
                                    <p:anim calcmode="lin" valueType="num">
                                      <p:cBhvr>
                                        <p:cTn id="111" dur="500" fill="hold"/>
                                        <p:tgtEl>
                                          <p:spTgt spid="21338"/>
                                        </p:tgtEl>
                                        <p:attrNameLst>
                                          <p:attrName>ppt_h</p:attrName>
                                        </p:attrNameLst>
                                      </p:cBhvr>
                                      <p:tavLst>
                                        <p:tav tm="0">
                                          <p:val>
                                            <p:fltVal val="0"/>
                                          </p:val>
                                        </p:tav>
                                        <p:tav tm="100000">
                                          <p:val>
                                            <p:strVal val="#ppt_h"/>
                                          </p:val>
                                        </p:tav>
                                      </p:tavLst>
                                    </p:anim>
                                    <p:anim calcmode="lin" valueType="num">
                                      <p:cBhvr>
                                        <p:cTn id="112" dur="500" fill="hold"/>
                                        <p:tgtEl>
                                          <p:spTgt spid="21338"/>
                                        </p:tgtEl>
                                        <p:attrNameLst>
                                          <p:attrName>ppt_x</p:attrName>
                                        </p:attrNameLst>
                                      </p:cBhvr>
                                      <p:tavLst>
                                        <p:tav tm="0">
                                          <p:val>
                                            <p:fltVal val="0.5"/>
                                          </p:val>
                                        </p:tav>
                                        <p:tav tm="100000">
                                          <p:val>
                                            <p:strVal val="#ppt_x"/>
                                          </p:val>
                                        </p:tav>
                                      </p:tavLst>
                                    </p:anim>
                                    <p:anim calcmode="lin" valueType="num">
                                      <p:cBhvr>
                                        <p:cTn id="113" dur="500" fill="hold"/>
                                        <p:tgtEl>
                                          <p:spTgt spid="21338"/>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108"/>
                                            </p:cond>
                                          </p:stCondLst>
                                          <p:endCondLst>
                                            <p:cond evt="onStopAudio" delay="0">
                                              <p:tgtEl>
                                                <p:sldTgt/>
                                              </p:tgtEl>
                                            </p:cond>
                                          </p:endCondLst>
                                        </p:cTn>
                                        <p:tgtEl>
                                          <p:sndTgt r:embed="rId3" name="WHOOSH.WAV"/>
                                        </p:tgtEl>
                                      </p:cMediaNode>
                                    </p:audio>
                                  </p:sub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4" fill="hold" nodeType="clickEffect">
                                  <p:stCondLst>
                                    <p:cond delay="0"/>
                                  </p:stCondLst>
                                  <p:childTnLst>
                                    <p:set>
                                      <p:cBhvr>
                                        <p:cTn id="117" dur="1" fill="hold">
                                          <p:stCondLst>
                                            <p:cond delay="0"/>
                                          </p:stCondLst>
                                        </p:cTn>
                                        <p:tgtEl>
                                          <p:spTgt spid="21343"/>
                                        </p:tgtEl>
                                        <p:attrNameLst>
                                          <p:attrName>style.visibility</p:attrName>
                                        </p:attrNameLst>
                                      </p:cBhvr>
                                      <p:to>
                                        <p:strVal val="visible"/>
                                      </p:to>
                                    </p:set>
                                    <p:animEffect transition="in" filter="wipe(down)">
                                      <p:cBhvr>
                                        <p:cTn id="118" dur="500"/>
                                        <p:tgtEl>
                                          <p:spTgt spid="21343"/>
                                        </p:tgtEl>
                                      </p:cBhvr>
                                    </p:animEffect>
                                  </p:childTnLst>
                                  <p:subTnLst>
                                    <p:audio>
                                      <p:cMediaNode>
                                        <p:cTn display="0" masterRel="sameClick">
                                          <p:stCondLst>
                                            <p:cond evt="begin" delay="0">
                                              <p:tn val="116"/>
                                            </p:cond>
                                          </p:stCondLst>
                                          <p:endCondLst>
                                            <p:cond evt="onStopAudio" delay="0">
                                              <p:tgtEl>
                                                <p:sldTgt/>
                                              </p:tgtEl>
                                            </p:cond>
                                          </p:endCondLst>
                                        </p:cTn>
                                        <p:tgtEl>
                                          <p:sndTgt r:embed="rId3" name="WHOOSH.WAV"/>
                                        </p:tgtEl>
                                      </p:cMediaNode>
                                    </p:audio>
                                  </p:subTnLst>
                                </p:cTn>
                              </p:par>
                            </p:childTnLst>
                          </p:cTn>
                        </p:par>
                      </p:childTnLst>
                    </p:cTn>
                  </p:par>
                  <p:par>
                    <p:cTn id="119" fill="hold" nodeType="clickPar">
                      <p:stCondLst>
                        <p:cond delay="indefinite"/>
                      </p:stCondLst>
                      <p:childTnLst>
                        <p:par>
                          <p:cTn id="120" fill="hold" nodeType="withGroup">
                            <p:stCondLst>
                              <p:cond delay="0"/>
                            </p:stCondLst>
                            <p:childTnLst>
                              <p:par>
                                <p:cTn id="121" presetID="23" presetClass="entr" presetSubtype="16" fill="hold" nodeType="clickEffect">
                                  <p:stCondLst>
                                    <p:cond delay="0"/>
                                  </p:stCondLst>
                                  <p:childTnLst>
                                    <p:set>
                                      <p:cBhvr>
                                        <p:cTn id="122" dur="1" fill="hold">
                                          <p:stCondLst>
                                            <p:cond delay="0"/>
                                          </p:stCondLst>
                                        </p:cTn>
                                        <p:tgtEl>
                                          <p:spTgt spid="21471"/>
                                        </p:tgtEl>
                                        <p:attrNameLst>
                                          <p:attrName>style.visibility</p:attrName>
                                        </p:attrNameLst>
                                      </p:cBhvr>
                                      <p:to>
                                        <p:strVal val="visible"/>
                                      </p:to>
                                    </p:set>
                                    <p:anim calcmode="lin" valueType="num">
                                      <p:cBhvr>
                                        <p:cTn id="123" dur="500" fill="hold"/>
                                        <p:tgtEl>
                                          <p:spTgt spid="21471"/>
                                        </p:tgtEl>
                                        <p:attrNameLst>
                                          <p:attrName>ppt_w</p:attrName>
                                        </p:attrNameLst>
                                      </p:cBhvr>
                                      <p:tavLst>
                                        <p:tav tm="0">
                                          <p:val>
                                            <p:fltVal val="0"/>
                                          </p:val>
                                        </p:tav>
                                        <p:tav tm="100000">
                                          <p:val>
                                            <p:strVal val="#ppt_w"/>
                                          </p:val>
                                        </p:tav>
                                      </p:tavLst>
                                    </p:anim>
                                    <p:anim calcmode="lin" valueType="num">
                                      <p:cBhvr>
                                        <p:cTn id="124" dur="500" fill="hold"/>
                                        <p:tgtEl>
                                          <p:spTgt spid="2147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21"/>
                                            </p:cond>
                                          </p:stCondLst>
                                          <p:endCondLst>
                                            <p:cond evt="onStopAudio" delay="0">
                                              <p:tgtEl>
                                                <p:sldTgt/>
                                              </p:tgtEl>
                                            </p:cond>
                                          </p:endCondLst>
                                        </p:cTn>
                                        <p:tgtEl>
                                          <p:sndTgt r:embed="rId3" name="WHOOSH.WAV"/>
                                        </p:tgtEl>
                                      </p:cMediaNode>
                                    </p:audio>
                                  </p:subTnLst>
                                </p:cTn>
                              </p:par>
                            </p:childTnLst>
                          </p:cTn>
                        </p:par>
                      </p:childTnLst>
                    </p:cTn>
                  </p:par>
                  <p:par>
                    <p:cTn id="125" fill="hold" nodeType="clickPar">
                      <p:stCondLst>
                        <p:cond delay="indefinite"/>
                      </p:stCondLst>
                      <p:childTnLst>
                        <p:par>
                          <p:cTn id="126" fill="hold" nodeType="withGroup">
                            <p:stCondLst>
                              <p:cond delay="0"/>
                            </p:stCondLst>
                            <p:childTnLst>
                              <p:par>
                                <p:cTn id="127" presetID="23" presetClass="entr" presetSubtype="16" fill="hold" nodeType="clickEffect">
                                  <p:stCondLst>
                                    <p:cond delay="0"/>
                                  </p:stCondLst>
                                  <p:childTnLst>
                                    <p:set>
                                      <p:cBhvr>
                                        <p:cTn id="128" dur="1" fill="hold">
                                          <p:stCondLst>
                                            <p:cond delay="0"/>
                                          </p:stCondLst>
                                        </p:cTn>
                                        <p:tgtEl>
                                          <p:spTgt spid="21501"/>
                                        </p:tgtEl>
                                        <p:attrNameLst>
                                          <p:attrName>style.visibility</p:attrName>
                                        </p:attrNameLst>
                                      </p:cBhvr>
                                      <p:to>
                                        <p:strVal val="visible"/>
                                      </p:to>
                                    </p:set>
                                    <p:anim calcmode="lin" valueType="num">
                                      <p:cBhvr>
                                        <p:cTn id="129" dur="500" fill="hold"/>
                                        <p:tgtEl>
                                          <p:spTgt spid="21501"/>
                                        </p:tgtEl>
                                        <p:attrNameLst>
                                          <p:attrName>ppt_w</p:attrName>
                                        </p:attrNameLst>
                                      </p:cBhvr>
                                      <p:tavLst>
                                        <p:tav tm="0">
                                          <p:val>
                                            <p:fltVal val="0"/>
                                          </p:val>
                                        </p:tav>
                                        <p:tav tm="100000">
                                          <p:val>
                                            <p:strVal val="#ppt_w"/>
                                          </p:val>
                                        </p:tav>
                                      </p:tavLst>
                                    </p:anim>
                                    <p:anim calcmode="lin" valueType="num">
                                      <p:cBhvr>
                                        <p:cTn id="130" dur="500" fill="hold"/>
                                        <p:tgtEl>
                                          <p:spTgt spid="2150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27"/>
                                            </p:cond>
                                          </p:stCondLst>
                                          <p:endCondLst>
                                            <p:cond evt="onStopAudio" delay="0">
                                              <p:tgtEl>
                                                <p:sldTgt/>
                                              </p:tgtEl>
                                            </p:cond>
                                          </p:endCondLst>
                                        </p:cTn>
                                        <p:tgtEl>
                                          <p:sndTgt r:embed="rId3" name="WHOOSH.WAV"/>
                                        </p:tgtEl>
                                      </p:cMediaNode>
                                    </p:audio>
                                  </p:sub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1" fill="hold" nodeType="clickEffect">
                                  <p:stCondLst>
                                    <p:cond delay="0"/>
                                  </p:stCondLst>
                                  <p:childTnLst>
                                    <p:set>
                                      <p:cBhvr>
                                        <p:cTn id="134" dur="1" fill="hold">
                                          <p:stCondLst>
                                            <p:cond delay="0"/>
                                          </p:stCondLst>
                                        </p:cTn>
                                        <p:tgtEl>
                                          <p:spTgt spid="21346"/>
                                        </p:tgtEl>
                                        <p:attrNameLst>
                                          <p:attrName>style.visibility</p:attrName>
                                        </p:attrNameLst>
                                      </p:cBhvr>
                                      <p:to>
                                        <p:strVal val="visible"/>
                                      </p:to>
                                    </p:set>
                                    <p:animEffect transition="in" filter="wipe(up)">
                                      <p:cBhvr>
                                        <p:cTn id="135" dur="500"/>
                                        <p:tgtEl>
                                          <p:spTgt spid="21346"/>
                                        </p:tgtEl>
                                      </p:cBhvr>
                                    </p:animEffect>
                                  </p:childTnLst>
                                  <p:subTnLst>
                                    <p:audio>
                                      <p:cMediaNode>
                                        <p:cTn display="0" masterRel="sameClick">
                                          <p:stCondLst>
                                            <p:cond evt="begin" delay="0">
                                              <p:tn val="13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23" grpId="0" animBg="1" autoUpdateAnimBg="0"/>
      <p:bldP spid="32824" grpId="0" animBg="1" autoUpdateAnimBg="0"/>
      <p:bldP spid="2132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4627F76-7229-4F52-8E4E-6E3998A77045}"/>
              </a:ext>
            </a:extLst>
          </p:cNvPr>
          <p:cNvSpPr>
            <a:spLocks noGrp="1" noChangeArrowheads="1"/>
          </p:cNvSpPr>
          <p:nvPr>
            <p:ph type="title" idx="4294967295"/>
          </p:nvPr>
        </p:nvSpPr>
        <p:spPr>
          <a:xfrm flipH="1">
            <a:off x="8686800" y="304800"/>
            <a:ext cx="76200" cy="228600"/>
          </a:xfrm>
        </p:spPr>
        <p:txBody>
          <a:bodyPr/>
          <a:lstStyle/>
          <a:p>
            <a:pPr algn="r"/>
            <a:r>
              <a:rPr lang="zh-CN" altLang="en-US" sz="200">
                <a:solidFill>
                  <a:schemeClr val="bg1"/>
                </a:solidFill>
              </a:rPr>
              <a:t>例</a:t>
            </a:r>
            <a:r>
              <a:rPr lang="en-US" altLang="zh-CN" sz="200">
                <a:solidFill>
                  <a:schemeClr val="bg1"/>
                </a:solidFill>
              </a:rPr>
              <a:t>8</a:t>
            </a:r>
            <a:r>
              <a:rPr lang="zh-CN" altLang="en-US" sz="200">
                <a:solidFill>
                  <a:schemeClr val="bg1"/>
                </a:solidFill>
              </a:rPr>
              <a:t>：三棱</a:t>
            </a:r>
            <a:r>
              <a:rPr lang="zh-CN" altLang="zh-CN" sz="200" b="1">
                <a:solidFill>
                  <a:schemeClr val="bg1"/>
                </a:solidFill>
              </a:rPr>
              <a:t>柱与</a:t>
            </a:r>
            <a:r>
              <a:rPr lang="zh-CN" altLang="en-US" sz="200">
                <a:solidFill>
                  <a:schemeClr val="bg1"/>
                </a:solidFill>
              </a:rPr>
              <a:t>三棱锥</a:t>
            </a:r>
            <a:r>
              <a:rPr lang="zh-CN" altLang="zh-CN" sz="200" b="1">
                <a:solidFill>
                  <a:schemeClr val="bg1"/>
                </a:solidFill>
              </a:rPr>
              <a:t>相贯</a:t>
            </a:r>
            <a:endParaRPr lang="zh-CN" altLang="en-US" sz="200">
              <a:solidFill>
                <a:schemeClr val="bg1"/>
              </a:solidFill>
            </a:endParaRPr>
          </a:p>
        </p:txBody>
      </p:sp>
      <p:sp>
        <p:nvSpPr>
          <p:cNvPr id="33795" name="Text Box 3">
            <a:extLst>
              <a:ext uri="{FF2B5EF4-FFF2-40B4-BE49-F238E27FC236}">
                <a16:creationId xmlns:a16="http://schemas.microsoft.com/office/drawing/2014/main" id="{1BAB271D-D5C2-4547-A66C-03BCE026B11E}"/>
              </a:ext>
            </a:extLst>
          </p:cNvPr>
          <p:cNvSpPr txBox="1">
            <a:spLocks noChangeArrowheads="1"/>
          </p:cNvSpPr>
          <p:nvPr/>
        </p:nvSpPr>
        <p:spPr bwMode="auto">
          <a:xfrm>
            <a:off x="7015" y="525354"/>
            <a:ext cx="5479385" cy="458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b="1" dirty="0">
                <a:solidFill>
                  <a:srgbClr val="CC3300"/>
                </a:solidFill>
              </a:rPr>
              <a:t>[</a:t>
            </a:r>
            <a:r>
              <a:rPr lang="zh-CN" altLang="en-US" b="1" dirty="0">
                <a:solidFill>
                  <a:srgbClr val="CC3300"/>
                </a:solidFill>
              </a:rPr>
              <a:t>例</a:t>
            </a:r>
            <a:r>
              <a:rPr lang="en-US" altLang="zh-CN" b="1" dirty="0">
                <a:solidFill>
                  <a:srgbClr val="CC3300"/>
                </a:solidFill>
              </a:rPr>
              <a:t>9]</a:t>
            </a:r>
            <a:r>
              <a:rPr lang="en-US" altLang="zh-CN" b="1" dirty="0"/>
              <a:t>  </a:t>
            </a:r>
            <a:r>
              <a:rPr lang="zh-CN" altLang="en-US" b="1" dirty="0"/>
              <a:t>求三棱柱与三棱锥的表面交线。</a:t>
            </a:r>
          </a:p>
        </p:txBody>
      </p:sp>
      <p:grpSp>
        <p:nvGrpSpPr>
          <p:cNvPr id="34062" name="Group 270">
            <a:extLst>
              <a:ext uri="{FF2B5EF4-FFF2-40B4-BE49-F238E27FC236}">
                <a16:creationId xmlns:a16="http://schemas.microsoft.com/office/drawing/2014/main" id="{CD6C0CDB-0BB3-49D1-995B-0D910234A621}"/>
              </a:ext>
            </a:extLst>
          </p:cNvPr>
          <p:cNvGrpSpPr>
            <a:grpSpLocks/>
          </p:cNvGrpSpPr>
          <p:nvPr/>
        </p:nvGrpSpPr>
        <p:grpSpPr bwMode="auto">
          <a:xfrm>
            <a:off x="1379538" y="4148138"/>
            <a:ext cx="2136775" cy="2108200"/>
            <a:chOff x="869" y="2613"/>
            <a:chExt cx="1346" cy="1328"/>
          </a:xfrm>
        </p:grpSpPr>
        <p:sp>
          <p:nvSpPr>
            <p:cNvPr id="34063" name="Line 271">
              <a:extLst>
                <a:ext uri="{FF2B5EF4-FFF2-40B4-BE49-F238E27FC236}">
                  <a16:creationId xmlns:a16="http://schemas.microsoft.com/office/drawing/2014/main" id="{ABB33BB1-AFC8-4C9E-B858-25AA36FCB811}"/>
                </a:ext>
              </a:extLst>
            </p:cNvPr>
            <p:cNvSpPr>
              <a:spLocks noChangeShapeType="1"/>
            </p:cNvSpPr>
            <p:nvPr/>
          </p:nvSpPr>
          <p:spPr bwMode="auto">
            <a:xfrm flipH="1" flipV="1">
              <a:off x="869" y="2613"/>
              <a:ext cx="768" cy="1328"/>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064" name="Line 272">
              <a:extLst>
                <a:ext uri="{FF2B5EF4-FFF2-40B4-BE49-F238E27FC236}">
                  <a16:creationId xmlns:a16="http://schemas.microsoft.com/office/drawing/2014/main" id="{8F31EB2F-C9F1-4ED0-9C5C-D60BE1ECEF96}"/>
                </a:ext>
              </a:extLst>
            </p:cNvPr>
            <p:cNvSpPr>
              <a:spLocks noChangeShapeType="1"/>
            </p:cNvSpPr>
            <p:nvPr/>
          </p:nvSpPr>
          <p:spPr bwMode="auto">
            <a:xfrm flipH="1">
              <a:off x="869" y="2613"/>
              <a:ext cx="1346" cy="1"/>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065" name="Line 273">
              <a:extLst>
                <a:ext uri="{FF2B5EF4-FFF2-40B4-BE49-F238E27FC236}">
                  <a16:creationId xmlns:a16="http://schemas.microsoft.com/office/drawing/2014/main" id="{C629DAA7-BF4F-4FAE-BB61-537F4A6AC475}"/>
                </a:ext>
              </a:extLst>
            </p:cNvPr>
            <p:cNvSpPr>
              <a:spLocks noChangeShapeType="1"/>
            </p:cNvSpPr>
            <p:nvPr/>
          </p:nvSpPr>
          <p:spPr bwMode="auto">
            <a:xfrm flipH="1">
              <a:off x="1637" y="2942"/>
              <a:ext cx="578" cy="999"/>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066" name="Line 274">
              <a:extLst>
                <a:ext uri="{FF2B5EF4-FFF2-40B4-BE49-F238E27FC236}">
                  <a16:creationId xmlns:a16="http://schemas.microsoft.com/office/drawing/2014/main" id="{E41399A8-5B0F-405B-8A91-0C2EC307112D}"/>
                </a:ext>
              </a:extLst>
            </p:cNvPr>
            <p:cNvSpPr>
              <a:spLocks noChangeShapeType="1"/>
            </p:cNvSpPr>
            <p:nvPr/>
          </p:nvSpPr>
          <p:spPr bwMode="auto">
            <a:xfrm flipV="1">
              <a:off x="1637" y="2613"/>
              <a:ext cx="578" cy="333"/>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67" name="Line 275">
              <a:extLst>
                <a:ext uri="{FF2B5EF4-FFF2-40B4-BE49-F238E27FC236}">
                  <a16:creationId xmlns:a16="http://schemas.microsoft.com/office/drawing/2014/main" id="{C5812287-C74D-4C6F-97D4-72D2F5632C6F}"/>
                </a:ext>
              </a:extLst>
            </p:cNvPr>
            <p:cNvSpPr>
              <a:spLocks noChangeShapeType="1"/>
            </p:cNvSpPr>
            <p:nvPr/>
          </p:nvSpPr>
          <p:spPr bwMode="auto">
            <a:xfrm>
              <a:off x="1274" y="2847"/>
              <a:ext cx="363" cy="99"/>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68" name="Line 276">
              <a:extLst>
                <a:ext uri="{FF2B5EF4-FFF2-40B4-BE49-F238E27FC236}">
                  <a16:creationId xmlns:a16="http://schemas.microsoft.com/office/drawing/2014/main" id="{9B0B3938-F1D5-4555-BED2-CBF145F936B2}"/>
                </a:ext>
              </a:extLst>
            </p:cNvPr>
            <p:cNvSpPr>
              <a:spLocks noChangeShapeType="1"/>
            </p:cNvSpPr>
            <p:nvPr/>
          </p:nvSpPr>
          <p:spPr bwMode="auto">
            <a:xfrm>
              <a:off x="1274" y="2847"/>
              <a:ext cx="363" cy="428"/>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69" name="Line 277">
              <a:extLst>
                <a:ext uri="{FF2B5EF4-FFF2-40B4-BE49-F238E27FC236}">
                  <a16:creationId xmlns:a16="http://schemas.microsoft.com/office/drawing/2014/main" id="{A8947E08-F528-46E2-A126-406EB7F44AAD}"/>
                </a:ext>
              </a:extLst>
            </p:cNvPr>
            <p:cNvSpPr>
              <a:spLocks noChangeShapeType="1"/>
            </p:cNvSpPr>
            <p:nvPr/>
          </p:nvSpPr>
          <p:spPr bwMode="auto">
            <a:xfrm flipV="1">
              <a:off x="1637" y="2942"/>
              <a:ext cx="578" cy="333"/>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259" name="Group 467">
            <a:extLst>
              <a:ext uri="{FF2B5EF4-FFF2-40B4-BE49-F238E27FC236}">
                <a16:creationId xmlns:a16="http://schemas.microsoft.com/office/drawing/2014/main" id="{A13A5FFA-49EC-465F-84AE-13115C7F96B5}"/>
              </a:ext>
            </a:extLst>
          </p:cNvPr>
          <p:cNvGrpSpPr>
            <a:grpSpLocks/>
          </p:cNvGrpSpPr>
          <p:nvPr/>
        </p:nvGrpSpPr>
        <p:grpSpPr bwMode="auto">
          <a:xfrm>
            <a:off x="627063" y="912813"/>
            <a:ext cx="6564312" cy="5495925"/>
            <a:chOff x="395" y="575"/>
            <a:chExt cx="4135" cy="3462"/>
          </a:xfrm>
        </p:grpSpPr>
        <p:grpSp>
          <p:nvGrpSpPr>
            <p:cNvPr id="34258" name="Group 466">
              <a:extLst>
                <a:ext uri="{FF2B5EF4-FFF2-40B4-BE49-F238E27FC236}">
                  <a16:creationId xmlns:a16="http://schemas.microsoft.com/office/drawing/2014/main" id="{FC1A8A13-935A-4576-9025-F44A5ECF8705}"/>
                </a:ext>
              </a:extLst>
            </p:cNvPr>
            <p:cNvGrpSpPr>
              <a:grpSpLocks/>
            </p:cNvGrpSpPr>
            <p:nvPr/>
          </p:nvGrpSpPr>
          <p:grpSpPr bwMode="auto">
            <a:xfrm>
              <a:off x="790" y="902"/>
              <a:ext cx="2652" cy="2153"/>
              <a:chOff x="790" y="902"/>
              <a:chExt cx="2652" cy="2153"/>
            </a:xfrm>
          </p:grpSpPr>
          <p:sp>
            <p:nvSpPr>
              <p:cNvPr id="34072" name="Freeform 280">
                <a:extLst>
                  <a:ext uri="{FF2B5EF4-FFF2-40B4-BE49-F238E27FC236}">
                    <a16:creationId xmlns:a16="http://schemas.microsoft.com/office/drawing/2014/main" id="{18C37F52-F2C8-433E-B07B-D0282FDD7B58}"/>
                  </a:ext>
                </a:extLst>
              </p:cNvPr>
              <p:cNvSpPr>
                <a:spLocks/>
              </p:cNvSpPr>
              <p:nvPr/>
            </p:nvSpPr>
            <p:spPr bwMode="auto">
              <a:xfrm>
                <a:off x="790" y="2570"/>
                <a:ext cx="849" cy="485"/>
              </a:xfrm>
              <a:custGeom>
                <a:avLst/>
                <a:gdLst>
                  <a:gd name="T0" fmla="*/ 0 w 849"/>
                  <a:gd name="T1" fmla="*/ 0 h 485"/>
                  <a:gd name="T2" fmla="*/ 849 w 849"/>
                  <a:gd name="T3" fmla="*/ 485 h 485"/>
                </a:gdLst>
                <a:ahLst/>
                <a:cxnLst>
                  <a:cxn ang="0">
                    <a:pos x="T0" y="T1"/>
                  </a:cxn>
                  <a:cxn ang="0">
                    <a:pos x="T2" y="T3"/>
                  </a:cxn>
                </a:cxnLst>
                <a:rect l="0" t="0" r="r" b="b"/>
                <a:pathLst>
                  <a:path w="849" h="485">
                    <a:moveTo>
                      <a:pt x="0" y="0"/>
                    </a:moveTo>
                    <a:lnTo>
                      <a:pt x="849" y="485"/>
                    </a:lnTo>
                  </a:path>
                </a:pathLst>
              </a:custGeom>
              <a:noFill/>
              <a:ln w="6350"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073" name="Freeform 281">
                <a:extLst>
                  <a:ext uri="{FF2B5EF4-FFF2-40B4-BE49-F238E27FC236}">
                    <a16:creationId xmlns:a16="http://schemas.microsoft.com/office/drawing/2014/main" id="{0391A577-FB85-4048-84D6-BFF4F837FA08}"/>
                  </a:ext>
                </a:extLst>
              </p:cNvPr>
              <p:cNvSpPr>
                <a:spLocks/>
              </p:cNvSpPr>
              <p:nvPr/>
            </p:nvSpPr>
            <p:spPr bwMode="auto">
              <a:xfrm>
                <a:off x="3106" y="902"/>
                <a:ext cx="336" cy="1004"/>
              </a:xfrm>
              <a:custGeom>
                <a:avLst/>
                <a:gdLst>
                  <a:gd name="T0" fmla="*/ 336 w 336"/>
                  <a:gd name="T1" fmla="*/ 0 h 1004"/>
                  <a:gd name="T2" fmla="*/ 0 w 336"/>
                  <a:gd name="T3" fmla="*/ 1004 h 1004"/>
                </a:gdLst>
                <a:ahLst/>
                <a:cxnLst>
                  <a:cxn ang="0">
                    <a:pos x="T0" y="T1"/>
                  </a:cxn>
                  <a:cxn ang="0">
                    <a:pos x="T2" y="T3"/>
                  </a:cxn>
                </a:cxnLst>
                <a:rect l="0" t="0" r="r" b="b"/>
                <a:pathLst>
                  <a:path w="336" h="1004">
                    <a:moveTo>
                      <a:pt x="336" y="0"/>
                    </a:moveTo>
                    <a:lnTo>
                      <a:pt x="0" y="1004"/>
                    </a:lnTo>
                  </a:path>
                </a:pathLst>
              </a:custGeom>
              <a:noFill/>
              <a:ln w="6350" cap="flat" cmpd="sng">
                <a:solidFill>
                  <a:schemeClr val="tx1"/>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257" name="Group 465">
              <a:extLst>
                <a:ext uri="{FF2B5EF4-FFF2-40B4-BE49-F238E27FC236}">
                  <a16:creationId xmlns:a16="http://schemas.microsoft.com/office/drawing/2014/main" id="{4EB0A47B-331E-4DFD-BA80-EB1BF73F86C3}"/>
                </a:ext>
              </a:extLst>
            </p:cNvPr>
            <p:cNvGrpSpPr>
              <a:grpSpLocks/>
            </p:cNvGrpSpPr>
            <p:nvPr/>
          </p:nvGrpSpPr>
          <p:grpSpPr bwMode="auto">
            <a:xfrm>
              <a:off x="395" y="575"/>
              <a:ext cx="4135" cy="3462"/>
              <a:chOff x="395" y="575"/>
              <a:chExt cx="4135" cy="3462"/>
            </a:xfrm>
          </p:grpSpPr>
          <p:grpSp>
            <p:nvGrpSpPr>
              <p:cNvPr id="34256" name="Group 464">
                <a:extLst>
                  <a:ext uri="{FF2B5EF4-FFF2-40B4-BE49-F238E27FC236}">
                    <a16:creationId xmlns:a16="http://schemas.microsoft.com/office/drawing/2014/main" id="{9C8AD0DF-0B48-4204-9E2B-8B094080EAE2}"/>
                  </a:ext>
                </a:extLst>
              </p:cNvPr>
              <p:cNvGrpSpPr>
                <a:grpSpLocks/>
              </p:cNvGrpSpPr>
              <p:nvPr/>
            </p:nvGrpSpPr>
            <p:grpSpPr bwMode="auto">
              <a:xfrm>
                <a:off x="395" y="575"/>
                <a:ext cx="4135" cy="3462"/>
                <a:chOff x="395" y="575"/>
                <a:chExt cx="4135" cy="3462"/>
              </a:xfrm>
            </p:grpSpPr>
            <p:grpSp>
              <p:nvGrpSpPr>
                <p:cNvPr id="34251" name="Group 459">
                  <a:extLst>
                    <a:ext uri="{FF2B5EF4-FFF2-40B4-BE49-F238E27FC236}">
                      <a16:creationId xmlns:a16="http://schemas.microsoft.com/office/drawing/2014/main" id="{CFDBC206-21A5-4BDB-AFB6-AAB3B79C3120}"/>
                    </a:ext>
                  </a:extLst>
                </p:cNvPr>
                <p:cNvGrpSpPr>
                  <a:grpSpLocks/>
                </p:cNvGrpSpPr>
                <p:nvPr/>
              </p:nvGrpSpPr>
              <p:grpSpPr bwMode="auto">
                <a:xfrm>
                  <a:off x="2955" y="575"/>
                  <a:ext cx="1575" cy="1469"/>
                  <a:chOff x="2955" y="575"/>
                  <a:chExt cx="1575" cy="1469"/>
                </a:xfrm>
              </p:grpSpPr>
              <p:sp>
                <p:nvSpPr>
                  <p:cNvPr id="34077" name="Line 285">
                    <a:extLst>
                      <a:ext uri="{FF2B5EF4-FFF2-40B4-BE49-F238E27FC236}">
                        <a16:creationId xmlns:a16="http://schemas.microsoft.com/office/drawing/2014/main" id="{2909A68E-25A2-4647-93C3-7E2599350724}"/>
                      </a:ext>
                    </a:extLst>
                  </p:cNvPr>
                  <p:cNvSpPr>
                    <a:spLocks noChangeShapeType="1"/>
                  </p:cNvSpPr>
                  <p:nvPr/>
                </p:nvSpPr>
                <p:spPr bwMode="auto">
                  <a:xfrm>
                    <a:off x="2955" y="1903"/>
                    <a:ext cx="1575"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250" name="Group 458">
                    <a:extLst>
                      <a:ext uri="{FF2B5EF4-FFF2-40B4-BE49-F238E27FC236}">
                        <a16:creationId xmlns:a16="http://schemas.microsoft.com/office/drawing/2014/main" id="{4803DF9B-DD59-4252-85A7-27A8226AA42D}"/>
                      </a:ext>
                    </a:extLst>
                  </p:cNvPr>
                  <p:cNvGrpSpPr>
                    <a:grpSpLocks/>
                  </p:cNvGrpSpPr>
                  <p:nvPr/>
                </p:nvGrpSpPr>
                <p:grpSpPr bwMode="auto">
                  <a:xfrm>
                    <a:off x="2955" y="575"/>
                    <a:ext cx="1575" cy="1469"/>
                    <a:chOff x="2955" y="575"/>
                    <a:chExt cx="1575" cy="1469"/>
                  </a:xfrm>
                </p:grpSpPr>
                <p:sp>
                  <p:nvSpPr>
                    <p:cNvPr id="34079" name="Line 287">
                      <a:extLst>
                        <a:ext uri="{FF2B5EF4-FFF2-40B4-BE49-F238E27FC236}">
                          <a16:creationId xmlns:a16="http://schemas.microsoft.com/office/drawing/2014/main" id="{29625047-6A99-40C8-A3EA-8159FDB29D6D}"/>
                        </a:ext>
                      </a:extLst>
                    </p:cNvPr>
                    <p:cNvSpPr>
                      <a:spLocks noChangeShapeType="1"/>
                    </p:cNvSpPr>
                    <p:nvPr/>
                  </p:nvSpPr>
                  <p:spPr bwMode="auto">
                    <a:xfrm>
                      <a:off x="3060" y="2043"/>
                      <a:ext cx="1470"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80" name="Freeform 288">
                      <a:extLst>
                        <a:ext uri="{FF2B5EF4-FFF2-40B4-BE49-F238E27FC236}">
                          <a16:creationId xmlns:a16="http://schemas.microsoft.com/office/drawing/2014/main" id="{BA583012-414A-4B36-8715-D28C025250F4}"/>
                        </a:ext>
                      </a:extLst>
                    </p:cNvPr>
                    <p:cNvSpPr>
                      <a:spLocks noChangeArrowheads="1"/>
                    </p:cNvSpPr>
                    <p:nvPr/>
                  </p:nvSpPr>
                  <p:spPr bwMode="auto">
                    <a:xfrm>
                      <a:off x="2956" y="905"/>
                      <a:ext cx="2" cy="999"/>
                    </a:xfrm>
                    <a:custGeom>
                      <a:avLst/>
                      <a:gdLst>
                        <a:gd name="T0" fmla="*/ 2 w 2"/>
                        <a:gd name="T1" fmla="*/ 999 h 999"/>
                        <a:gd name="T2" fmla="*/ 0 w 2"/>
                        <a:gd name="T3" fmla="*/ 0 h 999"/>
                      </a:gdLst>
                      <a:ahLst/>
                      <a:cxnLst>
                        <a:cxn ang="0">
                          <a:pos x="T0" y="T1"/>
                        </a:cxn>
                        <a:cxn ang="0">
                          <a:pos x="T2" y="T3"/>
                        </a:cxn>
                      </a:cxnLst>
                      <a:rect l="0" t="0" r="r" b="b"/>
                      <a:pathLst>
                        <a:path w="2" h="999">
                          <a:moveTo>
                            <a:pt x="2" y="999"/>
                          </a:moveTo>
                          <a:lnTo>
                            <a:pt x="0" y="0"/>
                          </a:lnTo>
                        </a:path>
                      </a:pathLst>
                    </a:custGeom>
                    <a:solidFill>
                      <a:srgbClr val="FFFFFF"/>
                    </a:solidFill>
                    <a:ln w="50800">
                      <a:solidFill>
                        <a:srgbClr val="000000"/>
                      </a:solidFill>
                      <a:round/>
                      <a:headEnd/>
                      <a:tailEnd/>
                    </a:ln>
                  </p:spPr>
                  <p:txBody>
                    <a:bodyPr/>
                    <a:lstStyle/>
                    <a:p>
                      <a:endParaRPr lang="en-US"/>
                    </a:p>
                  </p:txBody>
                </p:sp>
                <p:sp>
                  <p:nvSpPr>
                    <p:cNvPr id="34081" name="Line 289">
                      <a:extLst>
                        <a:ext uri="{FF2B5EF4-FFF2-40B4-BE49-F238E27FC236}">
                          <a16:creationId xmlns:a16="http://schemas.microsoft.com/office/drawing/2014/main" id="{8645F865-8F6F-4F72-8639-8CEBFA15BB10}"/>
                        </a:ext>
                      </a:extLst>
                    </p:cNvPr>
                    <p:cNvSpPr>
                      <a:spLocks noChangeShapeType="1"/>
                    </p:cNvSpPr>
                    <p:nvPr/>
                  </p:nvSpPr>
                  <p:spPr bwMode="auto">
                    <a:xfrm flipH="1">
                      <a:off x="3440" y="575"/>
                      <a:ext cx="110" cy="32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82" name="Line 290">
                      <a:extLst>
                        <a:ext uri="{FF2B5EF4-FFF2-40B4-BE49-F238E27FC236}">
                          <a16:creationId xmlns:a16="http://schemas.microsoft.com/office/drawing/2014/main" id="{5BE108F2-FC89-4585-BEFD-8F282C70ED5A}"/>
                        </a:ext>
                      </a:extLst>
                    </p:cNvPr>
                    <p:cNvSpPr>
                      <a:spLocks noChangeShapeType="1"/>
                    </p:cNvSpPr>
                    <p:nvPr/>
                  </p:nvSpPr>
                  <p:spPr bwMode="auto">
                    <a:xfrm>
                      <a:off x="3550" y="575"/>
                      <a:ext cx="220" cy="32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83" name="Freeform 291">
                      <a:extLst>
                        <a:ext uri="{FF2B5EF4-FFF2-40B4-BE49-F238E27FC236}">
                          <a16:creationId xmlns:a16="http://schemas.microsoft.com/office/drawing/2014/main" id="{BF360C10-04EC-4D70-A5F0-851BE2FB9128}"/>
                        </a:ext>
                      </a:extLst>
                    </p:cNvPr>
                    <p:cNvSpPr>
                      <a:spLocks noChangeArrowheads="1"/>
                    </p:cNvSpPr>
                    <p:nvPr/>
                  </p:nvSpPr>
                  <p:spPr bwMode="auto">
                    <a:xfrm>
                      <a:off x="4529" y="903"/>
                      <a:ext cx="1" cy="1001"/>
                    </a:xfrm>
                    <a:custGeom>
                      <a:avLst/>
                      <a:gdLst>
                        <a:gd name="T0" fmla="*/ 1 w 1"/>
                        <a:gd name="T1" fmla="*/ 1001 h 1001"/>
                        <a:gd name="T2" fmla="*/ 0 w 1"/>
                        <a:gd name="T3" fmla="*/ 0 h 1001"/>
                      </a:gdLst>
                      <a:ahLst/>
                      <a:cxnLst>
                        <a:cxn ang="0">
                          <a:pos x="T0" y="T1"/>
                        </a:cxn>
                        <a:cxn ang="0">
                          <a:pos x="T2" y="T3"/>
                        </a:cxn>
                      </a:cxnLst>
                      <a:rect l="0" t="0" r="r" b="b"/>
                      <a:pathLst>
                        <a:path w="1" h="1001">
                          <a:moveTo>
                            <a:pt x="1" y="1001"/>
                          </a:moveTo>
                          <a:lnTo>
                            <a:pt x="0" y="0"/>
                          </a:lnTo>
                        </a:path>
                      </a:pathLst>
                    </a:custGeom>
                    <a:solidFill>
                      <a:srgbClr val="FFFFFF"/>
                    </a:solidFill>
                    <a:ln w="50800">
                      <a:solidFill>
                        <a:srgbClr val="000000"/>
                      </a:solidFill>
                      <a:round/>
                      <a:headEnd/>
                      <a:tailEnd/>
                    </a:ln>
                  </p:spPr>
                  <p:txBody>
                    <a:bodyPr/>
                    <a:lstStyle/>
                    <a:p>
                      <a:endParaRPr lang="en-US"/>
                    </a:p>
                  </p:txBody>
                </p:sp>
                <p:sp>
                  <p:nvSpPr>
                    <p:cNvPr id="34084" name="Line 292">
                      <a:extLst>
                        <a:ext uri="{FF2B5EF4-FFF2-40B4-BE49-F238E27FC236}">
                          <a16:creationId xmlns:a16="http://schemas.microsoft.com/office/drawing/2014/main" id="{304A6ED3-3165-43EF-B4EB-9B0F67E6CB9B}"/>
                        </a:ext>
                      </a:extLst>
                    </p:cNvPr>
                    <p:cNvSpPr>
                      <a:spLocks noChangeShapeType="1"/>
                    </p:cNvSpPr>
                    <p:nvPr/>
                  </p:nvSpPr>
                  <p:spPr bwMode="auto">
                    <a:xfrm flipV="1">
                      <a:off x="3060" y="1903"/>
                      <a:ext cx="46" cy="14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85" name="Line 293">
                      <a:extLst>
                        <a:ext uri="{FF2B5EF4-FFF2-40B4-BE49-F238E27FC236}">
                          <a16:creationId xmlns:a16="http://schemas.microsoft.com/office/drawing/2014/main" id="{AEFBC049-3265-430A-AC41-4B655905B313}"/>
                        </a:ext>
                      </a:extLst>
                    </p:cNvPr>
                    <p:cNvSpPr>
                      <a:spLocks noChangeShapeType="1"/>
                    </p:cNvSpPr>
                    <p:nvPr/>
                  </p:nvSpPr>
                  <p:spPr bwMode="auto">
                    <a:xfrm flipH="1">
                      <a:off x="2955" y="904"/>
                      <a:ext cx="485"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86" name="Line 294">
                      <a:extLst>
                        <a:ext uri="{FF2B5EF4-FFF2-40B4-BE49-F238E27FC236}">
                          <a16:creationId xmlns:a16="http://schemas.microsoft.com/office/drawing/2014/main" id="{8A3C1F8B-6191-4C2A-AF8A-DC2D9AFC4188}"/>
                        </a:ext>
                      </a:extLst>
                    </p:cNvPr>
                    <p:cNvSpPr>
                      <a:spLocks noChangeShapeType="1"/>
                    </p:cNvSpPr>
                    <p:nvPr/>
                  </p:nvSpPr>
                  <p:spPr bwMode="auto">
                    <a:xfrm>
                      <a:off x="4437" y="1903"/>
                      <a:ext cx="93" cy="14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87" name="Line 295">
                      <a:extLst>
                        <a:ext uri="{FF2B5EF4-FFF2-40B4-BE49-F238E27FC236}">
                          <a16:creationId xmlns:a16="http://schemas.microsoft.com/office/drawing/2014/main" id="{DFC371F9-12AC-4C76-915D-32F41B8DC6F9}"/>
                        </a:ext>
                      </a:extLst>
                    </p:cNvPr>
                    <p:cNvSpPr>
                      <a:spLocks noChangeShapeType="1"/>
                    </p:cNvSpPr>
                    <p:nvPr/>
                  </p:nvSpPr>
                  <p:spPr bwMode="auto">
                    <a:xfrm flipH="1">
                      <a:off x="3770" y="904"/>
                      <a:ext cx="760"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4254" name="Group 462">
                  <a:extLst>
                    <a:ext uri="{FF2B5EF4-FFF2-40B4-BE49-F238E27FC236}">
                      <a16:creationId xmlns:a16="http://schemas.microsoft.com/office/drawing/2014/main" id="{09CF8E79-4E19-4109-8CF4-D702918857F3}"/>
                    </a:ext>
                  </a:extLst>
                </p:cNvPr>
                <p:cNvGrpSpPr>
                  <a:grpSpLocks/>
                </p:cNvGrpSpPr>
                <p:nvPr/>
              </p:nvGrpSpPr>
              <p:grpSpPr bwMode="auto">
                <a:xfrm>
                  <a:off x="395" y="2458"/>
                  <a:ext cx="2091" cy="1579"/>
                  <a:chOff x="395" y="2458"/>
                  <a:chExt cx="2091" cy="1579"/>
                </a:xfrm>
              </p:grpSpPr>
              <p:sp>
                <p:nvSpPr>
                  <p:cNvPr id="34089" name="Line 297">
                    <a:extLst>
                      <a:ext uri="{FF2B5EF4-FFF2-40B4-BE49-F238E27FC236}">
                        <a16:creationId xmlns:a16="http://schemas.microsoft.com/office/drawing/2014/main" id="{17430F5A-A5E4-4510-BB5C-8A07E51AC2F5}"/>
                      </a:ext>
                    </a:extLst>
                  </p:cNvPr>
                  <p:cNvSpPr>
                    <a:spLocks noChangeShapeType="1"/>
                  </p:cNvSpPr>
                  <p:nvPr/>
                </p:nvSpPr>
                <p:spPr bwMode="auto">
                  <a:xfrm flipH="1">
                    <a:off x="1637" y="2567"/>
                    <a:ext cx="849" cy="489"/>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253" name="Group 461">
                    <a:extLst>
                      <a:ext uri="{FF2B5EF4-FFF2-40B4-BE49-F238E27FC236}">
                        <a16:creationId xmlns:a16="http://schemas.microsoft.com/office/drawing/2014/main" id="{5EDB9A5C-3EEF-4C70-B7FC-4899056F440B}"/>
                      </a:ext>
                    </a:extLst>
                  </p:cNvPr>
                  <p:cNvGrpSpPr>
                    <a:grpSpLocks/>
                  </p:cNvGrpSpPr>
                  <p:nvPr/>
                </p:nvGrpSpPr>
                <p:grpSpPr bwMode="auto">
                  <a:xfrm>
                    <a:off x="789" y="2567"/>
                    <a:ext cx="1426" cy="1467"/>
                    <a:chOff x="789" y="2567"/>
                    <a:chExt cx="1426" cy="1467"/>
                  </a:xfrm>
                </p:grpSpPr>
                <p:sp>
                  <p:nvSpPr>
                    <p:cNvPr id="34091" name="Line 299">
                      <a:extLst>
                        <a:ext uri="{FF2B5EF4-FFF2-40B4-BE49-F238E27FC236}">
                          <a16:creationId xmlns:a16="http://schemas.microsoft.com/office/drawing/2014/main" id="{14F42052-D136-4866-BE53-674F8393F78D}"/>
                        </a:ext>
                      </a:extLst>
                    </p:cNvPr>
                    <p:cNvSpPr>
                      <a:spLocks noChangeShapeType="1"/>
                    </p:cNvSpPr>
                    <p:nvPr/>
                  </p:nvSpPr>
                  <p:spPr bwMode="auto">
                    <a:xfrm>
                      <a:off x="789" y="2567"/>
                      <a:ext cx="848" cy="1467"/>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092" name="Line 300">
                      <a:extLst>
                        <a:ext uri="{FF2B5EF4-FFF2-40B4-BE49-F238E27FC236}">
                          <a16:creationId xmlns:a16="http://schemas.microsoft.com/office/drawing/2014/main" id="{4AA83728-4C23-4EF3-AD84-72646786B605}"/>
                        </a:ext>
                      </a:extLst>
                    </p:cNvPr>
                    <p:cNvSpPr>
                      <a:spLocks noChangeShapeType="1"/>
                    </p:cNvSpPr>
                    <p:nvPr/>
                  </p:nvSpPr>
                  <p:spPr bwMode="auto">
                    <a:xfrm flipH="1">
                      <a:off x="1637" y="3036"/>
                      <a:ext cx="578" cy="998"/>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093" name="Line 301">
                      <a:extLst>
                        <a:ext uri="{FF2B5EF4-FFF2-40B4-BE49-F238E27FC236}">
                          <a16:creationId xmlns:a16="http://schemas.microsoft.com/office/drawing/2014/main" id="{024B859D-1125-4D72-90B0-DECDF76B85F6}"/>
                        </a:ext>
                      </a:extLst>
                    </p:cNvPr>
                    <p:cNvSpPr>
                      <a:spLocks noChangeShapeType="1"/>
                    </p:cNvSpPr>
                    <p:nvPr/>
                  </p:nvSpPr>
                  <p:spPr bwMode="auto">
                    <a:xfrm>
                      <a:off x="789" y="2567"/>
                      <a:ext cx="1426" cy="1"/>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094" name="Line 302">
                    <a:extLst>
                      <a:ext uri="{FF2B5EF4-FFF2-40B4-BE49-F238E27FC236}">
                        <a16:creationId xmlns:a16="http://schemas.microsoft.com/office/drawing/2014/main" id="{4589B78B-F6B0-4704-9AF9-46A25804A5FA}"/>
                      </a:ext>
                    </a:extLst>
                  </p:cNvPr>
                  <p:cNvSpPr>
                    <a:spLocks noChangeShapeType="1"/>
                  </p:cNvSpPr>
                  <p:nvPr/>
                </p:nvSpPr>
                <p:spPr bwMode="auto">
                  <a:xfrm>
                    <a:off x="1274" y="2847"/>
                    <a:ext cx="363" cy="209"/>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252" name="Group 460">
                    <a:extLst>
                      <a:ext uri="{FF2B5EF4-FFF2-40B4-BE49-F238E27FC236}">
                        <a16:creationId xmlns:a16="http://schemas.microsoft.com/office/drawing/2014/main" id="{83EC0D54-2606-405B-959D-739D91FE3E02}"/>
                      </a:ext>
                    </a:extLst>
                  </p:cNvPr>
                  <p:cNvGrpSpPr>
                    <a:grpSpLocks/>
                  </p:cNvGrpSpPr>
                  <p:nvPr/>
                </p:nvGrpSpPr>
                <p:grpSpPr bwMode="auto">
                  <a:xfrm>
                    <a:off x="395" y="2458"/>
                    <a:ext cx="2091" cy="1579"/>
                    <a:chOff x="395" y="2458"/>
                    <a:chExt cx="2091" cy="1579"/>
                  </a:xfrm>
                </p:grpSpPr>
                <p:sp>
                  <p:nvSpPr>
                    <p:cNvPr id="34096" name="Line 304">
                      <a:extLst>
                        <a:ext uri="{FF2B5EF4-FFF2-40B4-BE49-F238E27FC236}">
                          <a16:creationId xmlns:a16="http://schemas.microsoft.com/office/drawing/2014/main" id="{0697D9DA-3C83-4E15-A9EB-F6EEF4779854}"/>
                        </a:ext>
                      </a:extLst>
                    </p:cNvPr>
                    <p:cNvSpPr>
                      <a:spLocks noChangeShapeType="1"/>
                    </p:cNvSpPr>
                    <p:nvPr/>
                  </p:nvSpPr>
                  <p:spPr bwMode="auto">
                    <a:xfrm flipH="1">
                      <a:off x="2215" y="2567"/>
                      <a:ext cx="271" cy="46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97" name="Line 305">
                      <a:extLst>
                        <a:ext uri="{FF2B5EF4-FFF2-40B4-BE49-F238E27FC236}">
                          <a16:creationId xmlns:a16="http://schemas.microsoft.com/office/drawing/2014/main" id="{8833F255-94F0-4A93-B9A1-7DDDE2FC40F8}"/>
                        </a:ext>
                      </a:extLst>
                    </p:cNvPr>
                    <p:cNvSpPr>
                      <a:spLocks noChangeShapeType="1"/>
                    </p:cNvSpPr>
                    <p:nvPr/>
                  </p:nvSpPr>
                  <p:spPr bwMode="auto">
                    <a:xfrm>
                      <a:off x="2215" y="2567"/>
                      <a:ext cx="271"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98" name="Freeform 306">
                      <a:extLst>
                        <a:ext uri="{FF2B5EF4-FFF2-40B4-BE49-F238E27FC236}">
                          <a16:creationId xmlns:a16="http://schemas.microsoft.com/office/drawing/2014/main" id="{C7AEA020-F2B9-459A-BFBB-568A6AC0691C}"/>
                        </a:ext>
                      </a:extLst>
                    </p:cNvPr>
                    <p:cNvSpPr>
                      <a:spLocks noChangeArrowheads="1"/>
                    </p:cNvSpPr>
                    <p:nvPr/>
                  </p:nvSpPr>
                  <p:spPr bwMode="auto">
                    <a:xfrm>
                      <a:off x="2215" y="2462"/>
                      <a:ext cx="1" cy="105"/>
                    </a:xfrm>
                    <a:custGeom>
                      <a:avLst/>
                      <a:gdLst>
                        <a:gd name="T0" fmla="*/ 0 w 1"/>
                        <a:gd name="T1" fmla="*/ 0 h 105"/>
                        <a:gd name="T2" fmla="*/ 0 w 1"/>
                        <a:gd name="T3" fmla="*/ 105 h 105"/>
                      </a:gdLst>
                      <a:ahLst/>
                      <a:cxnLst>
                        <a:cxn ang="0">
                          <a:pos x="T0" y="T1"/>
                        </a:cxn>
                        <a:cxn ang="0">
                          <a:pos x="T2" y="T3"/>
                        </a:cxn>
                      </a:cxnLst>
                      <a:rect l="0" t="0" r="r" b="b"/>
                      <a:pathLst>
                        <a:path w="1" h="105">
                          <a:moveTo>
                            <a:pt x="0" y="0"/>
                          </a:moveTo>
                          <a:lnTo>
                            <a:pt x="0" y="105"/>
                          </a:lnTo>
                        </a:path>
                      </a:pathLst>
                    </a:custGeom>
                    <a:solidFill>
                      <a:srgbClr val="FFFFFF"/>
                    </a:solidFill>
                    <a:ln w="50800">
                      <a:solidFill>
                        <a:srgbClr val="000000"/>
                      </a:solidFill>
                      <a:prstDash val="solid"/>
                      <a:round/>
                      <a:headEnd/>
                      <a:tailEnd/>
                    </a:ln>
                  </p:spPr>
                  <p:txBody>
                    <a:bodyPr/>
                    <a:lstStyle/>
                    <a:p>
                      <a:endParaRPr lang="en-US"/>
                    </a:p>
                  </p:txBody>
                </p:sp>
                <p:sp>
                  <p:nvSpPr>
                    <p:cNvPr id="34099" name="Freeform 307">
                      <a:extLst>
                        <a:ext uri="{FF2B5EF4-FFF2-40B4-BE49-F238E27FC236}">
                          <a16:creationId xmlns:a16="http://schemas.microsoft.com/office/drawing/2014/main" id="{E68B06BA-CC72-4ED9-BCC4-2AFA9AA48AB2}"/>
                        </a:ext>
                      </a:extLst>
                    </p:cNvPr>
                    <p:cNvSpPr>
                      <a:spLocks noChangeArrowheads="1"/>
                    </p:cNvSpPr>
                    <p:nvPr/>
                  </p:nvSpPr>
                  <p:spPr bwMode="auto">
                    <a:xfrm>
                      <a:off x="1637" y="3056"/>
                      <a:ext cx="1" cy="981"/>
                    </a:xfrm>
                    <a:custGeom>
                      <a:avLst/>
                      <a:gdLst>
                        <a:gd name="T0" fmla="*/ 0 w 1"/>
                        <a:gd name="T1" fmla="*/ 0 h 981"/>
                        <a:gd name="T2" fmla="*/ 0 w 1"/>
                        <a:gd name="T3" fmla="*/ 981 h 981"/>
                      </a:gdLst>
                      <a:ahLst/>
                      <a:cxnLst>
                        <a:cxn ang="0">
                          <a:pos x="T0" y="T1"/>
                        </a:cxn>
                        <a:cxn ang="0">
                          <a:pos x="T2" y="T3"/>
                        </a:cxn>
                      </a:cxnLst>
                      <a:rect l="0" t="0" r="r" b="b"/>
                      <a:pathLst>
                        <a:path w="1" h="981">
                          <a:moveTo>
                            <a:pt x="0" y="0"/>
                          </a:moveTo>
                          <a:lnTo>
                            <a:pt x="0" y="981"/>
                          </a:lnTo>
                        </a:path>
                      </a:pathLst>
                    </a:custGeom>
                    <a:solidFill>
                      <a:srgbClr val="FFFFFF"/>
                    </a:solidFill>
                    <a:ln w="50800">
                      <a:solidFill>
                        <a:srgbClr val="000000"/>
                      </a:solidFill>
                      <a:prstDash val="solid"/>
                      <a:round/>
                      <a:headEnd/>
                      <a:tailEnd/>
                    </a:ln>
                  </p:spPr>
                  <p:txBody>
                    <a:bodyPr/>
                    <a:lstStyle/>
                    <a:p>
                      <a:endParaRPr lang="en-US"/>
                    </a:p>
                  </p:txBody>
                </p:sp>
                <p:sp>
                  <p:nvSpPr>
                    <p:cNvPr id="34100" name="Freeform 308">
                      <a:extLst>
                        <a:ext uri="{FF2B5EF4-FFF2-40B4-BE49-F238E27FC236}">
                          <a16:creationId xmlns:a16="http://schemas.microsoft.com/office/drawing/2014/main" id="{7843A36F-4FED-493C-A423-4A9021AD3451}"/>
                        </a:ext>
                      </a:extLst>
                    </p:cNvPr>
                    <p:cNvSpPr>
                      <a:spLocks noChangeArrowheads="1"/>
                    </p:cNvSpPr>
                    <p:nvPr/>
                  </p:nvSpPr>
                  <p:spPr bwMode="auto">
                    <a:xfrm>
                      <a:off x="2215" y="3033"/>
                      <a:ext cx="1" cy="1001"/>
                    </a:xfrm>
                    <a:custGeom>
                      <a:avLst/>
                      <a:gdLst>
                        <a:gd name="T0" fmla="*/ 0 w 1"/>
                        <a:gd name="T1" fmla="*/ 1001 h 1001"/>
                        <a:gd name="T2" fmla="*/ 0 w 1"/>
                        <a:gd name="T3" fmla="*/ 0 h 1001"/>
                      </a:gdLst>
                      <a:ahLst/>
                      <a:cxnLst>
                        <a:cxn ang="0">
                          <a:pos x="T0" y="T1"/>
                        </a:cxn>
                        <a:cxn ang="0">
                          <a:pos x="T2" y="T3"/>
                        </a:cxn>
                      </a:cxnLst>
                      <a:rect l="0" t="0" r="r" b="b"/>
                      <a:pathLst>
                        <a:path w="1" h="1001">
                          <a:moveTo>
                            <a:pt x="0" y="1001"/>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34101" name="Freeform 309">
                      <a:extLst>
                        <a:ext uri="{FF2B5EF4-FFF2-40B4-BE49-F238E27FC236}">
                          <a16:creationId xmlns:a16="http://schemas.microsoft.com/office/drawing/2014/main" id="{F5143403-F0FD-45FE-8790-FAE47395CF21}"/>
                        </a:ext>
                      </a:extLst>
                    </p:cNvPr>
                    <p:cNvSpPr>
                      <a:spLocks noChangeArrowheads="1"/>
                    </p:cNvSpPr>
                    <p:nvPr/>
                  </p:nvSpPr>
                  <p:spPr bwMode="auto">
                    <a:xfrm>
                      <a:off x="396" y="2462"/>
                      <a:ext cx="1" cy="1572"/>
                    </a:xfrm>
                    <a:custGeom>
                      <a:avLst/>
                      <a:gdLst>
                        <a:gd name="T0" fmla="*/ 0 w 1"/>
                        <a:gd name="T1" fmla="*/ 0 h 1572"/>
                        <a:gd name="T2" fmla="*/ 0 w 1"/>
                        <a:gd name="T3" fmla="*/ 1572 h 1572"/>
                      </a:gdLst>
                      <a:ahLst/>
                      <a:cxnLst>
                        <a:cxn ang="0">
                          <a:pos x="T0" y="T1"/>
                        </a:cxn>
                        <a:cxn ang="0">
                          <a:pos x="T2" y="T3"/>
                        </a:cxn>
                      </a:cxnLst>
                      <a:rect l="0" t="0" r="r" b="b"/>
                      <a:pathLst>
                        <a:path w="1" h="1572">
                          <a:moveTo>
                            <a:pt x="0" y="0"/>
                          </a:moveTo>
                          <a:lnTo>
                            <a:pt x="0" y="1572"/>
                          </a:lnTo>
                        </a:path>
                      </a:pathLst>
                    </a:custGeom>
                    <a:solidFill>
                      <a:srgbClr val="FFFFFF"/>
                    </a:solidFill>
                    <a:ln w="50800">
                      <a:solidFill>
                        <a:srgbClr val="000000"/>
                      </a:solidFill>
                      <a:prstDash val="solid"/>
                      <a:round/>
                      <a:headEnd/>
                      <a:tailEnd/>
                    </a:ln>
                  </p:spPr>
                  <p:txBody>
                    <a:bodyPr/>
                    <a:lstStyle/>
                    <a:p>
                      <a:endParaRPr lang="en-US"/>
                    </a:p>
                  </p:txBody>
                </p:sp>
                <p:sp>
                  <p:nvSpPr>
                    <p:cNvPr id="34102" name="Line 310">
                      <a:extLst>
                        <a:ext uri="{FF2B5EF4-FFF2-40B4-BE49-F238E27FC236}">
                          <a16:creationId xmlns:a16="http://schemas.microsoft.com/office/drawing/2014/main" id="{9B1FC4DA-9EC9-4C00-828D-70AB610AC0FC}"/>
                        </a:ext>
                      </a:extLst>
                    </p:cNvPr>
                    <p:cNvSpPr>
                      <a:spLocks noChangeShapeType="1"/>
                    </p:cNvSpPr>
                    <p:nvPr/>
                  </p:nvSpPr>
                  <p:spPr bwMode="auto">
                    <a:xfrm flipH="1">
                      <a:off x="395" y="4034"/>
                      <a:ext cx="1820"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03" name="Freeform 311">
                      <a:extLst>
                        <a:ext uri="{FF2B5EF4-FFF2-40B4-BE49-F238E27FC236}">
                          <a16:creationId xmlns:a16="http://schemas.microsoft.com/office/drawing/2014/main" id="{3876FF24-0D4E-4A88-8CF0-BA1E2351FAA2}"/>
                        </a:ext>
                      </a:extLst>
                    </p:cNvPr>
                    <p:cNvSpPr>
                      <a:spLocks noChangeArrowheads="1"/>
                    </p:cNvSpPr>
                    <p:nvPr/>
                  </p:nvSpPr>
                  <p:spPr bwMode="auto">
                    <a:xfrm>
                      <a:off x="396" y="2462"/>
                      <a:ext cx="1819" cy="1"/>
                    </a:xfrm>
                    <a:custGeom>
                      <a:avLst/>
                      <a:gdLst>
                        <a:gd name="T0" fmla="*/ 1819 w 1819"/>
                        <a:gd name="T1" fmla="*/ 0 h 1"/>
                        <a:gd name="T2" fmla="*/ 0 w 1819"/>
                        <a:gd name="T3" fmla="*/ 0 h 1"/>
                      </a:gdLst>
                      <a:ahLst/>
                      <a:cxnLst>
                        <a:cxn ang="0">
                          <a:pos x="T0" y="T1"/>
                        </a:cxn>
                        <a:cxn ang="0">
                          <a:pos x="T2" y="T3"/>
                        </a:cxn>
                      </a:cxnLst>
                      <a:rect l="0" t="0" r="r" b="b"/>
                      <a:pathLst>
                        <a:path w="1819" h="1">
                          <a:moveTo>
                            <a:pt x="1819" y="0"/>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34104" name="Freeform 312">
                      <a:extLst>
                        <a:ext uri="{FF2B5EF4-FFF2-40B4-BE49-F238E27FC236}">
                          <a16:creationId xmlns:a16="http://schemas.microsoft.com/office/drawing/2014/main" id="{3946B894-DC5C-414D-9859-925C34E6BCB0}"/>
                        </a:ext>
                      </a:extLst>
                    </p:cNvPr>
                    <p:cNvSpPr>
                      <a:spLocks noChangeArrowheads="1"/>
                    </p:cNvSpPr>
                    <p:nvPr/>
                  </p:nvSpPr>
                  <p:spPr bwMode="auto">
                    <a:xfrm>
                      <a:off x="1637" y="2458"/>
                      <a:ext cx="1" cy="488"/>
                    </a:xfrm>
                    <a:custGeom>
                      <a:avLst/>
                      <a:gdLst>
                        <a:gd name="T0" fmla="*/ 0 w 1"/>
                        <a:gd name="T1" fmla="*/ 488 h 488"/>
                        <a:gd name="T2" fmla="*/ 0 w 1"/>
                        <a:gd name="T3" fmla="*/ 0 h 488"/>
                      </a:gdLst>
                      <a:ahLst/>
                      <a:cxnLst>
                        <a:cxn ang="0">
                          <a:pos x="T0" y="T1"/>
                        </a:cxn>
                        <a:cxn ang="0">
                          <a:pos x="T2" y="T3"/>
                        </a:cxn>
                      </a:cxnLst>
                      <a:rect l="0" t="0" r="r" b="b"/>
                      <a:pathLst>
                        <a:path w="1" h="488">
                          <a:moveTo>
                            <a:pt x="0" y="488"/>
                          </a:moveTo>
                          <a:lnTo>
                            <a:pt x="0" y="0"/>
                          </a:lnTo>
                        </a:path>
                      </a:pathLst>
                    </a:custGeom>
                    <a:solidFill>
                      <a:srgbClr val="FFFFFF"/>
                    </a:solidFill>
                    <a:ln w="50800">
                      <a:solidFill>
                        <a:srgbClr val="000000"/>
                      </a:solidFill>
                      <a:prstDash val="solid"/>
                      <a:round/>
                      <a:headEnd/>
                      <a:tailEnd/>
                    </a:ln>
                  </p:spPr>
                  <p:txBody>
                    <a:bodyPr/>
                    <a:lstStyle/>
                    <a:p>
                      <a:endParaRPr lang="en-US"/>
                    </a:p>
                  </p:txBody>
                </p:sp>
              </p:grpSp>
            </p:grpSp>
            <p:grpSp>
              <p:nvGrpSpPr>
                <p:cNvPr id="34255" name="Group 463">
                  <a:extLst>
                    <a:ext uri="{FF2B5EF4-FFF2-40B4-BE49-F238E27FC236}">
                      <a16:creationId xmlns:a16="http://schemas.microsoft.com/office/drawing/2014/main" id="{D8E7B471-B640-4870-B5E7-20EDC9169DC7}"/>
                    </a:ext>
                  </a:extLst>
                </p:cNvPr>
                <p:cNvGrpSpPr>
                  <a:grpSpLocks/>
                </p:cNvGrpSpPr>
                <p:nvPr/>
              </p:nvGrpSpPr>
              <p:grpSpPr bwMode="auto">
                <a:xfrm>
                  <a:off x="395" y="575"/>
                  <a:ext cx="2091" cy="1469"/>
                  <a:chOff x="395" y="575"/>
                  <a:chExt cx="2091" cy="1469"/>
                </a:xfrm>
              </p:grpSpPr>
              <p:sp>
                <p:nvSpPr>
                  <p:cNvPr id="34106" name="Line 314">
                    <a:extLst>
                      <a:ext uri="{FF2B5EF4-FFF2-40B4-BE49-F238E27FC236}">
                        <a16:creationId xmlns:a16="http://schemas.microsoft.com/office/drawing/2014/main" id="{5F2EAB8A-A7A4-4BA2-B9FD-FA802AF39005}"/>
                      </a:ext>
                    </a:extLst>
                  </p:cNvPr>
                  <p:cNvSpPr>
                    <a:spLocks noChangeShapeType="1"/>
                  </p:cNvSpPr>
                  <p:nvPr/>
                </p:nvSpPr>
                <p:spPr bwMode="auto">
                  <a:xfrm flipH="1" flipV="1">
                    <a:off x="1637" y="575"/>
                    <a:ext cx="849" cy="1468"/>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07" name="Line 315">
                    <a:extLst>
                      <a:ext uri="{FF2B5EF4-FFF2-40B4-BE49-F238E27FC236}">
                        <a16:creationId xmlns:a16="http://schemas.microsoft.com/office/drawing/2014/main" id="{70B67F00-2D2A-481D-A40D-9F2C809A3291}"/>
                      </a:ext>
                    </a:extLst>
                  </p:cNvPr>
                  <p:cNvSpPr>
                    <a:spLocks noChangeShapeType="1"/>
                  </p:cNvSpPr>
                  <p:nvPr/>
                </p:nvSpPr>
                <p:spPr bwMode="auto">
                  <a:xfrm flipH="1" flipV="1">
                    <a:off x="1637" y="904"/>
                    <a:ext cx="578" cy="99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08" name="Line 316">
                    <a:extLst>
                      <a:ext uri="{FF2B5EF4-FFF2-40B4-BE49-F238E27FC236}">
                        <a16:creationId xmlns:a16="http://schemas.microsoft.com/office/drawing/2014/main" id="{73A321E2-A1F3-4C4E-A006-FA82E744819B}"/>
                      </a:ext>
                    </a:extLst>
                  </p:cNvPr>
                  <p:cNvSpPr>
                    <a:spLocks noChangeShapeType="1"/>
                  </p:cNvSpPr>
                  <p:nvPr/>
                </p:nvSpPr>
                <p:spPr bwMode="auto">
                  <a:xfrm flipV="1">
                    <a:off x="395" y="904"/>
                    <a:ext cx="1242" cy="99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09" name="Line 317">
                    <a:extLst>
                      <a:ext uri="{FF2B5EF4-FFF2-40B4-BE49-F238E27FC236}">
                        <a16:creationId xmlns:a16="http://schemas.microsoft.com/office/drawing/2014/main" id="{07EED5BB-73A3-4C67-B059-32BCF284BF64}"/>
                      </a:ext>
                    </a:extLst>
                  </p:cNvPr>
                  <p:cNvSpPr>
                    <a:spLocks noChangeShapeType="1"/>
                  </p:cNvSpPr>
                  <p:nvPr/>
                </p:nvSpPr>
                <p:spPr bwMode="auto">
                  <a:xfrm flipV="1">
                    <a:off x="789" y="1903"/>
                    <a:ext cx="80" cy="14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10" name="Line 318">
                    <a:extLst>
                      <a:ext uri="{FF2B5EF4-FFF2-40B4-BE49-F238E27FC236}">
                        <a16:creationId xmlns:a16="http://schemas.microsoft.com/office/drawing/2014/main" id="{3F9D602B-C2E6-4AEC-B645-7E24F4B28176}"/>
                      </a:ext>
                    </a:extLst>
                  </p:cNvPr>
                  <p:cNvSpPr>
                    <a:spLocks noChangeShapeType="1"/>
                  </p:cNvSpPr>
                  <p:nvPr/>
                </p:nvSpPr>
                <p:spPr bwMode="auto">
                  <a:xfrm flipV="1">
                    <a:off x="1282" y="575"/>
                    <a:ext cx="355" cy="615"/>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11" name="Freeform 319">
                    <a:extLst>
                      <a:ext uri="{FF2B5EF4-FFF2-40B4-BE49-F238E27FC236}">
                        <a16:creationId xmlns:a16="http://schemas.microsoft.com/office/drawing/2014/main" id="{D459DEED-FA20-4FA9-9672-E3844B86D1E2}"/>
                      </a:ext>
                    </a:extLst>
                  </p:cNvPr>
                  <p:cNvSpPr>
                    <a:spLocks noChangeArrowheads="1"/>
                  </p:cNvSpPr>
                  <p:nvPr/>
                </p:nvSpPr>
                <p:spPr bwMode="auto">
                  <a:xfrm>
                    <a:off x="1638" y="1903"/>
                    <a:ext cx="1" cy="141"/>
                  </a:xfrm>
                  <a:custGeom>
                    <a:avLst/>
                    <a:gdLst>
                      <a:gd name="T0" fmla="*/ 0 w 1"/>
                      <a:gd name="T1" fmla="*/ 141 h 141"/>
                      <a:gd name="T2" fmla="*/ 0 w 1"/>
                      <a:gd name="T3" fmla="*/ 0 h 141"/>
                    </a:gdLst>
                    <a:ahLst/>
                    <a:cxnLst>
                      <a:cxn ang="0">
                        <a:pos x="T0" y="T1"/>
                      </a:cxn>
                      <a:cxn ang="0">
                        <a:pos x="T2" y="T3"/>
                      </a:cxn>
                    </a:cxnLst>
                    <a:rect l="0" t="0" r="r" b="b"/>
                    <a:pathLst>
                      <a:path w="1" h="141">
                        <a:moveTo>
                          <a:pt x="0" y="141"/>
                        </a:moveTo>
                        <a:lnTo>
                          <a:pt x="0" y="0"/>
                        </a:lnTo>
                      </a:path>
                    </a:pathLst>
                  </a:custGeom>
                  <a:solidFill>
                    <a:srgbClr val="FFFFFF"/>
                  </a:solidFill>
                  <a:ln w="50800">
                    <a:solidFill>
                      <a:srgbClr val="000000"/>
                    </a:solidFill>
                    <a:prstDash val="solid"/>
                    <a:round/>
                    <a:headEnd/>
                    <a:tailEnd/>
                  </a:ln>
                </p:spPr>
                <p:txBody>
                  <a:bodyPr/>
                  <a:lstStyle/>
                  <a:p>
                    <a:endParaRPr lang="en-US"/>
                  </a:p>
                </p:txBody>
              </p:sp>
              <p:sp>
                <p:nvSpPr>
                  <p:cNvPr id="34112" name="Line 320">
                    <a:extLst>
                      <a:ext uri="{FF2B5EF4-FFF2-40B4-BE49-F238E27FC236}">
                        <a16:creationId xmlns:a16="http://schemas.microsoft.com/office/drawing/2014/main" id="{BFE2EDBB-9520-4E83-B0DA-AF9C95D05906}"/>
                      </a:ext>
                    </a:extLst>
                  </p:cNvPr>
                  <p:cNvSpPr>
                    <a:spLocks noChangeShapeType="1"/>
                  </p:cNvSpPr>
                  <p:nvPr/>
                </p:nvSpPr>
                <p:spPr bwMode="auto">
                  <a:xfrm>
                    <a:off x="395" y="1903"/>
                    <a:ext cx="1820"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13" name="Line 321">
                    <a:extLst>
                      <a:ext uri="{FF2B5EF4-FFF2-40B4-BE49-F238E27FC236}">
                        <a16:creationId xmlns:a16="http://schemas.microsoft.com/office/drawing/2014/main" id="{FFC4A872-B2D7-43F6-A1A0-297945161624}"/>
                      </a:ext>
                    </a:extLst>
                  </p:cNvPr>
                  <p:cNvSpPr>
                    <a:spLocks noChangeShapeType="1"/>
                  </p:cNvSpPr>
                  <p:nvPr/>
                </p:nvSpPr>
                <p:spPr bwMode="auto">
                  <a:xfrm>
                    <a:off x="789" y="2043"/>
                    <a:ext cx="1697" cy="1"/>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4114" name="Line 322">
                <a:extLst>
                  <a:ext uri="{FF2B5EF4-FFF2-40B4-BE49-F238E27FC236}">
                    <a16:creationId xmlns:a16="http://schemas.microsoft.com/office/drawing/2014/main" id="{581E80CD-742C-42BF-B1E1-0F4B9D68C39A}"/>
                  </a:ext>
                </a:extLst>
              </p:cNvPr>
              <p:cNvSpPr>
                <a:spLocks noChangeShapeType="1"/>
              </p:cNvSpPr>
              <p:nvPr/>
            </p:nvSpPr>
            <p:spPr bwMode="auto">
              <a:xfrm flipV="1">
                <a:off x="1637" y="575"/>
                <a:ext cx="1" cy="329"/>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4115" name="Freeform 323">
            <a:extLst>
              <a:ext uri="{FF2B5EF4-FFF2-40B4-BE49-F238E27FC236}">
                <a16:creationId xmlns:a16="http://schemas.microsoft.com/office/drawing/2014/main" id="{6A9D2381-AA2A-4BD4-8DD4-C8B403ED622E}"/>
              </a:ext>
            </a:extLst>
          </p:cNvPr>
          <p:cNvSpPr>
            <a:spLocks noChangeArrowheads="1"/>
          </p:cNvSpPr>
          <p:nvPr/>
        </p:nvSpPr>
        <p:spPr bwMode="auto">
          <a:xfrm>
            <a:off x="1392238" y="3033713"/>
            <a:ext cx="1587" cy="1125537"/>
          </a:xfrm>
          <a:custGeom>
            <a:avLst/>
            <a:gdLst>
              <a:gd name="T0" fmla="*/ 0 w 1"/>
              <a:gd name="T1" fmla="*/ 0 h 709"/>
              <a:gd name="T2" fmla="*/ 0 w 1"/>
              <a:gd name="T3" fmla="*/ 709 h 709"/>
            </a:gdLst>
            <a:ahLst/>
            <a:cxnLst>
              <a:cxn ang="0">
                <a:pos x="T0" y="T1"/>
              </a:cxn>
              <a:cxn ang="0">
                <a:pos x="T2" y="T3"/>
              </a:cxn>
            </a:cxnLst>
            <a:rect l="0" t="0" r="r" b="b"/>
            <a:pathLst>
              <a:path w="1" h="709">
                <a:moveTo>
                  <a:pt x="0" y="0"/>
                </a:moveTo>
                <a:lnTo>
                  <a:pt x="0" y="709"/>
                </a:lnTo>
              </a:path>
            </a:pathLst>
          </a:custGeom>
          <a:solidFill>
            <a:srgbClr val="FFFFFF"/>
          </a:solidFill>
          <a:ln w="12700" cmpd="sng">
            <a:solidFill>
              <a:schemeClr val="accent2"/>
            </a:solidFill>
            <a:prstDash val="solid"/>
            <a:round/>
            <a:headEnd/>
            <a:tailEnd/>
          </a:ln>
        </p:spPr>
        <p:txBody>
          <a:bodyPr/>
          <a:lstStyle/>
          <a:p>
            <a:endParaRPr lang="en-US"/>
          </a:p>
        </p:txBody>
      </p:sp>
      <p:sp>
        <p:nvSpPr>
          <p:cNvPr id="34116" name="Line 324">
            <a:extLst>
              <a:ext uri="{FF2B5EF4-FFF2-40B4-BE49-F238E27FC236}">
                <a16:creationId xmlns:a16="http://schemas.microsoft.com/office/drawing/2014/main" id="{2B81CE28-40D0-46AC-8A48-593E504561EB}"/>
              </a:ext>
            </a:extLst>
          </p:cNvPr>
          <p:cNvSpPr>
            <a:spLocks noChangeShapeType="1"/>
          </p:cNvSpPr>
          <p:nvPr/>
        </p:nvSpPr>
        <p:spPr bwMode="auto">
          <a:xfrm>
            <a:off x="5984875" y="1435100"/>
            <a:ext cx="1588" cy="3763963"/>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17" name="Line 325">
            <a:extLst>
              <a:ext uri="{FF2B5EF4-FFF2-40B4-BE49-F238E27FC236}">
                <a16:creationId xmlns:a16="http://schemas.microsoft.com/office/drawing/2014/main" id="{1134B30A-0DD7-42D1-B90A-A537A74B02CE}"/>
              </a:ext>
            </a:extLst>
          </p:cNvPr>
          <p:cNvSpPr>
            <a:spLocks noChangeShapeType="1"/>
          </p:cNvSpPr>
          <p:nvPr/>
        </p:nvSpPr>
        <p:spPr bwMode="auto">
          <a:xfrm>
            <a:off x="5461000" y="1435100"/>
            <a:ext cx="1588" cy="3241675"/>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18" name="Line 326">
            <a:extLst>
              <a:ext uri="{FF2B5EF4-FFF2-40B4-BE49-F238E27FC236}">
                <a16:creationId xmlns:a16="http://schemas.microsoft.com/office/drawing/2014/main" id="{CDCFC599-34CF-4FEB-AE35-769337187A22}"/>
              </a:ext>
            </a:extLst>
          </p:cNvPr>
          <p:cNvSpPr>
            <a:spLocks noChangeShapeType="1"/>
          </p:cNvSpPr>
          <p:nvPr/>
        </p:nvSpPr>
        <p:spPr bwMode="auto">
          <a:xfrm>
            <a:off x="2035175" y="1889125"/>
            <a:ext cx="3273425" cy="1588"/>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19" name="Line 327">
            <a:extLst>
              <a:ext uri="{FF2B5EF4-FFF2-40B4-BE49-F238E27FC236}">
                <a16:creationId xmlns:a16="http://schemas.microsoft.com/office/drawing/2014/main" id="{6C2DDC5E-2AF3-41CD-99C9-D365352212FB}"/>
              </a:ext>
            </a:extLst>
          </p:cNvPr>
          <p:cNvSpPr>
            <a:spLocks noChangeShapeType="1"/>
          </p:cNvSpPr>
          <p:nvPr/>
        </p:nvSpPr>
        <p:spPr bwMode="auto">
          <a:xfrm>
            <a:off x="2598738" y="4676775"/>
            <a:ext cx="2862262" cy="1588"/>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20" name="Line 328">
            <a:extLst>
              <a:ext uri="{FF2B5EF4-FFF2-40B4-BE49-F238E27FC236}">
                <a16:creationId xmlns:a16="http://schemas.microsoft.com/office/drawing/2014/main" id="{6EBFD62C-AE27-4494-AF85-BC15C02C1FDB}"/>
              </a:ext>
            </a:extLst>
          </p:cNvPr>
          <p:cNvSpPr>
            <a:spLocks noChangeShapeType="1"/>
          </p:cNvSpPr>
          <p:nvPr/>
        </p:nvSpPr>
        <p:spPr bwMode="auto">
          <a:xfrm>
            <a:off x="2598738" y="5199063"/>
            <a:ext cx="3386137" cy="1587"/>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21" name="Line 329">
            <a:extLst>
              <a:ext uri="{FF2B5EF4-FFF2-40B4-BE49-F238E27FC236}">
                <a16:creationId xmlns:a16="http://schemas.microsoft.com/office/drawing/2014/main" id="{E05A8725-5C69-4EA2-8AD3-6CE6A7B2EE79}"/>
              </a:ext>
            </a:extLst>
          </p:cNvPr>
          <p:cNvSpPr>
            <a:spLocks noChangeShapeType="1"/>
          </p:cNvSpPr>
          <p:nvPr/>
        </p:nvSpPr>
        <p:spPr bwMode="auto">
          <a:xfrm>
            <a:off x="4430713" y="3648075"/>
            <a:ext cx="2595562" cy="259080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4122" name="Group 330">
            <a:extLst>
              <a:ext uri="{FF2B5EF4-FFF2-40B4-BE49-F238E27FC236}">
                <a16:creationId xmlns:a16="http://schemas.microsoft.com/office/drawing/2014/main" id="{4AAF4562-FB4C-41BE-A5CA-48EA272094BD}"/>
              </a:ext>
            </a:extLst>
          </p:cNvPr>
          <p:cNvGrpSpPr>
            <a:grpSpLocks/>
          </p:cNvGrpSpPr>
          <p:nvPr/>
        </p:nvGrpSpPr>
        <p:grpSpPr bwMode="auto">
          <a:xfrm>
            <a:off x="2600325" y="3021013"/>
            <a:ext cx="1222375" cy="3222625"/>
            <a:chOff x="1638" y="1903"/>
            <a:chExt cx="770" cy="2030"/>
          </a:xfrm>
        </p:grpSpPr>
        <p:sp>
          <p:nvSpPr>
            <p:cNvPr id="34123" name="Freeform 331">
              <a:extLst>
                <a:ext uri="{FF2B5EF4-FFF2-40B4-BE49-F238E27FC236}">
                  <a16:creationId xmlns:a16="http://schemas.microsoft.com/office/drawing/2014/main" id="{88F24CD2-A3E6-44E9-A30E-19202D237CF3}"/>
                </a:ext>
              </a:extLst>
            </p:cNvPr>
            <p:cNvSpPr>
              <a:spLocks noChangeArrowheads="1"/>
            </p:cNvSpPr>
            <p:nvPr/>
          </p:nvSpPr>
          <p:spPr bwMode="auto">
            <a:xfrm>
              <a:off x="2407" y="1904"/>
              <a:ext cx="1" cy="709"/>
            </a:xfrm>
            <a:custGeom>
              <a:avLst/>
              <a:gdLst>
                <a:gd name="T0" fmla="*/ 0 w 1"/>
                <a:gd name="T1" fmla="*/ 0 h 709"/>
                <a:gd name="T2" fmla="*/ 0 w 1"/>
                <a:gd name="T3" fmla="*/ 709 h 709"/>
              </a:gdLst>
              <a:ahLst/>
              <a:cxnLst>
                <a:cxn ang="0">
                  <a:pos x="T0" y="T1"/>
                </a:cxn>
                <a:cxn ang="0">
                  <a:pos x="T2" y="T3"/>
                </a:cxn>
              </a:cxnLst>
              <a:rect l="0" t="0" r="r" b="b"/>
              <a:pathLst>
                <a:path w="1" h="709">
                  <a:moveTo>
                    <a:pt x="0" y="0"/>
                  </a:moveTo>
                  <a:lnTo>
                    <a:pt x="0" y="709"/>
                  </a:lnTo>
                </a:path>
              </a:pathLst>
            </a:custGeom>
            <a:solidFill>
              <a:srgbClr val="FFFFFF"/>
            </a:solidFill>
            <a:ln w="12700" cmpd="sng">
              <a:solidFill>
                <a:schemeClr val="accent2"/>
              </a:solidFill>
              <a:prstDash val="solid"/>
              <a:round/>
              <a:headEnd/>
              <a:tailEnd/>
            </a:ln>
          </p:spPr>
          <p:txBody>
            <a:bodyPr/>
            <a:lstStyle/>
            <a:p>
              <a:endParaRPr lang="en-US"/>
            </a:p>
          </p:txBody>
        </p:sp>
        <p:sp>
          <p:nvSpPr>
            <p:cNvPr id="34124" name="Line 332">
              <a:extLst>
                <a:ext uri="{FF2B5EF4-FFF2-40B4-BE49-F238E27FC236}">
                  <a16:creationId xmlns:a16="http://schemas.microsoft.com/office/drawing/2014/main" id="{48CF5B28-28C0-4782-BE41-214A9BFF8CA8}"/>
                </a:ext>
              </a:extLst>
            </p:cNvPr>
            <p:cNvSpPr>
              <a:spLocks noChangeShapeType="1"/>
            </p:cNvSpPr>
            <p:nvPr/>
          </p:nvSpPr>
          <p:spPr bwMode="auto">
            <a:xfrm flipH="1">
              <a:off x="2215" y="2613"/>
              <a:ext cx="191" cy="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25" name="Freeform 333">
              <a:extLst>
                <a:ext uri="{FF2B5EF4-FFF2-40B4-BE49-F238E27FC236}">
                  <a16:creationId xmlns:a16="http://schemas.microsoft.com/office/drawing/2014/main" id="{0C7624A9-1CEE-45FB-9AC1-51E118623BEE}"/>
                </a:ext>
              </a:extLst>
            </p:cNvPr>
            <p:cNvSpPr>
              <a:spLocks noChangeArrowheads="1"/>
            </p:cNvSpPr>
            <p:nvPr/>
          </p:nvSpPr>
          <p:spPr bwMode="auto">
            <a:xfrm>
              <a:off x="1638" y="2613"/>
              <a:ext cx="769" cy="1320"/>
            </a:xfrm>
            <a:custGeom>
              <a:avLst/>
              <a:gdLst>
                <a:gd name="T0" fmla="*/ 769 w 769"/>
                <a:gd name="T1" fmla="*/ 0 h 1320"/>
                <a:gd name="T2" fmla="*/ 0 w 769"/>
                <a:gd name="T3" fmla="*/ 1320 h 1320"/>
              </a:gdLst>
              <a:ahLst/>
              <a:cxnLst>
                <a:cxn ang="0">
                  <a:pos x="T0" y="T1"/>
                </a:cxn>
                <a:cxn ang="0">
                  <a:pos x="T2" y="T3"/>
                </a:cxn>
              </a:cxnLst>
              <a:rect l="0" t="0" r="r" b="b"/>
              <a:pathLst>
                <a:path w="769" h="1320">
                  <a:moveTo>
                    <a:pt x="769" y="0"/>
                  </a:moveTo>
                  <a:lnTo>
                    <a:pt x="0" y="1320"/>
                  </a:lnTo>
                </a:path>
              </a:pathLst>
            </a:custGeom>
            <a:solidFill>
              <a:srgbClr val="FFFFFF"/>
            </a:solidFill>
            <a:ln w="12700" cmpd="sng">
              <a:solidFill>
                <a:schemeClr val="accent2"/>
              </a:solidFill>
              <a:prstDash val="solid"/>
              <a:round/>
              <a:headEnd/>
              <a:tailEnd/>
            </a:ln>
          </p:spPr>
          <p:txBody>
            <a:bodyPr/>
            <a:lstStyle/>
            <a:p>
              <a:endParaRPr lang="en-US"/>
            </a:p>
          </p:txBody>
        </p:sp>
        <p:sp>
          <p:nvSpPr>
            <p:cNvPr id="34126" name="Line 334">
              <a:extLst>
                <a:ext uri="{FF2B5EF4-FFF2-40B4-BE49-F238E27FC236}">
                  <a16:creationId xmlns:a16="http://schemas.microsoft.com/office/drawing/2014/main" id="{F167A293-7419-450C-9887-49E95CE136D9}"/>
                </a:ext>
              </a:extLst>
            </p:cNvPr>
            <p:cNvSpPr>
              <a:spLocks noChangeShapeType="1"/>
            </p:cNvSpPr>
            <p:nvPr/>
          </p:nvSpPr>
          <p:spPr bwMode="auto">
            <a:xfrm>
              <a:off x="2215" y="1903"/>
              <a:ext cx="191" cy="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127" name="Line 335">
            <a:extLst>
              <a:ext uri="{FF2B5EF4-FFF2-40B4-BE49-F238E27FC236}">
                <a16:creationId xmlns:a16="http://schemas.microsoft.com/office/drawing/2014/main" id="{3CA51F26-DC8D-4148-A814-9AF033166CB7}"/>
              </a:ext>
            </a:extLst>
          </p:cNvPr>
          <p:cNvSpPr>
            <a:spLocks noChangeShapeType="1"/>
          </p:cNvSpPr>
          <p:nvPr/>
        </p:nvSpPr>
        <p:spPr bwMode="auto">
          <a:xfrm>
            <a:off x="2035175" y="1889125"/>
            <a:ext cx="1588" cy="2630488"/>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128" name="Group 336">
            <a:extLst>
              <a:ext uri="{FF2B5EF4-FFF2-40B4-BE49-F238E27FC236}">
                <a16:creationId xmlns:a16="http://schemas.microsoft.com/office/drawing/2014/main" id="{A941B76B-891F-4467-B857-1686B90FA62D}"/>
              </a:ext>
            </a:extLst>
          </p:cNvPr>
          <p:cNvGrpSpPr>
            <a:grpSpLocks/>
          </p:cNvGrpSpPr>
          <p:nvPr/>
        </p:nvGrpSpPr>
        <p:grpSpPr bwMode="auto">
          <a:xfrm>
            <a:off x="4930775" y="1435100"/>
            <a:ext cx="1054100" cy="1585913"/>
            <a:chOff x="3106" y="904"/>
            <a:chExt cx="664" cy="999"/>
          </a:xfrm>
        </p:grpSpPr>
        <p:sp>
          <p:nvSpPr>
            <p:cNvPr id="34129" name="Line 337">
              <a:extLst>
                <a:ext uri="{FF2B5EF4-FFF2-40B4-BE49-F238E27FC236}">
                  <a16:creationId xmlns:a16="http://schemas.microsoft.com/office/drawing/2014/main" id="{574AC3E1-7C3A-40E3-A49C-AD00948EC944}"/>
                </a:ext>
              </a:extLst>
            </p:cNvPr>
            <p:cNvSpPr>
              <a:spLocks noChangeShapeType="1"/>
            </p:cNvSpPr>
            <p:nvPr/>
          </p:nvSpPr>
          <p:spPr bwMode="auto">
            <a:xfrm flipV="1">
              <a:off x="3106" y="1190"/>
              <a:ext cx="238" cy="713"/>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130" name="Line 338">
              <a:extLst>
                <a:ext uri="{FF2B5EF4-FFF2-40B4-BE49-F238E27FC236}">
                  <a16:creationId xmlns:a16="http://schemas.microsoft.com/office/drawing/2014/main" id="{27D6900B-4409-4D0F-BA7B-D0B327047036}"/>
                </a:ext>
              </a:extLst>
            </p:cNvPr>
            <p:cNvSpPr>
              <a:spLocks noChangeShapeType="1"/>
            </p:cNvSpPr>
            <p:nvPr/>
          </p:nvSpPr>
          <p:spPr bwMode="auto">
            <a:xfrm flipV="1">
              <a:off x="3344" y="904"/>
              <a:ext cx="96" cy="286"/>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31" name="Line 339">
              <a:extLst>
                <a:ext uri="{FF2B5EF4-FFF2-40B4-BE49-F238E27FC236}">
                  <a16:creationId xmlns:a16="http://schemas.microsoft.com/office/drawing/2014/main" id="{5F722F87-B1D1-434A-BA8E-2A2034315C71}"/>
                </a:ext>
              </a:extLst>
            </p:cNvPr>
            <p:cNvSpPr>
              <a:spLocks noChangeShapeType="1"/>
            </p:cNvSpPr>
            <p:nvPr/>
          </p:nvSpPr>
          <p:spPr bwMode="auto">
            <a:xfrm flipV="1">
              <a:off x="3344" y="904"/>
              <a:ext cx="426" cy="286"/>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132" name="Line 340">
              <a:extLst>
                <a:ext uri="{FF2B5EF4-FFF2-40B4-BE49-F238E27FC236}">
                  <a16:creationId xmlns:a16="http://schemas.microsoft.com/office/drawing/2014/main" id="{5FAEF280-09F7-473C-8DB8-6E718DDB8207}"/>
                </a:ext>
              </a:extLst>
            </p:cNvPr>
            <p:cNvSpPr>
              <a:spLocks noChangeShapeType="1"/>
            </p:cNvSpPr>
            <p:nvPr/>
          </p:nvSpPr>
          <p:spPr bwMode="auto">
            <a:xfrm flipH="1">
              <a:off x="3436" y="904"/>
              <a:ext cx="334" cy="999"/>
            </a:xfrm>
            <a:prstGeom prst="line">
              <a:avLst/>
            </a:prstGeom>
            <a:noFill/>
            <a:ln w="28575">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133" name="Group 341">
            <a:extLst>
              <a:ext uri="{FF2B5EF4-FFF2-40B4-BE49-F238E27FC236}">
                <a16:creationId xmlns:a16="http://schemas.microsoft.com/office/drawing/2014/main" id="{228FF038-EDAD-45EA-AD63-742EE6398D61}"/>
              </a:ext>
            </a:extLst>
          </p:cNvPr>
          <p:cNvGrpSpPr>
            <a:grpSpLocks/>
          </p:cNvGrpSpPr>
          <p:nvPr/>
        </p:nvGrpSpPr>
        <p:grpSpPr bwMode="auto">
          <a:xfrm>
            <a:off x="1252538" y="4075113"/>
            <a:ext cx="2265362" cy="755650"/>
            <a:chOff x="789" y="2567"/>
            <a:chExt cx="1427" cy="476"/>
          </a:xfrm>
        </p:grpSpPr>
        <p:sp>
          <p:nvSpPr>
            <p:cNvPr id="34134" name="Line 342">
              <a:extLst>
                <a:ext uri="{FF2B5EF4-FFF2-40B4-BE49-F238E27FC236}">
                  <a16:creationId xmlns:a16="http://schemas.microsoft.com/office/drawing/2014/main" id="{E3F60461-08E3-4DC4-BC1E-302A9C266C77}"/>
                </a:ext>
              </a:extLst>
            </p:cNvPr>
            <p:cNvSpPr>
              <a:spLocks noChangeShapeType="1"/>
            </p:cNvSpPr>
            <p:nvPr/>
          </p:nvSpPr>
          <p:spPr bwMode="auto">
            <a:xfrm>
              <a:off x="789" y="2567"/>
              <a:ext cx="80" cy="46"/>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135" name="Freeform 343">
              <a:extLst>
                <a:ext uri="{FF2B5EF4-FFF2-40B4-BE49-F238E27FC236}">
                  <a16:creationId xmlns:a16="http://schemas.microsoft.com/office/drawing/2014/main" id="{248F367B-4507-47AD-9CE1-47D894C0765E}"/>
                </a:ext>
              </a:extLst>
            </p:cNvPr>
            <p:cNvSpPr>
              <a:spLocks noChangeArrowheads="1"/>
            </p:cNvSpPr>
            <p:nvPr/>
          </p:nvSpPr>
          <p:spPr bwMode="auto">
            <a:xfrm>
              <a:off x="2215" y="2567"/>
              <a:ext cx="1" cy="48"/>
            </a:xfrm>
            <a:custGeom>
              <a:avLst/>
              <a:gdLst>
                <a:gd name="T0" fmla="*/ 0 w 1"/>
                <a:gd name="T1" fmla="*/ 0 h 48"/>
                <a:gd name="T2" fmla="*/ 0 w 1"/>
                <a:gd name="T3" fmla="*/ 48 h 48"/>
              </a:gdLst>
              <a:ahLst/>
              <a:cxnLst>
                <a:cxn ang="0">
                  <a:pos x="T0" y="T1"/>
                </a:cxn>
                <a:cxn ang="0">
                  <a:pos x="T2" y="T3"/>
                </a:cxn>
              </a:cxnLst>
              <a:rect l="0" t="0" r="r" b="b"/>
              <a:pathLst>
                <a:path w="1" h="48">
                  <a:moveTo>
                    <a:pt x="0" y="0"/>
                  </a:moveTo>
                  <a:lnTo>
                    <a:pt x="0" y="48"/>
                  </a:lnTo>
                </a:path>
              </a:pathLst>
            </a:custGeom>
            <a:solidFill>
              <a:srgbClr val="FFFFFF"/>
            </a:solidFill>
            <a:ln w="50800" cap="flat" cmpd="sng">
              <a:solidFill>
                <a:srgbClr val="990099"/>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36" name="Freeform 344">
              <a:extLst>
                <a:ext uri="{FF2B5EF4-FFF2-40B4-BE49-F238E27FC236}">
                  <a16:creationId xmlns:a16="http://schemas.microsoft.com/office/drawing/2014/main" id="{D6FB4807-C7D5-4A3E-9ED5-A4C1C83F868E}"/>
                </a:ext>
              </a:extLst>
            </p:cNvPr>
            <p:cNvSpPr>
              <a:spLocks noChangeArrowheads="1"/>
            </p:cNvSpPr>
            <p:nvPr/>
          </p:nvSpPr>
          <p:spPr bwMode="auto">
            <a:xfrm>
              <a:off x="2214" y="2946"/>
              <a:ext cx="1" cy="97"/>
            </a:xfrm>
            <a:custGeom>
              <a:avLst/>
              <a:gdLst>
                <a:gd name="T0" fmla="*/ 0 w 1"/>
                <a:gd name="T1" fmla="*/ 0 h 97"/>
                <a:gd name="T2" fmla="*/ 0 w 1"/>
                <a:gd name="T3" fmla="*/ 97 h 97"/>
              </a:gdLst>
              <a:ahLst/>
              <a:cxnLst>
                <a:cxn ang="0">
                  <a:pos x="T0" y="T1"/>
                </a:cxn>
                <a:cxn ang="0">
                  <a:pos x="T2" y="T3"/>
                </a:cxn>
              </a:cxnLst>
              <a:rect l="0" t="0" r="r" b="b"/>
              <a:pathLst>
                <a:path w="1" h="97">
                  <a:moveTo>
                    <a:pt x="0" y="0"/>
                  </a:moveTo>
                  <a:lnTo>
                    <a:pt x="0" y="97"/>
                  </a:lnTo>
                </a:path>
              </a:pathLst>
            </a:custGeom>
            <a:solidFill>
              <a:srgbClr val="FFFFFF"/>
            </a:solidFill>
            <a:ln w="50800">
              <a:solidFill>
                <a:srgbClr val="990099"/>
              </a:solidFill>
              <a:prstDash val="solid"/>
              <a:round/>
              <a:headEnd/>
              <a:tailEnd/>
            </a:ln>
          </p:spPr>
          <p:txBody>
            <a:bodyPr/>
            <a:lstStyle/>
            <a:p>
              <a:endParaRPr lang="en-US"/>
            </a:p>
          </p:txBody>
        </p:sp>
      </p:grpSp>
      <p:grpSp>
        <p:nvGrpSpPr>
          <p:cNvPr id="34137" name="Group 345">
            <a:extLst>
              <a:ext uri="{FF2B5EF4-FFF2-40B4-BE49-F238E27FC236}">
                <a16:creationId xmlns:a16="http://schemas.microsoft.com/office/drawing/2014/main" id="{E6055C65-FEFB-4FC0-8425-693E6F5CE17A}"/>
              </a:ext>
            </a:extLst>
          </p:cNvPr>
          <p:cNvGrpSpPr>
            <a:grpSpLocks/>
          </p:cNvGrpSpPr>
          <p:nvPr/>
        </p:nvGrpSpPr>
        <p:grpSpPr bwMode="auto">
          <a:xfrm>
            <a:off x="1770063" y="4435475"/>
            <a:ext cx="328612" cy="457200"/>
            <a:chOff x="1115" y="2794"/>
            <a:chExt cx="207" cy="288"/>
          </a:xfrm>
        </p:grpSpPr>
        <p:sp>
          <p:nvSpPr>
            <p:cNvPr id="34138" name="Oval 346">
              <a:extLst>
                <a:ext uri="{FF2B5EF4-FFF2-40B4-BE49-F238E27FC236}">
                  <a16:creationId xmlns:a16="http://schemas.microsoft.com/office/drawing/2014/main" id="{61787B30-1F77-459B-A4C6-3B9A5A4422FA}"/>
                </a:ext>
              </a:extLst>
            </p:cNvPr>
            <p:cNvSpPr>
              <a:spLocks noChangeArrowheads="1"/>
            </p:cNvSpPr>
            <p:nvPr/>
          </p:nvSpPr>
          <p:spPr bwMode="auto">
            <a:xfrm>
              <a:off x="1258" y="2831"/>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39" name="Text Box 347">
              <a:extLst>
                <a:ext uri="{FF2B5EF4-FFF2-40B4-BE49-F238E27FC236}">
                  <a16:creationId xmlns:a16="http://schemas.microsoft.com/office/drawing/2014/main" id="{43AA873F-05A2-4B1F-B11B-8ACCC79A94CC}"/>
                </a:ext>
              </a:extLst>
            </p:cNvPr>
            <p:cNvSpPr txBox="1">
              <a:spLocks noChangeArrowheads="1"/>
            </p:cNvSpPr>
            <p:nvPr/>
          </p:nvSpPr>
          <p:spPr bwMode="auto">
            <a:xfrm>
              <a:off x="1115" y="2794"/>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p>
          </p:txBody>
        </p:sp>
      </p:grpSp>
      <p:grpSp>
        <p:nvGrpSpPr>
          <p:cNvPr id="34140" name="Group 348">
            <a:extLst>
              <a:ext uri="{FF2B5EF4-FFF2-40B4-BE49-F238E27FC236}">
                <a16:creationId xmlns:a16="http://schemas.microsoft.com/office/drawing/2014/main" id="{1FC2EB28-2826-4D99-A96F-84CB0FC19D59}"/>
              </a:ext>
            </a:extLst>
          </p:cNvPr>
          <p:cNvGrpSpPr>
            <a:grpSpLocks/>
          </p:cNvGrpSpPr>
          <p:nvPr/>
        </p:nvGrpSpPr>
        <p:grpSpPr bwMode="auto">
          <a:xfrm>
            <a:off x="2266950" y="5067300"/>
            <a:ext cx="368300" cy="457200"/>
            <a:chOff x="1428" y="3192"/>
            <a:chExt cx="232" cy="288"/>
          </a:xfrm>
        </p:grpSpPr>
        <p:sp>
          <p:nvSpPr>
            <p:cNvPr id="34141" name="Oval 349">
              <a:extLst>
                <a:ext uri="{FF2B5EF4-FFF2-40B4-BE49-F238E27FC236}">
                  <a16:creationId xmlns:a16="http://schemas.microsoft.com/office/drawing/2014/main" id="{50DAEC2F-0804-4655-B089-102B4D83C73B}"/>
                </a:ext>
              </a:extLst>
            </p:cNvPr>
            <p:cNvSpPr>
              <a:spLocks noChangeArrowheads="1"/>
            </p:cNvSpPr>
            <p:nvPr/>
          </p:nvSpPr>
          <p:spPr bwMode="auto">
            <a:xfrm>
              <a:off x="1612" y="3251"/>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42" name="Text Box 350">
              <a:extLst>
                <a:ext uri="{FF2B5EF4-FFF2-40B4-BE49-F238E27FC236}">
                  <a16:creationId xmlns:a16="http://schemas.microsoft.com/office/drawing/2014/main" id="{3F6B4A19-1022-4E44-AEF4-1530819881CB}"/>
                </a:ext>
              </a:extLst>
            </p:cNvPr>
            <p:cNvSpPr txBox="1">
              <a:spLocks noChangeArrowheads="1"/>
            </p:cNvSpPr>
            <p:nvPr/>
          </p:nvSpPr>
          <p:spPr bwMode="auto">
            <a:xfrm>
              <a:off x="1428" y="3192"/>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p>
          </p:txBody>
        </p:sp>
      </p:grpSp>
      <p:grpSp>
        <p:nvGrpSpPr>
          <p:cNvPr id="34143" name="Group 351">
            <a:extLst>
              <a:ext uri="{FF2B5EF4-FFF2-40B4-BE49-F238E27FC236}">
                <a16:creationId xmlns:a16="http://schemas.microsoft.com/office/drawing/2014/main" id="{B6D40459-8867-4FA6-B21B-B29A4E2871E9}"/>
              </a:ext>
            </a:extLst>
          </p:cNvPr>
          <p:cNvGrpSpPr>
            <a:grpSpLocks/>
          </p:cNvGrpSpPr>
          <p:nvPr/>
        </p:nvGrpSpPr>
        <p:grpSpPr bwMode="auto">
          <a:xfrm>
            <a:off x="3324225" y="4248150"/>
            <a:ext cx="322263" cy="468313"/>
            <a:chOff x="2094" y="2676"/>
            <a:chExt cx="203" cy="295"/>
          </a:xfrm>
        </p:grpSpPr>
        <p:sp>
          <p:nvSpPr>
            <p:cNvPr id="34144" name="Oval 352">
              <a:extLst>
                <a:ext uri="{FF2B5EF4-FFF2-40B4-BE49-F238E27FC236}">
                  <a16:creationId xmlns:a16="http://schemas.microsoft.com/office/drawing/2014/main" id="{330BF694-C7E0-4259-8B90-88DFE8BC3CD5}"/>
                </a:ext>
              </a:extLst>
            </p:cNvPr>
            <p:cNvSpPr>
              <a:spLocks noChangeArrowheads="1"/>
            </p:cNvSpPr>
            <p:nvPr/>
          </p:nvSpPr>
          <p:spPr bwMode="auto">
            <a:xfrm>
              <a:off x="2188" y="2923"/>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45" name="Text Box 353">
              <a:extLst>
                <a:ext uri="{FF2B5EF4-FFF2-40B4-BE49-F238E27FC236}">
                  <a16:creationId xmlns:a16="http://schemas.microsoft.com/office/drawing/2014/main" id="{C7C2313A-8F1E-4B8F-BC39-547BB1D42AA0}"/>
                </a:ext>
              </a:extLst>
            </p:cNvPr>
            <p:cNvSpPr txBox="1">
              <a:spLocks noChangeArrowheads="1"/>
            </p:cNvSpPr>
            <p:nvPr/>
          </p:nvSpPr>
          <p:spPr bwMode="auto">
            <a:xfrm>
              <a:off x="2094" y="2676"/>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p>
          </p:txBody>
        </p:sp>
      </p:grpSp>
      <p:grpSp>
        <p:nvGrpSpPr>
          <p:cNvPr id="34146" name="Group 354">
            <a:extLst>
              <a:ext uri="{FF2B5EF4-FFF2-40B4-BE49-F238E27FC236}">
                <a16:creationId xmlns:a16="http://schemas.microsoft.com/office/drawing/2014/main" id="{4DDC7AE2-9A19-4A18-82B9-48FC3A7A59DA}"/>
              </a:ext>
            </a:extLst>
          </p:cNvPr>
          <p:cNvGrpSpPr>
            <a:grpSpLocks/>
          </p:cNvGrpSpPr>
          <p:nvPr/>
        </p:nvGrpSpPr>
        <p:grpSpPr bwMode="auto">
          <a:xfrm>
            <a:off x="2559050" y="5943600"/>
            <a:ext cx="512763" cy="457200"/>
            <a:chOff x="1612" y="3744"/>
            <a:chExt cx="323" cy="288"/>
          </a:xfrm>
        </p:grpSpPr>
        <p:sp>
          <p:nvSpPr>
            <p:cNvPr id="34147" name="Oval 355">
              <a:extLst>
                <a:ext uri="{FF2B5EF4-FFF2-40B4-BE49-F238E27FC236}">
                  <a16:creationId xmlns:a16="http://schemas.microsoft.com/office/drawing/2014/main" id="{0EA75F64-1D20-4172-B156-6732A505D560}"/>
                </a:ext>
              </a:extLst>
            </p:cNvPr>
            <p:cNvSpPr>
              <a:spLocks noChangeArrowheads="1"/>
            </p:cNvSpPr>
            <p:nvPr/>
          </p:nvSpPr>
          <p:spPr bwMode="auto">
            <a:xfrm>
              <a:off x="1612" y="3901"/>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48" name="Text Box 356">
              <a:extLst>
                <a:ext uri="{FF2B5EF4-FFF2-40B4-BE49-F238E27FC236}">
                  <a16:creationId xmlns:a16="http://schemas.microsoft.com/office/drawing/2014/main" id="{C0506BD1-98CF-4CCA-A663-8EE8DAFA4D37}"/>
                </a:ext>
              </a:extLst>
            </p:cNvPr>
            <p:cNvSpPr txBox="1">
              <a:spLocks noChangeArrowheads="1"/>
            </p:cNvSpPr>
            <p:nvPr/>
          </p:nvSpPr>
          <p:spPr bwMode="auto">
            <a:xfrm>
              <a:off x="1728" y="3744"/>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p>
          </p:txBody>
        </p:sp>
      </p:grpSp>
      <p:grpSp>
        <p:nvGrpSpPr>
          <p:cNvPr id="34149" name="Group 357">
            <a:extLst>
              <a:ext uri="{FF2B5EF4-FFF2-40B4-BE49-F238E27FC236}">
                <a16:creationId xmlns:a16="http://schemas.microsoft.com/office/drawing/2014/main" id="{31AC8EA1-67E0-404B-8650-69E3ABD7D7D5}"/>
              </a:ext>
            </a:extLst>
          </p:cNvPr>
          <p:cNvGrpSpPr>
            <a:grpSpLocks/>
          </p:cNvGrpSpPr>
          <p:nvPr/>
        </p:nvGrpSpPr>
        <p:grpSpPr bwMode="auto">
          <a:xfrm>
            <a:off x="1066800" y="4038600"/>
            <a:ext cx="361950" cy="457200"/>
            <a:chOff x="672" y="2544"/>
            <a:chExt cx="228" cy="288"/>
          </a:xfrm>
        </p:grpSpPr>
        <p:sp>
          <p:nvSpPr>
            <p:cNvPr id="34150" name="Oval 358">
              <a:extLst>
                <a:ext uri="{FF2B5EF4-FFF2-40B4-BE49-F238E27FC236}">
                  <a16:creationId xmlns:a16="http://schemas.microsoft.com/office/drawing/2014/main" id="{1292CC4F-1F56-4660-9E74-23E546903A40}"/>
                </a:ext>
              </a:extLst>
            </p:cNvPr>
            <p:cNvSpPr>
              <a:spLocks noChangeArrowheads="1"/>
            </p:cNvSpPr>
            <p:nvPr/>
          </p:nvSpPr>
          <p:spPr bwMode="auto">
            <a:xfrm>
              <a:off x="852" y="2592"/>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51" name="Text Box 359">
              <a:extLst>
                <a:ext uri="{FF2B5EF4-FFF2-40B4-BE49-F238E27FC236}">
                  <a16:creationId xmlns:a16="http://schemas.microsoft.com/office/drawing/2014/main" id="{7DA55487-87ED-4E36-8DFB-348588F2B722}"/>
                </a:ext>
              </a:extLst>
            </p:cNvPr>
            <p:cNvSpPr txBox="1">
              <a:spLocks noChangeArrowheads="1"/>
            </p:cNvSpPr>
            <p:nvPr/>
          </p:nvSpPr>
          <p:spPr bwMode="auto">
            <a:xfrm>
              <a:off x="672" y="2544"/>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p>
          </p:txBody>
        </p:sp>
      </p:grpSp>
      <p:grpSp>
        <p:nvGrpSpPr>
          <p:cNvPr id="34152" name="Group 360">
            <a:extLst>
              <a:ext uri="{FF2B5EF4-FFF2-40B4-BE49-F238E27FC236}">
                <a16:creationId xmlns:a16="http://schemas.microsoft.com/office/drawing/2014/main" id="{5FF366CE-316A-4F59-8D3A-71EECC5365C2}"/>
              </a:ext>
            </a:extLst>
          </p:cNvPr>
          <p:cNvGrpSpPr>
            <a:grpSpLocks/>
          </p:cNvGrpSpPr>
          <p:nvPr/>
        </p:nvGrpSpPr>
        <p:grpSpPr bwMode="auto">
          <a:xfrm>
            <a:off x="3473450" y="3709988"/>
            <a:ext cx="309563" cy="476250"/>
            <a:chOff x="2188" y="2337"/>
            <a:chExt cx="195" cy="300"/>
          </a:xfrm>
        </p:grpSpPr>
        <p:sp>
          <p:nvSpPr>
            <p:cNvPr id="34153" name="Oval 361">
              <a:extLst>
                <a:ext uri="{FF2B5EF4-FFF2-40B4-BE49-F238E27FC236}">
                  <a16:creationId xmlns:a16="http://schemas.microsoft.com/office/drawing/2014/main" id="{41266A74-5F18-479B-8286-99C699BDAC2E}"/>
                </a:ext>
              </a:extLst>
            </p:cNvPr>
            <p:cNvSpPr>
              <a:spLocks noChangeArrowheads="1"/>
            </p:cNvSpPr>
            <p:nvPr/>
          </p:nvSpPr>
          <p:spPr bwMode="auto">
            <a:xfrm>
              <a:off x="2188" y="2589"/>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54" name="Text Box 362">
              <a:extLst>
                <a:ext uri="{FF2B5EF4-FFF2-40B4-BE49-F238E27FC236}">
                  <a16:creationId xmlns:a16="http://schemas.microsoft.com/office/drawing/2014/main" id="{175D613D-3DEE-4D66-901C-40EC5210FF74}"/>
                </a:ext>
              </a:extLst>
            </p:cNvPr>
            <p:cNvSpPr txBox="1">
              <a:spLocks noChangeArrowheads="1"/>
            </p:cNvSpPr>
            <p:nvPr/>
          </p:nvSpPr>
          <p:spPr bwMode="auto">
            <a:xfrm>
              <a:off x="2208" y="2337"/>
              <a:ext cx="1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f</a:t>
              </a:r>
            </a:p>
          </p:txBody>
        </p:sp>
      </p:grpSp>
      <p:grpSp>
        <p:nvGrpSpPr>
          <p:cNvPr id="34155" name="Group 363">
            <a:extLst>
              <a:ext uri="{FF2B5EF4-FFF2-40B4-BE49-F238E27FC236}">
                <a16:creationId xmlns:a16="http://schemas.microsoft.com/office/drawing/2014/main" id="{C4D05F9F-7FDC-4701-9CBD-72D0CAF22705}"/>
              </a:ext>
            </a:extLst>
          </p:cNvPr>
          <p:cNvGrpSpPr>
            <a:grpSpLocks/>
          </p:cNvGrpSpPr>
          <p:nvPr/>
        </p:nvGrpSpPr>
        <p:grpSpPr bwMode="auto">
          <a:xfrm>
            <a:off x="2309813" y="4167188"/>
            <a:ext cx="328612" cy="546100"/>
            <a:chOff x="1455" y="2625"/>
            <a:chExt cx="207" cy="344"/>
          </a:xfrm>
        </p:grpSpPr>
        <p:sp>
          <p:nvSpPr>
            <p:cNvPr id="34156" name="Oval 364">
              <a:extLst>
                <a:ext uri="{FF2B5EF4-FFF2-40B4-BE49-F238E27FC236}">
                  <a16:creationId xmlns:a16="http://schemas.microsoft.com/office/drawing/2014/main" id="{600FD57D-193F-431F-AF6D-37C5A21C7502}"/>
                </a:ext>
              </a:extLst>
            </p:cNvPr>
            <p:cNvSpPr>
              <a:spLocks noChangeArrowheads="1"/>
            </p:cNvSpPr>
            <p:nvPr/>
          </p:nvSpPr>
          <p:spPr bwMode="auto">
            <a:xfrm>
              <a:off x="1612" y="2921"/>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57" name="Text Box 365">
              <a:extLst>
                <a:ext uri="{FF2B5EF4-FFF2-40B4-BE49-F238E27FC236}">
                  <a16:creationId xmlns:a16="http://schemas.microsoft.com/office/drawing/2014/main" id="{580DD7EC-FD22-42F7-8AC5-17CC0400C7D2}"/>
                </a:ext>
              </a:extLst>
            </p:cNvPr>
            <p:cNvSpPr txBox="1">
              <a:spLocks noChangeArrowheads="1"/>
            </p:cNvSpPr>
            <p:nvPr/>
          </p:nvSpPr>
          <p:spPr bwMode="auto">
            <a:xfrm>
              <a:off x="1455" y="2625"/>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g</a:t>
              </a:r>
            </a:p>
          </p:txBody>
        </p:sp>
      </p:grpSp>
      <p:grpSp>
        <p:nvGrpSpPr>
          <p:cNvPr id="34158" name="Group 366">
            <a:extLst>
              <a:ext uri="{FF2B5EF4-FFF2-40B4-BE49-F238E27FC236}">
                <a16:creationId xmlns:a16="http://schemas.microsoft.com/office/drawing/2014/main" id="{EE6EF8CC-C8D6-43B8-9EB6-874D0423CBC6}"/>
              </a:ext>
            </a:extLst>
          </p:cNvPr>
          <p:cNvGrpSpPr>
            <a:grpSpLocks/>
          </p:cNvGrpSpPr>
          <p:nvPr/>
        </p:nvGrpSpPr>
        <p:grpSpPr bwMode="auto">
          <a:xfrm>
            <a:off x="1271588" y="1143000"/>
            <a:ext cx="2773362" cy="1933575"/>
            <a:chOff x="801" y="720"/>
            <a:chExt cx="1747" cy="1218"/>
          </a:xfrm>
        </p:grpSpPr>
        <p:sp>
          <p:nvSpPr>
            <p:cNvPr id="34159" name="Oval 367">
              <a:extLst>
                <a:ext uri="{FF2B5EF4-FFF2-40B4-BE49-F238E27FC236}">
                  <a16:creationId xmlns:a16="http://schemas.microsoft.com/office/drawing/2014/main" id="{BA334932-B84B-4DA7-81A4-1422805A46FF}"/>
                </a:ext>
              </a:extLst>
            </p:cNvPr>
            <p:cNvSpPr>
              <a:spLocks noChangeArrowheads="1"/>
            </p:cNvSpPr>
            <p:nvPr/>
          </p:nvSpPr>
          <p:spPr bwMode="auto">
            <a:xfrm>
              <a:off x="2187" y="1880"/>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60" name="Oval 368">
              <a:extLst>
                <a:ext uri="{FF2B5EF4-FFF2-40B4-BE49-F238E27FC236}">
                  <a16:creationId xmlns:a16="http://schemas.microsoft.com/office/drawing/2014/main" id="{FBC4E4BC-6BA9-4BEC-8580-ABDC30013FEA}"/>
                </a:ext>
              </a:extLst>
            </p:cNvPr>
            <p:cNvSpPr>
              <a:spLocks noChangeArrowheads="1"/>
            </p:cNvSpPr>
            <p:nvPr/>
          </p:nvSpPr>
          <p:spPr bwMode="auto">
            <a:xfrm>
              <a:off x="1614" y="1880"/>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61" name="Oval 369">
              <a:extLst>
                <a:ext uri="{FF2B5EF4-FFF2-40B4-BE49-F238E27FC236}">
                  <a16:creationId xmlns:a16="http://schemas.microsoft.com/office/drawing/2014/main" id="{DAA372E6-5530-4835-8082-AAB041993212}"/>
                </a:ext>
              </a:extLst>
            </p:cNvPr>
            <p:cNvSpPr>
              <a:spLocks noChangeArrowheads="1"/>
            </p:cNvSpPr>
            <p:nvPr/>
          </p:nvSpPr>
          <p:spPr bwMode="auto">
            <a:xfrm>
              <a:off x="849" y="1881"/>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62" name="Oval 370">
              <a:extLst>
                <a:ext uri="{FF2B5EF4-FFF2-40B4-BE49-F238E27FC236}">
                  <a16:creationId xmlns:a16="http://schemas.microsoft.com/office/drawing/2014/main" id="{A2C1643D-F7C2-4741-8C94-1E466B528391}"/>
                </a:ext>
              </a:extLst>
            </p:cNvPr>
            <p:cNvSpPr>
              <a:spLocks noChangeArrowheads="1"/>
            </p:cNvSpPr>
            <p:nvPr/>
          </p:nvSpPr>
          <p:spPr bwMode="auto">
            <a:xfrm>
              <a:off x="1257" y="1164"/>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63" name="Oval 371">
              <a:extLst>
                <a:ext uri="{FF2B5EF4-FFF2-40B4-BE49-F238E27FC236}">
                  <a16:creationId xmlns:a16="http://schemas.microsoft.com/office/drawing/2014/main" id="{A70BC73D-6798-413C-BE29-610935C899A5}"/>
                </a:ext>
              </a:extLst>
            </p:cNvPr>
            <p:cNvSpPr>
              <a:spLocks noChangeArrowheads="1"/>
            </p:cNvSpPr>
            <p:nvPr/>
          </p:nvSpPr>
          <p:spPr bwMode="auto">
            <a:xfrm>
              <a:off x="1612" y="884"/>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164" name="Group 372">
              <a:extLst>
                <a:ext uri="{FF2B5EF4-FFF2-40B4-BE49-F238E27FC236}">
                  <a16:creationId xmlns:a16="http://schemas.microsoft.com/office/drawing/2014/main" id="{6AFB96BD-2277-461C-A8A3-BD9FE8355825}"/>
                </a:ext>
              </a:extLst>
            </p:cNvPr>
            <p:cNvGrpSpPr>
              <a:grpSpLocks/>
            </p:cNvGrpSpPr>
            <p:nvPr/>
          </p:nvGrpSpPr>
          <p:grpSpPr bwMode="auto">
            <a:xfrm>
              <a:off x="1008" y="1008"/>
              <a:ext cx="207" cy="288"/>
              <a:chOff x="1307" y="943"/>
              <a:chExt cx="207" cy="288"/>
            </a:xfrm>
          </p:grpSpPr>
          <p:sp>
            <p:nvSpPr>
              <p:cNvPr id="34165" name="Text Box 373">
                <a:extLst>
                  <a:ext uri="{FF2B5EF4-FFF2-40B4-BE49-F238E27FC236}">
                    <a16:creationId xmlns:a16="http://schemas.microsoft.com/office/drawing/2014/main" id="{1369C078-4EC0-40AD-AC73-D40865AE6C30}"/>
                  </a:ext>
                </a:extLst>
              </p:cNvPr>
              <p:cNvSpPr txBox="1">
                <a:spLocks noChangeArrowheads="1"/>
              </p:cNvSpPr>
              <p:nvPr/>
            </p:nvSpPr>
            <p:spPr bwMode="auto">
              <a:xfrm>
                <a:off x="1307" y="94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p>
            </p:txBody>
          </p:sp>
          <p:sp>
            <p:nvSpPr>
              <p:cNvPr id="34166" name="Line 374">
                <a:extLst>
                  <a:ext uri="{FF2B5EF4-FFF2-40B4-BE49-F238E27FC236}">
                    <a16:creationId xmlns:a16="http://schemas.microsoft.com/office/drawing/2014/main" id="{A10A400F-A2E3-43F5-B6A0-D1AE350C0848}"/>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167" name="Group 375">
              <a:extLst>
                <a:ext uri="{FF2B5EF4-FFF2-40B4-BE49-F238E27FC236}">
                  <a16:creationId xmlns:a16="http://schemas.microsoft.com/office/drawing/2014/main" id="{1FFBE90B-0931-4D00-8CF0-250226E3DF62}"/>
                </a:ext>
              </a:extLst>
            </p:cNvPr>
            <p:cNvGrpSpPr>
              <a:grpSpLocks/>
            </p:cNvGrpSpPr>
            <p:nvPr/>
          </p:nvGrpSpPr>
          <p:grpSpPr bwMode="auto">
            <a:xfrm>
              <a:off x="1521" y="1632"/>
              <a:ext cx="207" cy="288"/>
              <a:chOff x="1307" y="943"/>
              <a:chExt cx="207" cy="288"/>
            </a:xfrm>
          </p:grpSpPr>
          <p:sp>
            <p:nvSpPr>
              <p:cNvPr id="34168" name="Text Box 376">
                <a:extLst>
                  <a:ext uri="{FF2B5EF4-FFF2-40B4-BE49-F238E27FC236}">
                    <a16:creationId xmlns:a16="http://schemas.microsoft.com/office/drawing/2014/main" id="{E0948410-9724-428A-A515-E203ABF66D8B}"/>
                  </a:ext>
                </a:extLst>
              </p:cNvPr>
              <p:cNvSpPr txBox="1">
                <a:spLocks noChangeArrowheads="1"/>
              </p:cNvSpPr>
              <p:nvPr/>
            </p:nvSpPr>
            <p:spPr bwMode="auto">
              <a:xfrm>
                <a:off x="1307" y="94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p>
            </p:txBody>
          </p:sp>
          <p:sp>
            <p:nvSpPr>
              <p:cNvPr id="34169" name="Line 377">
                <a:extLst>
                  <a:ext uri="{FF2B5EF4-FFF2-40B4-BE49-F238E27FC236}">
                    <a16:creationId xmlns:a16="http://schemas.microsoft.com/office/drawing/2014/main" id="{7A5E178E-8EF9-41ED-8A64-BFB7340966C6}"/>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170" name="Group 378">
              <a:extLst>
                <a:ext uri="{FF2B5EF4-FFF2-40B4-BE49-F238E27FC236}">
                  <a16:creationId xmlns:a16="http://schemas.microsoft.com/office/drawing/2014/main" id="{4C00225D-2909-49B1-AB86-B21AC5B9AFCD}"/>
                </a:ext>
              </a:extLst>
            </p:cNvPr>
            <p:cNvGrpSpPr>
              <a:grpSpLocks/>
            </p:cNvGrpSpPr>
            <p:nvPr/>
          </p:nvGrpSpPr>
          <p:grpSpPr bwMode="auto">
            <a:xfrm>
              <a:off x="1488" y="933"/>
              <a:ext cx="207" cy="288"/>
              <a:chOff x="1307" y="943"/>
              <a:chExt cx="207" cy="288"/>
            </a:xfrm>
          </p:grpSpPr>
          <p:sp>
            <p:nvSpPr>
              <p:cNvPr id="34171" name="Text Box 379">
                <a:extLst>
                  <a:ext uri="{FF2B5EF4-FFF2-40B4-BE49-F238E27FC236}">
                    <a16:creationId xmlns:a16="http://schemas.microsoft.com/office/drawing/2014/main" id="{8DE2AC7A-35BD-4E91-83EE-A08FC2C86672}"/>
                  </a:ext>
                </a:extLst>
              </p:cNvPr>
              <p:cNvSpPr txBox="1">
                <a:spLocks noChangeArrowheads="1"/>
              </p:cNvSpPr>
              <p:nvPr/>
            </p:nvSpPr>
            <p:spPr bwMode="auto">
              <a:xfrm>
                <a:off x="1307" y="943"/>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p>
            </p:txBody>
          </p:sp>
          <p:sp>
            <p:nvSpPr>
              <p:cNvPr id="34172" name="Line 380">
                <a:extLst>
                  <a:ext uri="{FF2B5EF4-FFF2-40B4-BE49-F238E27FC236}">
                    <a16:creationId xmlns:a16="http://schemas.microsoft.com/office/drawing/2014/main" id="{FD9793D9-758D-41C6-89CE-8DDD95171BD6}"/>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173" name="Group 381">
              <a:extLst>
                <a:ext uri="{FF2B5EF4-FFF2-40B4-BE49-F238E27FC236}">
                  <a16:creationId xmlns:a16="http://schemas.microsoft.com/office/drawing/2014/main" id="{8422272A-25D2-4FD4-9D42-1586B0A4FF74}"/>
                </a:ext>
              </a:extLst>
            </p:cNvPr>
            <p:cNvGrpSpPr>
              <a:grpSpLocks/>
            </p:cNvGrpSpPr>
            <p:nvPr/>
          </p:nvGrpSpPr>
          <p:grpSpPr bwMode="auto">
            <a:xfrm>
              <a:off x="2160" y="1632"/>
              <a:ext cx="388" cy="288"/>
              <a:chOff x="1911" y="1656"/>
              <a:chExt cx="388" cy="288"/>
            </a:xfrm>
          </p:grpSpPr>
          <p:sp>
            <p:nvSpPr>
              <p:cNvPr id="34174" name="Text Box 382">
                <a:extLst>
                  <a:ext uri="{FF2B5EF4-FFF2-40B4-BE49-F238E27FC236}">
                    <a16:creationId xmlns:a16="http://schemas.microsoft.com/office/drawing/2014/main" id="{34EF122B-56A4-47C4-93E2-36DB7BC829BF}"/>
                  </a:ext>
                </a:extLst>
              </p:cNvPr>
              <p:cNvSpPr txBox="1">
                <a:spLocks noChangeArrowheads="1"/>
              </p:cNvSpPr>
              <p:nvPr/>
            </p:nvSpPr>
            <p:spPr bwMode="auto">
              <a:xfrm>
                <a:off x="1911" y="1656"/>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(f )</a:t>
                </a:r>
              </a:p>
            </p:txBody>
          </p:sp>
          <p:sp>
            <p:nvSpPr>
              <p:cNvPr id="34175" name="Line 383">
                <a:extLst>
                  <a:ext uri="{FF2B5EF4-FFF2-40B4-BE49-F238E27FC236}">
                    <a16:creationId xmlns:a16="http://schemas.microsoft.com/office/drawing/2014/main" id="{41D909D8-1541-4248-A5C7-7B19B897B105}"/>
                  </a:ext>
                </a:extLst>
              </p:cNvPr>
              <p:cNvSpPr>
                <a:spLocks noChangeShapeType="1"/>
              </p:cNvSpPr>
              <p:nvPr/>
            </p:nvSpPr>
            <p:spPr bwMode="auto">
              <a:xfrm>
                <a:off x="2130" y="1729"/>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176" name="Group 384">
              <a:extLst>
                <a:ext uri="{FF2B5EF4-FFF2-40B4-BE49-F238E27FC236}">
                  <a16:creationId xmlns:a16="http://schemas.microsoft.com/office/drawing/2014/main" id="{DD41E21E-3BB6-4D9A-82AA-6738BCF33FE8}"/>
                </a:ext>
              </a:extLst>
            </p:cNvPr>
            <p:cNvGrpSpPr>
              <a:grpSpLocks/>
            </p:cNvGrpSpPr>
            <p:nvPr/>
          </p:nvGrpSpPr>
          <p:grpSpPr bwMode="auto">
            <a:xfrm>
              <a:off x="801" y="1632"/>
              <a:ext cx="203" cy="288"/>
              <a:chOff x="1307" y="943"/>
              <a:chExt cx="203" cy="288"/>
            </a:xfrm>
          </p:grpSpPr>
          <p:sp>
            <p:nvSpPr>
              <p:cNvPr id="34177" name="Text Box 385">
                <a:extLst>
                  <a:ext uri="{FF2B5EF4-FFF2-40B4-BE49-F238E27FC236}">
                    <a16:creationId xmlns:a16="http://schemas.microsoft.com/office/drawing/2014/main" id="{FDE2B20A-94B5-423E-98B8-3561958CD7CC}"/>
                  </a:ext>
                </a:extLst>
              </p:cNvPr>
              <p:cNvSpPr txBox="1">
                <a:spLocks noChangeArrowheads="1"/>
              </p:cNvSpPr>
              <p:nvPr/>
            </p:nvSpPr>
            <p:spPr bwMode="auto">
              <a:xfrm>
                <a:off x="1307" y="943"/>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p>
            </p:txBody>
          </p:sp>
          <p:sp>
            <p:nvSpPr>
              <p:cNvPr id="34178" name="Line 386">
                <a:extLst>
                  <a:ext uri="{FF2B5EF4-FFF2-40B4-BE49-F238E27FC236}">
                    <a16:creationId xmlns:a16="http://schemas.microsoft.com/office/drawing/2014/main" id="{6835099E-F6DD-4589-9936-7E867C168BB3}"/>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179" name="Group 387">
              <a:extLst>
                <a:ext uri="{FF2B5EF4-FFF2-40B4-BE49-F238E27FC236}">
                  <a16:creationId xmlns:a16="http://schemas.microsoft.com/office/drawing/2014/main" id="{7DD67C61-43FE-4496-8F36-C857D4AD36EC}"/>
                </a:ext>
              </a:extLst>
            </p:cNvPr>
            <p:cNvGrpSpPr>
              <a:grpSpLocks/>
            </p:cNvGrpSpPr>
            <p:nvPr/>
          </p:nvGrpSpPr>
          <p:grpSpPr bwMode="auto">
            <a:xfrm>
              <a:off x="1899" y="1650"/>
              <a:ext cx="203" cy="288"/>
              <a:chOff x="1307" y="943"/>
              <a:chExt cx="203" cy="288"/>
            </a:xfrm>
          </p:grpSpPr>
          <p:sp>
            <p:nvSpPr>
              <p:cNvPr id="34180" name="Text Box 388">
                <a:extLst>
                  <a:ext uri="{FF2B5EF4-FFF2-40B4-BE49-F238E27FC236}">
                    <a16:creationId xmlns:a16="http://schemas.microsoft.com/office/drawing/2014/main" id="{FE89238E-E11A-420D-A0DD-259DDA9644F9}"/>
                  </a:ext>
                </a:extLst>
              </p:cNvPr>
              <p:cNvSpPr txBox="1">
                <a:spLocks noChangeArrowheads="1"/>
              </p:cNvSpPr>
              <p:nvPr/>
            </p:nvSpPr>
            <p:spPr bwMode="auto">
              <a:xfrm>
                <a:off x="1307" y="943"/>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p>
            </p:txBody>
          </p:sp>
          <p:sp>
            <p:nvSpPr>
              <p:cNvPr id="34181" name="Line 389">
                <a:extLst>
                  <a:ext uri="{FF2B5EF4-FFF2-40B4-BE49-F238E27FC236}">
                    <a16:creationId xmlns:a16="http://schemas.microsoft.com/office/drawing/2014/main" id="{3568B60B-A6CC-41FC-BA08-CAB8545D881B}"/>
                  </a:ext>
                </a:extLst>
              </p:cNvPr>
              <p:cNvSpPr>
                <a:spLocks noChangeShapeType="1"/>
              </p:cNvSpPr>
              <p:nvPr/>
            </p:nvSpPr>
            <p:spPr bwMode="auto">
              <a:xfrm>
                <a:off x="1482" y="1034"/>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182" name="Group 390">
              <a:extLst>
                <a:ext uri="{FF2B5EF4-FFF2-40B4-BE49-F238E27FC236}">
                  <a16:creationId xmlns:a16="http://schemas.microsoft.com/office/drawing/2014/main" id="{C138554D-1C6A-42E5-B2E5-A0B390E40EC3}"/>
                </a:ext>
              </a:extLst>
            </p:cNvPr>
            <p:cNvGrpSpPr>
              <a:grpSpLocks/>
            </p:cNvGrpSpPr>
            <p:nvPr/>
          </p:nvGrpSpPr>
          <p:grpSpPr bwMode="auto">
            <a:xfrm>
              <a:off x="1610" y="720"/>
              <a:ext cx="420" cy="288"/>
              <a:chOff x="1784" y="720"/>
              <a:chExt cx="420" cy="288"/>
            </a:xfrm>
          </p:grpSpPr>
          <p:sp>
            <p:nvSpPr>
              <p:cNvPr id="34183" name="Text Box 391">
                <a:extLst>
                  <a:ext uri="{FF2B5EF4-FFF2-40B4-BE49-F238E27FC236}">
                    <a16:creationId xmlns:a16="http://schemas.microsoft.com/office/drawing/2014/main" id="{D68A81EA-81D9-4C2F-A1A7-1BCD68BD26CC}"/>
                  </a:ext>
                </a:extLst>
              </p:cNvPr>
              <p:cNvSpPr txBox="1">
                <a:spLocks noChangeArrowheads="1"/>
              </p:cNvSpPr>
              <p:nvPr/>
            </p:nvSpPr>
            <p:spPr bwMode="auto">
              <a:xfrm>
                <a:off x="1784" y="720"/>
                <a:ext cx="4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(g )</a:t>
                </a:r>
              </a:p>
            </p:txBody>
          </p:sp>
          <p:sp>
            <p:nvSpPr>
              <p:cNvPr id="34184" name="Line 392">
                <a:extLst>
                  <a:ext uri="{FF2B5EF4-FFF2-40B4-BE49-F238E27FC236}">
                    <a16:creationId xmlns:a16="http://schemas.microsoft.com/office/drawing/2014/main" id="{0822B172-4BA6-4E31-BDF9-8FA8E6AD806D}"/>
                  </a:ext>
                </a:extLst>
              </p:cNvPr>
              <p:cNvSpPr>
                <a:spLocks noChangeShapeType="1"/>
              </p:cNvSpPr>
              <p:nvPr/>
            </p:nvSpPr>
            <p:spPr bwMode="auto">
              <a:xfrm>
                <a:off x="2042" y="793"/>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01" name="Group 409">
            <a:extLst>
              <a:ext uri="{FF2B5EF4-FFF2-40B4-BE49-F238E27FC236}">
                <a16:creationId xmlns:a16="http://schemas.microsoft.com/office/drawing/2014/main" id="{2DCF9256-F280-4C07-BD08-688701D20E58}"/>
              </a:ext>
            </a:extLst>
          </p:cNvPr>
          <p:cNvGrpSpPr>
            <a:grpSpLocks/>
          </p:cNvGrpSpPr>
          <p:nvPr/>
        </p:nvGrpSpPr>
        <p:grpSpPr bwMode="auto">
          <a:xfrm>
            <a:off x="4968875" y="1524000"/>
            <a:ext cx="387350" cy="457200"/>
            <a:chOff x="3130" y="960"/>
            <a:chExt cx="244" cy="288"/>
          </a:xfrm>
        </p:grpSpPr>
        <p:sp>
          <p:nvSpPr>
            <p:cNvPr id="34202" name="Oval 410">
              <a:extLst>
                <a:ext uri="{FF2B5EF4-FFF2-40B4-BE49-F238E27FC236}">
                  <a16:creationId xmlns:a16="http://schemas.microsoft.com/office/drawing/2014/main" id="{7DBA48F2-7EC9-4BD6-95FE-44946B2E1578}"/>
                </a:ext>
              </a:extLst>
            </p:cNvPr>
            <p:cNvSpPr>
              <a:spLocks noChangeArrowheads="1"/>
            </p:cNvSpPr>
            <p:nvPr/>
          </p:nvSpPr>
          <p:spPr bwMode="auto">
            <a:xfrm>
              <a:off x="3326" y="1167"/>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03" name="Group 411">
              <a:extLst>
                <a:ext uri="{FF2B5EF4-FFF2-40B4-BE49-F238E27FC236}">
                  <a16:creationId xmlns:a16="http://schemas.microsoft.com/office/drawing/2014/main" id="{E38AFB85-F545-4DC9-953F-595443641D7E}"/>
                </a:ext>
              </a:extLst>
            </p:cNvPr>
            <p:cNvGrpSpPr>
              <a:grpSpLocks/>
            </p:cNvGrpSpPr>
            <p:nvPr/>
          </p:nvGrpSpPr>
          <p:grpSpPr bwMode="auto">
            <a:xfrm>
              <a:off x="3130" y="960"/>
              <a:ext cx="207" cy="288"/>
              <a:chOff x="3942" y="1200"/>
              <a:chExt cx="207" cy="288"/>
            </a:xfrm>
          </p:grpSpPr>
          <p:sp>
            <p:nvSpPr>
              <p:cNvPr id="34204" name="Text Box 412">
                <a:extLst>
                  <a:ext uri="{FF2B5EF4-FFF2-40B4-BE49-F238E27FC236}">
                    <a16:creationId xmlns:a16="http://schemas.microsoft.com/office/drawing/2014/main" id="{57AEA9A6-8C13-4EF2-98C9-32D1D4F60938}"/>
                  </a:ext>
                </a:extLst>
              </p:cNvPr>
              <p:cNvSpPr txBox="1">
                <a:spLocks noChangeArrowheads="1"/>
              </p:cNvSpPr>
              <p:nvPr/>
            </p:nvSpPr>
            <p:spPr bwMode="auto">
              <a:xfrm>
                <a:off x="3942" y="1200"/>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a</a:t>
                </a:r>
              </a:p>
            </p:txBody>
          </p:sp>
          <p:sp>
            <p:nvSpPr>
              <p:cNvPr id="34205" name="Line 413">
                <a:extLst>
                  <a:ext uri="{FF2B5EF4-FFF2-40B4-BE49-F238E27FC236}">
                    <a16:creationId xmlns:a16="http://schemas.microsoft.com/office/drawing/2014/main" id="{A9E4BFBA-D955-45B9-8847-EE644B4F562D}"/>
                  </a:ext>
                </a:extLst>
              </p:cNvPr>
              <p:cNvSpPr>
                <a:spLocks noChangeShapeType="1"/>
              </p:cNvSpPr>
              <p:nvPr/>
            </p:nvSpPr>
            <p:spPr bwMode="auto">
              <a:xfrm>
                <a:off x="4117" y="129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6" name="Line 414">
                <a:extLst>
                  <a:ext uri="{FF2B5EF4-FFF2-40B4-BE49-F238E27FC236}">
                    <a16:creationId xmlns:a16="http://schemas.microsoft.com/office/drawing/2014/main" id="{73BE054A-F2DF-464A-BC79-DC75999CEEC7}"/>
                  </a:ext>
                </a:extLst>
              </p:cNvPr>
              <p:cNvSpPr>
                <a:spLocks noChangeShapeType="1"/>
              </p:cNvSpPr>
              <p:nvPr/>
            </p:nvSpPr>
            <p:spPr bwMode="auto">
              <a:xfrm>
                <a:off x="4144" y="129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07" name="Group 415">
            <a:extLst>
              <a:ext uri="{FF2B5EF4-FFF2-40B4-BE49-F238E27FC236}">
                <a16:creationId xmlns:a16="http://schemas.microsoft.com/office/drawing/2014/main" id="{652610B1-DD81-4C3F-B756-FD47FA4BBB27}"/>
              </a:ext>
            </a:extLst>
          </p:cNvPr>
          <p:cNvGrpSpPr>
            <a:grpSpLocks/>
          </p:cNvGrpSpPr>
          <p:nvPr/>
        </p:nvGrpSpPr>
        <p:grpSpPr bwMode="auto">
          <a:xfrm>
            <a:off x="5943600" y="1057275"/>
            <a:ext cx="328613" cy="457200"/>
            <a:chOff x="3744" y="666"/>
            <a:chExt cx="207" cy="288"/>
          </a:xfrm>
        </p:grpSpPr>
        <p:sp>
          <p:nvSpPr>
            <p:cNvPr id="34208" name="Oval 416">
              <a:extLst>
                <a:ext uri="{FF2B5EF4-FFF2-40B4-BE49-F238E27FC236}">
                  <a16:creationId xmlns:a16="http://schemas.microsoft.com/office/drawing/2014/main" id="{D5656CB1-B736-4E7A-A9A4-28E634633D87}"/>
                </a:ext>
              </a:extLst>
            </p:cNvPr>
            <p:cNvSpPr>
              <a:spLocks noChangeArrowheads="1"/>
            </p:cNvSpPr>
            <p:nvPr/>
          </p:nvSpPr>
          <p:spPr bwMode="auto">
            <a:xfrm>
              <a:off x="3744" y="885"/>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09" name="Group 417">
              <a:extLst>
                <a:ext uri="{FF2B5EF4-FFF2-40B4-BE49-F238E27FC236}">
                  <a16:creationId xmlns:a16="http://schemas.microsoft.com/office/drawing/2014/main" id="{B656EC23-C0BA-4113-91C9-4DD530BCCA10}"/>
                </a:ext>
              </a:extLst>
            </p:cNvPr>
            <p:cNvGrpSpPr>
              <a:grpSpLocks/>
            </p:cNvGrpSpPr>
            <p:nvPr/>
          </p:nvGrpSpPr>
          <p:grpSpPr bwMode="auto">
            <a:xfrm>
              <a:off x="3744" y="666"/>
              <a:ext cx="207" cy="288"/>
              <a:chOff x="4140" y="960"/>
              <a:chExt cx="207" cy="288"/>
            </a:xfrm>
          </p:grpSpPr>
          <p:sp>
            <p:nvSpPr>
              <p:cNvPr id="34210" name="Text Box 418">
                <a:extLst>
                  <a:ext uri="{FF2B5EF4-FFF2-40B4-BE49-F238E27FC236}">
                    <a16:creationId xmlns:a16="http://schemas.microsoft.com/office/drawing/2014/main" id="{3240605F-46F6-4494-90E1-12579BD767A9}"/>
                  </a:ext>
                </a:extLst>
              </p:cNvPr>
              <p:cNvSpPr txBox="1">
                <a:spLocks noChangeArrowheads="1"/>
              </p:cNvSpPr>
              <p:nvPr/>
            </p:nvSpPr>
            <p:spPr bwMode="auto">
              <a:xfrm>
                <a:off x="4140" y="960"/>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b</a:t>
                </a:r>
              </a:p>
            </p:txBody>
          </p:sp>
          <p:sp>
            <p:nvSpPr>
              <p:cNvPr id="34211" name="Line 419">
                <a:extLst>
                  <a:ext uri="{FF2B5EF4-FFF2-40B4-BE49-F238E27FC236}">
                    <a16:creationId xmlns:a16="http://schemas.microsoft.com/office/drawing/2014/main" id="{92582F8D-28F4-4052-BF95-6DEF35CBA16E}"/>
                  </a:ext>
                </a:extLst>
              </p:cNvPr>
              <p:cNvSpPr>
                <a:spLocks noChangeShapeType="1"/>
              </p:cNvSpPr>
              <p:nvPr/>
            </p:nvSpPr>
            <p:spPr bwMode="auto">
              <a:xfrm>
                <a:off x="4315" y="105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12" name="Line 420">
                <a:extLst>
                  <a:ext uri="{FF2B5EF4-FFF2-40B4-BE49-F238E27FC236}">
                    <a16:creationId xmlns:a16="http://schemas.microsoft.com/office/drawing/2014/main" id="{6C1638F7-69D8-4A10-8B73-EA501DAE3D69}"/>
                  </a:ext>
                </a:extLst>
              </p:cNvPr>
              <p:cNvSpPr>
                <a:spLocks noChangeShapeType="1"/>
              </p:cNvSpPr>
              <p:nvPr/>
            </p:nvSpPr>
            <p:spPr bwMode="auto">
              <a:xfrm>
                <a:off x="4342" y="105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13" name="Group 421">
            <a:extLst>
              <a:ext uri="{FF2B5EF4-FFF2-40B4-BE49-F238E27FC236}">
                <a16:creationId xmlns:a16="http://schemas.microsoft.com/office/drawing/2014/main" id="{93E98BEE-F970-4647-9E9D-A04988AEF8D3}"/>
              </a:ext>
            </a:extLst>
          </p:cNvPr>
          <p:cNvGrpSpPr>
            <a:grpSpLocks/>
          </p:cNvGrpSpPr>
          <p:nvPr/>
        </p:nvGrpSpPr>
        <p:grpSpPr bwMode="auto">
          <a:xfrm>
            <a:off x="5421313" y="2630488"/>
            <a:ext cx="392112" cy="457200"/>
            <a:chOff x="3415" y="1657"/>
            <a:chExt cx="247" cy="288"/>
          </a:xfrm>
        </p:grpSpPr>
        <p:sp>
          <p:nvSpPr>
            <p:cNvPr id="34214" name="Oval 422">
              <a:extLst>
                <a:ext uri="{FF2B5EF4-FFF2-40B4-BE49-F238E27FC236}">
                  <a16:creationId xmlns:a16="http://schemas.microsoft.com/office/drawing/2014/main" id="{262E40DE-4828-424D-8C59-88080FCA99F3}"/>
                </a:ext>
              </a:extLst>
            </p:cNvPr>
            <p:cNvSpPr>
              <a:spLocks noChangeArrowheads="1"/>
            </p:cNvSpPr>
            <p:nvPr/>
          </p:nvSpPr>
          <p:spPr bwMode="auto">
            <a:xfrm>
              <a:off x="3415" y="1883"/>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15" name="Group 423">
              <a:extLst>
                <a:ext uri="{FF2B5EF4-FFF2-40B4-BE49-F238E27FC236}">
                  <a16:creationId xmlns:a16="http://schemas.microsoft.com/office/drawing/2014/main" id="{66C1F8E3-EC04-4554-9678-6CF96BA4621A}"/>
                </a:ext>
              </a:extLst>
            </p:cNvPr>
            <p:cNvGrpSpPr>
              <a:grpSpLocks/>
            </p:cNvGrpSpPr>
            <p:nvPr/>
          </p:nvGrpSpPr>
          <p:grpSpPr bwMode="auto">
            <a:xfrm>
              <a:off x="3459" y="1657"/>
              <a:ext cx="203" cy="288"/>
              <a:chOff x="3984" y="1296"/>
              <a:chExt cx="203" cy="288"/>
            </a:xfrm>
          </p:grpSpPr>
          <p:sp>
            <p:nvSpPr>
              <p:cNvPr id="34216" name="Text Box 424">
                <a:extLst>
                  <a:ext uri="{FF2B5EF4-FFF2-40B4-BE49-F238E27FC236}">
                    <a16:creationId xmlns:a16="http://schemas.microsoft.com/office/drawing/2014/main" id="{5F8C2853-0DFB-4D3E-ABBB-DE7563E7487B}"/>
                  </a:ext>
                </a:extLst>
              </p:cNvPr>
              <p:cNvSpPr txBox="1">
                <a:spLocks noChangeArrowheads="1"/>
              </p:cNvSpPr>
              <p:nvPr/>
            </p:nvSpPr>
            <p:spPr bwMode="auto">
              <a:xfrm>
                <a:off x="3984" y="1296"/>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c</a:t>
                </a:r>
              </a:p>
            </p:txBody>
          </p:sp>
          <p:sp>
            <p:nvSpPr>
              <p:cNvPr id="34217" name="Line 425">
                <a:extLst>
                  <a:ext uri="{FF2B5EF4-FFF2-40B4-BE49-F238E27FC236}">
                    <a16:creationId xmlns:a16="http://schemas.microsoft.com/office/drawing/2014/main" id="{26CD12ED-1792-4EA1-AAB6-F5A5CC968A62}"/>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18" name="Line 426">
                <a:extLst>
                  <a:ext uri="{FF2B5EF4-FFF2-40B4-BE49-F238E27FC236}">
                    <a16:creationId xmlns:a16="http://schemas.microsoft.com/office/drawing/2014/main" id="{928FB72E-DB52-41E7-892E-C4E8739FFA61}"/>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19" name="Group 427">
            <a:extLst>
              <a:ext uri="{FF2B5EF4-FFF2-40B4-BE49-F238E27FC236}">
                <a16:creationId xmlns:a16="http://schemas.microsoft.com/office/drawing/2014/main" id="{5B7DDBC5-259E-48F2-91C3-6CA69BE250A3}"/>
              </a:ext>
            </a:extLst>
          </p:cNvPr>
          <p:cNvGrpSpPr>
            <a:grpSpLocks/>
          </p:cNvGrpSpPr>
          <p:nvPr/>
        </p:nvGrpSpPr>
        <p:grpSpPr bwMode="auto">
          <a:xfrm>
            <a:off x="6757988" y="2638425"/>
            <a:ext cx="328612" cy="457200"/>
            <a:chOff x="4257" y="1662"/>
            <a:chExt cx="207" cy="288"/>
          </a:xfrm>
        </p:grpSpPr>
        <p:sp>
          <p:nvSpPr>
            <p:cNvPr id="34220" name="Oval 428">
              <a:extLst>
                <a:ext uri="{FF2B5EF4-FFF2-40B4-BE49-F238E27FC236}">
                  <a16:creationId xmlns:a16="http://schemas.microsoft.com/office/drawing/2014/main" id="{B83260E5-7ABD-4021-BBE0-CFC06BBDDCB7}"/>
                </a:ext>
              </a:extLst>
            </p:cNvPr>
            <p:cNvSpPr>
              <a:spLocks noChangeArrowheads="1"/>
            </p:cNvSpPr>
            <p:nvPr/>
          </p:nvSpPr>
          <p:spPr bwMode="auto">
            <a:xfrm>
              <a:off x="4416" y="1883"/>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21" name="Group 429">
              <a:extLst>
                <a:ext uri="{FF2B5EF4-FFF2-40B4-BE49-F238E27FC236}">
                  <a16:creationId xmlns:a16="http://schemas.microsoft.com/office/drawing/2014/main" id="{26B0FCED-A806-4E09-87B0-37AA45D41A9D}"/>
                </a:ext>
              </a:extLst>
            </p:cNvPr>
            <p:cNvGrpSpPr>
              <a:grpSpLocks/>
            </p:cNvGrpSpPr>
            <p:nvPr/>
          </p:nvGrpSpPr>
          <p:grpSpPr bwMode="auto">
            <a:xfrm>
              <a:off x="4257" y="1662"/>
              <a:ext cx="207" cy="288"/>
              <a:chOff x="3952" y="1665"/>
              <a:chExt cx="207" cy="288"/>
            </a:xfrm>
          </p:grpSpPr>
          <p:sp>
            <p:nvSpPr>
              <p:cNvPr id="34222" name="Text Box 430">
                <a:extLst>
                  <a:ext uri="{FF2B5EF4-FFF2-40B4-BE49-F238E27FC236}">
                    <a16:creationId xmlns:a16="http://schemas.microsoft.com/office/drawing/2014/main" id="{D4B96A1C-322A-4A26-A514-53AA3C7966A2}"/>
                  </a:ext>
                </a:extLst>
              </p:cNvPr>
              <p:cNvSpPr txBox="1">
                <a:spLocks noChangeArrowheads="1"/>
              </p:cNvSpPr>
              <p:nvPr/>
            </p:nvSpPr>
            <p:spPr bwMode="auto">
              <a:xfrm>
                <a:off x="3952" y="1665"/>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d</a:t>
                </a:r>
              </a:p>
            </p:txBody>
          </p:sp>
          <p:sp>
            <p:nvSpPr>
              <p:cNvPr id="34223" name="Line 431">
                <a:extLst>
                  <a:ext uri="{FF2B5EF4-FFF2-40B4-BE49-F238E27FC236}">
                    <a16:creationId xmlns:a16="http://schemas.microsoft.com/office/drawing/2014/main" id="{9EEF6111-C1BB-4357-9070-1C105B3C5BE7}"/>
                  </a:ext>
                </a:extLst>
              </p:cNvPr>
              <p:cNvSpPr>
                <a:spLocks noChangeShapeType="1"/>
              </p:cNvSpPr>
              <p:nvPr/>
            </p:nvSpPr>
            <p:spPr bwMode="auto">
              <a:xfrm>
                <a:off x="4127" y="175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24" name="Line 432">
                <a:extLst>
                  <a:ext uri="{FF2B5EF4-FFF2-40B4-BE49-F238E27FC236}">
                    <a16:creationId xmlns:a16="http://schemas.microsoft.com/office/drawing/2014/main" id="{1FB4575E-2500-4A34-BF92-22CF51949891}"/>
                  </a:ext>
                </a:extLst>
              </p:cNvPr>
              <p:cNvSpPr>
                <a:spLocks noChangeShapeType="1"/>
              </p:cNvSpPr>
              <p:nvPr/>
            </p:nvSpPr>
            <p:spPr bwMode="auto">
              <a:xfrm>
                <a:off x="4154" y="1756"/>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25" name="Group 433">
            <a:extLst>
              <a:ext uri="{FF2B5EF4-FFF2-40B4-BE49-F238E27FC236}">
                <a16:creationId xmlns:a16="http://schemas.microsoft.com/office/drawing/2014/main" id="{9A5237FA-2C7F-4D6E-A782-8187F2BFEA27}"/>
              </a:ext>
            </a:extLst>
          </p:cNvPr>
          <p:cNvGrpSpPr>
            <a:grpSpLocks/>
          </p:cNvGrpSpPr>
          <p:nvPr/>
        </p:nvGrpSpPr>
        <p:grpSpPr bwMode="auto">
          <a:xfrm>
            <a:off x="4632325" y="2590800"/>
            <a:ext cx="936625" cy="473075"/>
            <a:chOff x="2918" y="1632"/>
            <a:chExt cx="590" cy="298"/>
          </a:xfrm>
        </p:grpSpPr>
        <p:sp>
          <p:nvSpPr>
            <p:cNvPr id="34226" name="Oval 434">
              <a:extLst>
                <a:ext uri="{FF2B5EF4-FFF2-40B4-BE49-F238E27FC236}">
                  <a16:creationId xmlns:a16="http://schemas.microsoft.com/office/drawing/2014/main" id="{2C95B062-A954-4646-9F07-7E9D6A04102D}"/>
                </a:ext>
              </a:extLst>
            </p:cNvPr>
            <p:cNvSpPr>
              <a:spLocks noChangeArrowheads="1"/>
            </p:cNvSpPr>
            <p:nvPr/>
          </p:nvSpPr>
          <p:spPr bwMode="auto">
            <a:xfrm>
              <a:off x="3083" y="1882"/>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27" name="Group 435">
              <a:extLst>
                <a:ext uri="{FF2B5EF4-FFF2-40B4-BE49-F238E27FC236}">
                  <a16:creationId xmlns:a16="http://schemas.microsoft.com/office/drawing/2014/main" id="{6B626741-A6D5-40F0-A51B-4DABB2CF6967}"/>
                </a:ext>
              </a:extLst>
            </p:cNvPr>
            <p:cNvGrpSpPr>
              <a:grpSpLocks/>
            </p:cNvGrpSpPr>
            <p:nvPr/>
          </p:nvGrpSpPr>
          <p:grpSpPr bwMode="auto">
            <a:xfrm>
              <a:off x="3120" y="1632"/>
              <a:ext cx="388" cy="288"/>
              <a:chOff x="3771" y="972"/>
              <a:chExt cx="388" cy="288"/>
            </a:xfrm>
          </p:grpSpPr>
          <p:sp>
            <p:nvSpPr>
              <p:cNvPr id="34228" name="Text Box 436">
                <a:extLst>
                  <a:ext uri="{FF2B5EF4-FFF2-40B4-BE49-F238E27FC236}">
                    <a16:creationId xmlns:a16="http://schemas.microsoft.com/office/drawing/2014/main" id="{AB8C0664-F6D9-460E-B1B3-5AD8E3D4D954}"/>
                  </a:ext>
                </a:extLst>
              </p:cNvPr>
              <p:cNvSpPr txBox="1">
                <a:spLocks noChangeArrowheads="1"/>
              </p:cNvSpPr>
              <p:nvPr/>
            </p:nvSpPr>
            <p:spPr bwMode="auto">
              <a:xfrm>
                <a:off x="3771" y="972"/>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(f )</a:t>
                </a:r>
              </a:p>
            </p:txBody>
          </p:sp>
          <p:sp>
            <p:nvSpPr>
              <p:cNvPr id="34229" name="Line 437">
                <a:extLst>
                  <a:ext uri="{FF2B5EF4-FFF2-40B4-BE49-F238E27FC236}">
                    <a16:creationId xmlns:a16="http://schemas.microsoft.com/office/drawing/2014/main" id="{9AF7FA66-C649-4F56-9C57-7F99D6B4421D}"/>
                  </a:ext>
                </a:extLst>
              </p:cNvPr>
              <p:cNvSpPr>
                <a:spLocks noChangeShapeType="1"/>
              </p:cNvSpPr>
              <p:nvPr/>
            </p:nvSpPr>
            <p:spPr bwMode="auto">
              <a:xfrm>
                <a:off x="3986" y="1038"/>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30" name="Line 438">
                <a:extLst>
                  <a:ext uri="{FF2B5EF4-FFF2-40B4-BE49-F238E27FC236}">
                    <a16:creationId xmlns:a16="http://schemas.microsoft.com/office/drawing/2014/main" id="{E80C4841-9EB2-40B4-AC6D-2D8628F67359}"/>
                  </a:ext>
                </a:extLst>
              </p:cNvPr>
              <p:cNvSpPr>
                <a:spLocks noChangeShapeType="1"/>
              </p:cNvSpPr>
              <p:nvPr/>
            </p:nvSpPr>
            <p:spPr bwMode="auto">
              <a:xfrm>
                <a:off x="4013" y="1038"/>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231" name="Group 439">
              <a:extLst>
                <a:ext uri="{FF2B5EF4-FFF2-40B4-BE49-F238E27FC236}">
                  <a16:creationId xmlns:a16="http://schemas.microsoft.com/office/drawing/2014/main" id="{1DC6D5D3-3702-4E81-85C8-8BEF96DA761B}"/>
                </a:ext>
              </a:extLst>
            </p:cNvPr>
            <p:cNvGrpSpPr>
              <a:grpSpLocks/>
            </p:cNvGrpSpPr>
            <p:nvPr/>
          </p:nvGrpSpPr>
          <p:grpSpPr bwMode="auto">
            <a:xfrm>
              <a:off x="2918" y="1635"/>
              <a:ext cx="203" cy="288"/>
              <a:chOff x="3984" y="1296"/>
              <a:chExt cx="203" cy="288"/>
            </a:xfrm>
          </p:grpSpPr>
          <p:sp>
            <p:nvSpPr>
              <p:cNvPr id="34232" name="Text Box 440">
                <a:extLst>
                  <a:ext uri="{FF2B5EF4-FFF2-40B4-BE49-F238E27FC236}">
                    <a16:creationId xmlns:a16="http://schemas.microsoft.com/office/drawing/2014/main" id="{7BD8D3AE-8731-4795-9A26-9CD9CF04CDC4}"/>
                  </a:ext>
                </a:extLst>
              </p:cNvPr>
              <p:cNvSpPr txBox="1">
                <a:spLocks noChangeArrowheads="1"/>
              </p:cNvSpPr>
              <p:nvPr/>
            </p:nvSpPr>
            <p:spPr bwMode="auto">
              <a:xfrm>
                <a:off x="3984" y="1296"/>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e</a:t>
                </a:r>
              </a:p>
            </p:txBody>
          </p:sp>
          <p:sp>
            <p:nvSpPr>
              <p:cNvPr id="34233" name="Line 441">
                <a:extLst>
                  <a:ext uri="{FF2B5EF4-FFF2-40B4-BE49-F238E27FC236}">
                    <a16:creationId xmlns:a16="http://schemas.microsoft.com/office/drawing/2014/main" id="{D0D6CBA4-0E81-4324-AA59-F18B1861A26D}"/>
                  </a:ext>
                </a:extLst>
              </p:cNvPr>
              <p:cNvSpPr>
                <a:spLocks noChangeShapeType="1"/>
              </p:cNvSpPr>
              <p:nvPr/>
            </p:nvSpPr>
            <p:spPr bwMode="auto">
              <a:xfrm>
                <a:off x="4159"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34" name="Line 442">
                <a:extLst>
                  <a:ext uri="{FF2B5EF4-FFF2-40B4-BE49-F238E27FC236}">
                    <a16:creationId xmlns:a16="http://schemas.microsoft.com/office/drawing/2014/main" id="{7752C6FC-4279-4067-86A9-2A85AFA4984B}"/>
                  </a:ext>
                </a:extLst>
              </p:cNvPr>
              <p:cNvSpPr>
                <a:spLocks noChangeShapeType="1"/>
              </p:cNvSpPr>
              <p:nvPr/>
            </p:nvSpPr>
            <p:spPr bwMode="auto">
              <a:xfrm>
                <a:off x="4186" y="1387"/>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35" name="Group 443">
            <a:extLst>
              <a:ext uri="{FF2B5EF4-FFF2-40B4-BE49-F238E27FC236}">
                <a16:creationId xmlns:a16="http://schemas.microsoft.com/office/drawing/2014/main" id="{40FFC3F9-4DF4-40F2-A266-AD81DA7E0F3A}"/>
              </a:ext>
            </a:extLst>
          </p:cNvPr>
          <p:cNvGrpSpPr>
            <a:grpSpLocks/>
          </p:cNvGrpSpPr>
          <p:nvPr/>
        </p:nvGrpSpPr>
        <p:grpSpPr bwMode="auto">
          <a:xfrm>
            <a:off x="5126038" y="990600"/>
            <a:ext cx="373062" cy="487363"/>
            <a:chOff x="3229" y="624"/>
            <a:chExt cx="235" cy="307"/>
          </a:xfrm>
        </p:grpSpPr>
        <p:sp>
          <p:nvSpPr>
            <p:cNvPr id="34236" name="Oval 444">
              <a:extLst>
                <a:ext uri="{FF2B5EF4-FFF2-40B4-BE49-F238E27FC236}">
                  <a16:creationId xmlns:a16="http://schemas.microsoft.com/office/drawing/2014/main" id="{4743CD15-1B03-442B-97AA-91A90A2F962A}"/>
                </a:ext>
              </a:extLst>
            </p:cNvPr>
            <p:cNvSpPr>
              <a:spLocks noChangeArrowheads="1"/>
            </p:cNvSpPr>
            <p:nvPr/>
          </p:nvSpPr>
          <p:spPr bwMode="auto">
            <a:xfrm>
              <a:off x="3416" y="883"/>
              <a:ext cx="48" cy="48"/>
            </a:xfrm>
            <a:prstGeom prst="ellipse">
              <a:avLst/>
            </a:prstGeom>
            <a:solidFill>
              <a:srgbClr val="FFFF00"/>
            </a:soli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37" name="Group 445">
              <a:extLst>
                <a:ext uri="{FF2B5EF4-FFF2-40B4-BE49-F238E27FC236}">
                  <a16:creationId xmlns:a16="http://schemas.microsoft.com/office/drawing/2014/main" id="{8490AD04-11EF-4448-93A8-FBF78E9ACBD1}"/>
                </a:ext>
              </a:extLst>
            </p:cNvPr>
            <p:cNvGrpSpPr>
              <a:grpSpLocks/>
            </p:cNvGrpSpPr>
            <p:nvPr/>
          </p:nvGrpSpPr>
          <p:grpSpPr bwMode="auto">
            <a:xfrm>
              <a:off x="3229" y="624"/>
              <a:ext cx="207" cy="288"/>
              <a:chOff x="4140" y="960"/>
              <a:chExt cx="207" cy="288"/>
            </a:xfrm>
          </p:grpSpPr>
          <p:sp>
            <p:nvSpPr>
              <p:cNvPr id="34238" name="Text Box 446">
                <a:extLst>
                  <a:ext uri="{FF2B5EF4-FFF2-40B4-BE49-F238E27FC236}">
                    <a16:creationId xmlns:a16="http://schemas.microsoft.com/office/drawing/2014/main" id="{DB5EEA84-59F5-4B49-BD04-ED60CD59B67F}"/>
                  </a:ext>
                </a:extLst>
              </p:cNvPr>
              <p:cNvSpPr txBox="1">
                <a:spLocks noChangeArrowheads="1"/>
              </p:cNvSpPr>
              <p:nvPr/>
            </p:nvSpPr>
            <p:spPr bwMode="auto">
              <a:xfrm>
                <a:off x="4140" y="960"/>
                <a:ext cx="2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CC0000"/>
                    </a:solidFill>
                    <a:latin typeface="Modern" pitchFamily="50"/>
                  </a:rPr>
                  <a:t>g</a:t>
                </a:r>
              </a:p>
            </p:txBody>
          </p:sp>
          <p:sp>
            <p:nvSpPr>
              <p:cNvPr id="34239" name="Line 447">
                <a:extLst>
                  <a:ext uri="{FF2B5EF4-FFF2-40B4-BE49-F238E27FC236}">
                    <a16:creationId xmlns:a16="http://schemas.microsoft.com/office/drawing/2014/main" id="{B6D5193C-18F5-415D-9F4E-1560E19CDE50}"/>
                  </a:ext>
                </a:extLst>
              </p:cNvPr>
              <p:cNvSpPr>
                <a:spLocks noChangeShapeType="1"/>
              </p:cNvSpPr>
              <p:nvPr/>
            </p:nvSpPr>
            <p:spPr bwMode="auto">
              <a:xfrm>
                <a:off x="4315" y="105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40" name="Line 448">
                <a:extLst>
                  <a:ext uri="{FF2B5EF4-FFF2-40B4-BE49-F238E27FC236}">
                    <a16:creationId xmlns:a16="http://schemas.microsoft.com/office/drawing/2014/main" id="{AE830032-CF8B-40D8-A168-983DA87A077C}"/>
                  </a:ext>
                </a:extLst>
              </p:cNvPr>
              <p:cNvSpPr>
                <a:spLocks noChangeShapeType="1"/>
              </p:cNvSpPr>
              <p:nvPr/>
            </p:nvSpPr>
            <p:spPr bwMode="auto">
              <a:xfrm>
                <a:off x="4342" y="1051"/>
                <a:ext cx="0" cy="48"/>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241" name="Group 449">
            <a:extLst>
              <a:ext uri="{FF2B5EF4-FFF2-40B4-BE49-F238E27FC236}">
                <a16:creationId xmlns:a16="http://schemas.microsoft.com/office/drawing/2014/main" id="{F64B3C29-62F1-40D6-8B52-79667B838372}"/>
              </a:ext>
            </a:extLst>
          </p:cNvPr>
          <p:cNvGrpSpPr>
            <a:grpSpLocks/>
          </p:cNvGrpSpPr>
          <p:nvPr/>
        </p:nvGrpSpPr>
        <p:grpSpPr bwMode="auto">
          <a:xfrm>
            <a:off x="2971800" y="1066800"/>
            <a:ext cx="1349375" cy="1066800"/>
            <a:chOff x="1872" y="672"/>
            <a:chExt cx="850" cy="672"/>
          </a:xfrm>
        </p:grpSpPr>
        <p:sp>
          <p:nvSpPr>
            <p:cNvPr id="34242" name="Line 450">
              <a:extLst>
                <a:ext uri="{FF2B5EF4-FFF2-40B4-BE49-F238E27FC236}">
                  <a16:creationId xmlns:a16="http://schemas.microsoft.com/office/drawing/2014/main" id="{7DBC905A-50EE-49C0-96BF-75132CEC302D}"/>
                </a:ext>
              </a:extLst>
            </p:cNvPr>
            <p:cNvSpPr>
              <a:spLocks noChangeShapeType="1"/>
            </p:cNvSpPr>
            <p:nvPr/>
          </p:nvSpPr>
          <p:spPr bwMode="auto">
            <a:xfrm flipH="1">
              <a:off x="1872" y="864"/>
              <a:ext cx="384" cy="432"/>
            </a:xfrm>
            <a:prstGeom prst="line">
              <a:avLst/>
            </a:prstGeom>
            <a:noFill/>
            <a:ln w="19050">
              <a:solidFill>
                <a:schemeClr val="accent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43" name="Line 451">
              <a:extLst>
                <a:ext uri="{FF2B5EF4-FFF2-40B4-BE49-F238E27FC236}">
                  <a16:creationId xmlns:a16="http://schemas.microsoft.com/office/drawing/2014/main" id="{514E864F-E624-4A2F-BDE2-E1617B862264}"/>
                </a:ext>
              </a:extLst>
            </p:cNvPr>
            <p:cNvSpPr>
              <a:spLocks noChangeShapeType="1"/>
            </p:cNvSpPr>
            <p:nvPr/>
          </p:nvSpPr>
          <p:spPr bwMode="auto">
            <a:xfrm flipH="1">
              <a:off x="2082" y="912"/>
              <a:ext cx="384" cy="432"/>
            </a:xfrm>
            <a:prstGeom prst="line">
              <a:avLst/>
            </a:prstGeom>
            <a:noFill/>
            <a:ln w="19050">
              <a:solidFill>
                <a:schemeClr val="accent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44" name="Text Box 452">
              <a:extLst>
                <a:ext uri="{FF2B5EF4-FFF2-40B4-BE49-F238E27FC236}">
                  <a16:creationId xmlns:a16="http://schemas.microsoft.com/office/drawing/2014/main" id="{1AA6F83C-03B4-421B-8710-6F72B07585C4}"/>
                </a:ext>
              </a:extLst>
            </p:cNvPr>
            <p:cNvSpPr txBox="1">
              <a:spLocks noChangeArrowheads="1"/>
            </p:cNvSpPr>
            <p:nvPr/>
          </p:nvSpPr>
          <p:spPr bwMode="auto">
            <a:xfrm>
              <a:off x="2208" y="672"/>
              <a:ext cx="514" cy="273"/>
            </a:xfrm>
            <a:prstGeom prst="rect">
              <a:avLst/>
            </a:prstGeom>
            <a:solidFill>
              <a:srgbClr val="FFFF00"/>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90000"/>
                </a:lnSpc>
                <a:spcBef>
                  <a:spcPct val="50000"/>
                </a:spcBef>
              </a:pPr>
              <a:r>
                <a:rPr lang="zh-CN" altLang="en-US" b="1">
                  <a:solidFill>
                    <a:srgbClr val="CC0000"/>
                  </a:solidFill>
                </a:rPr>
                <a:t>平行</a:t>
              </a:r>
            </a:p>
          </p:txBody>
        </p:sp>
      </p:grpSp>
      <p:grpSp>
        <p:nvGrpSpPr>
          <p:cNvPr id="34245" name="Group 453">
            <a:extLst>
              <a:ext uri="{FF2B5EF4-FFF2-40B4-BE49-F238E27FC236}">
                <a16:creationId xmlns:a16="http://schemas.microsoft.com/office/drawing/2014/main" id="{EAF87A16-ECAF-4836-8601-DEEB92634A4D}"/>
              </a:ext>
            </a:extLst>
          </p:cNvPr>
          <p:cNvGrpSpPr>
            <a:grpSpLocks/>
          </p:cNvGrpSpPr>
          <p:nvPr/>
        </p:nvGrpSpPr>
        <p:grpSpPr bwMode="auto">
          <a:xfrm>
            <a:off x="5191125" y="1771650"/>
            <a:ext cx="1835150" cy="736600"/>
            <a:chOff x="3270" y="1116"/>
            <a:chExt cx="1156" cy="464"/>
          </a:xfrm>
        </p:grpSpPr>
        <p:sp>
          <p:nvSpPr>
            <p:cNvPr id="34246" name="Freeform 454">
              <a:extLst>
                <a:ext uri="{FF2B5EF4-FFF2-40B4-BE49-F238E27FC236}">
                  <a16:creationId xmlns:a16="http://schemas.microsoft.com/office/drawing/2014/main" id="{099A30C8-50A5-4ACC-89D9-99AEB55531B5}"/>
                </a:ext>
              </a:extLst>
            </p:cNvPr>
            <p:cNvSpPr>
              <a:spLocks/>
            </p:cNvSpPr>
            <p:nvPr/>
          </p:nvSpPr>
          <p:spPr bwMode="auto">
            <a:xfrm>
              <a:off x="3270" y="1171"/>
              <a:ext cx="736" cy="224"/>
            </a:xfrm>
            <a:custGeom>
              <a:avLst/>
              <a:gdLst>
                <a:gd name="T0" fmla="*/ 736 w 736"/>
                <a:gd name="T1" fmla="*/ 0 h 224"/>
                <a:gd name="T2" fmla="*/ 0 w 736"/>
                <a:gd name="T3" fmla="*/ 224 h 224"/>
              </a:gdLst>
              <a:ahLst/>
              <a:cxnLst>
                <a:cxn ang="0">
                  <a:pos x="T0" y="T1"/>
                </a:cxn>
                <a:cxn ang="0">
                  <a:pos x="T2" y="T3"/>
                </a:cxn>
              </a:cxnLst>
              <a:rect l="0" t="0" r="r" b="b"/>
              <a:pathLst>
                <a:path w="736" h="224">
                  <a:moveTo>
                    <a:pt x="736" y="0"/>
                  </a:moveTo>
                  <a:lnTo>
                    <a:pt x="0" y="224"/>
                  </a:lnTo>
                </a:path>
              </a:pathLst>
            </a:custGeom>
            <a:noFill/>
            <a:ln w="19050" cmpd="sng">
              <a:solidFill>
                <a:schemeClr val="accent2"/>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47" name="Freeform 455">
              <a:extLst>
                <a:ext uri="{FF2B5EF4-FFF2-40B4-BE49-F238E27FC236}">
                  <a16:creationId xmlns:a16="http://schemas.microsoft.com/office/drawing/2014/main" id="{8BE339B7-2082-4AE9-8831-08736C263C50}"/>
                </a:ext>
              </a:extLst>
            </p:cNvPr>
            <p:cNvSpPr>
              <a:spLocks/>
            </p:cNvSpPr>
            <p:nvPr/>
          </p:nvSpPr>
          <p:spPr bwMode="auto">
            <a:xfrm>
              <a:off x="3546" y="1356"/>
              <a:ext cx="736" cy="224"/>
            </a:xfrm>
            <a:custGeom>
              <a:avLst/>
              <a:gdLst>
                <a:gd name="T0" fmla="*/ 736 w 736"/>
                <a:gd name="T1" fmla="*/ 0 h 224"/>
                <a:gd name="T2" fmla="*/ 0 w 736"/>
                <a:gd name="T3" fmla="*/ 224 h 224"/>
              </a:gdLst>
              <a:ahLst/>
              <a:cxnLst>
                <a:cxn ang="0">
                  <a:pos x="T0" y="T1"/>
                </a:cxn>
                <a:cxn ang="0">
                  <a:pos x="T2" y="T3"/>
                </a:cxn>
              </a:cxnLst>
              <a:rect l="0" t="0" r="r" b="b"/>
              <a:pathLst>
                <a:path w="736" h="224">
                  <a:moveTo>
                    <a:pt x="736" y="0"/>
                  </a:moveTo>
                  <a:lnTo>
                    <a:pt x="0" y="224"/>
                  </a:lnTo>
                </a:path>
              </a:pathLst>
            </a:custGeom>
            <a:noFill/>
            <a:ln w="19050" cmpd="sng">
              <a:solidFill>
                <a:schemeClr val="accent2"/>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48" name="Text Box 456">
              <a:extLst>
                <a:ext uri="{FF2B5EF4-FFF2-40B4-BE49-F238E27FC236}">
                  <a16:creationId xmlns:a16="http://schemas.microsoft.com/office/drawing/2014/main" id="{F15C995F-3746-4231-A277-95285EEEF2E4}"/>
                </a:ext>
              </a:extLst>
            </p:cNvPr>
            <p:cNvSpPr txBox="1">
              <a:spLocks noChangeArrowheads="1"/>
            </p:cNvSpPr>
            <p:nvPr/>
          </p:nvSpPr>
          <p:spPr bwMode="auto">
            <a:xfrm>
              <a:off x="3912" y="1116"/>
              <a:ext cx="514" cy="273"/>
            </a:xfrm>
            <a:prstGeom prst="rect">
              <a:avLst/>
            </a:prstGeom>
            <a:solidFill>
              <a:srgbClr val="FFFF00"/>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90000"/>
                </a:lnSpc>
                <a:spcBef>
                  <a:spcPct val="50000"/>
                </a:spcBef>
              </a:pPr>
              <a:r>
                <a:rPr lang="zh-CN" altLang="en-US" b="1">
                  <a:solidFill>
                    <a:srgbClr val="CC0000"/>
                  </a:solidFill>
                </a:rPr>
                <a:t>平行</a:t>
              </a:r>
            </a:p>
          </p:txBody>
        </p:sp>
      </p:grpSp>
      <p:sp>
        <p:nvSpPr>
          <p:cNvPr id="34249" name="Text Box 457">
            <a:extLst>
              <a:ext uri="{FF2B5EF4-FFF2-40B4-BE49-F238E27FC236}">
                <a16:creationId xmlns:a16="http://schemas.microsoft.com/office/drawing/2014/main" id="{91EB4771-9293-4A0D-80C0-2E4DDBE479FC}"/>
              </a:ext>
            </a:extLst>
          </p:cNvPr>
          <p:cNvSpPr txBox="1">
            <a:spLocks noChangeArrowheads="1"/>
          </p:cNvSpPr>
          <p:nvPr/>
        </p:nvSpPr>
        <p:spPr bwMode="auto">
          <a:xfrm>
            <a:off x="7064375" y="3427413"/>
            <a:ext cx="1885950" cy="831850"/>
          </a:xfrm>
          <a:prstGeom prst="rect">
            <a:avLst/>
          </a:prstGeom>
          <a:solidFill>
            <a:srgbClr val="FFFF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CC0000"/>
                </a:solidFill>
              </a:rPr>
              <a:t>相贯线由</a:t>
            </a:r>
          </a:p>
          <a:p>
            <a:r>
              <a:rPr lang="en-US" altLang="zh-CN" b="1">
                <a:solidFill>
                  <a:srgbClr val="CC0000"/>
                </a:solidFill>
              </a:rPr>
              <a:t>7</a:t>
            </a:r>
            <a:r>
              <a:rPr lang="zh-CN" altLang="en-US" b="1">
                <a:solidFill>
                  <a:srgbClr val="CC0000"/>
                </a:solidFill>
              </a:rPr>
              <a:t>段直线围成</a:t>
            </a:r>
          </a:p>
        </p:txBody>
      </p:sp>
      <p:grpSp>
        <p:nvGrpSpPr>
          <p:cNvPr id="34033" name="Group 241">
            <a:extLst>
              <a:ext uri="{FF2B5EF4-FFF2-40B4-BE49-F238E27FC236}">
                <a16:creationId xmlns:a16="http://schemas.microsoft.com/office/drawing/2014/main" id="{1DC29361-4A7F-4B0C-B780-7D9DD24E77F4}"/>
              </a:ext>
            </a:extLst>
          </p:cNvPr>
          <p:cNvGrpSpPr>
            <a:grpSpLocks/>
          </p:cNvGrpSpPr>
          <p:nvPr/>
        </p:nvGrpSpPr>
        <p:grpSpPr bwMode="auto">
          <a:xfrm>
            <a:off x="4953000" y="4262438"/>
            <a:ext cx="3213100" cy="2443162"/>
            <a:chOff x="3120" y="2685"/>
            <a:chExt cx="2024" cy="1539"/>
          </a:xfrm>
        </p:grpSpPr>
        <p:grpSp>
          <p:nvGrpSpPr>
            <p:cNvPr id="34034" name="Group 242">
              <a:extLst>
                <a:ext uri="{FF2B5EF4-FFF2-40B4-BE49-F238E27FC236}">
                  <a16:creationId xmlns:a16="http://schemas.microsoft.com/office/drawing/2014/main" id="{12753FC2-41FA-466C-85DE-4755C7958554}"/>
                </a:ext>
              </a:extLst>
            </p:cNvPr>
            <p:cNvGrpSpPr>
              <a:grpSpLocks/>
            </p:cNvGrpSpPr>
            <p:nvPr/>
          </p:nvGrpSpPr>
          <p:grpSpPr bwMode="auto">
            <a:xfrm>
              <a:off x="3120" y="2685"/>
              <a:ext cx="2024" cy="1539"/>
              <a:chOff x="3120" y="2685"/>
              <a:chExt cx="2024" cy="1539"/>
            </a:xfrm>
          </p:grpSpPr>
          <p:grpSp>
            <p:nvGrpSpPr>
              <p:cNvPr id="34035" name="Group 243">
                <a:extLst>
                  <a:ext uri="{FF2B5EF4-FFF2-40B4-BE49-F238E27FC236}">
                    <a16:creationId xmlns:a16="http://schemas.microsoft.com/office/drawing/2014/main" id="{03A7F06B-ADA0-42D5-9DC6-C9856C451507}"/>
                  </a:ext>
                </a:extLst>
              </p:cNvPr>
              <p:cNvGrpSpPr>
                <a:grpSpLocks/>
              </p:cNvGrpSpPr>
              <p:nvPr/>
            </p:nvGrpSpPr>
            <p:grpSpPr bwMode="auto">
              <a:xfrm>
                <a:off x="3120" y="2685"/>
                <a:ext cx="2024" cy="1539"/>
                <a:chOff x="3120" y="2685"/>
                <a:chExt cx="2024" cy="1539"/>
              </a:xfrm>
            </p:grpSpPr>
            <p:grpSp>
              <p:nvGrpSpPr>
                <p:cNvPr id="34036" name="Group 244">
                  <a:extLst>
                    <a:ext uri="{FF2B5EF4-FFF2-40B4-BE49-F238E27FC236}">
                      <a16:creationId xmlns:a16="http://schemas.microsoft.com/office/drawing/2014/main" id="{F30D39F6-FF1D-496A-97AE-07AF55F1795D}"/>
                    </a:ext>
                  </a:extLst>
                </p:cNvPr>
                <p:cNvGrpSpPr>
                  <a:grpSpLocks/>
                </p:cNvGrpSpPr>
                <p:nvPr/>
              </p:nvGrpSpPr>
              <p:grpSpPr bwMode="auto">
                <a:xfrm>
                  <a:off x="3120" y="2685"/>
                  <a:ext cx="2024" cy="1539"/>
                  <a:chOff x="3120" y="2685"/>
                  <a:chExt cx="2024" cy="1539"/>
                </a:xfrm>
              </p:grpSpPr>
              <p:grpSp>
                <p:nvGrpSpPr>
                  <p:cNvPr id="34037" name="Group 245">
                    <a:extLst>
                      <a:ext uri="{FF2B5EF4-FFF2-40B4-BE49-F238E27FC236}">
                        <a16:creationId xmlns:a16="http://schemas.microsoft.com/office/drawing/2014/main" id="{C864156B-6BAB-4A33-8FC1-65B878BF8FB6}"/>
                      </a:ext>
                    </a:extLst>
                  </p:cNvPr>
                  <p:cNvGrpSpPr>
                    <a:grpSpLocks/>
                  </p:cNvGrpSpPr>
                  <p:nvPr/>
                </p:nvGrpSpPr>
                <p:grpSpPr bwMode="auto">
                  <a:xfrm>
                    <a:off x="3120" y="2685"/>
                    <a:ext cx="2024" cy="1539"/>
                    <a:chOff x="3120" y="2685"/>
                    <a:chExt cx="2024" cy="1539"/>
                  </a:xfrm>
                </p:grpSpPr>
                <p:sp>
                  <p:nvSpPr>
                    <p:cNvPr id="34038" name="Freeform 246">
                      <a:extLst>
                        <a:ext uri="{FF2B5EF4-FFF2-40B4-BE49-F238E27FC236}">
                          <a16:creationId xmlns:a16="http://schemas.microsoft.com/office/drawing/2014/main" id="{47695D23-71D2-4C2A-BC5E-10A25700AE96}"/>
                        </a:ext>
                      </a:extLst>
                    </p:cNvPr>
                    <p:cNvSpPr>
                      <a:spLocks noChangeArrowheads="1"/>
                    </p:cNvSpPr>
                    <p:nvPr/>
                  </p:nvSpPr>
                  <p:spPr bwMode="auto">
                    <a:xfrm>
                      <a:off x="3120" y="2787"/>
                      <a:ext cx="1532" cy="1319"/>
                    </a:xfrm>
                    <a:custGeom>
                      <a:avLst/>
                      <a:gdLst>
                        <a:gd name="T0" fmla="*/ 0 w 1532"/>
                        <a:gd name="T1" fmla="*/ 851 h 1319"/>
                        <a:gd name="T2" fmla="*/ 1060 w 1532"/>
                        <a:gd name="T3" fmla="*/ 0 h 1319"/>
                        <a:gd name="T4" fmla="*/ 1118 w 1532"/>
                        <a:gd name="T5" fmla="*/ 52 h 1319"/>
                        <a:gd name="T6" fmla="*/ 934 w 1532"/>
                        <a:gd name="T7" fmla="*/ 281 h 1319"/>
                        <a:gd name="T8" fmla="*/ 1302 w 1532"/>
                        <a:gd name="T9" fmla="*/ 239 h 1319"/>
                        <a:gd name="T10" fmla="*/ 1532 w 1532"/>
                        <a:gd name="T11" fmla="*/ 471 h 1319"/>
                        <a:gd name="T12" fmla="*/ 480 w 1532"/>
                        <a:gd name="T13" fmla="*/ 1319 h 1319"/>
                        <a:gd name="T14" fmla="*/ 2 w 1532"/>
                        <a:gd name="T15" fmla="*/ 849 h 1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2" h="1319">
                          <a:moveTo>
                            <a:pt x="0" y="851"/>
                          </a:moveTo>
                          <a:lnTo>
                            <a:pt x="1060" y="0"/>
                          </a:lnTo>
                          <a:lnTo>
                            <a:pt x="1118" y="52"/>
                          </a:lnTo>
                          <a:lnTo>
                            <a:pt x="934" y="281"/>
                          </a:lnTo>
                          <a:lnTo>
                            <a:pt x="1302" y="239"/>
                          </a:lnTo>
                          <a:lnTo>
                            <a:pt x="1532" y="471"/>
                          </a:lnTo>
                          <a:lnTo>
                            <a:pt x="480" y="1319"/>
                          </a:lnTo>
                          <a:lnTo>
                            <a:pt x="2" y="849"/>
                          </a:lnTo>
                        </a:path>
                      </a:pathLst>
                    </a:custGeom>
                    <a:solidFill>
                      <a:srgbClr val="99CCFF"/>
                    </a:solidFill>
                    <a:ln w="28575" cmpd="sng">
                      <a:solidFill>
                        <a:srgbClr val="000000"/>
                      </a:solidFill>
                      <a:prstDash val="solid"/>
                      <a:round/>
                      <a:headEnd/>
                      <a:tailEnd/>
                    </a:ln>
                  </p:spPr>
                  <p:txBody>
                    <a:bodyPr/>
                    <a:lstStyle/>
                    <a:p>
                      <a:endParaRPr lang="en-US"/>
                    </a:p>
                  </p:txBody>
                </p:sp>
                <p:sp>
                  <p:nvSpPr>
                    <p:cNvPr id="34039" name="Freeform 247">
                      <a:extLst>
                        <a:ext uri="{FF2B5EF4-FFF2-40B4-BE49-F238E27FC236}">
                          <a16:creationId xmlns:a16="http://schemas.microsoft.com/office/drawing/2014/main" id="{0747F728-A3F8-40D0-AFE9-2EE1889A7E8F}"/>
                        </a:ext>
                      </a:extLst>
                    </p:cNvPr>
                    <p:cNvSpPr>
                      <a:spLocks noChangeArrowheads="1"/>
                    </p:cNvSpPr>
                    <p:nvPr/>
                  </p:nvSpPr>
                  <p:spPr bwMode="auto">
                    <a:xfrm>
                      <a:off x="4057" y="2685"/>
                      <a:ext cx="367" cy="383"/>
                    </a:xfrm>
                    <a:custGeom>
                      <a:avLst/>
                      <a:gdLst>
                        <a:gd name="T0" fmla="*/ 301 w 367"/>
                        <a:gd name="T1" fmla="*/ 0 h 383"/>
                        <a:gd name="T2" fmla="*/ 367 w 367"/>
                        <a:gd name="T3" fmla="*/ 345 h 383"/>
                        <a:gd name="T4" fmla="*/ 0 w 367"/>
                        <a:gd name="T5" fmla="*/ 383 h 383"/>
                        <a:gd name="T6" fmla="*/ 301 w 367"/>
                        <a:gd name="T7" fmla="*/ 0 h 383"/>
                      </a:gdLst>
                      <a:ahLst/>
                      <a:cxnLst>
                        <a:cxn ang="0">
                          <a:pos x="T0" y="T1"/>
                        </a:cxn>
                        <a:cxn ang="0">
                          <a:pos x="T2" y="T3"/>
                        </a:cxn>
                        <a:cxn ang="0">
                          <a:pos x="T4" y="T5"/>
                        </a:cxn>
                        <a:cxn ang="0">
                          <a:pos x="T6" y="T7"/>
                        </a:cxn>
                      </a:cxnLst>
                      <a:rect l="0" t="0" r="r" b="b"/>
                      <a:pathLst>
                        <a:path w="367" h="383">
                          <a:moveTo>
                            <a:pt x="301" y="0"/>
                          </a:moveTo>
                          <a:lnTo>
                            <a:pt x="367" y="345"/>
                          </a:lnTo>
                          <a:lnTo>
                            <a:pt x="0" y="383"/>
                          </a:lnTo>
                          <a:lnTo>
                            <a:pt x="301" y="0"/>
                          </a:lnTo>
                        </a:path>
                      </a:pathLst>
                    </a:custGeom>
                    <a:solidFill>
                      <a:srgbClr val="CC99FF"/>
                    </a:solidFill>
                    <a:ln w="28575" cmpd="sng">
                      <a:solidFill>
                        <a:srgbClr val="000000"/>
                      </a:solidFill>
                      <a:prstDash val="solid"/>
                      <a:round/>
                      <a:headEnd/>
                      <a:tailEnd/>
                    </a:ln>
                  </p:spPr>
                  <p:txBody>
                    <a:bodyPr/>
                    <a:lstStyle/>
                    <a:p>
                      <a:endParaRPr lang="en-US"/>
                    </a:p>
                  </p:txBody>
                </p:sp>
                <p:sp>
                  <p:nvSpPr>
                    <p:cNvPr id="34040" name="Freeform 248">
                      <a:extLst>
                        <a:ext uri="{FF2B5EF4-FFF2-40B4-BE49-F238E27FC236}">
                          <a16:creationId xmlns:a16="http://schemas.microsoft.com/office/drawing/2014/main" id="{17DEAB98-7396-44BE-9BDF-31A8D4722EDE}"/>
                        </a:ext>
                      </a:extLst>
                    </p:cNvPr>
                    <p:cNvSpPr>
                      <a:spLocks noChangeArrowheads="1"/>
                    </p:cNvSpPr>
                    <p:nvPr/>
                  </p:nvSpPr>
                  <p:spPr bwMode="auto">
                    <a:xfrm>
                      <a:off x="4358" y="2685"/>
                      <a:ext cx="347" cy="663"/>
                    </a:xfrm>
                    <a:custGeom>
                      <a:avLst/>
                      <a:gdLst>
                        <a:gd name="T0" fmla="*/ 347 w 347"/>
                        <a:gd name="T1" fmla="*/ 663 h 663"/>
                        <a:gd name="T2" fmla="*/ 296 w 347"/>
                        <a:gd name="T3" fmla="*/ 574 h 663"/>
                        <a:gd name="T4" fmla="*/ 66 w 347"/>
                        <a:gd name="T5" fmla="*/ 345 h 663"/>
                        <a:gd name="T6" fmla="*/ 0 w 347"/>
                        <a:gd name="T7" fmla="*/ 0 h 663"/>
                        <a:gd name="T8" fmla="*/ 346 w 347"/>
                        <a:gd name="T9" fmla="*/ 662 h 663"/>
                      </a:gdLst>
                      <a:ahLst/>
                      <a:cxnLst>
                        <a:cxn ang="0">
                          <a:pos x="T0" y="T1"/>
                        </a:cxn>
                        <a:cxn ang="0">
                          <a:pos x="T2" y="T3"/>
                        </a:cxn>
                        <a:cxn ang="0">
                          <a:pos x="T4" y="T5"/>
                        </a:cxn>
                        <a:cxn ang="0">
                          <a:pos x="T6" y="T7"/>
                        </a:cxn>
                        <a:cxn ang="0">
                          <a:pos x="T8" y="T9"/>
                        </a:cxn>
                      </a:cxnLst>
                      <a:rect l="0" t="0" r="r" b="b"/>
                      <a:pathLst>
                        <a:path w="347" h="663">
                          <a:moveTo>
                            <a:pt x="347" y="663"/>
                          </a:moveTo>
                          <a:lnTo>
                            <a:pt x="296" y="574"/>
                          </a:lnTo>
                          <a:lnTo>
                            <a:pt x="66" y="345"/>
                          </a:lnTo>
                          <a:lnTo>
                            <a:pt x="0" y="0"/>
                          </a:lnTo>
                          <a:lnTo>
                            <a:pt x="346" y="662"/>
                          </a:lnTo>
                        </a:path>
                      </a:pathLst>
                    </a:custGeom>
                    <a:solidFill>
                      <a:srgbClr val="9933FF"/>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41" name="Line 249">
                      <a:extLst>
                        <a:ext uri="{FF2B5EF4-FFF2-40B4-BE49-F238E27FC236}">
                          <a16:creationId xmlns:a16="http://schemas.microsoft.com/office/drawing/2014/main" id="{62389397-2CD1-4B3A-B7B7-5A11557DD609}"/>
                        </a:ext>
                      </a:extLst>
                    </p:cNvPr>
                    <p:cNvSpPr>
                      <a:spLocks noChangeShapeType="1"/>
                    </p:cNvSpPr>
                    <p:nvPr/>
                  </p:nvSpPr>
                  <p:spPr bwMode="auto">
                    <a:xfrm flipH="1">
                      <a:off x="4055" y="3030"/>
                      <a:ext cx="369" cy="3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042" name="Freeform 250">
                      <a:extLst>
                        <a:ext uri="{FF2B5EF4-FFF2-40B4-BE49-F238E27FC236}">
                          <a16:creationId xmlns:a16="http://schemas.microsoft.com/office/drawing/2014/main" id="{F490CA7F-679D-4B6E-BC31-6218B6EAA730}"/>
                        </a:ext>
                      </a:extLst>
                    </p:cNvPr>
                    <p:cNvSpPr>
                      <a:spLocks noChangeArrowheads="1"/>
                    </p:cNvSpPr>
                    <p:nvPr/>
                  </p:nvSpPr>
                  <p:spPr bwMode="auto">
                    <a:xfrm>
                      <a:off x="3597" y="3259"/>
                      <a:ext cx="1547" cy="849"/>
                    </a:xfrm>
                    <a:custGeom>
                      <a:avLst/>
                      <a:gdLst>
                        <a:gd name="T0" fmla="*/ 0 w 1547"/>
                        <a:gd name="T1" fmla="*/ 849 h 849"/>
                        <a:gd name="T2" fmla="*/ 1057 w 1547"/>
                        <a:gd name="T3" fmla="*/ 0 h 849"/>
                        <a:gd name="T4" fmla="*/ 1547 w 1547"/>
                        <a:gd name="T5" fmla="*/ 848 h 849"/>
                        <a:gd name="T6" fmla="*/ 0 w 1547"/>
                        <a:gd name="T7" fmla="*/ 848 h 849"/>
                      </a:gdLst>
                      <a:ahLst/>
                      <a:cxnLst>
                        <a:cxn ang="0">
                          <a:pos x="T0" y="T1"/>
                        </a:cxn>
                        <a:cxn ang="0">
                          <a:pos x="T2" y="T3"/>
                        </a:cxn>
                        <a:cxn ang="0">
                          <a:pos x="T4" y="T5"/>
                        </a:cxn>
                        <a:cxn ang="0">
                          <a:pos x="T6" y="T7"/>
                        </a:cxn>
                      </a:cxnLst>
                      <a:rect l="0" t="0" r="r" b="b"/>
                      <a:pathLst>
                        <a:path w="1547" h="849">
                          <a:moveTo>
                            <a:pt x="0" y="849"/>
                          </a:moveTo>
                          <a:lnTo>
                            <a:pt x="1057" y="0"/>
                          </a:lnTo>
                          <a:lnTo>
                            <a:pt x="1547" y="848"/>
                          </a:lnTo>
                          <a:lnTo>
                            <a:pt x="0" y="848"/>
                          </a:lnTo>
                        </a:path>
                      </a:pathLst>
                    </a:custGeom>
                    <a:solidFill>
                      <a:srgbClr val="3366FF"/>
                    </a:solidFill>
                    <a:ln w="28575" cmpd="sng">
                      <a:solidFill>
                        <a:srgbClr val="000000"/>
                      </a:solidFill>
                      <a:prstDash val="solid"/>
                      <a:round/>
                      <a:headEnd/>
                      <a:tailEnd/>
                    </a:ln>
                  </p:spPr>
                  <p:txBody>
                    <a:bodyPr/>
                    <a:lstStyle/>
                    <a:p>
                      <a:endParaRPr lang="en-US"/>
                    </a:p>
                  </p:txBody>
                </p:sp>
                <p:sp>
                  <p:nvSpPr>
                    <p:cNvPr id="34043" name="Freeform 251">
                      <a:extLst>
                        <a:ext uri="{FF2B5EF4-FFF2-40B4-BE49-F238E27FC236}">
                          <a16:creationId xmlns:a16="http://schemas.microsoft.com/office/drawing/2014/main" id="{C6126F62-3099-4F99-8377-7A714029E28B}"/>
                        </a:ext>
                      </a:extLst>
                    </p:cNvPr>
                    <p:cNvSpPr>
                      <a:spLocks noChangeArrowheads="1"/>
                    </p:cNvSpPr>
                    <p:nvPr/>
                  </p:nvSpPr>
                  <p:spPr bwMode="auto">
                    <a:xfrm>
                      <a:off x="4339" y="4107"/>
                      <a:ext cx="314" cy="117"/>
                    </a:xfrm>
                    <a:custGeom>
                      <a:avLst/>
                      <a:gdLst>
                        <a:gd name="T0" fmla="*/ 0 w 314"/>
                        <a:gd name="T1" fmla="*/ 1 h 117"/>
                        <a:gd name="T2" fmla="*/ 314 w 314"/>
                        <a:gd name="T3" fmla="*/ 117 h 117"/>
                        <a:gd name="T4" fmla="*/ 291 w 314"/>
                        <a:gd name="T5" fmla="*/ 0 h 117"/>
                        <a:gd name="T6" fmla="*/ 1 w 314"/>
                        <a:gd name="T7" fmla="*/ 0 h 117"/>
                      </a:gdLst>
                      <a:ahLst/>
                      <a:cxnLst>
                        <a:cxn ang="0">
                          <a:pos x="T0" y="T1"/>
                        </a:cxn>
                        <a:cxn ang="0">
                          <a:pos x="T2" y="T3"/>
                        </a:cxn>
                        <a:cxn ang="0">
                          <a:pos x="T4" y="T5"/>
                        </a:cxn>
                        <a:cxn ang="0">
                          <a:pos x="T6" y="T7"/>
                        </a:cxn>
                      </a:cxnLst>
                      <a:rect l="0" t="0" r="r" b="b"/>
                      <a:pathLst>
                        <a:path w="314" h="117">
                          <a:moveTo>
                            <a:pt x="0" y="1"/>
                          </a:moveTo>
                          <a:lnTo>
                            <a:pt x="314" y="117"/>
                          </a:lnTo>
                          <a:lnTo>
                            <a:pt x="291" y="0"/>
                          </a:lnTo>
                          <a:lnTo>
                            <a:pt x="1" y="0"/>
                          </a:lnTo>
                        </a:path>
                      </a:pathLst>
                    </a:custGeom>
                    <a:solidFill>
                      <a:srgbClr val="CC99FF"/>
                    </a:solidFill>
                    <a:ln w="19050" cmpd="sng">
                      <a:solidFill>
                        <a:srgbClr val="000000"/>
                      </a:solidFill>
                      <a:prstDash val="solid"/>
                      <a:round/>
                      <a:headEnd/>
                      <a:tailEnd/>
                    </a:ln>
                  </p:spPr>
                  <p:txBody>
                    <a:bodyPr/>
                    <a:lstStyle/>
                    <a:p>
                      <a:endParaRPr lang="en-US"/>
                    </a:p>
                  </p:txBody>
                </p:sp>
                <p:sp>
                  <p:nvSpPr>
                    <p:cNvPr id="34044" name="Line 252">
                      <a:extLst>
                        <a:ext uri="{FF2B5EF4-FFF2-40B4-BE49-F238E27FC236}">
                          <a16:creationId xmlns:a16="http://schemas.microsoft.com/office/drawing/2014/main" id="{BF45B3ED-9D1A-4040-9DE8-7EB8AE8670F0}"/>
                        </a:ext>
                      </a:extLst>
                    </p:cNvPr>
                    <p:cNvSpPr>
                      <a:spLocks noChangeShapeType="1"/>
                    </p:cNvSpPr>
                    <p:nvPr/>
                  </p:nvSpPr>
                  <p:spPr bwMode="auto">
                    <a:xfrm flipH="1" flipV="1">
                      <a:off x="3571" y="3680"/>
                      <a:ext cx="1054" cy="400"/>
                    </a:xfrm>
                    <a:prstGeom prst="line">
                      <a:avLst/>
                    </a:prstGeom>
                    <a:noFill/>
                    <a:ln w="19050">
                      <a:solidFill>
                        <a:srgbClr val="FFFF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45" name="Line 253">
                      <a:extLst>
                        <a:ext uri="{FF2B5EF4-FFF2-40B4-BE49-F238E27FC236}">
                          <a16:creationId xmlns:a16="http://schemas.microsoft.com/office/drawing/2014/main" id="{14C40B07-7121-41DB-8EC3-F161682B8EB7}"/>
                        </a:ext>
                      </a:extLst>
                    </p:cNvPr>
                    <p:cNvSpPr>
                      <a:spLocks noChangeShapeType="1"/>
                    </p:cNvSpPr>
                    <p:nvPr/>
                  </p:nvSpPr>
                  <p:spPr bwMode="auto">
                    <a:xfrm>
                      <a:off x="3489" y="3785"/>
                      <a:ext cx="1444" cy="1"/>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34046" name="Freeform 254">
                      <a:extLst>
                        <a:ext uri="{FF2B5EF4-FFF2-40B4-BE49-F238E27FC236}">
                          <a16:creationId xmlns:a16="http://schemas.microsoft.com/office/drawing/2014/main" id="{5ED669CC-DB4D-4FED-A804-D5DD802D9821}"/>
                        </a:ext>
                      </a:extLst>
                    </p:cNvPr>
                    <p:cNvSpPr>
                      <a:spLocks noChangeArrowheads="1"/>
                    </p:cNvSpPr>
                    <p:nvPr/>
                  </p:nvSpPr>
                  <p:spPr bwMode="auto">
                    <a:xfrm>
                      <a:off x="4630" y="4107"/>
                      <a:ext cx="98" cy="115"/>
                    </a:xfrm>
                    <a:custGeom>
                      <a:avLst/>
                      <a:gdLst>
                        <a:gd name="T0" fmla="*/ 96 w 98"/>
                        <a:gd name="T1" fmla="*/ 0 h 115"/>
                        <a:gd name="T2" fmla="*/ 0 w 98"/>
                        <a:gd name="T3" fmla="*/ 0 h 115"/>
                        <a:gd name="T4" fmla="*/ 23 w 98"/>
                        <a:gd name="T5" fmla="*/ 115 h 115"/>
                        <a:gd name="T6" fmla="*/ 98 w 98"/>
                        <a:gd name="T7" fmla="*/ 1 h 115"/>
                      </a:gdLst>
                      <a:ahLst/>
                      <a:cxnLst>
                        <a:cxn ang="0">
                          <a:pos x="T0" y="T1"/>
                        </a:cxn>
                        <a:cxn ang="0">
                          <a:pos x="T2" y="T3"/>
                        </a:cxn>
                        <a:cxn ang="0">
                          <a:pos x="T4" y="T5"/>
                        </a:cxn>
                        <a:cxn ang="0">
                          <a:pos x="T6" y="T7"/>
                        </a:cxn>
                      </a:cxnLst>
                      <a:rect l="0" t="0" r="r" b="b"/>
                      <a:pathLst>
                        <a:path w="98" h="115">
                          <a:moveTo>
                            <a:pt x="96" y="0"/>
                          </a:moveTo>
                          <a:lnTo>
                            <a:pt x="0" y="0"/>
                          </a:lnTo>
                          <a:lnTo>
                            <a:pt x="23" y="115"/>
                          </a:lnTo>
                          <a:lnTo>
                            <a:pt x="98" y="1"/>
                          </a:lnTo>
                        </a:path>
                      </a:pathLst>
                    </a:custGeom>
                    <a:solidFill>
                      <a:srgbClr val="9933FF"/>
                    </a:solidFill>
                    <a:ln w="19050" cmpd="sng">
                      <a:solidFill>
                        <a:srgbClr val="000000"/>
                      </a:solidFill>
                      <a:prstDash val="solid"/>
                      <a:round/>
                      <a:headEnd/>
                      <a:tailEnd/>
                    </a:ln>
                  </p:spPr>
                  <p:txBody>
                    <a:bodyPr/>
                    <a:lstStyle/>
                    <a:p>
                      <a:endParaRPr lang="en-US"/>
                    </a:p>
                  </p:txBody>
                </p:sp>
                <p:sp>
                  <p:nvSpPr>
                    <p:cNvPr id="34047" name="Line 255">
                      <a:extLst>
                        <a:ext uri="{FF2B5EF4-FFF2-40B4-BE49-F238E27FC236}">
                          <a16:creationId xmlns:a16="http://schemas.microsoft.com/office/drawing/2014/main" id="{A46C4B56-4C59-42E9-AA33-4FBD1A26901A}"/>
                        </a:ext>
                      </a:extLst>
                    </p:cNvPr>
                    <p:cNvSpPr>
                      <a:spLocks noChangeShapeType="1"/>
                    </p:cNvSpPr>
                    <p:nvPr/>
                  </p:nvSpPr>
                  <p:spPr bwMode="auto">
                    <a:xfrm>
                      <a:off x="3489" y="3785"/>
                      <a:ext cx="850" cy="323"/>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48" name="Freeform 256">
                      <a:extLst>
                        <a:ext uri="{FF2B5EF4-FFF2-40B4-BE49-F238E27FC236}">
                          <a16:creationId xmlns:a16="http://schemas.microsoft.com/office/drawing/2014/main" id="{E6420FB2-417F-4CF6-80D9-268182855E39}"/>
                        </a:ext>
                      </a:extLst>
                    </p:cNvPr>
                    <p:cNvSpPr>
                      <a:spLocks noChangeArrowheads="1"/>
                    </p:cNvSpPr>
                    <p:nvPr/>
                  </p:nvSpPr>
                  <p:spPr bwMode="auto">
                    <a:xfrm>
                      <a:off x="4287" y="2892"/>
                      <a:ext cx="37" cy="40"/>
                    </a:xfrm>
                    <a:custGeom>
                      <a:avLst/>
                      <a:gdLst>
                        <a:gd name="T0" fmla="*/ 0 w 37"/>
                        <a:gd name="T1" fmla="*/ 0 h 40"/>
                        <a:gd name="T2" fmla="*/ 37 w 37"/>
                        <a:gd name="T3" fmla="*/ 40 h 40"/>
                      </a:gdLst>
                      <a:ahLst/>
                      <a:cxnLst>
                        <a:cxn ang="0">
                          <a:pos x="T0" y="T1"/>
                        </a:cxn>
                        <a:cxn ang="0">
                          <a:pos x="T2" y="T3"/>
                        </a:cxn>
                      </a:cxnLst>
                      <a:rect l="0" t="0" r="r" b="b"/>
                      <a:pathLst>
                        <a:path w="37" h="40">
                          <a:moveTo>
                            <a:pt x="0" y="0"/>
                          </a:moveTo>
                          <a:lnTo>
                            <a:pt x="37" y="40"/>
                          </a:lnTo>
                        </a:path>
                      </a:pathLst>
                    </a:custGeom>
                    <a:solidFill>
                      <a:srgbClr val="FFFFFF"/>
                    </a:solidFill>
                    <a:ln w="19050" cap="flat" cmpd="sng">
                      <a:solidFill>
                        <a:srgbClr val="000000"/>
                      </a:solidFill>
                      <a:prstDash val="solid"/>
                      <a:round/>
                      <a:headEnd/>
                      <a:tailEnd/>
                    </a:ln>
                  </p:spPr>
                  <p:txBody>
                    <a:bodyPr/>
                    <a:lstStyle/>
                    <a:p>
                      <a:endParaRPr lang="en-US"/>
                    </a:p>
                  </p:txBody>
                </p:sp>
                <p:sp>
                  <p:nvSpPr>
                    <p:cNvPr id="34049" name="Line 257">
                      <a:extLst>
                        <a:ext uri="{FF2B5EF4-FFF2-40B4-BE49-F238E27FC236}">
                          <a16:creationId xmlns:a16="http://schemas.microsoft.com/office/drawing/2014/main" id="{CA8DC159-CCA1-4E8B-9761-DAF6BA7AAE7E}"/>
                        </a:ext>
                      </a:extLst>
                    </p:cNvPr>
                    <p:cNvSpPr>
                      <a:spLocks noChangeShapeType="1"/>
                    </p:cNvSpPr>
                    <p:nvPr/>
                  </p:nvSpPr>
                  <p:spPr bwMode="auto">
                    <a:xfrm>
                      <a:off x="4704" y="3347"/>
                      <a:ext cx="229" cy="438"/>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0" name="Line 258">
                      <a:extLst>
                        <a:ext uri="{FF2B5EF4-FFF2-40B4-BE49-F238E27FC236}">
                          <a16:creationId xmlns:a16="http://schemas.microsoft.com/office/drawing/2014/main" id="{B3C7329A-F2E6-4BC5-AE61-6D487867CD31}"/>
                        </a:ext>
                      </a:extLst>
                    </p:cNvPr>
                    <p:cNvSpPr>
                      <a:spLocks noChangeShapeType="1"/>
                    </p:cNvSpPr>
                    <p:nvPr/>
                  </p:nvSpPr>
                  <p:spPr bwMode="auto">
                    <a:xfrm>
                      <a:off x="4424" y="3030"/>
                      <a:ext cx="391" cy="749"/>
                    </a:xfrm>
                    <a:prstGeom prst="line">
                      <a:avLst/>
                    </a:prstGeom>
                    <a:noFill/>
                    <a:ln w="19050">
                      <a:solidFill>
                        <a:srgbClr val="FFFF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1" name="Line 259">
                      <a:extLst>
                        <a:ext uri="{FF2B5EF4-FFF2-40B4-BE49-F238E27FC236}">
                          <a16:creationId xmlns:a16="http://schemas.microsoft.com/office/drawing/2014/main" id="{8F2C8F5D-CA9F-4881-BF57-8D7FCEBBA4F6}"/>
                        </a:ext>
                      </a:extLst>
                    </p:cNvPr>
                    <p:cNvSpPr>
                      <a:spLocks noChangeShapeType="1"/>
                    </p:cNvSpPr>
                    <p:nvPr/>
                  </p:nvSpPr>
                  <p:spPr bwMode="auto">
                    <a:xfrm flipH="1" flipV="1">
                      <a:off x="4325" y="2932"/>
                      <a:ext cx="390" cy="748"/>
                    </a:xfrm>
                    <a:prstGeom prst="line">
                      <a:avLst/>
                    </a:prstGeom>
                    <a:noFill/>
                    <a:ln w="19050">
                      <a:solidFill>
                        <a:srgbClr val="FFFF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2" name="Line 260">
                      <a:extLst>
                        <a:ext uri="{FF2B5EF4-FFF2-40B4-BE49-F238E27FC236}">
                          <a16:creationId xmlns:a16="http://schemas.microsoft.com/office/drawing/2014/main" id="{E744B934-2734-44FA-989A-E58E2356CC79}"/>
                        </a:ext>
                      </a:extLst>
                    </p:cNvPr>
                    <p:cNvSpPr>
                      <a:spLocks noChangeShapeType="1"/>
                    </p:cNvSpPr>
                    <p:nvPr/>
                  </p:nvSpPr>
                  <p:spPr bwMode="auto">
                    <a:xfrm>
                      <a:off x="3571" y="3680"/>
                      <a:ext cx="1144" cy="1"/>
                    </a:xfrm>
                    <a:prstGeom prst="line">
                      <a:avLst/>
                    </a:prstGeom>
                    <a:noFill/>
                    <a:ln w="19050">
                      <a:solidFill>
                        <a:srgbClr val="FFFF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3" name="Line 261">
                      <a:extLst>
                        <a:ext uri="{FF2B5EF4-FFF2-40B4-BE49-F238E27FC236}">
                          <a16:creationId xmlns:a16="http://schemas.microsoft.com/office/drawing/2014/main" id="{53C57CD2-36D1-403D-A9FC-67F491077357}"/>
                        </a:ext>
                      </a:extLst>
                    </p:cNvPr>
                    <p:cNvSpPr>
                      <a:spLocks noChangeShapeType="1"/>
                    </p:cNvSpPr>
                    <p:nvPr/>
                  </p:nvSpPr>
                  <p:spPr bwMode="auto">
                    <a:xfrm flipH="1">
                      <a:off x="4625" y="3779"/>
                      <a:ext cx="190" cy="301"/>
                    </a:xfrm>
                    <a:prstGeom prst="line">
                      <a:avLst/>
                    </a:prstGeom>
                    <a:noFill/>
                    <a:ln w="19050">
                      <a:solidFill>
                        <a:srgbClr val="FFFF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4" name="Line 262">
                      <a:extLst>
                        <a:ext uri="{FF2B5EF4-FFF2-40B4-BE49-F238E27FC236}">
                          <a16:creationId xmlns:a16="http://schemas.microsoft.com/office/drawing/2014/main" id="{D3048A37-C2B0-463D-BAA1-F0B9D5DB66FC}"/>
                        </a:ext>
                      </a:extLst>
                    </p:cNvPr>
                    <p:cNvSpPr>
                      <a:spLocks noChangeShapeType="1"/>
                    </p:cNvSpPr>
                    <p:nvPr/>
                  </p:nvSpPr>
                  <p:spPr bwMode="auto">
                    <a:xfrm flipV="1">
                      <a:off x="4728" y="3785"/>
                      <a:ext cx="205" cy="323"/>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5" name="Line 263">
                      <a:extLst>
                        <a:ext uri="{FF2B5EF4-FFF2-40B4-BE49-F238E27FC236}">
                          <a16:creationId xmlns:a16="http://schemas.microsoft.com/office/drawing/2014/main" id="{E3AC4682-77DE-402D-949C-E4360C88DFD1}"/>
                        </a:ext>
                      </a:extLst>
                    </p:cNvPr>
                    <p:cNvSpPr>
                      <a:spLocks noChangeShapeType="1"/>
                    </p:cNvSpPr>
                    <p:nvPr/>
                  </p:nvSpPr>
                  <p:spPr bwMode="auto">
                    <a:xfrm flipH="1">
                      <a:off x="4051" y="2932"/>
                      <a:ext cx="274" cy="141"/>
                    </a:xfrm>
                    <a:prstGeom prst="line">
                      <a:avLst/>
                    </a:prstGeom>
                    <a:noFill/>
                    <a:ln w="19050">
                      <a:solidFill>
                        <a:srgbClr val="FFFF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4056" name="Line 264">
                    <a:extLst>
                      <a:ext uri="{FF2B5EF4-FFF2-40B4-BE49-F238E27FC236}">
                        <a16:creationId xmlns:a16="http://schemas.microsoft.com/office/drawing/2014/main" id="{F8659E7D-21E6-460D-B00C-3958F63883D1}"/>
                      </a:ext>
                    </a:extLst>
                  </p:cNvPr>
                  <p:cNvSpPr>
                    <a:spLocks noChangeShapeType="1"/>
                  </p:cNvSpPr>
                  <p:nvPr/>
                </p:nvSpPr>
                <p:spPr bwMode="auto">
                  <a:xfrm flipV="1">
                    <a:off x="3489" y="3680"/>
                    <a:ext cx="82" cy="105"/>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4057" name="Line 265">
                  <a:extLst>
                    <a:ext uri="{FF2B5EF4-FFF2-40B4-BE49-F238E27FC236}">
                      <a16:creationId xmlns:a16="http://schemas.microsoft.com/office/drawing/2014/main" id="{46A4D31B-5999-4E25-9FA2-01C805449B73}"/>
                    </a:ext>
                  </a:extLst>
                </p:cNvPr>
                <p:cNvSpPr>
                  <a:spLocks noChangeShapeType="1"/>
                </p:cNvSpPr>
                <p:nvPr/>
              </p:nvSpPr>
              <p:spPr bwMode="auto">
                <a:xfrm>
                  <a:off x="4815" y="3779"/>
                  <a:ext cx="329" cy="329"/>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4058" name="Line 266">
                <a:extLst>
                  <a:ext uri="{FF2B5EF4-FFF2-40B4-BE49-F238E27FC236}">
                    <a16:creationId xmlns:a16="http://schemas.microsoft.com/office/drawing/2014/main" id="{92B7FDA1-79CA-4A0C-BBCB-D8279483405A}"/>
                  </a:ext>
                </a:extLst>
              </p:cNvPr>
              <p:cNvSpPr>
                <a:spLocks noChangeShapeType="1"/>
              </p:cNvSpPr>
              <p:nvPr/>
            </p:nvSpPr>
            <p:spPr bwMode="auto">
              <a:xfrm>
                <a:off x="3122" y="3635"/>
                <a:ext cx="1549" cy="1"/>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59" name="Line 267">
                <a:extLst>
                  <a:ext uri="{FF2B5EF4-FFF2-40B4-BE49-F238E27FC236}">
                    <a16:creationId xmlns:a16="http://schemas.microsoft.com/office/drawing/2014/main" id="{A5FBE311-80C6-4D35-99FB-E6BB64CF0C2A}"/>
                  </a:ext>
                </a:extLst>
              </p:cNvPr>
              <p:cNvSpPr>
                <a:spLocks noChangeShapeType="1"/>
              </p:cNvSpPr>
              <p:nvPr/>
            </p:nvSpPr>
            <p:spPr bwMode="auto">
              <a:xfrm>
                <a:off x="4671" y="3635"/>
                <a:ext cx="44" cy="45"/>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60" name="Freeform 268">
                <a:extLst>
                  <a:ext uri="{FF2B5EF4-FFF2-40B4-BE49-F238E27FC236}">
                    <a16:creationId xmlns:a16="http://schemas.microsoft.com/office/drawing/2014/main" id="{FFD0253F-CA88-4A39-8567-7BAC6515FAF5}"/>
                  </a:ext>
                </a:extLst>
              </p:cNvPr>
              <p:cNvSpPr>
                <a:spLocks noChangeArrowheads="1"/>
              </p:cNvSpPr>
              <p:nvPr/>
            </p:nvSpPr>
            <p:spPr bwMode="auto">
              <a:xfrm>
                <a:off x="4179" y="2786"/>
                <a:ext cx="492" cy="849"/>
              </a:xfrm>
              <a:custGeom>
                <a:avLst/>
                <a:gdLst>
                  <a:gd name="T0" fmla="*/ 0 w 492"/>
                  <a:gd name="T1" fmla="*/ 0 h 849"/>
                  <a:gd name="T2" fmla="*/ 492 w 492"/>
                  <a:gd name="T3" fmla="*/ 849 h 849"/>
                </a:gdLst>
                <a:ahLst/>
                <a:cxnLst>
                  <a:cxn ang="0">
                    <a:pos x="T0" y="T1"/>
                  </a:cxn>
                  <a:cxn ang="0">
                    <a:pos x="T2" y="T3"/>
                  </a:cxn>
                </a:cxnLst>
                <a:rect l="0" t="0" r="r" b="b"/>
                <a:pathLst>
                  <a:path w="492" h="849">
                    <a:moveTo>
                      <a:pt x="0" y="0"/>
                    </a:moveTo>
                    <a:lnTo>
                      <a:pt x="492" y="849"/>
                    </a:lnTo>
                  </a:path>
                </a:pathLst>
              </a:custGeom>
              <a:solidFill>
                <a:srgbClr val="FFFFFF"/>
              </a:solidFill>
              <a:ln w="19050" cap="flat" cmpd="sng">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4061" name="Freeform 269">
              <a:extLst>
                <a:ext uri="{FF2B5EF4-FFF2-40B4-BE49-F238E27FC236}">
                  <a16:creationId xmlns:a16="http://schemas.microsoft.com/office/drawing/2014/main" id="{B954F637-50C9-4357-AFE0-6D1597154EF5}"/>
                </a:ext>
              </a:extLst>
            </p:cNvPr>
            <p:cNvSpPr>
              <a:spLocks noChangeArrowheads="1"/>
            </p:cNvSpPr>
            <p:nvPr/>
          </p:nvSpPr>
          <p:spPr bwMode="auto">
            <a:xfrm>
              <a:off x="4250" y="2856"/>
              <a:ext cx="27" cy="27"/>
            </a:xfrm>
            <a:custGeom>
              <a:avLst/>
              <a:gdLst>
                <a:gd name="T0" fmla="*/ 0 w 27"/>
                <a:gd name="T1" fmla="*/ 0 h 27"/>
                <a:gd name="T2" fmla="*/ 27 w 27"/>
                <a:gd name="T3" fmla="*/ 27 h 27"/>
              </a:gdLst>
              <a:ahLst/>
              <a:cxnLst>
                <a:cxn ang="0">
                  <a:pos x="T0" y="T1"/>
                </a:cxn>
                <a:cxn ang="0">
                  <a:pos x="T2" y="T3"/>
                </a:cxn>
              </a:cxnLst>
              <a:rect l="0" t="0" r="r" b="b"/>
              <a:pathLst>
                <a:path w="27" h="27">
                  <a:moveTo>
                    <a:pt x="0" y="0"/>
                  </a:moveTo>
                  <a:lnTo>
                    <a:pt x="27" y="27"/>
                  </a:lnTo>
                </a:path>
              </a:pathLst>
            </a:custGeom>
            <a:solidFill>
              <a:srgbClr val="FFFFFF"/>
            </a:solidFill>
            <a:ln w="19050" cap="flat" cmpd="sng">
              <a:solidFill>
                <a:srgbClr val="000000"/>
              </a:solidFill>
              <a:prstDash val="solid"/>
              <a:round/>
              <a:headEnd/>
              <a:tailEnd/>
            </a:ln>
          </p:spPr>
          <p:txBody>
            <a:bodyPr/>
            <a:lstStyle/>
            <a:p>
              <a:endParaRPr lang="en-US"/>
            </a:p>
          </p:txBody>
        </p:sp>
      </p:grpSp>
      <p:grpSp>
        <p:nvGrpSpPr>
          <p:cNvPr id="34185" name="Group 393">
            <a:extLst>
              <a:ext uri="{FF2B5EF4-FFF2-40B4-BE49-F238E27FC236}">
                <a16:creationId xmlns:a16="http://schemas.microsoft.com/office/drawing/2014/main" id="{42E66864-BED9-4289-89DE-21C9FE4231DD}"/>
              </a:ext>
            </a:extLst>
          </p:cNvPr>
          <p:cNvGrpSpPr>
            <a:grpSpLocks/>
          </p:cNvGrpSpPr>
          <p:nvPr/>
        </p:nvGrpSpPr>
        <p:grpSpPr bwMode="auto">
          <a:xfrm>
            <a:off x="5486400" y="4086225"/>
            <a:ext cx="2655888" cy="2425700"/>
            <a:chOff x="3456" y="2574"/>
            <a:chExt cx="1673" cy="1528"/>
          </a:xfrm>
        </p:grpSpPr>
        <p:grpSp>
          <p:nvGrpSpPr>
            <p:cNvPr id="34186" name="Group 394">
              <a:extLst>
                <a:ext uri="{FF2B5EF4-FFF2-40B4-BE49-F238E27FC236}">
                  <a16:creationId xmlns:a16="http://schemas.microsoft.com/office/drawing/2014/main" id="{D15F9633-0C0F-48EF-8D14-D63A4C1EB365}"/>
                </a:ext>
              </a:extLst>
            </p:cNvPr>
            <p:cNvGrpSpPr>
              <a:grpSpLocks/>
            </p:cNvGrpSpPr>
            <p:nvPr/>
          </p:nvGrpSpPr>
          <p:grpSpPr bwMode="auto">
            <a:xfrm>
              <a:off x="3546" y="2910"/>
              <a:ext cx="1292" cy="1192"/>
              <a:chOff x="3796" y="2674"/>
              <a:chExt cx="1292" cy="1192"/>
            </a:xfrm>
          </p:grpSpPr>
          <p:sp>
            <p:nvSpPr>
              <p:cNvPr id="34187" name="Oval 395">
                <a:extLst>
                  <a:ext uri="{FF2B5EF4-FFF2-40B4-BE49-F238E27FC236}">
                    <a16:creationId xmlns:a16="http://schemas.microsoft.com/office/drawing/2014/main" id="{A5B5A6F1-02AD-450C-8741-60BB8928D85D}"/>
                  </a:ext>
                </a:extLst>
              </p:cNvPr>
              <p:cNvSpPr>
                <a:spLocks noChangeArrowheads="1"/>
              </p:cNvSpPr>
              <p:nvPr/>
            </p:nvSpPr>
            <p:spPr bwMode="auto">
              <a:xfrm>
                <a:off x="4552" y="2674"/>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88" name="Oval 396">
                <a:extLst>
                  <a:ext uri="{FF2B5EF4-FFF2-40B4-BE49-F238E27FC236}">
                    <a16:creationId xmlns:a16="http://schemas.microsoft.com/office/drawing/2014/main" id="{F6CA4FDC-F93C-4F54-BC4E-0382FD19CC40}"/>
                  </a:ext>
                </a:extLst>
              </p:cNvPr>
              <p:cNvSpPr>
                <a:spLocks noChangeArrowheads="1"/>
              </p:cNvSpPr>
              <p:nvPr/>
            </p:nvSpPr>
            <p:spPr bwMode="auto">
              <a:xfrm>
                <a:off x="4277" y="2806"/>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89" name="Oval 397">
                <a:extLst>
                  <a:ext uri="{FF2B5EF4-FFF2-40B4-BE49-F238E27FC236}">
                    <a16:creationId xmlns:a16="http://schemas.microsoft.com/office/drawing/2014/main" id="{E8B184B2-6977-4CBF-B8DF-1DC069F33F75}"/>
                  </a:ext>
                </a:extLst>
              </p:cNvPr>
              <p:cNvSpPr>
                <a:spLocks noChangeArrowheads="1"/>
              </p:cNvSpPr>
              <p:nvPr/>
            </p:nvSpPr>
            <p:spPr bwMode="auto">
              <a:xfrm>
                <a:off x="4650" y="2770"/>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90" name="Oval 398">
                <a:extLst>
                  <a:ext uri="{FF2B5EF4-FFF2-40B4-BE49-F238E27FC236}">
                    <a16:creationId xmlns:a16="http://schemas.microsoft.com/office/drawing/2014/main" id="{97661624-681A-4C2A-A03F-F29BD846BED2}"/>
                  </a:ext>
                </a:extLst>
              </p:cNvPr>
              <p:cNvSpPr>
                <a:spLocks noChangeArrowheads="1"/>
              </p:cNvSpPr>
              <p:nvPr/>
            </p:nvSpPr>
            <p:spPr bwMode="auto">
              <a:xfrm>
                <a:off x="4938" y="3420"/>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91" name="Oval 399">
                <a:extLst>
                  <a:ext uri="{FF2B5EF4-FFF2-40B4-BE49-F238E27FC236}">
                    <a16:creationId xmlns:a16="http://schemas.microsoft.com/office/drawing/2014/main" id="{340FF1B9-ABEE-4F3A-8FFC-E311794F85AD}"/>
                  </a:ext>
                </a:extLst>
              </p:cNvPr>
              <p:cNvSpPr>
                <a:spLocks noChangeArrowheads="1"/>
              </p:cNvSpPr>
              <p:nvPr/>
            </p:nvSpPr>
            <p:spPr bwMode="auto">
              <a:xfrm>
                <a:off x="5040" y="3522"/>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92" name="Oval 400">
                <a:extLst>
                  <a:ext uri="{FF2B5EF4-FFF2-40B4-BE49-F238E27FC236}">
                    <a16:creationId xmlns:a16="http://schemas.microsoft.com/office/drawing/2014/main" id="{F23ABEDC-C3A0-4439-A418-2A501189492F}"/>
                  </a:ext>
                </a:extLst>
              </p:cNvPr>
              <p:cNvSpPr>
                <a:spLocks noChangeArrowheads="1"/>
              </p:cNvSpPr>
              <p:nvPr/>
            </p:nvSpPr>
            <p:spPr bwMode="auto">
              <a:xfrm>
                <a:off x="3796" y="3420"/>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193" name="Oval 401">
                <a:extLst>
                  <a:ext uri="{FF2B5EF4-FFF2-40B4-BE49-F238E27FC236}">
                    <a16:creationId xmlns:a16="http://schemas.microsoft.com/office/drawing/2014/main" id="{D3CDA1B0-E1A7-4B4C-9349-DAA771EB70A5}"/>
                  </a:ext>
                </a:extLst>
              </p:cNvPr>
              <p:cNvSpPr>
                <a:spLocks noChangeArrowheads="1"/>
              </p:cNvSpPr>
              <p:nvPr/>
            </p:nvSpPr>
            <p:spPr bwMode="auto">
              <a:xfrm>
                <a:off x="4850" y="3818"/>
                <a:ext cx="48" cy="48"/>
              </a:xfrm>
              <a:prstGeom prst="ellipse">
                <a:avLst/>
              </a:prstGeom>
              <a:solidFill>
                <a:srgbClr val="FFFF00"/>
              </a:solidFill>
              <a:ln w="127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194" name="Text Box 402">
              <a:extLst>
                <a:ext uri="{FF2B5EF4-FFF2-40B4-BE49-F238E27FC236}">
                  <a16:creationId xmlns:a16="http://schemas.microsoft.com/office/drawing/2014/main" id="{405A7F93-537C-44E1-B438-C892228C4A7D}"/>
                </a:ext>
              </a:extLst>
            </p:cNvPr>
            <p:cNvSpPr txBox="1">
              <a:spLocks noChangeArrowheads="1"/>
            </p:cNvSpPr>
            <p:nvPr/>
          </p:nvSpPr>
          <p:spPr bwMode="auto">
            <a:xfrm>
              <a:off x="3869" y="3005"/>
              <a:ext cx="24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A</a:t>
              </a:r>
            </a:p>
          </p:txBody>
        </p:sp>
        <p:sp>
          <p:nvSpPr>
            <p:cNvPr id="34195" name="Text Box 403">
              <a:extLst>
                <a:ext uri="{FF2B5EF4-FFF2-40B4-BE49-F238E27FC236}">
                  <a16:creationId xmlns:a16="http://schemas.microsoft.com/office/drawing/2014/main" id="{5DAECE16-FF05-4132-99E9-D37652F85014}"/>
                </a:ext>
              </a:extLst>
            </p:cNvPr>
            <p:cNvSpPr txBox="1">
              <a:spLocks noChangeArrowheads="1"/>
            </p:cNvSpPr>
            <p:nvPr/>
          </p:nvSpPr>
          <p:spPr bwMode="auto">
            <a:xfrm>
              <a:off x="4464" y="2832"/>
              <a:ext cx="23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B</a:t>
              </a:r>
            </a:p>
          </p:txBody>
        </p:sp>
        <p:sp>
          <p:nvSpPr>
            <p:cNvPr id="34196" name="Text Box 404">
              <a:extLst>
                <a:ext uri="{FF2B5EF4-FFF2-40B4-BE49-F238E27FC236}">
                  <a16:creationId xmlns:a16="http://schemas.microsoft.com/office/drawing/2014/main" id="{280FB7CE-7283-4457-A64C-79D6861976D7}"/>
                </a:ext>
              </a:extLst>
            </p:cNvPr>
            <p:cNvSpPr txBox="1">
              <a:spLocks noChangeArrowheads="1"/>
            </p:cNvSpPr>
            <p:nvPr/>
          </p:nvSpPr>
          <p:spPr bwMode="auto">
            <a:xfrm>
              <a:off x="4896" y="3600"/>
              <a:ext cx="23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C</a:t>
              </a:r>
            </a:p>
          </p:txBody>
        </p:sp>
        <p:sp>
          <p:nvSpPr>
            <p:cNvPr id="34197" name="Text Box 405">
              <a:extLst>
                <a:ext uri="{FF2B5EF4-FFF2-40B4-BE49-F238E27FC236}">
                  <a16:creationId xmlns:a16="http://schemas.microsoft.com/office/drawing/2014/main" id="{18DE50C5-A87F-472A-B1EC-916873747143}"/>
                </a:ext>
              </a:extLst>
            </p:cNvPr>
            <p:cNvSpPr txBox="1">
              <a:spLocks noChangeArrowheads="1"/>
            </p:cNvSpPr>
            <p:nvPr/>
          </p:nvSpPr>
          <p:spPr bwMode="auto">
            <a:xfrm>
              <a:off x="4464" y="3810"/>
              <a:ext cx="24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solidFill>
                    <a:srgbClr val="FFFF00"/>
                  </a:solidFill>
                </a:rPr>
                <a:t>D</a:t>
              </a:r>
            </a:p>
          </p:txBody>
        </p:sp>
        <p:sp>
          <p:nvSpPr>
            <p:cNvPr id="34198" name="Text Box 406">
              <a:extLst>
                <a:ext uri="{FF2B5EF4-FFF2-40B4-BE49-F238E27FC236}">
                  <a16:creationId xmlns:a16="http://schemas.microsoft.com/office/drawing/2014/main" id="{055436C1-7431-4406-9D0D-8BE2684C3D2A}"/>
                </a:ext>
              </a:extLst>
            </p:cNvPr>
            <p:cNvSpPr txBox="1">
              <a:spLocks noChangeArrowheads="1"/>
            </p:cNvSpPr>
            <p:nvPr/>
          </p:nvSpPr>
          <p:spPr bwMode="auto">
            <a:xfrm>
              <a:off x="3456" y="3408"/>
              <a:ext cx="22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solidFill>
                    <a:schemeClr val="tx2"/>
                  </a:solidFill>
                </a:rPr>
                <a:t>E</a:t>
              </a:r>
            </a:p>
          </p:txBody>
        </p:sp>
        <p:sp>
          <p:nvSpPr>
            <p:cNvPr id="34199" name="Text Box 407">
              <a:extLst>
                <a:ext uri="{FF2B5EF4-FFF2-40B4-BE49-F238E27FC236}">
                  <a16:creationId xmlns:a16="http://schemas.microsoft.com/office/drawing/2014/main" id="{43F75DC9-F933-4B89-8907-334B3067D736}"/>
                </a:ext>
              </a:extLst>
            </p:cNvPr>
            <p:cNvSpPr txBox="1">
              <a:spLocks noChangeArrowheads="1"/>
            </p:cNvSpPr>
            <p:nvPr/>
          </p:nvSpPr>
          <p:spPr bwMode="auto">
            <a:xfrm>
              <a:off x="4530" y="3630"/>
              <a:ext cx="21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solidFill>
                    <a:srgbClr val="FFFF00"/>
                  </a:solidFill>
                </a:rPr>
                <a:t>F</a:t>
              </a:r>
            </a:p>
          </p:txBody>
        </p:sp>
        <p:sp>
          <p:nvSpPr>
            <p:cNvPr id="34200" name="Text Box 408">
              <a:extLst>
                <a:ext uri="{FF2B5EF4-FFF2-40B4-BE49-F238E27FC236}">
                  <a16:creationId xmlns:a16="http://schemas.microsoft.com/office/drawing/2014/main" id="{73143122-0A01-4427-AE73-9757F79E2C77}"/>
                </a:ext>
              </a:extLst>
            </p:cNvPr>
            <p:cNvSpPr txBox="1">
              <a:spLocks noChangeArrowheads="1"/>
            </p:cNvSpPr>
            <p:nvPr/>
          </p:nvSpPr>
          <p:spPr bwMode="auto">
            <a:xfrm>
              <a:off x="4122" y="2574"/>
              <a:ext cx="24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200"/>
                <a:t>G</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wipe(left)">
                                      <p:cBhvr>
                                        <p:cTn id="7" dur="500"/>
                                        <p:tgtEl>
                                          <p:spTgt spid="337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4259"/>
                                        </p:tgtEl>
                                        <p:attrNameLst>
                                          <p:attrName>style.visibility</p:attrName>
                                        </p:attrNameLst>
                                      </p:cBhvr>
                                      <p:to>
                                        <p:strVal val="visible"/>
                                      </p:to>
                                    </p:set>
                                    <p:animEffect transition="in" filter="wipe(up)">
                                      <p:cBhvr>
                                        <p:cTn id="12" dur="500"/>
                                        <p:tgtEl>
                                          <p:spTgt spid="34259"/>
                                        </p:tgtEl>
                                      </p:cBhvr>
                                    </p:animEffect>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34121"/>
                                        </p:tgtEl>
                                        <p:attrNameLst>
                                          <p:attrName>style.visibility</p:attrName>
                                        </p:attrNameLst>
                                      </p:cBhvr>
                                      <p:to>
                                        <p:strVal val="visible"/>
                                      </p:to>
                                    </p:set>
                                    <p:anim calcmode="lin" valueType="num">
                                      <p:cBhvr>
                                        <p:cTn id="17" dur="500" fill="hold"/>
                                        <p:tgtEl>
                                          <p:spTgt spid="34121"/>
                                        </p:tgtEl>
                                        <p:attrNameLst>
                                          <p:attrName>ppt_w</p:attrName>
                                        </p:attrNameLst>
                                      </p:cBhvr>
                                      <p:tavLst>
                                        <p:tav tm="0">
                                          <p:val>
                                            <p:fltVal val="0"/>
                                          </p:val>
                                        </p:tav>
                                        <p:tav tm="100000">
                                          <p:val>
                                            <p:strVal val="#ppt_w"/>
                                          </p:val>
                                        </p:tav>
                                      </p:tavLst>
                                    </p:anim>
                                    <p:anim calcmode="lin" valueType="num">
                                      <p:cBhvr>
                                        <p:cTn id="18" dur="500" fill="hold"/>
                                        <p:tgtEl>
                                          <p:spTgt spid="3412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nodeType="clickEffect">
                                  <p:stCondLst>
                                    <p:cond delay="0"/>
                                  </p:stCondLst>
                                  <p:childTnLst>
                                    <p:set>
                                      <p:cBhvr>
                                        <p:cTn id="22" dur="1" fill="hold">
                                          <p:stCondLst>
                                            <p:cond delay="0"/>
                                          </p:stCondLst>
                                        </p:cTn>
                                        <p:tgtEl>
                                          <p:spTgt spid="34033"/>
                                        </p:tgtEl>
                                        <p:attrNameLst>
                                          <p:attrName>style.visibility</p:attrName>
                                        </p:attrNameLst>
                                      </p:cBhvr>
                                      <p:to>
                                        <p:strVal val="visible"/>
                                      </p:to>
                                    </p:set>
                                    <p:anim calcmode="lin" valueType="num">
                                      <p:cBhvr>
                                        <p:cTn id="23" dur="500" fill="hold"/>
                                        <p:tgtEl>
                                          <p:spTgt spid="34033"/>
                                        </p:tgtEl>
                                        <p:attrNameLst>
                                          <p:attrName>ppt_w</p:attrName>
                                        </p:attrNameLst>
                                      </p:cBhvr>
                                      <p:tavLst>
                                        <p:tav tm="0">
                                          <p:val>
                                            <p:fltVal val="0"/>
                                          </p:val>
                                        </p:tav>
                                        <p:tav tm="100000">
                                          <p:val>
                                            <p:strVal val="#ppt_w"/>
                                          </p:val>
                                        </p:tav>
                                      </p:tavLst>
                                    </p:anim>
                                    <p:anim calcmode="lin" valueType="num">
                                      <p:cBhvr>
                                        <p:cTn id="24" dur="500" fill="hold"/>
                                        <p:tgtEl>
                                          <p:spTgt spid="34033"/>
                                        </p:tgtEl>
                                        <p:attrNameLst>
                                          <p:attrName>ppt_h</p:attrName>
                                        </p:attrNameLst>
                                      </p:cBhvr>
                                      <p:tavLst>
                                        <p:tav tm="0">
                                          <p:val>
                                            <p:fltVal val="0"/>
                                          </p:val>
                                        </p:tav>
                                        <p:tav tm="100000">
                                          <p:val>
                                            <p:strVal val="#ppt_h"/>
                                          </p:val>
                                        </p:tav>
                                      </p:tavLst>
                                    </p:anim>
                                    <p:anim calcmode="lin" valueType="num">
                                      <p:cBhvr>
                                        <p:cTn id="25" dur="500" fill="hold"/>
                                        <p:tgtEl>
                                          <p:spTgt spid="34033"/>
                                        </p:tgtEl>
                                        <p:attrNameLst>
                                          <p:attrName>ppt_x</p:attrName>
                                        </p:attrNameLst>
                                      </p:cBhvr>
                                      <p:tavLst>
                                        <p:tav tm="0">
                                          <p:val>
                                            <p:fltVal val="0.5"/>
                                          </p:val>
                                        </p:tav>
                                        <p:tav tm="100000">
                                          <p:val>
                                            <p:strVal val="#ppt_x"/>
                                          </p:val>
                                        </p:tav>
                                      </p:tavLst>
                                    </p:anim>
                                    <p:anim calcmode="lin" valueType="num">
                                      <p:cBhvr>
                                        <p:cTn id="26" dur="500" fill="hold"/>
                                        <p:tgtEl>
                                          <p:spTgt spid="34033"/>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4249"/>
                                        </p:tgtEl>
                                        <p:attrNameLst>
                                          <p:attrName>style.visibility</p:attrName>
                                        </p:attrNameLst>
                                      </p:cBhvr>
                                      <p:to>
                                        <p:strVal val="visible"/>
                                      </p:to>
                                    </p:set>
                                    <p:anim calcmode="lin" valueType="num">
                                      <p:cBhvr>
                                        <p:cTn id="31" dur="500" fill="hold"/>
                                        <p:tgtEl>
                                          <p:spTgt spid="34249"/>
                                        </p:tgtEl>
                                        <p:attrNameLst>
                                          <p:attrName>ppt_w</p:attrName>
                                        </p:attrNameLst>
                                      </p:cBhvr>
                                      <p:tavLst>
                                        <p:tav tm="0">
                                          <p:val>
                                            <p:fltVal val="0"/>
                                          </p:val>
                                        </p:tav>
                                        <p:tav tm="100000">
                                          <p:val>
                                            <p:strVal val="#ppt_w"/>
                                          </p:val>
                                        </p:tav>
                                      </p:tavLst>
                                    </p:anim>
                                    <p:anim calcmode="lin" valueType="num">
                                      <p:cBhvr>
                                        <p:cTn id="32" dur="500" fill="hold"/>
                                        <p:tgtEl>
                                          <p:spTgt spid="3424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4185"/>
                                        </p:tgtEl>
                                        <p:attrNameLst>
                                          <p:attrName>style.visibility</p:attrName>
                                        </p:attrNameLst>
                                      </p:cBhvr>
                                      <p:to>
                                        <p:strVal val="visible"/>
                                      </p:to>
                                    </p:set>
                                    <p:anim calcmode="lin" valueType="num">
                                      <p:cBhvr>
                                        <p:cTn id="37" dur="500" fill="hold"/>
                                        <p:tgtEl>
                                          <p:spTgt spid="34185"/>
                                        </p:tgtEl>
                                        <p:attrNameLst>
                                          <p:attrName>ppt_w</p:attrName>
                                        </p:attrNameLst>
                                      </p:cBhvr>
                                      <p:tavLst>
                                        <p:tav tm="0">
                                          <p:val>
                                            <p:fltVal val="0"/>
                                          </p:val>
                                        </p:tav>
                                        <p:tav tm="100000">
                                          <p:val>
                                            <p:strVal val="#ppt_w"/>
                                          </p:val>
                                        </p:tav>
                                      </p:tavLst>
                                    </p:anim>
                                    <p:anim calcmode="lin" valueType="num">
                                      <p:cBhvr>
                                        <p:cTn id="38" dur="500" fill="hold"/>
                                        <p:tgtEl>
                                          <p:spTgt spid="3418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34158"/>
                                        </p:tgtEl>
                                        <p:attrNameLst>
                                          <p:attrName>style.visibility</p:attrName>
                                        </p:attrNameLst>
                                      </p:cBhvr>
                                      <p:to>
                                        <p:strVal val="visible"/>
                                      </p:to>
                                    </p:set>
                                    <p:anim calcmode="lin" valueType="num">
                                      <p:cBhvr>
                                        <p:cTn id="43" dur="500" fill="hold"/>
                                        <p:tgtEl>
                                          <p:spTgt spid="34158"/>
                                        </p:tgtEl>
                                        <p:attrNameLst>
                                          <p:attrName>ppt_w</p:attrName>
                                        </p:attrNameLst>
                                      </p:cBhvr>
                                      <p:tavLst>
                                        <p:tav tm="0">
                                          <p:val>
                                            <p:fltVal val="0"/>
                                          </p:val>
                                        </p:tav>
                                        <p:tav tm="100000">
                                          <p:val>
                                            <p:strVal val="#ppt_w"/>
                                          </p:val>
                                        </p:tav>
                                      </p:tavLst>
                                    </p:anim>
                                    <p:anim calcmode="lin" valueType="num">
                                      <p:cBhvr>
                                        <p:cTn id="44" dur="500" fill="hold"/>
                                        <p:tgtEl>
                                          <p:spTgt spid="3415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34127"/>
                                        </p:tgtEl>
                                        <p:attrNameLst>
                                          <p:attrName>style.visibility</p:attrName>
                                        </p:attrNameLst>
                                      </p:cBhvr>
                                      <p:to>
                                        <p:strVal val="visible"/>
                                      </p:to>
                                    </p:set>
                                    <p:animEffect transition="in" filter="wipe(up)">
                                      <p:cBhvr>
                                        <p:cTn id="49" dur="500"/>
                                        <p:tgtEl>
                                          <p:spTgt spid="34127"/>
                                        </p:tgtEl>
                                      </p:cBhvr>
                                    </p:animEffect>
                                  </p:childTnLst>
                                  <p:subTnLst>
                                    <p:audio>
                                      <p:cMediaNode>
                                        <p:cTn display="0" masterRel="sameClick">
                                          <p:stCondLst>
                                            <p:cond evt="begin" delay="0">
                                              <p:tn val="47"/>
                                            </p:cond>
                                          </p:stCondLst>
                                          <p:endCondLst>
                                            <p:cond evt="onStopAudio" delay="0">
                                              <p:tgtEl>
                                                <p:sldTgt/>
                                              </p:tgtEl>
                                            </p:cond>
                                          </p:endCondLst>
                                        </p:cTn>
                                        <p:tgtEl>
                                          <p:sndTgt r:embed="rId3" name="WHOOSH.WAV"/>
                                        </p:tgtEl>
                                      </p:cMediaNode>
                                    </p:audio>
                                  </p:sub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32" fill="hold" nodeType="clickEffect">
                                  <p:stCondLst>
                                    <p:cond delay="0"/>
                                  </p:stCondLst>
                                  <p:childTnLst>
                                    <p:set>
                                      <p:cBhvr>
                                        <p:cTn id="53" dur="1" fill="hold">
                                          <p:stCondLst>
                                            <p:cond delay="0"/>
                                          </p:stCondLst>
                                        </p:cTn>
                                        <p:tgtEl>
                                          <p:spTgt spid="34137"/>
                                        </p:tgtEl>
                                        <p:attrNameLst>
                                          <p:attrName>style.visibility</p:attrName>
                                        </p:attrNameLst>
                                      </p:cBhvr>
                                      <p:to>
                                        <p:strVal val="visible"/>
                                      </p:to>
                                    </p:set>
                                    <p:anim calcmode="lin" valueType="num">
                                      <p:cBhvr>
                                        <p:cTn id="54" dur="500" fill="hold"/>
                                        <p:tgtEl>
                                          <p:spTgt spid="34137"/>
                                        </p:tgtEl>
                                        <p:attrNameLst>
                                          <p:attrName>ppt_w</p:attrName>
                                        </p:attrNameLst>
                                      </p:cBhvr>
                                      <p:tavLst>
                                        <p:tav tm="0">
                                          <p:val>
                                            <p:strVal val="4*#ppt_w"/>
                                          </p:val>
                                        </p:tav>
                                        <p:tav tm="100000">
                                          <p:val>
                                            <p:strVal val="#ppt_w"/>
                                          </p:val>
                                        </p:tav>
                                      </p:tavLst>
                                    </p:anim>
                                    <p:anim calcmode="lin" valueType="num">
                                      <p:cBhvr>
                                        <p:cTn id="55" dur="500" fill="hold"/>
                                        <p:tgtEl>
                                          <p:spTgt spid="3413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3" name="WHOOSH.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34118"/>
                                        </p:tgtEl>
                                        <p:attrNameLst>
                                          <p:attrName>style.visibility</p:attrName>
                                        </p:attrNameLst>
                                      </p:cBhvr>
                                      <p:to>
                                        <p:strVal val="visible"/>
                                      </p:to>
                                    </p:set>
                                    <p:animEffect transition="in" filter="wipe(left)">
                                      <p:cBhvr>
                                        <p:cTn id="60" dur="500"/>
                                        <p:tgtEl>
                                          <p:spTgt spid="34118"/>
                                        </p:tgtEl>
                                      </p:cBhvr>
                                    </p:animEffect>
                                  </p:childTnLst>
                                  <p:subTnLst>
                                    <p:audio>
                                      <p:cMediaNode>
                                        <p:cTn display="0" masterRel="sameClick">
                                          <p:stCondLst>
                                            <p:cond evt="begin" delay="0">
                                              <p:tn val="58"/>
                                            </p:cond>
                                          </p:stCondLst>
                                          <p:endCondLst>
                                            <p:cond evt="onStopAudio" delay="0">
                                              <p:tgtEl>
                                                <p:sldTgt/>
                                              </p:tgtEl>
                                            </p:cond>
                                          </p:endCondLst>
                                        </p:cTn>
                                        <p:tgtEl>
                                          <p:sndTgt r:embed="rId3" name="WHOOSH.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23" presetClass="entr" presetSubtype="32" fill="hold" nodeType="clickEffect">
                                  <p:stCondLst>
                                    <p:cond delay="0"/>
                                  </p:stCondLst>
                                  <p:childTnLst>
                                    <p:set>
                                      <p:cBhvr>
                                        <p:cTn id="64" dur="1" fill="hold">
                                          <p:stCondLst>
                                            <p:cond delay="0"/>
                                          </p:stCondLst>
                                        </p:cTn>
                                        <p:tgtEl>
                                          <p:spTgt spid="34201"/>
                                        </p:tgtEl>
                                        <p:attrNameLst>
                                          <p:attrName>style.visibility</p:attrName>
                                        </p:attrNameLst>
                                      </p:cBhvr>
                                      <p:to>
                                        <p:strVal val="visible"/>
                                      </p:to>
                                    </p:set>
                                    <p:anim calcmode="lin" valueType="num">
                                      <p:cBhvr>
                                        <p:cTn id="65" dur="500" fill="hold"/>
                                        <p:tgtEl>
                                          <p:spTgt spid="34201"/>
                                        </p:tgtEl>
                                        <p:attrNameLst>
                                          <p:attrName>ppt_w</p:attrName>
                                        </p:attrNameLst>
                                      </p:cBhvr>
                                      <p:tavLst>
                                        <p:tav tm="0">
                                          <p:val>
                                            <p:strVal val="4*#ppt_w"/>
                                          </p:val>
                                        </p:tav>
                                        <p:tav tm="100000">
                                          <p:val>
                                            <p:strVal val="#ppt_w"/>
                                          </p:val>
                                        </p:tav>
                                      </p:tavLst>
                                    </p:anim>
                                    <p:anim calcmode="lin" valueType="num">
                                      <p:cBhvr>
                                        <p:cTn id="66" dur="500" fill="hold"/>
                                        <p:tgtEl>
                                          <p:spTgt spid="34201"/>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3" name="WHOOSH.WAV"/>
                                        </p:tgtEl>
                                      </p:cMediaNode>
                                    </p:audio>
                                  </p:sub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32" fill="hold" nodeType="clickEffect">
                                  <p:stCondLst>
                                    <p:cond delay="0"/>
                                  </p:stCondLst>
                                  <p:childTnLst>
                                    <p:set>
                                      <p:cBhvr>
                                        <p:cTn id="70" dur="1" fill="hold">
                                          <p:stCondLst>
                                            <p:cond delay="0"/>
                                          </p:stCondLst>
                                        </p:cTn>
                                        <p:tgtEl>
                                          <p:spTgt spid="34207"/>
                                        </p:tgtEl>
                                        <p:attrNameLst>
                                          <p:attrName>style.visibility</p:attrName>
                                        </p:attrNameLst>
                                      </p:cBhvr>
                                      <p:to>
                                        <p:strVal val="visible"/>
                                      </p:to>
                                    </p:set>
                                    <p:anim calcmode="lin" valueType="num">
                                      <p:cBhvr>
                                        <p:cTn id="71" dur="500" fill="hold"/>
                                        <p:tgtEl>
                                          <p:spTgt spid="34207"/>
                                        </p:tgtEl>
                                        <p:attrNameLst>
                                          <p:attrName>ppt_w</p:attrName>
                                        </p:attrNameLst>
                                      </p:cBhvr>
                                      <p:tavLst>
                                        <p:tav tm="0">
                                          <p:val>
                                            <p:strVal val="4*#ppt_w"/>
                                          </p:val>
                                        </p:tav>
                                        <p:tav tm="100000">
                                          <p:val>
                                            <p:strVal val="#ppt_w"/>
                                          </p:val>
                                        </p:tav>
                                      </p:tavLst>
                                    </p:anim>
                                    <p:anim calcmode="lin" valueType="num">
                                      <p:cBhvr>
                                        <p:cTn id="72" dur="500" fill="hold"/>
                                        <p:tgtEl>
                                          <p:spTgt spid="3420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9"/>
                                            </p:cond>
                                          </p:stCondLst>
                                          <p:endCondLst>
                                            <p:cond evt="onStopAudio" delay="0">
                                              <p:tgtEl>
                                                <p:sldTgt/>
                                              </p:tgtEl>
                                            </p:cond>
                                          </p:endCondLst>
                                        </p:cTn>
                                        <p:tgtEl>
                                          <p:sndTgt r:embed="rId3" name="WHOOSH.WAV"/>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32" fill="hold" nodeType="clickEffect">
                                  <p:stCondLst>
                                    <p:cond delay="0"/>
                                  </p:stCondLst>
                                  <p:childTnLst>
                                    <p:set>
                                      <p:cBhvr>
                                        <p:cTn id="76" dur="1" fill="hold">
                                          <p:stCondLst>
                                            <p:cond delay="0"/>
                                          </p:stCondLst>
                                        </p:cTn>
                                        <p:tgtEl>
                                          <p:spTgt spid="34235"/>
                                        </p:tgtEl>
                                        <p:attrNameLst>
                                          <p:attrName>style.visibility</p:attrName>
                                        </p:attrNameLst>
                                      </p:cBhvr>
                                      <p:to>
                                        <p:strVal val="visible"/>
                                      </p:to>
                                    </p:set>
                                    <p:anim calcmode="lin" valueType="num">
                                      <p:cBhvr>
                                        <p:cTn id="77" dur="500" fill="hold"/>
                                        <p:tgtEl>
                                          <p:spTgt spid="34235"/>
                                        </p:tgtEl>
                                        <p:attrNameLst>
                                          <p:attrName>ppt_w</p:attrName>
                                        </p:attrNameLst>
                                      </p:cBhvr>
                                      <p:tavLst>
                                        <p:tav tm="0">
                                          <p:val>
                                            <p:strVal val="4*#ppt_w"/>
                                          </p:val>
                                        </p:tav>
                                        <p:tav tm="100000">
                                          <p:val>
                                            <p:strVal val="#ppt_w"/>
                                          </p:val>
                                        </p:tav>
                                      </p:tavLst>
                                    </p:anim>
                                    <p:anim calcmode="lin" valueType="num">
                                      <p:cBhvr>
                                        <p:cTn id="78" dur="500" fill="hold"/>
                                        <p:tgtEl>
                                          <p:spTgt spid="3423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3" name="WHOOSH.WAV"/>
                                        </p:tgtEl>
                                      </p:cMediaNode>
                                    </p:audio>
                                  </p:subTnLst>
                                </p:cTn>
                              </p:par>
                            </p:childTnLst>
                          </p:cTn>
                        </p:par>
                      </p:childTnLst>
                    </p:cTn>
                  </p:par>
                  <p:par>
                    <p:cTn id="79" fill="hold" nodeType="clickPar">
                      <p:stCondLst>
                        <p:cond delay="indefinite"/>
                      </p:stCondLst>
                      <p:childTnLst>
                        <p:par>
                          <p:cTn id="80" fill="hold" nodeType="withGroup">
                            <p:stCondLst>
                              <p:cond delay="0"/>
                            </p:stCondLst>
                            <p:childTnLst>
                              <p:par>
                                <p:cTn id="81" presetID="23" presetClass="entr" presetSubtype="32" fill="hold" nodeType="clickEffect">
                                  <p:stCondLst>
                                    <p:cond delay="0"/>
                                  </p:stCondLst>
                                  <p:childTnLst>
                                    <p:set>
                                      <p:cBhvr>
                                        <p:cTn id="82" dur="1" fill="hold">
                                          <p:stCondLst>
                                            <p:cond delay="0"/>
                                          </p:stCondLst>
                                        </p:cTn>
                                        <p:tgtEl>
                                          <p:spTgt spid="34219"/>
                                        </p:tgtEl>
                                        <p:attrNameLst>
                                          <p:attrName>style.visibility</p:attrName>
                                        </p:attrNameLst>
                                      </p:cBhvr>
                                      <p:to>
                                        <p:strVal val="visible"/>
                                      </p:to>
                                    </p:set>
                                    <p:anim calcmode="lin" valueType="num">
                                      <p:cBhvr>
                                        <p:cTn id="83" dur="500" fill="hold"/>
                                        <p:tgtEl>
                                          <p:spTgt spid="34219"/>
                                        </p:tgtEl>
                                        <p:attrNameLst>
                                          <p:attrName>ppt_w</p:attrName>
                                        </p:attrNameLst>
                                      </p:cBhvr>
                                      <p:tavLst>
                                        <p:tav tm="0">
                                          <p:val>
                                            <p:strVal val="4*#ppt_w"/>
                                          </p:val>
                                        </p:tav>
                                        <p:tav tm="100000">
                                          <p:val>
                                            <p:strVal val="#ppt_w"/>
                                          </p:val>
                                        </p:tav>
                                      </p:tavLst>
                                    </p:anim>
                                    <p:anim calcmode="lin" valueType="num">
                                      <p:cBhvr>
                                        <p:cTn id="84" dur="500" fill="hold"/>
                                        <p:tgtEl>
                                          <p:spTgt spid="34219"/>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3" name="WHOOSH.WAV"/>
                                        </p:tgtEl>
                                      </p:cMediaNode>
                                    </p:audio>
                                  </p:sub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32" fill="hold" nodeType="clickEffect">
                                  <p:stCondLst>
                                    <p:cond delay="0"/>
                                  </p:stCondLst>
                                  <p:childTnLst>
                                    <p:set>
                                      <p:cBhvr>
                                        <p:cTn id="88" dur="1" fill="hold">
                                          <p:stCondLst>
                                            <p:cond delay="0"/>
                                          </p:stCondLst>
                                        </p:cTn>
                                        <p:tgtEl>
                                          <p:spTgt spid="34225"/>
                                        </p:tgtEl>
                                        <p:attrNameLst>
                                          <p:attrName>style.visibility</p:attrName>
                                        </p:attrNameLst>
                                      </p:cBhvr>
                                      <p:to>
                                        <p:strVal val="visible"/>
                                      </p:to>
                                    </p:set>
                                    <p:anim calcmode="lin" valueType="num">
                                      <p:cBhvr>
                                        <p:cTn id="89" dur="500" fill="hold"/>
                                        <p:tgtEl>
                                          <p:spTgt spid="34225"/>
                                        </p:tgtEl>
                                        <p:attrNameLst>
                                          <p:attrName>ppt_w</p:attrName>
                                        </p:attrNameLst>
                                      </p:cBhvr>
                                      <p:tavLst>
                                        <p:tav tm="0">
                                          <p:val>
                                            <p:strVal val="4*#ppt_w"/>
                                          </p:val>
                                        </p:tav>
                                        <p:tav tm="100000">
                                          <p:val>
                                            <p:strVal val="#ppt_w"/>
                                          </p:val>
                                        </p:tav>
                                      </p:tavLst>
                                    </p:anim>
                                    <p:anim calcmode="lin" valueType="num">
                                      <p:cBhvr>
                                        <p:cTn id="90" dur="500" fill="hold"/>
                                        <p:tgtEl>
                                          <p:spTgt spid="3422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7"/>
                                            </p:cond>
                                          </p:stCondLst>
                                          <p:endCondLst>
                                            <p:cond evt="onStopAudio" delay="0">
                                              <p:tgtEl>
                                                <p:sldTgt/>
                                              </p:tgtEl>
                                            </p:cond>
                                          </p:endCondLst>
                                        </p:cTn>
                                        <p:tgtEl>
                                          <p:sndTgt r:embed="rId3" name="WHOOSH.WAV"/>
                                        </p:tgtEl>
                                      </p:cMediaNode>
                                    </p:audio>
                                  </p:sub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34115"/>
                                        </p:tgtEl>
                                        <p:attrNameLst>
                                          <p:attrName>style.visibility</p:attrName>
                                        </p:attrNameLst>
                                      </p:cBhvr>
                                      <p:to>
                                        <p:strVal val="visible"/>
                                      </p:to>
                                    </p:set>
                                    <p:animEffect transition="in" filter="wipe(up)">
                                      <p:cBhvr>
                                        <p:cTn id="95" dur="500"/>
                                        <p:tgtEl>
                                          <p:spTgt spid="34115"/>
                                        </p:tgtEl>
                                      </p:cBhvr>
                                    </p:animEffect>
                                  </p:childTnLst>
                                  <p:subTnLst>
                                    <p:audio>
                                      <p:cMediaNode>
                                        <p:cTn display="0" masterRel="sameClick">
                                          <p:stCondLst>
                                            <p:cond evt="begin" delay="0">
                                              <p:tn val="93"/>
                                            </p:cond>
                                          </p:stCondLst>
                                          <p:endCondLst>
                                            <p:cond evt="onStopAudio" delay="0">
                                              <p:tgtEl>
                                                <p:sldTgt/>
                                              </p:tgtEl>
                                            </p:cond>
                                          </p:endCondLst>
                                        </p:cTn>
                                        <p:tgtEl>
                                          <p:sndTgt r:embed="rId3" name="WHOOSH.WAV"/>
                                        </p:tgtEl>
                                      </p:cMediaNode>
                                    </p:audio>
                                  </p:subTnLst>
                                </p:cTn>
                              </p:par>
                            </p:childTnLst>
                          </p:cTn>
                        </p:par>
                      </p:childTnLst>
                    </p:cTn>
                  </p:par>
                  <p:par>
                    <p:cTn id="96" fill="hold" nodeType="clickPar">
                      <p:stCondLst>
                        <p:cond delay="indefinite"/>
                      </p:stCondLst>
                      <p:childTnLst>
                        <p:par>
                          <p:cTn id="97" fill="hold" nodeType="withGroup">
                            <p:stCondLst>
                              <p:cond delay="0"/>
                            </p:stCondLst>
                            <p:childTnLst>
                              <p:par>
                                <p:cTn id="98" presetID="23" presetClass="entr" presetSubtype="32" fill="hold" nodeType="clickEffect">
                                  <p:stCondLst>
                                    <p:cond delay="0"/>
                                  </p:stCondLst>
                                  <p:childTnLst>
                                    <p:set>
                                      <p:cBhvr>
                                        <p:cTn id="99" dur="1" fill="hold">
                                          <p:stCondLst>
                                            <p:cond delay="0"/>
                                          </p:stCondLst>
                                        </p:cTn>
                                        <p:tgtEl>
                                          <p:spTgt spid="34149"/>
                                        </p:tgtEl>
                                        <p:attrNameLst>
                                          <p:attrName>style.visibility</p:attrName>
                                        </p:attrNameLst>
                                      </p:cBhvr>
                                      <p:to>
                                        <p:strVal val="visible"/>
                                      </p:to>
                                    </p:set>
                                    <p:anim calcmode="lin" valueType="num">
                                      <p:cBhvr>
                                        <p:cTn id="100" dur="500" fill="hold"/>
                                        <p:tgtEl>
                                          <p:spTgt spid="34149"/>
                                        </p:tgtEl>
                                        <p:attrNameLst>
                                          <p:attrName>ppt_w</p:attrName>
                                        </p:attrNameLst>
                                      </p:cBhvr>
                                      <p:tavLst>
                                        <p:tav tm="0">
                                          <p:val>
                                            <p:strVal val="4*#ppt_w"/>
                                          </p:val>
                                        </p:tav>
                                        <p:tav tm="100000">
                                          <p:val>
                                            <p:strVal val="#ppt_w"/>
                                          </p:val>
                                        </p:tav>
                                      </p:tavLst>
                                    </p:anim>
                                    <p:anim calcmode="lin" valueType="num">
                                      <p:cBhvr>
                                        <p:cTn id="101" dur="500" fill="hold"/>
                                        <p:tgtEl>
                                          <p:spTgt spid="34149"/>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98"/>
                                            </p:cond>
                                          </p:stCondLst>
                                          <p:endCondLst>
                                            <p:cond evt="onStopAudio" delay="0">
                                              <p:tgtEl>
                                                <p:sldTgt/>
                                              </p:tgtEl>
                                            </p:cond>
                                          </p:endCondLst>
                                        </p:cTn>
                                        <p:tgtEl>
                                          <p:sndTgt r:embed="rId3" name="WHOOSH.WAV"/>
                                        </p:tgtEl>
                                      </p:cMediaNode>
                                    </p:audio>
                                  </p:sub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16" fill="hold" nodeType="clickEffect">
                                  <p:stCondLst>
                                    <p:cond delay="0"/>
                                  </p:stCondLst>
                                  <p:childTnLst>
                                    <p:set>
                                      <p:cBhvr>
                                        <p:cTn id="105" dur="1" fill="hold">
                                          <p:stCondLst>
                                            <p:cond delay="0"/>
                                          </p:stCondLst>
                                        </p:cTn>
                                        <p:tgtEl>
                                          <p:spTgt spid="34122"/>
                                        </p:tgtEl>
                                        <p:attrNameLst>
                                          <p:attrName>style.visibility</p:attrName>
                                        </p:attrNameLst>
                                      </p:cBhvr>
                                      <p:to>
                                        <p:strVal val="visible"/>
                                      </p:to>
                                    </p:set>
                                    <p:anim calcmode="lin" valueType="num">
                                      <p:cBhvr>
                                        <p:cTn id="106" dur="500" fill="hold"/>
                                        <p:tgtEl>
                                          <p:spTgt spid="34122"/>
                                        </p:tgtEl>
                                        <p:attrNameLst>
                                          <p:attrName>ppt_w</p:attrName>
                                        </p:attrNameLst>
                                      </p:cBhvr>
                                      <p:tavLst>
                                        <p:tav tm="0">
                                          <p:val>
                                            <p:fltVal val="0"/>
                                          </p:val>
                                        </p:tav>
                                        <p:tav tm="100000">
                                          <p:val>
                                            <p:strVal val="#ppt_w"/>
                                          </p:val>
                                        </p:tav>
                                      </p:tavLst>
                                    </p:anim>
                                    <p:anim calcmode="lin" valueType="num">
                                      <p:cBhvr>
                                        <p:cTn id="107" dur="500" fill="hold"/>
                                        <p:tgtEl>
                                          <p:spTgt spid="3412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4"/>
                                            </p:cond>
                                          </p:stCondLst>
                                          <p:endCondLst>
                                            <p:cond evt="onStopAudio" delay="0">
                                              <p:tgtEl>
                                                <p:sldTgt/>
                                              </p:tgtEl>
                                            </p:cond>
                                          </p:endCondLst>
                                        </p:cTn>
                                        <p:tgtEl>
                                          <p:sndTgt r:embed="rId3" name="WHOOSH.WAV"/>
                                        </p:tgtEl>
                                      </p:cMediaNode>
                                    </p:audio>
                                  </p:subTnLst>
                                </p:cTn>
                              </p:par>
                            </p:childTnLst>
                          </p:cTn>
                        </p:par>
                      </p:childTnLst>
                    </p:cTn>
                  </p:par>
                  <p:par>
                    <p:cTn id="108" fill="hold" nodeType="clickPar">
                      <p:stCondLst>
                        <p:cond delay="indefinite"/>
                      </p:stCondLst>
                      <p:childTnLst>
                        <p:par>
                          <p:cTn id="109" fill="hold" nodeType="withGroup">
                            <p:stCondLst>
                              <p:cond delay="0"/>
                            </p:stCondLst>
                            <p:childTnLst>
                              <p:par>
                                <p:cTn id="110" presetID="23" presetClass="entr" presetSubtype="32" fill="hold" nodeType="clickEffect">
                                  <p:stCondLst>
                                    <p:cond delay="0"/>
                                  </p:stCondLst>
                                  <p:childTnLst>
                                    <p:set>
                                      <p:cBhvr>
                                        <p:cTn id="111" dur="1" fill="hold">
                                          <p:stCondLst>
                                            <p:cond delay="0"/>
                                          </p:stCondLst>
                                        </p:cTn>
                                        <p:tgtEl>
                                          <p:spTgt spid="34152"/>
                                        </p:tgtEl>
                                        <p:attrNameLst>
                                          <p:attrName>style.visibility</p:attrName>
                                        </p:attrNameLst>
                                      </p:cBhvr>
                                      <p:to>
                                        <p:strVal val="visible"/>
                                      </p:to>
                                    </p:set>
                                    <p:anim calcmode="lin" valueType="num">
                                      <p:cBhvr>
                                        <p:cTn id="112" dur="500" fill="hold"/>
                                        <p:tgtEl>
                                          <p:spTgt spid="34152"/>
                                        </p:tgtEl>
                                        <p:attrNameLst>
                                          <p:attrName>ppt_w</p:attrName>
                                        </p:attrNameLst>
                                      </p:cBhvr>
                                      <p:tavLst>
                                        <p:tav tm="0">
                                          <p:val>
                                            <p:strVal val="4*#ppt_w"/>
                                          </p:val>
                                        </p:tav>
                                        <p:tav tm="100000">
                                          <p:val>
                                            <p:strVal val="#ppt_w"/>
                                          </p:val>
                                        </p:tav>
                                      </p:tavLst>
                                    </p:anim>
                                    <p:anim calcmode="lin" valueType="num">
                                      <p:cBhvr>
                                        <p:cTn id="113" dur="500" fill="hold"/>
                                        <p:tgtEl>
                                          <p:spTgt spid="34152"/>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10"/>
                                            </p:cond>
                                          </p:stCondLst>
                                          <p:endCondLst>
                                            <p:cond evt="onStopAudio" delay="0">
                                              <p:tgtEl>
                                                <p:sldTgt/>
                                              </p:tgtEl>
                                            </p:cond>
                                          </p:endCondLst>
                                        </p:cTn>
                                        <p:tgtEl>
                                          <p:sndTgt r:embed="rId3" name="WHOOSH.WAV"/>
                                        </p:tgtEl>
                                      </p:cMediaNode>
                                    </p:audio>
                                  </p:subTnLst>
                                </p:cTn>
                              </p:par>
                            </p:childTnLst>
                          </p:cTn>
                        </p:par>
                      </p:childTnLst>
                    </p:cTn>
                  </p:par>
                  <p:par>
                    <p:cTn id="114" fill="hold" nodeType="clickPar">
                      <p:stCondLst>
                        <p:cond delay="indefinite"/>
                      </p:stCondLst>
                      <p:childTnLst>
                        <p:par>
                          <p:cTn id="115" fill="hold" nodeType="withGroup">
                            <p:stCondLst>
                              <p:cond delay="0"/>
                            </p:stCondLst>
                            <p:childTnLst>
                              <p:par>
                                <p:cTn id="116" presetID="23" presetClass="entr" presetSubtype="32" fill="hold" nodeType="clickEffect">
                                  <p:stCondLst>
                                    <p:cond delay="0"/>
                                  </p:stCondLst>
                                  <p:childTnLst>
                                    <p:set>
                                      <p:cBhvr>
                                        <p:cTn id="117" dur="1" fill="hold">
                                          <p:stCondLst>
                                            <p:cond delay="0"/>
                                          </p:stCondLst>
                                        </p:cTn>
                                        <p:tgtEl>
                                          <p:spTgt spid="34143"/>
                                        </p:tgtEl>
                                        <p:attrNameLst>
                                          <p:attrName>style.visibility</p:attrName>
                                        </p:attrNameLst>
                                      </p:cBhvr>
                                      <p:to>
                                        <p:strVal val="visible"/>
                                      </p:to>
                                    </p:set>
                                    <p:anim calcmode="lin" valueType="num">
                                      <p:cBhvr>
                                        <p:cTn id="118" dur="500" fill="hold"/>
                                        <p:tgtEl>
                                          <p:spTgt spid="34143"/>
                                        </p:tgtEl>
                                        <p:attrNameLst>
                                          <p:attrName>ppt_w</p:attrName>
                                        </p:attrNameLst>
                                      </p:cBhvr>
                                      <p:tavLst>
                                        <p:tav tm="0">
                                          <p:val>
                                            <p:strVal val="4*#ppt_w"/>
                                          </p:val>
                                        </p:tav>
                                        <p:tav tm="100000">
                                          <p:val>
                                            <p:strVal val="#ppt_w"/>
                                          </p:val>
                                        </p:tav>
                                      </p:tavLst>
                                    </p:anim>
                                    <p:anim calcmode="lin" valueType="num">
                                      <p:cBhvr>
                                        <p:cTn id="119" dur="500" fill="hold"/>
                                        <p:tgtEl>
                                          <p:spTgt spid="3414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WHOOSH.WAV"/>
                                        </p:tgtEl>
                                      </p:cMediaNode>
                                    </p:audio>
                                  </p:subTnLst>
                                </p:cTn>
                              </p:par>
                            </p:childTnLst>
                          </p:cTn>
                        </p:par>
                      </p:childTnLst>
                    </p:cTn>
                  </p:par>
                  <p:par>
                    <p:cTn id="120" fill="hold" nodeType="clickPar">
                      <p:stCondLst>
                        <p:cond delay="indefinite"/>
                      </p:stCondLst>
                      <p:childTnLst>
                        <p:par>
                          <p:cTn id="121" fill="hold" nodeType="withGroup">
                            <p:stCondLst>
                              <p:cond delay="0"/>
                            </p:stCondLst>
                            <p:childTnLst>
                              <p:par>
                                <p:cTn id="122" presetID="23" presetClass="entr" presetSubtype="32" fill="hold" nodeType="clickEffect">
                                  <p:stCondLst>
                                    <p:cond delay="0"/>
                                  </p:stCondLst>
                                  <p:childTnLst>
                                    <p:set>
                                      <p:cBhvr>
                                        <p:cTn id="123" dur="1" fill="hold">
                                          <p:stCondLst>
                                            <p:cond delay="0"/>
                                          </p:stCondLst>
                                        </p:cTn>
                                        <p:tgtEl>
                                          <p:spTgt spid="34146"/>
                                        </p:tgtEl>
                                        <p:attrNameLst>
                                          <p:attrName>style.visibility</p:attrName>
                                        </p:attrNameLst>
                                      </p:cBhvr>
                                      <p:to>
                                        <p:strVal val="visible"/>
                                      </p:to>
                                    </p:set>
                                    <p:anim calcmode="lin" valueType="num">
                                      <p:cBhvr>
                                        <p:cTn id="124" dur="500" fill="hold"/>
                                        <p:tgtEl>
                                          <p:spTgt spid="34146"/>
                                        </p:tgtEl>
                                        <p:attrNameLst>
                                          <p:attrName>ppt_w</p:attrName>
                                        </p:attrNameLst>
                                      </p:cBhvr>
                                      <p:tavLst>
                                        <p:tav tm="0">
                                          <p:val>
                                            <p:strVal val="4*#ppt_w"/>
                                          </p:val>
                                        </p:tav>
                                        <p:tav tm="100000">
                                          <p:val>
                                            <p:strVal val="#ppt_w"/>
                                          </p:val>
                                        </p:tav>
                                      </p:tavLst>
                                    </p:anim>
                                    <p:anim calcmode="lin" valueType="num">
                                      <p:cBhvr>
                                        <p:cTn id="125" dur="500" fill="hold"/>
                                        <p:tgtEl>
                                          <p:spTgt spid="3414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22"/>
                                            </p:cond>
                                          </p:stCondLst>
                                          <p:endCondLst>
                                            <p:cond evt="onStopAudio" delay="0">
                                              <p:tgtEl>
                                                <p:sldTgt/>
                                              </p:tgtEl>
                                            </p:cond>
                                          </p:endCondLst>
                                        </p:cTn>
                                        <p:tgtEl>
                                          <p:sndTgt r:embed="rId3" name="WHOOSH.WAV"/>
                                        </p:tgtEl>
                                      </p:cMediaNode>
                                    </p:audio>
                                  </p:sub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1" fill="hold" nodeType="clickEffect">
                                  <p:stCondLst>
                                    <p:cond delay="0"/>
                                  </p:stCondLst>
                                  <p:childTnLst>
                                    <p:set>
                                      <p:cBhvr>
                                        <p:cTn id="129" dur="1" fill="hold">
                                          <p:stCondLst>
                                            <p:cond delay="0"/>
                                          </p:stCondLst>
                                        </p:cTn>
                                        <p:tgtEl>
                                          <p:spTgt spid="34116"/>
                                        </p:tgtEl>
                                        <p:attrNameLst>
                                          <p:attrName>style.visibility</p:attrName>
                                        </p:attrNameLst>
                                      </p:cBhvr>
                                      <p:to>
                                        <p:strVal val="visible"/>
                                      </p:to>
                                    </p:set>
                                    <p:animEffect transition="in" filter="wipe(up)">
                                      <p:cBhvr>
                                        <p:cTn id="130" dur="500"/>
                                        <p:tgtEl>
                                          <p:spTgt spid="34116"/>
                                        </p:tgtEl>
                                      </p:cBhvr>
                                    </p:animEffect>
                                  </p:childTnLst>
                                  <p:subTnLst>
                                    <p:audio>
                                      <p:cMediaNode>
                                        <p:cTn display="0" masterRel="sameClick">
                                          <p:stCondLst>
                                            <p:cond evt="begin" delay="0">
                                              <p:tn val="128"/>
                                            </p:cond>
                                          </p:stCondLst>
                                          <p:endCondLst>
                                            <p:cond evt="onStopAudio" delay="0">
                                              <p:tgtEl>
                                                <p:sldTgt/>
                                              </p:tgtEl>
                                            </p:cond>
                                          </p:endCondLst>
                                        </p:cTn>
                                        <p:tgtEl>
                                          <p:sndTgt r:embed="rId3" name="WHOOSH.WAV"/>
                                        </p:tgtEl>
                                      </p:cMediaNode>
                                    </p:audio>
                                  </p:sub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2" fill="hold" nodeType="clickEffect">
                                  <p:stCondLst>
                                    <p:cond delay="0"/>
                                  </p:stCondLst>
                                  <p:childTnLst>
                                    <p:set>
                                      <p:cBhvr>
                                        <p:cTn id="134" dur="1" fill="hold">
                                          <p:stCondLst>
                                            <p:cond delay="0"/>
                                          </p:stCondLst>
                                        </p:cTn>
                                        <p:tgtEl>
                                          <p:spTgt spid="34120"/>
                                        </p:tgtEl>
                                        <p:attrNameLst>
                                          <p:attrName>style.visibility</p:attrName>
                                        </p:attrNameLst>
                                      </p:cBhvr>
                                      <p:to>
                                        <p:strVal val="visible"/>
                                      </p:to>
                                    </p:set>
                                    <p:animEffect transition="in" filter="wipe(right)">
                                      <p:cBhvr>
                                        <p:cTn id="135" dur="500"/>
                                        <p:tgtEl>
                                          <p:spTgt spid="34120"/>
                                        </p:tgtEl>
                                      </p:cBhvr>
                                    </p:animEffect>
                                  </p:childTnLst>
                                  <p:subTnLst>
                                    <p:audio>
                                      <p:cMediaNode>
                                        <p:cTn display="0" masterRel="sameClick">
                                          <p:stCondLst>
                                            <p:cond evt="begin" delay="0">
                                              <p:tn val="133"/>
                                            </p:cond>
                                          </p:stCondLst>
                                          <p:endCondLst>
                                            <p:cond evt="onStopAudio" delay="0">
                                              <p:tgtEl>
                                                <p:sldTgt/>
                                              </p:tgtEl>
                                            </p:cond>
                                          </p:endCondLst>
                                        </p:cTn>
                                        <p:tgtEl>
                                          <p:sndTgt r:embed="rId3" name="WHOOSH.WAV"/>
                                        </p:tgtEl>
                                      </p:cMediaNode>
                                    </p:audio>
                                  </p:subTnLst>
                                </p:cTn>
                              </p:par>
                            </p:childTnLst>
                          </p:cTn>
                        </p:par>
                      </p:childTnLst>
                    </p:cTn>
                  </p:par>
                  <p:par>
                    <p:cTn id="136" fill="hold" nodeType="clickPar">
                      <p:stCondLst>
                        <p:cond delay="indefinite"/>
                      </p:stCondLst>
                      <p:childTnLst>
                        <p:par>
                          <p:cTn id="137" fill="hold" nodeType="withGroup">
                            <p:stCondLst>
                              <p:cond delay="0"/>
                            </p:stCondLst>
                            <p:childTnLst>
                              <p:par>
                                <p:cTn id="138" presetID="23" presetClass="entr" presetSubtype="32" fill="hold" nodeType="clickEffect">
                                  <p:stCondLst>
                                    <p:cond delay="0"/>
                                  </p:stCondLst>
                                  <p:childTnLst>
                                    <p:set>
                                      <p:cBhvr>
                                        <p:cTn id="139" dur="1" fill="hold">
                                          <p:stCondLst>
                                            <p:cond delay="0"/>
                                          </p:stCondLst>
                                        </p:cTn>
                                        <p:tgtEl>
                                          <p:spTgt spid="34140"/>
                                        </p:tgtEl>
                                        <p:attrNameLst>
                                          <p:attrName>style.visibility</p:attrName>
                                        </p:attrNameLst>
                                      </p:cBhvr>
                                      <p:to>
                                        <p:strVal val="visible"/>
                                      </p:to>
                                    </p:set>
                                    <p:anim calcmode="lin" valueType="num">
                                      <p:cBhvr>
                                        <p:cTn id="140" dur="500" fill="hold"/>
                                        <p:tgtEl>
                                          <p:spTgt spid="34140"/>
                                        </p:tgtEl>
                                        <p:attrNameLst>
                                          <p:attrName>ppt_w</p:attrName>
                                        </p:attrNameLst>
                                      </p:cBhvr>
                                      <p:tavLst>
                                        <p:tav tm="0">
                                          <p:val>
                                            <p:strVal val="4*#ppt_w"/>
                                          </p:val>
                                        </p:tav>
                                        <p:tav tm="100000">
                                          <p:val>
                                            <p:strVal val="#ppt_w"/>
                                          </p:val>
                                        </p:tav>
                                      </p:tavLst>
                                    </p:anim>
                                    <p:anim calcmode="lin" valueType="num">
                                      <p:cBhvr>
                                        <p:cTn id="141" dur="500" fill="hold"/>
                                        <p:tgtEl>
                                          <p:spTgt spid="3414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38"/>
                                            </p:cond>
                                          </p:stCondLst>
                                          <p:endCondLst>
                                            <p:cond evt="onStopAudio" delay="0">
                                              <p:tgtEl>
                                                <p:sldTgt/>
                                              </p:tgtEl>
                                            </p:cond>
                                          </p:endCondLst>
                                        </p:cTn>
                                        <p:tgtEl>
                                          <p:sndTgt r:embed="rId3" name="WHOOSH.WAV"/>
                                        </p:tgtEl>
                                      </p:cMediaNode>
                                    </p:audio>
                                  </p:sub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1" fill="hold" nodeType="clickEffect">
                                  <p:stCondLst>
                                    <p:cond delay="0"/>
                                  </p:stCondLst>
                                  <p:childTnLst>
                                    <p:set>
                                      <p:cBhvr>
                                        <p:cTn id="145" dur="1" fill="hold">
                                          <p:stCondLst>
                                            <p:cond delay="0"/>
                                          </p:stCondLst>
                                        </p:cTn>
                                        <p:tgtEl>
                                          <p:spTgt spid="34117"/>
                                        </p:tgtEl>
                                        <p:attrNameLst>
                                          <p:attrName>style.visibility</p:attrName>
                                        </p:attrNameLst>
                                      </p:cBhvr>
                                      <p:to>
                                        <p:strVal val="visible"/>
                                      </p:to>
                                    </p:set>
                                    <p:animEffect transition="in" filter="wipe(up)">
                                      <p:cBhvr>
                                        <p:cTn id="146" dur="500"/>
                                        <p:tgtEl>
                                          <p:spTgt spid="34117"/>
                                        </p:tgtEl>
                                      </p:cBhvr>
                                    </p:animEffect>
                                  </p:childTnLst>
                                  <p:subTnLst>
                                    <p:audio>
                                      <p:cMediaNode>
                                        <p:cTn display="0" masterRel="sameClick">
                                          <p:stCondLst>
                                            <p:cond evt="begin" delay="0">
                                              <p:tn val="144"/>
                                            </p:cond>
                                          </p:stCondLst>
                                          <p:endCondLst>
                                            <p:cond evt="onStopAudio" delay="0">
                                              <p:tgtEl>
                                                <p:sldTgt/>
                                              </p:tgtEl>
                                            </p:cond>
                                          </p:endCondLst>
                                        </p:cTn>
                                        <p:tgtEl>
                                          <p:sndTgt r:embed="rId3" name="WHOOSH.WAV"/>
                                        </p:tgtEl>
                                      </p:cMediaNode>
                                    </p:audio>
                                  </p:sub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2" fill="hold" nodeType="clickEffect">
                                  <p:stCondLst>
                                    <p:cond delay="0"/>
                                  </p:stCondLst>
                                  <p:childTnLst>
                                    <p:set>
                                      <p:cBhvr>
                                        <p:cTn id="150" dur="1" fill="hold">
                                          <p:stCondLst>
                                            <p:cond delay="0"/>
                                          </p:stCondLst>
                                        </p:cTn>
                                        <p:tgtEl>
                                          <p:spTgt spid="34119"/>
                                        </p:tgtEl>
                                        <p:attrNameLst>
                                          <p:attrName>style.visibility</p:attrName>
                                        </p:attrNameLst>
                                      </p:cBhvr>
                                      <p:to>
                                        <p:strVal val="visible"/>
                                      </p:to>
                                    </p:set>
                                    <p:animEffect transition="in" filter="wipe(right)">
                                      <p:cBhvr>
                                        <p:cTn id="151" dur="500"/>
                                        <p:tgtEl>
                                          <p:spTgt spid="34119"/>
                                        </p:tgtEl>
                                      </p:cBhvr>
                                    </p:animEffect>
                                  </p:childTnLst>
                                  <p:subTnLst>
                                    <p:audio>
                                      <p:cMediaNode>
                                        <p:cTn display="0" masterRel="sameClick">
                                          <p:stCondLst>
                                            <p:cond evt="begin" delay="0">
                                              <p:tn val="149"/>
                                            </p:cond>
                                          </p:stCondLst>
                                          <p:endCondLst>
                                            <p:cond evt="onStopAudio" delay="0">
                                              <p:tgtEl>
                                                <p:sldTgt/>
                                              </p:tgtEl>
                                            </p:cond>
                                          </p:endCondLst>
                                        </p:cTn>
                                        <p:tgtEl>
                                          <p:sndTgt r:embed="rId3" name="WHOOSH.WAV"/>
                                        </p:tgtEl>
                                      </p:cMediaNode>
                                    </p:audio>
                                  </p:subTnLst>
                                </p:cTn>
                              </p:par>
                            </p:childTnLst>
                          </p:cTn>
                        </p:par>
                      </p:childTnLst>
                    </p:cTn>
                  </p:par>
                  <p:par>
                    <p:cTn id="152" fill="hold" nodeType="clickPar">
                      <p:stCondLst>
                        <p:cond delay="indefinite"/>
                      </p:stCondLst>
                      <p:childTnLst>
                        <p:par>
                          <p:cTn id="153" fill="hold" nodeType="withGroup">
                            <p:stCondLst>
                              <p:cond delay="0"/>
                            </p:stCondLst>
                            <p:childTnLst>
                              <p:par>
                                <p:cTn id="154" presetID="23" presetClass="entr" presetSubtype="32" fill="hold" nodeType="clickEffect">
                                  <p:stCondLst>
                                    <p:cond delay="0"/>
                                  </p:stCondLst>
                                  <p:childTnLst>
                                    <p:set>
                                      <p:cBhvr>
                                        <p:cTn id="155" dur="1" fill="hold">
                                          <p:stCondLst>
                                            <p:cond delay="0"/>
                                          </p:stCondLst>
                                        </p:cTn>
                                        <p:tgtEl>
                                          <p:spTgt spid="34155"/>
                                        </p:tgtEl>
                                        <p:attrNameLst>
                                          <p:attrName>style.visibility</p:attrName>
                                        </p:attrNameLst>
                                      </p:cBhvr>
                                      <p:to>
                                        <p:strVal val="visible"/>
                                      </p:to>
                                    </p:set>
                                    <p:anim calcmode="lin" valueType="num">
                                      <p:cBhvr>
                                        <p:cTn id="156" dur="500" fill="hold"/>
                                        <p:tgtEl>
                                          <p:spTgt spid="34155"/>
                                        </p:tgtEl>
                                        <p:attrNameLst>
                                          <p:attrName>ppt_w</p:attrName>
                                        </p:attrNameLst>
                                      </p:cBhvr>
                                      <p:tavLst>
                                        <p:tav tm="0">
                                          <p:val>
                                            <p:strVal val="4*#ppt_w"/>
                                          </p:val>
                                        </p:tav>
                                        <p:tav tm="100000">
                                          <p:val>
                                            <p:strVal val="#ppt_w"/>
                                          </p:val>
                                        </p:tav>
                                      </p:tavLst>
                                    </p:anim>
                                    <p:anim calcmode="lin" valueType="num">
                                      <p:cBhvr>
                                        <p:cTn id="157" dur="500" fill="hold"/>
                                        <p:tgtEl>
                                          <p:spTgt spid="3415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54"/>
                                            </p:cond>
                                          </p:stCondLst>
                                          <p:endCondLst>
                                            <p:cond evt="onStopAudio" delay="0">
                                              <p:tgtEl>
                                                <p:sldTgt/>
                                              </p:tgtEl>
                                            </p:cond>
                                          </p:endCondLst>
                                        </p:cTn>
                                        <p:tgtEl>
                                          <p:sndTgt r:embed="rId3" name="WHOOSH.WAV"/>
                                        </p:tgtEl>
                                      </p:cMediaNode>
                                    </p:audio>
                                  </p:subTnLst>
                                </p:cTn>
                              </p:par>
                            </p:childTnLst>
                          </p:cTn>
                        </p:par>
                      </p:childTnLst>
                    </p:cTn>
                  </p:par>
                  <p:par>
                    <p:cTn id="158" fill="hold" nodeType="clickPar">
                      <p:stCondLst>
                        <p:cond delay="indefinite"/>
                      </p:stCondLst>
                      <p:childTnLst>
                        <p:par>
                          <p:cTn id="159" fill="hold" nodeType="withGroup">
                            <p:stCondLst>
                              <p:cond delay="0"/>
                            </p:stCondLst>
                            <p:childTnLst>
                              <p:par>
                                <p:cTn id="160" presetID="23" presetClass="entr" presetSubtype="16" fill="hold" nodeType="clickEffect">
                                  <p:stCondLst>
                                    <p:cond delay="0"/>
                                  </p:stCondLst>
                                  <p:childTnLst>
                                    <p:set>
                                      <p:cBhvr>
                                        <p:cTn id="161" dur="1" fill="hold">
                                          <p:stCondLst>
                                            <p:cond delay="0"/>
                                          </p:stCondLst>
                                        </p:cTn>
                                        <p:tgtEl>
                                          <p:spTgt spid="34062"/>
                                        </p:tgtEl>
                                        <p:attrNameLst>
                                          <p:attrName>style.visibility</p:attrName>
                                        </p:attrNameLst>
                                      </p:cBhvr>
                                      <p:to>
                                        <p:strVal val="visible"/>
                                      </p:to>
                                    </p:set>
                                    <p:anim calcmode="lin" valueType="num">
                                      <p:cBhvr>
                                        <p:cTn id="162" dur="500" fill="hold"/>
                                        <p:tgtEl>
                                          <p:spTgt spid="34062"/>
                                        </p:tgtEl>
                                        <p:attrNameLst>
                                          <p:attrName>ppt_w</p:attrName>
                                        </p:attrNameLst>
                                      </p:cBhvr>
                                      <p:tavLst>
                                        <p:tav tm="0">
                                          <p:val>
                                            <p:fltVal val="0"/>
                                          </p:val>
                                        </p:tav>
                                        <p:tav tm="100000">
                                          <p:val>
                                            <p:strVal val="#ppt_w"/>
                                          </p:val>
                                        </p:tav>
                                      </p:tavLst>
                                    </p:anim>
                                    <p:anim calcmode="lin" valueType="num">
                                      <p:cBhvr>
                                        <p:cTn id="163" dur="500" fill="hold"/>
                                        <p:tgtEl>
                                          <p:spTgt spid="3406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60"/>
                                            </p:cond>
                                          </p:stCondLst>
                                          <p:endCondLst>
                                            <p:cond evt="onStopAudio" delay="0">
                                              <p:tgtEl>
                                                <p:sldTgt/>
                                              </p:tgtEl>
                                            </p:cond>
                                          </p:endCondLst>
                                        </p:cTn>
                                        <p:tgtEl>
                                          <p:sndTgt r:embed="rId3" name="WHOOSH.WAV"/>
                                        </p:tgtEl>
                                      </p:cMediaNode>
                                    </p:audio>
                                  </p:sub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1" fill="hold" nodeType="clickEffect">
                                  <p:stCondLst>
                                    <p:cond delay="0"/>
                                  </p:stCondLst>
                                  <p:childTnLst>
                                    <p:set>
                                      <p:cBhvr>
                                        <p:cTn id="167" dur="1" fill="hold">
                                          <p:stCondLst>
                                            <p:cond delay="0"/>
                                          </p:stCondLst>
                                        </p:cTn>
                                        <p:tgtEl>
                                          <p:spTgt spid="34128"/>
                                        </p:tgtEl>
                                        <p:attrNameLst>
                                          <p:attrName>style.visibility</p:attrName>
                                        </p:attrNameLst>
                                      </p:cBhvr>
                                      <p:to>
                                        <p:strVal val="visible"/>
                                      </p:to>
                                    </p:set>
                                    <p:animEffect transition="in" filter="wipe(up)">
                                      <p:cBhvr>
                                        <p:cTn id="168" dur="500"/>
                                        <p:tgtEl>
                                          <p:spTgt spid="34128"/>
                                        </p:tgtEl>
                                      </p:cBhvr>
                                    </p:animEffect>
                                  </p:childTnLst>
                                  <p:subTnLst>
                                    <p:audio>
                                      <p:cMediaNode>
                                        <p:cTn display="0" masterRel="sameClick">
                                          <p:stCondLst>
                                            <p:cond evt="begin" delay="0">
                                              <p:tn val="166"/>
                                            </p:cond>
                                          </p:stCondLst>
                                          <p:endCondLst>
                                            <p:cond evt="onStopAudio" delay="0">
                                              <p:tgtEl>
                                                <p:sldTgt/>
                                              </p:tgtEl>
                                            </p:cond>
                                          </p:endCondLst>
                                        </p:cTn>
                                        <p:tgtEl>
                                          <p:sndTgt r:embed="rId3" name="WHOOSH.WAV"/>
                                        </p:tgtEl>
                                      </p:cMediaNode>
                                    </p:audio>
                                  </p:subTnLst>
                                </p:cTn>
                              </p:par>
                            </p:childTnLst>
                          </p:cTn>
                        </p:par>
                      </p:childTnLst>
                    </p:cTn>
                  </p:par>
                  <p:par>
                    <p:cTn id="169" fill="hold" nodeType="clickPar">
                      <p:stCondLst>
                        <p:cond delay="indefinite"/>
                      </p:stCondLst>
                      <p:childTnLst>
                        <p:par>
                          <p:cTn id="170" fill="hold" nodeType="withGroup">
                            <p:stCondLst>
                              <p:cond delay="0"/>
                            </p:stCondLst>
                            <p:childTnLst>
                              <p:par>
                                <p:cTn id="171" presetID="23" presetClass="entr" presetSubtype="16" fill="hold" nodeType="clickEffect">
                                  <p:stCondLst>
                                    <p:cond delay="0"/>
                                  </p:stCondLst>
                                  <p:childTnLst>
                                    <p:set>
                                      <p:cBhvr>
                                        <p:cTn id="172" dur="1" fill="hold">
                                          <p:stCondLst>
                                            <p:cond delay="0"/>
                                          </p:stCondLst>
                                        </p:cTn>
                                        <p:tgtEl>
                                          <p:spTgt spid="34241"/>
                                        </p:tgtEl>
                                        <p:attrNameLst>
                                          <p:attrName>style.visibility</p:attrName>
                                        </p:attrNameLst>
                                      </p:cBhvr>
                                      <p:to>
                                        <p:strVal val="visible"/>
                                      </p:to>
                                    </p:set>
                                    <p:anim calcmode="lin" valueType="num">
                                      <p:cBhvr>
                                        <p:cTn id="173" dur="500" fill="hold"/>
                                        <p:tgtEl>
                                          <p:spTgt spid="34241"/>
                                        </p:tgtEl>
                                        <p:attrNameLst>
                                          <p:attrName>ppt_w</p:attrName>
                                        </p:attrNameLst>
                                      </p:cBhvr>
                                      <p:tavLst>
                                        <p:tav tm="0">
                                          <p:val>
                                            <p:fltVal val="0"/>
                                          </p:val>
                                        </p:tav>
                                        <p:tav tm="100000">
                                          <p:val>
                                            <p:strVal val="#ppt_w"/>
                                          </p:val>
                                        </p:tav>
                                      </p:tavLst>
                                    </p:anim>
                                    <p:anim calcmode="lin" valueType="num">
                                      <p:cBhvr>
                                        <p:cTn id="174" dur="500" fill="hold"/>
                                        <p:tgtEl>
                                          <p:spTgt spid="3424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1"/>
                                            </p:cond>
                                          </p:stCondLst>
                                          <p:endCondLst>
                                            <p:cond evt="onStopAudio" delay="0">
                                              <p:tgtEl>
                                                <p:sldTgt/>
                                              </p:tgtEl>
                                            </p:cond>
                                          </p:endCondLst>
                                        </p:cTn>
                                        <p:tgtEl>
                                          <p:sndTgt r:embed="rId3" name="WHOOSH.WAV"/>
                                        </p:tgtEl>
                                      </p:cMediaNode>
                                    </p:audio>
                                  </p:subTnLst>
                                </p:cTn>
                              </p:par>
                            </p:childTnLst>
                          </p:cTn>
                        </p:par>
                      </p:childTnLst>
                    </p:cTn>
                  </p:par>
                  <p:par>
                    <p:cTn id="175" fill="hold" nodeType="clickPar">
                      <p:stCondLst>
                        <p:cond delay="indefinite"/>
                      </p:stCondLst>
                      <p:childTnLst>
                        <p:par>
                          <p:cTn id="176" fill="hold" nodeType="withGroup">
                            <p:stCondLst>
                              <p:cond delay="0"/>
                            </p:stCondLst>
                            <p:childTnLst>
                              <p:par>
                                <p:cTn id="177" presetID="23" presetClass="entr" presetSubtype="16" fill="hold" nodeType="clickEffect">
                                  <p:stCondLst>
                                    <p:cond delay="0"/>
                                  </p:stCondLst>
                                  <p:childTnLst>
                                    <p:set>
                                      <p:cBhvr>
                                        <p:cTn id="178" dur="1" fill="hold">
                                          <p:stCondLst>
                                            <p:cond delay="0"/>
                                          </p:stCondLst>
                                        </p:cTn>
                                        <p:tgtEl>
                                          <p:spTgt spid="34245"/>
                                        </p:tgtEl>
                                        <p:attrNameLst>
                                          <p:attrName>style.visibility</p:attrName>
                                        </p:attrNameLst>
                                      </p:cBhvr>
                                      <p:to>
                                        <p:strVal val="visible"/>
                                      </p:to>
                                    </p:set>
                                    <p:anim calcmode="lin" valueType="num">
                                      <p:cBhvr>
                                        <p:cTn id="179" dur="500" fill="hold"/>
                                        <p:tgtEl>
                                          <p:spTgt spid="34245"/>
                                        </p:tgtEl>
                                        <p:attrNameLst>
                                          <p:attrName>ppt_w</p:attrName>
                                        </p:attrNameLst>
                                      </p:cBhvr>
                                      <p:tavLst>
                                        <p:tav tm="0">
                                          <p:val>
                                            <p:fltVal val="0"/>
                                          </p:val>
                                        </p:tav>
                                        <p:tav tm="100000">
                                          <p:val>
                                            <p:strVal val="#ppt_w"/>
                                          </p:val>
                                        </p:tav>
                                      </p:tavLst>
                                    </p:anim>
                                    <p:anim calcmode="lin" valueType="num">
                                      <p:cBhvr>
                                        <p:cTn id="180" dur="500" fill="hold"/>
                                        <p:tgtEl>
                                          <p:spTgt spid="3424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7"/>
                                            </p:cond>
                                          </p:stCondLst>
                                          <p:endCondLst>
                                            <p:cond evt="onStopAudio" delay="0">
                                              <p:tgtEl>
                                                <p:sldTgt/>
                                              </p:tgtEl>
                                            </p:cond>
                                          </p:endCondLst>
                                        </p:cTn>
                                        <p:tgtEl>
                                          <p:sndTgt r:embed="rId3" name="WHOOSH.WAV"/>
                                        </p:tgtEl>
                                      </p:cMediaNode>
                                    </p:audio>
                                  </p:subTnLst>
                                </p:cTn>
                              </p:par>
                            </p:childTnLst>
                          </p:cTn>
                        </p:par>
                      </p:childTnLst>
                    </p:cTn>
                  </p:par>
                  <p:par>
                    <p:cTn id="181" fill="hold" nodeType="clickPar">
                      <p:stCondLst>
                        <p:cond delay="indefinite"/>
                      </p:stCondLst>
                      <p:childTnLst>
                        <p:par>
                          <p:cTn id="182" fill="hold" nodeType="withGroup">
                            <p:stCondLst>
                              <p:cond delay="0"/>
                            </p:stCondLst>
                            <p:childTnLst>
                              <p:par>
                                <p:cTn id="183" presetID="23" presetClass="entr" presetSubtype="32" fill="hold" nodeType="clickEffect">
                                  <p:stCondLst>
                                    <p:cond delay="0"/>
                                  </p:stCondLst>
                                  <p:childTnLst>
                                    <p:set>
                                      <p:cBhvr>
                                        <p:cTn id="184" dur="1" fill="hold">
                                          <p:stCondLst>
                                            <p:cond delay="0"/>
                                          </p:stCondLst>
                                        </p:cTn>
                                        <p:tgtEl>
                                          <p:spTgt spid="34213"/>
                                        </p:tgtEl>
                                        <p:attrNameLst>
                                          <p:attrName>style.visibility</p:attrName>
                                        </p:attrNameLst>
                                      </p:cBhvr>
                                      <p:to>
                                        <p:strVal val="visible"/>
                                      </p:to>
                                    </p:set>
                                    <p:anim calcmode="lin" valueType="num">
                                      <p:cBhvr>
                                        <p:cTn id="185" dur="500" fill="hold"/>
                                        <p:tgtEl>
                                          <p:spTgt spid="34213"/>
                                        </p:tgtEl>
                                        <p:attrNameLst>
                                          <p:attrName>ppt_w</p:attrName>
                                        </p:attrNameLst>
                                      </p:cBhvr>
                                      <p:tavLst>
                                        <p:tav tm="0">
                                          <p:val>
                                            <p:strVal val="4*#ppt_w"/>
                                          </p:val>
                                        </p:tav>
                                        <p:tav tm="100000">
                                          <p:val>
                                            <p:strVal val="#ppt_w"/>
                                          </p:val>
                                        </p:tav>
                                      </p:tavLst>
                                    </p:anim>
                                    <p:anim calcmode="lin" valueType="num">
                                      <p:cBhvr>
                                        <p:cTn id="186" dur="500" fill="hold"/>
                                        <p:tgtEl>
                                          <p:spTgt spid="3421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83"/>
                                            </p:cond>
                                          </p:stCondLst>
                                          <p:endCondLst>
                                            <p:cond evt="onStopAudio" delay="0">
                                              <p:tgtEl>
                                                <p:sldTgt/>
                                              </p:tgtEl>
                                            </p:cond>
                                          </p:endCondLst>
                                        </p:cTn>
                                        <p:tgtEl>
                                          <p:sndTgt r:embed="rId3" name="WHOOSH.WAV"/>
                                        </p:tgtEl>
                                      </p:cMediaNode>
                                    </p:audio>
                                  </p:subTnLst>
                                </p:cTn>
                              </p:par>
                            </p:childTnLst>
                          </p:cTn>
                        </p:par>
                      </p:childTnLst>
                    </p:cTn>
                  </p:par>
                  <p:par>
                    <p:cTn id="187" fill="hold" nodeType="clickPar">
                      <p:stCondLst>
                        <p:cond delay="indefinite"/>
                      </p:stCondLst>
                      <p:childTnLst>
                        <p:par>
                          <p:cTn id="188" fill="hold" nodeType="withGroup">
                            <p:stCondLst>
                              <p:cond delay="0"/>
                            </p:stCondLst>
                            <p:childTnLst>
                              <p:par>
                                <p:cTn id="189" presetID="23" presetClass="entr" presetSubtype="32" fill="hold" nodeType="clickEffect">
                                  <p:stCondLst>
                                    <p:cond delay="0"/>
                                  </p:stCondLst>
                                  <p:childTnLst>
                                    <p:set>
                                      <p:cBhvr>
                                        <p:cTn id="190" dur="1" fill="hold">
                                          <p:stCondLst>
                                            <p:cond delay="0"/>
                                          </p:stCondLst>
                                        </p:cTn>
                                        <p:tgtEl>
                                          <p:spTgt spid="34133"/>
                                        </p:tgtEl>
                                        <p:attrNameLst>
                                          <p:attrName>style.visibility</p:attrName>
                                        </p:attrNameLst>
                                      </p:cBhvr>
                                      <p:to>
                                        <p:strVal val="visible"/>
                                      </p:to>
                                    </p:set>
                                    <p:anim calcmode="lin" valueType="num">
                                      <p:cBhvr>
                                        <p:cTn id="191" dur="500" fill="hold"/>
                                        <p:tgtEl>
                                          <p:spTgt spid="34133"/>
                                        </p:tgtEl>
                                        <p:attrNameLst>
                                          <p:attrName>ppt_w</p:attrName>
                                        </p:attrNameLst>
                                      </p:cBhvr>
                                      <p:tavLst>
                                        <p:tav tm="0">
                                          <p:val>
                                            <p:strVal val="4*#ppt_w"/>
                                          </p:val>
                                        </p:tav>
                                        <p:tav tm="100000">
                                          <p:val>
                                            <p:strVal val="#ppt_w"/>
                                          </p:val>
                                        </p:tav>
                                      </p:tavLst>
                                    </p:anim>
                                    <p:anim calcmode="lin" valueType="num">
                                      <p:cBhvr>
                                        <p:cTn id="192" dur="500" fill="hold"/>
                                        <p:tgtEl>
                                          <p:spTgt spid="3413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89"/>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p:bldP spid="34249"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1" name="Text Box 216"/>
          <p:cNvSpPr txBox="1"/>
          <p:nvPr/>
        </p:nvSpPr>
        <p:spPr>
          <a:xfrm>
            <a:off x="377535" y="663079"/>
            <a:ext cx="6228692" cy="461665"/>
          </a:xfrm>
          <a:prstGeom prst="rect">
            <a:avLst/>
          </a:prstGeom>
          <a:noFill/>
          <a:ln w="38100">
            <a:noFill/>
          </a:ln>
        </p:spPr>
        <p:txBody>
          <a:bodyPr wrap="square">
            <a:spAutoFit/>
          </a:bodyPr>
          <a:lstStyle/>
          <a:p>
            <a:pPr algn="just"/>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课堂作业：求三棱柱与三棱锥的相贯线。</a:t>
            </a:r>
          </a:p>
        </p:txBody>
      </p:sp>
      <p:pic>
        <p:nvPicPr>
          <p:cNvPr id="140" name="Picture 8"/>
          <p:cNvPicPr>
            <a:picLocks noChangeAspect="1" noChangeArrowheads="1"/>
          </p:cNvPicPr>
          <p:nvPr/>
        </p:nvPicPr>
        <p:blipFill>
          <a:blip r:embed="rId3">
            <a:extLst>
              <a:ext uri="{28A0092B-C50C-407E-A947-70E740481C1C}">
                <a14:useLocalDpi xmlns:a14="http://schemas.microsoft.com/office/drawing/2010/main" val="0"/>
              </a:ext>
            </a:extLst>
          </a:blip>
          <a:srcRect l="3050" t="16690" r="54427" b="24268"/>
          <a:stretch>
            <a:fillRect/>
          </a:stretch>
        </p:blipFill>
        <p:spPr bwMode="auto">
          <a:xfrm>
            <a:off x="5652120" y="1124744"/>
            <a:ext cx="2980252" cy="2204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1" name="Text Box 216"/>
          <p:cNvSpPr txBox="1"/>
          <p:nvPr/>
        </p:nvSpPr>
        <p:spPr>
          <a:xfrm>
            <a:off x="503548" y="620688"/>
            <a:ext cx="6228692" cy="461665"/>
          </a:xfrm>
          <a:prstGeom prst="rect">
            <a:avLst/>
          </a:prstGeom>
          <a:noFill/>
          <a:ln w="38100">
            <a:noFill/>
          </a:ln>
        </p:spPr>
        <p:txBody>
          <a:bodyPr wrap="square">
            <a:spAutoFit/>
          </a:bodyPr>
          <a:lstStyle/>
          <a:p>
            <a:pPr algn="just"/>
            <a:r>
              <a:rPr lang="zh-CN" altLang="en-US" b="1" dirty="0">
                <a:solidFill>
                  <a:srgbClr val="006600"/>
                </a:solidFill>
                <a:latin typeface="微软雅黑" panose="020B0503020204020204" charset="-122"/>
                <a:ea typeface="微软雅黑" panose="020B0503020204020204" charset="-122"/>
                <a:cs typeface="微软雅黑" panose="020B0503020204020204" charset="-122"/>
              </a:rPr>
              <a:t>课堂作业：求三棱柱与三棱锥的相贯线。</a:t>
            </a:r>
          </a:p>
        </p:txBody>
      </p:sp>
      <p:pic>
        <p:nvPicPr>
          <p:cNvPr id="140" name="Picture 8"/>
          <p:cNvPicPr>
            <a:picLocks noChangeAspect="1" noChangeArrowheads="1"/>
          </p:cNvPicPr>
          <p:nvPr/>
        </p:nvPicPr>
        <p:blipFill>
          <a:blip r:embed="rId3">
            <a:extLst>
              <a:ext uri="{28A0092B-C50C-407E-A947-70E740481C1C}">
                <a14:useLocalDpi xmlns:a14="http://schemas.microsoft.com/office/drawing/2010/main" val="0"/>
              </a:ext>
            </a:extLst>
          </a:blip>
          <a:srcRect l="3050" t="16690" r="54427" b="24268"/>
          <a:stretch>
            <a:fillRect/>
          </a:stretch>
        </p:blipFill>
        <p:spPr bwMode="auto">
          <a:xfrm>
            <a:off x="5760132" y="1082353"/>
            <a:ext cx="2980252" cy="2204144"/>
          </a:xfrm>
          <a:prstGeom prst="rect">
            <a:avLst/>
          </a:prstGeom>
          <a:noFill/>
          <a:extLst>
            <a:ext uri="{909E8E84-426E-40DD-AFC4-6F175D3DCCD1}">
              <a14:hiddenFill xmlns:a14="http://schemas.microsoft.com/office/drawing/2010/main">
                <a:solidFill>
                  <a:srgbClr val="FFFFFF"/>
                </a:solidFill>
              </a14:hiddenFill>
            </a:ext>
          </a:extLst>
        </p:spPr>
      </p:pic>
      <p:sp>
        <p:nvSpPr>
          <p:cNvPr id="149" name="Text Box 182"/>
          <p:cNvSpPr txBox="1">
            <a:spLocks noChangeArrowheads="1"/>
          </p:cNvSpPr>
          <p:nvPr/>
        </p:nvSpPr>
        <p:spPr bwMode="auto">
          <a:xfrm>
            <a:off x="2989263" y="2199839"/>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0" name="Text Box 178"/>
          <p:cNvSpPr txBox="1">
            <a:spLocks noChangeArrowheads="1"/>
          </p:cNvSpPr>
          <p:nvPr/>
        </p:nvSpPr>
        <p:spPr bwMode="auto">
          <a:xfrm>
            <a:off x="2894013" y="1752164"/>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151" name="Line 19"/>
          <p:cNvSpPr>
            <a:spLocks noChangeShapeType="1"/>
          </p:cNvSpPr>
          <p:nvPr/>
        </p:nvSpPr>
        <p:spPr bwMode="auto">
          <a:xfrm flipV="1">
            <a:off x="3481388" y="1960127"/>
            <a:ext cx="0" cy="34432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2" name="Line 16"/>
          <p:cNvSpPr>
            <a:spLocks noChangeShapeType="1"/>
          </p:cNvSpPr>
          <p:nvPr/>
        </p:nvSpPr>
        <p:spPr bwMode="auto">
          <a:xfrm flipV="1">
            <a:off x="3032125" y="2068077"/>
            <a:ext cx="0" cy="3327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3" name="Line 17"/>
          <p:cNvSpPr>
            <a:spLocks noChangeShapeType="1"/>
          </p:cNvSpPr>
          <p:nvPr/>
        </p:nvSpPr>
        <p:spPr bwMode="auto">
          <a:xfrm flipV="1">
            <a:off x="2800350" y="2890402"/>
            <a:ext cx="0" cy="2192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4" name="Line 20"/>
          <p:cNvSpPr>
            <a:spLocks noChangeShapeType="1"/>
          </p:cNvSpPr>
          <p:nvPr/>
        </p:nvSpPr>
        <p:spPr bwMode="auto">
          <a:xfrm flipV="1">
            <a:off x="3852863" y="3246002"/>
            <a:ext cx="0" cy="1592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5" name="Line 18"/>
          <p:cNvSpPr>
            <a:spLocks noChangeShapeType="1"/>
          </p:cNvSpPr>
          <p:nvPr/>
        </p:nvSpPr>
        <p:spPr bwMode="auto">
          <a:xfrm flipV="1">
            <a:off x="3459163" y="2444314"/>
            <a:ext cx="0" cy="3519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6" name="Line 3"/>
          <p:cNvSpPr>
            <a:spLocks noChangeShapeType="1"/>
          </p:cNvSpPr>
          <p:nvPr/>
        </p:nvSpPr>
        <p:spPr bwMode="auto">
          <a:xfrm flipV="1">
            <a:off x="3270250" y="1961714"/>
            <a:ext cx="207963" cy="309563"/>
          </a:xfrm>
          <a:prstGeom prst="line">
            <a:avLst/>
          </a:prstGeom>
          <a:noFill/>
          <a:ln w="127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7" name="Line 95"/>
          <p:cNvSpPr>
            <a:spLocks noChangeShapeType="1"/>
          </p:cNvSpPr>
          <p:nvPr/>
        </p:nvSpPr>
        <p:spPr bwMode="auto">
          <a:xfrm flipH="1" flipV="1">
            <a:off x="3267075" y="2561789"/>
            <a:ext cx="584200" cy="677863"/>
          </a:xfrm>
          <a:prstGeom prst="line">
            <a:avLst/>
          </a:prstGeom>
          <a:noFill/>
          <a:ln w="127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8" name="Line 192"/>
          <p:cNvSpPr>
            <a:spLocks noChangeShapeType="1"/>
          </p:cNvSpPr>
          <p:nvPr/>
        </p:nvSpPr>
        <p:spPr bwMode="auto">
          <a:xfrm flipV="1">
            <a:off x="3270250" y="1961714"/>
            <a:ext cx="207963" cy="309563"/>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9" name="Line 193"/>
          <p:cNvSpPr>
            <a:spLocks noChangeShapeType="1"/>
          </p:cNvSpPr>
          <p:nvPr/>
        </p:nvSpPr>
        <p:spPr bwMode="auto">
          <a:xfrm flipH="1" flipV="1">
            <a:off x="3267075" y="2561789"/>
            <a:ext cx="584200" cy="677863"/>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0" name="Line 201"/>
          <p:cNvSpPr>
            <a:spLocks noChangeShapeType="1"/>
          </p:cNvSpPr>
          <p:nvPr/>
        </p:nvSpPr>
        <p:spPr bwMode="auto">
          <a:xfrm>
            <a:off x="2224088" y="2314139"/>
            <a:ext cx="0" cy="344488"/>
          </a:xfrm>
          <a:prstGeom prst="line">
            <a:avLst/>
          </a:prstGeom>
          <a:noFill/>
          <a:ln w="15875">
            <a:solidFill>
              <a:srgbClr val="008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1" name="Line 202"/>
          <p:cNvSpPr>
            <a:spLocks noChangeShapeType="1"/>
          </p:cNvSpPr>
          <p:nvPr/>
        </p:nvSpPr>
        <p:spPr bwMode="auto">
          <a:xfrm>
            <a:off x="4313238" y="1823602"/>
            <a:ext cx="0" cy="1573212"/>
          </a:xfrm>
          <a:prstGeom prst="line">
            <a:avLst/>
          </a:prstGeom>
          <a:noFill/>
          <a:ln w="15875">
            <a:solidFill>
              <a:srgbClr val="008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2" name="Line 191"/>
          <p:cNvSpPr>
            <a:spLocks noChangeShapeType="1"/>
          </p:cNvSpPr>
          <p:nvPr/>
        </p:nvSpPr>
        <p:spPr bwMode="auto">
          <a:xfrm>
            <a:off x="3482975" y="1961714"/>
            <a:ext cx="371475" cy="1284288"/>
          </a:xfrm>
          <a:prstGeom prst="line">
            <a:avLst/>
          </a:prstGeom>
          <a:noFill/>
          <a:ln w="158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3" name="Line 190"/>
          <p:cNvSpPr>
            <a:spLocks noChangeShapeType="1"/>
          </p:cNvSpPr>
          <p:nvPr/>
        </p:nvSpPr>
        <p:spPr bwMode="auto">
          <a:xfrm flipH="1">
            <a:off x="2797175" y="2064902"/>
            <a:ext cx="233363" cy="820737"/>
          </a:xfrm>
          <a:prstGeom prst="line">
            <a:avLst/>
          </a:prstGeom>
          <a:noFill/>
          <a:ln w="158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4" name="Text Box 181"/>
          <p:cNvSpPr txBox="1">
            <a:spLocks noChangeArrowheads="1"/>
          </p:cNvSpPr>
          <p:nvPr/>
        </p:nvSpPr>
        <p:spPr bwMode="auto">
          <a:xfrm>
            <a:off x="3259138" y="5562164"/>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3(4)</a:t>
            </a:r>
          </a:p>
        </p:txBody>
      </p:sp>
      <p:sp>
        <p:nvSpPr>
          <p:cNvPr id="165" name="Line 92"/>
          <p:cNvSpPr>
            <a:spLocks noChangeShapeType="1"/>
          </p:cNvSpPr>
          <p:nvPr/>
        </p:nvSpPr>
        <p:spPr bwMode="auto">
          <a:xfrm>
            <a:off x="3270250" y="5724089"/>
            <a:ext cx="182563" cy="244475"/>
          </a:xfrm>
          <a:prstGeom prst="line">
            <a:avLst/>
          </a:prstGeom>
          <a:noFill/>
          <a:ln w="127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8" name="Line 153"/>
          <p:cNvSpPr>
            <a:spLocks noChangeShapeType="1"/>
          </p:cNvSpPr>
          <p:nvPr/>
        </p:nvSpPr>
        <p:spPr bwMode="auto">
          <a:xfrm flipV="1">
            <a:off x="3270250" y="3041214"/>
            <a:ext cx="0" cy="603250"/>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1" name="Line 152"/>
          <p:cNvSpPr>
            <a:spLocks noChangeShapeType="1"/>
          </p:cNvSpPr>
          <p:nvPr/>
        </p:nvSpPr>
        <p:spPr bwMode="auto">
          <a:xfrm flipV="1">
            <a:off x="3270250" y="1474352"/>
            <a:ext cx="0" cy="534987"/>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2" name="Line 73"/>
          <p:cNvSpPr>
            <a:spLocks noChangeShapeType="1"/>
          </p:cNvSpPr>
          <p:nvPr/>
        </p:nvSpPr>
        <p:spPr bwMode="auto">
          <a:xfrm flipH="1" flipV="1">
            <a:off x="4497388" y="4684277"/>
            <a:ext cx="363537" cy="71755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3" name="Line 74"/>
          <p:cNvSpPr>
            <a:spLocks noChangeShapeType="1"/>
          </p:cNvSpPr>
          <p:nvPr/>
        </p:nvSpPr>
        <p:spPr bwMode="auto">
          <a:xfrm flipV="1">
            <a:off x="3954463" y="5401827"/>
            <a:ext cx="906462" cy="709612"/>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4" name="Line 76"/>
          <p:cNvSpPr>
            <a:spLocks noChangeShapeType="1"/>
          </p:cNvSpPr>
          <p:nvPr/>
        </p:nvSpPr>
        <p:spPr bwMode="auto">
          <a:xfrm flipH="1">
            <a:off x="3856038" y="4684277"/>
            <a:ext cx="641350" cy="150812"/>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5" name="Line 77"/>
          <p:cNvSpPr>
            <a:spLocks noChangeShapeType="1"/>
          </p:cNvSpPr>
          <p:nvPr/>
        </p:nvSpPr>
        <p:spPr bwMode="auto">
          <a:xfrm>
            <a:off x="3954463" y="2433202"/>
            <a:ext cx="542925" cy="1022350"/>
          </a:xfrm>
          <a:prstGeom prst="line">
            <a:avLst/>
          </a:prstGeom>
          <a:noFill/>
          <a:ln w="12700">
            <a:solidFill>
              <a:srgbClr val="D60093"/>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6" name="Line 78"/>
          <p:cNvSpPr>
            <a:spLocks noChangeShapeType="1"/>
          </p:cNvSpPr>
          <p:nvPr/>
        </p:nvSpPr>
        <p:spPr bwMode="auto">
          <a:xfrm flipV="1">
            <a:off x="3954463" y="1645802"/>
            <a:ext cx="906462" cy="787400"/>
          </a:xfrm>
          <a:prstGeom prst="line">
            <a:avLst/>
          </a:prstGeom>
          <a:noFill/>
          <a:ln w="12700">
            <a:solidFill>
              <a:srgbClr val="D60093"/>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 name="Line 79"/>
          <p:cNvSpPr>
            <a:spLocks noChangeShapeType="1"/>
          </p:cNvSpPr>
          <p:nvPr/>
        </p:nvSpPr>
        <p:spPr bwMode="auto">
          <a:xfrm flipV="1">
            <a:off x="4497388" y="1645802"/>
            <a:ext cx="363537" cy="180975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8" name="Line 80"/>
          <p:cNvSpPr>
            <a:spLocks noChangeShapeType="1"/>
          </p:cNvSpPr>
          <p:nvPr/>
        </p:nvSpPr>
        <p:spPr bwMode="auto">
          <a:xfrm>
            <a:off x="2214563" y="2688789"/>
            <a:ext cx="2105025" cy="708025"/>
          </a:xfrm>
          <a:prstGeom prst="line">
            <a:avLst/>
          </a:prstGeom>
          <a:noFill/>
          <a:ln w="12700">
            <a:solidFill>
              <a:srgbClr val="D60093"/>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9" name="Line 81"/>
          <p:cNvSpPr>
            <a:spLocks noChangeShapeType="1"/>
          </p:cNvSpPr>
          <p:nvPr/>
        </p:nvSpPr>
        <p:spPr bwMode="auto">
          <a:xfrm flipV="1">
            <a:off x="2212975" y="1771214"/>
            <a:ext cx="2103438" cy="487363"/>
          </a:xfrm>
          <a:prstGeom prst="line">
            <a:avLst/>
          </a:prstGeom>
          <a:noFill/>
          <a:ln w="12700">
            <a:solidFill>
              <a:srgbClr val="D60093"/>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0" name="Line 82"/>
          <p:cNvSpPr>
            <a:spLocks noChangeShapeType="1"/>
          </p:cNvSpPr>
          <p:nvPr/>
        </p:nvSpPr>
        <p:spPr bwMode="auto">
          <a:xfrm flipH="1" flipV="1">
            <a:off x="1455738" y="5401827"/>
            <a:ext cx="2498725" cy="709612"/>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81" name="Line 87"/>
          <p:cNvSpPr>
            <a:spLocks noChangeShapeType="1"/>
          </p:cNvSpPr>
          <p:nvPr/>
        </p:nvSpPr>
        <p:spPr bwMode="auto">
          <a:xfrm flipV="1">
            <a:off x="2224088" y="4135002"/>
            <a:ext cx="2092325" cy="193675"/>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2" name="Line 88"/>
          <p:cNvSpPr>
            <a:spLocks noChangeShapeType="1"/>
          </p:cNvSpPr>
          <p:nvPr/>
        </p:nvSpPr>
        <p:spPr bwMode="auto">
          <a:xfrm>
            <a:off x="2224088" y="4328677"/>
            <a:ext cx="1046162" cy="1395412"/>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3" name="Line 89"/>
          <p:cNvSpPr>
            <a:spLocks noChangeShapeType="1"/>
          </p:cNvSpPr>
          <p:nvPr/>
        </p:nvSpPr>
        <p:spPr bwMode="auto">
          <a:xfrm flipV="1">
            <a:off x="3270250" y="4135002"/>
            <a:ext cx="1046163" cy="1589087"/>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4" name="Line 116"/>
          <p:cNvSpPr>
            <a:spLocks noChangeShapeType="1"/>
          </p:cNvSpPr>
          <p:nvPr/>
        </p:nvSpPr>
        <p:spPr bwMode="auto">
          <a:xfrm flipH="1">
            <a:off x="1455738" y="5085914"/>
            <a:ext cx="1335087" cy="315913"/>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85" name="Line 117"/>
          <p:cNvSpPr>
            <a:spLocks noChangeShapeType="1"/>
          </p:cNvSpPr>
          <p:nvPr/>
        </p:nvSpPr>
        <p:spPr bwMode="auto">
          <a:xfrm flipH="1">
            <a:off x="2790825" y="4835089"/>
            <a:ext cx="1065213" cy="250825"/>
          </a:xfrm>
          <a:prstGeom prst="line">
            <a:avLst/>
          </a:prstGeom>
          <a:noFill/>
          <a:ln w="12700">
            <a:solidFill>
              <a:srgbClr val="D60093"/>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6" name="Line 118"/>
          <p:cNvSpPr>
            <a:spLocks noChangeShapeType="1"/>
          </p:cNvSpPr>
          <p:nvPr/>
        </p:nvSpPr>
        <p:spPr bwMode="auto">
          <a:xfrm flipH="1">
            <a:off x="1455738" y="5401827"/>
            <a:ext cx="1571625" cy="1587"/>
          </a:xfrm>
          <a:prstGeom prst="line">
            <a:avLst/>
          </a:prstGeom>
          <a:noFill/>
          <a:ln w="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7" name="Line 132"/>
          <p:cNvSpPr>
            <a:spLocks noChangeShapeType="1"/>
          </p:cNvSpPr>
          <p:nvPr/>
        </p:nvSpPr>
        <p:spPr bwMode="auto">
          <a:xfrm>
            <a:off x="1463675" y="2436377"/>
            <a:ext cx="76200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88" name="Line 133"/>
          <p:cNvSpPr>
            <a:spLocks noChangeShapeType="1"/>
          </p:cNvSpPr>
          <p:nvPr/>
        </p:nvSpPr>
        <p:spPr bwMode="auto">
          <a:xfrm>
            <a:off x="2225675" y="2436377"/>
            <a:ext cx="1731963" cy="0"/>
          </a:xfrm>
          <a:prstGeom prst="line">
            <a:avLst/>
          </a:prstGeom>
          <a:noFill/>
          <a:ln w="12700">
            <a:solidFill>
              <a:srgbClr val="D6009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9" name="Line 134"/>
          <p:cNvSpPr>
            <a:spLocks noChangeShapeType="1"/>
          </p:cNvSpPr>
          <p:nvPr/>
        </p:nvSpPr>
        <p:spPr bwMode="auto">
          <a:xfrm>
            <a:off x="1455738" y="2433202"/>
            <a:ext cx="769937" cy="258762"/>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90" name="Line 135"/>
          <p:cNvSpPr>
            <a:spLocks noChangeShapeType="1"/>
          </p:cNvSpPr>
          <p:nvPr/>
        </p:nvSpPr>
        <p:spPr bwMode="auto">
          <a:xfrm flipV="1">
            <a:off x="1455738" y="2253814"/>
            <a:ext cx="774700" cy="179388"/>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91" name="Line 136"/>
          <p:cNvSpPr>
            <a:spLocks noChangeShapeType="1"/>
          </p:cNvSpPr>
          <p:nvPr/>
        </p:nvSpPr>
        <p:spPr bwMode="auto">
          <a:xfrm>
            <a:off x="4314825" y="3111064"/>
            <a:ext cx="182563" cy="344488"/>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92" name="Line 137"/>
          <p:cNvSpPr>
            <a:spLocks noChangeShapeType="1"/>
          </p:cNvSpPr>
          <p:nvPr/>
        </p:nvSpPr>
        <p:spPr bwMode="auto">
          <a:xfrm flipV="1">
            <a:off x="4294188" y="1641039"/>
            <a:ext cx="573087" cy="498475"/>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93" name="Line 138"/>
          <p:cNvSpPr>
            <a:spLocks noChangeShapeType="1"/>
          </p:cNvSpPr>
          <p:nvPr/>
        </p:nvSpPr>
        <p:spPr bwMode="auto">
          <a:xfrm flipV="1">
            <a:off x="4297363" y="1645802"/>
            <a:ext cx="563562" cy="130175"/>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94" name="Line 139"/>
          <p:cNvSpPr>
            <a:spLocks noChangeShapeType="1"/>
          </p:cNvSpPr>
          <p:nvPr/>
        </p:nvSpPr>
        <p:spPr bwMode="auto">
          <a:xfrm>
            <a:off x="4321175" y="3398402"/>
            <a:ext cx="190500" cy="6350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95" name="Line 140"/>
          <p:cNvSpPr>
            <a:spLocks noChangeShapeType="1"/>
          </p:cNvSpPr>
          <p:nvPr/>
        </p:nvSpPr>
        <p:spPr bwMode="auto">
          <a:xfrm>
            <a:off x="2224088" y="2250639"/>
            <a:ext cx="0" cy="446088"/>
          </a:xfrm>
          <a:prstGeom prst="line">
            <a:avLst/>
          </a:prstGeom>
          <a:noFill/>
          <a:ln w="1270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6" name="Line 144"/>
          <p:cNvSpPr>
            <a:spLocks noChangeShapeType="1"/>
          </p:cNvSpPr>
          <p:nvPr/>
        </p:nvSpPr>
        <p:spPr bwMode="auto">
          <a:xfrm>
            <a:off x="4313238" y="1475939"/>
            <a:ext cx="0" cy="309563"/>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7" name="Line 145"/>
          <p:cNvSpPr>
            <a:spLocks noChangeShapeType="1"/>
          </p:cNvSpPr>
          <p:nvPr/>
        </p:nvSpPr>
        <p:spPr bwMode="auto">
          <a:xfrm>
            <a:off x="4313238" y="1771214"/>
            <a:ext cx="0" cy="1625600"/>
          </a:xfrm>
          <a:prstGeom prst="line">
            <a:avLst/>
          </a:prstGeom>
          <a:noFill/>
          <a:ln w="1270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8" name="Line 146"/>
          <p:cNvSpPr>
            <a:spLocks noChangeShapeType="1"/>
          </p:cNvSpPr>
          <p:nvPr/>
        </p:nvSpPr>
        <p:spPr bwMode="auto">
          <a:xfrm>
            <a:off x="4313238" y="3392052"/>
            <a:ext cx="0" cy="258762"/>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9" name="Line 147"/>
          <p:cNvSpPr>
            <a:spLocks noChangeShapeType="1"/>
          </p:cNvSpPr>
          <p:nvPr/>
        </p:nvSpPr>
        <p:spPr bwMode="auto">
          <a:xfrm>
            <a:off x="2209800" y="1480702"/>
            <a:ext cx="2112963" cy="0"/>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0" name="Line 148"/>
          <p:cNvSpPr>
            <a:spLocks noChangeShapeType="1"/>
          </p:cNvSpPr>
          <p:nvPr/>
        </p:nvSpPr>
        <p:spPr bwMode="auto">
          <a:xfrm>
            <a:off x="2209800" y="3644464"/>
            <a:ext cx="2112963" cy="0"/>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1" name="Line 149"/>
          <p:cNvSpPr>
            <a:spLocks noChangeShapeType="1"/>
          </p:cNvSpPr>
          <p:nvPr/>
        </p:nvSpPr>
        <p:spPr bwMode="auto">
          <a:xfrm>
            <a:off x="2220913" y="2690377"/>
            <a:ext cx="0" cy="955675"/>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2" name="Line 150"/>
          <p:cNvSpPr>
            <a:spLocks noChangeShapeType="1"/>
          </p:cNvSpPr>
          <p:nvPr/>
        </p:nvSpPr>
        <p:spPr bwMode="auto">
          <a:xfrm>
            <a:off x="2220913" y="1472764"/>
            <a:ext cx="0" cy="793750"/>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3" name="Line 154"/>
          <p:cNvSpPr>
            <a:spLocks noChangeShapeType="1"/>
          </p:cNvSpPr>
          <p:nvPr/>
        </p:nvSpPr>
        <p:spPr bwMode="auto">
          <a:xfrm flipV="1">
            <a:off x="3270250" y="2009339"/>
            <a:ext cx="0" cy="1033463"/>
          </a:xfrm>
          <a:prstGeom prst="line">
            <a:avLst/>
          </a:prstGeom>
          <a:noFill/>
          <a:ln w="1270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 name="Line 155"/>
          <p:cNvSpPr>
            <a:spLocks noChangeShapeType="1"/>
          </p:cNvSpPr>
          <p:nvPr/>
        </p:nvSpPr>
        <p:spPr bwMode="auto">
          <a:xfrm>
            <a:off x="1466850" y="5403414"/>
            <a:ext cx="1565275"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05" name="Line 156"/>
          <p:cNvSpPr>
            <a:spLocks noChangeShapeType="1"/>
          </p:cNvSpPr>
          <p:nvPr/>
        </p:nvSpPr>
        <p:spPr bwMode="auto">
          <a:xfrm>
            <a:off x="3035300" y="5403414"/>
            <a:ext cx="441325" cy="0"/>
          </a:xfrm>
          <a:prstGeom prst="line">
            <a:avLst/>
          </a:prstGeom>
          <a:noFill/>
          <a:ln w="1270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06" name="Line 157"/>
          <p:cNvSpPr>
            <a:spLocks noChangeShapeType="1"/>
          </p:cNvSpPr>
          <p:nvPr/>
        </p:nvSpPr>
        <p:spPr bwMode="auto">
          <a:xfrm>
            <a:off x="3478213" y="5403414"/>
            <a:ext cx="13779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07" name="Line 158"/>
          <p:cNvSpPr>
            <a:spLocks noChangeShapeType="1"/>
          </p:cNvSpPr>
          <p:nvPr/>
        </p:nvSpPr>
        <p:spPr bwMode="auto">
          <a:xfrm flipH="1">
            <a:off x="3948113" y="4700152"/>
            <a:ext cx="538162" cy="1417637"/>
          </a:xfrm>
          <a:prstGeom prst="line">
            <a:avLst/>
          </a:prstGeom>
          <a:noFill/>
          <a:ln w="15875">
            <a:solidFill>
              <a:srgbClr val="D60093"/>
            </a:solidFill>
            <a:prstDash val="lg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08" name="Text Box 159"/>
          <p:cNvSpPr txBox="1">
            <a:spLocks noChangeArrowheads="1"/>
          </p:cNvSpPr>
          <p:nvPr/>
        </p:nvSpPr>
        <p:spPr bwMode="auto">
          <a:xfrm>
            <a:off x="3952875" y="2276039"/>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c</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09" name="Text Box 160"/>
          <p:cNvSpPr txBox="1">
            <a:spLocks noChangeArrowheads="1"/>
          </p:cNvSpPr>
          <p:nvPr/>
        </p:nvSpPr>
        <p:spPr bwMode="auto">
          <a:xfrm>
            <a:off x="1203325" y="2285564"/>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s</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10" name="Text Box 161"/>
          <p:cNvSpPr txBox="1">
            <a:spLocks noChangeArrowheads="1"/>
          </p:cNvSpPr>
          <p:nvPr/>
        </p:nvSpPr>
        <p:spPr bwMode="auto">
          <a:xfrm>
            <a:off x="1247775" y="5238314"/>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s</a:t>
            </a:r>
          </a:p>
        </p:txBody>
      </p:sp>
      <p:sp>
        <p:nvSpPr>
          <p:cNvPr id="211" name="Text Box 162"/>
          <p:cNvSpPr txBox="1">
            <a:spLocks noChangeArrowheads="1"/>
          </p:cNvSpPr>
          <p:nvPr/>
        </p:nvSpPr>
        <p:spPr bwMode="auto">
          <a:xfrm>
            <a:off x="3836988" y="6033652"/>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c</a:t>
            </a:r>
          </a:p>
        </p:txBody>
      </p:sp>
      <p:sp>
        <p:nvSpPr>
          <p:cNvPr id="212" name="Text Box 163"/>
          <p:cNvSpPr txBox="1">
            <a:spLocks noChangeArrowheads="1"/>
          </p:cNvSpPr>
          <p:nvPr/>
        </p:nvSpPr>
        <p:spPr bwMode="auto">
          <a:xfrm>
            <a:off x="4814888" y="5225614"/>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a</a:t>
            </a:r>
          </a:p>
        </p:txBody>
      </p:sp>
      <p:sp>
        <p:nvSpPr>
          <p:cNvPr id="213" name="Text Box 164"/>
          <p:cNvSpPr txBox="1">
            <a:spLocks noChangeArrowheads="1"/>
          </p:cNvSpPr>
          <p:nvPr/>
        </p:nvSpPr>
        <p:spPr bwMode="auto">
          <a:xfrm>
            <a:off x="4432300" y="4412814"/>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b</a:t>
            </a:r>
          </a:p>
        </p:txBody>
      </p:sp>
      <p:sp>
        <p:nvSpPr>
          <p:cNvPr id="214" name="Text Box 165"/>
          <p:cNvSpPr txBox="1">
            <a:spLocks noChangeArrowheads="1"/>
          </p:cNvSpPr>
          <p:nvPr/>
        </p:nvSpPr>
        <p:spPr bwMode="auto">
          <a:xfrm>
            <a:off x="2017713" y="4060389"/>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p>
        </p:txBody>
      </p:sp>
      <p:sp>
        <p:nvSpPr>
          <p:cNvPr id="215" name="Text Box 166"/>
          <p:cNvSpPr txBox="1">
            <a:spLocks noChangeArrowheads="1"/>
          </p:cNvSpPr>
          <p:nvPr/>
        </p:nvSpPr>
        <p:spPr bwMode="auto">
          <a:xfrm>
            <a:off x="3111500" y="5360552"/>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p>
        </p:txBody>
      </p:sp>
      <p:sp>
        <p:nvSpPr>
          <p:cNvPr id="216" name="Text Box 167"/>
          <p:cNvSpPr txBox="1">
            <a:spLocks noChangeArrowheads="1"/>
          </p:cNvSpPr>
          <p:nvPr/>
        </p:nvSpPr>
        <p:spPr bwMode="auto">
          <a:xfrm>
            <a:off x="4227513" y="3823852"/>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n</a:t>
            </a:r>
          </a:p>
        </p:txBody>
      </p:sp>
      <p:sp>
        <p:nvSpPr>
          <p:cNvPr id="217" name="Text Box 168"/>
          <p:cNvSpPr txBox="1">
            <a:spLocks noChangeArrowheads="1"/>
          </p:cNvSpPr>
          <p:nvPr/>
        </p:nvSpPr>
        <p:spPr bwMode="auto">
          <a:xfrm>
            <a:off x="4829175" y="1439427"/>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a</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18" name="Text Box 169"/>
          <p:cNvSpPr txBox="1">
            <a:spLocks noChangeArrowheads="1"/>
          </p:cNvSpPr>
          <p:nvPr/>
        </p:nvSpPr>
        <p:spPr bwMode="auto">
          <a:xfrm>
            <a:off x="4448175" y="3374589"/>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b</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19" name="Text Box 170"/>
          <p:cNvSpPr txBox="1">
            <a:spLocks noChangeArrowheads="1"/>
          </p:cNvSpPr>
          <p:nvPr/>
        </p:nvSpPr>
        <p:spPr bwMode="auto">
          <a:xfrm>
            <a:off x="2011363" y="1201302"/>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l</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20" name="Text Box 171"/>
          <p:cNvSpPr txBox="1">
            <a:spLocks noChangeArrowheads="1"/>
          </p:cNvSpPr>
          <p:nvPr/>
        </p:nvSpPr>
        <p:spPr bwMode="auto">
          <a:xfrm>
            <a:off x="3111500" y="1201302"/>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m</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21" name="Text Box 172"/>
          <p:cNvSpPr txBox="1">
            <a:spLocks noChangeArrowheads="1"/>
          </p:cNvSpPr>
          <p:nvPr/>
        </p:nvSpPr>
        <p:spPr bwMode="auto">
          <a:xfrm>
            <a:off x="4184650" y="1201302"/>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n</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22" name="Text Box 173"/>
          <p:cNvSpPr txBox="1">
            <a:spLocks noChangeArrowheads="1"/>
          </p:cNvSpPr>
          <p:nvPr/>
        </p:nvSpPr>
        <p:spPr bwMode="auto">
          <a:xfrm>
            <a:off x="3413125" y="1690252"/>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23" name="Text Box 175"/>
          <p:cNvSpPr txBox="1">
            <a:spLocks noChangeArrowheads="1"/>
          </p:cNvSpPr>
          <p:nvPr/>
        </p:nvSpPr>
        <p:spPr bwMode="auto">
          <a:xfrm>
            <a:off x="3509963" y="5143064"/>
            <a:ext cx="3635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5</a:t>
            </a:r>
          </a:p>
        </p:txBody>
      </p:sp>
      <p:sp>
        <p:nvSpPr>
          <p:cNvPr id="224" name="Text Box 176"/>
          <p:cNvSpPr txBox="1">
            <a:spLocks noChangeArrowheads="1"/>
          </p:cNvSpPr>
          <p:nvPr/>
        </p:nvSpPr>
        <p:spPr bwMode="auto">
          <a:xfrm>
            <a:off x="3790950" y="4798577"/>
            <a:ext cx="3635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p>
        </p:txBody>
      </p:sp>
      <p:sp>
        <p:nvSpPr>
          <p:cNvPr id="225" name="Text Box 177"/>
          <p:cNvSpPr txBox="1">
            <a:spLocks noChangeArrowheads="1"/>
          </p:cNvSpPr>
          <p:nvPr/>
        </p:nvSpPr>
        <p:spPr bwMode="auto">
          <a:xfrm>
            <a:off x="2968625" y="5073214"/>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1</a:t>
            </a:r>
          </a:p>
        </p:txBody>
      </p:sp>
      <p:sp>
        <p:nvSpPr>
          <p:cNvPr id="226" name="Text Box 179"/>
          <p:cNvSpPr txBox="1">
            <a:spLocks noChangeArrowheads="1"/>
          </p:cNvSpPr>
          <p:nvPr/>
        </p:nvSpPr>
        <p:spPr bwMode="auto">
          <a:xfrm>
            <a:off x="2747963" y="4776352"/>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p>
        </p:txBody>
      </p:sp>
      <p:sp>
        <p:nvSpPr>
          <p:cNvPr id="227" name="Text Box 180"/>
          <p:cNvSpPr txBox="1">
            <a:spLocks noChangeArrowheads="1"/>
          </p:cNvSpPr>
          <p:nvPr/>
        </p:nvSpPr>
        <p:spPr bwMode="auto">
          <a:xfrm>
            <a:off x="2725738" y="2893577"/>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2</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28" name="Text Box 183"/>
          <p:cNvSpPr txBox="1">
            <a:spLocks noChangeArrowheads="1"/>
          </p:cNvSpPr>
          <p:nvPr/>
        </p:nvSpPr>
        <p:spPr bwMode="auto">
          <a:xfrm>
            <a:off x="3000375" y="2588777"/>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4</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29" name="Text Box 184"/>
          <p:cNvSpPr txBox="1">
            <a:spLocks noChangeArrowheads="1"/>
          </p:cNvSpPr>
          <p:nvPr/>
        </p:nvSpPr>
        <p:spPr bwMode="auto">
          <a:xfrm>
            <a:off x="3822700" y="2985652"/>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6</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30" name="Text Box 185"/>
          <p:cNvSpPr txBox="1">
            <a:spLocks noChangeArrowheads="1"/>
          </p:cNvSpPr>
          <p:nvPr/>
        </p:nvSpPr>
        <p:spPr bwMode="auto">
          <a:xfrm>
            <a:off x="3343275" y="5979677"/>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k</a:t>
            </a:r>
          </a:p>
        </p:txBody>
      </p:sp>
      <p:sp>
        <p:nvSpPr>
          <p:cNvPr id="231" name="Line 5"/>
          <p:cNvSpPr>
            <a:spLocks noChangeShapeType="1"/>
          </p:cNvSpPr>
          <p:nvPr/>
        </p:nvSpPr>
        <p:spPr bwMode="auto">
          <a:xfrm>
            <a:off x="3482975" y="1961714"/>
            <a:ext cx="371475" cy="1284288"/>
          </a:xfrm>
          <a:prstGeom prst="line">
            <a:avLst/>
          </a:prstGeom>
          <a:noFill/>
          <a:ln w="127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 name="Line 114"/>
          <p:cNvSpPr>
            <a:spLocks noChangeShapeType="1"/>
          </p:cNvSpPr>
          <p:nvPr/>
        </p:nvSpPr>
        <p:spPr bwMode="auto">
          <a:xfrm>
            <a:off x="3033713" y="2064902"/>
            <a:ext cx="419100" cy="368300"/>
          </a:xfrm>
          <a:prstGeom prst="line">
            <a:avLst/>
          </a:prstGeom>
          <a:noFill/>
          <a:ln w="127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3" name="Line 93"/>
          <p:cNvSpPr>
            <a:spLocks noChangeShapeType="1"/>
          </p:cNvSpPr>
          <p:nvPr/>
        </p:nvSpPr>
        <p:spPr bwMode="auto">
          <a:xfrm flipV="1">
            <a:off x="2795588" y="2434789"/>
            <a:ext cx="660400" cy="455613"/>
          </a:xfrm>
          <a:prstGeom prst="line">
            <a:avLst/>
          </a:prstGeom>
          <a:noFill/>
          <a:ln w="127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4" name="Line 186"/>
          <p:cNvSpPr>
            <a:spLocks noChangeShapeType="1"/>
          </p:cNvSpPr>
          <p:nvPr/>
        </p:nvSpPr>
        <p:spPr bwMode="auto">
          <a:xfrm flipH="1">
            <a:off x="2797175" y="2064902"/>
            <a:ext cx="233363" cy="820737"/>
          </a:xfrm>
          <a:prstGeom prst="line">
            <a:avLst/>
          </a:prstGeom>
          <a:noFill/>
          <a:ln w="127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5" name="Oval 33"/>
          <p:cNvSpPr>
            <a:spLocks noChangeArrowheads="1"/>
          </p:cNvSpPr>
          <p:nvPr/>
        </p:nvSpPr>
        <p:spPr bwMode="auto">
          <a:xfrm>
            <a:off x="2979738" y="5346264"/>
            <a:ext cx="106362" cy="106363"/>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6" name="Oval 37"/>
          <p:cNvSpPr>
            <a:spLocks noChangeArrowheads="1"/>
          </p:cNvSpPr>
          <p:nvPr/>
        </p:nvSpPr>
        <p:spPr bwMode="auto">
          <a:xfrm>
            <a:off x="2746375" y="5030352"/>
            <a:ext cx="106363" cy="106362"/>
          </a:xfrm>
          <a:prstGeom prst="ellipse">
            <a:avLst/>
          </a:prstGeom>
          <a:solidFill>
            <a:srgbClr val="FF99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7" name="Oval 32"/>
          <p:cNvSpPr>
            <a:spLocks noChangeArrowheads="1"/>
          </p:cNvSpPr>
          <p:nvPr/>
        </p:nvSpPr>
        <p:spPr bwMode="auto">
          <a:xfrm>
            <a:off x="3798888" y="4789052"/>
            <a:ext cx="106362" cy="106362"/>
          </a:xfrm>
          <a:prstGeom prst="ellipse">
            <a:avLst/>
          </a:prstGeom>
          <a:solidFill>
            <a:srgbClr val="FF99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8" name="Oval 35"/>
          <p:cNvSpPr>
            <a:spLocks noChangeArrowheads="1"/>
          </p:cNvSpPr>
          <p:nvPr/>
        </p:nvSpPr>
        <p:spPr bwMode="auto">
          <a:xfrm>
            <a:off x="3427413" y="5351027"/>
            <a:ext cx="106362" cy="106362"/>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9" name="Oval 41"/>
          <p:cNvSpPr>
            <a:spLocks noChangeArrowheads="1"/>
          </p:cNvSpPr>
          <p:nvPr/>
        </p:nvSpPr>
        <p:spPr bwMode="auto">
          <a:xfrm>
            <a:off x="3405188" y="5913002"/>
            <a:ext cx="106362" cy="10636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0" name="Oval 54"/>
          <p:cNvSpPr>
            <a:spLocks noChangeArrowheads="1"/>
          </p:cNvSpPr>
          <p:nvPr/>
        </p:nvSpPr>
        <p:spPr bwMode="auto">
          <a:xfrm>
            <a:off x="3211513" y="5662177"/>
            <a:ext cx="106362" cy="106362"/>
          </a:xfrm>
          <a:prstGeom prst="ellipse">
            <a:avLst/>
          </a:prstGeom>
          <a:solidFill>
            <a:srgbClr val="FF00FF"/>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 name="Text Box 187"/>
          <p:cNvSpPr txBox="1">
            <a:spLocks noChangeArrowheads="1"/>
          </p:cNvSpPr>
          <p:nvPr/>
        </p:nvSpPr>
        <p:spPr bwMode="auto">
          <a:xfrm>
            <a:off x="3392488" y="2382402"/>
            <a:ext cx="493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1400" b="1" i="1">
                <a:ea typeface="宋体" panose="02010600030101010101" pitchFamily="2" charset="-122"/>
              </a:rPr>
              <a:t>k</a:t>
            </a:r>
            <a:r>
              <a:rPr kumimoji="1" lang="en-US" altLang="zh-CN" sz="1400" b="1" i="1">
                <a:ea typeface="宋体" panose="02010600030101010101" pitchFamily="2" charset="-122"/>
                <a:sym typeface="Symbol" panose="05050102010706020507" pitchFamily="18" charset="2"/>
              </a:rPr>
              <a:t></a:t>
            </a:r>
            <a:endParaRPr kumimoji="1" lang="en-US" altLang="zh-CN" sz="1400" b="1" i="1">
              <a:ea typeface="宋体" panose="02010600030101010101" pitchFamily="2" charset="-122"/>
            </a:endParaRPr>
          </a:p>
        </p:txBody>
      </p:sp>
      <p:sp>
        <p:nvSpPr>
          <p:cNvPr id="242" name="Line 188"/>
          <p:cNvSpPr>
            <a:spLocks noChangeShapeType="1"/>
          </p:cNvSpPr>
          <p:nvPr/>
        </p:nvSpPr>
        <p:spPr bwMode="auto">
          <a:xfrm>
            <a:off x="3033713" y="2064902"/>
            <a:ext cx="236537" cy="207962"/>
          </a:xfrm>
          <a:prstGeom prst="line">
            <a:avLst/>
          </a:prstGeom>
          <a:noFill/>
          <a:ln w="317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3" name="Line 189"/>
          <p:cNvSpPr>
            <a:spLocks noChangeShapeType="1"/>
          </p:cNvSpPr>
          <p:nvPr/>
        </p:nvSpPr>
        <p:spPr bwMode="auto">
          <a:xfrm flipV="1">
            <a:off x="2795588" y="2568139"/>
            <a:ext cx="466725" cy="322263"/>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4" name="Oval 52"/>
          <p:cNvSpPr>
            <a:spLocks noChangeArrowheads="1"/>
          </p:cNvSpPr>
          <p:nvPr/>
        </p:nvSpPr>
        <p:spPr bwMode="auto">
          <a:xfrm>
            <a:off x="3217863" y="2215714"/>
            <a:ext cx="106362" cy="106363"/>
          </a:xfrm>
          <a:prstGeom prst="ellipse">
            <a:avLst/>
          </a:prstGeom>
          <a:solidFill>
            <a:srgbClr val="FF00FF"/>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 name="Oval 53"/>
          <p:cNvSpPr>
            <a:spLocks noChangeArrowheads="1"/>
          </p:cNvSpPr>
          <p:nvPr/>
        </p:nvSpPr>
        <p:spPr bwMode="auto">
          <a:xfrm>
            <a:off x="3214688" y="2512577"/>
            <a:ext cx="106362" cy="106362"/>
          </a:xfrm>
          <a:prstGeom prst="ellipse">
            <a:avLst/>
          </a:prstGeom>
          <a:solidFill>
            <a:srgbClr val="FF00FF"/>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 name="Line 194"/>
          <p:cNvSpPr>
            <a:spLocks noChangeShapeType="1"/>
          </p:cNvSpPr>
          <p:nvPr/>
        </p:nvSpPr>
        <p:spPr bwMode="auto">
          <a:xfrm>
            <a:off x="2225675" y="2436377"/>
            <a:ext cx="1731963" cy="0"/>
          </a:xfrm>
          <a:prstGeom prst="line">
            <a:avLst/>
          </a:prstGeom>
          <a:noFill/>
          <a:ln w="12700">
            <a:solidFill>
              <a:srgbClr val="D6009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 name="Line 195"/>
          <p:cNvSpPr>
            <a:spLocks noChangeShapeType="1"/>
          </p:cNvSpPr>
          <p:nvPr/>
        </p:nvSpPr>
        <p:spPr bwMode="auto">
          <a:xfrm>
            <a:off x="2214563" y="2436377"/>
            <a:ext cx="1746250" cy="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48" name="Line 196"/>
          <p:cNvSpPr>
            <a:spLocks noChangeShapeType="1"/>
          </p:cNvSpPr>
          <p:nvPr/>
        </p:nvSpPr>
        <p:spPr bwMode="auto">
          <a:xfrm>
            <a:off x="3954463" y="2433202"/>
            <a:ext cx="374650" cy="70643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49" name="Line 197"/>
          <p:cNvSpPr>
            <a:spLocks noChangeShapeType="1"/>
          </p:cNvSpPr>
          <p:nvPr/>
        </p:nvSpPr>
        <p:spPr bwMode="auto">
          <a:xfrm flipV="1">
            <a:off x="3954463" y="2103002"/>
            <a:ext cx="381000" cy="33020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50" name="Line 198"/>
          <p:cNvSpPr>
            <a:spLocks noChangeShapeType="1"/>
          </p:cNvSpPr>
          <p:nvPr/>
        </p:nvSpPr>
        <p:spPr bwMode="auto">
          <a:xfrm flipV="1">
            <a:off x="3270250" y="2622114"/>
            <a:ext cx="0" cy="439738"/>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1" name="Line 199"/>
          <p:cNvSpPr>
            <a:spLocks noChangeShapeType="1"/>
          </p:cNvSpPr>
          <p:nvPr/>
        </p:nvSpPr>
        <p:spPr bwMode="auto">
          <a:xfrm flipV="1">
            <a:off x="3270250" y="1996639"/>
            <a:ext cx="0" cy="211138"/>
          </a:xfrm>
          <a:prstGeom prst="line">
            <a:avLst/>
          </a:prstGeom>
          <a:noFill/>
          <a:ln w="3175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2" name="Line 203"/>
          <p:cNvSpPr>
            <a:spLocks noChangeShapeType="1"/>
          </p:cNvSpPr>
          <p:nvPr/>
        </p:nvSpPr>
        <p:spPr bwMode="auto">
          <a:xfrm>
            <a:off x="2203450" y="2685614"/>
            <a:ext cx="611188" cy="204788"/>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53" name="Line 204"/>
          <p:cNvSpPr>
            <a:spLocks noChangeShapeType="1"/>
          </p:cNvSpPr>
          <p:nvPr/>
        </p:nvSpPr>
        <p:spPr bwMode="auto">
          <a:xfrm flipV="1">
            <a:off x="2198688" y="2068077"/>
            <a:ext cx="833437" cy="193675"/>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54" name="Line 205"/>
          <p:cNvSpPr>
            <a:spLocks noChangeShapeType="1"/>
          </p:cNvSpPr>
          <p:nvPr/>
        </p:nvSpPr>
        <p:spPr bwMode="auto">
          <a:xfrm>
            <a:off x="3830638" y="3233302"/>
            <a:ext cx="511175" cy="171450"/>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55" name="Line 206"/>
          <p:cNvSpPr>
            <a:spLocks noChangeShapeType="1"/>
          </p:cNvSpPr>
          <p:nvPr/>
        </p:nvSpPr>
        <p:spPr bwMode="auto">
          <a:xfrm flipV="1">
            <a:off x="3478213" y="1766452"/>
            <a:ext cx="855662" cy="198437"/>
          </a:xfrm>
          <a:prstGeom prst="line">
            <a:avLst/>
          </a:prstGeom>
          <a:noFill/>
          <a:ln w="31750">
            <a:solidFill>
              <a:srgbClr val="D60093"/>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56" name="Oval 38"/>
          <p:cNvSpPr>
            <a:spLocks noChangeArrowheads="1"/>
          </p:cNvSpPr>
          <p:nvPr/>
        </p:nvSpPr>
        <p:spPr bwMode="auto">
          <a:xfrm>
            <a:off x="3800475" y="3185677"/>
            <a:ext cx="106363" cy="106362"/>
          </a:xfrm>
          <a:prstGeom prst="ellipse">
            <a:avLst/>
          </a:prstGeom>
          <a:solidFill>
            <a:srgbClr val="FF99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57" name="Oval 36"/>
          <p:cNvSpPr>
            <a:spLocks noChangeArrowheads="1"/>
          </p:cNvSpPr>
          <p:nvPr/>
        </p:nvSpPr>
        <p:spPr bwMode="auto">
          <a:xfrm>
            <a:off x="3425825" y="1914089"/>
            <a:ext cx="106363" cy="106363"/>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8" name="Oval 34"/>
          <p:cNvSpPr>
            <a:spLocks noChangeArrowheads="1"/>
          </p:cNvSpPr>
          <p:nvPr/>
        </p:nvSpPr>
        <p:spPr bwMode="auto">
          <a:xfrm>
            <a:off x="2979738" y="2017277"/>
            <a:ext cx="106362" cy="106362"/>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9" name="Oval 39"/>
          <p:cNvSpPr>
            <a:spLocks noChangeArrowheads="1"/>
          </p:cNvSpPr>
          <p:nvPr/>
        </p:nvSpPr>
        <p:spPr bwMode="auto">
          <a:xfrm>
            <a:off x="2747963" y="2830077"/>
            <a:ext cx="106362" cy="106362"/>
          </a:xfrm>
          <a:prstGeom prst="ellipse">
            <a:avLst/>
          </a:prstGeom>
          <a:solidFill>
            <a:srgbClr val="FF99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60" name="Oval 40"/>
          <p:cNvSpPr>
            <a:spLocks noChangeArrowheads="1"/>
          </p:cNvSpPr>
          <p:nvPr/>
        </p:nvSpPr>
        <p:spPr bwMode="auto">
          <a:xfrm>
            <a:off x="3402013" y="2380814"/>
            <a:ext cx="106362" cy="10636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wipe(up)">
                                      <p:cBhvr>
                                        <p:cTn id="7" dur="1000"/>
                                        <p:tgtEl>
                                          <p:spTgt spid="165"/>
                                        </p:tgtEl>
                                      </p:cBhvr>
                                    </p:animEffect>
                                  </p:childTnLst>
                                </p:cTn>
                              </p:par>
                              <p:par>
                                <p:cTn id="8" presetID="17" presetClass="entr" presetSubtype="10" fill="hold" nodeType="withEffect">
                                  <p:stCondLst>
                                    <p:cond delay="0"/>
                                  </p:stCondLst>
                                  <p:childTnLst>
                                    <p:set>
                                      <p:cBhvr>
                                        <p:cTn id="9" dur="1" fill="hold">
                                          <p:stCondLst>
                                            <p:cond delay="0"/>
                                          </p:stCondLst>
                                        </p:cTn>
                                        <p:tgtEl>
                                          <p:spTgt spid="235"/>
                                        </p:tgtEl>
                                        <p:attrNameLst>
                                          <p:attrName>style.visibility</p:attrName>
                                        </p:attrNameLst>
                                      </p:cBhvr>
                                      <p:to>
                                        <p:strVal val="visible"/>
                                      </p:to>
                                    </p:set>
                                    <p:anim calcmode="lin" valueType="num">
                                      <p:cBhvr>
                                        <p:cTn id="10" dur="500" fill="hold"/>
                                        <p:tgtEl>
                                          <p:spTgt spid="235"/>
                                        </p:tgtEl>
                                        <p:attrNameLst>
                                          <p:attrName>ppt_w</p:attrName>
                                        </p:attrNameLst>
                                      </p:cBhvr>
                                      <p:tavLst>
                                        <p:tav tm="0">
                                          <p:val>
                                            <p:fltVal val="0"/>
                                          </p:val>
                                        </p:tav>
                                        <p:tav tm="100000">
                                          <p:val>
                                            <p:strVal val="#ppt_w"/>
                                          </p:val>
                                        </p:tav>
                                      </p:tavLst>
                                    </p:anim>
                                    <p:anim calcmode="lin" valueType="num">
                                      <p:cBhvr>
                                        <p:cTn id="11" dur="500" fill="hold"/>
                                        <p:tgtEl>
                                          <p:spTgt spid="235"/>
                                        </p:tgtEl>
                                        <p:attrNameLst>
                                          <p:attrName>ppt_h</p:attrName>
                                        </p:attrNameLst>
                                      </p:cBhvr>
                                      <p:tavLst>
                                        <p:tav tm="0">
                                          <p:val>
                                            <p:strVal val="#ppt_h"/>
                                          </p:val>
                                        </p:tav>
                                        <p:tav tm="100000">
                                          <p:val>
                                            <p:strVal val="#ppt_h"/>
                                          </p:val>
                                        </p:tav>
                                      </p:tavLst>
                                    </p:anim>
                                  </p:childTnLst>
                                </p:cTn>
                              </p:par>
                              <p:par>
                                <p:cTn id="12" presetID="22" presetClass="entr" presetSubtype="8" fill="hold" grpId="0" nodeType="withEffect">
                                  <p:stCondLst>
                                    <p:cond delay="0"/>
                                  </p:stCondLst>
                                  <p:childTnLst>
                                    <p:set>
                                      <p:cBhvr>
                                        <p:cTn id="13" dur="1" fill="hold">
                                          <p:stCondLst>
                                            <p:cond delay="0"/>
                                          </p:stCondLst>
                                        </p:cTn>
                                        <p:tgtEl>
                                          <p:spTgt spid="225"/>
                                        </p:tgtEl>
                                        <p:attrNameLst>
                                          <p:attrName>style.visibility</p:attrName>
                                        </p:attrNameLst>
                                      </p:cBhvr>
                                      <p:to>
                                        <p:strVal val="visible"/>
                                      </p:to>
                                    </p:set>
                                    <p:animEffect transition="in" filter="wipe(left)">
                                      <p:cBhvr>
                                        <p:cTn id="14" dur="1000"/>
                                        <p:tgtEl>
                                          <p:spTgt spid="225"/>
                                        </p:tgtEl>
                                      </p:cBhvr>
                                    </p:animEffect>
                                  </p:childTnLst>
                                </p:cTn>
                              </p:par>
                              <p:par>
                                <p:cTn id="15" presetID="22" presetClass="entr" presetSubtype="4" fill="hold" nodeType="with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wipe(down)">
                                      <p:cBhvr>
                                        <p:cTn id="17" dur="1000"/>
                                        <p:tgtEl>
                                          <p:spTgt spid="152"/>
                                        </p:tgtEl>
                                      </p:cBhvr>
                                    </p:animEffect>
                                  </p:childTnLst>
                                </p:cTn>
                              </p:par>
                              <p:par>
                                <p:cTn id="18" presetID="17" presetClass="entr" presetSubtype="10" fill="hold" nodeType="withEffect">
                                  <p:stCondLst>
                                    <p:cond delay="0"/>
                                  </p:stCondLst>
                                  <p:childTnLst>
                                    <p:set>
                                      <p:cBhvr>
                                        <p:cTn id="19" dur="1" fill="hold">
                                          <p:stCondLst>
                                            <p:cond delay="0"/>
                                          </p:stCondLst>
                                        </p:cTn>
                                        <p:tgtEl>
                                          <p:spTgt spid="258"/>
                                        </p:tgtEl>
                                        <p:attrNameLst>
                                          <p:attrName>style.visibility</p:attrName>
                                        </p:attrNameLst>
                                      </p:cBhvr>
                                      <p:to>
                                        <p:strVal val="visible"/>
                                      </p:to>
                                    </p:set>
                                    <p:anim calcmode="lin" valueType="num">
                                      <p:cBhvr>
                                        <p:cTn id="20" dur="500" fill="hold"/>
                                        <p:tgtEl>
                                          <p:spTgt spid="258"/>
                                        </p:tgtEl>
                                        <p:attrNameLst>
                                          <p:attrName>ppt_w</p:attrName>
                                        </p:attrNameLst>
                                      </p:cBhvr>
                                      <p:tavLst>
                                        <p:tav tm="0">
                                          <p:val>
                                            <p:fltVal val="0"/>
                                          </p:val>
                                        </p:tav>
                                        <p:tav tm="100000">
                                          <p:val>
                                            <p:strVal val="#ppt_w"/>
                                          </p:val>
                                        </p:tav>
                                      </p:tavLst>
                                    </p:anim>
                                    <p:anim calcmode="lin" valueType="num">
                                      <p:cBhvr>
                                        <p:cTn id="21" dur="500" fill="hold"/>
                                        <p:tgtEl>
                                          <p:spTgt spid="258"/>
                                        </p:tgtEl>
                                        <p:attrNameLst>
                                          <p:attrName>ppt_h</p:attrName>
                                        </p:attrNameLst>
                                      </p:cBhvr>
                                      <p:tavLst>
                                        <p:tav tm="0">
                                          <p:val>
                                            <p:strVal val="#ppt_h"/>
                                          </p:val>
                                        </p:tav>
                                        <p:tav tm="100000">
                                          <p:val>
                                            <p:strVal val="#ppt_h"/>
                                          </p:val>
                                        </p:tav>
                                      </p:tavLst>
                                    </p:anim>
                                  </p:childTnLst>
                                </p:cTn>
                              </p:par>
                              <p:par>
                                <p:cTn id="22" presetID="22" presetClass="entr" presetSubtype="8" fill="hold" grpId="0" nodeType="withEffect">
                                  <p:stCondLst>
                                    <p:cond delay="0"/>
                                  </p:stCondLst>
                                  <p:childTnLst>
                                    <p:set>
                                      <p:cBhvr>
                                        <p:cTn id="23" dur="1" fill="hold">
                                          <p:stCondLst>
                                            <p:cond delay="0"/>
                                          </p:stCondLst>
                                        </p:cTn>
                                        <p:tgtEl>
                                          <p:spTgt spid="150"/>
                                        </p:tgtEl>
                                        <p:attrNameLst>
                                          <p:attrName>style.visibility</p:attrName>
                                        </p:attrNameLst>
                                      </p:cBhvr>
                                      <p:to>
                                        <p:strVal val="visible"/>
                                      </p:to>
                                    </p:set>
                                    <p:animEffect transition="in" filter="wipe(left)">
                                      <p:cBhvr>
                                        <p:cTn id="24" dur="1000"/>
                                        <p:tgtEl>
                                          <p:spTgt spid="150"/>
                                        </p:tgtEl>
                                      </p:cBhvr>
                                    </p:animEffect>
                                  </p:childTnLst>
                                </p:cTn>
                              </p:par>
                              <p:par>
                                <p:cTn id="25" presetID="22" presetClass="entr" presetSubtype="4" fill="hold" nodeType="withEffect">
                                  <p:stCondLst>
                                    <p:cond delay="0"/>
                                  </p:stCondLst>
                                  <p:childTnLst>
                                    <p:set>
                                      <p:cBhvr>
                                        <p:cTn id="26" dur="1" fill="hold">
                                          <p:stCondLst>
                                            <p:cond delay="0"/>
                                          </p:stCondLst>
                                        </p:cTn>
                                        <p:tgtEl>
                                          <p:spTgt spid="236"/>
                                        </p:tgtEl>
                                        <p:attrNameLst>
                                          <p:attrName>style.visibility</p:attrName>
                                        </p:attrNameLst>
                                      </p:cBhvr>
                                      <p:to>
                                        <p:strVal val="visible"/>
                                      </p:to>
                                    </p:set>
                                    <p:animEffect transition="in" filter="wipe(down)">
                                      <p:cBhvr>
                                        <p:cTn id="27" dur="500"/>
                                        <p:tgtEl>
                                          <p:spTgt spid="23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26"/>
                                        </p:tgtEl>
                                        <p:attrNameLst>
                                          <p:attrName>style.visibility</p:attrName>
                                        </p:attrNameLst>
                                      </p:cBhvr>
                                      <p:to>
                                        <p:strVal val="visible"/>
                                      </p:to>
                                    </p:set>
                                    <p:animEffect transition="in" filter="wipe(left)">
                                      <p:cBhvr>
                                        <p:cTn id="30" dur="1000"/>
                                        <p:tgtEl>
                                          <p:spTgt spid="226"/>
                                        </p:tgtEl>
                                      </p:cBhvr>
                                    </p:animEffect>
                                  </p:childTnLst>
                                </p:cTn>
                              </p:par>
                              <p:par>
                                <p:cTn id="31" presetID="22" presetClass="entr" presetSubtype="4" fill="hold" nodeType="withEffect">
                                  <p:stCondLst>
                                    <p:cond delay="0"/>
                                  </p:stCondLst>
                                  <p:childTnLst>
                                    <p:set>
                                      <p:cBhvr>
                                        <p:cTn id="32" dur="1" fill="hold">
                                          <p:stCondLst>
                                            <p:cond delay="0"/>
                                          </p:stCondLst>
                                        </p:cTn>
                                        <p:tgtEl>
                                          <p:spTgt spid="153"/>
                                        </p:tgtEl>
                                        <p:attrNameLst>
                                          <p:attrName>style.visibility</p:attrName>
                                        </p:attrNameLst>
                                      </p:cBhvr>
                                      <p:to>
                                        <p:strVal val="visible"/>
                                      </p:to>
                                    </p:set>
                                    <p:animEffect transition="in" filter="wipe(down)">
                                      <p:cBhvr>
                                        <p:cTn id="33" dur="1000"/>
                                        <p:tgtEl>
                                          <p:spTgt spid="153"/>
                                        </p:tgtEl>
                                      </p:cBhvr>
                                    </p:animEffect>
                                  </p:childTnLst>
                                </p:cTn>
                              </p:par>
                              <p:par>
                                <p:cTn id="34" presetID="17" presetClass="entr" presetSubtype="10" fill="hold" nodeType="withEffect">
                                  <p:stCondLst>
                                    <p:cond delay="0"/>
                                  </p:stCondLst>
                                  <p:childTnLst>
                                    <p:set>
                                      <p:cBhvr>
                                        <p:cTn id="35" dur="1" fill="hold">
                                          <p:stCondLst>
                                            <p:cond delay="0"/>
                                          </p:stCondLst>
                                        </p:cTn>
                                        <p:tgtEl>
                                          <p:spTgt spid="259"/>
                                        </p:tgtEl>
                                        <p:attrNameLst>
                                          <p:attrName>style.visibility</p:attrName>
                                        </p:attrNameLst>
                                      </p:cBhvr>
                                      <p:to>
                                        <p:strVal val="visible"/>
                                      </p:to>
                                    </p:set>
                                    <p:anim calcmode="lin" valueType="num">
                                      <p:cBhvr>
                                        <p:cTn id="36" dur="500" fill="hold"/>
                                        <p:tgtEl>
                                          <p:spTgt spid="259"/>
                                        </p:tgtEl>
                                        <p:attrNameLst>
                                          <p:attrName>ppt_w</p:attrName>
                                        </p:attrNameLst>
                                      </p:cBhvr>
                                      <p:tavLst>
                                        <p:tav tm="0">
                                          <p:val>
                                            <p:fltVal val="0"/>
                                          </p:val>
                                        </p:tav>
                                        <p:tav tm="100000">
                                          <p:val>
                                            <p:strVal val="#ppt_w"/>
                                          </p:val>
                                        </p:tav>
                                      </p:tavLst>
                                    </p:anim>
                                    <p:anim calcmode="lin" valueType="num">
                                      <p:cBhvr>
                                        <p:cTn id="37" dur="500" fill="hold"/>
                                        <p:tgtEl>
                                          <p:spTgt spid="259"/>
                                        </p:tgtEl>
                                        <p:attrNameLst>
                                          <p:attrName>ppt_h</p:attrName>
                                        </p:attrNameLst>
                                      </p:cBhvr>
                                      <p:tavLst>
                                        <p:tav tm="0">
                                          <p:val>
                                            <p:strVal val="#ppt_h"/>
                                          </p:val>
                                        </p:tav>
                                        <p:tav tm="100000">
                                          <p:val>
                                            <p:strVal val="#ppt_h"/>
                                          </p:val>
                                        </p:tav>
                                      </p:tavLst>
                                    </p:anim>
                                  </p:childTnLst>
                                </p:cTn>
                              </p:par>
                              <p:par>
                                <p:cTn id="38" presetID="22" presetClass="entr" presetSubtype="8" fill="hold" grpId="0" nodeType="withEffect">
                                  <p:stCondLst>
                                    <p:cond delay="0"/>
                                  </p:stCondLst>
                                  <p:childTnLst>
                                    <p:set>
                                      <p:cBhvr>
                                        <p:cTn id="39" dur="1" fill="hold">
                                          <p:stCondLst>
                                            <p:cond delay="0"/>
                                          </p:stCondLst>
                                        </p:cTn>
                                        <p:tgtEl>
                                          <p:spTgt spid="227"/>
                                        </p:tgtEl>
                                        <p:attrNameLst>
                                          <p:attrName>style.visibility</p:attrName>
                                        </p:attrNameLst>
                                      </p:cBhvr>
                                      <p:to>
                                        <p:strVal val="visible"/>
                                      </p:to>
                                    </p:set>
                                    <p:animEffect transition="in" filter="wipe(left)">
                                      <p:cBhvr>
                                        <p:cTn id="40" dur="1000"/>
                                        <p:tgtEl>
                                          <p:spTgt spid="227"/>
                                        </p:tgtEl>
                                      </p:cBhvr>
                                    </p:animEffect>
                                  </p:childTnLst>
                                </p:cTn>
                              </p:par>
                              <p:par>
                                <p:cTn id="41" presetID="17" presetClass="entr" presetSubtype="10" fill="hold" nodeType="withEffect">
                                  <p:stCondLst>
                                    <p:cond delay="0"/>
                                  </p:stCondLst>
                                  <p:childTnLst>
                                    <p:set>
                                      <p:cBhvr>
                                        <p:cTn id="42" dur="1" fill="hold">
                                          <p:stCondLst>
                                            <p:cond delay="0"/>
                                          </p:stCondLst>
                                        </p:cTn>
                                        <p:tgtEl>
                                          <p:spTgt spid="239"/>
                                        </p:tgtEl>
                                        <p:attrNameLst>
                                          <p:attrName>style.visibility</p:attrName>
                                        </p:attrNameLst>
                                      </p:cBhvr>
                                      <p:to>
                                        <p:strVal val="visible"/>
                                      </p:to>
                                    </p:set>
                                    <p:anim calcmode="lin" valueType="num">
                                      <p:cBhvr>
                                        <p:cTn id="43" dur="500" fill="hold"/>
                                        <p:tgtEl>
                                          <p:spTgt spid="239"/>
                                        </p:tgtEl>
                                        <p:attrNameLst>
                                          <p:attrName>ppt_w</p:attrName>
                                        </p:attrNameLst>
                                      </p:cBhvr>
                                      <p:tavLst>
                                        <p:tav tm="0">
                                          <p:val>
                                            <p:fltVal val="0"/>
                                          </p:val>
                                        </p:tav>
                                        <p:tav tm="100000">
                                          <p:val>
                                            <p:strVal val="#ppt_w"/>
                                          </p:val>
                                        </p:tav>
                                      </p:tavLst>
                                    </p:anim>
                                    <p:anim calcmode="lin" valueType="num">
                                      <p:cBhvr>
                                        <p:cTn id="44" dur="500" fill="hold"/>
                                        <p:tgtEl>
                                          <p:spTgt spid="239"/>
                                        </p:tgtEl>
                                        <p:attrNameLst>
                                          <p:attrName>ppt_h</p:attrName>
                                        </p:attrNameLst>
                                      </p:cBhvr>
                                      <p:tavLst>
                                        <p:tav tm="0">
                                          <p:val>
                                            <p:strVal val="#ppt_h"/>
                                          </p:val>
                                        </p:tav>
                                        <p:tav tm="100000">
                                          <p:val>
                                            <p:strVal val="#ppt_h"/>
                                          </p:val>
                                        </p:tav>
                                      </p:tavLst>
                                    </p:anim>
                                  </p:childTnLst>
                                </p:cTn>
                              </p:par>
                              <p:par>
                                <p:cTn id="45" presetID="22" presetClass="entr" presetSubtype="8" fill="hold" grpId="0" nodeType="withEffect">
                                  <p:stCondLst>
                                    <p:cond delay="0"/>
                                  </p:stCondLst>
                                  <p:childTnLst>
                                    <p:set>
                                      <p:cBhvr>
                                        <p:cTn id="46" dur="1" fill="hold">
                                          <p:stCondLst>
                                            <p:cond delay="0"/>
                                          </p:stCondLst>
                                        </p:cTn>
                                        <p:tgtEl>
                                          <p:spTgt spid="230"/>
                                        </p:tgtEl>
                                        <p:attrNameLst>
                                          <p:attrName>style.visibility</p:attrName>
                                        </p:attrNameLst>
                                      </p:cBhvr>
                                      <p:to>
                                        <p:strVal val="visible"/>
                                      </p:to>
                                    </p:set>
                                    <p:animEffect transition="in" filter="wipe(left)">
                                      <p:cBhvr>
                                        <p:cTn id="47" dur="1000"/>
                                        <p:tgtEl>
                                          <p:spTgt spid="230"/>
                                        </p:tgtEl>
                                      </p:cBhvr>
                                    </p:animEffect>
                                  </p:childTnLst>
                                </p:cTn>
                              </p:par>
                              <p:par>
                                <p:cTn id="48" presetID="22" presetClass="entr" presetSubtype="4" fill="hold" nodeType="withEffect">
                                  <p:stCondLst>
                                    <p:cond delay="0"/>
                                  </p:stCondLst>
                                  <p:childTnLst>
                                    <p:set>
                                      <p:cBhvr>
                                        <p:cTn id="49" dur="1" fill="hold">
                                          <p:stCondLst>
                                            <p:cond delay="0"/>
                                          </p:stCondLst>
                                        </p:cTn>
                                        <p:tgtEl>
                                          <p:spTgt spid="155"/>
                                        </p:tgtEl>
                                        <p:attrNameLst>
                                          <p:attrName>style.visibility</p:attrName>
                                        </p:attrNameLst>
                                      </p:cBhvr>
                                      <p:to>
                                        <p:strVal val="visible"/>
                                      </p:to>
                                    </p:set>
                                    <p:animEffect transition="in" filter="wipe(down)">
                                      <p:cBhvr>
                                        <p:cTn id="50" dur="1000"/>
                                        <p:tgtEl>
                                          <p:spTgt spid="155"/>
                                        </p:tgtEl>
                                      </p:cBhvr>
                                    </p:animEffect>
                                  </p:childTnLst>
                                </p:cTn>
                              </p:par>
                              <p:par>
                                <p:cTn id="51" presetID="17" presetClass="entr" presetSubtype="10" fill="hold" nodeType="withEffect">
                                  <p:stCondLst>
                                    <p:cond delay="0"/>
                                  </p:stCondLst>
                                  <p:childTnLst>
                                    <p:set>
                                      <p:cBhvr>
                                        <p:cTn id="52" dur="1" fill="hold">
                                          <p:stCondLst>
                                            <p:cond delay="0"/>
                                          </p:stCondLst>
                                        </p:cTn>
                                        <p:tgtEl>
                                          <p:spTgt spid="260"/>
                                        </p:tgtEl>
                                        <p:attrNameLst>
                                          <p:attrName>style.visibility</p:attrName>
                                        </p:attrNameLst>
                                      </p:cBhvr>
                                      <p:to>
                                        <p:strVal val="visible"/>
                                      </p:to>
                                    </p:set>
                                    <p:anim calcmode="lin" valueType="num">
                                      <p:cBhvr>
                                        <p:cTn id="53" dur="500" fill="hold"/>
                                        <p:tgtEl>
                                          <p:spTgt spid="260"/>
                                        </p:tgtEl>
                                        <p:attrNameLst>
                                          <p:attrName>ppt_w</p:attrName>
                                        </p:attrNameLst>
                                      </p:cBhvr>
                                      <p:tavLst>
                                        <p:tav tm="0">
                                          <p:val>
                                            <p:fltVal val="0"/>
                                          </p:val>
                                        </p:tav>
                                        <p:tav tm="100000">
                                          <p:val>
                                            <p:strVal val="#ppt_w"/>
                                          </p:val>
                                        </p:tav>
                                      </p:tavLst>
                                    </p:anim>
                                    <p:anim calcmode="lin" valueType="num">
                                      <p:cBhvr>
                                        <p:cTn id="54" dur="500" fill="hold"/>
                                        <p:tgtEl>
                                          <p:spTgt spid="260"/>
                                        </p:tgtEl>
                                        <p:attrNameLst>
                                          <p:attrName>ppt_h</p:attrName>
                                        </p:attrNameLst>
                                      </p:cBhvr>
                                      <p:tavLst>
                                        <p:tav tm="0">
                                          <p:val>
                                            <p:strVal val="#ppt_h"/>
                                          </p:val>
                                        </p:tav>
                                        <p:tav tm="100000">
                                          <p:val>
                                            <p:strVal val="#ppt_h"/>
                                          </p:val>
                                        </p:tav>
                                      </p:tavLst>
                                    </p:anim>
                                  </p:childTnLst>
                                </p:cTn>
                              </p:par>
                              <p:par>
                                <p:cTn id="55" presetID="22" presetClass="entr" presetSubtype="8" fill="hold" grpId="0" nodeType="withEffect">
                                  <p:stCondLst>
                                    <p:cond delay="0"/>
                                  </p:stCondLst>
                                  <p:childTnLst>
                                    <p:set>
                                      <p:cBhvr>
                                        <p:cTn id="56" dur="1" fill="hold">
                                          <p:stCondLst>
                                            <p:cond delay="0"/>
                                          </p:stCondLst>
                                        </p:cTn>
                                        <p:tgtEl>
                                          <p:spTgt spid="241"/>
                                        </p:tgtEl>
                                        <p:attrNameLst>
                                          <p:attrName>style.visibility</p:attrName>
                                        </p:attrNameLst>
                                      </p:cBhvr>
                                      <p:to>
                                        <p:strVal val="visible"/>
                                      </p:to>
                                    </p:set>
                                    <p:animEffect transition="in" filter="wipe(left)">
                                      <p:cBhvr>
                                        <p:cTn id="57" dur="1000"/>
                                        <p:tgtEl>
                                          <p:spTgt spid="241"/>
                                        </p:tgtEl>
                                      </p:cBhvr>
                                    </p:animEffect>
                                  </p:childTnLst>
                                </p:cTn>
                              </p:par>
                              <p:par>
                                <p:cTn id="58" presetID="22" presetClass="entr" presetSubtype="1" fill="hold" nodeType="withEffect">
                                  <p:stCondLst>
                                    <p:cond delay="0"/>
                                  </p:stCondLst>
                                  <p:childTnLst>
                                    <p:set>
                                      <p:cBhvr>
                                        <p:cTn id="59" dur="1" fill="hold">
                                          <p:stCondLst>
                                            <p:cond delay="0"/>
                                          </p:stCondLst>
                                        </p:cTn>
                                        <p:tgtEl>
                                          <p:spTgt spid="234"/>
                                        </p:tgtEl>
                                        <p:attrNameLst>
                                          <p:attrName>style.visibility</p:attrName>
                                        </p:attrNameLst>
                                      </p:cBhvr>
                                      <p:to>
                                        <p:strVal val="visible"/>
                                      </p:to>
                                    </p:set>
                                    <p:animEffect transition="in" filter="wipe(up)">
                                      <p:cBhvr>
                                        <p:cTn id="60" dur="1000"/>
                                        <p:tgtEl>
                                          <p:spTgt spid="234"/>
                                        </p:tgtEl>
                                      </p:cBhvr>
                                    </p:animEffect>
                                  </p:childTnLst>
                                </p:cTn>
                              </p:par>
                              <p:par>
                                <p:cTn id="61" presetID="22" presetClass="entr" presetSubtype="4" fill="hold" nodeType="withEffect">
                                  <p:stCondLst>
                                    <p:cond delay="0"/>
                                  </p:stCondLst>
                                  <p:childTnLst>
                                    <p:set>
                                      <p:cBhvr>
                                        <p:cTn id="62" dur="1" fill="hold">
                                          <p:stCondLst>
                                            <p:cond delay="0"/>
                                          </p:stCondLst>
                                        </p:cTn>
                                        <p:tgtEl>
                                          <p:spTgt spid="233"/>
                                        </p:tgtEl>
                                        <p:attrNameLst>
                                          <p:attrName>style.visibility</p:attrName>
                                        </p:attrNameLst>
                                      </p:cBhvr>
                                      <p:to>
                                        <p:strVal val="visible"/>
                                      </p:to>
                                    </p:set>
                                    <p:animEffect transition="in" filter="wipe(down)">
                                      <p:cBhvr>
                                        <p:cTn id="63" dur="1000"/>
                                        <p:tgtEl>
                                          <p:spTgt spid="233"/>
                                        </p:tgtEl>
                                      </p:cBhvr>
                                    </p:animEffect>
                                  </p:childTnLst>
                                </p:cTn>
                              </p:par>
                              <p:par>
                                <p:cTn id="64" presetID="22" presetClass="entr" presetSubtype="1" fill="hold" nodeType="withEffect">
                                  <p:stCondLst>
                                    <p:cond delay="0"/>
                                  </p:stCondLst>
                                  <p:childTnLst>
                                    <p:set>
                                      <p:cBhvr>
                                        <p:cTn id="65" dur="1" fill="hold">
                                          <p:stCondLst>
                                            <p:cond delay="0"/>
                                          </p:stCondLst>
                                        </p:cTn>
                                        <p:tgtEl>
                                          <p:spTgt spid="232"/>
                                        </p:tgtEl>
                                        <p:attrNameLst>
                                          <p:attrName>style.visibility</p:attrName>
                                        </p:attrNameLst>
                                      </p:cBhvr>
                                      <p:to>
                                        <p:strVal val="visible"/>
                                      </p:to>
                                    </p:set>
                                    <p:animEffect transition="in" filter="wipe(up)">
                                      <p:cBhvr>
                                        <p:cTn id="66" dur="1000"/>
                                        <p:tgtEl>
                                          <p:spTgt spid="232"/>
                                        </p:tgtEl>
                                      </p:cBhvr>
                                    </p:animEffect>
                                  </p:childTnLst>
                                </p:cTn>
                              </p:par>
                              <p:par>
                                <p:cTn id="67" presetID="17" presetClass="entr" presetSubtype="10" fill="hold" nodeType="withEffect">
                                  <p:stCondLst>
                                    <p:cond delay="0"/>
                                  </p:stCondLst>
                                  <p:childTnLst>
                                    <p:set>
                                      <p:cBhvr>
                                        <p:cTn id="68" dur="1" fill="hold">
                                          <p:stCondLst>
                                            <p:cond delay="0"/>
                                          </p:stCondLst>
                                        </p:cTn>
                                        <p:tgtEl>
                                          <p:spTgt spid="244"/>
                                        </p:tgtEl>
                                        <p:attrNameLst>
                                          <p:attrName>style.visibility</p:attrName>
                                        </p:attrNameLst>
                                      </p:cBhvr>
                                      <p:to>
                                        <p:strVal val="visible"/>
                                      </p:to>
                                    </p:set>
                                    <p:anim calcmode="lin" valueType="num">
                                      <p:cBhvr>
                                        <p:cTn id="69" dur="500" fill="hold"/>
                                        <p:tgtEl>
                                          <p:spTgt spid="244"/>
                                        </p:tgtEl>
                                        <p:attrNameLst>
                                          <p:attrName>ppt_w</p:attrName>
                                        </p:attrNameLst>
                                      </p:cBhvr>
                                      <p:tavLst>
                                        <p:tav tm="0">
                                          <p:val>
                                            <p:fltVal val="0"/>
                                          </p:val>
                                        </p:tav>
                                        <p:tav tm="100000">
                                          <p:val>
                                            <p:strVal val="#ppt_w"/>
                                          </p:val>
                                        </p:tav>
                                      </p:tavLst>
                                    </p:anim>
                                    <p:anim calcmode="lin" valueType="num">
                                      <p:cBhvr>
                                        <p:cTn id="70" dur="500" fill="hold"/>
                                        <p:tgtEl>
                                          <p:spTgt spid="244"/>
                                        </p:tgtEl>
                                        <p:attrNameLst>
                                          <p:attrName>ppt_h</p:attrName>
                                        </p:attrNameLst>
                                      </p:cBhvr>
                                      <p:tavLst>
                                        <p:tav tm="0">
                                          <p:val>
                                            <p:strVal val="#ppt_h"/>
                                          </p:val>
                                        </p:tav>
                                        <p:tav tm="100000">
                                          <p:val>
                                            <p:strVal val="#ppt_h"/>
                                          </p:val>
                                        </p:tav>
                                      </p:tavLst>
                                    </p:anim>
                                  </p:childTnLst>
                                </p:cTn>
                              </p:par>
                              <p:par>
                                <p:cTn id="71" presetID="17" presetClass="entr" presetSubtype="10" fill="hold" nodeType="withEffect">
                                  <p:stCondLst>
                                    <p:cond delay="0"/>
                                  </p:stCondLst>
                                  <p:childTnLst>
                                    <p:set>
                                      <p:cBhvr>
                                        <p:cTn id="72" dur="1" fill="hold">
                                          <p:stCondLst>
                                            <p:cond delay="0"/>
                                          </p:stCondLst>
                                        </p:cTn>
                                        <p:tgtEl>
                                          <p:spTgt spid="245"/>
                                        </p:tgtEl>
                                        <p:attrNameLst>
                                          <p:attrName>style.visibility</p:attrName>
                                        </p:attrNameLst>
                                      </p:cBhvr>
                                      <p:to>
                                        <p:strVal val="visible"/>
                                      </p:to>
                                    </p:set>
                                    <p:anim calcmode="lin" valueType="num">
                                      <p:cBhvr>
                                        <p:cTn id="73" dur="500" fill="hold"/>
                                        <p:tgtEl>
                                          <p:spTgt spid="245"/>
                                        </p:tgtEl>
                                        <p:attrNameLst>
                                          <p:attrName>ppt_w</p:attrName>
                                        </p:attrNameLst>
                                      </p:cBhvr>
                                      <p:tavLst>
                                        <p:tav tm="0">
                                          <p:val>
                                            <p:fltVal val="0"/>
                                          </p:val>
                                        </p:tav>
                                        <p:tav tm="100000">
                                          <p:val>
                                            <p:strVal val="#ppt_w"/>
                                          </p:val>
                                        </p:tav>
                                      </p:tavLst>
                                    </p:anim>
                                    <p:anim calcmode="lin" valueType="num">
                                      <p:cBhvr>
                                        <p:cTn id="74" dur="500" fill="hold"/>
                                        <p:tgtEl>
                                          <p:spTgt spid="245"/>
                                        </p:tgtEl>
                                        <p:attrNameLst>
                                          <p:attrName>ppt_h</p:attrName>
                                        </p:attrNameLst>
                                      </p:cBhvr>
                                      <p:tavLst>
                                        <p:tav tm="0">
                                          <p:val>
                                            <p:strVal val="#ppt_h"/>
                                          </p:val>
                                        </p:tav>
                                        <p:tav tm="100000">
                                          <p:val>
                                            <p:strVal val="#ppt_h"/>
                                          </p:val>
                                        </p:tav>
                                      </p:tavLst>
                                    </p:anim>
                                  </p:childTnLst>
                                </p:cTn>
                              </p:par>
                              <p:par>
                                <p:cTn id="75" presetID="22" presetClass="entr" presetSubtype="8" fill="hold" grpId="0" nodeType="withEffect">
                                  <p:stCondLst>
                                    <p:cond delay="0"/>
                                  </p:stCondLst>
                                  <p:childTnLst>
                                    <p:set>
                                      <p:cBhvr>
                                        <p:cTn id="76" dur="1" fill="hold">
                                          <p:stCondLst>
                                            <p:cond delay="0"/>
                                          </p:stCondLst>
                                        </p:cTn>
                                        <p:tgtEl>
                                          <p:spTgt spid="149"/>
                                        </p:tgtEl>
                                        <p:attrNameLst>
                                          <p:attrName>style.visibility</p:attrName>
                                        </p:attrNameLst>
                                      </p:cBhvr>
                                      <p:to>
                                        <p:strVal val="visible"/>
                                      </p:to>
                                    </p:set>
                                    <p:animEffect transition="in" filter="wipe(left)">
                                      <p:cBhvr>
                                        <p:cTn id="77" dur="1000"/>
                                        <p:tgtEl>
                                          <p:spTgt spid="149"/>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28"/>
                                        </p:tgtEl>
                                        <p:attrNameLst>
                                          <p:attrName>style.visibility</p:attrName>
                                        </p:attrNameLst>
                                      </p:cBhvr>
                                      <p:to>
                                        <p:strVal val="visible"/>
                                      </p:to>
                                    </p:set>
                                    <p:animEffect transition="in" filter="wipe(left)">
                                      <p:cBhvr>
                                        <p:cTn id="80" dur="1000"/>
                                        <p:tgtEl>
                                          <p:spTgt spid="228"/>
                                        </p:tgtEl>
                                      </p:cBhvr>
                                    </p:animEffect>
                                  </p:childTnLst>
                                </p:cTn>
                              </p:par>
                              <p:par>
                                <p:cTn id="81" presetID="17" presetClass="entr" presetSubtype="10" fill="hold" nodeType="withEffect">
                                  <p:stCondLst>
                                    <p:cond delay="0"/>
                                  </p:stCondLst>
                                  <p:childTnLst>
                                    <p:set>
                                      <p:cBhvr>
                                        <p:cTn id="82" dur="1" fill="hold">
                                          <p:stCondLst>
                                            <p:cond delay="0"/>
                                          </p:stCondLst>
                                        </p:cTn>
                                        <p:tgtEl>
                                          <p:spTgt spid="240"/>
                                        </p:tgtEl>
                                        <p:attrNameLst>
                                          <p:attrName>style.visibility</p:attrName>
                                        </p:attrNameLst>
                                      </p:cBhvr>
                                      <p:to>
                                        <p:strVal val="visible"/>
                                      </p:to>
                                    </p:set>
                                    <p:anim calcmode="lin" valueType="num">
                                      <p:cBhvr>
                                        <p:cTn id="83" dur="500" fill="hold"/>
                                        <p:tgtEl>
                                          <p:spTgt spid="240"/>
                                        </p:tgtEl>
                                        <p:attrNameLst>
                                          <p:attrName>ppt_w</p:attrName>
                                        </p:attrNameLst>
                                      </p:cBhvr>
                                      <p:tavLst>
                                        <p:tav tm="0">
                                          <p:val>
                                            <p:fltVal val="0"/>
                                          </p:val>
                                        </p:tav>
                                        <p:tav tm="100000">
                                          <p:val>
                                            <p:strVal val="#ppt_w"/>
                                          </p:val>
                                        </p:tav>
                                      </p:tavLst>
                                    </p:anim>
                                    <p:anim calcmode="lin" valueType="num">
                                      <p:cBhvr>
                                        <p:cTn id="84" dur="500" fill="hold"/>
                                        <p:tgtEl>
                                          <p:spTgt spid="240"/>
                                        </p:tgtEl>
                                        <p:attrNameLst>
                                          <p:attrName>ppt_h</p:attrName>
                                        </p:attrNameLst>
                                      </p:cBhvr>
                                      <p:tavLst>
                                        <p:tav tm="0">
                                          <p:val>
                                            <p:strVal val="#ppt_h"/>
                                          </p:val>
                                        </p:tav>
                                        <p:tav tm="100000">
                                          <p:val>
                                            <p:strVal val="#ppt_h"/>
                                          </p:val>
                                        </p:tav>
                                      </p:tavLst>
                                    </p:anim>
                                  </p:childTnLst>
                                </p:cTn>
                              </p:par>
                              <p:par>
                                <p:cTn id="85" presetID="22" presetClass="entr" presetSubtype="8" fill="hold" grpId="0" nodeType="withEffect">
                                  <p:stCondLst>
                                    <p:cond delay="0"/>
                                  </p:stCondLst>
                                  <p:childTnLst>
                                    <p:set>
                                      <p:cBhvr>
                                        <p:cTn id="86" dur="1" fill="hold">
                                          <p:stCondLst>
                                            <p:cond delay="0"/>
                                          </p:stCondLst>
                                        </p:cTn>
                                        <p:tgtEl>
                                          <p:spTgt spid="164"/>
                                        </p:tgtEl>
                                        <p:attrNameLst>
                                          <p:attrName>style.visibility</p:attrName>
                                        </p:attrNameLst>
                                      </p:cBhvr>
                                      <p:to>
                                        <p:strVal val="visible"/>
                                      </p:to>
                                    </p:set>
                                    <p:animEffect transition="in" filter="wipe(left)">
                                      <p:cBhvr>
                                        <p:cTn id="87" dur="1000"/>
                                        <p:tgtEl>
                                          <p:spTgt spid="164"/>
                                        </p:tgtEl>
                                      </p:cBhvr>
                                    </p:animEffect>
                                  </p:childTnLst>
                                </p:cTn>
                              </p:par>
                              <p:par>
                                <p:cTn id="88" presetID="17" presetClass="entr" presetSubtype="10" fill="hold" nodeType="withEffect">
                                  <p:stCondLst>
                                    <p:cond delay="0"/>
                                  </p:stCondLst>
                                  <p:childTnLst>
                                    <p:set>
                                      <p:cBhvr>
                                        <p:cTn id="89" dur="1" fill="hold">
                                          <p:stCondLst>
                                            <p:cond delay="0"/>
                                          </p:stCondLst>
                                        </p:cTn>
                                        <p:tgtEl>
                                          <p:spTgt spid="238"/>
                                        </p:tgtEl>
                                        <p:attrNameLst>
                                          <p:attrName>style.visibility</p:attrName>
                                        </p:attrNameLst>
                                      </p:cBhvr>
                                      <p:to>
                                        <p:strVal val="visible"/>
                                      </p:to>
                                    </p:set>
                                    <p:anim calcmode="lin" valueType="num">
                                      <p:cBhvr>
                                        <p:cTn id="90" dur="500" fill="hold"/>
                                        <p:tgtEl>
                                          <p:spTgt spid="238"/>
                                        </p:tgtEl>
                                        <p:attrNameLst>
                                          <p:attrName>ppt_w</p:attrName>
                                        </p:attrNameLst>
                                      </p:cBhvr>
                                      <p:tavLst>
                                        <p:tav tm="0">
                                          <p:val>
                                            <p:fltVal val="0"/>
                                          </p:val>
                                        </p:tav>
                                        <p:tav tm="100000">
                                          <p:val>
                                            <p:strVal val="#ppt_w"/>
                                          </p:val>
                                        </p:tav>
                                      </p:tavLst>
                                    </p:anim>
                                    <p:anim calcmode="lin" valueType="num">
                                      <p:cBhvr>
                                        <p:cTn id="91" dur="500" fill="hold"/>
                                        <p:tgtEl>
                                          <p:spTgt spid="238"/>
                                        </p:tgtEl>
                                        <p:attrNameLst>
                                          <p:attrName>ppt_h</p:attrName>
                                        </p:attrNameLst>
                                      </p:cBhvr>
                                      <p:tavLst>
                                        <p:tav tm="0">
                                          <p:val>
                                            <p:strVal val="#ppt_h"/>
                                          </p:val>
                                        </p:tav>
                                        <p:tav tm="100000">
                                          <p:val>
                                            <p:strVal val="#ppt_h"/>
                                          </p:val>
                                        </p:tav>
                                      </p:tavLst>
                                    </p:anim>
                                  </p:childTnLst>
                                </p:cTn>
                              </p:par>
                              <p:par>
                                <p:cTn id="92" presetID="22" presetClass="entr" presetSubtype="8" fill="hold" grpId="0" nodeType="withEffect">
                                  <p:stCondLst>
                                    <p:cond delay="0"/>
                                  </p:stCondLst>
                                  <p:childTnLst>
                                    <p:set>
                                      <p:cBhvr>
                                        <p:cTn id="93" dur="1" fill="hold">
                                          <p:stCondLst>
                                            <p:cond delay="0"/>
                                          </p:stCondLst>
                                        </p:cTn>
                                        <p:tgtEl>
                                          <p:spTgt spid="223"/>
                                        </p:tgtEl>
                                        <p:attrNameLst>
                                          <p:attrName>style.visibility</p:attrName>
                                        </p:attrNameLst>
                                      </p:cBhvr>
                                      <p:to>
                                        <p:strVal val="visible"/>
                                      </p:to>
                                    </p:set>
                                    <p:animEffect transition="in" filter="wipe(left)">
                                      <p:cBhvr>
                                        <p:cTn id="94" dur="1000"/>
                                        <p:tgtEl>
                                          <p:spTgt spid="223"/>
                                        </p:tgtEl>
                                      </p:cBhvr>
                                    </p:animEffect>
                                  </p:childTnLst>
                                </p:cTn>
                              </p:par>
                              <p:par>
                                <p:cTn id="95" presetID="22" presetClass="entr" presetSubtype="4" fill="hold" nodeType="withEffect">
                                  <p:stCondLst>
                                    <p:cond delay="0"/>
                                  </p:stCondLst>
                                  <p:childTnLst>
                                    <p:set>
                                      <p:cBhvr>
                                        <p:cTn id="96" dur="1" fill="hold">
                                          <p:stCondLst>
                                            <p:cond delay="0"/>
                                          </p:stCondLst>
                                        </p:cTn>
                                        <p:tgtEl>
                                          <p:spTgt spid="151"/>
                                        </p:tgtEl>
                                        <p:attrNameLst>
                                          <p:attrName>style.visibility</p:attrName>
                                        </p:attrNameLst>
                                      </p:cBhvr>
                                      <p:to>
                                        <p:strVal val="visible"/>
                                      </p:to>
                                    </p:set>
                                    <p:animEffect transition="in" filter="wipe(down)">
                                      <p:cBhvr>
                                        <p:cTn id="97" dur="1000"/>
                                        <p:tgtEl>
                                          <p:spTgt spid="151"/>
                                        </p:tgtEl>
                                      </p:cBhvr>
                                    </p:animEffect>
                                  </p:childTnLst>
                                </p:cTn>
                              </p:par>
                              <p:par>
                                <p:cTn id="98" presetID="17" presetClass="entr" presetSubtype="10" fill="hold" nodeType="withEffect">
                                  <p:stCondLst>
                                    <p:cond delay="0"/>
                                  </p:stCondLst>
                                  <p:childTnLst>
                                    <p:set>
                                      <p:cBhvr>
                                        <p:cTn id="99" dur="1" fill="hold">
                                          <p:stCondLst>
                                            <p:cond delay="0"/>
                                          </p:stCondLst>
                                        </p:cTn>
                                        <p:tgtEl>
                                          <p:spTgt spid="257"/>
                                        </p:tgtEl>
                                        <p:attrNameLst>
                                          <p:attrName>style.visibility</p:attrName>
                                        </p:attrNameLst>
                                      </p:cBhvr>
                                      <p:to>
                                        <p:strVal val="visible"/>
                                      </p:to>
                                    </p:set>
                                    <p:anim calcmode="lin" valueType="num">
                                      <p:cBhvr>
                                        <p:cTn id="100" dur="500" fill="hold"/>
                                        <p:tgtEl>
                                          <p:spTgt spid="257"/>
                                        </p:tgtEl>
                                        <p:attrNameLst>
                                          <p:attrName>ppt_w</p:attrName>
                                        </p:attrNameLst>
                                      </p:cBhvr>
                                      <p:tavLst>
                                        <p:tav tm="0">
                                          <p:val>
                                            <p:fltVal val="0"/>
                                          </p:val>
                                        </p:tav>
                                        <p:tav tm="100000">
                                          <p:val>
                                            <p:strVal val="#ppt_w"/>
                                          </p:val>
                                        </p:tav>
                                      </p:tavLst>
                                    </p:anim>
                                    <p:anim calcmode="lin" valueType="num">
                                      <p:cBhvr>
                                        <p:cTn id="101" dur="500" fill="hold"/>
                                        <p:tgtEl>
                                          <p:spTgt spid="257"/>
                                        </p:tgtEl>
                                        <p:attrNameLst>
                                          <p:attrName>ppt_h</p:attrName>
                                        </p:attrNameLst>
                                      </p:cBhvr>
                                      <p:tavLst>
                                        <p:tav tm="0">
                                          <p:val>
                                            <p:strVal val="#ppt_h"/>
                                          </p:val>
                                        </p:tav>
                                        <p:tav tm="100000">
                                          <p:val>
                                            <p:strVal val="#ppt_h"/>
                                          </p:val>
                                        </p:tav>
                                      </p:tavLst>
                                    </p:anim>
                                  </p:childTnLst>
                                </p:cTn>
                              </p:par>
                              <p:par>
                                <p:cTn id="102" presetID="22" presetClass="entr" presetSubtype="8" fill="hold" grpId="0" nodeType="withEffect">
                                  <p:stCondLst>
                                    <p:cond delay="0"/>
                                  </p:stCondLst>
                                  <p:childTnLst>
                                    <p:set>
                                      <p:cBhvr>
                                        <p:cTn id="103" dur="1" fill="hold">
                                          <p:stCondLst>
                                            <p:cond delay="0"/>
                                          </p:stCondLst>
                                        </p:cTn>
                                        <p:tgtEl>
                                          <p:spTgt spid="222"/>
                                        </p:tgtEl>
                                        <p:attrNameLst>
                                          <p:attrName>style.visibility</p:attrName>
                                        </p:attrNameLst>
                                      </p:cBhvr>
                                      <p:to>
                                        <p:strVal val="visible"/>
                                      </p:to>
                                    </p:set>
                                    <p:animEffect transition="in" filter="wipe(left)">
                                      <p:cBhvr>
                                        <p:cTn id="104" dur="1000"/>
                                        <p:tgtEl>
                                          <p:spTgt spid="222"/>
                                        </p:tgtEl>
                                      </p:cBhvr>
                                    </p:animEffect>
                                  </p:childTnLst>
                                </p:cTn>
                              </p:par>
                              <p:par>
                                <p:cTn id="105" presetID="17" presetClass="entr" presetSubtype="10" fill="hold" nodeType="withEffect">
                                  <p:stCondLst>
                                    <p:cond delay="0"/>
                                  </p:stCondLst>
                                  <p:childTnLst>
                                    <p:set>
                                      <p:cBhvr>
                                        <p:cTn id="106" dur="1" fill="hold">
                                          <p:stCondLst>
                                            <p:cond delay="0"/>
                                          </p:stCondLst>
                                        </p:cTn>
                                        <p:tgtEl>
                                          <p:spTgt spid="237"/>
                                        </p:tgtEl>
                                        <p:attrNameLst>
                                          <p:attrName>style.visibility</p:attrName>
                                        </p:attrNameLst>
                                      </p:cBhvr>
                                      <p:to>
                                        <p:strVal val="visible"/>
                                      </p:to>
                                    </p:set>
                                    <p:anim calcmode="lin" valueType="num">
                                      <p:cBhvr>
                                        <p:cTn id="107" dur="500" fill="hold"/>
                                        <p:tgtEl>
                                          <p:spTgt spid="237"/>
                                        </p:tgtEl>
                                        <p:attrNameLst>
                                          <p:attrName>ppt_w</p:attrName>
                                        </p:attrNameLst>
                                      </p:cBhvr>
                                      <p:tavLst>
                                        <p:tav tm="0">
                                          <p:val>
                                            <p:fltVal val="0"/>
                                          </p:val>
                                        </p:tav>
                                        <p:tav tm="100000">
                                          <p:val>
                                            <p:strVal val="#ppt_w"/>
                                          </p:val>
                                        </p:tav>
                                      </p:tavLst>
                                    </p:anim>
                                    <p:anim calcmode="lin" valueType="num">
                                      <p:cBhvr>
                                        <p:cTn id="108" dur="500" fill="hold"/>
                                        <p:tgtEl>
                                          <p:spTgt spid="237"/>
                                        </p:tgtEl>
                                        <p:attrNameLst>
                                          <p:attrName>ppt_h</p:attrName>
                                        </p:attrNameLst>
                                      </p:cBhvr>
                                      <p:tavLst>
                                        <p:tav tm="0">
                                          <p:val>
                                            <p:strVal val="#ppt_h"/>
                                          </p:val>
                                        </p:tav>
                                        <p:tav tm="100000">
                                          <p:val>
                                            <p:strVal val="#ppt_h"/>
                                          </p:val>
                                        </p:tav>
                                      </p:tavLst>
                                    </p:anim>
                                  </p:childTnLst>
                                </p:cTn>
                              </p:par>
                              <p:par>
                                <p:cTn id="109" presetID="22" presetClass="entr" presetSubtype="8" fill="hold" grpId="0" nodeType="withEffect">
                                  <p:stCondLst>
                                    <p:cond delay="0"/>
                                  </p:stCondLst>
                                  <p:childTnLst>
                                    <p:set>
                                      <p:cBhvr>
                                        <p:cTn id="110" dur="1" fill="hold">
                                          <p:stCondLst>
                                            <p:cond delay="0"/>
                                          </p:stCondLst>
                                        </p:cTn>
                                        <p:tgtEl>
                                          <p:spTgt spid="224"/>
                                        </p:tgtEl>
                                        <p:attrNameLst>
                                          <p:attrName>style.visibility</p:attrName>
                                        </p:attrNameLst>
                                      </p:cBhvr>
                                      <p:to>
                                        <p:strVal val="visible"/>
                                      </p:to>
                                    </p:set>
                                    <p:animEffect transition="in" filter="wipe(left)">
                                      <p:cBhvr>
                                        <p:cTn id="111" dur="1000"/>
                                        <p:tgtEl>
                                          <p:spTgt spid="224"/>
                                        </p:tgtEl>
                                      </p:cBhvr>
                                    </p:animEffect>
                                  </p:childTnLst>
                                </p:cTn>
                              </p:par>
                              <p:par>
                                <p:cTn id="112" presetID="22" presetClass="entr" presetSubtype="4" fill="hold" nodeType="withEffect">
                                  <p:stCondLst>
                                    <p:cond delay="0"/>
                                  </p:stCondLst>
                                  <p:childTnLst>
                                    <p:set>
                                      <p:cBhvr>
                                        <p:cTn id="113" dur="1" fill="hold">
                                          <p:stCondLst>
                                            <p:cond delay="0"/>
                                          </p:stCondLst>
                                        </p:cTn>
                                        <p:tgtEl>
                                          <p:spTgt spid="154"/>
                                        </p:tgtEl>
                                        <p:attrNameLst>
                                          <p:attrName>style.visibility</p:attrName>
                                        </p:attrNameLst>
                                      </p:cBhvr>
                                      <p:to>
                                        <p:strVal val="visible"/>
                                      </p:to>
                                    </p:set>
                                    <p:animEffect transition="in" filter="wipe(down)">
                                      <p:cBhvr>
                                        <p:cTn id="114" dur="1000"/>
                                        <p:tgtEl>
                                          <p:spTgt spid="154"/>
                                        </p:tgtEl>
                                      </p:cBhvr>
                                    </p:animEffect>
                                  </p:childTnLst>
                                </p:cTn>
                              </p:par>
                              <p:par>
                                <p:cTn id="115" presetID="17" presetClass="entr" presetSubtype="10" fill="hold" nodeType="withEffect">
                                  <p:stCondLst>
                                    <p:cond delay="0"/>
                                  </p:stCondLst>
                                  <p:childTnLst>
                                    <p:set>
                                      <p:cBhvr>
                                        <p:cTn id="116" dur="1" fill="hold">
                                          <p:stCondLst>
                                            <p:cond delay="0"/>
                                          </p:stCondLst>
                                        </p:cTn>
                                        <p:tgtEl>
                                          <p:spTgt spid="256"/>
                                        </p:tgtEl>
                                        <p:attrNameLst>
                                          <p:attrName>style.visibility</p:attrName>
                                        </p:attrNameLst>
                                      </p:cBhvr>
                                      <p:to>
                                        <p:strVal val="visible"/>
                                      </p:to>
                                    </p:set>
                                    <p:anim calcmode="lin" valueType="num">
                                      <p:cBhvr>
                                        <p:cTn id="117" dur="500" fill="hold"/>
                                        <p:tgtEl>
                                          <p:spTgt spid="256"/>
                                        </p:tgtEl>
                                        <p:attrNameLst>
                                          <p:attrName>ppt_w</p:attrName>
                                        </p:attrNameLst>
                                      </p:cBhvr>
                                      <p:tavLst>
                                        <p:tav tm="0">
                                          <p:val>
                                            <p:fltVal val="0"/>
                                          </p:val>
                                        </p:tav>
                                        <p:tav tm="100000">
                                          <p:val>
                                            <p:strVal val="#ppt_w"/>
                                          </p:val>
                                        </p:tav>
                                      </p:tavLst>
                                    </p:anim>
                                    <p:anim calcmode="lin" valueType="num">
                                      <p:cBhvr>
                                        <p:cTn id="118" dur="500" fill="hold"/>
                                        <p:tgtEl>
                                          <p:spTgt spid="256"/>
                                        </p:tgtEl>
                                        <p:attrNameLst>
                                          <p:attrName>ppt_h</p:attrName>
                                        </p:attrNameLst>
                                      </p:cBhvr>
                                      <p:tavLst>
                                        <p:tav tm="0">
                                          <p:val>
                                            <p:strVal val="#ppt_h"/>
                                          </p:val>
                                        </p:tav>
                                        <p:tav tm="100000">
                                          <p:val>
                                            <p:strVal val="#ppt_h"/>
                                          </p:val>
                                        </p:tav>
                                      </p:tavLst>
                                    </p:anim>
                                  </p:childTnLst>
                                </p:cTn>
                              </p:par>
                              <p:par>
                                <p:cTn id="119" presetID="22" presetClass="entr" presetSubtype="8" fill="hold" grpId="0" nodeType="withEffect">
                                  <p:stCondLst>
                                    <p:cond delay="0"/>
                                  </p:stCondLst>
                                  <p:childTnLst>
                                    <p:set>
                                      <p:cBhvr>
                                        <p:cTn id="120" dur="1" fill="hold">
                                          <p:stCondLst>
                                            <p:cond delay="0"/>
                                          </p:stCondLst>
                                        </p:cTn>
                                        <p:tgtEl>
                                          <p:spTgt spid="229"/>
                                        </p:tgtEl>
                                        <p:attrNameLst>
                                          <p:attrName>style.visibility</p:attrName>
                                        </p:attrNameLst>
                                      </p:cBhvr>
                                      <p:to>
                                        <p:strVal val="visible"/>
                                      </p:to>
                                    </p:set>
                                    <p:animEffect transition="in" filter="wipe(left)">
                                      <p:cBhvr>
                                        <p:cTn id="121" dur="1000"/>
                                        <p:tgtEl>
                                          <p:spTgt spid="229"/>
                                        </p:tgtEl>
                                      </p:cBhvr>
                                    </p:animEffect>
                                  </p:childTnLst>
                                </p:cTn>
                              </p:par>
                              <p:par>
                                <p:cTn id="122" presetID="22" presetClass="entr" presetSubtype="1" fill="hold" nodeType="withEffect">
                                  <p:stCondLst>
                                    <p:cond delay="0"/>
                                  </p:stCondLst>
                                  <p:childTnLst>
                                    <p:set>
                                      <p:cBhvr>
                                        <p:cTn id="123" dur="1" fill="hold">
                                          <p:stCondLst>
                                            <p:cond delay="0"/>
                                          </p:stCondLst>
                                        </p:cTn>
                                        <p:tgtEl>
                                          <p:spTgt spid="231"/>
                                        </p:tgtEl>
                                        <p:attrNameLst>
                                          <p:attrName>style.visibility</p:attrName>
                                        </p:attrNameLst>
                                      </p:cBhvr>
                                      <p:to>
                                        <p:strVal val="visible"/>
                                      </p:to>
                                    </p:set>
                                    <p:animEffect transition="in" filter="wipe(up)">
                                      <p:cBhvr>
                                        <p:cTn id="124" dur="1000"/>
                                        <p:tgtEl>
                                          <p:spTgt spid="231"/>
                                        </p:tgtEl>
                                      </p:cBhvr>
                                    </p:animEffect>
                                  </p:childTnLst>
                                </p:cTn>
                              </p:par>
                              <p:par>
                                <p:cTn id="125" presetID="22" presetClass="entr" presetSubtype="4" fill="hold" nodeType="withEffect">
                                  <p:stCondLst>
                                    <p:cond delay="0"/>
                                  </p:stCondLst>
                                  <p:childTnLst>
                                    <p:set>
                                      <p:cBhvr>
                                        <p:cTn id="126" dur="1" fill="hold">
                                          <p:stCondLst>
                                            <p:cond delay="0"/>
                                          </p:stCondLst>
                                        </p:cTn>
                                        <p:tgtEl>
                                          <p:spTgt spid="156"/>
                                        </p:tgtEl>
                                        <p:attrNameLst>
                                          <p:attrName>style.visibility</p:attrName>
                                        </p:attrNameLst>
                                      </p:cBhvr>
                                      <p:to>
                                        <p:strVal val="visible"/>
                                      </p:to>
                                    </p:set>
                                    <p:animEffect transition="in" filter="wipe(down)">
                                      <p:cBhvr>
                                        <p:cTn id="127" dur="1000"/>
                                        <p:tgtEl>
                                          <p:spTgt spid="156"/>
                                        </p:tgtEl>
                                      </p:cBhvr>
                                    </p:animEffect>
                                  </p:childTnLst>
                                </p:cTn>
                              </p:par>
                              <p:par>
                                <p:cTn id="128" presetID="22" presetClass="entr" presetSubtype="1" fill="hold" nodeType="withEffect">
                                  <p:stCondLst>
                                    <p:cond delay="0"/>
                                  </p:stCondLst>
                                  <p:childTnLst>
                                    <p:set>
                                      <p:cBhvr>
                                        <p:cTn id="129" dur="1" fill="hold">
                                          <p:stCondLst>
                                            <p:cond delay="0"/>
                                          </p:stCondLst>
                                        </p:cTn>
                                        <p:tgtEl>
                                          <p:spTgt spid="157"/>
                                        </p:tgtEl>
                                        <p:attrNameLst>
                                          <p:attrName>style.visibility</p:attrName>
                                        </p:attrNameLst>
                                      </p:cBhvr>
                                      <p:to>
                                        <p:strVal val="visible"/>
                                      </p:to>
                                    </p:set>
                                    <p:animEffect transition="in" filter="wipe(up)">
                                      <p:cBhvr>
                                        <p:cTn id="130" dur="1000"/>
                                        <p:tgtEl>
                                          <p:spTgt spid="157"/>
                                        </p:tgtEl>
                                      </p:cBhvr>
                                    </p:animEffect>
                                  </p:childTnLst>
                                </p:cTn>
                              </p:par>
                              <p:par>
                                <p:cTn id="131" presetID="22" presetClass="entr" presetSubtype="1" fill="hold" nodeType="withEffect">
                                  <p:stCondLst>
                                    <p:cond delay="0"/>
                                  </p:stCondLst>
                                  <p:childTnLst>
                                    <p:set>
                                      <p:cBhvr>
                                        <p:cTn id="132" dur="1" fill="hold">
                                          <p:stCondLst>
                                            <p:cond delay="0"/>
                                          </p:stCondLst>
                                        </p:cTn>
                                        <p:tgtEl>
                                          <p:spTgt spid="242"/>
                                        </p:tgtEl>
                                        <p:attrNameLst>
                                          <p:attrName>style.visibility</p:attrName>
                                        </p:attrNameLst>
                                      </p:cBhvr>
                                      <p:to>
                                        <p:strVal val="visible"/>
                                      </p:to>
                                    </p:set>
                                    <p:animEffect transition="in" filter="wipe(up)">
                                      <p:cBhvr>
                                        <p:cTn id="133" dur="1000"/>
                                        <p:tgtEl>
                                          <p:spTgt spid="242"/>
                                        </p:tgtEl>
                                      </p:cBhvr>
                                    </p:animEffect>
                                  </p:childTnLst>
                                </p:cTn>
                              </p:par>
                              <p:par>
                                <p:cTn id="134" presetID="22" presetClass="entr" presetSubtype="4" fill="hold" nodeType="withEffect">
                                  <p:stCondLst>
                                    <p:cond delay="0"/>
                                  </p:stCondLst>
                                  <p:childTnLst>
                                    <p:set>
                                      <p:cBhvr>
                                        <p:cTn id="135" dur="1" fill="hold">
                                          <p:stCondLst>
                                            <p:cond delay="0"/>
                                          </p:stCondLst>
                                        </p:cTn>
                                        <p:tgtEl>
                                          <p:spTgt spid="243"/>
                                        </p:tgtEl>
                                        <p:attrNameLst>
                                          <p:attrName>style.visibility</p:attrName>
                                        </p:attrNameLst>
                                      </p:cBhvr>
                                      <p:to>
                                        <p:strVal val="visible"/>
                                      </p:to>
                                    </p:set>
                                    <p:animEffect transition="in" filter="wipe(down)">
                                      <p:cBhvr>
                                        <p:cTn id="136" dur="1000"/>
                                        <p:tgtEl>
                                          <p:spTgt spid="243"/>
                                        </p:tgtEl>
                                      </p:cBhvr>
                                    </p:animEffect>
                                  </p:childTnLst>
                                </p:cTn>
                              </p:par>
                              <p:par>
                                <p:cTn id="137" presetID="1" presetClass="exit" presetSubtype="0" fill="hold" nodeType="withEffect">
                                  <p:stCondLst>
                                    <p:cond delay="0"/>
                                  </p:stCondLst>
                                  <p:childTnLst>
                                    <p:set>
                                      <p:cBhvr>
                                        <p:cTn id="138" dur="1" fill="hold">
                                          <p:stCondLst>
                                            <p:cond delay="0"/>
                                          </p:stCondLst>
                                        </p:cTn>
                                        <p:tgtEl>
                                          <p:spTgt spid="234"/>
                                        </p:tgtEl>
                                        <p:attrNameLst>
                                          <p:attrName>style.visibility</p:attrName>
                                        </p:attrNameLst>
                                      </p:cBhvr>
                                      <p:to>
                                        <p:strVal val="hidden"/>
                                      </p:to>
                                    </p:set>
                                  </p:childTnLst>
                                </p:cTn>
                              </p:par>
                              <p:par>
                                <p:cTn id="139" presetID="22" presetClass="entr" presetSubtype="1" fill="hold" nodeType="withEffect">
                                  <p:stCondLst>
                                    <p:cond delay="0"/>
                                  </p:stCondLst>
                                  <p:childTnLst>
                                    <p:set>
                                      <p:cBhvr>
                                        <p:cTn id="140" dur="1" fill="hold">
                                          <p:stCondLst>
                                            <p:cond delay="0"/>
                                          </p:stCondLst>
                                        </p:cTn>
                                        <p:tgtEl>
                                          <p:spTgt spid="163"/>
                                        </p:tgtEl>
                                        <p:attrNameLst>
                                          <p:attrName>style.visibility</p:attrName>
                                        </p:attrNameLst>
                                      </p:cBhvr>
                                      <p:to>
                                        <p:strVal val="visible"/>
                                      </p:to>
                                    </p:set>
                                    <p:animEffect transition="in" filter="wipe(up)">
                                      <p:cBhvr>
                                        <p:cTn id="141" dur="1000"/>
                                        <p:tgtEl>
                                          <p:spTgt spid="163"/>
                                        </p:tgtEl>
                                      </p:cBhvr>
                                    </p:animEffect>
                                  </p:childTnLst>
                                </p:cTn>
                              </p:par>
                              <p:par>
                                <p:cTn id="142" presetID="22" presetClass="entr" presetSubtype="1" fill="hold" nodeType="withEffect">
                                  <p:stCondLst>
                                    <p:cond delay="0"/>
                                  </p:stCondLst>
                                  <p:childTnLst>
                                    <p:set>
                                      <p:cBhvr>
                                        <p:cTn id="143" dur="1" fill="hold">
                                          <p:stCondLst>
                                            <p:cond delay="0"/>
                                          </p:stCondLst>
                                        </p:cTn>
                                        <p:tgtEl>
                                          <p:spTgt spid="158"/>
                                        </p:tgtEl>
                                        <p:attrNameLst>
                                          <p:attrName>style.visibility</p:attrName>
                                        </p:attrNameLst>
                                      </p:cBhvr>
                                      <p:to>
                                        <p:strVal val="visible"/>
                                      </p:to>
                                    </p:set>
                                    <p:animEffect transition="in" filter="wipe(up)">
                                      <p:cBhvr>
                                        <p:cTn id="144" dur="1000"/>
                                        <p:tgtEl>
                                          <p:spTgt spid="158"/>
                                        </p:tgtEl>
                                      </p:cBhvr>
                                    </p:animEffect>
                                  </p:childTnLst>
                                </p:cTn>
                              </p:par>
                              <p:par>
                                <p:cTn id="145" presetID="22" presetClass="entr" presetSubtype="4" fill="hold" nodeType="withEffect">
                                  <p:stCondLst>
                                    <p:cond delay="0"/>
                                  </p:stCondLst>
                                  <p:childTnLst>
                                    <p:set>
                                      <p:cBhvr>
                                        <p:cTn id="146" dur="1" fill="hold">
                                          <p:stCondLst>
                                            <p:cond delay="0"/>
                                          </p:stCondLst>
                                        </p:cTn>
                                        <p:tgtEl>
                                          <p:spTgt spid="159"/>
                                        </p:tgtEl>
                                        <p:attrNameLst>
                                          <p:attrName>style.visibility</p:attrName>
                                        </p:attrNameLst>
                                      </p:cBhvr>
                                      <p:to>
                                        <p:strVal val="visible"/>
                                      </p:to>
                                    </p:set>
                                    <p:animEffect transition="in" filter="wipe(down)">
                                      <p:cBhvr>
                                        <p:cTn id="147" dur="1000"/>
                                        <p:tgtEl>
                                          <p:spTgt spid="159"/>
                                        </p:tgtEl>
                                      </p:cBhvr>
                                    </p:animEffect>
                                  </p:childTnLst>
                                </p:cTn>
                              </p:par>
                              <p:par>
                                <p:cTn id="148" presetID="1" presetClass="exit" presetSubtype="0" fill="hold" nodeType="withEffect">
                                  <p:stCondLst>
                                    <p:cond delay="0"/>
                                  </p:stCondLst>
                                  <p:childTnLst>
                                    <p:set>
                                      <p:cBhvr>
                                        <p:cTn id="149" dur="1" fill="hold">
                                          <p:stCondLst>
                                            <p:cond delay="0"/>
                                          </p:stCondLst>
                                        </p:cTn>
                                        <p:tgtEl>
                                          <p:spTgt spid="231"/>
                                        </p:tgtEl>
                                        <p:attrNameLst>
                                          <p:attrName>style.visibility</p:attrName>
                                        </p:attrNameLst>
                                      </p:cBhvr>
                                      <p:to>
                                        <p:strVal val="hidden"/>
                                      </p:to>
                                    </p:set>
                                  </p:childTnLst>
                                </p:cTn>
                              </p:par>
                              <p:par>
                                <p:cTn id="150" presetID="22" presetClass="entr" presetSubtype="1" fill="hold" nodeType="withEffect">
                                  <p:stCondLst>
                                    <p:cond delay="0"/>
                                  </p:stCondLst>
                                  <p:childTnLst>
                                    <p:set>
                                      <p:cBhvr>
                                        <p:cTn id="151" dur="1" fill="hold">
                                          <p:stCondLst>
                                            <p:cond delay="0"/>
                                          </p:stCondLst>
                                        </p:cTn>
                                        <p:tgtEl>
                                          <p:spTgt spid="162"/>
                                        </p:tgtEl>
                                        <p:attrNameLst>
                                          <p:attrName>style.visibility</p:attrName>
                                        </p:attrNameLst>
                                      </p:cBhvr>
                                      <p:to>
                                        <p:strVal val="visible"/>
                                      </p:to>
                                    </p:set>
                                    <p:animEffect transition="in" filter="wipe(up)">
                                      <p:cBhvr>
                                        <p:cTn id="152" dur="1000"/>
                                        <p:tgtEl>
                                          <p:spTgt spid="162"/>
                                        </p:tgtEl>
                                      </p:cBhvr>
                                    </p:animEffect>
                                  </p:childTnLst>
                                </p:cTn>
                              </p:par>
                              <p:par>
                                <p:cTn id="153" presetID="22" presetClass="entr" presetSubtype="8" fill="hold" nodeType="withEffect">
                                  <p:stCondLst>
                                    <p:cond delay="0"/>
                                  </p:stCondLst>
                                  <p:childTnLst>
                                    <p:set>
                                      <p:cBhvr>
                                        <p:cTn id="154" dur="1" fill="hold">
                                          <p:stCondLst>
                                            <p:cond delay="0"/>
                                          </p:stCondLst>
                                        </p:cTn>
                                        <p:tgtEl>
                                          <p:spTgt spid="247"/>
                                        </p:tgtEl>
                                        <p:attrNameLst>
                                          <p:attrName>style.visibility</p:attrName>
                                        </p:attrNameLst>
                                      </p:cBhvr>
                                      <p:to>
                                        <p:strVal val="visible"/>
                                      </p:to>
                                    </p:set>
                                    <p:animEffect transition="in" filter="wipe(left)">
                                      <p:cBhvr>
                                        <p:cTn id="155" dur="1000"/>
                                        <p:tgtEl>
                                          <p:spTgt spid="247"/>
                                        </p:tgtEl>
                                      </p:cBhvr>
                                    </p:animEffect>
                                  </p:childTnLst>
                                </p:cTn>
                              </p:par>
                              <p:par>
                                <p:cTn id="156" presetID="22" presetClass="entr" presetSubtype="8" fill="hold" nodeType="withEffect">
                                  <p:stCondLst>
                                    <p:cond delay="0"/>
                                  </p:stCondLst>
                                  <p:childTnLst>
                                    <p:set>
                                      <p:cBhvr>
                                        <p:cTn id="157" dur="1" fill="hold">
                                          <p:stCondLst>
                                            <p:cond delay="0"/>
                                          </p:stCondLst>
                                        </p:cTn>
                                        <p:tgtEl>
                                          <p:spTgt spid="253"/>
                                        </p:tgtEl>
                                        <p:attrNameLst>
                                          <p:attrName>style.visibility</p:attrName>
                                        </p:attrNameLst>
                                      </p:cBhvr>
                                      <p:to>
                                        <p:strVal val="visible"/>
                                      </p:to>
                                    </p:set>
                                    <p:animEffect transition="in" filter="wipe(left)">
                                      <p:cBhvr>
                                        <p:cTn id="158" dur="1000"/>
                                        <p:tgtEl>
                                          <p:spTgt spid="253"/>
                                        </p:tgtEl>
                                      </p:cBhvr>
                                    </p:animEffect>
                                  </p:childTnLst>
                                </p:cTn>
                              </p:par>
                              <p:par>
                                <p:cTn id="159" presetID="22" presetClass="entr" presetSubtype="8" fill="hold" nodeType="withEffect">
                                  <p:stCondLst>
                                    <p:cond delay="0"/>
                                  </p:stCondLst>
                                  <p:childTnLst>
                                    <p:set>
                                      <p:cBhvr>
                                        <p:cTn id="160" dur="1" fill="hold">
                                          <p:stCondLst>
                                            <p:cond delay="0"/>
                                          </p:stCondLst>
                                        </p:cTn>
                                        <p:tgtEl>
                                          <p:spTgt spid="255"/>
                                        </p:tgtEl>
                                        <p:attrNameLst>
                                          <p:attrName>style.visibility</p:attrName>
                                        </p:attrNameLst>
                                      </p:cBhvr>
                                      <p:to>
                                        <p:strVal val="visible"/>
                                      </p:to>
                                    </p:set>
                                    <p:animEffect transition="in" filter="wipe(left)">
                                      <p:cBhvr>
                                        <p:cTn id="161" dur="1000"/>
                                        <p:tgtEl>
                                          <p:spTgt spid="255"/>
                                        </p:tgtEl>
                                      </p:cBhvr>
                                    </p:animEffect>
                                  </p:childTnLst>
                                </p:cTn>
                              </p:par>
                              <p:par>
                                <p:cTn id="162" presetID="1" presetClass="exit" presetSubtype="0" fill="hold" nodeType="withEffect">
                                  <p:stCondLst>
                                    <p:cond delay="0"/>
                                  </p:stCondLst>
                                  <p:childTnLst>
                                    <p:set>
                                      <p:cBhvr>
                                        <p:cTn id="163" dur="1" fill="hold">
                                          <p:stCondLst>
                                            <p:cond delay="0"/>
                                          </p:stCondLst>
                                        </p:cTn>
                                        <p:tgtEl>
                                          <p:spTgt spid="179"/>
                                        </p:tgtEl>
                                        <p:attrNameLst>
                                          <p:attrName>style.visibility</p:attrName>
                                        </p:attrNameLst>
                                      </p:cBhvr>
                                      <p:to>
                                        <p:strVal val="hidden"/>
                                      </p:to>
                                    </p:set>
                                  </p:childTnLst>
                                </p:cTn>
                              </p:par>
                              <p:par>
                                <p:cTn id="164" presetID="22" presetClass="entr" presetSubtype="8" fill="hold" nodeType="withEffect">
                                  <p:stCondLst>
                                    <p:cond delay="0"/>
                                  </p:stCondLst>
                                  <p:childTnLst>
                                    <p:set>
                                      <p:cBhvr>
                                        <p:cTn id="165" dur="1" fill="hold">
                                          <p:stCondLst>
                                            <p:cond delay="0"/>
                                          </p:stCondLst>
                                        </p:cTn>
                                        <p:tgtEl>
                                          <p:spTgt spid="252"/>
                                        </p:tgtEl>
                                        <p:attrNameLst>
                                          <p:attrName>style.visibility</p:attrName>
                                        </p:attrNameLst>
                                      </p:cBhvr>
                                      <p:to>
                                        <p:strVal val="visible"/>
                                      </p:to>
                                    </p:set>
                                    <p:animEffect transition="in" filter="wipe(left)">
                                      <p:cBhvr>
                                        <p:cTn id="166" dur="1000"/>
                                        <p:tgtEl>
                                          <p:spTgt spid="252"/>
                                        </p:tgtEl>
                                      </p:cBhvr>
                                    </p:animEffect>
                                  </p:childTnLst>
                                </p:cTn>
                              </p:par>
                              <p:par>
                                <p:cTn id="167" presetID="22" presetClass="entr" presetSubtype="8" fill="hold" nodeType="withEffect">
                                  <p:stCondLst>
                                    <p:cond delay="0"/>
                                  </p:stCondLst>
                                  <p:childTnLst>
                                    <p:set>
                                      <p:cBhvr>
                                        <p:cTn id="168" dur="1" fill="hold">
                                          <p:stCondLst>
                                            <p:cond delay="0"/>
                                          </p:stCondLst>
                                        </p:cTn>
                                        <p:tgtEl>
                                          <p:spTgt spid="254"/>
                                        </p:tgtEl>
                                        <p:attrNameLst>
                                          <p:attrName>style.visibility</p:attrName>
                                        </p:attrNameLst>
                                      </p:cBhvr>
                                      <p:to>
                                        <p:strVal val="visible"/>
                                      </p:to>
                                    </p:set>
                                    <p:animEffect transition="in" filter="wipe(left)">
                                      <p:cBhvr>
                                        <p:cTn id="169" dur="1000"/>
                                        <p:tgtEl>
                                          <p:spTgt spid="254"/>
                                        </p:tgtEl>
                                      </p:cBhvr>
                                    </p:animEffect>
                                  </p:childTnLst>
                                </p:cTn>
                              </p:par>
                              <p:par>
                                <p:cTn id="170" presetID="1" presetClass="exit" presetSubtype="0" fill="hold" nodeType="withEffect">
                                  <p:stCondLst>
                                    <p:cond delay="0"/>
                                  </p:stCondLst>
                                  <p:childTnLst>
                                    <p:set>
                                      <p:cBhvr>
                                        <p:cTn id="171" dur="1" fill="hold">
                                          <p:stCondLst>
                                            <p:cond delay="0"/>
                                          </p:stCondLst>
                                        </p:cTn>
                                        <p:tgtEl>
                                          <p:spTgt spid="178"/>
                                        </p:tgtEl>
                                        <p:attrNameLst>
                                          <p:attrName>style.visibility</p:attrName>
                                        </p:attrNameLst>
                                      </p:cBhvr>
                                      <p:to>
                                        <p:strVal val="hidden"/>
                                      </p:to>
                                    </p:set>
                                  </p:childTnLst>
                                </p:cTn>
                              </p:par>
                              <p:par>
                                <p:cTn id="172" presetID="22" presetClass="entr" presetSubtype="1" fill="hold" nodeType="withEffect">
                                  <p:stCondLst>
                                    <p:cond delay="0"/>
                                  </p:stCondLst>
                                  <p:childTnLst>
                                    <p:set>
                                      <p:cBhvr>
                                        <p:cTn id="173" dur="1" fill="hold">
                                          <p:stCondLst>
                                            <p:cond delay="0"/>
                                          </p:stCondLst>
                                        </p:cTn>
                                        <p:tgtEl>
                                          <p:spTgt spid="251"/>
                                        </p:tgtEl>
                                        <p:attrNameLst>
                                          <p:attrName>style.visibility</p:attrName>
                                        </p:attrNameLst>
                                      </p:cBhvr>
                                      <p:to>
                                        <p:strVal val="visible"/>
                                      </p:to>
                                    </p:set>
                                    <p:animEffect transition="in" filter="wipe(up)">
                                      <p:cBhvr>
                                        <p:cTn id="174" dur="1000"/>
                                        <p:tgtEl>
                                          <p:spTgt spid="251"/>
                                        </p:tgtEl>
                                      </p:cBhvr>
                                    </p:animEffect>
                                  </p:childTnLst>
                                </p:cTn>
                              </p:par>
                              <p:par>
                                <p:cTn id="175" presetID="22" presetClass="entr" presetSubtype="1" fill="hold" nodeType="withEffect">
                                  <p:stCondLst>
                                    <p:cond delay="0"/>
                                  </p:stCondLst>
                                  <p:childTnLst>
                                    <p:set>
                                      <p:cBhvr>
                                        <p:cTn id="176" dur="1" fill="hold">
                                          <p:stCondLst>
                                            <p:cond delay="0"/>
                                          </p:stCondLst>
                                        </p:cTn>
                                        <p:tgtEl>
                                          <p:spTgt spid="250"/>
                                        </p:tgtEl>
                                        <p:attrNameLst>
                                          <p:attrName>style.visibility</p:attrName>
                                        </p:attrNameLst>
                                      </p:cBhvr>
                                      <p:to>
                                        <p:strVal val="visible"/>
                                      </p:to>
                                    </p:set>
                                    <p:animEffect transition="in" filter="wipe(up)">
                                      <p:cBhvr>
                                        <p:cTn id="177" dur="1000"/>
                                        <p:tgtEl>
                                          <p:spTgt spid="250"/>
                                        </p:tgtEl>
                                      </p:cBhvr>
                                    </p:animEffect>
                                  </p:childTnLst>
                                </p:cTn>
                              </p:par>
                              <p:par>
                                <p:cTn id="178" presetID="1" presetClass="exit" presetSubtype="0" fill="hold" nodeType="withEffect">
                                  <p:stCondLst>
                                    <p:cond delay="0"/>
                                  </p:stCondLst>
                                  <p:childTnLst>
                                    <p:set>
                                      <p:cBhvr>
                                        <p:cTn id="179" dur="1" fill="hold">
                                          <p:stCondLst>
                                            <p:cond delay="0"/>
                                          </p:stCondLst>
                                        </p:cTn>
                                        <p:tgtEl>
                                          <p:spTgt spid="203"/>
                                        </p:tgtEl>
                                        <p:attrNameLst>
                                          <p:attrName>style.visibility</p:attrName>
                                        </p:attrNameLst>
                                      </p:cBhvr>
                                      <p:to>
                                        <p:strVal val="hidden"/>
                                      </p:to>
                                    </p:set>
                                  </p:childTnLst>
                                </p:cTn>
                              </p:par>
                              <p:par>
                                <p:cTn id="180" presetID="1" presetClass="exit" presetSubtype="0" fill="hold" nodeType="withEffect">
                                  <p:stCondLst>
                                    <p:cond delay="0"/>
                                  </p:stCondLst>
                                  <p:childTnLst>
                                    <p:set>
                                      <p:cBhvr>
                                        <p:cTn id="181" dur="1" fill="hold">
                                          <p:stCondLst>
                                            <p:cond delay="0"/>
                                          </p:stCondLst>
                                        </p:cTn>
                                        <p:tgtEl>
                                          <p:spTgt spid="195"/>
                                        </p:tgtEl>
                                        <p:attrNameLst>
                                          <p:attrName>style.visibility</p:attrName>
                                        </p:attrNameLst>
                                      </p:cBhvr>
                                      <p:to>
                                        <p:strVal val="hidden"/>
                                      </p:to>
                                    </p:set>
                                  </p:childTnLst>
                                </p:cTn>
                              </p:par>
                              <p:par>
                                <p:cTn id="182" presetID="22" presetClass="entr" presetSubtype="1" fill="hold" nodeType="withEffect">
                                  <p:stCondLst>
                                    <p:cond delay="0"/>
                                  </p:stCondLst>
                                  <p:childTnLst>
                                    <p:set>
                                      <p:cBhvr>
                                        <p:cTn id="183" dur="1" fill="hold">
                                          <p:stCondLst>
                                            <p:cond delay="0"/>
                                          </p:stCondLst>
                                        </p:cTn>
                                        <p:tgtEl>
                                          <p:spTgt spid="160"/>
                                        </p:tgtEl>
                                        <p:attrNameLst>
                                          <p:attrName>style.visibility</p:attrName>
                                        </p:attrNameLst>
                                      </p:cBhvr>
                                      <p:to>
                                        <p:strVal val="visible"/>
                                      </p:to>
                                    </p:set>
                                    <p:animEffect transition="in" filter="wipe(up)">
                                      <p:cBhvr>
                                        <p:cTn id="184" dur="1000"/>
                                        <p:tgtEl>
                                          <p:spTgt spid="160"/>
                                        </p:tgtEl>
                                      </p:cBhvr>
                                    </p:animEffect>
                                  </p:childTnLst>
                                </p:cTn>
                              </p:par>
                              <p:par>
                                <p:cTn id="185" presetID="1" presetClass="exit" presetSubtype="0" fill="hold" nodeType="withEffect">
                                  <p:stCondLst>
                                    <p:cond delay="0"/>
                                  </p:stCondLst>
                                  <p:childTnLst>
                                    <p:set>
                                      <p:cBhvr>
                                        <p:cTn id="186" dur="1" fill="hold">
                                          <p:stCondLst>
                                            <p:cond delay="0"/>
                                          </p:stCondLst>
                                        </p:cTn>
                                        <p:tgtEl>
                                          <p:spTgt spid="197"/>
                                        </p:tgtEl>
                                        <p:attrNameLst>
                                          <p:attrName>style.visibility</p:attrName>
                                        </p:attrNameLst>
                                      </p:cBhvr>
                                      <p:to>
                                        <p:strVal val="hidden"/>
                                      </p:to>
                                    </p:set>
                                  </p:childTnLst>
                                </p:cTn>
                              </p:par>
                              <p:par>
                                <p:cTn id="187" presetID="22" presetClass="entr" presetSubtype="1" fill="hold" nodeType="withEffect">
                                  <p:stCondLst>
                                    <p:cond delay="0"/>
                                  </p:stCondLst>
                                  <p:childTnLst>
                                    <p:set>
                                      <p:cBhvr>
                                        <p:cTn id="188" dur="1" fill="hold">
                                          <p:stCondLst>
                                            <p:cond delay="0"/>
                                          </p:stCondLst>
                                        </p:cTn>
                                        <p:tgtEl>
                                          <p:spTgt spid="161"/>
                                        </p:tgtEl>
                                        <p:attrNameLst>
                                          <p:attrName>style.visibility</p:attrName>
                                        </p:attrNameLst>
                                      </p:cBhvr>
                                      <p:to>
                                        <p:strVal val="visible"/>
                                      </p:to>
                                    </p:set>
                                    <p:animEffect transition="in" filter="wipe(up)">
                                      <p:cBhvr>
                                        <p:cTn id="189" dur="1000"/>
                                        <p:tgtEl>
                                          <p:spTgt spid="161"/>
                                        </p:tgtEl>
                                      </p:cBhvr>
                                    </p:animEffect>
                                  </p:childTnLst>
                                </p:cTn>
                              </p:par>
                              <p:par>
                                <p:cTn id="190" presetID="1" presetClass="exit" presetSubtype="0" fill="hold" nodeType="withEffect">
                                  <p:stCondLst>
                                    <p:cond delay="0"/>
                                  </p:stCondLst>
                                  <p:childTnLst>
                                    <p:set>
                                      <p:cBhvr>
                                        <p:cTn id="191" dur="1" fill="hold">
                                          <p:stCondLst>
                                            <p:cond delay="0"/>
                                          </p:stCondLst>
                                        </p:cTn>
                                        <p:tgtEl>
                                          <p:spTgt spid="185"/>
                                        </p:tgtEl>
                                        <p:attrNameLst>
                                          <p:attrName>style.visibility</p:attrName>
                                        </p:attrNameLst>
                                      </p:cBhvr>
                                      <p:to>
                                        <p:strVal val="hidden"/>
                                      </p:to>
                                    </p:set>
                                  </p:childTnLst>
                                </p:cTn>
                              </p:par>
                              <p:par>
                                <p:cTn id="192" presetID="1" presetClass="exit" presetSubtype="0" fill="hold" nodeType="withEffect">
                                  <p:stCondLst>
                                    <p:cond delay="0"/>
                                  </p:stCondLst>
                                  <p:childTnLst>
                                    <p:set>
                                      <p:cBhvr>
                                        <p:cTn id="193" dur="1" fill="hold">
                                          <p:stCondLst>
                                            <p:cond delay="0"/>
                                          </p:stCondLst>
                                        </p:cTn>
                                        <p:tgtEl>
                                          <p:spTgt spid="2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50" grpId="0"/>
      <p:bldP spid="164" grpId="0"/>
      <p:bldP spid="222" grpId="0"/>
      <p:bldP spid="223" grpId="0"/>
      <p:bldP spid="224" grpId="0"/>
      <p:bldP spid="225" grpId="0"/>
      <p:bldP spid="226" grpId="0"/>
      <p:bldP spid="227" grpId="0"/>
      <p:bldP spid="228" grpId="0"/>
      <p:bldP spid="229" grpId="0"/>
      <p:bldP spid="230" grpId="0"/>
      <p:bldP spid="2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nvSpPr>
        <p:spPr bwMode="auto">
          <a:xfrm>
            <a:off x="1110456" y="836712"/>
            <a:ext cx="6923088" cy="723900"/>
          </a:xfrm>
          <a:prstGeom prst="rect">
            <a:avLst/>
          </a:prstGeom>
          <a:solidFill>
            <a:schemeClr val="bg1"/>
          </a:solidFill>
          <a:ln w="9525">
            <a:noFill/>
            <a:miter lim="800000"/>
          </a:ln>
        </p:spPr>
        <p:txBody>
          <a:bodyPr vert="horz" wrap="square" lIns="91440" tIns="45720" rIns="91440" bIns="45720" numCol="1" anchor="ctr" anchorCtr="0" compatLnSpc="1"/>
          <a:lstStyle/>
          <a:p>
            <a:pPr marR="0" algn="ctr" defTabSz="914400" eaLnBrk="1" hangingPunct="1">
              <a:lnSpc>
                <a:spcPct val="150000"/>
              </a:lnSpc>
              <a:buClrTx/>
              <a:buSzTx/>
              <a:buFontTx/>
              <a:buNone/>
              <a:defRPr/>
            </a:pPr>
            <a:r>
              <a:rPr kumimoji="0" lang="zh-CN" altLang="en-US" sz="4400" b="1" kern="1200" cap="none" spc="-300" normalizeH="0" baseline="0" noProof="0" dirty="0">
                <a:solidFill>
                  <a:srgbClr val="C00000"/>
                </a:solidFill>
                <a:latin typeface="微软雅黑" panose="020B0503020204020204" charset="-122"/>
                <a:ea typeface="微软雅黑" panose="020B0503020204020204" charset="-122"/>
                <a:cs typeface="+mj-cs"/>
              </a:rPr>
              <a:t>要点小结</a:t>
            </a:r>
          </a:p>
        </p:txBody>
      </p:sp>
      <p:sp>
        <p:nvSpPr>
          <p:cNvPr id="12" name="Title 6"/>
          <p:cNvSpPr txBox="1"/>
          <p:nvPr/>
        </p:nvSpPr>
        <p:spPr bwMode="auto">
          <a:xfrm>
            <a:off x="683568" y="2168860"/>
            <a:ext cx="8369935" cy="1991360"/>
          </a:xfrm>
          <a:prstGeom prst="rect">
            <a:avLst/>
          </a:prstGeom>
          <a:solidFill>
            <a:schemeClr val="bg1"/>
          </a:solidFill>
          <a:ln w="9525">
            <a:noFill/>
            <a:miter lim="800000"/>
          </a:ln>
        </p:spPr>
        <p:txBody>
          <a:bodyPr vert="horz" wrap="square" lIns="91440" tIns="45720" rIns="91440" bIns="45720" numCol="1" anchor="ctr" anchorCtr="0" compatLnSpc="1"/>
          <a:lstStyle/>
          <a:p>
            <a:pPr marR="0" defTabSz="914400">
              <a:lnSpc>
                <a:spcPct val="120000"/>
              </a:lnSpc>
              <a:spcBef>
                <a:spcPct val="25000"/>
              </a:spcBef>
              <a:buClrTx/>
              <a:buSzTx/>
              <a:defRPr/>
            </a:pP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kumimoji="0" lang="zh-CN" altLang="en-US" sz="3200" b="1" kern="1200" cap="none" spc="0" normalizeH="0" baseline="0" noProof="0" dirty="0">
                <a:latin typeface="微软雅黑" panose="020B0503020204020204" charset="-122"/>
                <a:ea typeface="微软雅黑" panose="020B0503020204020204" charset="-122"/>
                <a:cs typeface="+mj-cs"/>
              </a:rPr>
              <a:t>平平相贯时，相贯线的特点及形状分析</a:t>
            </a: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lang="zh-CN" altLang="en-US" sz="3200" b="1" dirty="0">
                <a:latin typeface="微软雅黑" panose="020B0503020204020204" charset="-122"/>
                <a:ea typeface="微软雅黑" panose="020B0503020204020204" charset="-122"/>
                <a:cs typeface="+mj-cs"/>
              </a:rPr>
              <a:t>相贯的分类</a:t>
            </a: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kumimoji="0" lang="zh-CN" altLang="en-US" sz="3200" b="1" kern="1200" cap="none" spc="0" normalizeH="0" baseline="0" noProof="0" dirty="0">
                <a:latin typeface="微软雅黑" panose="020B0503020204020204" charset="-122"/>
                <a:ea typeface="微软雅黑" panose="020B0503020204020204" charset="-122"/>
                <a:cs typeface="+mj-cs"/>
              </a:rPr>
              <a:t>相贯线作法</a:t>
            </a:r>
            <a:endParaRPr kumimoji="0" lang="en-US" altLang="zh-CN" sz="3200" b="1" kern="1200" cap="none" spc="0" normalizeH="0" baseline="0" noProof="0" dirty="0">
              <a:latin typeface="微软雅黑" panose="020B0503020204020204" charset="-122"/>
              <a:ea typeface="微软雅黑" panose="020B0503020204020204" charset="-122"/>
              <a:cs typeface="+mj-cs"/>
            </a:endParaRPr>
          </a:p>
          <a:p>
            <a:pPr marL="514350" marR="0" indent="-514350" defTabSz="914400">
              <a:lnSpc>
                <a:spcPct val="120000"/>
              </a:lnSpc>
              <a:spcBef>
                <a:spcPct val="25000"/>
              </a:spcBef>
              <a:buClrTx/>
              <a:buSzTx/>
              <a:buFont typeface="Arial" panose="020B0604020202020204" pitchFamily="34" charset="0"/>
              <a:buChar char="•"/>
              <a:defRPr/>
            </a:pPr>
            <a:r>
              <a:rPr lang="zh-CN" altLang="en-US" sz="3200" b="1" dirty="0">
                <a:latin typeface="微软雅黑" panose="020B0503020204020204" charset="-122"/>
                <a:ea typeface="微软雅黑" panose="020B0503020204020204" charset="-122"/>
                <a:cs typeface="+mj-cs"/>
              </a:rPr>
              <a:t>可见性判断</a:t>
            </a:r>
            <a:endParaRPr kumimoji="0" lang="zh-CN" altLang="en-US" sz="3200" b="1" kern="1200" cap="none" spc="0" normalizeH="0" baseline="0" noProof="0" dirty="0">
              <a:latin typeface="微软雅黑" panose="020B0503020204020204" charset="-122"/>
              <a:ea typeface="微软雅黑" panose="020B0503020204020204" charset="-122"/>
              <a:cs typeface="+mj-cs"/>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blinds(horizontal)">
                                      <p:cBhvr>
                                        <p:cTn id="7" dur="5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blinds(horizontal)">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blinds(horizontal)">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blinds(horizontal)">
                                      <p:cBhvr>
                                        <p:cTn id="27"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animBg="1"/>
      <p:bldP spid="12"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JmODlmNzRmZmM0YzE5OTAwYmIxZmJjZWFhMTdhMjIifQ=="/>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0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7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8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3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5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127</TotalTime>
  <Words>2064</Words>
  <Application>Microsoft Office PowerPoint</Application>
  <PresentationFormat>On-screen Show (4:3)</PresentationFormat>
  <Paragraphs>434</Paragraphs>
  <Slides>29</Slides>
  <Notes>22</Notes>
  <HiddenSlides>0</HiddenSlides>
  <MMClips>0</MMClips>
  <ScaleCrop>false</ScaleCrop>
  <HeadingPairs>
    <vt:vector size="6" baseType="variant">
      <vt:variant>
        <vt:lpstr>Fonts Used</vt:lpstr>
      </vt:variant>
      <vt:variant>
        <vt:i4>17</vt:i4>
      </vt:variant>
      <vt:variant>
        <vt:lpstr>Theme</vt:lpstr>
      </vt:variant>
      <vt:variant>
        <vt:i4>10</vt:i4>
      </vt:variant>
      <vt:variant>
        <vt:lpstr>Slide Titles</vt:lpstr>
      </vt:variant>
      <vt:variant>
        <vt:i4>29</vt:i4>
      </vt:variant>
    </vt:vector>
  </HeadingPairs>
  <TitlesOfParts>
    <vt:vector size="56" baseType="lpstr">
      <vt:lpstr>等线</vt:lpstr>
      <vt:lpstr>仿宋_GB2312</vt:lpstr>
      <vt:lpstr>楷体_GB2312</vt:lpstr>
      <vt:lpstr>微软雅黑</vt:lpstr>
      <vt:lpstr>黑体</vt:lpstr>
      <vt:lpstr>宋体</vt:lpstr>
      <vt:lpstr>华文楷体</vt:lpstr>
      <vt:lpstr>华文隶书</vt:lpstr>
      <vt:lpstr>Arial</vt:lpstr>
      <vt:lpstr>Modern</vt:lpstr>
      <vt:lpstr>Symbol</vt:lpstr>
      <vt:lpstr>Tahoma</vt:lpstr>
      <vt:lpstr>Technic</vt:lpstr>
      <vt:lpstr>Times New Roman</vt:lpstr>
      <vt:lpstr>Txt</vt:lpstr>
      <vt:lpstr>Verdana</vt:lpstr>
      <vt:lpstr>Wingdings</vt:lpstr>
      <vt:lpstr>Blends</vt:lpstr>
      <vt:lpstr>1_Blends</vt:lpstr>
      <vt:lpstr>2_Blends</vt:lpstr>
      <vt:lpstr>10_Blends</vt:lpstr>
      <vt:lpstr>11_Blends</vt:lpstr>
      <vt:lpstr>17_Blends</vt:lpstr>
      <vt:lpstr>8_Blends</vt:lpstr>
      <vt:lpstr>7_Blends</vt:lpstr>
      <vt:lpstr>13_Blends</vt:lpstr>
      <vt:lpstr>15_Blends</vt:lpstr>
      <vt:lpstr>平面体与平面体相贯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平面体相贯(例1:两三棱柱相贯)</vt:lpstr>
      <vt:lpstr>例2:  三棱柱与四棱柱相贯</vt:lpstr>
      <vt:lpstr>例4：三棱柱与四棱台相贯</vt:lpstr>
      <vt:lpstr>例5：六棱柱与四棱柱相贯</vt:lpstr>
      <vt:lpstr>例6：两三棱柱的相贯</vt:lpstr>
      <vt:lpstr>例7：四棱柱与四棱锥相贯</vt:lpstr>
      <vt:lpstr>例8：三棱柱与三棱锥相贯</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Visual Basic程序开发环境</dc:title>
  <dc:creator>ya6</dc:creator>
  <cp:lastModifiedBy>xuan</cp:lastModifiedBy>
  <cp:revision>293</cp:revision>
  <dcterms:created xsi:type="dcterms:W3CDTF">2003-03-08T08:18:00Z</dcterms:created>
  <dcterms:modified xsi:type="dcterms:W3CDTF">2022-10-27T04:50:36Z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829C859779864607B986A34BC89F492E</vt:lpwstr>
  </property>
</Properties>
</file>