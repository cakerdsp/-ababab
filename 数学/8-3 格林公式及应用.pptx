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2"/>
  </p:notesMasterIdLst>
  <p:sldIdLst>
    <p:sldId id="393" r:id="rId3"/>
    <p:sldId id="321" r:id="rId4"/>
    <p:sldId id="406" r:id="rId5"/>
    <p:sldId id="407" r:id="rId6"/>
    <p:sldId id="408" r:id="rId7"/>
    <p:sldId id="409" r:id="rId8"/>
    <p:sldId id="343" r:id="rId9"/>
    <p:sldId id="410" r:id="rId10"/>
    <p:sldId id="345" r:id="rId11"/>
    <p:sldId id="333" r:id="rId12"/>
    <p:sldId id="334" r:id="rId13"/>
    <p:sldId id="411" r:id="rId14"/>
    <p:sldId id="412" r:id="rId15"/>
    <p:sldId id="413" r:id="rId16"/>
    <p:sldId id="454" r:id="rId17"/>
    <p:sldId id="455" r:id="rId18"/>
    <p:sldId id="480" r:id="rId19"/>
    <p:sldId id="481" r:id="rId20"/>
    <p:sldId id="482" r:id="rId21"/>
    <p:sldId id="483" r:id="rId22"/>
    <p:sldId id="484" r:id="rId23"/>
    <p:sldId id="485" r:id="rId24"/>
    <p:sldId id="486" r:id="rId25"/>
    <p:sldId id="487" r:id="rId26"/>
    <p:sldId id="488" r:id="rId27"/>
    <p:sldId id="489" r:id="rId28"/>
    <p:sldId id="490" r:id="rId29"/>
    <p:sldId id="491" r:id="rId30"/>
    <p:sldId id="492" r:id="rId31"/>
    <p:sldId id="493" r:id="rId32"/>
    <p:sldId id="494" r:id="rId33"/>
    <p:sldId id="495" r:id="rId34"/>
    <p:sldId id="496" r:id="rId35"/>
    <p:sldId id="497" r:id="rId36"/>
    <p:sldId id="498" r:id="rId37"/>
    <p:sldId id="499" r:id="rId38"/>
    <p:sldId id="500" r:id="rId39"/>
    <p:sldId id="501" r:id="rId40"/>
    <p:sldId id="502" r:id="rId41"/>
  </p:sldIdLst>
  <p:sldSz cx="12192000" cy="6858000"/>
  <p:notesSz cx="6858000" cy="9144000"/>
  <p:custDataLst>
    <p:tags r:id="rId4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 userDrawn="1">
          <p15:clr>
            <a:srgbClr val="A4A3A4"/>
          </p15:clr>
        </p15:guide>
        <p15:guide id="2" pos="1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2E2"/>
    <a:srgbClr val="FFF8C1"/>
    <a:srgbClr val="CC3300"/>
    <a:srgbClr val="FBC5CE"/>
    <a:srgbClr val="E1E0DF"/>
    <a:srgbClr val="CC3399"/>
    <a:srgbClr val="666699"/>
    <a:srgbClr val="FCF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 showGuides="1">
      <p:cViewPr varScale="1">
        <p:scale>
          <a:sx n="71" d="100"/>
          <a:sy n="71" d="100"/>
        </p:scale>
        <p:origin x="464" y="26"/>
      </p:cViewPr>
      <p:guideLst>
        <p:guide orient="horz" pos="1872"/>
        <p:guide pos="1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en-US" altLang="x-none" sz="1200" strike="noStrike" noProof="1"/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en-US" altLang="x-none" sz="1200" strike="noStrike" noProof="1"/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en-US" altLang="x-none" sz="1200" strike="noStrike" noProof="1"/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altLang="zh-CN" dirty="0"/>
              <a:t>27</a:t>
            </a:fld>
            <a:endParaRPr lang="en-US" altLang="zh-CN" dirty="0"/>
          </a:p>
        </p:txBody>
      </p:sp>
      <p:sp>
        <p:nvSpPr>
          <p:cNvPr id="317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lstStyle/>
          <a:p>
            <a:pPr lvl="0" eaLnBrk="1" hangingPunct="1"/>
            <a:r>
              <a:rPr lang="zh-CN" altLang="en-US" dirty="0"/>
              <a:t>运行时</a:t>
            </a:r>
            <a:r>
              <a:rPr lang="en-US" altLang="zh-CN" dirty="0"/>
              <a:t>, </a:t>
            </a:r>
            <a:r>
              <a:rPr lang="zh-CN" altLang="en-US" dirty="0"/>
              <a:t>点击按钮“定理</a:t>
            </a:r>
            <a:r>
              <a:rPr lang="en-US" altLang="zh-CN" dirty="0"/>
              <a:t>2”, </a:t>
            </a:r>
            <a:r>
              <a:rPr lang="zh-CN" altLang="en-US" dirty="0"/>
              <a:t>可看定理</a:t>
            </a:r>
            <a:r>
              <a:rPr lang="en-US" altLang="zh-CN" dirty="0"/>
              <a:t>2</a:t>
            </a:r>
            <a:r>
              <a:rPr lang="zh-CN" altLang="en-US" dirty="0"/>
              <a:t>内容</a:t>
            </a:r>
            <a:r>
              <a:rPr lang="en-US" altLang="zh-CN" dirty="0"/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77968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9632" y="1981200"/>
            <a:ext cx="5077968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622209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77968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9632" y="1981200"/>
            <a:ext cx="5077968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622209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eaLnBrk="1" fontAlgn="base" hangingPunct="1"/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imes New Roman" panose="02020603050405020304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14.bin"/><Relationship Id="rId39" Type="http://schemas.openxmlformats.org/officeDocument/2006/relationships/image" Target="../media/image24.wmf"/><Relationship Id="rId21" Type="http://schemas.openxmlformats.org/officeDocument/2006/relationships/image" Target="../media/image15.wmf"/><Relationship Id="rId34" Type="http://schemas.openxmlformats.org/officeDocument/2006/relationships/oleObject" Target="../embeddings/oleObject18.bin"/><Relationship Id="rId42" Type="http://schemas.openxmlformats.org/officeDocument/2006/relationships/oleObject" Target="../embeddings/oleObject22.bin"/><Relationship Id="rId47" Type="http://schemas.openxmlformats.org/officeDocument/2006/relationships/image" Target="../media/image28.wmf"/><Relationship Id="rId50" Type="http://schemas.openxmlformats.org/officeDocument/2006/relationships/oleObject" Target="../embeddings/oleObject26.bin"/><Relationship Id="rId55" Type="http://schemas.openxmlformats.org/officeDocument/2006/relationships/image" Target="../media/image32.wmf"/><Relationship Id="rId63" Type="http://schemas.openxmlformats.org/officeDocument/2006/relationships/image" Target="../media/image36.wmf"/><Relationship Id="rId68" Type="http://schemas.openxmlformats.org/officeDocument/2006/relationships/oleObject" Target="../embeddings/oleObject35.bin"/><Relationship Id="rId76" Type="http://schemas.openxmlformats.org/officeDocument/2006/relationships/oleObject" Target="../embeddings/oleObject39.bin"/><Relationship Id="rId84" Type="http://schemas.openxmlformats.org/officeDocument/2006/relationships/oleObject" Target="../embeddings/oleObject43.bin"/><Relationship Id="rId89" Type="http://schemas.openxmlformats.org/officeDocument/2006/relationships/image" Target="../media/image49.wmf"/><Relationship Id="rId7" Type="http://schemas.openxmlformats.org/officeDocument/2006/relationships/image" Target="../media/image8.wmf"/><Relationship Id="rId71" Type="http://schemas.openxmlformats.org/officeDocument/2006/relationships/image" Target="../media/image40.wmf"/><Relationship Id="rId92" Type="http://schemas.openxmlformats.org/officeDocument/2006/relationships/oleObject" Target="../embeddings/oleObject47.bin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29" Type="http://schemas.openxmlformats.org/officeDocument/2006/relationships/image" Target="../media/image19.emf"/><Relationship Id="rId11" Type="http://schemas.openxmlformats.org/officeDocument/2006/relationships/image" Target="../media/image10.wmf"/><Relationship Id="rId24" Type="http://schemas.openxmlformats.org/officeDocument/2006/relationships/oleObject" Target="../embeddings/oleObject13.bin"/><Relationship Id="rId32" Type="http://schemas.openxmlformats.org/officeDocument/2006/relationships/oleObject" Target="../embeddings/oleObject17.bin"/><Relationship Id="rId37" Type="http://schemas.openxmlformats.org/officeDocument/2006/relationships/image" Target="../media/image23.wmf"/><Relationship Id="rId40" Type="http://schemas.openxmlformats.org/officeDocument/2006/relationships/oleObject" Target="../embeddings/oleObject21.bin"/><Relationship Id="rId45" Type="http://schemas.openxmlformats.org/officeDocument/2006/relationships/image" Target="../media/image27.wmf"/><Relationship Id="rId53" Type="http://schemas.openxmlformats.org/officeDocument/2006/relationships/image" Target="../media/image31.wmf"/><Relationship Id="rId58" Type="http://schemas.openxmlformats.org/officeDocument/2006/relationships/oleObject" Target="../embeddings/oleObject30.bin"/><Relationship Id="rId66" Type="http://schemas.openxmlformats.org/officeDocument/2006/relationships/oleObject" Target="../embeddings/oleObject34.bin"/><Relationship Id="rId74" Type="http://schemas.openxmlformats.org/officeDocument/2006/relationships/oleObject" Target="../embeddings/oleObject38.bin"/><Relationship Id="rId79" Type="http://schemas.openxmlformats.org/officeDocument/2006/relationships/image" Target="../media/image44.wmf"/><Relationship Id="rId87" Type="http://schemas.openxmlformats.org/officeDocument/2006/relationships/image" Target="../media/image48.wmf"/><Relationship Id="rId5" Type="http://schemas.openxmlformats.org/officeDocument/2006/relationships/image" Target="../media/image7.wmf"/><Relationship Id="rId61" Type="http://schemas.openxmlformats.org/officeDocument/2006/relationships/image" Target="../media/image35.wmf"/><Relationship Id="rId82" Type="http://schemas.openxmlformats.org/officeDocument/2006/relationships/oleObject" Target="../embeddings/oleObject42.bin"/><Relationship Id="rId90" Type="http://schemas.openxmlformats.org/officeDocument/2006/relationships/oleObject" Target="../embeddings/oleObject46.bin"/><Relationship Id="rId95" Type="http://schemas.openxmlformats.org/officeDocument/2006/relationships/image" Target="../media/image52.wmf"/><Relationship Id="rId19" Type="http://schemas.openxmlformats.org/officeDocument/2006/relationships/image" Target="../media/image14.wmf"/><Relationship Id="rId14" Type="http://schemas.openxmlformats.org/officeDocument/2006/relationships/oleObject" Target="../embeddings/oleObject8.bin"/><Relationship Id="rId22" Type="http://schemas.openxmlformats.org/officeDocument/2006/relationships/oleObject" Target="../embeddings/oleObject12.bin"/><Relationship Id="rId27" Type="http://schemas.openxmlformats.org/officeDocument/2006/relationships/image" Target="../media/image18.emf"/><Relationship Id="rId30" Type="http://schemas.openxmlformats.org/officeDocument/2006/relationships/oleObject" Target="../embeddings/oleObject16.bin"/><Relationship Id="rId35" Type="http://schemas.openxmlformats.org/officeDocument/2006/relationships/image" Target="../media/image22.emf"/><Relationship Id="rId43" Type="http://schemas.openxmlformats.org/officeDocument/2006/relationships/image" Target="../media/image26.wmf"/><Relationship Id="rId48" Type="http://schemas.openxmlformats.org/officeDocument/2006/relationships/oleObject" Target="../embeddings/oleObject25.bin"/><Relationship Id="rId56" Type="http://schemas.openxmlformats.org/officeDocument/2006/relationships/oleObject" Target="../embeddings/oleObject29.bin"/><Relationship Id="rId64" Type="http://schemas.openxmlformats.org/officeDocument/2006/relationships/oleObject" Target="../embeddings/oleObject33.bin"/><Relationship Id="rId69" Type="http://schemas.openxmlformats.org/officeDocument/2006/relationships/image" Target="../media/image39.wmf"/><Relationship Id="rId77" Type="http://schemas.openxmlformats.org/officeDocument/2006/relationships/image" Target="../media/image43.wmf"/><Relationship Id="rId8" Type="http://schemas.openxmlformats.org/officeDocument/2006/relationships/oleObject" Target="../embeddings/oleObject5.bin"/><Relationship Id="rId51" Type="http://schemas.openxmlformats.org/officeDocument/2006/relationships/image" Target="../media/image30.wmf"/><Relationship Id="rId72" Type="http://schemas.openxmlformats.org/officeDocument/2006/relationships/oleObject" Target="../embeddings/oleObject37.bin"/><Relationship Id="rId80" Type="http://schemas.openxmlformats.org/officeDocument/2006/relationships/oleObject" Target="../embeddings/oleObject41.bin"/><Relationship Id="rId85" Type="http://schemas.openxmlformats.org/officeDocument/2006/relationships/image" Target="../media/image47.wmf"/><Relationship Id="rId93" Type="http://schemas.openxmlformats.org/officeDocument/2006/relationships/image" Target="../media/image51.wmf"/><Relationship Id="rId3" Type="http://schemas.openxmlformats.org/officeDocument/2006/relationships/image" Target="../media/image6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3.wmf"/><Relationship Id="rId25" Type="http://schemas.openxmlformats.org/officeDocument/2006/relationships/image" Target="../media/image17.emf"/><Relationship Id="rId33" Type="http://schemas.openxmlformats.org/officeDocument/2006/relationships/image" Target="../media/image21.emf"/><Relationship Id="rId38" Type="http://schemas.openxmlformats.org/officeDocument/2006/relationships/oleObject" Target="../embeddings/oleObject20.bin"/><Relationship Id="rId46" Type="http://schemas.openxmlformats.org/officeDocument/2006/relationships/oleObject" Target="../embeddings/oleObject24.bin"/><Relationship Id="rId59" Type="http://schemas.openxmlformats.org/officeDocument/2006/relationships/image" Target="../media/image34.wmf"/><Relationship Id="rId67" Type="http://schemas.openxmlformats.org/officeDocument/2006/relationships/image" Target="../media/image38.wmf"/><Relationship Id="rId20" Type="http://schemas.openxmlformats.org/officeDocument/2006/relationships/oleObject" Target="../embeddings/oleObject11.bin"/><Relationship Id="rId41" Type="http://schemas.openxmlformats.org/officeDocument/2006/relationships/image" Target="../media/image25.wmf"/><Relationship Id="rId54" Type="http://schemas.openxmlformats.org/officeDocument/2006/relationships/oleObject" Target="../embeddings/oleObject28.bin"/><Relationship Id="rId62" Type="http://schemas.openxmlformats.org/officeDocument/2006/relationships/oleObject" Target="../embeddings/oleObject32.bin"/><Relationship Id="rId70" Type="http://schemas.openxmlformats.org/officeDocument/2006/relationships/oleObject" Target="../embeddings/oleObject36.bin"/><Relationship Id="rId75" Type="http://schemas.openxmlformats.org/officeDocument/2006/relationships/image" Target="../media/image42.wmf"/><Relationship Id="rId83" Type="http://schemas.openxmlformats.org/officeDocument/2006/relationships/image" Target="../media/image46.wmf"/><Relationship Id="rId88" Type="http://schemas.openxmlformats.org/officeDocument/2006/relationships/oleObject" Target="../embeddings/oleObject45.bin"/><Relationship Id="rId91" Type="http://schemas.openxmlformats.org/officeDocument/2006/relationships/image" Target="../media/image50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15" Type="http://schemas.openxmlformats.org/officeDocument/2006/relationships/image" Target="../media/image12.wmf"/><Relationship Id="rId23" Type="http://schemas.openxmlformats.org/officeDocument/2006/relationships/image" Target="../media/image16.emf"/><Relationship Id="rId28" Type="http://schemas.openxmlformats.org/officeDocument/2006/relationships/oleObject" Target="../embeddings/oleObject15.bin"/><Relationship Id="rId36" Type="http://schemas.openxmlformats.org/officeDocument/2006/relationships/oleObject" Target="../embeddings/oleObject19.bin"/><Relationship Id="rId49" Type="http://schemas.openxmlformats.org/officeDocument/2006/relationships/image" Target="../media/image29.wmf"/><Relationship Id="rId57" Type="http://schemas.openxmlformats.org/officeDocument/2006/relationships/image" Target="../media/image33.wmf"/><Relationship Id="rId10" Type="http://schemas.openxmlformats.org/officeDocument/2006/relationships/oleObject" Target="../embeddings/oleObject6.bin"/><Relationship Id="rId31" Type="http://schemas.openxmlformats.org/officeDocument/2006/relationships/image" Target="../media/image20.emf"/><Relationship Id="rId44" Type="http://schemas.openxmlformats.org/officeDocument/2006/relationships/oleObject" Target="../embeddings/oleObject23.bin"/><Relationship Id="rId52" Type="http://schemas.openxmlformats.org/officeDocument/2006/relationships/oleObject" Target="../embeddings/oleObject27.bin"/><Relationship Id="rId60" Type="http://schemas.openxmlformats.org/officeDocument/2006/relationships/oleObject" Target="../embeddings/oleObject31.bin"/><Relationship Id="rId65" Type="http://schemas.openxmlformats.org/officeDocument/2006/relationships/image" Target="../media/image37.wmf"/><Relationship Id="rId73" Type="http://schemas.openxmlformats.org/officeDocument/2006/relationships/image" Target="../media/image41.wmf"/><Relationship Id="rId78" Type="http://schemas.openxmlformats.org/officeDocument/2006/relationships/oleObject" Target="../embeddings/oleObject40.bin"/><Relationship Id="rId81" Type="http://schemas.openxmlformats.org/officeDocument/2006/relationships/image" Target="../media/image45.wmf"/><Relationship Id="rId86" Type="http://schemas.openxmlformats.org/officeDocument/2006/relationships/oleObject" Target="../embeddings/oleObject44.bin"/><Relationship Id="rId94" Type="http://schemas.openxmlformats.org/officeDocument/2006/relationships/oleObject" Target="../embeddings/oleObject48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8.wmf"/><Relationship Id="rId18" Type="http://schemas.openxmlformats.org/officeDocument/2006/relationships/oleObject" Target="../embeddings/oleObject57.bin"/><Relationship Id="rId3" Type="http://schemas.openxmlformats.org/officeDocument/2006/relationships/image" Target="../media/image53.emf"/><Relationship Id="rId21" Type="http://schemas.openxmlformats.org/officeDocument/2006/relationships/image" Target="../media/image62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60.wmf"/><Relationship Id="rId25" Type="http://schemas.openxmlformats.org/officeDocument/2006/relationships/image" Target="../media/image64.wmf"/><Relationship Id="rId2" Type="http://schemas.openxmlformats.org/officeDocument/2006/relationships/oleObject" Target="../embeddings/oleObject49.bin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7.wmf"/><Relationship Id="rId24" Type="http://schemas.openxmlformats.org/officeDocument/2006/relationships/oleObject" Target="../embeddings/oleObject60.bin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23" Type="http://schemas.openxmlformats.org/officeDocument/2006/relationships/image" Target="../media/image63.wmf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61.e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5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70.wmf"/><Relationship Id="rId18" Type="http://schemas.openxmlformats.org/officeDocument/2006/relationships/oleObject" Target="../embeddings/oleObject69.bin"/><Relationship Id="rId3" Type="http://schemas.openxmlformats.org/officeDocument/2006/relationships/image" Target="../media/image65.wmf"/><Relationship Id="rId21" Type="http://schemas.openxmlformats.org/officeDocument/2006/relationships/image" Target="../media/image74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72.wmf"/><Relationship Id="rId2" Type="http://schemas.openxmlformats.org/officeDocument/2006/relationships/oleObject" Target="../embeddings/oleObject61.bin"/><Relationship Id="rId16" Type="http://schemas.openxmlformats.org/officeDocument/2006/relationships/oleObject" Target="../embeddings/oleObject68.bin"/><Relationship Id="rId20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23" Type="http://schemas.openxmlformats.org/officeDocument/2006/relationships/image" Target="../media/image75.wmf"/><Relationship Id="rId10" Type="http://schemas.openxmlformats.org/officeDocument/2006/relationships/oleObject" Target="../embeddings/oleObject65.bin"/><Relationship Id="rId19" Type="http://schemas.openxmlformats.org/officeDocument/2006/relationships/image" Target="../media/image73.w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67.bin"/><Relationship Id="rId22" Type="http://schemas.openxmlformats.org/officeDocument/2006/relationships/oleObject" Target="../embeddings/oleObject7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8.wmf"/><Relationship Id="rId3" Type="http://schemas.openxmlformats.org/officeDocument/2006/relationships/image" Target="../media/image57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77.bin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7.wmf"/><Relationship Id="rId5" Type="http://schemas.openxmlformats.org/officeDocument/2006/relationships/image" Target="../media/image56.wmf"/><Relationship Id="rId15" Type="http://schemas.openxmlformats.org/officeDocument/2006/relationships/image" Target="../media/image79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7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84.wmf"/><Relationship Id="rId3" Type="http://schemas.openxmlformats.org/officeDocument/2006/relationships/image" Target="../media/image67.wmf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84.bin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83.wmf"/><Relationship Id="rId5" Type="http://schemas.openxmlformats.org/officeDocument/2006/relationships/image" Target="../media/image80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82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e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9" Type="http://schemas.openxmlformats.org/officeDocument/2006/relationships/oleObject" Target="../embeddings/oleObject105.bin"/><Relationship Id="rId21" Type="http://schemas.openxmlformats.org/officeDocument/2006/relationships/image" Target="../media/image94.wmf"/><Relationship Id="rId34" Type="http://schemas.openxmlformats.org/officeDocument/2006/relationships/oleObject" Target="../embeddings/oleObject101.bin"/><Relationship Id="rId42" Type="http://schemas.openxmlformats.org/officeDocument/2006/relationships/image" Target="../media/image103.wmf"/><Relationship Id="rId47" Type="http://schemas.openxmlformats.org/officeDocument/2006/relationships/oleObject" Target="../embeddings/oleObject109.bin"/><Relationship Id="rId50" Type="http://schemas.openxmlformats.org/officeDocument/2006/relationships/image" Target="../media/image106.wmf"/><Relationship Id="rId55" Type="http://schemas.openxmlformats.org/officeDocument/2006/relationships/oleObject" Target="../embeddings/oleObject114.bin"/><Relationship Id="rId63" Type="http://schemas.openxmlformats.org/officeDocument/2006/relationships/oleObject" Target="../embeddings/oleObject118.bin"/><Relationship Id="rId68" Type="http://schemas.openxmlformats.org/officeDocument/2006/relationships/image" Target="../media/image115.wmf"/><Relationship Id="rId76" Type="http://schemas.openxmlformats.org/officeDocument/2006/relationships/oleObject" Target="../embeddings/oleObject126.bin"/><Relationship Id="rId84" Type="http://schemas.openxmlformats.org/officeDocument/2006/relationships/oleObject" Target="../embeddings/oleObject130.bin"/><Relationship Id="rId7" Type="http://schemas.openxmlformats.org/officeDocument/2006/relationships/image" Target="../media/image87.emf"/><Relationship Id="rId71" Type="http://schemas.openxmlformats.org/officeDocument/2006/relationships/oleObject" Target="../embeddings/oleObject123.bin"/><Relationship Id="rId2" Type="http://schemas.openxmlformats.org/officeDocument/2006/relationships/oleObject" Target="../embeddings/oleObject85.bin"/><Relationship Id="rId16" Type="http://schemas.openxmlformats.org/officeDocument/2006/relationships/oleObject" Target="../embeddings/oleObject92.bin"/><Relationship Id="rId29" Type="http://schemas.openxmlformats.org/officeDocument/2006/relationships/image" Target="../media/image98.wmf"/><Relationship Id="rId11" Type="http://schemas.openxmlformats.org/officeDocument/2006/relationships/image" Target="../media/image89.emf"/><Relationship Id="rId24" Type="http://schemas.openxmlformats.org/officeDocument/2006/relationships/oleObject" Target="../embeddings/oleObject96.bin"/><Relationship Id="rId32" Type="http://schemas.openxmlformats.org/officeDocument/2006/relationships/oleObject" Target="../embeddings/oleObject100.bin"/><Relationship Id="rId37" Type="http://schemas.openxmlformats.org/officeDocument/2006/relationships/oleObject" Target="../embeddings/oleObject104.bin"/><Relationship Id="rId40" Type="http://schemas.openxmlformats.org/officeDocument/2006/relationships/image" Target="../media/image102.wmf"/><Relationship Id="rId45" Type="http://schemas.openxmlformats.org/officeDocument/2006/relationships/oleObject" Target="../embeddings/oleObject108.bin"/><Relationship Id="rId53" Type="http://schemas.openxmlformats.org/officeDocument/2006/relationships/oleObject" Target="../embeddings/oleObject113.bin"/><Relationship Id="rId58" Type="http://schemas.openxmlformats.org/officeDocument/2006/relationships/image" Target="../media/image110.wmf"/><Relationship Id="rId66" Type="http://schemas.openxmlformats.org/officeDocument/2006/relationships/image" Target="../media/image114.wmf"/><Relationship Id="rId74" Type="http://schemas.openxmlformats.org/officeDocument/2006/relationships/image" Target="../media/image117.wmf"/><Relationship Id="rId79" Type="http://schemas.openxmlformats.org/officeDocument/2006/relationships/image" Target="../media/image119.wmf"/><Relationship Id="rId5" Type="http://schemas.openxmlformats.org/officeDocument/2006/relationships/image" Target="../media/image86.emf"/><Relationship Id="rId61" Type="http://schemas.openxmlformats.org/officeDocument/2006/relationships/oleObject" Target="../embeddings/oleObject117.bin"/><Relationship Id="rId82" Type="http://schemas.openxmlformats.org/officeDocument/2006/relationships/oleObject" Target="../embeddings/oleObject129.bin"/><Relationship Id="rId19" Type="http://schemas.openxmlformats.org/officeDocument/2006/relationships/image" Target="../media/image93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8.e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97.wmf"/><Relationship Id="rId30" Type="http://schemas.openxmlformats.org/officeDocument/2006/relationships/oleObject" Target="../embeddings/oleObject99.bin"/><Relationship Id="rId35" Type="http://schemas.openxmlformats.org/officeDocument/2006/relationships/oleObject" Target="../embeddings/oleObject102.bin"/><Relationship Id="rId43" Type="http://schemas.openxmlformats.org/officeDocument/2006/relationships/oleObject" Target="../embeddings/oleObject107.bin"/><Relationship Id="rId48" Type="http://schemas.openxmlformats.org/officeDocument/2006/relationships/oleObject" Target="../embeddings/oleObject110.bin"/><Relationship Id="rId56" Type="http://schemas.openxmlformats.org/officeDocument/2006/relationships/image" Target="../media/image109.wmf"/><Relationship Id="rId64" Type="http://schemas.openxmlformats.org/officeDocument/2006/relationships/image" Target="../media/image113.wmf"/><Relationship Id="rId69" Type="http://schemas.openxmlformats.org/officeDocument/2006/relationships/oleObject" Target="../embeddings/oleObject121.bin"/><Relationship Id="rId77" Type="http://schemas.openxmlformats.org/officeDocument/2006/relationships/image" Target="../media/image118.wmf"/><Relationship Id="rId8" Type="http://schemas.openxmlformats.org/officeDocument/2006/relationships/oleObject" Target="../embeddings/oleObject88.bin"/><Relationship Id="rId51" Type="http://schemas.openxmlformats.org/officeDocument/2006/relationships/oleObject" Target="../embeddings/oleObject112.bin"/><Relationship Id="rId72" Type="http://schemas.openxmlformats.org/officeDocument/2006/relationships/image" Target="../media/image116.wmf"/><Relationship Id="rId80" Type="http://schemas.openxmlformats.org/officeDocument/2006/relationships/oleObject" Target="../embeddings/oleObject128.bin"/><Relationship Id="rId85" Type="http://schemas.openxmlformats.org/officeDocument/2006/relationships/image" Target="../media/image122.emf"/><Relationship Id="rId3" Type="http://schemas.openxmlformats.org/officeDocument/2006/relationships/image" Target="../media/image85.e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92.wmf"/><Relationship Id="rId25" Type="http://schemas.openxmlformats.org/officeDocument/2006/relationships/image" Target="../media/image96.wmf"/><Relationship Id="rId33" Type="http://schemas.openxmlformats.org/officeDocument/2006/relationships/image" Target="../media/image100.wmf"/><Relationship Id="rId38" Type="http://schemas.openxmlformats.org/officeDocument/2006/relationships/image" Target="../media/image101.wmf"/><Relationship Id="rId46" Type="http://schemas.openxmlformats.org/officeDocument/2006/relationships/image" Target="../media/image105.wmf"/><Relationship Id="rId59" Type="http://schemas.openxmlformats.org/officeDocument/2006/relationships/oleObject" Target="../embeddings/oleObject116.bin"/><Relationship Id="rId67" Type="http://schemas.openxmlformats.org/officeDocument/2006/relationships/oleObject" Target="../embeddings/oleObject120.bin"/><Relationship Id="rId20" Type="http://schemas.openxmlformats.org/officeDocument/2006/relationships/oleObject" Target="../embeddings/oleObject94.bin"/><Relationship Id="rId41" Type="http://schemas.openxmlformats.org/officeDocument/2006/relationships/oleObject" Target="../embeddings/oleObject106.bin"/><Relationship Id="rId54" Type="http://schemas.openxmlformats.org/officeDocument/2006/relationships/image" Target="../media/image108.wmf"/><Relationship Id="rId62" Type="http://schemas.openxmlformats.org/officeDocument/2006/relationships/image" Target="../media/image112.wmf"/><Relationship Id="rId70" Type="http://schemas.openxmlformats.org/officeDocument/2006/relationships/oleObject" Target="../embeddings/oleObject122.bin"/><Relationship Id="rId75" Type="http://schemas.openxmlformats.org/officeDocument/2006/relationships/oleObject" Target="../embeddings/oleObject125.bin"/><Relationship Id="rId83" Type="http://schemas.openxmlformats.org/officeDocument/2006/relationships/image" Target="../media/image12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7.bin"/><Relationship Id="rId15" Type="http://schemas.openxmlformats.org/officeDocument/2006/relationships/image" Target="../media/image91.emf"/><Relationship Id="rId23" Type="http://schemas.openxmlformats.org/officeDocument/2006/relationships/image" Target="../media/image95.wmf"/><Relationship Id="rId28" Type="http://schemas.openxmlformats.org/officeDocument/2006/relationships/oleObject" Target="../embeddings/oleObject98.bin"/><Relationship Id="rId36" Type="http://schemas.openxmlformats.org/officeDocument/2006/relationships/oleObject" Target="../embeddings/oleObject103.bin"/><Relationship Id="rId49" Type="http://schemas.openxmlformats.org/officeDocument/2006/relationships/oleObject" Target="../embeddings/oleObject111.bin"/><Relationship Id="rId57" Type="http://schemas.openxmlformats.org/officeDocument/2006/relationships/oleObject" Target="../embeddings/oleObject115.bin"/><Relationship Id="rId10" Type="http://schemas.openxmlformats.org/officeDocument/2006/relationships/oleObject" Target="../embeddings/oleObject89.bin"/><Relationship Id="rId31" Type="http://schemas.openxmlformats.org/officeDocument/2006/relationships/image" Target="../media/image99.wmf"/><Relationship Id="rId44" Type="http://schemas.openxmlformats.org/officeDocument/2006/relationships/image" Target="../media/image104.wmf"/><Relationship Id="rId52" Type="http://schemas.openxmlformats.org/officeDocument/2006/relationships/image" Target="../media/image107.wmf"/><Relationship Id="rId60" Type="http://schemas.openxmlformats.org/officeDocument/2006/relationships/image" Target="../media/image111.wmf"/><Relationship Id="rId65" Type="http://schemas.openxmlformats.org/officeDocument/2006/relationships/oleObject" Target="../embeddings/oleObject119.bin"/><Relationship Id="rId73" Type="http://schemas.openxmlformats.org/officeDocument/2006/relationships/oleObject" Target="../embeddings/oleObject124.bin"/><Relationship Id="rId78" Type="http://schemas.openxmlformats.org/officeDocument/2006/relationships/oleObject" Target="../embeddings/oleObject127.bin"/><Relationship Id="rId81" Type="http://schemas.openxmlformats.org/officeDocument/2006/relationships/image" Target="../media/image1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128.wmf"/><Relationship Id="rId18" Type="http://schemas.openxmlformats.org/officeDocument/2006/relationships/oleObject" Target="../embeddings/oleObject139.bin"/><Relationship Id="rId3" Type="http://schemas.openxmlformats.org/officeDocument/2006/relationships/image" Target="../media/image123.emf"/><Relationship Id="rId7" Type="http://schemas.openxmlformats.org/officeDocument/2006/relationships/image" Target="../media/image125.w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30.wmf"/><Relationship Id="rId2" Type="http://schemas.openxmlformats.org/officeDocument/2006/relationships/oleObject" Target="../embeddings/oleObject131.bin"/><Relationship Id="rId16" Type="http://schemas.openxmlformats.org/officeDocument/2006/relationships/oleObject" Target="../embeddings/oleObject1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27.wmf"/><Relationship Id="rId5" Type="http://schemas.openxmlformats.org/officeDocument/2006/relationships/image" Target="../media/image124.wmf"/><Relationship Id="rId15" Type="http://schemas.openxmlformats.org/officeDocument/2006/relationships/image" Target="../media/image129.wmf"/><Relationship Id="rId10" Type="http://schemas.openxmlformats.org/officeDocument/2006/relationships/oleObject" Target="../embeddings/oleObject135.bin"/><Relationship Id="rId19" Type="http://schemas.openxmlformats.org/officeDocument/2006/relationships/image" Target="../media/image131.wmf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26.wmf"/><Relationship Id="rId14" Type="http://schemas.openxmlformats.org/officeDocument/2006/relationships/oleObject" Target="../embeddings/oleObject137.bin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152.bin"/><Relationship Id="rId21" Type="http://schemas.openxmlformats.org/officeDocument/2006/relationships/image" Target="../media/image139.wmf"/><Relationship Id="rId42" Type="http://schemas.openxmlformats.org/officeDocument/2006/relationships/oleObject" Target="../embeddings/oleObject163.bin"/><Relationship Id="rId47" Type="http://schemas.openxmlformats.org/officeDocument/2006/relationships/oleObject" Target="../embeddings/oleObject166.bin"/><Relationship Id="rId63" Type="http://schemas.openxmlformats.org/officeDocument/2006/relationships/oleObject" Target="../embeddings/oleObject175.bin"/><Relationship Id="rId68" Type="http://schemas.openxmlformats.org/officeDocument/2006/relationships/image" Target="../media/image153.wmf"/><Relationship Id="rId84" Type="http://schemas.openxmlformats.org/officeDocument/2006/relationships/image" Target="../media/image159.wmf"/><Relationship Id="rId89" Type="http://schemas.openxmlformats.org/officeDocument/2006/relationships/image" Target="../media/image161.wmf"/><Relationship Id="rId7" Type="http://schemas.openxmlformats.org/officeDocument/2006/relationships/image" Target="../media/image133.wmf"/><Relationship Id="rId71" Type="http://schemas.openxmlformats.org/officeDocument/2006/relationships/oleObject" Target="../embeddings/oleObject179.bin"/><Relationship Id="rId92" Type="http://schemas.openxmlformats.org/officeDocument/2006/relationships/oleObject" Target="../embeddings/oleObject192.bin"/><Relationship Id="rId2" Type="http://schemas.openxmlformats.org/officeDocument/2006/relationships/oleObject" Target="../embeddings/oleObject140.bin"/><Relationship Id="rId16" Type="http://schemas.openxmlformats.org/officeDocument/2006/relationships/oleObject" Target="../embeddings/oleObject147.bin"/><Relationship Id="rId29" Type="http://schemas.openxmlformats.org/officeDocument/2006/relationships/image" Target="../media/image141.wmf"/><Relationship Id="rId11" Type="http://schemas.openxmlformats.org/officeDocument/2006/relationships/image" Target="../media/image135.wmf"/><Relationship Id="rId24" Type="http://schemas.openxmlformats.org/officeDocument/2006/relationships/oleObject" Target="../embeddings/oleObject151.bin"/><Relationship Id="rId32" Type="http://schemas.openxmlformats.org/officeDocument/2006/relationships/oleObject" Target="../embeddings/oleObject155.bin"/><Relationship Id="rId37" Type="http://schemas.openxmlformats.org/officeDocument/2006/relationships/oleObject" Target="../embeddings/oleObject159.bin"/><Relationship Id="rId40" Type="http://schemas.openxmlformats.org/officeDocument/2006/relationships/image" Target="../media/image143.wmf"/><Relationship Id="rId45" Type="http://schemas.openxmlformats.org/officeDocument/2006/relationships/oleObject" Target="../embeddings/oleObject165.bin"/><Relationship Id="rId53" Type="http://schemas.openxmlformats.org/officeDocument/2006/relationships/oleObject" Target="../embeddings/oleObject169.bin"/><Relationship Id="rId58" Type="http://schemas.openxmlformats.org/officeDocument/2006/relationships/image" Target="../media/image149.wmf"/><Relationship Id="rId66" Type="http://schemas.openxmlformats.org/officeDocument/2006/relationships/image" Target="../media/image152.wmf"/><Relationship Id="rId74" Type="http://schemas.openxmlformats.org/officeDocument/2006/relationships/image" Target="../media/image155.emf"/><Relationship Id="rId79" Type="http://schemas.openxmlformats.org/officeDocument/2006/relationships/oleObject" Target="../embeddings/oleObject184.bin"/><Relationship Id="rId87" Type="http://schemas.openxmlformats.org/officeDocument/2006/relationships/image" Target="../media/image160.wmf"/><Relationship Id="rId102" Type="http://schemas.openxmlformats.org/officeDocument/2006/relationships/oleObject" Target="../embeddings/oleObject199.bin"/><Relationship Id="rId5" Type="http://schemas.openxmlformats.org/officeDocument/2006/relationships/image" Target="../media/image93.wmf"/><Relationship Id="rId61" Type="http://schemas.openxmlformats.org/officeDocument/2006/relationships/oleObject" Target="../embeddings/oleObject173.bin"/><Relationship Id="rId82" Type="http://schemas.openxmlformats.org/officeDocument/2006/relationships/oleObject" Target="../embeddings/oleObject186.bin"/><Relationship Id="rId90" Type="http://schemas.openxmlformats.org/officeDocument/2006/relationships/oleObject" Target="../embeddings/oleObject191.bin"/><Relationship Id="rId95" Type="http://schemas.openxmlformats.org/officeDocument/2006/relationships/image" Target="../media/image164.wmf"/><Relationship Id="rId19" Type="http://schemas.openxmlformats.org/officeDocument/2006/relationships/image" Target="../media/image138.wmf"/><Relationship Id="rId14" Type="http://schemas.openxmlformats.org/officeDocument/2006/relationships/oleObject" Target="../embeddings/oleObject146.bin"/><Relationship Id="rId22" Type="http://schemas.openxmlformats.org/officeDocument/2006/relationships/oleObject" Target="../embeddings/oleObject150.bin"/><Relationship Id="rId27" Type="http://schemas.openxmlformats.org/officeDocument/2006/relationships/image" Target="../media/image140.wmf"/><Relationship Id="rId30" Type="http://schemas.openxmlformats.org/officeDocument/2006/relationships/oleObject" Target="../embeddings/oleObject154.bin"/><Relationship Id="rId35" Type="http://schemas.openxmlformats.org/officeDocument/2006/relationships/oleObject" Target="../embeddings/oleObject157.bin"/><Relationship Id="rId43" Type="http://schemas.openxmlformats.org/officeDocument/2006/relationships/oleObject" Target="../embeddings/oleObject164.bin"/><Relationship Id="rId48" Type="http://schemas.openxmlformats.org/officeDocument/2006/relationships/image" Target="../media/image145.wmf"/><Relationship Id="rId56" Type="http://schemas.openxmlformats.org/officeDocument/2006/relationships/image" Target="../media/image148.wmf"/><Relationship Id="rId64" Type="http://schemas.openxmlformats.org/officeDocument/2006/relationships/image" Target="../media/image151.emf"/><Relationship Id="rId69" Type="http://schemas.openxmlformats.org/officeDocument/2006/relationships/oleObject" Target="../embeddings/oleObject178.bin"/><Relationship Id="rId77" Type="http://schemas.openxmlformats.org/officeDocument/2006/relationships/oleObject" Target="../embeddings/oleObject183.bin"/><Relationship Id="rId100" Type="http://schemas.openxmlformats.org/officeDocument/2006/relationships/oleObject" Target="../embeddings/oleObject198.bin"/><Relationship Id="rId8" Type="http://schemas.openxmlformats.org/officeDocument/2006/relationships/oleObject" Target="../embeddings/oleObject143.bin"/><Relationship Id="rId51" Type="http://schemas.openxmlformats.org/officeDocument/2006/relationships/oleObject" Target="../embeddings/oleObject168.bin"/><Relationship Id="rId72" Type="http://schemas.openxmlformats.org/officeDocument/2006/relationships/oleObject" Target="../embeddings/oleObject180.bin"/><Relationship Id="rId80" Type="http://schemas.openxmlformats.org/officeDocument/2006/relationships/image" Target="../media/image158.wmf"/><Relationship Id="rId85" Type="http://schemas.openxmlformats.org/officeDocument/2006/relationships/oleObject" Target="../embeddings/oleObject188.bin"/><Relationship Id="rId93" Type="http://schemas.openxmlformats.org/officeDocument/2006/relationships/image" Target="../media/image163.wmf"/><Relationship Id="rId98" Type="http://schemas.openxmlformats.org/officeDocument/2006/relationships/oleObject" Target="../embeddings/oleObject196.bin"/><Relationship Id="rId3" Type="http://schemas.openxmlformats.org/officeDocument/2006/relationships/image" Target="../media/image132.wmf"/><Relationship Id="rId12" Type="http://schemas.openxmlformats.org/officeDocument/2006/relationships/oleObject" Target="../embeddings/oleObject145.bin"/><Relationship Id="rId17" Type="http://schemas.openxmlformats.org/officeDocument/2006/relationships/image" Target="../media/image137.wmf"/><Relationship Id="rId25" Type="http://schemas.openxmlformats.org/officeDocument/2006/relationships/image" Target="../media/image30.wmf"/><Relationship Id="rId33" Type="http://schemas.openxmlformats.org/officeDocument/2006/relationships/image" Target="../media/image100.wmf"/><Relationship Id="rId38" Type="http://schemas.openxmlformats.org/officeDocument/2006/relationships/oleObject" Target="../embeddings/oleObject160.bin"/><Relationship Id="rId46" Type="http://schemas.openxmlformats.org/officeDocument/2006/relationships/image" Target="../media/image144.emf"/><Relationship Id="rId59" Type="http://schemas.openxmlformats.org/officeDocument/2006/relationships/oleObject" Target="../embeddings/oleObject172.bin"/><Relationship Id="rId67" Type="http://schemas.openxmlformats.org/officeDocument/2006/relationships/oleObject" Target="../embeddings/oleObject177.bin"/><Relationship Id="rId103" Type="http://schemas.openxmlformats.org/officeDocument/2006/relationships/image" Target="../media/image166.wmf"/><Relationship Id="rId20" Type="http://schemas.openxmlformats.org/officeDocument/2006/relationships/oleObject" Target="../embeddings/oleObject149.bin"/><Relationship Id="rId41" Type="http://schemas.openxmlformats.org/officeDocument/2006/relationships/oleObject" Target="../embeddings/oleObject162.bin"/><Relationship Id="rId54" Type="http://schemas.openxmlformats.org/officeDocument/2006/relationships/image" Target="../media/image44.wmf"/><Relationship Id="rId62" Type="http://schemas.openxmlformats.org/officeDocument/2006/relationships/oleObject" Target="../embeddings/oleObject174.bin"/><Relationship Id="rId70" Type="http://schemas.openxmlformats.org/officeDocument/2006/relationships/image" Target="../media/image154.wmf"/><Relationship Id="rId75" Type="http://schemas.openxmlformats.org/officeDocument/2006/relationships/oleObject" Target="../embeddings/oleObject182.bin"/><Relationship Id="rId83" Type="http://schemas.openxmlformats.org/officeDocument/2006/relationships/oleObject" Target="../embeddings/oleObject187.bin"/><Relationship Id="rId88" Type="http://schemas.openxmlformats.org/officeDocument/2006/relationships/oleObject" Target="../embeddings/oleObject190.bin"/><Relationship Id="rId91" Type="http://schemas.openxmlformats.org/officeDocument/2006/relationships/image" Target="../media/image162.wmf"/><Relationship Id="rId96" Type="http://schemas.openxmlformats.org/officeDocument/2006/relationships/oleObject" Target="../embeddings/oleObject1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2.bin"/><Relationship Id="rId15" Type="http://schemas.openxmlformats.org/officeDocument/2006/relationships/image" Target="../media/image136.wmf"/><Relationship Id="rId23" Type="http://schemas.openxmlformats.org/officeDocument/2006/relationships/image" Target="../media/image29.wmf"/><Relationship Id="rId28" Type="http://schemas.openxmlformats.org/officeDocument/2006/relationships/oleObject" Target="../embeddings/oleObject153.bin"/><Relationship Id="rId36" Type="http://schemas.openxmlformats.org/officeDocument/2006/relationships/oleObject" Target="../embeddings/oleObject158.bin"/><Relationship Id="rId49" Type="http://schemas.openxmlformats.org/officeDocument/2006/relationships/oleObject" Target="../embeddings/oleObject167.bin"/><Relationship Id="rId57" Type="http://schemas.openxmlformats.org/officeDocument/2006/relationships/oleObject" Target="../embeddings/oleObject171.bin"/><Relationship Id="rId10" Type="http://schemas.openxmlformats.org/officeDocument/2006/relationships/oleObject" Target="../embeddings/oleObject144.bin"/><Relationship Id="rId31" Type="http://schemas.openxmlformats.org/officeDocument/2006/relationships/image" Target="../media/image142.wmf"/><Relationship Id="rId44" Type="http://schemas.openxmlformats.org/officeDocument/2006/relationships/image" Target="../media/image101.wmf"/><Relationship Id="rId52" Type="http://schemas.openxmlformats.org/officeDocument/2006/relationships/image" Target="../media/image147.wmf"/><Relationship Id="rId60" Type="http://schemas.openxmlformats.org/officeDocument/2006/relationships/image" Target="../media/image150.wmf"/><Relationship Id="rId65" Type="http://schemas.openxmlformats.org/officeDocument/2006/relationships/oleObject" Target="../embeddings/oleObject176.bin"/><Relationship Id="rId73" Type="http://schemas.openxmlformats.org/officeDocument/2006/relationships/oleObject" Target="../embeddings/oleObject181.bin"/><Relationship Id="rId78" Type="http://schemas.openxmlformats.org/officeDocument/2006/relationships/image" Target="../media/image157.wmf"/><Relationship Id="rId81" Type="http://schemas.openxmlformats.org/officeDocument/2006/relationships/oleObject" Target="../embeddings/oleObject185.bin"/><Relationship Id="rId86" Type="http://schemas.openxmlformats.org/officeDocument/2006/relationships/oleObject" Target="../embeddings/oleObject189.bin"/><Relationship Id="rId94" Type="http://schemas.openxmlformats.org/officeDocument/2006/relationships/oleObject" Target="../embeddings/oleObject193.bin"/><Relationship Id="rId99" Type="http://schemas.openxmlformats.org/officeDocument/2006/relationships/oleObject" Target="../embeddings/oleObject197.bin"/><Relationship Id="rId101" Type="http://schemas.openxmlformats.org/officeDocument/2006/relationships/image" Target="../media/image165.wmf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34.wmf"/><Relationship Id="rId13" Type="http://schemas.openxmlformats.org/officeDocument/2006/relationships/image" Target="../media/image97.wmf"/><Relationship Id="rId18" Type="http://schemas.openxmlformats.org/officeDocument/2006/relationships/oleObject" Target="../embeddings/oleObject148.bin"/><Relationship Id="rId39" Type="http://schemas.openxmlformats.org/officeDocument/2006/relationships/oleObject" Target="../embeddings/oleObject161.bin"/><Relationship Id="rId34" Type="http://schemas.openxmlformats.org/officeDocument/2006/relationships/oleObject" Target="../embeddings/oleObject156.bin"/><Relationship Id="rId50" Type="http://schemas.openxmlformats.org/officeDocument/2006/relationships/image" Target="../media/image146.wmf"/><Relationship Id="rId55" Type="http://schemas.openxmlformats.org/officeDocument/2006/relationships/oleObject" Target="../embeddings/oleObject170.bin"/><Relationship Id="rId76" Type="http://schemas.openxmlformats.org/officeDocument/2006/relationships/image" Target="../media/image156.wmf"/><Relationship Id="rId97" Type="http://schemas.openxmlformats.org/officeDocument/2006/relationships/oleObject" Target="../embeddings/oleObject195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wmf"/><Relationship Id="rId18" Type="http://schemas.openxmlformats.org/officeDocument/2006/relationships/oleObject" Target="../embeddings/oleObject208.bin"/><Relationship Id="rId26" Type="http://schemas.openxmlformats.org/officeDocument/2006/relationships/oleObject" Target="../embeddings/oleObject212.bin"/><Relationship Id="rId39" Type="http://schemas.openxmlformats.org/officeDocument/2006/relationships/image" Target="../media/image182.wmf"/><Relationship Id="rId21" Type="http://schemas.openxmlformats.org/officeDocument/2006/relationships/image" Target="../media/image174.wmf"/><Relationship Id="rId34" Type="http://schemas.openxmlformats.org/officeDocument/2006/relationships/oleObject" Target="../embeddings/oleObject216.bin"/><Relationship Id="rId42" Type="http://schemas.openxmlformats.org/officeDocument/2006/relationships/oleObject" Target="../embeddings/oleObject220.bin"/><Relationship Id="rId47" Type="http://schemas.openxmlformats.org/officeDocument/2006/relationships/image" Target="../media/image186.wmf"/><Relationship Id="rId50" Type="http://schemas.openxmlformats.org/officeDocument/2006/relationships/oleObject" Target="../embeddings/oleObject224.bin"/><Relationship Id="rId55" Type="http://schemas.openxmlformats.org/officeDocument/2006/relationships/oleObject" Target="../embeddings/oleObject227.bin"/><Relationship Id="rId63" Type="http://schemas.openxmlformats.org/officeDocument/2006/relationships/oleObject" Target="../embeddings/oleObject233.bin"/><Relationship Id="rId68" Type="http://schemas.openxmlformats.org/officeDocument/2006/relationships/image" Target="../media/image30.wmf"/><Relationship Id="rId76" Type="http://schemas.openxmlformats.org/officeDocument/2006/relationships/image" Target="../media/image195.wmf"/><Relationship Id="rId7" Type="http://schemas.openxmlformats.org/officeDocument/2006/relationships/image" Target="../media/image94.wmf"/><Relationship Id="rId71" Type="http://schemas.openxmlformats.org/officeDocument/2006/relationships/oleObject" Target="../embeddings/oleObject237.bin"/><Relationship Id="rId2" Type="http://schemas.openxmlformats.org/officeDocument/2006/relationships/oleObject" Target="../embeddings/oleObject200.bin"/><Relationship Id="rId16" Type="http://schemas.openxmlformats.org/officeDocument/2006/relationships/oleObject" Target="../embeddings/oleObject207.bin"/><Relationship Id="rId29" Type="http://schemas.openxmlformats.org/officeDocument/2006/relationships/image" Target="../media/image178.wmf"/><Relationship Id="rId11" Type="http://schemas.openxmlformats.org/officeDocument/2006/relationships/image" Target="../media/image169.wmf"/><Relationship Id="rId24" Type="http://schemas.openxmlformats.org/officeDocument/2006/relationships/oleObject" Target="../embeddings/oleObject211.bin"/><Relationship Id="rId32" Type="http://schemas.openxmlformats.org/officeDocument/2006/relationships/oleObject" Target="../embeddings/oleObject215.bin"/><Relationship Id="rId37" Type="http://schemas.openxmlformats.org/officeDocument/2006/relationships/image" Target="../media/image181.wmf"/><Relationship Id="rId40" Type="http://schemas.openxmlformats.org/officeDocument/2006/relationships/oleObject" Target="../embeddings/oleObject219.bin"/><Relationship Id="rId45" Type="http://schemas.openxmlformats.org/officeDocument/2006/relationships/image" Target="../media/image185.wmf"/><Relationship Id="rId53" Type="http://schemas.openxmlformats.org/officeDocument/2006/relationships/oleObject" Target="../embeddings/oleObject226.bin"/><Relationship Id="rId58" Type="http://schemas.openxmlformats.org/officeDocument/2006/relationships/image" Target="../media/image191.wmf"/><Relationship Id="rId66" Type="http://schemas.openxmlformats.org/officeDocument/2006/relationships/image" Target="../media/image29.wmf"/><Relationship Id="rId74" Type="http://schemas.openxmlformats.org/officeDocument/2006/relationships/image" Target="../media/image194.emf"/><Relationship Id="rId79" Type="http://schemas.openxmlformats.org/officeDocument/2006/relationships/oleObject" Target="../embeddings/oleObject241.bin"/><Relationship Id="rId5" Type="http://schemas.openxmlformats.org/officeDocument/2006/relationships/image" Target="../media/image93.wmf"/><Relationship Id="rId61" Type="http://schemas.openxmlformats.org/officeDocument/2006/relationships/oleObject" Target="../embeddings/oleObject231.bin"/><Relationship Id="rId10" Type="http://schemas.openxmlformats.org/officeDocument/2006/relationships/oleObject" Target="../embeddings/oleObject204.bin"/><Relationship Id="rId19" Type="http://schemas.openxmlformats.org/officeDocument/2006/relationships/image" Target="../media/image173.wmf"/><Relationship Id="rId31" Type="http://schemas.openxmlformats.org/officeDocument/2006/relationships/image" Target="../media/image100.wmf"/><Relationship Id="rId44" Type="http://schemas.openxmlformats.org/officeDocument/2006/relationships/oleObject" Target="../embeddings/oleObject221.bin"/><Relationship Id="rId52" Type="http://schemas.openxmlformats.org/officeDocument/2006/relationships/oleObject" Target="../embeddings/oleObject225.bin"/><Relationship Id="rId60" Type="http://schemas.openxmlformats.org/officeDocument/2006/relationships/oleObject" Target="../embeddings/oleObject230.bin"/><Relationship Id="rId65" Type="http://schemas.openxmlformats.org/officeDocument/2006/relationships/oleObject" Target="../embeddings/oleObject234.bin"/><Relationship Id="rId73" Type="http://schemas.openxmlformats.org/officeDocument/2006/relationships/oleObject" Target="../embeddings/oleObject238.bin"/><Relationship Id="rId78" Type="http://schemas.openxmlformats.org/officeDocument/2006/relationships/image" Target="../media/image196.wmf"/><Relationship Id="rId4" Type="http://schemas.openxmlformats.org/officeDocument/2006/relationships/oleObject" Target="../embeddings/oleObject201.bin"/><Relationship Id="rId9" Type="http://schemas.openxmlformats.org/officeDocument/2006/relationships/image" Target="../media/image168.wmf"/><Relationship Id="rId14" Type="http://schemas.openxmlformats.org/officeDocument/2006/relationships/oleObject" Target="../embeddings/oleObject206.bin"/><Relationship Id="rId22" Type="http://schemas.openxmlformats.org/officeDocument/2006/relationships/oleObject" Target="../embeddings/oleObject210.bin"/><Relationship Id="rId27" Type="http://schemas.openxmlformats.org/officeDocument/2006/relationships/image" Target="../media/image177.wmf"/><Relationship Id="rId30" Type="http://schemas.openxmlformats.org/officeDocument/2006/relationships/oleObject" Target="../embeddings/oleObject214.bin"/><Relationship Id="rId35" Type="http://schemas.openxmlformats.org/officeDocument/2006/relationships/image" Target="../media/image180.wmf"/><Relationship Id="rId43" Type="http://schemas.openxmlformats.org/officeDocument/2006/relationships/image" Target="../media/image184.wmf"/><Relationship Id="rId48" Type="http://schemas.openxmlformats.org/officeDocument/2006/relationships/oleObject" Target="../embeddings/oleObject223.bin"/><Relationship Id="rId56" Type="http://schemas.openxmlformats.org/officeDocument/2006/relationships/image" Target="../media/image190.wmf"/><Relationship Id="rId64" Type="http://schemas.openxmlformats.org/officeDocument/2006/relationships/image" Target="../media/image192.wmf"/><Relationship Id="rId69" Type="http://schemas.openxmlformats.org/officeDocument/2006/relationships/oleObject" Target="../embeddings/oleObject236.bin"/><Relationship Id="rId77" Type="http://schemas.openxmlformats.org/officeDocument/2006/relationships/oleObject" Target="../embeddings/oleObject240.bin"/><Relationship Id="rId8" Type="http://schemas.openxmlformats.org/officeDocument/2006/relationships/oleObject" Target="../embeddings/oleObject203.bin"/><Relationship Id="rId51" Type="http://schemas.openxmlformats.org/officeDocument/2006/relationships/image" Target="../media/image188.wmf"/><Relationship Id="rId72" Type="http://schemas.openxmlformats.org/officeDocument/2006/relationships/image" Target="../media/image193.wmf"/><Relationship Id="rId80" Type="http://schemas.openxmlformats.org/officeDocument/2006/relationships/image" Target="../media/image197.wmf"/><Relationship Id="rId3" Type="http://schemas.openxmlformats.org/officeDocument/2006/relationships/image" Target="../media/image167.wmf"/><Relationship Id="rId12" Type="http://schemas.openxmlformats.org/officeDocument/2006/relationships/oleObject" Target="../embeddings/oleObject205.bin"/><Relationship Id="rId17" Type="http://schemas.openxmlformats.org/officeDocument/2006/relationships/image" Target="../media/image172.wmf"/><Relationship Id="rId25" Type="http://schemas.openxmlformats.org/officeDocument/2006/relationships/image" Target="../media/image176.wmf"/><Relationship Id="rId33" Type="http://schemas.openxmlformats.org/officeDocument/2006/relationships/image" Target="../media/image179.wmf"/><Relationship Id="rId38" Type="http://schemas.openxmlformats.org/officeDocument/2006/relationships/oleObject" Target="../embeddings/oleObject218.bin"/><Relationship Id="rId46" Type="http://schemas.openxmlformats.org/officeDocument/2006/relationships/oleObject" Target="../embeddings/oleObject222.bin"/><Relationship Id="rId59" Type="http://schemas.openxmlformats.org/officeDocument/2006/relationships/oleObject" Target="../embeddings/oleObject229.bin"/><Relationship Id="rId67" Type="http://schemas.openxmlformats.org/officeDocument/2006/relationships/oleObject" Target="../embeddings/oleObject235.bin"/><Relationship Id="rId20" Type="http://schemas.openxmlformats.org/officeDocument/2006/relationships/oleObject" Target="../embeddings/oleObject209.bin"/><Relationship Id="rId41" Type="http://schemas.openxmlformats.org/officeDocument/2006/relationships/image" Target="../media/image183.wmf"/><Relationship Id="rId54" Type="http://schemas.openxmlformats.org/officeDocument/2006/relationships/image" Target="../media/image189.wmf"/><Relationship Id="rId62" Type="http://schemas.openxmlformats.org/officeDocument/2006/relationships/oleObject" Target="../embeddings/oleObject232.bin"/><Relationship Id="rId70" Type="http://schemas.openxmlformats.org/officeDocument/2006/relationships/image" Target="../media/image31.wmf"/><Relationship Id="rId75" Type="http://schemas.openxmlformats.org/officeDocument/2006/relationships/oleObject" Target="../embeddings/oleObject2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2.bin"/><Relationship Id="rId15" Type="http://schemas.openxmlformats.org/officeDocument/2006/relationships/image" Target="../media/image171.wmf"/><Relationship Id="rId23" Type="http://schemas.openxmlformats.org/officeDocument/2006/relationships/image" Target="../media/image175.wmf"/><Relationship Id="rId28" Type="http://schemas.openxmlformats.org/officeDocument/2006/relationships/oleObject" Target="../embeddings/oleObject213.bin"/><Relationship Id="rId36" Type="http://schemas.openxmlformats.org/officeDocument/2006/relationships/oleObject" Target="../embeddings/oleObject217.bin"/><Relationship Id="rId49" Type="http://schemas.openxmlformats.org/officeDocument/2006/relationships/image" Target="../media/image187.wmf"/><Relationship Id="rId57" Type="http://schemas.openxmlformats.org/officeDocument/2006/relationships/oleObject" Target="../embeddings/oleObject228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wmf"/><Relationship Id="rId18" Type="http://schemas.openxmlformats.org/officeDocument/2006/relationships/oleObject" Target="../embeddings/oleObject250.bin"/><Relationship Id="rId26" Type="http://schemas.openxmlformats.org/officeDocument/2006/relationships/oleObject" Target="../embeddings/oleObject254.bin"/><Relationship Id="rId39" Type="http://schemas.openxmlformats.org/officeDocument/2006/relationships/oleObject" Target="../embeddings/oleObject261.bin"/><Relationship Id="rId21" Type="http://schemas.openxmlformats.org/officeDocument/2006/relationships/image" Target="../media/image202.wmf"/><Relationship Id="rId34" Type="http://schemas.openxmlformats.org/officeDocument/2006/relationships/oleObject" Target="../embeddings/oleObject258.bin"/><Relationship Id="rId42" Type="http://schemas.openxmlformats.org/officeDocument/2006/relationships/image" Target="../media/image94.wmf"/><Relationship Id="rId47" Type="http://schemas.openxmlformats.org/officeDocument/2006/relationships/image" Target="../media/image210.wmf"/><Relationship Id="rId50" Type="http://schemas.openxmlformats.org/officeDocument/2006/relationships/oleObject" Target="../embeddings/oleObject269.bin"/><Relationship Id="rId55" Type="http://schemas.openxmlformats.org/officeDocument/2006/relationships/oleObject" Target="../embeddings/oleObject273.bin"/><Relationship Id="rId63" Type="http://schemas.openxmlformats.org/officeDocument/2006/relationships/image" Target="../media/image215.wmf"/><Relationship Id="rId68" Type="http://schemas.openxmlformats.org/officeDocument/2006/relationships/oleObject" Target="../embeddings/oleObject281.bin"/><Relationship Id="rId76" Type="http://schemas.openxmlformats.org/officeDocument/2006/relationships/image" Target="../media/image220.wmf"/><Relationship Id="rId84" Type="http://schemas.openxmlformats.org/officeDocument/2006/relationships/oleObject" Target="../embeddings/oleObject291.bin"/><Relationship Id="rId7" Type="http://schemas.openxmlformats.org/officeDocument/2006/relationships/image" Target="../media/image197.wmf"/><Relationship Id="rId71" Type="http://schemas.openxmlformats.org/officeDocument/2006/relationships/oleObject" Target="../embeddings/oleObject283.bin"/><Relationship Id="rId2" Type="http://schemas.openxmlformats.org/officeDocument/2006/relationships/oleObject" Target="../embeddings/oleObject242.bin"/><Relationship Id="rId16" Type="http://schemas.openxmlformats.org/officeDocument/2006/relationships/oleObject" Target="../embeddings/oleObject249.bin"/><Relationship Id="rId29" Type="http://schemas.openxmlformats.org/officeDocument/2006/relationships/image" Target="../media/image206.wmf"/><Relationship Id="rId11" Type="http://schemas.openxmlformats.org/officeDocument/2006/relationships/image" Target="../media/image30.wmf"/><Relationship Id="rId24" Type="http://schemas.openxmlformats.org/officeDocument/2006/relationships/oleObject" Target="../embeddings/oleObject253.bin"/><Relationship Id="rId32" Type="http://schemas.openxmlformats.org/officeDocument/2006/relationships/oleObject" Target="../embeddings/oleObject257.bin"/><Relationship Id="rId37" Type="http://schemas.openxmlformats.org/officeDocument/2006/relationships/oleObject" Target="../embeddings/oleObject260.bin"/><Relationship Id="rId40" Type="http://schemas.openxmlformats.org/officeDocument/2006/relationships/image" Target="../media/image209.wmf"/><Relationship Id="rId45" Type="http://schemas.openxmlformats.org/officeDocument/2006/relationships/oleObject" Target="../embeddings/oleObject265.bin"/><Relationship Id="rId53" Type="http://schemas.openxmlformats.org/officeDocument/2006/relationships/image" Target="../media/image211.wmf"/><Relationship Id="rId58" Type="http://schemas.openxmlformats.org/officeDocument/2006/relationships/oleObject" Target="../embeddings/oleObject275.bin"/><Relationship Id="rId66" Type="http://schemas.openxmlformats.org/officeDocument/2006/relationships/oleObject" Target="../embeddings/oleObject279.bin"/><Relationship Id="rId74" Type="http://schemas.openxmlformats.org/officeDocument/2006/relationships/image" Target="../media/image219.wmf"/><Relationship Id="rId79" Type="http://schemas.openxmlformats.org/officeDocument/2006/relationships/oleObject" Target="../embeddings/oleObject287.bin"/><Relationship Id="rId5" Type="http://schemas.openxmlformats.org/officeDocument/2006/relationships/image" Target="../media/image199.wmf"/><Relationship Id="rId61" Type="http://schemas.openxmlformats.org/officeDocument/2006/relationships/image" Target="../media/image214.wmf"/><Relationship Id="rId82" Type="http://schemas.openxmlformats.org/officeDocument/2006/relationships/oleObject" Target="../embeddings/oleObject289.bin"/><Relationship Id="rId19" Type="http://schemas.openxmlformats.org/officeDocument/2006/relationships/image" Target="../media/image168.wmf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00.emf"/><Relationship Id="rId14" Type="http://schemas.openxmlformats.org/officeDocument/2006/relationships/oleObject" Target="../embeddings/oleObject248.bin"/><Relationship Id="rId22" Type="http://schemas.openxmlformats.org/officeDocument/2006/relationships/oleObject" Target="../embeddings/oleObject252.bin"/><Relationship Id="rId27" Type="http://schemas.openxmlformats.org/officeDocument/2006/relationships/image" Target="../media/image205.wmf"/><Relationship Id="rId30" Type="http://schemas.openxmlformats.org/officeDocument/2006/relationships/oleObject" Target="../embeddings/oleObject256.bin"/><Relationship Id="rId35" Type="http://schemas.openxmlformats.org/officeDocument/2006/relationships/oleObject" Target="../embeddings/oleObject259.bin"/><Relationship Id="rId43" Type="http://schemas.openxmlformats.org/officeDocument/2006/relationships/oleObject" Target="../embeddings/oleObject263.bin"/><Relationship Id="rId48" Type="http://schemas.openxmlformats.org/officeDocument/2006/relationships/oleObject" Target="../embeddings/oleObject267.bin"/><Relationship Id="rId56" Type="http://schemas.openxmlformats.org/officeDocument/2006/relationships/oleObject" Target="../embeddings/oleObject274.bin"/><Relationship Id="rId64" Type="http://schemas.openxmlformats.org/officeDocument/2006/relationships/oleObject" Target="../embeddings/oleObject278.bin"/><Relationship Id="rId69" Type="http://schemas.openxmlformats.org/officeDocument/2006/relationships/oleObject" Target="../embeddings/oleObject282.bin"/><Relationship Id="rId77" Type="http://schemas.openxmlformats.org/officeDocument/2006/relationships/oleObject" Target="../embeddings/oleObject286.bin"/><Relationship Id="rId8" Type="http://schemas.openxmlformats.org/officeDocument/2006/relationships/oleObject" Target="../embeddings/oleObject245.bin"/><Relationship Id="rId51" Type="http://schemas.openxmlformats.org/officeDocument/2006/relationships/oleObject" Target="../embeddings/oleObject270.bin"/><Relationship Id="rId72" Type="http://schemas.openxmlformats.org/officeDocument/2006/relationships/image" Target="../media/image218.wmf"/><Relationship Id="rId80" Type="http://schemas.openxmlformats.org/officeDocument/2006/relationships/image" Target="../media/image222.wmf"/><Relationship Id="rId85" Type="http://schemas.openxmlformats.org/officeDocument/2006/relationships/oleObject" Target="../embeddings/oleObject292.bin"/><Relationship Id="rId3" Type="http://schemas.openxmlformats.org/officeDocument/2006/relationships/image" Target="../media/image198.wmf"/><Relationship Id="rId12" Type="http://schemas.openxmlformats.org/officeDocument/2006/relationships/oleObject" Target="../embeddings/oleObject247.bin"/><Relationship Id="rId17" Type="http://schemas.openxmlformats.org/officeDocument/2006/relationships/image" Target="../media/image201.wmf"/><Relationship Id="rId25" Type="http://schemas.openxmlformats.org/officeDocument/2006/relationships/image" Target="../media/image204.emf"/><Relationship Id="rId33" Type="http://schemas.openxmlformats.org/officeDocument/2006/relationships/image" Target="../media/image208.wmf"/><Relationship Id="rId38" Type="http://schemas.openxmlformats.org/officeDocument/2006/relationships/image" Target="../media/image170.wmf"/><Relationship Id="rId46" Type="http://schemas.openxmlformats.org/officeDocument/2006/relationships/oleObject" Target="../embeddings/oleObject266.bin"/><Relationship Id="rId59" Type="http://schemas.openxmlformats.org/officeDocument/2006/relationships/image" Target="../media/image213.wmf"/><Relationship Id="rId67" Type="http://schemas.openxmlformats.org/officeDocument/2006/relationships/oleObject" Target="../embeddings/oleObject280.bin"/><Relationship Id="rId20" Type="http://schemas.openxmlformats.org/officeDocument/2006/relationships/oleObject" Target="../embeddings/oleObject251.bin"/><Relationship Id="rId41" Type="http://schemas.openxmlformats.org/officeDocument/2006/relationships/oleObject" Target="../embeddings/oleObject262.bin"/><Relationship Id="rId54" Type="http://schemas.openxmlformats.org/officeDocument/2006/relationships/oleObject" Target="../embeddings/oleObject272.bin"/><Relationship Id="rId62" Type="http://schemas.openxmlformats.org/officeDocument/2006/relationships/oleObject" Target="../embeddings/oleObject277.bin"/><Relationship Id="rId70" Type="http://schemas.openxmlformats.org/officeDocument/2006/relationships/image" Target="../media/image217.wmf"/><Relationship Id="rId75" Type="http://schemas.openxmlformats.org/officeDocument/2006/relationships/oleObject" Target="../embeddings/oleObject285.bin"/><Relationship Id="rId83" Type="http://schemas.openxmlformats.org/officeDocument/2006/relationships/oleObject" Target="../embeddings/oleObject2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4.bin"/><Relationship Id="rId15" Type="http://schemas.openxmlformats.org/officeDocument/2006/relationships/image" Target="../media/image193.wmf"/><Relationship Id="rId23" Type="http://schemas.openxmlformats.org/officeDocument/2006/relationships/image" Target="../media/image203.wmf"/><Relationship Id="rId28" Type="http://schemas.openxmlformats.org/officeDocument/2006/relationships/oleObject" Target="../embeddings/oleObject255.bin"/><Relationship Id="rId36" Type="http://schemas.openxmlformats.org/officeDocument/2006/relationships/image" Target="../media/image169.wmf"/><Relationship Id="rId49" Type="http://schemas.openxmlformats.org/officeDocument/2006/relationships/oleObject" Target="../embeddings/oleObject268.bin"/><Relationship Id="rId57" Type="http://schemas.openxmlformats.org/officeDocument/2006/relationships/image" Target="../media/image212.wmf"/><Relationship Id="rId10" Type="http://schemas.openxmlformats.org/officeDocument/2006/relationships/oleObject" Target="../embeddings/oleObject246.bin"/><Relationship Id="rId31" Type="http://schemas.openxmlformats.org/officeDocument/2006/relationships/image" Target="../media/image207.wmf"/><Relationship Id="rId44" Type="http://schemas.openxmlformats.org/officeDocument/2006/relationships/oleObject" Target="../embeddings/oleObject264.bin"/><Relationship Id="rId52" Type="http://schemas.openxmlformats.org/officeDocument/2006/relationships/oleObject" Target="../embeddings/oleObject271.bin"/><Relationship Id="rId60" Type="http://schemas.openxmlformats.org/officeDocument/2006/relationships/oleObject" Target="../embeddings/oleObject276.bin"/><Relationship Id="rId65" Type="http://schemas.openxmlformats.org/officeDocument/2006/relationships/image" Target="../media/image216.wmf"/><Relationship Id="rId73" Type="http://schemas.openxmlformats.org/officeDocument/2006/relationships/oleObject" Target="../embeddings/oleObject284.bin"/><Relationship Id="rId78" Type="http://schemas.openxmlformats.org/officeDocument/2006/relationships/image" Target="../media/image221.wmf"/><Relationship Id="rId81" Type="http://schemas.openxmlformats.org/officeDocument/2006/relationships/oleObject" Target="../embeddings/oleObject288.bin"/><Relationship Id="rId86" Type="http://schemas.openxmlformats.org/officeDocument/2006/relationships/image" Target="../media/image22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6.bin"/><Relationship Id="rId13" Type="http://schemas.openxmlformats.org/officeDocument/2006/relationships/oleObject" Target="../embeddings/oleObject299.bin"/><Relationship Id="rId18" Type="http://schemas.openxmlformats.org/officeDocument/2006/relationships/image" Target="../media/image230.wmf"/><Relationship Id="rId3" Type="http://schemas.openxmlformats.org/officeDocument/2006/relationships/image" Target="../media/image224.emf"/><Relationship Id="rId21" Type="http://schemas.openxmlformats.org/officeDocument/2006/relationships/oleObject" Target="../embeddings/oleObject303.bin"/><Relationship Id="rId7" Type="http://schemas.openxmlformats.org/officeDocument/2006/relationships/image" Target="../media/image226.wmf"/><Relationship Id="rId12" Type="http://schemas.openxmlformats.org/officeDocument/2006/relationships/oleObject" Target="../embeddings/oleObject298.bin"/><Relationship Id="rId17" Type="http://schemas.openxmlformats.org/officeDocument/2006/relationships/oleObject" Target="../embeddings/oleObject301.bin"/><Relationship Id="rId2" Type="http://schemas.openxmlformats.org/officeDocument/2006/relationships/oleObject" Target="../embeddings/oleObject293.bin"/><Relationship Id="rId16" Type="http://schemas.openxmlformats.org/officeDocument/2006/relationships/image" Target="../media/image229.wmf"/><Relationship Id="rId20" Type="http://schemas.openxmlformats.org/officeDocument/2006/relationships/image" Target="../media/image23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5.bin"/><Relationship Id="rId11" Type="http://schemas.openxmlformats.org/officeDocument/2006/relationships/image" Target="../media/image228.wmf"/><Relationship Id="rId24" Type="http://schemas.openxmlformats.org/officeDocument/2006/relationships/image" Target="../media/image233.wmf"/><Relationship Id="rId5" Type="http://schemas.openxmlformats.org/officeDocument/2006/relationships/image" Target="../media/image225.wmf"/><Relationship Id="rId15" Type="http://schemas.openxmlformats.org/officeDocument/2006/relationships/oleObject" Target="../embeddings/oleObject300.bin"/><Relationship Id="rId23" Type="http://schemas.openxmlformats.org/officeDocument/2006/relationships/oleObject" Target="../embeddings/oleObject304.bin"/><Relationship Id="rId10" Type="http://schemas.openxmlformats.org/officeDocument/2006/relationships/oleObject" Target="../embeddings/oleObject297.bin"/><Relationship Id="rId19" Type="http://schemas.openxmlformats.org/officeDocument/2006/relationships/oleObject" Target="../embeddings/oleObject302.bin"/><Relationship Id="rId4" Type="http://schemas.openxmlformats.org/officeDocument/2006/relationships/oleObject" Target="../embeddings/oleObject294.bin"/><Relationship Id="rId9" Type="http://schemas.openxmlformats.org/officeDocument/2006/relationships/image" Target="../media/image227.wmf"/><Relationship Id="rId14" Type="http://schemas.openxmlformats.org/officeDocument/2006/relationships/image" Target="../media/image125.wmf"/><Relationship Id="rId22" Type="http://schemas.openxmlformats.org/officeDocument/2006/relationships/image" Target="../media/image23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8.bin"/><Relationship Id="rId3" Type="http://schemas.openxmlformats.org/officeDocument/2006/relationships/image" Target="../media/image234.wmf"/><Relationship Id="rId7" Type="http://schemas.openxmlformats.org/officeDocument/2006/relationships/image" Target="../media/image236.wmf"/><Relationship Id="rId2" Type="http://schemas.openxmlformats.org/officeDocument/2006/relationships/oleObject" Target="../embeddings/oleObject3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7.bin"/><Relationship Id="rId11" Type="http://schemas.openxmlformats.org/officeDocument/2006/relationships/image" Target="../media/image238.wmf"/><Relationship Id="rId5" Type="http://schemas.openxmlformats.org/officeDocument/2006/relationships/image" Target="../media/image235.wmf"/><Relationship Id="rId10" Type="http://schemas.openxmlformats.org/officeDocument/2006/relationships/oleObject" Target="../embeddings/oleObject309.bin"/><Relationship Id="rId4" Type="http://schemas.openxmlformats.org/officeDocument/2006/relationships/oleObject" Target="../embeddings/oleObject306.bin"/><Relationship Id="rId9" Type="http://schemas.openxmlformats.org/officeDocument/2006/relationships/image" Target="../media/image23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3.bin"/><Relationship Id="rId13" Type="http://schemas.openxmlformats.org/officeDocument/2006/relationships/image" Target="../media/image244.png"/><Relationship Id="rId18" Type="http://schemas.openxmlformats.org/officeDocument/2006/relationships/oleObject" Target="../embeddings/oleObject318.bin"/><Relationship Id="rId26" Type="http://schemas.openxmlformats.org/officeDocument/2006/relationships/oleObject" Target="../embeddings/oleObject322.bin"/><Relationship Id="rId3" Type="http://schemas.openxmlformats.org/officeDocument/2006/relationships/image" Target="../media/image239.wmf"/><Relationship Id="rId21" Type="http://schemas.openxmlformats.org/officeDocument/2006/relationships/image" Target="../media/image248.wmf"/><Relationship Id="rId7" Type="http://schemas.openxmlformats.org/officeDocument/2006/relationships/image" Target="../media/image241.wmf"/><Relationship Id="rId12" Type="http://schemas.openxmlformats.org/officeDocument/2006/relationships/oleObject" Target="../embeddings/oleObject315.bin"/><Relationship Id="rId17" Type="http://schemas.openxmlformats.org/officeDocument/2006/relationships/image" Target="../media/image246.wmf"/><Relationship Id="rId25" Type="http://schemas.openxmlformats.org/officeDocument/2006/relationships/image" Target="../media/image250.wmf"/><Relationship Id="rId2" Type="http://schemas.openxmlformats.org/officeDocument/2006/relationships/oleObject" Target="../embeddings/oleObject310.bin"/><Relationship Id="rId16" Type="http://schemas.openxmlformats.org/officeDocument/2006/relationships/oleObject" Target="../embeddings/oleObject317.bin"/><Relationship Id="rId20" Type="http://schemas.openxmlformats.org/officeDocument/2006/relationships/oleObject" Target="../embeddings/oleObject3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2.bin"/><Relationship Id="rId11" Type="http://schemas.openxmlformats.org/officeDocument/2006/relationships/image" Target="../media/image243.wmf"/><Relationship Id="rId24" Type="http://schemas.openxmlformats.org/officeDocument/2006/relationships/oleObject" Target="../embeddings/oleObject321.bin"/><Relationship Id="rId5" Type="http://schemas.openxmlformats.org/officeDocument/2006/relationships/image" Target="../media/image240.emf"/><Relationship Id="rId15" Type="http://schemas.openxmlformats.org/officeDocument/2006/relationships/image" Target="../media/image245.wmf"/><Relationship Id="rId23" Type="http://schemas.openxmlformats.org/officeDocument/2006/relationships/image" Target="../media/image249.wmf"/><Relationship Id="rId10" Type="http://schemas.openxmlformats.org/officeDocument/2006/relationships/oleObject" Target="../embeddings/oleObject314.bin"/><Relationship Id="rId19" Type="http://schemas.openxmlformats.org/officeDocument/2006/relationships/image" Target="../media/image247.wmf"/><Relationship Id="rId4" Type="http://schemas.openxmlformats.org/officeDocument/2006/relationships/oleObject" Target="../embeddings/oleObject311.bin"/><Relationship Id="rId9" Type="http://schemas.openxmlformats.org/officeDocument/2006/relationships/image" Target="../media/image242.wmf"/><Relationship Id="rId14" Type="http://schemas.openxmlformats.org/officeDocument/2006/relationships/oleObject" Target="../embeddings/oleObject316.bin"/><Relationship Id="rId22" Type="http://schemas.openxmlformats.org/officeDocument/2006/relationships/oleObject" Target="../embeddings/oleObject320.bin"/><Relationship Id="rId27" Type="http://schemas.openxmlformats.org/officeDocument/2006/relationships/image" Target="../media/image251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6.bin"/><Relationship Id="rId13" Type="http://schemas.openxmlformats.org/officeDocument/2006/relationships/image" Target="../media/image253.wmf"/><Relationship Id="rId18" Type="http://schemas.openxmlformats.org/officeDocument/2006/relationships/oleObject" Target="../embeddings/oleObject331.bin"/><Relationship Id="rId3" Type="http://schemas.openxmlformats.org/officeDocument/2006/relationships/image" Target="../media/image252.wmf"/><Relationship Id="rId21" Type="http://schemas.openxmlformats.org/officeDocument/2006/relationships/image" Target="../media/image257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28.bin"/><Relationship Id="rId17" Type="http://schemas.openxmlformats.org/officeDocument/2006/relationships/image" Target="../media/image255.wmf"/><Relationship Id="rId2" Type="http://schemas.openxmlformats.org/officeDocument/2006/relationships/oleObject" Target="../embeddings/oleObject323.bin"/><Relationship Id="rId16" Type="http://schemas.openxmlformats.org/officeDocument/2006/relationships/oleObject" Target="../embeddings/oleObject330.bin"/><Relationship Id="rId20" Type="http://schemas.openxmlformats.org/officeDocument/2006/relationships/oleObject" Target="../embeddings/oleObject3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5.bin"/><Relationship Id="rId11" Type="http://schemas.openxmlformats.org/officeDocument/2006/relationships/image" Target="../media/image193.wmf"/><Relationship Id="rId5" Type="http://schemas.openxmlformats.org/officeDocument/2006/relationships/image" Target="../media/image200.emf"/><Relationship Id="rId15" Type="http://schemas.openxmlformats.org/officeDocument/2006/relationships/image" Target="../media/image254.wmf"/><Relationship Id="rId23" Type="http://schemas.openxmlformats.org/officeDocument/2006/relationships/image" Target="../media/image258.wmf"/><Relationship Id="rId10" Type="http://schemas.openxmlformats.org/officeDocument/2006/relationships/oleObject" Target="../embeddings/oleObject327.bin"/><Relationship Id="rId19" Type="http://schemas.openxmlformats.org/officeDocument/2006/relationships/image" Target="../media/image256.wmf"/><Relationship Id="rId4" Type="http://schemas.openxmlformats.org/officeDocument/2006/relationships/oleObject" Target="../embeddings/oleObject324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329.bin"/><Relationship Id="rId22" Type="http://schemas.openxmlformats.org/officeDocument/2006/relationships/oleObject" Target="../embeddings/oleObject33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39.bin"/><Relationship Id="rId18" Type="http://schemas.openxmlformats.org/officeDocument/2006/relationships/image" Target="../media/image255.wmf"/><Relationship Id="rId3" Type="http://schemas.openxmlformats.org/officeDocument/2006/relationships/oleObject" Target="../embeddings/oleObject334.bin"/><Relationship Id="rId21" Type="http://schemas.openxmlformats.org/officeDocument/2006/relationships/oleObject" Target="../embeddings/oleObject343.bin"/><Relationship Id="rId7" Type="http://schemas.openxmlformats.org/officeDocument/2006/relationships/oleObject" Target="../embeddings/oleObject336.bin"/><Relationship Id="rId12" Type="http://schemas.openxmlformats.org/officeDocument/2006/relationships/image" Target="../media/image193.wmf"/><Relationship Id="rId17" Type="http://schemas.openxmlformats.org/officeDocument/2006/relationships/oleObject" Target="../embeddings/oleObject34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54.wmf"/><Relationship Id="rId20" Type="http://schemas.openxmlformats.org/officeDocument/2006/relationships/image" Target="../media/image257.wmf"/><Relationship Id="rId1" Type="http://schemas.openxmlformats.org/officeDocument/2006/relationships/tags" Target="../tags/tag2.xml"/><Relationship Id="rId6" Type="http://schemas.openxmlformats.org/officeDocument/2006/relationships/image" Target="../media/image200.emf"/><Relationship Id="rId11" Type="http://schemas.openxmlformats.org/officeDocument/2006/relationships/oleObject" Target="../embeddings/oleObject338.bin"/><Relationship Id="rId24" Type="http://schemas.openxmlformats.org/officeDocument/2006/relationships/image" Target="../media/image256.wmf"/><Relationship Id="rId5" Type="http://schemas.openxmlformats.org/officeDocument/2006/relationships/oleObject" Target="../embeddings/oleObject335.bin"/><Relationship Id="rId15" Type="http://schemas.openxmlformats.org/officeDocument/2006/relationships/oleObject" Target="../embeddings/oleObject340.bin"/><Relationship Id="rId23" Type="http://schemas.openxmlformats.org/officeDocument/2006/relationships/oleObject" Target="../embeddings/oleObject344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342.bin"/><Relationship Id="rId4" Type="http://schemas.openxmlformats.org/officeDocument/2006/relationships/image" Target="../media/image252.wmf"/><Relationship Id="rId9" Type="http://schemas.openxmlformats.org/officeDocument/2006/relationships/oleObject" Target="../embeddings/oleObject337.bin"/><Relationship Id="rId14" Type="http://schemas.openxmlformats.org/officeDocument/2006/relationships/image" Target="../media/image253.wmf"/><Relationship Id="rId22" Type="http://schemas.openxmlformats.org/officeDocument/2006/relationships/image" Target="../media/image25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oleObject" Target="../embeddings/oleObject347.bin"/><Relationship Id="rId18" Type="http://schemas.openxmlformats.org/officeDocument/2006/relationships/image" Target="../media/image264.wmf"/><Relationship Id="rId26" Type="http://schemas.openxmlformats.org/officeDocument/2006/relationships/image" Target="../media/image268.wmf"/><Relationship Id="rId3" Type="http://schemas.openxmlformats.org/officeDocument/2006/relationships/tags" Target="../tags/tag5.xml"/><Relationship Id="rId21" Type="http://schemas.openxmlformats.org/officeDocument/2006/relationships/oleObject" Target="../embeddings/oleObject351.bin"/><Relationship Id="rId7" Type="http://schemas.openxmlformats.org/officeDocument/2006/relationships/tags" Target="../tags/tag9.xml"/><Relationship Id="rId12" Type="http://schemas.openxmlformats.org/officeDocument/2006/relationships/image" Target="../media/image261.emf"/><Relationship Id="rId17" Type="http://schemas.openxmlformats.org/officeDocument/2006/relationships/oleObject" Target="../embeddings/oleObject349.bin"/><Relationship Id="rId25" Type="http://schemas.openxmlformats.org/officeDocument/2006/relationships/oleObject" Target="../embeddings/oleObject353.bin"/><Relationship Id="rId2" Type="http://schemas.openxmlformats.org/officeDocument/2006/relationships/tags" Target="../tags/tag4.xml"/><Relationship Id="rId16" Type="http://schemas.openxmlformats.org/officeDocument/2006/relationships/image" Target="../media/image263.emf"/><Relationship Id="rId20" Type="http://schemas.openxmlformats.org/officeDocument/2006/relationships/image" Target="../media/image265.wmf"/><Relationship Id="rId29" Type="http://schemas.openxmlformats.org/officeDocument/2006/relationships/oleObject" Target="../embeddings/oleObject355.bin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oleObject" Target="../embeddings/oleObject346.bin"/><Relationship Id="rId24" Type="http://schemas.openxmlformats.org/officeDocument/2006/relationships/image" Target="../media/image267.wmf"/><Relationship Id="rId5" Type="http://schemas.openxmlformats.org/officeDocument/2006/relationships/tags" Target="../tags/tag7.xml"/><Relationship Id="rId15" Type="http://schemas.openxmlformats.org/officeDocument/2006/relationships/oleObject" Target="../embeddings/oleObject348.bin"/><Relationship Id="rId23" Type="http://schemas.openxmlformats.org/officeDocument/2006/relationships/oleObject" Target="../embeddings/oleObject352.bin"/><Relationship Id="rId28" Type="http://schemas.openxmlformats.org/officeDocument/2006/relationships/image" Target="../media/image269.wmf"/><Relationship Id="rId10" Type="http://schemas.openxmlformats.org/officeDocument/2006/relationships/image" Target="../media/image260.emf"/><Relationship Id="rId19" Type="http://schemas.openxmlformats.org/officeDocument/2006/relationships/oleObject" Target="../embeddings/oleObject350.bin"/><Relationship Id="rId4" Type="http://schemas.openxmlformats.org/officeDocument/2006/relationships/tags" Target="../tags/tag6.xml"/><Relationship Id="rId9" Type="http://schemas.openxmlformats.org/officeDocument/2006/relationships/oleObject" Target="../embeddings/oleObject345.bin"/><Relationship Id="rId14" Type="http://schemas.openxmlformats.org/officeDocument/2006/relationships/image" Target="../media/image262.emf"/><Relationship Id="rId22" Type="http://schemas.openxmlformats.org/officeDocument/2006/relationships/image" Target="../media/image266.wmf"/><Relationship Id="rId27" Type="http://schemas.openxmlformats.org/officeDocument/2006/relationships/oleObject" Target="../embeddings/oleObject354.bin"/><Relationship Id="rId30" Type="http://schemas.openxmlformats.org/officeDocument/2006/relationships/image" Target="../media/image27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13" Type="http://schemas.openxmlformats.org/officeDocument/2006/relationships/image" Target="../media/image275.png"/><Relationship Id="rId3" Type="http://schemas.openxmlformats.org/officeDocument/2006/relationships/tags" Target="../tags/tag12.xml"/><Relationship Id="rId7" Type="http://schemas.openxmlformats.org/officeDocument/2006/relationships/oleObject" Target="../embeddings/oleObject356.bin"/><Relationship Id="rId12" Type="http://schemas.openxmlformats.org/officeDocument/2006/relationships/image" Target="../media/image274.wmf"/><Relationship Id="rId2" Type="http://schemas.openxmlformats.org/officeDocument/2006/relationships/tags" Target="../tags/tag11.xml"/><Relationship Id="rId16" Type="http://schemas.openxmlformats.org/officeDocument/2006/relationships/image" Target="../media/image278.png"/><Relationship Id="rId1" Type="http://schemas.openxmlformats.org/officeDocument/2006/relationships/tags" Target="../tags/tag10.xml"/><Relationship Id="rId6" Type="http://schemas.openxmlformats.org/officeDocument/2006/relationships/image" Target="../media/image271.png"/><Relationship Id="rId11" Type="http://schemas.openxmlformats.org/officeDocument/2006/relationships/oleObject" Target="../embeddings/oleObject358.bin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77.png"/><Relationship Id="rId10" Type="http://schemas.openxmlformats.org/officeDocument/2006/relationships/image" Target="../media/image273.wmf"/><Relationship Id="rId4" Type="http://schemas.openxmlformats.org/officeDocument/2006/relationships/tags" Target="../tags/tag13.xml"/><Relationship Id="rId9" Type="http://schemas.openxmlformats.org/officeDocument/2006/relationships/oleObject" Target="../embeddings/oleObject357.bin"/><Relationship Id="rId14" Type="http://schemas.openxmlformats.org/officeDocument/2006/relationships/image" Target="../media/image27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2.bin"/><Relationship Id="rId3" Type="http://schemas.openxmlformats.org/officeDocument/2006/relationships/image" Target="../media/image279.wmf"/><Relationship Id="rId7" Type="http://schemas.openxmlformats.org/officeDocument/2006/relationships/image" Target="../media/image272.wmf"/><Relationship Id="rId2" Type="http://schemas.openxmlformats.org/officeDocument/2006/relationships/oleObject" Target="../embeddings/oleObject3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1.bin"/><Relationship Id="rId11" Type="http://schemas.openxmlformats.org/officeDocument/2006/relationships/image" Target="../media/image274.wmf"/><Relationship Id="rId5" Type="http://schemas.openxmlformats.org/officeDocument/2006/relationships/image" Target="../media/image280.wmf"/><Relationship Id="rId10" Type="http://schemas.openxmlformats.org/officeDocument/2006/relationships/oleObject" Target="../embeddings/oleObject363.bin"/><Relationship Id="rId4" Type="http://schemas.openxmlformats.org/officeDocument/2006/relationships/oleObject" Target="../embeddings/oleObject360.bin"/><Relationship Id="rId9" Type="http://schemas.openxmlformats.org/officeDocument/2006/relationships/image" Target="../media/image273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3" Type="http://schemas.openxmlformats.org/officeDocument/2006/relationships/oleObject" Target="../embeddings/oleObject364.bin"/><Relationship Id="rId7" Type="http://schemas.openxmlformats.org/officeDocument/2006/relationships/oleObject" Target="../embeddings/oleObject366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6" Type="http://schemas.openxmlformats.org/officeDocument/2006/relationships/image" Target="../media/image283.wmf"/><Relationship Id="rId5" Type="http://schemas.openxmlformats.org/officeDocument/2006/relationships/oleObject" Target="../embeddings/oleObject365.bin"/><Relationship Id="rId4" Type="http://schemas.openxmlformats.org/officeDocument/2006/relationships/image" Target="../media/image282.wmf"/><Relationship Id="rId9" Type="http://schemas.openxmlformats.org/officeDocument/2006/relationships/image" Target="../media/image28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oleObject" Target="../embeddings/oleObject369.bin"/><Relationship Id="rId18" Type="http://schemas.openxmlformats.org/officeDocument/2006/relationships/image" Target="../media/image290.wmf"/><Relationship Id="rId3" Type="http://schemas.openxmlformats.org/officeDocument/2006/relationships/tags" Target="../tags/tag18.xml"/><Relationship Id="rId21" Type="http://schemas.openxmlformats.org/officeDocument/2006/relationships/oleObject" Target="../embeddings/oleObject373.bin"/><Relationship Id="rId7" Type="http://schemas.openxmlformats.org/officeDocument/2006/relationships/tags" Target="../tags/tag22.xml"/><Relationship Id="rId12" Type="http://schemas.openxmlformats.org/officeDocument/2006/relationships/image" Target="../media/image287.wmf"/><Relationship Id="rId17" Type="http://schemas.openxmlformats.org/officeDocument/2006/relationships/oleObject" Target="../embeddings/oleObject371.bin"/><Relationship Id="rId2" Type="http://schemas.openxmlformats.org/officeDocument/2006/relationships/tags" Target="../tags/tag17.xml"/><Relationship Id="rId16" Type="http://schemas.openxmlformats.org/officeDocument/2006/relationships/image" Target="../media/image289.wmf"/><Relationship Id="rId20" Type="http://schemas.openxmlformats.org/officeDocument/2006/relationships/image" Target="../media/image291.wmf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oleObject" Target="../embeddings/oleObject368.bin"/><Relationship Id="rId5" Type="http://schemas.openxmlformats.org/officeDocument/2006/relationships/tags" Target="../tags/tag20.xml"/><Relationship Id="rId15" Type="http://schemas.openxmlformats.org/officeDocument/2006/relationships/oleObject" Target="../embeddings/oleObject370.bin"/><Relationship Id="rId10" Type="http://schemas.openxmlformats.org/officeDocument/2006/relationships/image" Target="../media/image286.wmf"/><Relationship Id="rId19" Type="http://schemas.openxmlformats.org/officeDocument/2006/relationships/oleObject" Target="../embeddings/oleObject372.bin"/><Relationship Id="rId4" Type="http://schemas.openxmlformats.org/officeDocument/2006/relationships/tags" Target="../tags/tag19.xml"/><Relationship Id="rId9" Type="http://schemas.openxmlformats.org/officeDocument/2006/relationships/oleObject" Target="../embeddings/oleObject367.bin"/><Relationship Id="rId14" Type="http://schemas.openxmlformats.org/officeDocument/2006/relationships/image" Target="../media/image288.wmf"/><Relationship Id="rId22" Type="http://schemas.openxmlformats.org/officeDocument/2006/relationships/image" Target="../media/image29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4.bin"/><Relationship Id="rId13" Type="http://schemas.openxmlformats.org/officeDocument/2006/relationships/image" Target="../media/image295.emf"/><Relationship Id="rId18" Type="http://schemas.openxmlformats.org/officeDocument/2006/relationships/oleObject" Target="../embeddings/oleObject379.bin"/><Relationship Id="rId26" Type="http://schemas.openxmlformats.org/officeDocument/2006/relationships/oleObject" Target="../embeddings/oleObject383.bin"/><Relationship Id="rId3" Type="http://schemas.openxmlformats.org/officeDocument/2006/relationships/tags" Target="../tags/tag25.xml"/><Relationship Id="rId21" Type="http://schemas.openxmlformats.org/officeDocument/2006/relationships/image" Target="../media/image299.emf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376.bin"/><Relationship Id="rId17" Type="http://schemas.openxmlformats.org/officeDocument/2006/relationships/image" Target="../media/image297.emf"/><Relationship Id="rId25" Type="http://schemas.openxmlformats.org/officeDocument/2006/relationships/image" Target="../media/image301.wmf"/><Relationship Id="rId33" Type="http://schemas.openxmlformats.org/officeDocument/2006/relationships/image" Target="../media/image305.wmf"/><Relationship Id="rId2" Type="http://schemas.openxmlformats.org/officeDocument/2006/relationships/tags" Target="../tags/tag24.xml"/><Relationship Id="rId16" Type="http://schemas.openxmlformats.org/officeDocument/2006/relationships/oleObject" Target="../embeddings/oleObject378.bin"/><Relationship Id="rId20" Type="http://schemas.openxmlformats.org/officeDocument/2006/relationships/oleObject" Target="../embeddings/oleObject380.bin"/><Relationship Id="rId29" Type="http://schemas.openxmlformats.org/officeDocument/2006/relationships/image" Target="../media/image303.wmf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294.emf"/><Relationship Id="rId24" Type="http://schemas.openxmlformats.org/officeDocument/2006/relationships/oleObject" Target="../embeddings/oleObject382.bin"/><Relationship Id="rId32" Type="http://schemas.openxmlformats.org/officeDocument/2006/relationships/oleObject" Target="../embeddings/oleObject386.bin"/><Relationship Id="rId5" Type="http://schemas.openxmlformats.org/officeDocument/2006/relationships/tags" Target="../tags/tag27.xml"/><Relationship Id="rId15" Type="http://schemas.openxmlformats.org/officeDocument/2006/relationships/image" Target="../media/image296.emf"/><Relationship Id="rId23" Type="http://schemas.openxmlformats.org/officeDocument/2006/relationships/image" Target="../media/image300.wmf"/><Relationship Id="rId28" Type="http://schemas.openxmlformats.org/officeDocument/2006/relationships/oleObject" Target="../embeddings/oleObject384.bin"/><Relationship Id="rId10" Type="http://schemas.openxmlformats.org/officeDocument/2006/relationships/oleObject" Target="../embeddings/oleObject375.bin"/><Relationship Id="rId19" Type="http://schemas.openxmlformats.org/officeDocument/2006/relationships/image" Target="../media/image298.emf"/><Relationship Id="rId31" Type="http://schemas.openxmlformats.org/officeDocument/2006/relationships/image" Target="../media/image304.wmf"/><Relationship Id="rId4" Type="http://schemas.openxmlformats.org/officeDocument/2006/relationships/tags" Target="../tags/tag26.xml"/><Relationship Id="rId9" Type="http://schemas.openxmlformats.org/officeDocument/2006/relationships/image" Target="../media/image293.wmf"/><Relationship Id="rId14" Type="http://schemas.openxmlformats.org/officeDocument/2006/relationships/oleObject" Target="../embeddings/oleObject377.bin"/><Relationship Id="rId22" Type="http://schemas.openxmlformats.org/officeDocument/2006/relationships/oleObject" Target="../embeddings/oleObject381.bin"/><Relationship Id="rId27" Type="http://schemas.openxmlformats.org/officeDocument/2006/relationships/image" Target="../media/image302.wmf"/><Relationship Id="rId30" Type="http://schemas.openxmlformats.org/officeDocument/2006/relationships/oleObject" Target="../embeddings/oleObject38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0.bin"/><Relationship Id="rId13" Type="http://schemas.openxmlformats.org/officeDocument/2006/relationships/image" Target="../media/image311.emf"/><Relationship Id="rId18" Type="http://schemas.openxmlformats.org/officeDocument/2006/relationships/oleObject" Target="../embeddings/oleObject395.bin"/><Relationship Id="rId26" Type="http://schemas.openxmlformats.org/officeDocument/2006/relationships/oleObject" Target="../embeddings/oleObject399.bin"/><Relationship Id="rId3" Type="http://schemas.openxmlformats.org/officeDocument/2006/relationships/image" Target="../media/image306.emf"/><Relationship Id="rId21" Type="http://schemas.openxmlformats.org/officeDocument/2006/relationships/image" Target="../media/image315.emf"/><Relationship Id="rId7" Type="http://schemas.openxmlformats.org/officeDocument/2006/relationships/image" Target="../media/image308.emf"/><Relationship Id="rId12" Type="http://schemas.openxmlformats.org/officeDocument/2006/relationships/oleObject" Target="../embeddings/oleObject392.bin"/><Relationship Id="rId17" Type="http://schemas.openxmlformats.org/officeDocument/2006/relationships/image" Target="../media/image313.emf"/><Relationship Id="rId25" Type="http://schemas.openxmlformats.org/officeDocument/2006/relationships/image" Target="../media/image317.emf"/><Relationship Id="rId2" Type="http://schemas.openxmlformats.org/officeDocument/2006/relationships/oleObject" Target="../embeddings/oleObject387.bin"/><Relationship Id="rId16" Type="http://schemas.openxmlformats.org/officeDocument/2006/relationships/oleObject" Target="../embeddings/oleObject394.bin"/><Relationship Id="rId20" Type="http://schemas.openxmlformats.org/officeDocument/2006/relationships/oleObject" Target="../embeddings/oleObject396.bin"/><Relationship Id="rId29" Type="http://schemas.openxmlformats.org/officeDocument/2006/relationships/image" Target="../media/image31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9.bin"/><Relationship Id="rId11" Type="http://schemas.openxmlformats.org/officeDocument/2006/relationships/image" Target="../media/image310.emf"/><Relationship Id="rId24" Type="http://schemas.openxmlformats.org/officeDocument/2006/relationships/oleObject" Target="../embeddings/oleObject398.bin"/><Relationship Id="rId5" Type="http://schemas.openxmlformats.org/officeDocument/2006/relationships/image" Target="../media/image307.emf"/><Relationship Id="rId15" Type="http://schemas.openxmlformats.org/officeDocument/2006/relationships/image" Target="../media/image312.emf"/><Relationship Id="rId23" Type="http://schemas.openxmlformats.org/officeDocument/2006/relationships/image" Target="../media/image316.emf"/><Relationship Id="rId28" Type="http://schemas.openxmlformats.org/officeDocument/2006/relationships/oleObject" Target="../embeddings/oleObject400.bin"/><Relationship Id="rId10" Type="http://schemas.openxmlformats.org/officeDocument/2006/relationships/oleObject" Target="../embeddings/oleObject391.bin"/><Relationship Id="rId19" Type="http://schemas.openxmlformats.org/officeDocument/2006/relationships/image" Target="../media/image314.emf"/><Relationship Id="rId31" Type="http://schemas.openxmlformats.org/officeDocument/2006/relationships/image" Target="../media/image320.emf"/><Relationship Id="rId4" Type="http://schemas.openxmlformats.org/officeDocument/2006/relationships/oleObject" Target="../embeddings/oleObject388.bin"/><Relationship Id="rId9" Type="http://schemas.openxmlformats.org/officeDocument/2006/relationships/image" Target="../media/image309.emf"/><Relationship Id="rId14" Type="http://schemas.openxmlformats.org/officeDocument/2006/relationships/oleObject" Target="../embeddings/oleObject393.bin"/><Relationship Id="rId22" Type="http://schemas.openxmlformats.org/officeDocument/2006/relationships/oleObject" Target="../embeddings/oleObject397.bin"/><Relationship Id="rId27" Type="http://schemas.openxmlformats.org/officeDocument/2006/relationships/image" Target="../media/image318.emf"/><Relationship Id="rId30" Type="http://schemas.openxmlformats.org/officeDocument/2006/relationships/oleObject" Target="../embeddings/oleObject40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5.bin"/><Relationship Id="rId3" Type="http://schemas.openxmlformats.org/officeDocument/2006/relationships/image" Target="../media/image321.emf"/><Relationship Id="rId7" Type="http://schemas.openxmlformats.org/officeDocument/2006/relationships/image" Target="../media/image323.emf"/><Relationship Id="rId2" Type="http://schemas.openxmlformats.org/officeDocument/2006/relationships/oleObject" Target="../embeddings/oleObject4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4.bin"/><Relationship Id="rId11" Type="http://schemas.openxmlformats.org/officeDocument/2006/relationships/image" Target="../media/image325.emf"/><Relationship Id="rId5" Type="http://schemas.openxmlformats.org/officeDocument/2006/relationships/image" Target="../media/image322.emf"/><Relationship Id="rId10" Type="http://schemas.openxmlformats.org/officeDocument/2006/relationships/oleObject" Target="../embeddings/oleObject406.bin"/><Relationship Id="rId4" Type="http://schemas.openxmlformats.org/officeDocument/2006/relationships/oleObject" Target="../embeddings/oleObject403.bin"/><Relationship Id="rId9" Type="http://schemas.openxmlformats.org/officeDocument/2006/relationships/image" Target="../media/image324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emf"/><Relationship Id="rId13" Type="http://schemas.openxmlformats.org/officeDocument/2006/relationships/oleObject" Target="../embeddings/oleObject412.bin"/><Relationship Id="rId18" Type="http://schemas.openxmlformats.org/officeDocument/2006/relationships/image" Target="../media/image333.emf"/><Relationship Id="rId3" Type="http://schemas.openxmlformats.org/officeDocument/2006/relationships/oleObject" Target="../embeddings/oleObject407.bin"/><Relationship Id="rId7" Type="http://schemas.openxmlformats.org/officeDocument/2006/relationships/oleObject" Target="../embeddings/oleObject409.bin"/><Relationship Id="rId12" Type="http://schemas.openxmlformats.org/officeDocument/2006/relationships/image" Target="../media/image330.emf"/><Relationship Id="rId17" Type="http://schemas.openxmlformats.org/officeDocument/2006/relationships/oleObject" Target="../embeddings/oleObject414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3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7.emf"/><Relationship Id="rId11" Type="http://schemas.openxmlformats.org/officeDocument/2006/relationships/oleObject" Target="../embeddings/oleObject411.bin"/><Relationship Id="rId5" Type="http://schemas.openxmlformats.org/officeDocument/2006/relationships/oleObject" Target="../embeddings/oleObject408.bin"/><Relationship Id="rId15" Type="http://schemas.openxmlformats.org/officeDocument/2006/relationships/oleObject" Target="../embeddings/oleObject413.bin"/><Relationship Id="rId10" Type="http://schemas.openxmlformats.org/officeDocument/2006/relationships/image" Target="../media/image329.wmf"/><Relationship Id="rId4" Type="http://schemas.openxmlformats.org/officeDocument/2006/relationships/image" Target="../media/image326.emf"/><Relationship Id="rId9" Type="http://schemas.openxmlformats.org/officeDocument/2006/relationships/oleObject" Target="../embeddings/oleObject410.bin"/><Relationship Id="rId14" Type="http://schemas.openxmlformats.org/officeDocument/2006/relationships/image" Target="../media/image331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8.bin"/><Relationship Id="rId13" Type="http://schemas.openxmlformats.org/officeDocument/2006/relationships/image" Target="../media/image339.emf"/><Relationship Id="rId18" Type="http://schemas.openxmlformats.org/officeDocument/2006/relationships/oleObject" Target="../embeddings/oleObject423.bin"/><Relationship Id="rId26" Type="http://schemas.openxmlformats.org/officeDocument/2006/relationships/oleObject" Target="../embeddings/oleObject427.bin"/><Relationship Id="rId3" Type="http://schemas.openxmlformats.org/officeDocument/2006/relationships/image" Target="../media/image334.emf"/><Relationship Id="rId21" Type="http://schemas.openxmlformats.org/officeDocument/2006/relationships/image" Target="../media/image343.emf"/><Relationship Id="rId7" Type="http://schemas.openxmlformats.org/officeDocument/2006/relationships/image" Target="../media/image336.emf"/><Relationship Id="rId12" Type="http://schemas.openxmlformats.org/officeDocument/2006/relationships/oleObject" Target="../embeddings/oleObject420.bin"/><Relationship Id="rId17" Type="http://schemas.openxmlformats.org/officeDocument/2006/relationships/image" Target="../media/image341.emf"/><Relationship Id="rId25" Type="http://schemas.openxmlformats.org/officeDocument/2006/relationships/image" Target="../media/image345.emf"/><Relationship Id="rId2" Type="http://schemas.openxmlformats.org/officeDocument/2006/relationships/oleObject" Target="../embeddings/oleObject415.bin"/><Relationship Id="rId16" Type="http://schemas.openxmlformats.org/officeDocument/2006/relationships/oleObject" Target="../embeddings/oleObject422.bin"/><Relationship Id="rId20" Type="http://schemas.openxmlformats.org/officeDocument/2006/relationships/oleObject" Target="../embeddings/oleObject4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7.bin"/><Relationship Id="rId11" Type="http://schemas.openxmlformats.org/officeDocument/2006/relationships/image" Target="../media/image338.emf"/><Relationship Id="rId24" Type="http://schemas.openxmlformats.org/officeDocument/2006/relationships/oleObject" Target="../embeddings/oleObject426.bin"/><Relationship Id="rId5" Type="http://schemas.openxmlformats.org/officeDocument/2006/relationships/image" Target="../media/image335.emf"/><Relationship Id="rId15" Type="http://schemas.openxmlformats.org/officeDocument/2006/relationships/image" Target="../media/image340.emf"/><Relationship Id="rId23" Type="http://schemas.openxmlformats.org/officeDocument/2006/relationships/image" Target="../media/image344.emf"/><Relationship Id="rId10" Type="http://schemas.openxmlformats.org/officeDocument/2006/relationships/oleObject" Target="../embeddings/oleObject419.bin"/><Relationship Id="rId19" Type="http://schemas.openxmlformats.org/officeDocument/2006/relationships/image" Target="../media/image342.emf"/><Relationship Id="rId4" Type="http://schemas.openxmlformats.org/officeDocument/2006/relationships/oleObject" Target="../embeddings/oleObject416.bin"/><Relationship Id="rId9" Type="http://schemas.openxmlformats.org/officeDocument/2006/relationships/image" Target="../media/image337.emf"/><Relationship Id="rId14" Type="http://schemas.openxmlformats.org/officeDocument/2006/relationships/oleObject" Target="../embeddings/oleObject421.bin"/><Relationship Id="rId22" Type="http://schemas.openxmlformats.org/officeDocument/2006/relationships/oleObject" Target="../embeddings/oleObject425.bin"/><Relationship Id="rId27" Type="http://schemas.openxmlformats.org/officeDocument/2006/relationships/image" Target="../media/image284.w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1.wmf"/><Relationship Id="rId18" Type="http://schemas.openxmlformats.org/officeDocument/2006/relationships/oleObject" Target="../embeddings/oleObject436.bin"/><Relationship Id="rId26" Type="http://schemas.openxmlformats.org/officeDocument/2006/relationships/oleObject" Target="../embeddings/oleObject441.bin"/><Relationship Id="rId39" Type="http://schemas.openxmlformats.org/officeDocument/2006/relationships/oleObject" Target="../embeddings/oleObject448.bin"/><Relationship Id="rId21" Type="http://schemas.openxmlformats.org/officeDocument/2006/relationships/image" Target="../media/image355.wmf"/><Relationship Id="rId34" Type="http://schemas.openxmlformats.org/officeDocument/2006/relationships/image" Target="../media/image360.wmf"/><Relationship Id="rId42" Type="http://schemas.openxmlformats.org/officeDocument/2006/relationships/image" Target="../media/image364.wmf"/><Relationship Id="rId47" Type="http://schemas.openxmlformats.org/officeDocument/2006/relationships/oleObject" Target="../embeddings/oleObject452.bin"/><Relationship Id="rId50" Type="http://schemas.openxmlformats.org/officeDocument/2006/relationships/oleObject" Target="../embeddings/oleObject454.bin"/><Relationship Id="rId55" Type="http://schemas.openxmlformats.org/officeDocument/2006/relationships/oleObject" Target="../embeddings/oleObject458.bin"/><Relationship Id="rId63" Type="http://schemas.openxmlformats.org/officeDocument/2006/relationships/oleObject" Target="../embeddings/oleObject462.bin"/><Relationship Id="rId68" Type="http://schemas.openxmlformats.org/officeDocument/2006/relationships/image" Target="../media/image372.wmf"/><Relationship Id="rId7" Type="http://schemas.openxmlformats.org/officeDocument/2006/relationships/image" Target="../media/image348.wmf"/><Relationship Id="rId2" Type="http://schemas.openxmlformats.org/officeDocument/2006/relationships/oleObject" Target="../embeddings/oleObject428.bin"/><Relationship Id="rId16" Type="http://schemas.openxmlformats.org/officeDocument/2006/relationships/oleObject" Target="../embeddings/oleObject435.bin"/><Relationship Id="rId29" Type="http://schemas.openxmlformats.org/officeDocument/2006/relationships/image" Target="../media/image35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0.bin"/><Relationship Id="rId11" Type="http://schemas.openxmlformats.org/officeDocument/2006/relationships/image" Target="../media/image350.wmf"/><Relationship Id="rId24" Type="http://schemas.openxmlformats.org/officeDocument/2006/relationships/oleObject" Target="../embeddings/oleObject439.bin"/><Relationship Id="rId32" Type="http://schemas.openxmlformats.org/officeDocument/2006/relationships/oleObject" Target="../embeddings/oleObject444.bin"/><Relationship Id="rId37" Type="http://schemas.openxmlformats.org/officeDocument/2006/relationships/oleObject" Target="../embeddings/oleObject447.bin"/><Relationship Id="rId40" Type="http://schemas.openxmlformats.org/officeDocument/2006/relationships/image" Target="../media/image363.wmf"/><Relationship Id="rId45" Type="http://schemas.openxmlformats.org/officeDocument/2006/relationships/oleObject" Target="../embeddings/oleObject451.bin"/><Relationship Id="rId53" Type="http://schemas.openxmlformats.org/officeDocument/2006/relationships/image" Target="../media/image368.wmf"/><Relationship Id="rId58" Type="http://schemas.openxmlformats.org/officeDocument/2006/relationships/image" Target="../media/image29.wmf"/><Relationship Id="rId66" Type="http://schemas.openxmlformats.org/officeDocument/2006/relationships/image" Target="../media/image371.wmf"/><Relationship Id="rId5" Type="http://schemas.openxmlformats.org/officeDocument/2006/relationships/image" Target="../media/image347.wmf"/><Relationship Id="rId15" Type="http://schemas.openxmlformats.org/officeDocument/2006/relationships/image" Target="../media/image352.wmf"/><Relationship Id="rId23" Type="http://schemas.openxmlformats.org/officeDocument/2006/relationships/image" Target="../media/image356.wmf"/><Relationship Id="rId28" Type="http://schemas.openxmlformats.org/officeDocument/2006/relationships/oleObject" Target="../embeddings/oleObject442.bin"/><Relationship Id="rId36" Type="http://schemas.openxmlformats.org/officeDocument/2006/relationships/image" Target="../media/image361.wmf"/><Relationship Id="rId49" Type="http://schemas.openxmlformats.org/officeDocument/2006/relationships/oleObject" Target="../embeddings/oleObject453.bin"/><Relationship Id="rId57" Type="http://schemas.openxmlformats.org/officeDocument/2006/relationships/oleObject" Target="../embeddings/oleObject459.bin"/><Relationship Id="rId61" Type="http://schemas.openxmlformats.org/officeDocument/2006/relationships/oleObject" Target="../embeddings/oleObject461.bin"/><Relationship Id="rId10" Type="http://schemas.openxmlformats.org/officeDocument/2006/relationships/oleObject" Target="../embeddings/oleObject432.bin"/><Relationship Id="rId19" Type="http://schemas.openxmlformats.org/officeDocument/2006/relationships/image" Target="../media/image354.wmf"/><Relationship Id="rId31" Type="http://schemas.openxmlformats.org/officeDocument/2006/relationships/image" Target="../media/image359.wmf"/><Relationship Id="rId44" Type="http://schemas.openxmlformats.org/officeDocument/2006/relationships/image" Target="../media/image365.wmf"/><Relationship Id="rId52" Type="http://schemas.openxmlformats.org/officeDocument/2006/relationships/oleObject" Target="../embeddings/oleObject456.bin"/><Relationship Id="rId60" Type="http://schemas.openxmlformats.org/officeDocument/2006/relationships/image" Target="../media/image30.wmf"/><Relationship Id="rId65" Type="http://schemas.openxmlformats.org/officeDocument/2006/relationships/oleObject" Target="../embeddings/oleObject463.bin"/><Relationship Id="rId4" Type="http://schemas.openxmlformats.org/officeDocument/2006/relationships/oleObject" Target="../embeddings/oleObject429.bin"/><Relationship Id="rId9" Type="http://schemas.openxmlformats.org/officeDocument/2006/relationships/image" Target="../media/image349.wmf"/><Relationship Id="rId14" Type="http://schemas.openxmlformats.org/officeDocument/2006/relationships/oleObject" Target="../embeddings/oleObject434.bin"/><Relationship Id="rId22" Type="http://schemas.openxmlformats.org/officeDocument/2006/relationships/oleObject" Target="../embeddings/oleObject438.bin"/><Relationship Id="rId27" Type="http://schemas.openxmlformats.org/officeDocument/2006/relationships/image" Target="../media/image357.wmf"/><Relationship Id="rId30" Type="http://schemas.openxmlformats.org/officeDocument/2006/relationships/oleObject" Target="../embeddings/oleObject443.bin"/><Relationship Id="rId35" Type="http://schemas.openxmlformats.org/officeDocument/2006/relationships/oleObject" Target="../embeddings/oleObject446.bin"/><Relationship Id="rId43" Type="http://schemas.openxmlformats.org/officeDocument/2006/relationships/oleObject" Target="../embeddings/oleObject450.bin"/><Relationship Id="rId48" Type="http://schemas.openxmlformats.org/officeDocument/2006/relationships/image" Target="../media/image367.wmf"/><Relationship Id="rId56" Type="http://schemas.openxmlformats.org/officeDocument/2006/relationships/image" Target="../media/image369.wmf"/><Relationship Id="rId64" Type="http://schemas.openxmlformats.org/officeDocument/2006/relationships/image" Target="../media/image370.wmf"/><Relationship Id="rId69" Type="http://schemas.openxmlformats.org/officeDocument/2006/relationships/oleObject" Target="../embeddings/oleObject465.bin"/><Relationship Id="rId8" Type="http://schemas.openxmlformats.org/officeDocument/2006/relationships/oleObject" Target="../embeddings/oleObject431.bin"/><Relationship Id="rId51" Type="http://schemas.openxmlformats.org/officeDocument/2006/relationships/oleObject" Target="../embeddings/oleObject455.bin"/><Relationship Id="rId3" Type="http://schemas.openxmlformats.org/officeDocument/2006/relationships/image" Target="../media/image346.wmf"/><Relationship Id="rId12" Type="http://schemas.openxmlformats.org/officeDocument/2006/relationships/oleObject" Target="../embeddings/oleObject433.bin"/><Relationship Id="rId17" Type="http://schemas.openxmlformats.org/officeDocument/2006/relationships/image" Target="../media/image353.wmf"/><Relationship Id="rId25" Type="http://schemas.openxmlformats.org/officeDocument/2006/relationships/oleObject" Target="../embeddings/oleObject440.bin"/><Relationship Id="rId33" Type="http://schemas.openxmlformats.org/officeDocument/2006/relationships/oleObject" Target="../embeddings/oleObject445.bin"/><Relationship Id="rId38" Type="http://schemas.openxmlformats.org/officeDocument/2006/relationships/image" Target="../media/image362.wmf"/><Relationship Id="rId46" Type="http://schemas.openxmlformats.org/officeDocument/2006/relationships/image" Target="../media/image366.wmf"/><Relationship Id="rId59" Type="http://schemas.openxmlformats.org/officeDocument/2006/relationships/oleObject" Target="../embeddings/oleObject460.bin"/><Relationship Id="rId67" Type="http://schemas.openxmlformats.org/officeDocument/2006/relationships/oleObject" Target="../embeddings/oleObject464.bin"/><Relationship Id="rId20" Type="http://schemas.openxmlformats.org/officeDocument/2006/relationships/oleObject" Target="../embeddings/oleObject437.bin"/><Relationship Id="rId41" Type="http://schemas.openxmlformats.org/officeDocument/2006/relationships/oleObject" Target="../embeddings/oleObject449.bin"/><Relationship Id="rId54" Type="http://schemas.openxmlformats.org/officeDocument/2006/relationships/oleObject" Target="../embeddings/oleObject457.bin"/><Relationship Id="rId62" Type="http://schemas.openxmlformats.org/officeDocument/2006/relationships/image" Target="../media/image31.wmf"/><Relationship Id="rId70" Type="http://schemas.openxmlformats.org/officeDocument/2006/relationships/image" Target="../media/image37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wmf"/><Relationship Id="rId13" Type="http://schemas.openxmlformats.org/officeDocument/2006/relationships/oleObject" Target="../embeddings/oleObject469.bin"/><Relationship Id="rId3" Type="http://schemas.openxmlformats.org/officeDocument/2006/relationships/image" Target="../media/image375.png"/><Relationship Id="rId7" Type="http://schemas.openxmlformats.org/officeDocument/2006/relationships/oleObject" Target="../embeddings/oleObject466.bin"/><Relationship Id="rId12" Type="http://schemas.openxmlformats.org/officeDocument/2006/relationships/image" Target="../media/image381.wmf"/><Relationship Id="rId2" Type="http://schemas.openxmlformats.org/officeDocument/2006/relationships/image" Target="../media/image3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8.emf"/><Relationship Id="rId11" Type="http://schemas.openxmlformats.org/officeDocument/2006/relationships/oleObject" Target="../embeddings/oleObject468.bin"/><Relationship Id="rId5" Type="http://schemas.openxmlformats.org/officeDocument/2006/relationships/image" Target="../media/image377.emf"/><Relationship Id="rId10" Type="http://schemas.openxmlformats.org/officeDocument/2006/relationships/image" Target="../media/image380.wmf"/><Relationship Id="rId4" Type="http://schemas.openxmlformats.org/officeDocument/2006/relationships/image" Target="../media/image376.emf"/><Relationship Id="rId9" Type="http://schemas.openxmlformats.org/officeDocument/2006/relationships/oleObject" Target="../embeddings/oleObject467.bin"/><Relationship Id="rId14" Type="http://schemas.openxmlformats.org/officeDocument/2006/relationships/image" Target="../media/image38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3.bin"/><Relationship Id="rId13" Type="http://schemas.openxmlformats.org/officeDocument/2006/relationships/image" Target="../media/image388.wmf"/><Relationship Id="rId18" Type="http://schemas.openxmlformats.org/officeDocument/2006/relationships/oleObject" Target="../embeddings/oleObject478.bin"/><Relationship Id="rId26" Type="http://schemas.openxmlformats.org/officeDocument/2006/relationships/oleObject" Target="../embeddings/oleObject482.bin"/><Relationship Id="rId3" Type="http://schemas.openxmlformats.org/officeDocument/2006/relationships/image" Target="../media/image383.wmf"/><Relationship Id="rId21" Type="http://schemas.openxmlformats.org/officeDocument/2006/relationships/image" Target="../media/image392.wmf"/><Relationship Id="rId34" Type="http://schemas.openxmlformats.org/officeDocument/2006/relationships/oleObject" Target="../embeddings/oleObject486.bin"/><Relationship Id="rId7" Type="http://schemas.openxmlformats.org/officeDocument/2006/relationships/image" Target="../media/image385.wmf"/><Relationship Id="rId12" Type="http://schemas.openxmlformats.org/officeDocument/2006/relationships/oleObject" Target="../embeddings/oleObject475.bin"/><Relationship Id="rId17" Type="http://schemas.openxmlformats.org/officeDocument/2006/relationships/image" Target="../media/image390.wmf"/><Relationship Id="rId25" Type="http://schemas.openxmlformats.org/officeDocument/2006/relationships/image" Target="../media/image394.wmf"/><Relationship Id="rId33" Type="http://schemas.openxmlformats.org/officeDocument/2006/relationships/image" Target="../media/image398.wmf"/><Relationship Id="rId2" Type="http://schemas.openxmlformats.org/officeDocument/2006/relationships/oleObject" Target="../embeddings/oleObject470.bin"/><Relationship Id="rId16" Type="http://schemas.openxmlformats.org/officeDocument/2006/relationships/oleObject" Target="../embeddings/oleObject477.bin"/><Relationship Id="rId20" Type="http://schemas.openxmlformats.org/officeDocument/2006/relationships/oleObject" Target="../embeddings/oleObject479.bin"/><Relationship Id="rId29" Type="http://schemas.openxmlformats.org/officeDocument/2006/relationships/image" Target="../media/image39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2.bin"/><Relationship Id="rId11" Type="http://schemas.openxmlformats.org/officeDocument/2006/relationships/image" Target="../media/image387.wmf"/><Relationship Id="rId24" Type="http://schemas.openxmlformats.org/officeDocument/2006/relationships/oleObject" Target="../embeddings/oleObject481.bin"/><Relationship Id="rId32" Type="http://schemas.openxmlformats.org/officeDocument/2006/relationships/oleObject" Target="../embeddings/oleObject485.bin"/><Relationship Id="rId5" Type="http://schemas.openxmlformats.org/officeDocument/2006/relationships/image" Target="../media/image384.wmf"/><Relationship Id="rId15" Type="http://schemas.openxmlformats.org/officeDocument/2006/relationships/image" Target="../media/image389.wmf"/><Relationship Id="rId23" Type="http://schemas.openxmlformats.org/officeDocument/2006/relationships/image" Target="../media/image393.wmf"/><Relationship Id="rId28" Type="http://schemas.openxmlformats.org/officeDocument/2006/relationships/oleObject" Target="../embeddings/oleObject483.bin"/><Relationship Id="rId10" Type="http://schemas.openxmlformats.org/officeDocument/2006/relationships/oleObject" Target="../embeddings/oleObject474.bin"/><Relationship Id="rId19" Type="http://schemas.openxmlformats.org/officeDocument/2006/relationships/image" Target="../media/image391.wmf"/><Relationship Id="rId31" Type="http://schemas.openxmlformats.org/officeDocument/2006/relationships/image" Target="../media/image397.wmf"/><Relationship Id="rId4" Type="http://schemas.openxmlformats.org/officeDocument/2006/relationships/oleObject" Target="../embeddings/oleObject471.bin"/><Relationship Id="rId9" Type="http://schemas.openxmlformats.org/officeDocument/2006/relationships/image" Target="../media/image386.wmf"/><Relationship Id="rId14" Type="http://schemas.openxmlformats.org/officeDocument/2006/relationships/oleObject" Target="../embeddings/oleObject476.bin"/><Relationship Id="rId22" Type="http://schemas.openxmlformats.org/officeDocument/2006/relationships/oleObject" Target="../embeddings/oleObject480.bin"/><Relationship Id="rId27" Type="http://schemas.openxmlformats.org/officeDocument/2006/relationships/image" Target="../media/image395.wmf"/><Relationship Id="rId30" Type="http://schemas.openxmlformats.org/officeDocument/2006/relationships/oleObject" Target="../embeddings/oleObject484.bin"/><Relationship Id="rId35" Type="http://schemas.openxmlformats.org/officeDocument/2006/relationships/image" Target="../media/image399.w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4.wmf"/><Relationship Id="rId18" Type="http://schemas.openxmlformats.org/officeDocument/2006/relationships/oleObject" Target="../embeddings/oleObject495.bin"/><Relationship Id="rId26" Type="http://schemas.openxmlformats.org/officeDocument/2006/relationships/oleObject" Target="../embeddings/oleObject499.bin"/><Relationship Id="rId39" Type="http://schemas.openxmlformats.org/officeDocument/2006/relationships/oleObject" Target="../embeddings/oleObject507.bin"/><Relationship Id="rId21" Type="http://schemas.openxmlformats.org/officeDocument/2006/relationships/image" Target="../media/image408.wmf"/><Relationship Id="rId34" Type="http://schemas.openxmlformats.org/officeDocument/2006/relationships/image" Target="../media/image414.wmf"/><Relationship Id="rId42" Type="http://schemas.openxmlformats.org/officeDocument/2006/relationships/image" Target="../media/image30.wmf"/><Relationship Id="rId47" Type="http://schemas.openxmlformats.org/officeDocument/2006/relationships/oleObject" Target="../embeddings/oleObject511.bin"/><Relationship Id="rId50" Type="http://schemas.openxmlformats.org/officeDocument/2006/relationships/image" Target="../media/image418.wmf"/><Relationship Id="rId55" Type="http://schemas.openxmlformats.org/officeDocument/2006/relationships/oleObject" Target="../embeddings/oleObject515.bin"/><Relationship Id="rId7" Type="http://schemas.openxmlformats.org/officeDocument/2006/relationships/image" Target="../media/image402.wmf"/><Relationship Id="rId12" Type="http://schemas.openxmlformats.org/officeDocument/2006/relationships/oleObject" Target="../embeddings/oleObject492.bin"/><Relationship Id="rId17" Type="http://schemas.openxmlformats.org/officeDocument/2006/relationships/image" Target="../media/image406.wmf"/><Relationship Id="rId25" Type="http://schemas.openxmlformats.org/officeDocument/2006/relationships/image" Target="../media/image410.wmf"/><Relationship Id="rId33" Type="http://schemas.openxmlformats.org/officeDocument/2006/relationships/oleObject" Target="../embeddings/oleObject503.bin"/><Relationship Id="rId38" Type="http://schemas.openxmlformats.org/officeDocument/2006/relationships/oleObject" Target="../embeddings/oleObject506.bin"/><Relationship Id="rId46" Type="http://schemas.openxmlformats.org/officeDocument/2006/relationships/image" Target="../media/image416.wmf"/><Relationship Id="rId2" Type="http://schemas.openxmlformats.org/officeDocument/2006/relationships/oleObject" Target="../embeddings/oleObject487.bin"/><Relationship Id="rId16" Type="http://schemas.openxmlformats.org/officeDocument/2006/relationships/oleObject" Target="../embeddings/oleObject494.bin"/><Relationship Id="rId20" Type="http://schemas.openxmlformats.org/officeDocument/2006/relationships/oleObject" Target="../embeddings/oleObject496.bin"/><Relationship Id="rId29" Type="http://schemas.openxmlformats.org/officeDocument/2006/relationships/image" Target="../media/image412.wmf"/><Relationship Id="rId41" Type="http://schemas.openxmlformats.org/officeDocument/2006/relationships/oleObject" Target="../embeddings/oleObject508.bin"/><Relationship Id="rId54" Type="http://schemas.openxmlformats.org/officeDocument/2006/relationships/image" Target="../media/image42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9.bin"/><Relationship Id="rId11" Type="http://schemas.openxmlformats.org/officeDocument/2006/relationships/image" Target="../media/image403.wmf"/><Relationship Id="rId24" Type="http://schemas.openxmlformats.org/officeDocument/2006/relationships/oleObject" Target="../embeddings/oleObject498.bin"/><Relationship Id="rId32" Type="http://schemas.openxmlformats.org/officeDocument/2006/relationships/image" Target="../media/image413.wmf"/><Relationship Id="rId37" Type="http://schemas.openxmlformats.org/officeDocument/2006/relationships/oleObject" Target="../embeddings/oleObject505.bin"/><Relationship Id="rId40" Type="http://schemas.openxmlformats.org/officeDocument/2006/relationships/image" Target="../media/image29.wmf"/><Relationship Id="rId45" Type="http://schemas.openxmlformats.org/officeDocument/2006/relationships/oleObject" Target="../embeddings/oleObject510.bin"/><Relationship Id="rId53" Type="http://schemas.openxmlformats.org/officeDocument/2006/relationships/oleObject" Target="../embeddings/oleObject514.bin"/><Relationship Id="rId5" Type="http://schemas.openxmlformats.org/officeDocument/2006/relationships/image" Target="../media/image401.wmf"/><Relationship Id="rId15" Type="http://schemas.openxmlformats.org/officeDocument/2006/relationships/image" Target="../media/image405.wmf"/><Relationship Id="rId23" Type="http://schemas.openxmlformats.org/officeDocument/2006/relationships/image" Target="../media/image409.wmf"/><Relationship Id="rId28" Type="http://schemas.openxmlformats.org/officeDocument/2006/relationships/oleObject" Target="../embeddings/oleObject500.bin"/><Relationship Id="rId36" Type="http://schemas.openxmlformats.org/officeDocument/2006/relationships/image" Target="../media/image415.wmf"/><Relationship Id="rId49" Type="http://schemas.openxmlformats.org/officeDocument/2006/relationships/oleObject" Target="../embeddings/oleObject512.bin"/><Relationship Id="rId10" Type="http://schemas.openxmlformats.org/officeDocument/2006/relationships/oleObject" Target="../embeddings/oleObject491.bin"/><Relationship Id="rId19" Type="http://schemas.openxmlformats.org/officeDocument/2006/relationships/image" Target="../media/image407.wmf"/><Relationship Id="rId31" Type="http://schemas.openxmlformats.org/officeDocument/2006/relationships/oleObject" Target="../embeddings/oleObject502.bin"/><Relationship Id="rId44" Type="http://schemas.openxmlformats.org/officeDocument/2006/relationships/image" Target="../media/image31.wmf"/><Relationship Id="rId52" Type="http://schemas.openxmlformats.org/officeDocument/2006/relationships/image" Target="../media/image419.wmf"/><Relationship Id="rId4" Type="http://schemas.openxmlformats.org/officeDocument/2006/relationships/oleObject" Target="../embeddings/oleObject488.bin"/><Relationship Id="rId9" Type="http://schemas.openxmlformats.org/officeDocument/2006/relationships/image" Target="../media/image348.wmf"/><Relationship Id="rId14" Type="http://schemas.openxmlformats.org/officeDocument/2006/relationships/oleObject" Target="../embeddings/oleObject493.bin"/><Relationship Id="rId22" Type="http://schemas.openxmlformats.org/officeDocument/2006/relationships/oleObject" Target="../embeddings/oleObject497.bin"/><Relationship Id="rId27" Type="http://schemas.openxmlformats.org/officeDocument/2006/relationships/image" Target="../media/image411.wmf"/><Relationship Id="rId30" Type="http://schemas.openxmlformats.org/officeDocument/2006/relationships/oleObject" Target="../embeddings/oleObject501.bin"/><Relationship Id="rId35" Type="http://schemas.openxmlformats.org/officeDocument/2006/relationships/oleObject" Target="../embeddings/oleObject504.bin"/><Relationship Id="rId43" Type="http://schemas.openxmlformats.org/officeDocument/2006/relationships/oleObject" Target="../embeddings/oleObject509.bin"/><Relationship Id="rId48" Type="http://schemas.openxmlformats.org/officeDocument/2006/relationships/image" Target="../media/image417.wmf"/><Relationship Id="rId56" Type="http://schemas.openxmlformats.org/officeDocument/2006/relationships/image" Target="../media/image421.wmf"/><Relationship Id="rId8" Type="http://schemas.openxmlformats.org/officeDocument/2006/relationships/oleObject" Target="../embeddings/oleObject490.bin"/><Relationship Id="rId51" Type="http://schemas.openxmlformats.org/officeDocument/2006/relationships/oleObject" Target="../embeddings/oleObject513.bin"/><Relationship Id="rId3" Type="http://schemas.openxmlformats.org/officeDocument/2006/relationships/image" Target="../media/image400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9.bin"/><Relationship Id="rId13" Type="http://schemas.openxmlformats.org/officeDocument/2006/relationships/image" Target="../media/image424.wmf"/><Relationship Id="rId18" Type="http://schemas.openxmlformats.org/officeDocument/2006/relationships/oleObject" Target="../embeddings/oleObject524.bin"/><Relationship Id="rId3" Type="http://schemas.openxmlformats.org/officeDocument/2006/relationships/image" Target="../media/image422.wmf"/><Relationship Id="rId7" Type="http://schemas.openxmlformats.org/officeDocument/2006/relationships/image" Target="../media/image383.wmf"/><Relationship Id="rId12" Type="http://schemas.openxmlformats.org/officeDocument/2006/relationships/oleObject" Target="../embeddings/oleObject521.bin"/><Relationship Id="rId17" Type="http://schemas.openxmlformats.org/officeDocument/2006/relationships/image" Target="../media/image426.wmf"/><Relationship Id="rId2" Type="http://schemas.openxmlformats.org/officeDocument/2006/relationships/oleObject" Target="../embeddings/oleObject516.bin"/><Relationship Id="rId16" Type="http://schemas.openxmlformats.org/officeDocument/2006/relationships/oleObject" Target="../embeddings/oleObject5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8.bin"/><Relationship Id="rId11" Type="http://schemas.openxmlformats.org/officeDocument/2006/relationships/image" Target="../media/image385.wmf"/><Relationship Id="rId5" Type="http://schemas.openxmlformats.org/officeDocument/2006/relationships/image" Target="../media/image423.wmf"/><Relationship Id="rId15" Type="http://schemas.openxmlformats.org/officeDocument/2006/relationships/image" Target="../media/image425.wmf"/><Relationship Id="rId10" Type="http://schemas.openxmlformats.org/officeDocument/2006/relationships/oleObject" Target="../embeddings/oleObject520.bin"/><Relationship Id="rId19" Type="http://schemas.openxmlformats.org/officeDocument/2006/relationships/image" Target="../media/image427.wmf"/><Relationship Id="rId4" Type="http://schemas.openxmlformats.org/officeDocument/2006/relationships/oleObject" Target="../embeddings/oleObject517.bin"/><Relationship Id="rId9" Type="http://schemas.openxmlformats.org/officeDocument/2006/relationships/image" Target="../media/image384.wmf"/><Relationship Id="rId14" Type="http://schemas.openxmlformats.org/officeDocument/2006/relationships/oleObject" Target="../embeddings/oleObject52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8.bin"/><Relationship Id="rId13" Type="http://schemas.openxmlformats.org/officeDocument/2006/relationships/image" Target="../media/image433.wmf"/><Relationship Id="rId3" Type="http://schemas.openxmlformats.org/officeDocument/2006/relationships/image" Target="../media/image428.wmf"/><Relationship Id="rId7" Type="http://schemas.openxmlformats.org/officeDocument/2006/relationships/image" Target="../media/image430.wmf"/><Relationship Id="rId12" Type="http://schemas.openxmlformats.org/officeDocument/2006/relationships/oleObject" Target="../embeddings/oleObject530.bin"/><Relationship Id="rId17" Type="http://schemas.openxmlformats.org/officeDocument/2006/relationships/image" Target="../media/image435.wmf"/><Relationship Id="rId2" Type="http://schemas.openxmlformats.org/officeDocument/2006/relationships/oleObject" Target="../embeddings/oleObject525.bin"/><Relationship Id="rId16" Type="http://schemas.openxmlformats.org/officeDocument/2006/relationships/oleObject" Target="../embeddings/oleObject5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7.bin"/><Relationship Id="rId11" Type="http://schemas.openxmlformats.org/officeDocument/2006/relationships/image" Target="../media/image432.wmf"/><Relationship Id="rId5" Type="http://schemas.openxmlformats.org/officeDocument/2006/relationships/image" Target="../media/image429.wmf"/><Relationship Id="rId15" Type="http://schemas.openxmlformats.org/officeDocument/2006/relationships/image" Target="../media/image434.wmf"/><Relationship Id="rId10" Type="http://schemas.openxmlformats.org/officeDocument/2006/relationships/oleObject" Target="../embeddings/oleObject529.bin"/><Relationship Id="rId4" Type="http://schemas.openxmlformats.org/officeDocument/2006/relationships/oleObject" Target="../embeddings/oleObject526.bin"/><Relationship Id="rId9" Type="http://schemas.openxmlformats.org/officeDocument/2006/relationships/image" Target="../media/image431.wmf"/><Relationship Id="rId14" Type="http://schemas.openxmlformats.org/officeDocument/2006/relationships/oleObject" Target="../embeddings/oleObject531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6.bin"/><Relationship Id="rId3" Type="http://schemas.openxmlformats.org/officeDocument/2006/relationships/image" Target="../media/image436.wmf"/><Relationship Id="rId7" Type="http://schemas.openxmlformats.org/officeDocument/2006/relationships/image" Target="../media/image438.wmf"/><Relationship Id="rId2" Type="http://schemas.openxmlformats.org/officeDocument/2006/relationships/oleObject" Target="../embeddings/oleObject5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5.bin"/><Relationship Id="rId5" Type="http://schemas.openxmlformats.org/officeDocument/2006/relationships/image" Target="../media/image437.wmf"/><Relationship Id="rId4" Type="http://schemas.openxmlformats.org/officeDocument/2006/relationships/oleObject" Target="../embeddings/oleObject534.bin"/><Relationship Id="rId9" Type="http://schemas.openxmlformats.org/officeDocument/2006/relationships/image" Target="../media/image43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0.bin"/><Relationship Id="rId13" Type="http://schemas.openxmlformats.org/officeDocument/2006/relationships/image" Target="../media/image445.emf"/><Relationship Id="rId18" Type="http://schemas.openxmlformats.org/officeDocument/2006/relationships/oleObject" Target="../embeddings/oleObject545.bin"/><Relationship Id="rId26" Type="http://schemas.openxmlformats.org/officeDocument/2006/relationships/oleObject" Target="../embeddings/oleObject549.bin"/><Relationship Id="rId3" Type="http://schemas.openxmlformats.org/officeDocument/2006/relationships/image" Target="../media/image440.emf"/><Relationship Id="rId21" Type="http://schemas.openxmlformats.org/officeDocument/2006/relationships/image" Target="../media/image449.emf"/><Relationship Id="rId7" Type="http://schemas.openxmlformats.org/officeDocument/2006/relationships/image" Target="../media/image442.emf"/><Relationship Id="rId12" Type="http://schemas.openxmlformats.org/officeDocument/2006/relationships/oleObject" Target="../embeddings/oleObject542.bin"/><Relationship Id="rId17" Type="http://schemas.openxmlformats.org/officeDocument/2006/relationships/image" Target="../media/image447.emf"/><Relationship Id="rId25" Type="http://schemas.openxmlformats.org/officeDocument/2006/relationships/image" Target="../media/image451.emf"/><Relationship Id="rId33" Type="http://schemas.openxmlformats.org/officeDocument/2006/relationships/image" Target="../media/image455.emf"/><Relationship Id="rId2" Type="http://schemas.openxmlformats.org/officeDocument/2006/relationships/oleObject" Target="../embeddings/oleObject537.bin"/><Relationship Id="rId16" Type="http://schemas.openxmlformats.org/officeDocument/2006/relationships/oleObject" Target="../embeddings/oleObject544.bin"/><Relationship Id="rId20" Type="http://schemas.openxmlformats.org/officeDocument/2006/relationships/oleObject" Target="../embeddings/oleObject546.bin"/><Relationship Id="rId29" Type="http://schemas.openxmlformats.org/officeDocument/2006/relationships/image" Target="../media/image45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9.bin"/><Relationship Id="rId11" Type="http://schemas.openxmlformats.org/officeDocument/2006/relationships/image" Target="../media/image444.emf"/><Relationship Id="rId24" Type="http://schemas.openxmlformats.org/officeDocument/2006/relationships/oleObject" Target="../embeddings/oleObject548.bin"/><Relationship Id="rId32" Type="http://schemas.openxmlformats.org/officeDocument/2006/relationships/oleObject" Target="../embeddings/oleObject552.bin"/><Relationship Id="rId5" Type="http://schemas.openxmlformats.org/officeDocument/2006/relationships/image" Target="../media/image441.emf"/><Relationship Id="rId15" Type="http://schemas.openxmlformats.org/officeDocument/2006/relationships/image" Target="../media/image446.emf"/><Relationship Id="rId23" Type="http://schemas.openxmlformats.org/officeDocument/2006/relationships/image" Target="../media/image450.emf"/><Relationship Id="rId28" Type="http://schemas.openxmlformats.org/officeDocument/2006/relationships/oleObject" Target="../embeddings/oleObject550.bin"/><Relationship Id="rId10" Type="http://schemas.openxmlformats.org/officeDocument/2006/relationships/oleObject" Target="../embeddings/oleObject541.bin"/><Relationship Id="rId19" Type="http://schemas.openxmlformats.org/officeDocument/2006/relationships/image" Target="../media/image448.emf"/><Relationship Id="rId31" Type="http://schemas.openxmlformats.org/officeDocument/2006/relationships/image" Target="../media/image454.emf"/><Relationship Id="rId4" Type="http://schemas.openxmlformats.org/officeDocument/2006/relationships/oleObject" Target="../embeddings/oleObject538.bin"/><Relationship Id="rId9" Type="http://schemas.openxmlformats.org/officeDocument/2006/relationships/image" Target="../media/image443.emf"/><Relationship Id="rId14" Type="http://schemas.openxmlformats.org/officeDocument/2006/relationships/oleObject" Target="../embeddings/oleObject543.bin"/><Relationship Id="rId22" Type="http://schemas.openxmlformats.org/officeDocument/2006/relationships/oleObject" Target="../embeddings/oleObject547.bin"/><Relationship Id="rId27" Type="http://schemas.openxmlformats.org/officeDocument/2006/relationships/image" Target="../media/image452.emf"/><Relationship Id="rId30" Type="http://schemas.openxmlformats.org/officeDocument/2006/relationships/oleObject" Target="../embeddings/oleObject551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6.bin"/><Relationship Id="rId13" Type="http://schemas.openxmlformats.org/officeDocument/2006/relationships/image" Target="../media/image461.emf"/><Relationship Id="rId18" Type="http://schemas.openxmlformats.org/officeDocument/2006/relationships/oleObject" Target="../embeddings/oleObject561.bin"/><Relationship Id="rId3" Type="http://schemas.openxmlformats.org/officeDocument/2006/relationships/image" Target="../media/image456.emf"/><Relationship Id="rId21" Type="http://schemas.openxmlformats.org/officeDocument/2006/relationships/image" Target="../media/image465.emf"/><Relationship Id="rId7" Type="http://schemas.openxmlformats.org/officeDocument/2006/relationships/image" Target="../media/image458.emf"/><Relationship Id="rId12" Type="http://schemas.openxmlformats.org/officeDocument/2006/relationships/oleObject" Target="../embeddings/oleObject558.bin"/><Relationship Id="rId17" Type="http://schemas.openxmlformats.org/officeDocument/2006/relationships/image" Target="../media/image463.emf"/><Relationship Id="rId25" Type="http://schemas.openxmlformats.org/officeDocument/2006/relationships/image" Target="../media/image467.emf"/><Relationship Id="rId2" Type="http://schemas.openxmlformats.org/officeDocument/2006/relationships/oleObject" Target="../embeddings/oleObject553.bin"/><Relationship Id="rId16" Type="http://schemas.openxmlformats.org/officeDocument/2006/relationships/oleObject" Target="../embeddings/oleObject560.bin"/><Relationship Id="rId20" Type="http://schemas.openxmlformats.org/officeDocument/2006/relationships/oleObject" Target="../embeddings/oleObject5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5.bin"/><Relationship Id="rId11" Type="http://schemas.openxmlformats.org/officeDocument/2006/relationships/image" Target="../media/image460.emf"/><Relationship Id="rId24" Type="http://schemas.openxmlformats.org/officeDocument/2006/relationships/oleObject" Target="../embeddings/oleObject564.bin"/><Relationship Id="rId5" Type="http://schemas.openxmlformats.org/officeDocument/2006/relationships/image" Target="../media/image457.emf"/><Relationship Id="rId15" Type="http://schemas.openxmlformats.org/officeDocument/2006/relationships/image" Target="../media/image462.emf"/><Relationship Id="rId23" Type="http://schemas.openxmlformats.org/officeDocument/2006/relationships/image" Target="../media/image466.emf"/><Relationship Id="rId10" Type="http://schemas.openxmlformats.org/officeDocument/2006/relationships/oleObject" Target="../embeddings/oleObject557.bin"/><Relationship Id="rId19" Type="http://schemas.openxmlformats.org/officeDocument/2006/relationships/image" Target="../media/image464.emf"/><Relationship Id="rId4" Type="http://schemas.openxmlformats.org/officeDocument/2006/relationships/oleObject" Target="../embeddings/oleObject554.bin"/><Relationship Id="rId9" Type="http://schemas.openxmlformats.org/officeDocument/2006/relationships/image" Target="../media/image459.emf"/><Relationship Id="rId14" Type="http://schemas.openxmlformats.org/officeDocument/2006/relationships/oleObject" Target="../embeddings/oleObject559.bin"/><Relationship Id="rId22" Type="http://schemas.openxmlformats.org/officeDocument/2006/relationships/oleObject" Target="../embeddings/oleObject563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8.bin"/><Relationship Id="rId13" Type="http://schemas.openxmlformats.org/officeDocument/2006/relationships/image" Target="../media/image473.emf"/><Relationship Id="rId18" Type="http://schemas.openxmlformats.org/officeDocument/2006/relationships/oleObject" Target="../embeddings/oleObject573.bin"/><Relationship Id="rId26" Type="http://schemas.openxmlformats.org/officeDocument/2006/relationships/oleObject" Target="../embeddings/oleObject577.bin"/><Relationship Id="rId39" Type="http://schemas.openxmlformats.org/officeDocument/2006/relationships/image" Target="../media/image486.emf"/><Relationship Id="rId3" Type="http://schemas.openxmlformats.org/officeDocument/2006/relationships/image" Target="../media/image468.emf"/><Relationship Id="rId21" Type="http://schemas.openxmlformats.org/officeDocument/2006/relationships/image" Target="../media/image477.emf"/><Relationship Id="rId34" Type="http://schemas.openxmlformats.org/officeDocument/2006/relationships/oleObject" Target="../embeddings/oleObject581.bin"/><Relationship Id="rId42" Type="http://schemas.openxmlformats.org/officeDocument/2006/relationships/oleObject" Target="../embeddings/oleObject585.bin"/><Relationship Id="rId47" Type="http://schemas.openxmlformats.org/officeDocument/2006/relationships/image" Target="../media/image490.emf"/><Relationship Id="rId7" Type="http://schemas.openxmlformats.org/officeDocument/2006/relationships/image" Target="../media/image470.emf"/><Relationship Id="rId12" Type="http://schemas.openxmlformats.org/officeDocument/2006/relationships/oleObject" Target="../embeddings/oleObject570.bin"/><Relationship Id="rId17" Type="http://schemas.openxmlformats.org/officeDocument/2006/relationships/image" Target="../media/image475.emf"/><Relationship Id="rId25" Type="http://schemas.openxmlformats.org/officeDocument/2006/relationships/image" Target="../media/image479.emf"/><Relationship Id="rId33" Type="http://schemas.openxmlformats.org/officeDocument/2006/relationships/image" Target="../media/image483.emf"/><Relationship Id="rId38" Type="http://schemas.openxmlformats.org/officeDocument/2006/relationships/oleObject" Target="../embeddings/oleObject583.bin"/><Relationship Id="rId46" Type="http://schemas.openxmlformats.org/officeDocument/2006/relationships/oleObject" Target="../embeddings/oleObject587.bin"/><Relationship Id="rId2" Type="http://schemas.openxmlformats.org/officeDocument/2006/relationships/oleObject" Target="../embeddings/oleObject565.bin"/><Relationship Id="rId16" Type="http://schemas.openxmlformats.org/officeDocument/2006/relationships/oleObject" Target="../embeddings/oleObject572.bin"/><Relationship Id="rId20" Type="http://schemas.openxmlformats.org/officeDocument/2006/relationships/oleObject" Target="../embeddings/oleObject574.bin"/><Relationship Id="rId29" Type="http://schemas.openxmlformats.org/officeDocument/2006/relationships/image" Target="../media/image481.emf"/><Relationship Id="rId41" Type="http://schemas.openxmlformats.org/officeDocument/2006/relationships/image" Target="../media/image48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67.bin"/><Relationship Id="rId11" Type="http://schemas.openxmlformats.org/officeDocument/2006/relationships/image" Target="../media/image472.emf"/><Relationship Id="rId24" Type="http://schemas.openxmlformats.org/officeDocument/2006/relationships/oleObject" Target="../embeddings/oleObject576.bin"/><Relationship Id="rId32" Type="http://schemas.openxmlformats.org/officeDocument/2006/relationships/oleObject" Target="../embeddings/oleObject580.bin"/><Relationship Id="rId37" Type="http://schemas.openxmlformats.org/officeDocument/2006/relationships/image" Target="../media/image485.emf"/><Relationship Id="rId40" Type="http://schemas.openxmlformats.org/officeDocument/2006/relationships/oleObject" Target="../embeddings/oleObject584.bin"/><Relationship Id="rId45" Type="http://schemas.openxmlformats.org/officeDocument/2006/relationships/image" Target="../media/image489.emf"/><Relationship Id="rId5" Type="http://schemas.openxmlformats.org/officeDocument/2006/relationships/image" Target="../media/image469.emf"/><Relationship Id="rId15" Type="http://schemas.openxmlformats.org/officeDocument/2006/relationships/image" Target="../media/image474.emf"/><Relationship Id="rId23" Type="http://schemas.openxmlformats.org/officeDocument/2006/relationships/image" Target="../media/image478.emf"/><Relationship Id="rId28" Type="http://schemas.openxmlformats.org/officeDocument/2006/relationships/oleObject" Target="../embeddings/oleObject578.bin"/><Relationship Id="rId36" Type="http://schemas.openxmlformats.org/officeDocument/2006/relationships/oleObject" Target="../embeddings/oleObject582.bin"/><Relationship Id="rId10" Type="http://schemas.openxmlformats.org/officeDocument/2006/relationships/oleObject" Target="../embeddings/oleObject569.bin"/><Relationship Id="rId19" Type="http://schemas.openxmlformats.org/officeDocument/2006/relationships/image" Target="../media/image476.emf"/><Relationship Id="rId31" Type="http://schemas.openxmlformats.org/officeDocument/2006/relationships/image" Target="../media/image482.emf"/><Relationship Id="rId44" Type="http://schemas.openxmlformats.org/officeDocument/2006/relationships/oleObject" Target="../embeddings/oleObject586.bin"/><Relationship Id="rId4" Type="http://schemas.openxmlformats.org/officeDocument/2006/relationships/oleObject" Target="../embeddings/oleObject566.bin"/><Relationship Id="rId9" Type="http://schemas.openxmlformats.org/officeDocument/2006/relationships/image" Target="../media/image471.emf"/><Relationship Id="rId14" Type="http://schemas.openxmlformats.org/officeDocument/2006/relationships/oleObject" Target="../embeddings/oleObject571.bin"/><Relationship Id="rId22" Type="http://schemas.openxmlformats.org/officeDocument/2006/relationships/oleObject" Target="../embeddings/oleObject575.bin"/><Relationship Id="rId27" Type="http://schemas.openxmlformats.org/officeDocument/2006/relationships/image" Target="../media/image480.emf"/><Relationship Id="rId30" Type="http://schemas.openxmlformats.org/officeDocument/2006/relationships/oleObject" Target="../embeddings/oleObject579.bin"/><Relationship Id="rId35" Type="http://schemas.openxmlformats.org/officeDocument/2006/relationships/image" Target="../media/image484.emf"/><Relationship Id="rId43" Type="http://schemas.openxmlformats.org/officeDocument/2006/relationships/image" Target="../media/image488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1.bin"/><Relationship Id="rId13" Type="http://schemas.openxmlformats.org/officeDocument/2006/relationships/image" Target="../media/image496.wmf"/><Relationship Id="rId3" Type="http://schemas.openxmlformats.org/officeDocument/2006/relationships/image" Target="../media/image491.wmf"/><Relationship Id="rId7" Type="http://schemas.openxmlformats.org/officeDocument/2006/relationships/image" Target="../media/image493.wmf"/><Relationship Id="rId12" Type="http://schemas.openxmlformats.org/officeDocument/2006/relationships/oleObject" Target="../embeddings/oleObject593.bin"/><Relationship Id="rId2" Type="http://schemas.openxmlformats.org/officeDocument/2006/relationships/oleObject" Target="../embeddings/oleObject58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90.bin"/><Relationship Id="rId11" Type="http://schemas.openxmlformats.org/officeDocument/2006/relationships/image" Target="../media/image495.wmf"/><Relationship Id="rId5" Type="http://schemas.openxmlformats.org/officeDocument/2006/relationships/image" Target="../media/image492.wmf"/><Relationship Id="rId10" Type="http://schemas.openxmlformats.org/officeDocument/2006/relationships/oleObject" Target="../embeddings/oleObject592.bin"/><Relationship Id="rId4" Type="http://schemas.openxmlformats.org/officeDocument/2006/relationships/oleObject" Target="../embeddings/oleObject589.bin"/><Relationship Id="rId9" Type="http://schemas.openxmlformats.org/officeDocument/2006/relationships/image" Target="../media/image49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10-8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4038600"/>
            <a:ext cx="2286000" cy="2400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Picture 3" descr="T10-8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4038600"/>
            <a:ext cx="2286000" cy="2400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4" descr="T10-8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4038600"/>
            <a:ext cx="2286000" cy="2400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0" name="Text Box 5"/>
          <p:cNvSpPr txBox="1"/>
          <p:nvPr/>
        </p:nvSpPr>
        <p:spPr>
          <a:xfrm>
            <a:off x="304800" y="2667000"/>
            <a:ext cx="127000" cy="4305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endParaRPr lang="zh-CN" altLang="zh-CN" sz="280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078" name="Text Box 6"/>
          <p:cNvSpPr txBox="1"/>
          <p:nvPr/>
        </p:nvSpPr>
        <p:spPr>
          <a:xfrm>
            <a:off x="228600" y="884238"/>
            <a:ext cx="3382645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单连通与多连通区域</a:t>
            </a:r>
            <a:r>
              <a:rPr lang="zh-CN" altLang="en-US" sz="260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  <p:sp>
        <p:nvSpPr>
          <p:cNvPr id="3079" name="Text Box 7"/>
          <p:cNvSpPr txBox="1"/>
          <p:nvPr/>
        </p:nvSpPr>
        <p:spPr>
          <a:xfrm>
            <a:off x="228600" y="2408238"/>
            <a:ext cx="374015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区域的边界曲线的方向</a:t>
            </a:r>
            <a:r>
              <a:rPr lang="zh-CN" altLang="en-US" sz="260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80" name="Text Box 8"/>
          <p:cNvSpPr txBox="1"/>
          <p:nvPr/>
        </p:nvSpPr>
        <p:spPr>
          <a:xfrm>
            <a:off x="228600" y="2971800"/>
            <a:ext cx="8686800" cy="958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       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当观察者沿区域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的边界曲线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行走时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如果左手在区域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则行走方向是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的正向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2" charset="2"/>
              </a:rPr>
              <a:t>，记作</a:t>
            </a:r>
            <a:r>
              <a:rPr lang="zh-CN" altLang="en-US" sz="2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2" charset="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81" name="Text Box 9"/>
          <p:cNvSpPr txBox="1"/>
          <p:nvPr/>
        </p:nvSpPr>
        <p:spPr>
          <a:xfrm>
            <a:off x="2362200" y="5943600"/>
            <a:ext cx="1787525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楷体_GB2312" pitchFamily="1" charset="-122"/>
                <a:ea typeface="楷体_GB2312" pitchFamily="1" charset="-122"/>
              </a:rPr>
              <a:t>单连通区域</a:t>
            </a:r>
          </a:p>
        </p:txBody>
      </p:sp>
      <p:pic>
        <p:nvPicPr>
          <p:cNvPr id="3082" name="Picture 10" descr="T10-8-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4038600"/>
            <a:ext cx="2286000" cy="2400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3" name="Rectangle 11"/>
          <p:cNvSpPr/>
          <p:nvPr/>
        </p:nvSpPr>
        <p:spPr>
          <a:xfrm>
            <a:off x="5791200" y="6019800"/>
            <a:ext cx="1787525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000000"/>
                </a:solidFill>
                <a:latin typeface="楷体_GB2312" pitchFamily="1" charset="-122"/>
                <a:ea typeface="楷体_GB2312" pitchFamily="1" charset="-122"/>
              </a:rPr>
              <a:t>多连通区域</a:t>
            </a:r>
          </a:p>
        </p:txBody>
      </p:sp>
      <p:sp>
        <p:nvSpPr>
          <p:cNvPr id="3084" name="Text Box 12"/>
          <p:cNvSpPr txBox="1"/>
          <p:nvPr/>
        </p:nvSpPr>
        <p:spPr>
          <a:xfrm>
            <a:off x="228600" y="1447800"/>
            <a:ext cx="8686800" cy="958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       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为平面区域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如果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内任一闭曲线所围的部分都属于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则称</a:t>
            </a:r>
            <a:r>
              <a:rPr lang="en-US" altLang="zh-CN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为平面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单连通区域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否则称为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多连通区域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2" charset="2"/>
              </a:rPr>
              <a:t>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108" name="Rectangle 13"/>
          <p:cNvSpPr/>
          <p:nvPr/>
        </p:nvSpPr>
        <p:spPr>
          <a:xfrm>
            <a:off x="0" y="226854"/>
            <a:ext cx="9144000" cy="51625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8-3 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格林公式 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平面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第二型曲线积分与路径无关的条件</a:t>
            </a:r>
          </a:p>
        </p:txBody>
      </p:sp>
      <p:graphicFrame>
        <p:nvGraphicFramePr>
          <p:cNvPr id="3086" name="内容占位符 3085"/>
          <p:cNvGraphicFramePr>
            <a:graphicFrameLocks noGrp="1" noChangeAspect="1"/>
          </p:cNvGraphicFramePr>
          <p:nvPr>
            <p:ph idx="4294967295"/>
          </p:nvPr>
        </p:nvGraphicFramePr>
        <p:xfrm>
          <a:off x="5303838" y="3529013"/>
          <a:ext cx="45085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1610" imgH="194945" progId="Equation.DSMT4">
                  <p:embed/>
                </p:oleObj>
              </mc:Choice>
              <mc:Fallback>
                <p:oleObj r:id="rId6" imgW="181610" imgH="194945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03838" y="3529013"/>
                        <a:ext cx="450850" cy="4016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build="p"/>
      <p:bldP spid="3079" grpId="0" build="p"/>
      <p:bldP spid="3080" grpId="0" build="p"/>
      <p:bldP spid="3081" grpId="0" build="p"/>
      <p:bldP spid="3083" grpId="0" build="p"/>
      <p:bldP spid="308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4"/>
          <p:cNvSpPr txBox="1"/>
          <p:nvPr/>
        </p:nvSpPr>
        <p:spPr>
          <a:xfrm>
            <a:off x="2623503" y="303372"/>
            <a:ext cx="107759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定理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</a:p>
        </p:txBody>
      </p:sp>
      <p:graphicFrame>
        <p:nvGraphicFramePr>
          <p:cNvPr id="4099" name="对象 4098"/>
          <p:cNvGraphicFramePr>
            <a:graphicFrameLocks noChangeAspect="1"/>
          </p:cNvGraphicFramePr>
          <p:nvPr/>
        </p:nvGraphicFramePr>
        <p:xfrm>
          <a:off x="3778250" y="381000"/>
          <a:ext cx="245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51100" imgH="381000" progId="Equation.3">
                  <p:embed/>
                </p:oleObj>
              </mc:Choice>
              <mc:Fallback>
                <p:oleObj r:id="rId2" imgW="2451100" imgH="3810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78250" y="381000"/>
                        <a:ext cx="2451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对象 4099"/>
          <p:cNvGraphicFramePr>
            <a:graphicFrameLocks noChangeAspect="1"/>
          </p:cNvGraphicFramePr>
          <p:nvPr/>
        </p:nvGraphicFramePr>
        <p:xfrm>
          <a:off x="6248400" y="381000"/>
          <a:ext cx="180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03400" imgH="381000" progId="Equation.3">
                  <p:embed/>
                </p:oleObj>
              </mc:Choice>
              <mc:Fallback>
                <p:oleObj r:id="rId4" imgW="1803400" imgH="3810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48400" y="381000"/>
                        <a:ext cx="1803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对象 4100"/>
          <p:cNvGraphicFramePr>
            <a:graphicFrameLocks noChangeAspect="1"/>
          </p:cNvGraphicFramePr>
          <p:nvPr/>
        </p:nvGraphicFramePr>
        <p:xfrm>
          <a:off x="8051800" y="381000"/>
          <a:ext cx="927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32180" imgH="382905" progId="Equation.3">
                  <p:embed/>
                </p:oleObj>
              </mc:Choice>
              <mc:Fallback>
                <p:oleObj r:id="rId6" imgW="932180" imgH="38290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51800" y="381000"/>
                        <a:ext cx="927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对象 4101"/>
          <p:cNvGraphicFramePr>
            <a:graphicFrameLocks noChangeAspect="1"/>
          </p:cNvGraphicFramePr>
          <p:nvPr/>
        </p:nvGraphicFramePr>
        <p:xfrm>
          <a:off x="8978900" y="368300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27710" imgH="395605" progId="Equation.3">
                  <p:embed/>
                </p:oleObj>
              </mc:Choice>
              <mc:Fallback>
                <p:oleObj r:id="rId8" imgW="727710" imgH="39560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978900" y="368300"/>
                        <a:ext cx="723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对象 4102"/>
          <p:cNvGraphicFramePr>
            <a:graphicFrameLocks noChangeAspect="1"/>
          </p:cNvGraphicFramePr>
          <p:nvPr/>
        </p:nvGraphicFramePr>
        <p:xfrm>
          <a:off x="2006600" y="1066800"/>
          <a:ext cx="1231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38250" imgH="395605" progId="Equation.3">
                  <p:embed/>
                </p:oleObj>
              </mc:Choice>
              <mc:Fallback>
                <p:oleObj r:id="rId10" imgW="1238250" imgH="395605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06600" y="1066800"/>
                        <a:ext cx="1231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对象 4103"/>
          <p:cNvGraphicFramePr>
            <a:graphicFrameLocks noChangeAspect="1"/>
          </p:cNvGraphicFramePr>
          <p:nvPr/>
        </p:nvGraphicFramePr>
        <p:xfrm>
          <a:off x="3327400" y="1066800"/>
          <a:ext cx="110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111250" imgH="396240" progId="Equation.3">
                  <p:embed/>
                </p:oleObj>
              </mc:Choice>
              <mc:Fallback>
                <p:oleObj r:id="rId12" imgW="1111250" imgH="39624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27400" y="1066800"/>
                        <a:ext cx="1104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对象 4104"/>
          <p:cNvGraphicFramePr>
            <a:graphicFrameLocks noChangeAspect="1"/>
          </p:cNvGraphicFramePr>
          <p:nvPr/>
        </p:nvGraphicFramePr>
        <p:xfrm>
          <a:off x="4457700" y="1066800"/>
          <a:ext cx="990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995680" imgH="382905" progId="Equation.3">
                  <p:embed/>
                </p:oleObj>
              </mc:Choice>
              <mc:Fallback>
                <p:oleObj r:id="rId14" imgW="995680" imgH="38290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57700" y="1066800"/>
                        <a:ext cx="990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对象 4105"/>
          <p:cNvGraphicFramePr>
            <a:graphicFrameLocks noChangeAspect="1"/>
          </p:cNvGraphicFramePr>
          <p:nvPr/>
        </p:nvGraphicFramePr>
        <p:xfrm>
          <a:off x="5448300" y="1079500"/>
          <a:ext cx="723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727710" imgH="382905" progId="Equation.3">
                  <p:embed/>
                </p:oleObj>
              </mc:Choice>
              <mc:Fallback>
                <p:oleObj r:id="rId16" imgW="727710" imgH="38290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48300" y="1079500"/>
                        <a:ext cx="723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对象 4106"/>
          <p:cNvGraphicFramePr>
            <a:graphicFrameLocks noChangeAspect="1"/>
          </p:cNvGraphicFramePr>
          <p:nvPr/>
        </p:nvGraphicFramePr>
        <p:xfrm>
          <a:off x="6172200" y="1066800"/>
          <a:ext cx="218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184400" imgH="381000" progId="Equation.3">
                  <p:embed/>
                </p:oleObj>
              </mc:Choice>
              <mc:Fallback>
                <p:oleObj r:id="rId18" imgW="2184400" imgH="3810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72200" y="1066800"/>
                        <a:ext cx="2184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对象 4107"/>
          <p:cNvGraphicFramePr>
            <a:graphicFrameLocks noChangeAspect="1"/>
          </p:cNvGraphicFramePr>
          <p:nvPr/>
        </p:nvGraphicFramePr>
        <p:xfrm>
          <a:off x="2006600" y="1752600"/>
          <a:ext cx="35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359410" imgH="385445" progId="Equation.3">
                  <p:embed/>
                </p:oleObj>
              </mc:Choice>
              <mc:Fallback>
                <p:oleObj r:id="rId20" imgW="359410" imgH="38544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006600" y="1752600"/>
                        <a:ext cx="355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9" name="对象 4108"/>
          <p:cNvGraphicFramePr>
            <a:graphicFrameLocks noChangeAspect="1"/>
          </p:cNvGraphicFramePr>
          <p:nvPr/>
        </p:nvGraphicFramePr>
        <p:xfrm>
          <a:off x="3327400" y="1609725"/>
          <a:ext cx="508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622300" imgH="774700" progId="Equation.3">
                  <p:embed/>
                </p:oleObj>
              </mc:Choice>
              <mc:Fallback>
                <p:oleObj r:id="rId22" imgW="622300" imgH="7747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27400" y="1609725"/>
                        <a:ext cx="5080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0" name="对象 4109"/>
          <p:cNvGraphicFramePr>
            <a:graphicFrameLocks noChangeAspect="1"/>
          </p:cNvGraphicFramePr>
          <p:nvPr/>
        </p:nvGraphicFramePr>
        <p:xfrm>
          <a:off x="3702050" y="1752600"/>
          <a:ext cx="635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800100" imgH="368300" progId="Equation.3">
                  <p:embed/>
                </p:oleObj>
              </mc:Choice>
              <mc:Fallback>
                <p:oleObj r:id="rId24" imgW="800100" imgH="368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02050" y="1752600"/>
                        <a:ext cx="635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1" name="对象 4110"/>
          <p:cNvGraphicFramePr>
            <a:graphicFrameLocks noChangeAspect="1"/>
          </p:cNvGraphicFramePr>
          <p:nvPr/>
        </p:nvGraphicFramePr>
        <p:xfrm>
          <a:off x="4337050" y="1739900"/>
          <a:ext cx="90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1155700" imgH="469900" progId="Equation.3">
                  <p:embed/>
                </p:oleObj>
              </mc:Choice>
              <mc:Fallback>
                <p:oleObj r:id="rId26" imgW="1155700" imgH="4699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7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37050" y="1739900"/>
                        <a:ext cx="901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2" name="对象 4111"/>
          <p:cNvGraphicFramePr>
            <a:graphicFrameLocks noChangeAspect="1"/>
          </p:cNvGraphicFramePr>
          <p:nvPr/>
        </p:nvGraphicFramePr>
        <p:xfrm>
          <a:off x="5334000" y="1609725"/>
          <a:ext cx="838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066800" imgH="1028700" progId="Equation.3">
                  <p:embed/>
                </p:oleObj>
              </mc:Choice>
              <mc:Fallback>
                <p:oleObj r:id="rId28" imgW="1066800" imgH="10287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9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34000" y="1609725"/>
                        <a:ext cx="838200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3" name="对象 4112"/>
          <p:cNvGraphicFramePr>
            <a:graphicFrameLocks noChangeAspect="1"/>
          </p:cNvGraphicFramePr>
          <p:nvPr/>
        </p:nvGraphicFramePr>
        <p:xfrm>
          <a:off x="6007100" y="1460500"/>
          <a:ext cx="622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774700" imgH="1066800" progId="Equation.3">
                  <p:embed/>
                </p:oleObj>
              </mc:Choice>
              <mc:Fallback>
                <p:oleObj r:id="rId30" imgW="774700" imgH="10668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31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07100" y="1460500"/>
                        <a:ext cx="6223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4" name="对象 4113"/>
          <p:cNvGraphicFramePr>
            <a:graphicFrameLocks noChangeAspect="1"/>
          </p:cNvGraphicFramePr>
          <p:nvPr/>
        </p:nvGraphicFramePr>
        <p:xfrm>
          <a:off x="6667500" y="1447800"/>
          <a:ext cx="876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1117600" imgH="1155700" progId="Equation.3">
                  <p:embed/>
                </p:oleObj>
              </mc:Choice>
              <mc:Fallback>
                <p:oleObj r:id="rId32" imgW="1117600" imgH="11557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33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67500" y="1447800"/>
                        <a:ext cx="8763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5" name="对象 4114"/>
          <p:cNvGraphicFramePr>
            <a:graphicFrameLocks noChangeAspect="1"/>
          </p:cNvGraphicFramePr>
          <p:nvPr/>
        </p:nvGraphicFramePr>
        <p:xfrm>
          <a:off x="7543800" y="167640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927100" imgH="469900" progId="Equation.3">
                  <p:embed/>
                </p:oleObj>
              </mc:Choice>
              <mc:Fallback>
                <p:oleObj r:id="rId34" imgW="927100" imgH="4699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35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43800" y="1676400"/>
                        <a:ext cx="7366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" name="对象 4115"/>
          <p:cNvGraphicFramePr>
            <a:graphicFrameLocks noChangeAspect="1"/>
          </p:cNvGraphicFramePr>
          <p:nvPr/>
        </p:nvGraphicFramePr>
        <p:xfrm>
          <a:off x="2006600" y="2590800"/>
          <a:ext cx="71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6" imgW="715010" imgH="382905" progId="Equation.3">
                  <p:embed/>
                </p:oleObj>
              </mc:Choice>
              <mc:Fallback>
                <p:oleObj r:id="rId36" imgW="715010" imgH="38290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006600" y="2590800"/>
                        <a:ext cx="711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" name="对象 4116"/>
          <p:cNvGraphicFramePr>
            <a:graphicFrameLocks noChangeAspect="1"/>
          </p:cNvGraphicFramePr>
          <p:nvPr/>
        </p:nvGraphicFramePr>
        <p:xfrm>
          <a:off x="2717800" y="2590800"/>
          <a:ext cx="132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8" imgW="1327785" imgH="382905" progId="Equation.3">
                  <p:embed/>
                </p:oleObj>
              </mc:Choice>
              <mc:Fallback>
                <p:oleObj r:id="rId38" imgW="1327785" imgH="38290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717800" y="2590800"/>
                        <a:ext cx="13208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8" name="对象 4117"/>
          <p:cNvGraphicFramePr>
            <a:graphicFrameLocks noChangeAspect="1"/>
          </p:cNvGraphicFramePr>
          <p:nvPr/>
        </p:nvGraphicFramePr>
        <p:xfrm>
          <a:off x="4038600" y="2590800"/>
          <a:ext cx="990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0" imgW="995680" imgH="382905" progId="Equation.3">
                  <p:embed/>
                </p:oleObj>
              </mc:Choice>
              <mc:Fallback>
                <p:oleObj r:id="rId40" imgW="995680" imgH="38290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038600" y="2590800"/>
                        <a:ext cx="990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9" name="对象 4118"/>
          <p:cNvGraphicFramePr>
            <a:graphicFrameLocks noChangeAspect="1"/>
          </p:cNvGraphicFramePr>
          <p:nvPr/>
        </p:nvGraphicFramePr>
        <p:xfrm>
          <a:off x="5029200" y="2590800"/>
          <a:ext cx="110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2" imgW="1111250" imgH="382905" progId="Equation.3">
                  <p:embed/>
                </p:oleObj>
              </mc:Choice>
              <mc:Fallback>
                <p:oleObj r:id="rId42" imgW="1111250" imgH="38290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029200" y="2590800"/>
                        <a:ext cx="1104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0" name="对象 4119"/>
          <p:cNvGraphicFramePr>
            <a:graphicFrameLocks noChangeAspect="1"/>
          </p:cNvGraphicFramePr>
          <p:nvPr/>
        </p:nvGraphicFramePr>
        <p:xfrm>
          <a:off x="6172200" y="2590800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4" imgW="1059815" imgH="382905" progId="Equation.3">
                  <p:embed/>
                </p:oleObj>
              </mc:Choice>
              <mc:Fallback>
                <p:oleObj r:id="rId44" imgW="1059815" imgH="38290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6172200" y="2590800"/>
                        <a:ext cx="1054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1" name="对象 4120"/>
          <p:cNvGraphicFramePr>
            <a:graphicFrameLocks noChangeAspect="1"/>
          </p:cNvGraphicFramePr>
          <p:nvPr/>
        </p:nvGraphicFramePr>
        <p:xfrm>
          <a:off x="2717800" y="3416300"/>
          <a:ext cx="38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6" imgW="385445" imgH="359410" progId="Equation.3">
                  <p:embed/>
                </p:oleObj>
              </mc:Choice>
              <mc:Fallback>
                <p:oleObj r:id="rId46" imgW="385445" imgH="35941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2717800" y="3416300"/>
                        <a:ext cx="381000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22" name="Group 52"/>
          <p:cNvGrpSpPr/>
          <p:nvPr/>
        </p:nvGrpSpPr>
        <p:grpSpPr>
          <a:xfrm>
            <a:off x="8077200" y="4191000"/>
            <a:ext cx="2438400" cy="1676400"/>
            <a:chOff x="0" y="0"/>
            <a:chExt cx="1536" cy="1056"/>
          </a:xfrm>
        </p:grpSpPr>
        <p:sp>
          <p:nvSpPr>
            <p:cNvPr id="5146" name="Line 53"/>
            <p:cNvSpPr/>
            <p:nvPr/>
          </p:nvSpPr>
          <p:spPr>
            <a:xfrm>
              <a:off x="80" y="768"/>
              <a:ext cx="14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47" name="Line 54"/>
            <p:cNvSpPr/>
            <p:nvPr/>
          </p:nvSpPr>
          <p:spPr>
            <a:xfrm flipV="1">
              <a:off x="224" y="0"/>
              <a:ext cx="0" cy="10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48" name="Freeform 55"/>
            <p:cNvSpPr/>
            <p:nvPr/>
          </p:nvSpPr>
          <p:spPr>
            <a:xfrm>
              <a:off x="446" y="5"/>
              <a:ext cx="898" cy="577"/>
            </a:xfrm>
            <a:custGeom>
              <a:avLst/>
              <a:gdLst/>
              <a:ahLst/>
              <a:cxnLst>
                <a:cxn ang="0">
                  <a:pos x="274" y="127"/>
                </a:cxn>
                <a:cxn ang="0">
                  <a:pos x="256" y="109"/>
                </a:cxn>
                <a:cxn ang="0">
                  <a:pos x="188" y="64"/>
                </a:cxn>
                <a:cxn ang="0">
                  <a:pos x="58" y="95"/>
                </a:cxn>
                <a:cxn ang="0">
                  <a:pos x="36" y="149"/>
                </a:cxn>
                <a:cxn ang="0">
                  <a:pos x="0" y="303"/>
                </a:cxn>
                <a:cxn ang="0">
                  <a:pos x="22" y="425"/>
                </a:cxn>
                <a:cxn ang="0">
                  <a:pos x="78" y="535"/>
                </a:cxn>
                <a:cxn ang="0">
                  <a:pos x="148" y="577"/>
                </a:cxn>
                <a:cxn ang="0">
                  <a:pos x="318" y="568"/>
                </a:cxn>
                <a:cxn ang="0">
                  <a:pos x="346" y="541"/>
                </a:cxn>
                <a:cxn ang="0">
                  <a:pos x="370" y="487"/>
                </a:cxn>
                <a:cxn ang="0">
                  <a:pos x="383" y="406"/>
                </a:cxn>
                <a:cxn ang="0">
                  <a:pos x="370" y="271"/>
                </a:cxn>
                <a:cxn ang="0">
                  <a:pos x="352" y="235"/>
                </a:cxn>
                <a:cxn ang="0">
                  <a:pos x="346" y="208"/>
                </a:cxn>
                <a:cxn ang="0">
                  <a:pos x="337" y="199"/>
                </a:cxn>
                <a:cxn ang="0">
                  <a:pos x="309" y="154"/>
                </a:cxn>
                <a:cxn ang="0">
                  <a:pos x="281" y="127"/>
                </a:cxn>
                <a:cxn ang="0">
                  <a:pos x="271" y="118"/>
                </a:cxn>
              </a:cxnLst>
              <a:rect l="0" t="0" r="0" b="0"/>
              <a:pathLst>
                <a:path w="1111" h="577">
                  <a:moveTo>
                    <a:pt x="796" y="127"/>
                  </a:moveTo>
                  <a:cubicBezTo>
                    <a:pt x="780" y="117"/>
                    <a:pt x="758" y="120"/>
                    <a:pt x="742" y="109"/>
                  </a:cubicBezTo>
                  <a:cubicBezTo>
                    <a:pt x="683" y="69"/>
                    <a:pt x="614" y="71"/>
                    <a:pt x="544" y="64"/>
                  </a:cubicBezTo>
                  <a:cubicBezTo>
                    <a:pt x="484" y="66"/>
                    <a:pt x="247" y="0"/>
                    <a:pt x="168" y="95"/>
                  </a:cubicBezTo>
                  <a:cubicBezTo>
                    <a:pt x="122" y="131"/>
                    <a:pt x="154" y="116"/>
                    <a:pt x="104" y="149"/>
                  </a:cubicBezTo>
                  <a:cubicBezTo>
                    <a:pt x="63" y="211"/>
                    <a:pt x="23" y="235"/>
                    <a:pt x="0" y="303"/>
                  </a:cubicBezTo>
                  <a:cubicBezTo>
                    <a:pt x="3" y="339"/>
                    <a:pt x="50" y="385"/>
                    <a:pt x="64" y="425"/>
                  </a:cubicBezTo>
                  <a:cubicBezTo>
                    <a:pt x="96" y="495"/>
                    <a:pt x="170" y="519"/>
                    <a:pt x="228" y="535"/>
                  </a:cubicBezTo>
                  <a:cubicBezTo>
                    <a:pt x="292" y="559"/>
                    <a:pt x="360" y="564"/>
                    <a:pt x="427" y="577"/>
                  </a:cubicBezTo>
                  <a:cubicBezTo>
                    <a:pt x="592" y="574"/>
                    <a:pt x="757" y="576"/>
                    <a:pt x="922" y="568"/>
                  </a:cubicBezTo>
                  <a:cubicBezTo>
                    <a:pt x="950" y="567"/>
                    <a:pt x="1003" y="541"/>
                    <a:pt x="1003" y="541"/>
                  </a:cubicBezTo>
                  <a:cubicBezTo>
                    <a:pt x="1027" y="505"/>
                    <a:pt x="1040" y="511"/>
                    <a:pt x="1075" y="487"/>
                  </a:cubicBezTo>
                  <a:cubicBezTo>
                    <a:pt x="1085" y="458"/>
                    <a:pt x="1101" y="435"/>
                    <a:pt x="1111" y="406"/>
                  </a:cubicBezTo>
                  <a:cubicBezTo>
                    <a:pt x="1107" y="370"/>
                    <a:pt x="1109" y="301"/>
                    <a:pt x="1075" y="271"/>
                  </a:cubicBezTo>
                  <a:cubicBezTo>
                    <a:pt x="1059" y="257"/>
                    <a:pt x="1021" y="235"/>
                    <a:pt x="1021" y="235"/>
                  </a:cubicBezTo>
                  <a:cubicBezTo>
                    <a:pt x="1015" y="226"/>
                    <a:pt x="1011" y="215"/>
                    <a:pt x="1003" y="208"/>
                  </a:cubicBezTo>
                  <a:cubicBezTo>
                    <a:pt x="996" y="202"/>
                    <a:pt x="984" y="203"/>
                    <a:pt x="976" y="199"/>
                  </a:cubicBezTo>
                  <a:cubicBezTo>
                    <a:pt x="949" y="185"/>
                    <a:pt x="923" y="166"/>
                    <a:pt x="895" y="154"/>
                  </a:cubicBezTo>
                  <a:cubicBezTo>
                    <a:pt x="895" y="154"/>
                    <a:pt x="828" y="131"/>
                    <a:pt x="814" y="127"/>
                  </a:cubicBezTo>
                  <a:cubicBezTo>
                    <a:pt x="805" y="124"/>
                    <a:pt x="787" y="118"/>
                    <a:pt x="787" y="118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49" name="对象 4125"/>
            <p:cNvGraphicFramePr>
              <a:graphicFrameLocks noChangeAspect="1"/>
            </p:cNvGraphicFramePr>
            <p:nvPr/>
          </p:nvGraphicFramePr>
          <p:xfrm>
            <a:off x="48" y="816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8" imgW="204470" imgH="319405" progId="Equation.3">
                    <p:embed/>
                  </p:oleObj>
                </mc:Choice>
                <mc:Fallback>
                  <p:oleObj r:id="rId48" imgW="204470" imgH="319405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48" y="816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0" name="对象 4126"/>
            <p:cNvGraphicFramePr>
              <a:graphicFrameLocks noChangeAspect="1"/>
            </p:cNvGraphicFramePr>
            <p:nvPr/>
          </p:nvGraphicFramePr>
          <p:xfrm>
            <a:off x="1296" y="86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0" imgW="257175" imgH="244475" progId="Equation.3">
                    <p:embed/>
                  </p:oleObj>
                </mc:Choice>
                <mc:Fallback>
                  <p:oleObj r:id="rId50" imgW="257175" imgH="244475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51"/>
                        <a:stretch>
                          <a:fillRect/>
                        </a:stretch>
                      </p:blipFill>
                      <p:spPr>
                        <a:xfrm>
                          <a:off x="1296" y="86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1" name="对象 4127"/>
            <p:cNvGraphicFramePr>
              <a:graphicFrameLocks noChangeAspect="1"/>
            </p:cNvGraphicFramePr>
            <p:nvPr/>
          </p:nvGraphicFramePr>
          <p:xfrm>
            <a:off x="0" y="48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2" imgW="256540" imgH="320675" progId="Equation.3">
                    <p:embed/>
                  </p:oleObj>
                </mc:Choice>
                <mc:Fallback>
                  <p:oleObj r:id="rId52" imgW="256540" imgH="320675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53"/>
                        <a:stretch>
                          <a:fillRect/>
                        </a:stretch>
                      </p:blipFill>
                      <p:spPr>
                        <a:xfrm>
                          <a:off x="0" y="48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29" name="Group 61"/>
          <p:cNvGrpSpPr/>
          <p:nvPr/>
        </p:nvGrpSpPr>
        <p:grpSpPr>
          <a:xfrm>
            <a:off x="8547100" y="4714875"/>
            <a:ext cx="258763" cy="695325"/>
            <a:chOff x="0" y="0"/>
            <a:chExt cx="163" cy="438"/>
          </a:xfrm>
        </p:grpSpPr>
        <p:sp>
          <p:nvSpPr>
            <p:cNvPr id="5153" name="Freeform 62"/>
            <p:cNvSpPr/>
            <p:nvPr/>
          </p:nvSpPr>
          <p:spPr>
            <a:xfrm>
              <a:off x="151" y="0"/>
              <a:ext cx="12" cy="438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438"/>
                </a:cxn>
              </a:cxnLst>
              <a:rect l="0" t="0" r="0" b="0"/>
              <a:pathLst>
                <a:path w="12" h="438">
                  <a:moveTo>
                    <a:pt x="12" y="0"/>
                  </a:moveTo>
                  <a:lnTo>
                    <a:pt x="0" y="43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54" name="对象 4130"/>
            <p:cNvGraphicFramePr>
              <a:graphicFrameLocks noChangeAspect="1"/>
            </p:cNvGraphicFramePr>
            <p:nvPr/>
          </p:nvGraphicFramePr>
          <p:xfrm>
            <a:off x="0" y="28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4" imgW="232410" imgH="245745" progId="Equation.3">
                    <p:embed/>
                  </p:oleObj>
                </mc:Choice>
                <mc:Fallback>
                  <p:oleObj r:id="rId54" imgW="232410" imgH="245745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55"/>
                        <a:stretch>
                          <a:fillRect/>
                        </a:stretch>
                      </p:blipFill>
                      <p:spPr>
                        <a:xfrm>
                          <a:off x="0" y="28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32" name="Group 64"/>
          <p:cNvGrpSpPr/>
          <p:nvPr/>
        </p:nvGrpSpPr>
        <p:grpSpPr>
          <a:xfrm>
            <a:off x="10215563" y="4810125"/>
            <a:ext cx="247650" cy="609600"/>
            <a:chOff x="0" y="0"/>
            <a:chExt cx="156" cy="384"/>
          </a:xfrm>
        </p:grpSpPr>
        <p:sp>
          <p:nvSpPr>
            <p:cNvPr id="5156" name="Line 65"/>
            <p:cNvSpPr/>
            <p:nvPr/>
          </p:nvSpPr>
          <p:spPr>
            <a:xfrm>
              <a:off x="0" y="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5157" name="对象 4133"/>
            <p:cNvGraphicFramePr>
              <a:graphicFrameLocks noChangeAspect="1"/>
            </p:cNvGraphicFramePr>
            <p:nvPr/>
          </p:nvGraphicFramePr>
          <p:xfrm>
            <a:off x="20" y="152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6" imgW="217805" imgH="320675" progId="Equation.3">
                    <p:embed/>
                  </p:oleObj>
                </mc:Choice>
                <mc:Fallback>
                  <p:oleObj r:id="rId56" imgW="217805" imgH="320675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57"/>
                        <a:stretch>
                          <a:fillRect/>
                        </a:stretch>
                      </p:blipFill>
                      <p:spPr>
                        <a:xfrm>
                          <a:off x="20" y="152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35" name="对象 4134"/>
          <p:cNvGraphicFramePr>
            <a:graphicFrameLocks noChangeAspect="1"/>
          </p:cNvGraphicFramePr>
          <p:nvPr/>
        </p:nvGraphicFramePr>
        <p:xfrm>
          <a:off x="8812213" y="5000625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8" imgW="1443355" imgH="421640" progId="Equation.3">
                  <p:embed/>
                </p:oleObj>
              </mc:Choice>
              <mc:Fallback>
                <p:oleObj r:id="rId58" imgW="1443355" imgH="42164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8812213" y="5000625"/>
                        <a:ext cx="14351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6" name="对象 4135"/>
          <p:cNvGraphicFramePr>
            <a:graphicFrameLocks noChangeAspect="1"/>
          </p:cNvGraphicFramePr>
          <p:nvPr/>
        </p:nvGraphicFramePr>
        <p:xfrm>
          <a:off x="8799513" y="3771900"/>
          <a:ext cx="1447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0" imgW="1454150" imgH="421005" progId="Equation.3">
                  <p:embed/>
                </p:oleObj>
              </mc:Choice>
              <mc:Fallback>
                <p:oleObj r:id="rId60" imgW="1454150" imgH="42100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8799513" y="3771900"/>
                        <a:ext cx="14478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37" name="Group 78"/>
          <p:cNvGrpSpPr>
            <a:grpSpLocks noChangeAspect="1"/>
          </p:cNvGrpSpPr>
          <p:nvPr/>
        </p:nvGrpSpPr>
        <p:grpSpPr>
          <a:xfrm>
            <a:off x="3448050" y="3311525"/>
            <a:ext cx="1746250" cy="622300"/>
            <a:chOff x="0" y="0"/>
            <a:chExt cx="1100" cy="392"/>
          </a:xfrm>
        </p:grpSpPr>
        <p:graphicFrame>
          <p:nvGraphicFramePr>
            <p:cNvPr id="5161" name="对象 4137"/>
            <p:cNvGraphicFramePr>
              <a:graphicFrameLocks noChangeAspect="1"/>
            </p:cNvGraphicFramePr>
            <p:nvPr/>
          </p:nvGraphicFramePr>
          <p:xfrm>
            <a:off x="0" y="0"/>
            <a:ext cx="32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2" imgW="510540" imgH="625475" progId="Equation.3">
                    <p:embed/>
                  </p:oleObj>
                </mc:Choice>
                <mc:Fallback>
                  <p:oleObj r:id="rId62" imgW="510540" imgH="625475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63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32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2" name="对象 4138"/>
            <p:cNvGraphicFramePr>
              <a:graphicFrameLocks noChangeAspect="1"/>
            </p:cNvGraphicFramePr>
            <p:nvPr/>
          </p:nvGraphicFramePr>
          <p:xfrm>
            <a:off x="164" y="82"/>
            <a:ext cx="9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4" imgW="1485900" imgH="393700" progId="Equation.3">
                    <p:embed/>
                  </p:oleObj>
                </mc:Choice>
                <mc:Fallback>
                  <p:oleObj r:id="rId64" imgW="1485900" imgH="3937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65"/>
                        <a:stretch>
                          <a:fillRect/>
                        </a:stretch>
                      </p:blipFill>
                      <p:spPr>
                        <a:xfrm>
                          <a:off x="164" y="82"/>
                          <a:ext cx="936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40" name="对象 4139"/>
          <p:cNvGraphicFramePr>
            <a:graphicFrameLocks noChangeAspect="1"/>
          </p:cNvGraphicFramePr>
          <p:nvPr/>
        </p:nvGraphicFramePr>
        <p:xfrm>
          <a:off x="2133600" y="4025900"/>
          <a:ext cx="774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6" imgW="778510" imgH="702310" progId="Equation.3">
                  <p:embed/>
                </p:oleObj>
              </mc:Choice>
              <mc:Fallback>
                <p:oleObj r:id="rId66" imgW="778510" imgH="70231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2133600" y="4025900"/>
                        <a:ext cx="7747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1" name="对象 4140"/>
          <p:cNvGraphicFramePr>
            <a:graphicFrameLocks noChangeAspect="1"/>
          </p:cNvGraphicFramePr>
          <p:nvPr/>
        </p:nvGraphicFramePr>
        <p:xfrm>
          <a:off x="2692400" y="4186238"/>
          <a:ext cx="2032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8" imgW="2032000" imgH="419100" progId="Equation.3">
                  <p:embed/>
                </p:oleObj>
              </mc:Choice>
              <mc:Fallback>
                <p:oleObj r:id="rId68" imgW="2032000" imgH="4191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2692400" y="4186238"/>
                        <a:ext cx="20320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2" name="对象 4141"/>
          <p:cNvGraphicFramePr>
            <a:graphicFrameLocks noChangeAspect="1"/>
          </p:cNvGraphicFramePr>
          <p:nvPr/>
        </p:nvGraphicFramePr>
        <p:xfrm>
          <a:off x="4800600" y="4038600"/>
          <a:ext cx="812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0" imgW="817245" imgH="702310" progId="Equation.3">
                  <p:embed/>
                </p:oleObj>
              </mc:Choice>
              <mc:Fallback>
                <p:oleObj r:id="rId70" imgW="817245" imgH="70231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4800600" y="4038600"/>
                        <a:ext cx="8128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3" name="对象 4142"/>
          <p:cNvGraphicFramePr>
            <a:graphicFrameLocks noChangeAspect="1"/>
          </p:cNvGraphicFramePr>
          <p:nvPr/>
        </p:nvGraphicFramePr>
        <p:xfrm>
          <a:off x="5334000" y="4191000"/>
          <a:ext cx="2044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2" imgW="2044700" imgH="419100" progId="Equation.3">
                  <p:embed/>
                </p:oleObj>
              </mc:Choice>
              <mc:Fallback>
                <p:oleObj r:id="rId72" imgW="2044700" imgH="4191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5334000" y="4191000"/>
                        <a:ext cx="2044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44" name="Group 86"/>
          <p:cNvGrpSpPr>
            <a:grpSpLocks noChangeAspect="1"/>
          </p:cNvGrpSpPr>
          <p:nvPr/>
        </p:nvGrpSpPr>
        <p:grpSpPr>
          <a:xfrm>
            <a:off x="2743200" y="4876800"/>
            <a:ext cx="1955800" cy="901700"/>
            <a:chOff x="0" y="0"/>
            <a:chExt cx="1232" cy="568"/>
          </a:xfrm>
        </p:grpSpPr>
        <p:graphicFrame>
          <p:nvGraphicFramePr>
            <p:cNvPr id="5168" name="对象 4144"/>
            <p:cNvGraphicFramePr>
              <a:graphicFrameLocks noChangeAspect="1"/>
            </p:cNvGraphicFramePr>
            <p:nvPr/>
          </p:nvGraphicFramePr>
          <p:xfrm>
            <a:off x="0" y="52"/>
            <a:ext cx="352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4" imgW="561975" imgH="817245" progId="Equation.3">
                    <p:embed/>
                  </p:oleObj>
                </mc:Choice>
                <mc:Fallback>
                  <p:oleObj r:id="rId74" imgW="561975" imgH="817245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75"/>
                        <a:stretch>
                          <a:fillRect/>
                        </a:stretch>
                      </p:blipFill>
                      <p:spPr>
                        <a:xfrm>
                          <a:off x="0" y="52"/>
                          <a:ext cx="352" cy="5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9" name="对象 4145"/>
            <p:cNvGraphicFramePr>
              <a:graphicFrameLocks noChangeAspect="1"/>
            </p:cNvGraphicFramePr>
            <p:nvPr/>
          </p:nvGraphicFramePr>
          <p:xfrm>
            <a:off x="256" y="0"/>
            <a:ext cx="472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6" imgW="753110" imgH="906145" progId="Equation.3">
                    <p:embed/>
                  </p:oleObj>
                </mc:Choice>
                <mc:Fallback>
                  <p:oleObj r:id="rId76" imgW="753110" imgH="906145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77"/>
                        <a:stretch>
                          <a:fillRect/>
                        </a:stretch>
                      </p:blipFill>
                      <p:spPr>
                        <a:xfrm>
                          <a:off x="256" y="0"/>
                          <a:ext cx="472" cy="5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0" name="对象 4146"/>
            <p:cNvGraphicFramePr>
              <a:graphicFrameLocks noChangeAspect="1"/>
            </p:cNvGraphicFramePr>
            <p:nvPr/>
          </p:nvGraphicFramePr>
          <p:xfrm>
            <a:off x="768" y="144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8" imgW="739775" imgH="394970" progId="Equation.3">
                    <p:embed/>
                  </p:oleObj>
                </mc:Choice>
                <mc:Fallback>
                  <p:oleObj r:id="rId78" imgW="739775" imgH="39497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79"/>
                        <a:stretch>
                          <a:fillRect/>
                        </a:stretch>
                      </p:blipFill>
                      <p:spPr>
                        <a:xfrm>
                          <a:off x="768" y="144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48" name="Line 89"/>
          <p:cNvSpPr/>
          <p:nvPr/>
        </p:nvSpPr>
        <p:spPr>
          <a:xfrm>
            <a:off x="9359900" y="3441700"/>
            <a:ext cx="0" cy="3111500"/>
          </a:xfrm>
          <a:prstGeom prst="line">
            <a:avLst/>
          </a:prstGeom>
          <a:ln w="76200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4149" name="对象 4148"/>
          <p:cNvGraphicFramePr>
            <a:graphicFrameLocks noChangeAspect="1"/>
          </p:cNvGraphicFramePr>
          <p:nvPr/>
        </p:nvGraphicFramePr>
        <p:xfrm>
          <a:off x="4775200" y="4940300"/>
          <a:ext cx="1016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0" imgW="1021715" imgH="702310" progId="Equation.3">
                  <p:embed/>
                </p:oleObj>
              </mc:Choice>
              <mc:Fallback>
                <p:oleObj r:id="rId80" imgW="1021715" imgH="70231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4775200" y="4940300"/>
                        <a:ext cx="10160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0" name="对象 4149"/>
          <p:cNvGraphicFramePr>
            <a:graphicFrameLocks noChangeAspect="1"/>
          </p:cNvGraphicFramePr>
          <p:nvPr/>
        </p:nvGraphicFramePr>
        <p:xfrm>
          <a:off x="5791200" y="4889500"/>
          <a:ext cx="965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2" imgW="970915" imgH="753745" progId="Equation.3">
                  <p:embed/>
                </p:oleObj>
              </mc:Choice>
              <mc:Fallback>
                <p:oleObj r:id="rId82" imgW="970915" imgH="75374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5791200" y="4889500"/>
                        <a:ext cx="9652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1" name="对象 4150"/>
          <p:cNvGraphicFramePr>
            <a:graphicFrameLocks noChangeAspect="1"/>
          </p:cNvGraphicFramePr>
          <p:nvPr/>
        </p:nvGraphicFramePr>
        <p:xfrm>
          <a:off x="6553200" y="4870450"/>
          <a:ext cx="749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4" imgW="753110" imgH="906145" progId="Equation.3">
                  <p:embed/>
                </p:oleObj>
              </mc:Choice>
              <mc:Fallback>
                <p:oleObj r:id="rId84" imgW="753110" imgH="90614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6553200" y="4870450"/>
                        <a:ext cx="7493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2" name="对象 4151"/>
          <p:cNvGraphicFramePr>
            <a:graphicFrameLocks noChangeAspect="1"/>
          </p:cNvGraphicFramePr>
          <p:nvPr/>
        </p:nvGraphicFramePr>
        <p:xfrm>
          <a:off x="7315200" y="5099050"/>
          <a:ext cx="38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6" imgW="383540" imgH="396875" progId="Equation.3">
                  <p:embed/>
                </p:oleObj>
              </mc:Choice>
              <mc:Fallback>
                <p:oleObj r:id="rId86" imgW="383540" imgH="396875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87"/>
                      <a:stretch>
                        <a:fillRect/>
                      </a:stretch>
                    </p:blipFill>
                    <p:spPr>
                      <a:xfrm>
                        <a:off x="7315200" y="5099050"/>
                        <a:ext cx="381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3" name="对象 4152"/>
          <p:cNvGraphicFramePr>
            <a:graphicFrameLocks noChangeAspect="1"/>
          </p:cNvGraphicFramePr>
          <p:nvPr/>
        </p:nvGraphicFramePr>
        <p:xfrm>
          <a:off x="2133600" y="5873750"/>
          <a:ext cx="774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8" imgW="778510" imgH="702310" progId="Equation.3">
                  <p:embed/>
                </p:oleObj>
              </mc:Choice>
              <mc:Fallback>
                <p:oleObj r:id="rId88" imgW="778510" imgH="70231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89"/>
                      <a:stretch>
                        <a:fillRect/>
                      </a:stretch>
                    </p:blipFill>
                    <p:spPr>
                      <a:xfrm>
                        <a:off x="2133600" y="5873750"/>
                        <a:ext cx="7747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4" name="对象 4153"/>
          <p:cNvGraphicFramePr>
            <a:graphicFrameLocks noChangeAspect="1"/>
          </p:cNvGraphicFramePr>
          <p:nvPr/>
        </p:nvGraphicFramePr>
        <p:xfrm>
          <a:off x="7048500" y="5676900"/>
          <a:ext cx="110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0" imgW="1422400" imgH="469900" progId="Equation.3">
                  <p:embed/>
                </p:oleObj>
              </mc:Choice>
              <mc:Fallback>
                <p:oleObj r:id="rId90" imgW="1422400" imgH="4699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91">
                        <a:clrChange>
                          <a:clrFrom>
                            <a:srgbClr val="000000"/>
                          </a:clrFrom>
                          <a:clrTo>
                            <a:srgbClr val="CC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48500" y="5676900"/>
                        <a:ext cx="1104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5" name="对象 4154"/>
          <p:cNvGraphicFramePr>
            <a:graphicFrameLocks noChangeAspect="1"/>
          </p:cNvGraphicFramePr>
          <p:nvPr/>
        </p:nvGraphicFramePr>
        <p:xfrm>
          <a:off x="2781300" y="6057900"/>
          <a:ext cx="179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2" imgW="1790700" imgH="419100" progId="Equation.3">
                  <p:embed/>
                </p:oleObj>
              </mc:Choice>
              <mc:Fallback>
                <p:oleObj r:id="rId92" imgW="1790700" imgH="4191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93"/>
                      <a:stretch>
                        <a:fillRect/>
                      </a:stretch>
                    </p:blipFill>
                    <p:spPr>
                      <a:xfrm>
                        <a:off x="2781300" y="6057900"/>
                        <a:ext cx="1790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6" name="对象 4155"/>
          <p:cNvGraphicFramePr>
            <a:graphicFrameLocks noChangeAspect="1"/>
          </p:cNvGraphicFramePr>
          <p:nvPr/>
        </p:nvGraphicFramePr>
        <p:xfrm>
          <a:off x="4622800" y="6057900"/>
          <a:ext cx="2463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4" imgW="2463800" imgH="419100" progId="Equation.3">
                  <p:embed/>
                </p:oleObj>
              </mc:Choice>
              <mc:Fallback>
                <p:oleObj r:id="rId94" imgW="2463800" imgH="4191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95"/>
                      <a:stretch>
                        <a:fillRect/>
                      </a:stretch>
                    </p:blipFill>
                    <p:spPr>
                      <a:xfrm>
                        <a:off x="4622800" y="6057900"/>
                        <a:ext cx="24638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80" name="Rectangle 98"/>
          <p:cNvSpPr>
            <a:spLocks noGrp="1"/>
          </p:cNvSpPr>
          <p:nvPr>
            <p:ph type="title"/>
          </p:nvPr>
        </p:nvSpPr>
        <p:spPr/>
        <p:txBody>
          <a:bodyPr vert="horz" wrap="square" anchor="ctr" anchorCtr="0"/>
          <a:lstStyle/>
          <a:p>
            <a:pPr eaLnBrk="1" hangingPunct="1"/>
            <a:r>
              <a:rPr lang="en-US" altLang="zh-CN" dirty="0"/>
              <a:t>  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654300" y="2387600"/>
          <a:ext cx="42672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068570" imgH="1659255" progId="Word.Document.8">
                  <p:embed/>
                </p:oleObj>
              </mc:Choice>
              <mc:Fallback>
                <p:oleObj r:id="rId2" imgW="5068570" imgH="1659255" progId="Word.Document.8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54300" y="2387600"/>
                        <a:ext cx="4267200" cy="1384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Text Box 3"/>
          <p:cNvSpPr txBox="1"/>
          <p:nvPr/>
        </p:nvSpPr>
        <p:spPr>
          <a:xfrm>
            <a:off x="1981200" y="2198688"/>
            <a:ext cx="31242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证明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(2)</a:t>
            </a:r>
          </a:p>
        </p:txBody>
      </p:sp>
      <p:grpSp>
        <p:nvGrpSpPr>
          <p:cNvPr id="5124" name="Group 4"/>
          <p:cNvGrpSpPr/>
          <p:nvPr/>
        </p:nvGrpSpPr>
        <p:grpSpPr>
          <a:xfrm>
            <a:off x="7010400" y="2438400"/>
            <a:ext cx="2895600" cy="2032000"/>
            <a:chOff x="0" y="0"/>
            <a:chExt cx="1824" cy="1280"/>
          </a:xfrm>
        </p:grpSpPr>
        <p:sp>
          <p:nvSpPr>
            <p:cNvPr id="6148" name="Freeform 5"/>
            <p:cNvSpPr/>
            <p:nvPr/>
          </p:nvSpPr>
          <p:spPr>
            <a:xfrm>
              <a:off x="0" y="0"/>
              <a:ext cx="1824" cy="1280"/>
            </a:xfrm>
            <a:custGeom>
              <a:avLst/>
              <a:gdLst/>
              <a:ahLst/>
              <a:cxnLst>
                <a:cxn ang="0">
                  <a:pos x="319" y="130"/>
                </a:cxn>
                <a:cxn ang="0">
                  <a:pos x="231" y="149"/>
                </a:cxn>
                <a:cxn ang="0">
                  <a:pos x="166" y="59"/>
                </a:cxn>
                <a:cxn ang="0">
                  <a:pos x="112" y="6"/>
                </a:cxn>
                <a:cxn ang="0">
                  <a:pos x="25" y="24"/>
                </a:cxn>
                <a:cxn ang="0">
                  <a:pos x="4" y="112"/>
                </a:cxn>
                <a:cxn ang="0">
                  <a:pos x="4" y="202"/>
                </a:cxn>
                <a:cxn ang="0">
                  <a:pos x="25" y="309"/>
                </a:cxn>
                <a:cxn ang="0">
                  <a:pos x="79" y="417"/>
                </a:cxn>
                <a:cxn ang="0">
                  <a:pos x="166" y="523"/>
                </a:cxn>
                <a:cxn ang="0">
                  <a:pos x="307" y="577"/>
                </a:cxn>
                <a:cxn ang="0">
                  <a:pos x="405" y="542"/>
                </a:cxn>
                <a:cxn ang="0">
                  <a:pos x="492" y="399"/>
                </a:cxn>
                <a:cxn ang="0">
                  <a:pos x="546" y="238"/>
                </a:cxn>
                <a:cxn ang="0">
                  <a:pos x="546" y="167"/>
                </a:cxn>
                <a:cxn ang="0">
                  <a:pos x="513" y="77"/>
                </a:cxn>
                <a:cxn ang="0">
                  <a:pos x="448" y="24"/>
                </a:cxn>
                <a:cxn ang="0">
                  <a:pos x="372" y="24"/>
                </a:cxn>
                <a:cxn ang="0">
                  <a:pos x="351" y="59"/>
                </a:cxn>
                <a:cxn ang="0">
                  <a:pos x="339" y="112"/>
                </a:cxn>
                <a:cxn ang="0">
                  <a:pos x="319" y="130"/>
                </a:cxn>
              </a:cxnLst>
              <a:rect l="0" t="0" r="0" b="0"/>
              <a:pathLst>
                <a:path w="2456" h="1560">
                  <a:moveTo>
                    <a:pt x="1408" y="352"/>
                  </a:moveTo>
                  <a:cubicBezTo>
                    <a:pt x="1328" y="368"/>
                    <a:pt x="1136" y="432"/>
                    <a:pt x="1024" y="400"/>
                  </a:cubicBezTo>
                  <a:cubicBezTo>
                    <a:pt x="912" y="368"/>
                    <a:pt x="824" y="224"/>
                    <a:pt x="736" y="160"/>
                  </a:cubicBezTo>
                  <a:cubicBezTo>
                    <a:pt x="648" y="96"/>
                    <a:pt x="600" y="32"/>
                    <a:pt x="496" y="16"/>
                  </a:cubicBezTo>
                  <a:cubicBezTo>
                    <a:pt x="392" y="0"/>
                    <a:pt x="192" y="16"/>
                    <a:pt x="112" y="64"/>
                  </a:cubicBezTo>
                  <a:cubicBezTo>
                    <a:pt x="32" y="112"/>
                    <a:pt x="32" y="224"/>
                    <a:pt x="16" y="304"/>
                  </a:cubicBezTo>
                  <a:cubicBezTo>
                    <a:pt x="0" y="384"/>
                    <a:pt x="0" y="456"/>
                    <a:pt x="16" y="544"/>
                  </a:cubicBezTo>
                  <a:cubicBezTo>
                    <a:pt x="32" y="632"/>
                    <a:pt x="56" y="736"/>
                    <a:pt x="112" y="832"/>
                  </a:cubicBezTo>
                  <a:cubicBezTo>
                    <a:pt x="168" y="928"/>
                    <a:pt x="248" y="1024"/>
                    <a:pt x="352" y="1120"/>
                  </a:cubicBezTo>
                  <a:cubicBezTo>
                    <a:pt x="456" y="1216"/>
                    <a:pt x="568" y="1336"/>
                    <a:pt x="736" y="1408"/>
                  </a:cubicBezTo>
                  <a:cubicBezTo>
                    <a:pt x="904" y="1480"/>
                    <a:pt x="1184" y="1544"/>
                    <a:pt x="1360" y="1552"/>
                  </a:cubicBezTo>
                  <a:cubicBezTo>
                    <a:pt x="1536" y="1560"/>
                    <a:pt x="1656" y="1536"/>
                    <a:pt x="1792" y="1456"/>
                  </a:cubicBezTo>
                  <a:cubicBezTo>
                    <a:pt x="1928" y="1376"/>
                    <a:pt x="2072" y="1208"/>
                    <a:pt x="2176" y="1072"/>
                  </a:cubicBezTo>
                  <a:cubicBezTo>
                    <a:pt x="2280" y="936"/>
                    <a:pt x="2376" y="744"/>
                    <a:pt x="2416" y="640"/>
                  </a:cubicBezTo>
                  <a:cubicBezTo>
                    <a:pt x="2456" y="536"/>
                    <a:pt x="2440" y="520"/>
                    <a:pt x="2416" y="448"/>
                  </a:cubicBezTo>
                  <a:cubicBezTo>
                    <a:pt x="2392" y="376"/>
                    <a:pt x="2344" y="272"/>
                    <a:pt x="2272" y="208"/>
                  </a:cubicBezTo>
                  <a:cubicBezTo>
                    <a:pt x="2200" y="144"/>
                    <a:pt x="2088" y="88"/>
                    <a:pt x="1984" y="64"/>
                  </a:cubicBezTo>
                  <a:cubicBezTo>
                    <a:pt x="1880" y="40"/>
                    <a:pt x="1720" y="48"/>
                    <a:pt x="1648" y="64"/>
                  </a:cubicBezTo>
                  <a:cubicBezTo>
                    <a:pt x="1576" y="80"/>
                    <a:pt x="1576" y="120"/>
                    <a:pt x="1552" y="160"/>
                  </a:cubicBezTo>
                  <a:cubicBezTo>
                    <a:pt x="1528" y="200"/>
                    <a:pt x="1528" y="272"/>
                    <a:pt x="1504" y="304"/>
                  </a:cubicBezTo>
                  <a:cubicBezTo>
                    <a:pt x="1480" y="336"/>
                    <a:pt x="1488" y="336"/>
                    <a:pt x="1408" y="352"/>
                  </a:cubicBezTo>
                  <a:close/>
                </a:path>
              </a:pathLst>
            </a:custGeom>
            <a:solidFill>
              <a:srgbClr val="D9F1FF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" name="Line 6"/>
            <p:cNvSpPr/>
            <p:nvPr/>
          </p:nvSpPr>
          <p:spPr>
            <a:xfrm>
              <a:off x="1010" y="1274"/>
              <a:ext cx="142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50" name="Line 7"/>
            <p:cNvSpPr/>
            <p:nvPr/>
          </p:nvSpPr>
          <p:spPr>
            <a:xfrm flipH="1">
              <a:off x="1331" y="53"/>
              <a:ext cx="107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51" name="Line 8"/>
            <p:cNvSpPr/>
            <p:nvPr/>
          </p:nvSpPr>
          <p:spPr>
            <a:xfrm flipH="1">
              <a:off x="226" y="13"/>
              <a:ext cx="106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52" name="Line 9"/>
            <p:cNvSpPr/>
            <p:nvPr/>
          </p:nvSpPr>
          <p:spPr>
            <a:xfrm rot="429617" flipV="1">
              <a:off x="1616" y="801"/>
              <a:ext cx="41" cy="79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53" name="Line 10"/>
            <p:cNvSpPr/>
            <p:nvPr/>
          </p:nvSpPr>
          <p:spPr>
            <a:xfrm>
              <a:off x="190" y="840"/>
              <a:ext cx="107" cy="11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6154" name="对象 5130"/>
            <p:cNvGraphicFramePr>
              <a:graphicFrameLocks noChangeAspect="1"/>
            </p:cNvGraphicFramePr>
            <p:nvPr/>
          </p:nvGraphicFramePr>
          <p:xfrm>
            <a:off x="1607" y="892"/>
            <a:ext cx="130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82575" imgH="320675" progId="Equation.3">
                    <p:embed/>
                  </p:oleObj>
                </mc:Choice>
                <mc:Fallback>
                  <p:oleObj r:id="rId4" imgW="282575" imgH="320675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607" y="892"/>
                          <a:ext cx="130" cy="1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对象 5131"/>
            <p:cNvGraphicFramePr>
              <a:graphicFrameLocks noChangeAspect="1"/>
            </p:cNvGraphicFramePr>
            <p:nvPr/>
          </p:nvGraphicFramePr>
          <p:xfrm>
            <a:off x="179" y="972"/>
            <a:ext cx="12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59410" imgH="462280" progId="Equation.3">
                    <p:embed/>
                  </p:oleObj>
                </mc:Choice>
                <mc:Fallback>
                  <p:oleObj r:id="rId6" imgW="359410" imgH="46228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79" y="972"/>
                          <a:ext cx="127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6" name="对象 5132"/>
            <p:cNvGraphicFramePr>
              <a:graphicFrameLocks noChangeAspect="1"/>
            </p:cNvGraphicFramePr>
            <p:nvPr/>
          </p:nvGraphicFramePr>
          <p:xfrm>
            <a:off x="1539" y="104"/>
            <a:ext cx="124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385445" imgH="462280" progId="Equation.3">
                    <p:embed/>
                  </p:oleObj>
                </mc:Choice>
                <mc:Fallback>
                  <p:oleObj r:id="rId8" imgW="385445" imgH="46228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539" y="104"/>
                          <a:ext cx="124" cy="1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7" name="对象 5133"/>
            <p:cNvGraphicFramePr>
              <a:graphicFrameLocks noChangeAspect="1"/>
            </p:cNvGraphicFramePr>
            <p:nvPr/>
          </p:nvGraphicFramePr>
          <p:xfrm>
            <a:off x="53" y="65"/>
            <a:ext cx="124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85445" imgH="462280" progId="Equation.3">
                    <p:embed/>
                  </p:oleObj>
                </mc:Choice>
                <mc:Fallback>
                  <p:oleObj r:id="rId10" imgW="385445" imgH="46228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3" y="65"/>
                          <a:ext cx="124" cy="1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8" name="Text Box 15"/>
            <p:cNvSpPr txBox="1"/>
            <p:nvPr/>
          </p:nvSpPr>
          <p:spPr>
            <a:xfrm>
              <a:off x="1373" y="519"/>
              <a:ext cx="23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D</a:t>
              </a:r>
            </a:p>
          </p:txBody>
        </p:sp>
      </p:grpSp>
      <p:graphicFrame>
        <p:nvGraphicFramePr>
          <p:cNvPr id="5136" name="对象 5135"/>
          <p:cNvGraphicFramePr>
            <a:graphicFrameLocks noChangeAspect="1"/>
          </p:cNvGraphicFramePr>
          <p:nvPr/>
        </p:nvGraphicFramePr>
        <p:xfrm>
          <a:off x="7837488" y="3657600"/>
          <a:ext cx="2889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24180" imgH="462280" progId="Equation.3">
                  <p:embed/>
                </p:oleObj>
              </mc:Choice>
              <mc:Fallback>
                <p:oleObj r:id="rId12" imgW="424180" imgH="46228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37488" y="3657600"/>
                        <a:ext cx="288925" cy="34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7" name="对象 5136"/>
          <p:cNvGraphicFramePr>
            <a:graphicFrameLocks noChangeAspect="1"/>
          </p:cNvGraphicFramePr>
          <p:nvPr/>
        </p:nvGraphicFramePr>
        <p:xfrm>
          <a:off x="9024938" y="2624138"/>
          <a:ext cx="21907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436880" imgH="462280" progId="Equation.3">
                  <p:embed/>
                </p:oleObj>
              </mc:Choice>
              <mc:Fallback>
                <p:oleObj r:id="rId14" imgW="436880" imgH="46228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024938" y="2624138"/>
                        <a:ext cx="219075" cy="260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8" name="对象 5137"/>
          <p:cNvGraphicFramePr>
            <a:graphicFrameLocks noChangeAspect="1"/>
          </p:cNvGraphicFramePr>
          <p:nvPr/>
        </p:nvGraphicFramePr>
        <p:xfrm>
          <a:off x="7432675" y="2565400"/>
          <a:ext cx="220663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36880" imgH="462280" progId="Equation.3">
                  <p:embed/>
                </p:oleObj>
              </mc:Choice>
              <mc:Fallback>
                <p:oleObj r:id="rId16" imgW="436880" imgH="46228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432675" y="2565400"/>
                        <a:ext cx="220663" cy="260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9" name="Line 19"/>
          <p:cNvSpPr/>
          <p:nvPr/>
        </p:nvSpPr>
        <p:spPr>
          <a:xfrm flipH="1">
            <a:off x="8247063" y="3086100"/>
            <a:ext cx="412750" cy="0"/>
          </a:xfrm>
          <a:prstGeom prst="line">
            <a:avLst/>
          </a:prstGeom>
          <a:ln w="9525" cap="flat" cmpd="sng">
            <a:solidFill>
              <a:srgbClr val="FF66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140" name="Line 20"/>
          <p:cNvSpPr/>
          <p:nvPr/>
        </p:nvSpPr>
        <p:spPr>
          <a:xfrm>
            <a:off x="9144000" y="2909888"/>
            <a:ext cx="304800" cy="0"/>
          </a:xfrm>
          <a:prstGeom prst="line">
            <a:avLst/>
          </a:prstGeom>
          <a:ln w="9525" cap="flat" cmpd="sng">
            <a:solidFill>
              <a:srgbClr val="FF66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141" name="Line 21"/>
          <p:cNvSpPr/>
          <p:nvPr/>
        </p:nvSpPr>
        <p:spPr>
          <a:xfrm>
            <a:off x="7423150" y="2909888"/>
            <a:ext cx="273050" cy="0"/>
          </a:xfrm>
          <a:prstGeom prst="line">
            <a:avLst/>
          </a:prstGeom>
          <a:ln w="9525" cap="flat" cmpd="sng">
            <a:solidFill>
              <a:srgbClr val="FF66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142" name="Line 22"/>
          <p:cNvSpPr/>
          <p:nvPr/>
        </p:nvSpPr>
        <p:spPr>
          <a:xfrm>
            <a:off x="7010400" y="2968625"/>
            <a:ext cx="28273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5143" name="Text Box 23"/>
          <p:cNvSpPr txBox="1"/>
          <p:nvPr/>
        </p:nvSpPr>
        <p:spPr>
          <a:xfrm>
            <a:off x="1960563" y="1503363"/>
            <a:ext cx="2590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两式相加得</a:t>
            </a:r>
          </a:p>
        </p:txBody>
      </p:sp>
      <p:graphicFrame>
        <p:nvGraphicFramePr>
          <p:cNvPr id="5144" name="对象 5143"/>
          <p:cNvGraphicFramePr>
            <a:graphicFrameLocks noChangeAspect="1"/>
          </p:cNvGraphicFramePr>
          <p:nvPr/>
        </p:nvGraphicFramePr>
        <p:xfrm>
          <a:off x="4170363" y="1395413"/>
          <a:ext cx="444341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6718300" imgH="1270000" progId="Equation.3">
                  <p:embed/>
                </p:oleObj>
              </mc:Choice>
              <mc:Fallback>
                <p:oleObj r:id="rId18" imgW="6718300" imgH="12700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70363" y="1395413"/>
                        <a:ext cx="4443412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5" name="Object 25"/>
          <p:cNvGraphicFramePr>
            <a:graphicFrameLocks noChangeAspect="1"/>
          </p:cNvGraphicFramePr>
          <p:nvPr/>
        </p:nvGraphicFramePr>
        <p:xfrm>
          <a:off x="2514600" y="3886200"/>
          <a:ext cx="48815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4838700" imgH="1158240" progId="Word.Document.8">
                  <p:embed/>
                </p:oleObj>
              </mc:Choice>
              <mc:Fallback>
                <p:oleObj r:id="rId20" imgW="4838700" imgH="1158240" progId="Word.Document.8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514600" y="3886200"/>
                        <a:ext cx="4881563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6" name="对象 5145"/>
          <p:cNvGraphicFramePr>
            <a:graphicFrameLocks noChangeAspect="1"/>
          </p:cNvGraphicFramePr>
          <p:nvPr/>
        </p:nvGraphicFramePr>
        <p:xfrm>
          <a:off x="2620963" y="5029200"/>
          <a:ext cx="583723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6565900" imgH="1041400" progId="Equation.3">
                  <p:embed/>
                </p:oleObj>
              </mc:Choice>
              <mc:Fallback>
                <p:oleObj r:id="rId22" imgW="6565900" imgH="10414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620963" y="5029200"/>
                        <a:ext cx="5837237" cy="92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0" name="Text Box 27"/>
          <p:cNvSpPr txBox="1"/>
          <p:nvPr/>
        </p:nvSpPr>
        <p:spPr>
          <a:xfrm>
            <a:off x="1981200" y="404813"/>
            <a:ext cx="2514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同理可证</a:t>
            </a:r>
          </a:p>
        </p:txBody>
      </p:sp>
      <p:graphicFrame>
        <p:nvGraphicFramePr>
          <p:cNvPr id="6171" name="对象 5147"/>
          <p:cNvGraphicFramePr>
            <a:graphicFrameLocks noChangeAspect="1"/>
          </p:cNvGraphicFramePr>
          <p:nvPr/>
        </p:nvGraphicFramePr>
        <p:xfrm>
          <a:off x="3890963" y="111125"/>
          <a:ext cx="3421062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675765" imgH="444500" progId="Equation.DSMT4">
                  <p:embed/>
                </p:oleObj>
              </mc:Choice>
              <mc:Fallback>
                <p:oleObj r:id="rId24" imgW="1675765" imgH="4445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890963" y="111125"/>
                        <a:ext cx="3421062" cy="909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3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  <p:bldP spid="51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9" name="对象 6145"/>
          <p:cNvGraphicFramePr>
            <a:graphicFrameLocks noChangeAspect="1"/>
          </p:cNvGraphicFramePr>
          <p:nvPr/>
        </p:nvGraphicFramePr>
        <p:xfrm>
          <a:off x="2362200" y="1270000"/>
          <a:ext cx="818038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864600" imgH="1041400" progId="Equation.3">
                  <p:embed/>
                </p:oleObj>
              </mc:Choice>
              <mc:Fallback>
                <p:oleObj r:id="rId2" imgW="8864600" imgH="10414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2200" y="1270000"/>
                        <a:ext cx="8180388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对象 6146"/>
          <p:cNvGraphicFramePr>
            <a:graphicFrameLocks noChangeAspect="1"/>
          </p:cNvGraphicFramePr>
          <p:nvPr/>
        </p:nvGraphicFramePr>
        <p:xfrm>
          <a:off x="2438400" y="2667000"/>
          <a:ext cx="71770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175500" imgH="660400" progId="Equation.3">
                  <p:embed/>
                </p:oleObj>
              </mc:Choice>
              <mc:Fallback>
                <p:oleObj r:id="rId4" imgW="7175500" imgH="6604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38400" y="2667000"/>
                        <a:ext cx="7177088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对象 6147"/>
          <p:cNvGraphicFramePr>
            <a:graphicFrameLocks noChangeAspect="1"/>
          </p:cNvGraphicFramePr>
          <p:nvPr/>
        </p:nvGraphicFramePr>
        <p:xfrm>
          <a:off x="2438400" y="3581400"/>
          <a:ext cx="2298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98700" imgH="609600" progId="Equation.3">
                  <p:embed/>
                </p:oleObj>
              </mc:Choice>
              <mc:Fallback>
                <p:oleObj r:id="rId6" imgW="2298700" imgH="6096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38400" y="3581400"/>
                        <a:ext cx="22987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2" name="Group 5"/>
          <p:cNvGrpSpPr/>
          <p:nvPr/>
        </p:nvGrpSpPr>
        <p:grpSpPr>
          <a:xfrm>
            <a:off x="7239000" y="3657600"/>
            <a:ext cx="2286000" cy="1409700"/>
            <a:chOff x="0" y="0"/>
            <a:chExt cx="1440" cy="888"/>
          </a:xfrm>
        </p:grpSpPr>
        <p:sp>
          <p:nvSpPr>
            <p:cNvPr id="7173" name="Freeform 6"/>
            <p:cNvSpPr/>
            <p:nvPr/>
          </p:nvSpPr>
          <p:spPr>
            <a:xfrm>
              <a:off x="0" y="0"/>
              <a:ext cx="1440" cy="888"/>
            </a:xfrm>
            <a:custGeom>
              <a:avLst/>
              <a:gdLst/>
              <a:ahLst/>
              <a:cxnLst>
                <a:cxn ang="0">
                  <a:pos x="98" y="21"/>
                </a:cxn>
                <a:cxn ang="0">
                  <a:pos x="71" y="24"/>
                </a:cxn>
                <a:cxn ang="0">
                  <a:pos x="51" y="10"/>
                </a:cxn>
                <a:cxn ang="0">
                  <a:pos x="35" y="1"/>
                </a:cxn>
                <a:cxn ang="0">
                  <a:pos x="8" y="3"/>
                </a:cxn>
                <a:cxn ang="0">
                  <a:pos x="1" y="18"/>
                </a:cxn>
                <a:cxn ang="0">
                  <a:pos x="1" y="32"/>
                </a:cxn>
                <a:cxn ang="0">
                  <a:pos x="8" y="50"/>
                </a:cxn>
                <a:cxn ang="0">
                  <a:pos x="25" y="67"/>
                </a:cxn>
                <a:cxn ang="0">
                  <a:pos x="51" y="84"/>
                </a:cxn>
                <a:cxn ang="0">
                  <a:pos x="94" y="93"/>
                </a:cxn>
                <a:cxn ang="0">
                  <a:pos x="124" y="87"/>
                </a:cxn>
                <a:cxn ang="0">
                  <a:pos x="151" y="64"/>
                </a:cxn>
                <a:cxn ang="0">
                  <a:pos x="168" y="38"/>
                </a:cxn>
                <a:cxn ang="0">
                  <a:pos x="168" y="27"/>
                </a:cxn>
                <a:cxn ang="0">
                  <a:pos x="158" y="13"/>
                </a:cxn>
                <a:cxn ang="0">
                  <a:pos x="138" y="3"/>
                </a:cxn>
                <a:cxn ang="0">
                  <a:pos x="114" y="3"/>
                </a:cxn>
                <a:cxn ang="0">
                  <a:pos x="108" y="10"/>
                </a:cxn>
                <a:cxn ang="0">
                  <a:pos x="104" y="18"/>
                </a:cxn>
                <a:cxn ang="0">
                  <a:pos x="98" y="21"/>
                </a:cxn>
              </a:cxnLst>
              <a:rect l="0" t="0" r="0" b="0"/>
              <a:pathLst>
                <a:path w="2456" h="1560">
                  <a:moveTo>
                    <a:pt x="1408" y="352"/>
                  </a:moveTo>
                  <a:cubicBezTo>
                    <a:pt x="1328" y="368"/>
                    <a:pt x="1136" y="432"/>
                    <a:pt x="1024" y="400"/>
                  </a:cubicBezTo>
                  <a:cubicBezTo>
                    <a:pt x="912" y="368"/>
                    <a:pt x="824" y="224"/>
                    <a:pt x="736" y="160"/>
                  </a:cubicBezTo>
                  <a:cubicBezTo>
                    <a:pt x="648" y="96"/>
                    <a:pt x="600" y="32"/>
                    <a:pt x="496" y="16"/>
                  </a:cubicBezTo>
                  <a:cubicBezTo>
                    <a:pt x="392" y="0"/>
                    <a:pt x="192" y="16"/>
                    <a:pt x="112" y="64"/>
                  </a:cubicBezTo>
                  <a:cubicBezTo>
                    <a:pt x="32" y="112"/>
                    <a:pt x="32" y="224"/>
                    <a:pt x="16" y="304"/>
                  </a:cubicBezTo>
                  <a:cubicBezTo>
                    <a:pt x="0" y="384"/>
                    <a:pt x="0" y="456"/>
                    <a:pt x="16" y="544"/>
                  </a:cubicBezTo>
                  <a:cubicBezTo>
                    <a:pt x="32" y="632"/>
                    <a:pt x="56" y="736"/>
                    <a:pt x="112" y="832"/>
                  </a:cubicBezTo>
                  <a:cubicBezTo>
                    <a:pt x="168" y="928"/>
                    <a:pt x="248" y="1024"/>
                    <a:pt x="352" y="1120"/>
                  </a:cubicBezTo>
                  <a:cubicBezTo>
                    <a:pt x="456" y="1216"/>
                    <a:pt x="568" y="1336"/>
                    <a:pt x="736" y="1408"/>
                  </a:cubicBezTo>
                  <a:cubicBezTo>
                    <a:pt x="904" y="1480"/>
                    <a:pt x="1184" y="1544"/>
                    <a:pt x="1360" y="1552"/>
                  </a:cubicBezTo>
                  <a:cubicBezTo>
                    <a:pt x="1536" y="1560"/>
                    <a:pt x="1656" y="1536"/>
                    <a:pt x="1792" y="1456"/>
                  </a:cubicBezTo>
                  <a:cubicBezTo>
                    <a:pt x="1928" y="1376"/>
                    <a:pt x="2072" y="1208"/>
                    <a:pt x="2176" y="1072"/>
                  </a:cubicBezTo>
                  <a:cubicBezTo>
                    <a:pt x="2280" y="936"/>
                    <a:pt x="2376" y="744"/>
                    <a:pt x="2416" y="640"/>
                  </a:cubicBezTo>
                  <a:cubicBezTo>
                    <a:pt x="2456" y="536"/>
                    <a:pt x="2440" y="520"/>
                    <a:pt x="2416" y="448"/>
                  </a:cubicBezTo>
                  <a:cubicBezTo>
                    <a:pt x="2392" y="376"/>
                    <a:pt x="2344" y="272"/>
                    <a:pt x="2272" y="208"/>
                  </a:cubicBezTo>
                  <a:cubicBezTo>
                    <a:pt x="2200" y="144"/>
                    <a:pt x="2088" y="88"/>
                    <a:pt x="1984" y="64"/>
                  </a:cubicBezTo>
                  <a:cubicBezTo>
                    <a:pt x="1880" y="40"/>
                    <a:pt x="1720" y="48"/>
                    <a:pt x="1648" y="64"/>
                  </a:cubicBezTo>
                  <a:cubicBezTo>
                    <a:pt x="1576" y="80"/>
                    <a:pt x="1576" y="120"/>
                    <a:pt x="1552" y="160"/>
                  </a:cubicBezTo>
                  <a:cubicBezTo>
                    <a:pt x="1528" y="200"/>
                    <a:pt x="1528" y="272"/>
                    <a:pt x="1504" y="304"/>
                  </a:cubicBezTo>
                  <a:cubicBezTo>
                    <a:pt x="1480" y="336"/>
                    <a:pt x="1488" y="336"/>
                    <a:pt x="1408" y="352"/>
                  </a:cubicBezTo>
                  <a:close/>
                </a:path>
              </a:pathLst>
            </a:custGeom>
            <a:solidFill>
              <a:srgbClr val="D9F1FF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" name="Line 7"/>
            <p:cNvSpPr/>
            <p:nvPr/>
          </p:nvSpPr>
          <p:spPr>
            <a:xfrm>
              <a:off x="9" y="228"/>
              <a:ext cx="137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7175" name="Line 8"/>
            <p:cNvSpPr/>
            <p:nvPr/>
          </p:nvSpPr>
          <p:spPr>
            <a:xfrm>
              <a:off x="797" y="883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176" name="Line 9"/>
            <p:cNvSpPr/>
            <p:nvPr/>
          </p:nvSpPr>
          <p:spPr>
            <a:xfrm flipH="1">
              <a:off x="1051" y="36"/>
              <a:ext cx="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177" name="Line 10"/>
            <p:cNvSpPr/>
            <p:nvPr/>
          </p:nvSpPr>
          <p:spPr>
            <a:xfrm flipH="1">
              <a:off x="178" y="9"/>
              <a:ext cx="8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178" name="Line 11"/>
            <p:cNvSpPr/>
            <p:nvPr/>
          </p:nvSpPr>
          <p:spPr>
            <a:xfrm rot="429617" flipV="1">
              <a:off x="1276" y="556"/>
              <a:ext cx="32" cy="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179" name="Line 12"/>
            <p:cNvSpPr/>
            <p:nvPr/>
          </p:nvSpPr>
          <p:spPr>
            <a:xfrm>
              <a:off x="150" y="583"/>
              <a:ext cx="85" cy="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180" name="Line 13"/>
            <p:cNvSpPr/>
            <p:nvPr/>
          </p:nvSpPr>
          <p:spPr>
            <a:xfrm flipH="1">
              <a:off x="685" y="282"/>
              <a:ext cx="19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181" name="Line 14"/>
            <p:cNvSpPr/>
            <p:nvPr/>
          </p:nvSpPr>
          <p:spPr>
            <a:xfrm>
              <a:off x="150" y="173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182" name="Line 15"/>
            <p:cNvSpPr/>
            <p:nvPr/>
          </p:nvSpPr>
          <p:spPr>
            <a:xfrm>
              <a:off x="1023" y="173"/>
              <a:ext cx="1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7183" name="对象 6159"/>
            <p:cNvGraphicFramePr>
              <a:graphicFrameLocks noChangeAspect="1"/>
            </p:cNvGraphicFramePr>
            <p:nvPr/>
          </p:nvGraphicFramePr>
          <p:xfrm>
            <a:off x="591" y="451"/>
            <a:ext cx="159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34340" imgH="497840" progId="Equation.3">
                    <p:embed/>
                  </p:oleObj>
                </mc:Choice>
                <mc:Fallback>
                  <p:oleObj r:id="rId8" imgW="434340" imgH="49784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91" y="451"/>
                          <a:ext cx="159" cy="1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4" name="对象 6160"/>
            <p:cNvGraphicFramePr>
              <a:graphicFrameLocks noChangeAspect="1"/>
            </p:cNvGraphicFramePr>
            <p:nvPr/>
          </p:nvGraphicFramePr>
          <p:xfrm>
            <a:off x="957" y="68"/>
            <a:ext cx="122" cy="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485140" imgH="497840" progId="Equation.3">
                    <p:embed/>
                  </p:oleObj>
                </mc:Choice>
                <mc:Fallback>
                  <p:oleObj r:id="rId10" imgW="485140" imgH="49784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57" y="68"/>
                          <a:ext cx="122" cy="1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5" name="对象 6161"/>
            <p:cNvGraphicFramePr>
              <a:graphicFrameLocks noChangeAspect="1"/>
            </p:cNvGraphicFramePr>
            <p:nvPr/>
          </p:nvGraphicFramePr>
          <p:xfrm>
            <a:off x="310" y="96"/>
            <a:ext cx="120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472440" imgH="497840" progId="Equation.3">
                    <p:embed/>
                  </p:oleObj>
                </mc:Choice>
                <mc:Fallback>
                  <p:oleObj r:id="rId12" imgW="472440" imgH="49784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10" y="96"/>
                          <a:ext cx="120" cy="1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6" name="对象 6162"/>
            <p:cNvGraphicFramePr>
              <a:graphicFrameLocks noChangeAspect="1"/>
            </p:cNvGraphicFramePr>
            <p:nvPr/>
          </p:nvGraphicFramePr>
          <p:xfrm>
            <a:off x="1266" y="615"/>
            <a:ext cx="108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95275" imgH="346710" progId="Equation.3">
                    <p:embed/>
                  </p:oleObj>
                </mc:Choice>
                <mc:Fallback>
                  <p:oleObj r:id="rId14" imgW="295275" imgH="34671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266" y="615"/>
                          <a:ext cx="108" cy="1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7" name="对象 6163"/>
            <p:cNvGraphicFramePr>
              <a:graphicFrameLocks noChangeAspect="1"/>
            </p:cNvGraphicFramePr>
            <p:nvPr/>
          </p:nvGraphicFramePr>
          <p:xfrm>
            <a:off x="141" y="669"/>
            <a:ext cx="101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357505" imgH="497840" progId="Equation.3">
                    <p:embed/>
                  </p:oleObj>
                </mc:Choice>
                <mc:Fallback>
                  <p:oleObj r:id="rId16" imgW="357505" imgH="49784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41" y="669"/>
                          <a:ext cx="101" cy="1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8" name="对象 6164"/>
            <p:cNvGraphicFramePr>
              <a:graphicFrameLocks noChangeAspect="1"/>
            </p:cNvGraphicFramePr>
            <p:nvPr/>
          </p:nvGraphicFramePr>
          <p:xfrm>
            <a:off x="1210" y="68"/>
            <a:ext cx="107" cy="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421005" imgH="497840" progId="Equation.3">
                    <p:embed/>
                  </p:oleObj>
                </mc:Choice>
                <mc:Fallback>
                  <p:oleObj r:id="rId18" imgW="421005" imgH="49784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210" y="68"/>
                          <a:ext cx="107" cy="1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9" name="对象 6165"/>
            <p:cNvGraphicFramePr>
              <a:graphicFrameLocks noChangeAspect="1"/>
            </p:cNvGraphicFramePr>
            <p:nvPr/>
          </p:nvGraphicFramePr>
          <p:xfrm>
            <a:off x="40" y="41"/>
            <a:ext cx="101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395605" imgH="497840" progId="Equation.3">
                    <p:embed/>
                  </p:oleObj>
                </mc:Choice>
                <mc:Fallback>
                  <p:oleObj r:id="rId20" imgW="395605" imgH="49784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0" y="41"/>
                          <a:ext cx="101" cy="1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67" name="对象 6166"/>
          <p:cNvGraphicFramePr>
            <a:graphicFrameLocks noChangeAspect="1"/>
          </p:cNvGraphicFramePr>
          <p:nvPr/>
        </p:nvGraphicFramePr>
        <p:xfrm>
          <a:off x="2565400" y="4597400"/>
          <a:ext cx="4978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4978400" imgH="508000" progId="Equation.3">
                  <p:embed/>
                </p:oleObj>
              </mc:Choice>
              <mc:Fallback>
                <p:oleObj r:id="rId22" imgW="4978400" imgH="5080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565400" y="4597400"/>
                        <a:ext cx="49784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/>
          <p:nvPr/>
        </p:nvSpPr>
        <p:spPr>
          <a:xfrm>
            <a:off x="7299325" y="1524000"/>
            <a:ext cx="4032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2" charset="0"/>
                <a:ea typeface="宋体" panose="02010600030101010101" pitchFamily="2" charset="-122"/>
              </a:rPr>
              <a:t>G</a:t>
            </a:r>
          </a:p>
        </p:txBody>
      </p:sp>
      <p:grpSp>
        <p:nvGrpSpPr>
          <p:cNvPr id="7171" name="Group 3"/>
          <p:cNvGrpSpPr/>
          <p:nvPr/>
        </p:nvGrpSpPr>
        <p:grpSpPr>
          <a:xfrm>
            <a:off x="6858000" y="1524000"/>
            <a:ext cx="3124200" cy="2290763"/>
            <a:chOff x="0" y="0"/>
            <a:chExt cx="1968" cy="1443"/>
          </a:xfrm>
        </p:grpSpPr>
        <p:sp>
          <p:nvSpPr>
            <p:cNvPr id="8195" name="Oval 4"/>
            <p:cNvSpPr/>
            <p:nvPr/>
          </p:nvSpPr>
          <p:spPr>
            <a:xfrm rot="-2447410">
              <a:off x="0" y="0"/>
              <a:ext cx="1968" cy="1443"/>
            </a:xfrm>
            <a:prstGeom prst="ellipse">
              <a:avLst/>
            </a:prstGeom>
            <a:solidFill>
              <a:srgbClr val="FFCCCC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zh-CN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8196" name="Oval 5"/>
            <p:cNvSpPr/>
            <p:nvPr/>
          </p:nvSpPr>
          <p:spPr>
            <a:xfrm>
              <a:off x="1214" y="197"/>
              <a:ext cx="393" cy="558"/>
            </a:xfrm>
            <a:prstGeom prst="ellipse">
              <a:avLst/>
            </a:prstGeom>
            <a:solidFill>
              <a:srgbClr val="EEECBF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8197" name="Oval 6"/>
            <p:cNvSpPr/>
            <p:nvPr/>
          </p:nvSpPr>
          <p:spPr>
            <a:xfrm>
              <a:off x="492" y="674"/>
              <a:ext cx="558" cy="558"/>
            </a:xfrm>
            <a:prstGeom prst="ellipse">
              <a:avLst/>
            </a:prstGeom>
            <a:solidFill>
              <a:srgbClr val="EEECBF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8198" name="Text Box 7"/>
            <p:cNvSpPr txBox="1"/>
            <p:nvPr/>
          </p:nvSpPr>
          <p:spPr>
            <a:xfrm>
              <a:off x="144" y="993"/>
              <a:ext cx="11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D</a:t>
              </a:r>
              <a:endParaRPr lang="en-US" altLang="zh-CN" b="1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8199" name="Line 8"/>
            <p:cNvSpPr/>
            <p:nvPr/>
          </p:nvSpPr>
          <p:spPr>
            <a:xfrm flipV="1">
              <a:off x="1509" y="1083"/>
              <a:ext cx="131" cy="131"/>
            </a:xfrm>
            <a:prstGeom prst="line">
              <a:avLst/>
            </a:prstGeom>
            <a:ln w="19050" cap="flat" cmpd="sng">
              <a:solidFill>
                <a:srgbClr val="FF66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00" name="Line 9"/>
            <p:cNvSpPr/>
            <p:nvPr/>
          </p:nvSpPr>
          <p:spPr>
            <a:xfrm flipH="1">
              <a:off x="328" y="262"/>
              <a:ext cx="98" cy="99"/>
            </a:xfrm>
            <a:prstGeom prst="line">
              <a:avLst/>
            </a:prstGeom>
            <a:ln w="19050" cap="flat" cmpd="sng">
              <a:solidFill>
                <a:srgbClr val="FF66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01" name="Line 10"/>
            <p:cNvSpPr/>
            <p:nvPr/>
          </p:nvSpPr>
          <p:spPr>
            <a:xfrm flipV="1">
              <a:off x="1214" y="427"/>
              <a:ext cx="0" cy="131"/>
            </a:xfrm>
            <a:prstGeom prst="line">
              <a:avLst/>
            </a:prstGeom>
            <a:ln w="19050" cap="flat" cmpd="sng">
              <a:solidFill>
                <a:srgbClr val="FF66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02" name="Line 11"/>
            <p:cNvSpPr/>
            <p:nvPr/>
          </p:nvSpPr>
          <p:spPr>
            <a:xfrm flipV="1">
              <a:off x="492" y="886"/>
              <a:ext cx="0" cy="131"/>
            </a:xfrm>
            <a:prstGeom prst="line">
              <a:avLst/>
            </a:prstGeom>
            <a:ln w="19050" cap="flat" cmpd="sng">
              <a:solidFill>
                <a:srgbClr val="FF66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8203" name="对象 7179"/>
            <p:cNvGraphicFramePr>
              <a:graphicFrameLocks noChangeAspect="1"/>
            </p:cNvGraphicFramePr>
            <p:nvPr/>
          </p:nvGraphicFramePr>
          <p:xfrm>
            <a:off x="1275" y="225"/>
            <a:ext cx="165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85445" imgH="462280" progId="Equation.3">
                    <p:embed/>
                  </p:oleObj>
                </mc:Choice>
                <mc:Fallback>
                  <p:oleObj r:id="rId2" imgW="385445" imgH="46228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275" y="225"/>
                          <a:ext cx="165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4" name="对象 7180"/>
            <p:cNvGraphicFramePr>
              <a:graphicFrameLocks noChangeAspect="1"/>
            </p:cNvGraphicFramePr>
            <p:nvPr/>
          </p:nvGraphicFramePr>
          <p:xfrm>
            <a:off x="500" y="893"/>
            <a:ext cx="163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85445" imgH="462280" progId="Equation.3">
                    <p:embed/>
                  </p:oleObj>
                </mc:Choice>
                <mc:Fallback>
                  <p:oleObj r:id="rId4" imgW="385445" imgH="46228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0" y="893"/>
                          <a:ext cx="163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82" name="Text Box 14"/>
          <p:cNvSpPr txBox="1"/>
          <p:nvPr/>
        </p:nvSpPr>
        <p:spPr>
          <a:xfrm>
            <a:off x="9396413" y="3276600"/>
            <a:ext cx="36893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</a:p>
        </p:txBody>
      </p:sp>
      <p:grpSp>
        <p:nvGrpSpPr>
          <p:cNvPr id="7183" name="Group 15"/>
          <p:cNvGrpSpPr/>
          <p:nvPr/>
        </p:nvGrpSpPr>
        <p:grpSpPr>
          <a:xfrm>
            <a:off x="9015413" y="2286000"/>
            <a:ext cx="1100138" cy="976313"/>
            <a:chOff x="0" y="0"/>
            <a:chExt cx="693" cy="615"/>
          </a:xfrm>
        </p:grpSpPr>
        <p:grpSp>
          <p:nvGrpSpPr>
            <p:cNvPr id="8207" name="Group 16"/>
            <p:cNvGrpSpPr/>
            <p:nvPr/>
          </p:nvGrpSpPr>
          <p:grpSpPr>
            <a:xfrm>
              <a:off x="0" y="0"/>
              <a:ext cx="693" cy="615"/>
              <a:chOff x="0" y="0"/>
              <a:chExt cx="693" cy="615"/>
            </a:xfrm>
          </p:grpSpPr>
          <p:sp>
            <p:nvSpPr>
              <p:cNvPr id="8208" name="Text Box 17"/>
              <p:cNvSpPr txBox="1"/>
              <p:nvPr/>
            </p:nvSpPr>
            <p:spPr>
              <a:xfrm>
                <a:off x="450" y="325"/>
                <a:ext cx="24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2" charset="0"/>
                    <a:ea typeface="宋体" panose="02010600030101010101" pitchFamily="2" charset="-122"/>
                  </a:rPr>
                  <a:t>C</a:t>
                </a:r>
                <a:endParaRPr lang="en-US" altLang="zh-CN" b="1" dirty="0">
                  <a:latin typeface="Times New Roman" panose="02020603050405020304" pitchFamily="2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9" name="Text Box 18"/>
              <p:cNvSpPr txBox="1"/>
              <p:nvPr/>
            </p:nvSpPr>
            <p:spPr>
              <a:xfrm>
                <a:off x="0" y="0"/>
                <a:ext cx="24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2" charset="0"/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8210" name="Line 19"/>
              <p:cNvSpPr/>
              <p:nvPr/>
            </p:nvSpPr>
            <p:spPr>
              <a:xfrm>
                <a:off x="194" y="231"/>
                <a:ext cx="262" cy="119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211" name="Line 20"/>
            <p:cNvSpPr/>
            <p:nvPr/>
          </p:nvSpPr>
          <p:spPr>
            <a:xfrm flipH="1" flipV="1">
              <a:off x="227" y="291"/>
              <a:ext cx="131" cy="6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12" name="Line 21"/>
            <p:cNvSpPr/>
            <p:nvPr/>
          </p:nvSpPr>
          <p:spPr>
            <a:xfrm>
              <a:off x="293" y="216"/>
              <a:ext cx="131" cy="6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190" name="Group 22"/>
          <p:cNvGrpSpPr/>
          <p:nvPr/>
        </p:nvGrpSpPr>
        <p:grpSpPr>
          <a:xfrm>
            <a:off x="8101013" y="3048000"/>
            <a:ext cx="1262062" cy="1174750"/>
            <a:chOff x="0" y="0"/>
            <a:chExt cx="795" cy="740"/>
          </a:xfrm>
        </p:grpSpPr>
        <p:graphicFrame>
          <p:nvGraphicFramePr>
            <p:cNvPr id="8214" name="对象 7190"/>
            <p:cNvGraphicFramePr>
              <a:graphicFrameLocks noChangeAspect="1"/>
            </p:cNvGraphicFramePr>
            <p:nvPr/>
          </p:nvGraphicFramePr>
          <p:xfrm>
            <a:off x="642" y="341"/>
            <a:ext cx="153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59410" imgH="462280" progId="Equation.3">
                    <p:embed/>
                  </p:oleObj>
                </mc:Choice>
                <mc:Fallback>
                  <p:oleObj r:id="rId6" imgW="359410" imgH="46228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42" y="341"/>
                          <a:ext cx="153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15" name="Group 24"/>
            <p:cNvGrpSpPr/>
            <p:nvPr/>
          </p:nvGrpSpPr>
          <p:grpSpPr>
            <a:xfrm>
              <a:off x="0" y="0"/>
              <a:ext cx="666" cy="740"/>
              <a:chOff x="0" y="0"/>
              <a:chExt cx="666" cy="740"/>
            </a:xfrm>
          </p:grpSpPr>
          <p:sp>
            <p:nvSpPr>
              <p:cNvPr id="8216" name="Text Box 25"/>
              <p:cNvSpPr txBox="1"/>
              <p:nvPr/>
            </p:nvSpPr>
            <p:spPr>
              <a:xfrm>
                <a:off x="412" y="450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2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8217" name="Text Box 26"/>
              <p:cNvSpPr txBox="1"/>
              <p:nvPr/>
            </p:nvSpPr>
            <p:spPr>
              <a:xfrm>
                <a:off x="0" y="0"/>
                <a:ext cx="24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2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8218" name="Line 27"/>
              <p:cNvSpPr/>
              <p:nvPr/>
            </p:nvSpPr>
            <p:spPr>
              <a:xfrm>
                <a:off x="124" y="264"/>
                <a:ext cx="262" cy="262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219" name="Line 28"/>
            <p:cNvSpPr/>
            <p:nvPr/>
          </p:nvSpPr>
          <p:spPr>
            <a:xfrm rot="377184" flipH="1" flipV="1">
              <a:off x="92" y="362"/>
              <a:ext cx="131" cy="7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20" name="Line 29"/>
            <p:cNvSpPr/>
            <p:nvPr/>
          </p:nvSpPr>
          <p:spPr>
            <a:xfrm rot="383366">
              <a:off x="255" y="330"/>
              <a:ext cx="131" cy="10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8221" name="Text Box 30"/>
          <p:cNvSpPr txBox="1"/>
          <p:nvPr/>
        </p:nvSpPr>
        <p:spPr>
          <a:xfrm>
            <a:off x="2438400" y="838200"/>
            <a:ext cx="2895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证明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(3)</a:t>
            </a:r>
          </a:p>
        </p:txBody>
      </p:sp>
      <p:graphicFrame>
        <p:nvGraphicFramePr>
          <p:cNvPr id="7199" name="Object 31"/>
          <p:cNvGraphicFramePr>
            <a:graphicFrameLocks noChangeAspect="1"/>
          </p:cNvGraphicFramePr>
          <p:nvPr/>
        </p:nvGraphicFramePr>
        <p:xfrm>
          <a:off x="2414588" y="1820863"/>
          <a:ext cx="4456112" cy="273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465320" imgH="2750820" progId="Word.Document.8">
                  <p:embed/>
                </p:oleObj>
              </mc:Choice>
              <mc:Fallback>
                <p:oleObj r:id="rId8" imgW="4465320" imgH="2750820" progId="Word.Document.8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14588" y="1820863"/>
                        <a:ext cx="4456112" cy="2738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0" name="Text Box 32"/>
          <p:cNvSpPr txBox="1"/>
          <p:nvPr/>
        </p:nvSpPr>
        <p:spPr>
          <a:xfrm>
            <a:off x="2514600" y="4129088"/>
            <a:ext cx="23622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由</a:t>
            </a:r>
            <a:r>
              <a:rPr lang="en-US" altLang="zh-CN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(2)</a:t>
            </a: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知</a:t>
            </a:r>
          </a:p>
        </p:txBody>
      </p:sp>
      <p:graphicFrame>
        <p:nvGraphicFramePr>
          <p:cNvPr id="7201" name="对象 7200"/>
          <p:cNvGraphicFramePr>
            <a:graphicFrameLocks noChangeAspect="1"/>
          </p:cNvGraphicFramePr>
          <p:nvPr/>
        </p:nvGraphicFramePr>
        <p:xfrm>
          <a:off x="4191000" y="3962400"/>
          <a:ext cx="241141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743200" imgH="990600" progId="Equation.3">
                  <p:embed/>
                </p:oleObj>
              </mc:Choice>
              <mc:Fallback>
                <p:oleObj r:id="rId10" imgW="2743200" imgH="9906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91000" y="3962400"/>
                        <a:ext cx="2411413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2" name="对象 7201"/>
          <p:cNvGraphicFramePr>
            <a:graphicFrameLocks noChangeAspect="1"/>
          </p:cNvGraphicFramePr>
          <p:nvPr/>
        </p:nvGraphicFramePr>
        <p:xfrm>
          <a:off x="2667000" y="5118100"/>
          <a:ext cx="31115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111500" imgH="660400" progId="Equation.3">
                  <p:embed/>
                </p:oleObj>
              </mc:Choice>
              <mc:Fallback>
                <p:oleObj r:id="rId12" imgW="3111500" imgH="6604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67000" y="5118100"/>
                        <a:ext cx="3111500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3" name="对象 7202"/>
          <p:cNvGraphicFramePr>
            <a:graphicFrameLocks noChangeAspect="1"/>
          </p:cNvGraphicFramePr>
          <p:nvPr/>
        </p:nvGraphicFramePr>
        <p:xfrm>
          <a:off x="5519738" y="5083175"/>
          <a:ext cx="42195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816100" imgH="330200" progId="Equation.DSMT4">
                  <p:embed/>
                </p:oleObj>
              </mc:Choice>
              <mc:Fallback>
                <p:oleObj r:id="rId14" imgW="1816100" imgH="3302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19738" y="5083175"/>
                        <a:ext cx="4219575" cy="768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82" grpId="0"/>
      <p:bldP spid="72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对象 8193"/>
          <p:cNvGraphicFramePr>
            <a:graphicFrameLocks noChangeAspect="1"/>
          </p:cNvGraphicFramePr>
          <p:nvPr/>
        </p:nvGraphicFramePr>
        <p:xfrm>
          <a:off x="2471738" y="757238"/>
          <a:ext cx="221615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98700" imgH="609600" progId="Equation.3">
                  <p:embed/>
                </p:oleObj>
              </mc:Choice>
              <mc:Fallback>
                <p:oleObj r:id="rId2" imgW="2298700" imgH="6096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1738" y="757238"/>
                        <a:ext cx="2216150" cy="585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8" name="对象 8194"/>
          <p:cNvGraphicFramePr>
            <a:graphicFrameLocks noChangeAspect="1"/>
          </p:cNvGraphicFramePr>
          <p:nvPr/>
        </p:nvGraphicFramePr>
        <p:xfrm>
          <a:off x="2517775" y="11113"/>
          <a:ext cx="37750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292600" imgH="660400" progId="Equation.3">
                  <p:embed/>
                </p:oleObj>
              </mc:Choice>
              <mc:Fallback>
                <p:oleObj r:id="rId4" imgW="4292600" imgH="6604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7775" y="11113"/>
                        <a:ext cx="3775075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对象 8195"/>
          <p:cNvGraphicFramePr>
            <a:graphicFrameLocks noChangeAspect="1"/>
          </p:cNvGraphicFramePr>
          <p:nvPr/>
        </p:nvGraphicFramePr>
        <p:xfrm>
          <a:off x="5311775" y="841375"/>
          <a:ext cx="459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978400" imgH="508000" progId="Equation.3">
                  <p:embed/>
                </p:oleObj>
              </mc:Choice>
              <mc:Fallback>
                <p:oleObj r:id="rId6" imgW="4978400" imgH="5080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11775" y="841375"/>
                        <a:ext cx="45974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6"/>
          <p:cNvGraphicFramePr>
            <a:graphicFrameLocks noChangeAspect="1"/>
          </p:cNvGraphicFramePr>
          <p:nvPr/>
        </p:nvGraphicFramePr>
        <p:xfrm>
          <a:off x="1524000" y="2492375"/>
          <a:ext cx="880364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901815" imgH="1309370" progId="Word.Document.8">
                  <p:embed/>
                </p:oleObj>
              </mc:Choice>
              <mc:Fallback>
                <p:oleObj r:id="rId8" imgW="6901815" imgH="1309370" progId="Word.Document.8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4000" y="2492375"/>
                        <a:ext cx="8803640" cy="1263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7"/>
          <p:cNvSpPr txBox="1"/>
          <p:nvPr/>
        </p:nvSpPr>
        <p:spPr>
          <a:xfrm>
            <a:off x="1524000" y="1543050"/>
            <a:ext cx="8628063" cy="958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注意：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对多连通区域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D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  <a:sym typeface="Symbol" panose="05050102010706020507" pitchFamily="2" charset="2"/>
              </a:rPr>
              <a:t>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格林公式右端应包括沿区域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的</a:t>
            </a:r>
            <a:r>
              <a:rPr lang="zh-CN" altLang="en-US" sz="2600" b="1" dirty="0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全部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边界的曲线积分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  <a:sym typeface="Symbol" panose="05050102010706020507" pitchFamily="2" charset="2"/>
              </a:rPr>
              <a:t>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且边界的方向对区域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来说都是</a:t>
            </a:r>
            <a:r>
              <a:rPr lang="zh-CN" altLang="en-US" sz="2600" b="1" dirty="0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正向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  <a:sym typeface="Symbol" panose="05050102010706020507" pitchFamily="2" charset="2"/>
              </a:rPr>
              <a:t>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 </a:t>
            </a:r>
          </a:p>
        </p:txBody>
      </p:sp>
      <p:graphicFrame>
        <p:nvGraphicFramePr>
          <p:cNvPr id="8199" name="对象 8198"/>
          <p:cNvGraphicFramePr>
            <a:graphicFrameLocks noChangeAspect="1"/>
          </p:cNvGraphicFramePr>
          <p:nvPr/>
        </p:nvGraphicFramePr>
        <p:xfrm>
          <a:off x="1704975" y="5114925"/>
          <a:ext cx="5184775" cy="149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374265" imgH="685800" progId="Equation.3">
                  <p:embed/>
                </p:oleObj>
              </mc:Choice>
              <mc:Fallback>
                <p:oleObj r:id="rId10" imgW="2374265" imgH="6858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04975" y="5114925"/>
                        <a:ext cx="5184775" cy="1497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对象 8199"/>
          <p:cNvGraphicFramePr>
            <a:graphicFrameLocks noChangeAspect="1"/>
          </p:cNvGraphicFramePr>
          <p:nvPr/>
        </p:nvGraphicFramePr>
        <p:xfrm>
          <a:off x="1703388" y="3517900"/>
          <a:ext cx="5761037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578100" imgH="634365" progId="Equation.3">
                  <p:embed/>
                </p:oleObj>
              </mc:Choice>
              <mc:Fallback>
                <p:oleObj r:id="rId12" imgW="2578100" imgH="634365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03388" y="3517900"/>
                        <a:ext cx="5761037" cy="141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1" name="Group 31"/>
          <p:cNvGrpSpPr>
            <a:grpSpLocks noChangeAspect="1"/>
          </p:cNvGrpSpPr>
          <p:nvPr/>
        </p:nvGrpSpPr>
        <p:grpSpPr>
          <a:xfrm>
            <a:off x="5575300" y="333375"/>
            <a:ext cx="1911350" cy="622300"/>
            <a:chOff x="0" y="0"/>
            <a:chExt cx="1204" cy="392"/>
          </a:xfrm>
        </p:grpSpPr>
        <p:graphicFrame>
          <p:nvGraphicFramePr>
            <p:cNvPr id="10242" name="对象 9218"/>
            <p:cNvGraphicFramePr>
              <a:graphicFrameLocks noChangeAspect="1"/>
            </p:cNvGraphicFramePr>
            <p:nvPr/>
          </p:nvGraphicFramePr>
          <p:xfrm>
            <a:off x="0" y="0"/>
            <a:ext cx="32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22300" imgH="774700" progId="Equation.3">
                    <p:embed/>
                  </p:oleObj>
                </mc:Choice>
                <mc:Fallback>
                  <p:oleObj r:id="rId2" imgW="622300" imgH="7747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32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3" name="对象 9219"/>
            <p:cNvGraphicFramePr>
              <a:graphicFrameLocks noChangeAspect="1"/>
            </p:cNvGraphicFramePr>
            <p:nvPr/>
          </p:nvGraphicFramePr>
          <p:xfrm>
            <a:off x="236" y="90"/>
            <a:ext cx="4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800100" imgH="368300" progId="Equation.3">
                    <p:embed/>
                  </p:oleObj>
                </mc:Choice>
                <mc:Fallback>
                  <p:oleObj r:id="rId4" imgW="800100" imgH="36830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6" y="90"/>
                          <a:ext cx="40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4" name="对象 9220"/>
            <p:cNvGraphicFramePr>
              <a:graphicFrameLocks noChangeAspect="1"/>
            </p:cNvGraphicFramePr>
            <p:nvPr/>
          </p:nvGraphicFramePr>
          <p:xfrm>
            <a:off x="636" y="82"/>
            <a:ext cx="5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155700" imgH="469900" progId="Equation.3">
                    <p:embed/>
                  </p:oleObj>
                </mc:Choice>
                <mc:Fallback>
                  <p:oleObj r:id="rId6" imgW="1155700" imgH="4699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36" y="82"/>
                          <a:ext cx="56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2" name="对象 9221"/>
          <p:cNvGraphicFramePr>
            <a:graphicFrameLocks noChangeAspect="1"/>
          </p:cNvGraphicFramePr>
          <p:nvPr/>
        </p:nvGraphicFramePr>
        <p:xfrm>
          <a:off x="7581900" y="333375"/>
          <a:ext cx="838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66800" imgH="1028700" progId="Equation.3">
                  <p:embed/>
                </p:oleObj>
              </mc:Choice>
              <mc:Fallback>
                <p:oleObj r:id="rId8" imgW="1066800" imgH="10287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81900" y="333375"/>
                        <a:ext cx="838200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对象 9222"/>
          <p:cNvGraphicFramePr>
            <a:graphicFrameLocks noChangeAspect="1"/>
          </p:cNvGraphicFramePr>
          <p:nvPr/>
        </p:nvGraphicFramePr>
        <p:xfrm>
          <a:off x="8255000" y="184150"/>
          <a:ext cx="622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74700" imgH="1066800" progId="Equation.3">
                  <p:embed/>
                </p:oleObj>
              </mc:Choice>
              <mc:Fallback>
                <p:oleObj r:id="rId10" imgW="774700" imgH="10668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55000" y="184150"/>
                        <a:ext cx="6223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对象 9223"/>
          <p:cNvGraphicFramePr>
            <a:graphicFrameLocks noChangeAspect="1"/>
          </p:cNvGraphicFramePr>
          <p:nvPr/>
        </p:nvGraphicFramePr>
        <p:xfrm>
          <a:off x="8915400" y="171450"/>
          <a:ext cx="876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117600" imgH="1155700" progId="Equation.3">
                  <p:embed/>
                </p:oleObj>
              </mc:Choice>
              <mc:Fallback>
                <p:oleObj r:id="rId12" imgW="1117600" imgH="11557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915400" y="171450"/>
                        <a:ext cx="8763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对象 9224"/>
          <p:cNvGraphicFramePr>
            <a:graphicFrameLocks noChangeAspect="1"/>
          </p:cNvGraphicFramePr>
          <p:nvPr/>
        </p:nvGraphicFramePr>
        <p:xfrm>
          <a:off x="9791700" y="40005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927100" imgH="469900" progId="Equation.3">
                  <p:embed/>
                </p:oleObj>
              </mc:Choice>
              <mc:Fallback>
                <p:oleObj r:id="rId14" imgW="927100" imgH="4699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91700" y="400050"/>
                        <a:ext cx="7366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对象 9225"/>
          <p:cNvGraphicFramePr>
            <a:graphicFrameLocks noChangeAspect="1"/>
          </p:cNvGraphicFramePr>
          <p:nvPr/>
        </p:nvGraphicFramePr>
        <p:xfrm>
          <a:off x="2476500" y="1717675"/>
          <a:ext cx="520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523240" imgH="382905" progId="Equation.3">
                  <p:embed/>
                </p:oleObj>
              </mc:Choice>
              <mc:Fallback>
                <p:oleObj r:id="rId16" imgW="523240" imgH="382905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76500" y="1717675"/>
                        <a:ext cx="5207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对象 9226"/>
          <p:cNvGraphicFramePr>
            <a:graphicFrameLocks noChangeAspect="1"/>
          </p:cNvGraphicFramePr>
          <p:nvPr/>
        </p:nvGraphicFramePr>
        <p:xfrm>
          <a:off x="3390900" y="1717675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372745" imgH="385445" progId="Equation.3">
                  <p:embed/>
                </p:oleObj>
              </mc:Choice>
              <mc:Fallback>
                <p:oleObj r:id="rId18" imgW="372745" imgH="385445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390900" y="1717675"/>
                        <a:ext cx="368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对象 9227"/>
          <p:cNvGraphicFramePr>
            <a:graphicFrameLocks noChangeAspect="1"/>
          </p:cNvGraphicFramePr>
          <p:nvPr/>
        </p:nvGraphicFramePr>
        <p:xfrm>
          <a:off x="3759200" y="1628775"/>
          <a:ext cx="508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510540" imgH="625475" progId="Equation.3">
                  <p:embed/>
                </p:oleObj>
              </mc:Choice>
              <mc:Fallback>
                <p:oleObj r:id="rId20" imgW="510540" imgH="625475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759200" y="1628775"/>
                        <a:ext cx="5080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对象 9228"/>
          <p:cNvGraphicFramePr>
            <a:graphicFrameLocks noChangeAspect="1"/>
          </p:cNvGraphicFramePr>
          <p:nvPr/>
        </p:nvGraphicFramePr>
        <p:xfrm>
          <a:off x="4076700" y="1628775"/>
          <a:ext cx="74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753745" imgH="472440" progId="Equation.3">
                  <p:embed/>
                </p:oleObj>
              </mc:Choice>
              <mc:Fallback>
                <p:oleObj r:id="rId22" imgW="753745" imgH="47244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076700" y="1628775"/>
                        <a:ext cx="7493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对象 9229"/>
          <p:cNvGraphicFramePr>
            <a:graphicFrameLocks noChangeAspect="1"/>
          </p:cNvGraphicFramePr>
          <p:nvPr/>
        </p:nvGraphicFramePr>
        <p:xfrm>
          <a:off x="4826000" y="1628775"/>
          <a:ext cx="1346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353820" imgH="472440" progId="Equation.3">
                  <p:embed/>
                </p:oleObj>
              </mc:Choice>
              <mc:Fallback>
                <p:oleObj r:id="rId24" imgW="1353820" imgH="47244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26000" y="1628775"/>
                        <a:ext cx="1346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对象 9230"/>
          <p:cNvGraphicFramePr>
            <a:graphicFrameLocks noChangeAspect="1"/>
          </p:cNvGraphicFramePr>
          <p:nvPr/>
        </p:nvGraphicFramePr>
        <p:xfrm>
          <a:off x="6743700" y="1717675"/>
          <a:ext cx="419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422275" imgH="307340" progId="Equation.3">
                  <p:embed/>
                </p:oleObj>
              </mc:Choice>
              <mc:Fallback>
                <p:oleObj r:id="rId26" imgW="422275" imgH="30734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743700" y="1717675"/>
                        <a:ext cx="4191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" name="对象 9231"/>
          <p:cNvGraphicFramePr>
            <a:graphicFrameLocks noChangeAspect="1"/>
          </p:cNvGraphicFramePr>
          <p:nvPr/>
        </p:nvGraphicFramePr>
        <p:xfrm>
          <a:off x="7162800" y="1628775"/>
          <a:ext cx="1663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663700" imgH="469900" progId="Equation.3">
                  <p:embed/>
                </p:oleObj>
              </mc:Choice>
              <mc:Fallback>
                <p:oleObj r:id="rId28" imgW="1663700" imgH="4699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162800" y="1628775"/>
                        <a:ext cx="16637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对象 9232"/>
          <p:cNvGraphicFramePr>
            <a:graphicFrameLocks noChangeAspect="1"/>
          </p:cNvGraphicFramePr>
          <p:nvPr/>
        </p:nvGraphicFramePr>
        <p:xfrm>
          <a:off x="8890000" y="1641475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1059815" imgH="382905" progId="Equation.3">
                  <p:embed/>
                </p:oleObj>
              </mc:Choice>
              <mc:Fallback>
                <p:oleObj r:id="rId30" imgW="1059815" imgH="382905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890000" y="1641475"/>
                        <a:ext cx="1054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对象 9233"/>
          <p:cNvGraphicFramePr>
            <a:graphicFrameLocks noChangeAspect="1"/>
          </p:cNvGraphicFramePr>
          <p:nvPr/>
        </p:nvGraphicFramePr>
        <p:xfrm>
          <a:off x="2476500" y="2546350"/>
          <a:ext cx="393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398145" imgH="385445" progId="Equation.3">
                  <p:embed/>
                </p:oleObj>
              </mc:Choice>
              <mc:Fallback>
                <p:oleObj r:id="rId32" imgW="398145" imgH="385445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476500" y="2546350"/>
                        <a:ext cx="3937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5" name="Group 45"/>
          <p:cNvGrpSpPr>
            <a:grpSpLocks noChangeAspect="1"/>
          </p:cNvGrpSpPr>
          <p:nvPr/>
        </p:nvGrpSpPr>
        <p:grpSpPr>
          <a:xfrm>
            <a:off x="3213100" y="2457450"/>
            <a:ext cx="2413000" cy="622300"/>
            <a:chOff x="0" y="0"/>
            <a:chExt cx="1520" cy="392"/>
          </a:xfrm>
        </p:grpSpPr>
        <p:graphicFrame>
          <p:nvGraphicFramePr>
            <p:cNvPr id="10259" name="对象 9235"/>
            <p:cNvGraphicFramePr>
              <a:graphicFrameLocks noChangeAspect="1"/>
            </p:cNvGraphicFramePr>
            <p:nvPr/>
          </p:nvGraphicFramePr>
          <p:xfrm>
            <a:off x="0" y="0"/>
            <a:ext cx="32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4" imgW="510540" imgH="625475" progId="Equation.3">
                    <p:embed/>
                  </p:oleObj>
                </mc:Choice>
                <mc:Fallback>
                  <p:oleObj r:id="rId34" imgW="510540" imgH="625475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32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0" name="对象 9236"/>
            <p:cNvGraphicFramePr>
              <a:graphicFrameLocks noChangeAspect="1"/>
            </p:cNvGraphicFramePr>
            <p:nvPr/>
          </p:nvGraphicFramePr>
          <p:xfrm>
            <a:off x="200" y="0"/>
            <a:ext cx="47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5" imgW="753745" imgH="472440" progId="Equation.3">
                    <p:embed/>
                  </p:oleObj>
                </mc:Choice>
                <mc:Fallback>
                  <p:oleObj r:id="rId35" imgW="753745" imgH="472440" progId="Equation.3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00" y="0"/>
                          <a:ext cx="472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1" name="对象 9237"/>
            <p:cNvGraphicFramePr>
              <a:graphicFrameLocks noChangeAspect="1"/>
            </p:cNvGraphicFramePr>
            <p:nvPr/>
          </p:nvGraphicFramePr>
          <p:xfrm>
            <a:off x="672" y="0"/>
            <a:ext cx="84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6" imgW="1353820" imgH="472440" progId="Equation.3">
                    <p:embed/>
                  </p:oleObj>
                </mc:Choice>
                <mc:Fallback>
                  <p:oleObj r:id="rId36" imgW="1353820" imgH="47244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672" y="0"/>
                          <a:ext cx="84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39" name="对象 9238"/>
          <p:cNvGraphicFramePr>
            <a:graphicFrameLocks noChangeAspect="1"/>
          </p:cNvGraphicFramePr>
          <p:nvPr/>
        </p:nvGraphicFramePr>
        <p:xfrm>
          <a:off x="5753100" y="2419350"/>
          <a:ext cx="838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7" imgW="842645" imgH="817245" progId="Equation.3">
                  <p:embed/>
                </p:oleObj>
              </mc:Choice>
              <mc:Fallback>
                <p:oleObj r:id="rId37" imgW="842645" imgH="817245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753100" y="2419350"/>
                        <a:ext cx="838200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0" name="对象 9239"/>
          <p:cNvGraphicFramePr>
            <a:graphicFrameLocks noChangeAspect="1"/>
          </p:cNvGraphicFramePr>
          <p:nvPr/>
        </p:nvGraphicFramePr>
        <p:xfrm>
          <a:off x="6375400" y="2457450"/>
          <a:ext cx="673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9" imgW="676910" imgH="472440" progId="Equation.3">
                  <p:embed/>
                </p:oleObj>
              </mc:Choice>
              <mc:Fallback>
                <p:oleObj r:id="rId39" imgW="676910" imgH="47244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375400" y="2457450"/>
                        <a:ext cx="673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1" name="对象 9240"/>
          <p:cNvGraphicFramePr>
            <a:graphicFrameLocks noChangeAspect="1"/>
          </p:cNvGraphicFramePr>
          <p:nvPr/>
        </p:nvGraphicFramePr>
        <p:xfrm>
          <a:off x="7048500" y="2470150"/>
          <a:ext cx="168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1" imgW="1689100" imgH="469900" progId="Equation.3">
                  <p:embed/>
                </p:oleObj>
              </mc:Choice>
              <mc:Fallback>
                <p:oleObj r:id="rId41" imgW="1689100" imgH="4699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048500" y="2470150"/>
                        <a:ext cx="1689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2" name="对象 9241"/>
          <p:cNvGraphicFramePr>
            <a:graphicFrameLocks noChangeAspect="1"/>
          </p:cNvGraphicFramePr>
          <p:nvPr/>
        </p:nvGraphicFramePr>
        <p:xfrm>
          <a:off x="8826500" y="254635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3" imgW="497840" imgH="318770" progId="Equation.3">
                  <p:embed/>
                </p:oleObj>
              </mc:Choice>
              <mc:Fallback>
                <p:oleObj r:id="rId43" imgW="497840" imgH="31877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8826500" y="2546350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3" name="对象 9242"/>
          <p:cNvGraphicFramePr>
            <a:graphicFrameLocks noChangeAspect="1"/>
          </p:cNvGraphicFramePr>
          <p:nvPr/>
        </p:nvGraphicFramePr>
        <p:xfrm>
          <a:off x="2457450" y="3714750"/>
          <a:ext cx="55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5" imgW="561975" imgH="382905" progId="Equation.3">
                  <p:embed/>
                </p:oleObj>
              </mc:Choice>
              <mc:Fallback>
                <p:oleObj r:id="rId45" imgW="561975" imgH="382905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457450" y="3714750"/>
                        <a:ext cx="5588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4" name="对象 9243"/>
          <p:cNvGraphicFramePr>
            <a:graphicFrameLocks noChangeAspect="1"/>
          </p:cNvGraphicFramePr>
          <p:nvPr/>
        </p:nvGraphicFramePr>
        <p:xfrm>
          <a:off x="3390900" y="3727450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7" imgW="372745" imgH="385445" progId="Equation.3">
                  <p:embed/>
                </p:oleObj>
              </mc:Choice>
              <mc:Fallback>
                <p:oleObj r:id="rId47" imgW="372745" imgH="385445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390900" y="3727450"/>
                        <a:ext cx="368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5" name="对象 9244"/>
          <p:cNvGraphicFramePr>
            <a:graphicFrameLocks noChangeAspect="1"/>
          </p:cNvGraphicFramePr>
          <p:nvPr/>
        </p:nvGraphicFramePr>
        <p:xfrm>
          <a:off x="3759200" y="3638550"/>
          <a:ext cx="508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8" imgW="510540" imgH="625475" progId="Equation.3">
                  <p:embed/>
                </p:oleObj>
              </mc:Choice>
              <mc:Fallback>
                <p:oleObj r:id="rId48" imgW="510540" imgH="625475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759200" y="3638550"/>
                        <a:ext cx="5080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" name="对象 9245"/>
          <p:cNvGraphicFramePr>
            <a:graphicFrameLocks noChangeAspect="1"/>
          </p:cNvGraphicFramePr>
          <p:nvPr/>
        </p:nvGraphicFramePr>
        <p:xfrm>
          <a:off x="4076700" y="3727450"/>
          <a:ext cx="1714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9" imgW="1714500" imgH="469900" progId="Equation.3">
                  <p:embed/>
                </p:oleObj>
              </mc:Choice>
              <mc:Fallback>
                <p:oleObj r:id="rId49" imgW="1714500" imgH="4699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076700" y="3727450"/>
                        <a:ext cx="17145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" name="对象 9246"/>
          <p:cNvGraphicFramePr>
            <a:graphicFrameLocks noChangeAspect="1"/>
          </p:cNvGraphicFramePr>
          <p:nvPr/>
        </p:nvGraphicFramePr>
        <p:xfrm>
          <a:off x="5791200" y="3714750"/>
          <a:ext cx="2197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1" imgW="2197100" imgH="469900" progId="Equation.3">
                  <p:embed/>
                </p:oleObj>
              </mc:Choice>
              <mc:Fallback>
                <p:oleObj r:id="rId51" imgW="2197100" imgH="4699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5791200" y="3714750"/>
                        <a:ext cx="2197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8" name="对象 9247"/>
          <p:cNvGraphicFramePr>
            <a:graphicFrameLocks noChangeAspect="1"/>
          </p:cNvGraphicFramePr>
          <p:nvPr/>
        </p:nvGraphicFramePr>
        <p:xfrm>
          <a:off x="1866900" y="4629150"/>
          <a:ext cx="419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3" imgW="422275" imgH="307340" progId="Equation.3">
                  <p:embed/>
                </p:oleObj>
              </mc:Choice>
              <mc:Fallback>
                <p:oleObj r:id="rId53" imgW="422275" imgH="30734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866900" y="4629150"/>
                        <a:ext cx="4191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9" name="对象 9248"/>
          <p:cNvGraphicFramePr>
            <a:graphicFrameLocks noChangeAspect="1"/>
          </p:cNvGraphicFramePr>
          <p:nvPr/>
        </p:nvGraphicFramePr>
        <p:xfrm>
          <a:off x="2470150" y="4552950"/>
          <a:ext cx="109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5" imgW="1097915" imgH="382905" progId="Equation.3">
                  <p:embed/>
                </p:oleObj>
              </mc:Choice>
              <mc:Fallback>
                <p:oleObj r:id="rId55" imgW="1097915" imgH="382905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470150" y="4552950"/>
                        <a:ext cx="1092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0" name="对象 9249"/>
          <p:cNvGraphicFramePr>
            <a:graphicFrameLocks noChangeAspect="1"/>
          </p:cNvGraphicFramePr>
          <p:nvPr/>
        </p:nvGraphicFramePr>
        <p:xfrm>
          <a:off x="3594100" y="4616450"/>
          <a:ext cx="78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7" imgW="791210" imgH="395605" progId="Equation.3">
                  <p:embed/>
                </p:oleObj>
              </mc:Choice>
              <mc:Fallback>
                <p:oleObj r:id="rId57" imgW="791210" imgH="395605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3594100" y="4616450"/>
                        <a:ext cx="7874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1" name="对象 9250"/>
          <p:cNvGraphicFramePr>
            <a:graphicFrameLocks noChangeAspect="1"/>
          </p:cNvGraphicFramePr>
          <p:nvPr/>
        </p:nvGraphicFramePr>
        <p:xfrm>
          <a:off x="4425950" y="462915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9" imgW="1008380" imgH="395605" progId="Equation.3">
                  <p:embed/>
                </p:oleObj>
              </mc:Choice>
              <mc:Fallback>
                <p:oleObj r:id="rId59" imgW="1008380" imgH="395605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425950" y="4629150"/>
                        <a:ext cx="1003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2" name="对象 9251"/>
          <p:cNvGraphicFramePr>
            <a:graphicFrameLocks noChangeAspect="1"/>
          </p:cNvGraphicFramePr>
          <p:nvPr/>
        </p:nvGraphicFramePr>
        <p:xfrm>
          <a:off x="5467350" y="462915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1" imgW="1008380" imgH="395605" progId="Equation.3">
                  <p:embed/>
                </p:oleObj>
              </mc:Choice>
              <mc:Fallback>
                <p:oleObj r:id="rId61" imgW="1008380" imgH="395605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5467350" y="4629150"/>
                        <a:ext cx="1003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3" name="对象 9252"/>
          <p:cNvGraphicFramePr>
            <a:graphicFrameLocks noChangeAspect="1"/>
          </p:cNvGraphicFramePr>
          <p:nvPr/>
        </p:nvGraphicFramePr>
        <p:xfrm>
          <a:off x="6477000" y="4616450"/>
          <a:ext cx="110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3" imgW="1111250" imgH="396240" progId="Equation.3">
                  <p:embed/>
                </p:oleObj>
              </mc:Choice>
              <mc:Fallback>
                <p:oleObj r:id="rId63" imgW="1111250" imgH="39624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6477000" y="4616450"/>
                        <a:ext cx="1104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4" name="对象 9253"/>
          <p:cNvGraphicFramePr>
            <a:graphicFrameLocks noChangeAspect="1"/>
          </p:cNvGraphicFramePr>
          <p:nvPr/>
        </p:nvGraphicFramePr>
        <p:xfrm>
          <a:off x="7581900" y="4552950"/>
          <a:ext cx="1435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5" imgW="1443355" imgH="382905" progId="Equation.3">
                  <p:embed/>
                </p:oleObj>
              </mc:Choice>
              <mc:Fallback>
                <p:oleObj r:id="rId65" imgW="1443355" imgH="382905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7581900" y="4552950"/>
                        <a:ext cx="1435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5" name="对象 9254"/>
          <p:cNvGraphicFramePr>
            <a:graphicFrameLocks noChangeAspect="1"/>
          </p:cNvGraphicFramePr>
          <p:nvPr/>
        </p:nvGraphicFramePr>
        <p:xfrm>
          <a:off x="9017000" y="4552950"/>
          <a:ext cx="71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7" imgW="715010" imgH="382905" progId="Equation.3">
                  <p:embed/>
                </p:oleObj>
              </mc:Choice>
              <mc:Fallback>
                <p:oleObj r:id="rId67" imgW="715010" imgH="382905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9017000" y="4552950"/>
                        <a:ext cx="711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6" name="对象 9255"/>
          <p:cNvGraphicFramePr>
            <a:graphicFrameLocks noChangeAspect="1"/>
          </p:cNvGraphicFramePr>
          <p:nvPr/>
        </p:nvGraphicFramePr>
        <p:xfrm>
          <a:off x="2476500" y="5391150"/>
          <a:ext cx="393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9" imgW="398145" imgH="385445" progId="Equation.3">
                  <p:embed/>
                </p:oleObj>
              </mc:Choice>
              <mc:Fallback>
                <p:oleObj r:id="rId69" imgW="398145" imgH="385445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476500" y="5391150"/>
                        <a:ext cx="3937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57" name="Group 71"/>
          <p:cNvGrpSpPr>
            <a:grpSpLocks noChangeAspect="1"/>
          </p:cNvGrpSpPr>
          <p:nvPr/>
        </p:nvGrpSpPr>
        <p:grpSpPr>
          <a:xfrm>
            <a:off x="3086100" y="5302250"/>
            <a:ext cx="4229100" cy="622300"/>
            <a:chOff x="0" y="0"/>
            <a:chExt cx="2664" cy="392"/>
          </a:xfrm>
        </p:grpSpPr>
        <p:graphicFrame>
          <p:nvGraphicFramePr>
            <p:cNvPr id="10281" name="对象 9257"/>
            <p:cNvGraphicFramePr>
              <a:graphicFrameLocks noChangeAspect="1"/>
            </p:cNvGraphicFramePr>
            <p:nvPr/>
          </p:nvGraphicFramePr>
          <p:xfrm>
            <a:off x="0" y="0"/>
            <a:ext cx="32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0" imgW="510540" imgH="625475" progId="Equation.3">
                    <p:embed/>
                  </p:oleObj>
                </mc:Choice>
                <mc:Fallback>
                  <p:oleObj r:id="rId70" imgW="510540" imgH="625475" progId="Equation.3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32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2" name="对象 9258"/>
            <p:cNvGraphicFramePr>
              <a:graphicFrameLocks noChangeAspect="1"/>
            </p:cNvGraphicFramePr>
            <p:nvPr/>
          </p:nvGraphicFramePr>
          <p:xfrm>
            <a:off x="200" y="56"/>
            <a:ext cx="108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1" imgW="1714500" imgH="469900" progId="Equation.3">
                    <p:embed/>
                  </p:oleObj>
                </mc:Choice>
                <mc:Fallback>
                  <p:oleObj r:id="rId71" imgW="1714500" imgH="46990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72"/>
                        <a:stretch>
                          <a:fillRect/>
                        </a:stretch>
                      </p:blipFill>
                      <p:spPr>
                        <a:xfrm>
                          <a:off x="200" y="56"/>
                          <a:ext cx="1080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3" name="对象 9259"/>
            <p:cNvGraphicFramePr>
              <a:graphicFrameLocks noChangeAspect="1"/>
            </p:cNvGraphicFramePr>
            <p:nvPr/>
          </p:nvGraphicFramePr>
          <p:xfrm>
            <a:off x="1280" y="48"/>
            <a:ext cx="138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3" imgW="2197100" imgH="469900" progId="Equation.3">
                    <p:embed/>
                  </p:oleObj>
                </mc:Choice>
                <mc:Fallback>
                  <p:oleObj r:id="rId73" imgW="2197100" imgH="469900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74"/>
                        <a:stretch>
                          <a:fillRect/>
                        </a:stretch>
                      </p:blipFill>
                      <p:spPr>
                        <a:xfrm>
                          <a:off x="1280" y="48"/>
                          <a:ext cx="1384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61" name="对象 9260"/>
          <p:cNvGraphicFramePr>
            <a:graphicFrameLocks noChangeAspect="1"/>
          </p:cNvGraphicFramePr>
          <p:nvPr/>
        </p:nvGraphicFramePr>
        <p:xfrm>
          <a:off x="2781300" y="6042025"/>
          <a:ext cx="838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5" imgW="842645" imgH="817245" progId="Equation.3">
                  <p:embed/>
                </p:oleObj>
              </mc:Choice>
              <mc:Fallback>
                <p:oleObj r:id="rId75" imgW="842645" imgH="817245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781300" y="6042025"/>
                        <a:ext cx="838200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2" name="对象 9261"/>
          <p:cNvGraphicFramePr>
            <a:graphicFrameLocks noChangeAspect="1"/>
          </p:cNvGraphicFramePr>
          <p:nvPr/>
        </p:nvGraphicFramePr>
        <p:xfrm>
          <a:off x="3454400" y="6076950"/>
          <a:ext cx="100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6" imgW="1008380" imgH="472440" progId="Equation.3">
                  <p:embed/>
                </p:oleObj>
              </mc:Choice>
              <mc:Fallback>
                <p:oleObj r:id="rId76" imgW="1008380" imgH="47244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3454400" y="6076950"/>
                        <a:ext cx="10033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3" name="对象 9262"/>
          <p:cNvGraphicFramePr>
            <a:graphicFrameLocks noChangeAspect="1"/>
          </p:cNvGraphicFramePr>
          <p:nvPr/>
        </p:nvGraphicFramePr>
        <p:xfrm>
          <a:off x="4572000" y="6076950"/>
          <a:ext cx="1485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8" imgW="1485900" imgH="469900" progId="Equation.3">
                  <p:embed/>
                </p:oleObj>
              </mc:Choice>
              <mc:Fallback>
                <p:oleObj r:id="rId78" imgW="1485900" imgH="4699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4572000" y="6076950"/>
                        <a:ext cx="14859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4" name="Line 75"/>
          <p:cNvSpPr/>
          <p:nvPr/>
        </p:nvSpPr>
        <p:spPr>
          <a:xfrm>
            <a:off x="3530600" y="6042025"/>
            <a:ext cx="266700" cy="504825"/>
          </a:xfrm>
          <a:prstGeom prst="line">
            <a:avLst/>
          </a:prstGeom>
          <a:ln w="76200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65" name="Line 76"/>
          <p:cNvSpPr/>
          <p:nvPr/>
        </p:nvSpPr>
        <p:spPr>
          <a:xfrm>
            <a:off x="4826000" y="6076950"/>
            <a:ext cx="266700" cy="504825"/>
          </a:xfrm>
          <a:prstGeom prst="line">
            <a:avLst/>
          </a:prstGeom>
          <a:ln w="76200" cap="flat" cmpd="sng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9266" name="对象 9265"/>
          <p:cNvGraphicFramePr>
            <a:graphicFrameLocks noChangeAspect="1"/>
          </p:cNvGraphicFramePr>
          <p:nvPr/>
        </p:nvGraphicFramePr>
        <p:xfrm>
          <a:off x="6172200" y="6153150"/>
          <a:ext cx="876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0" imgW="880745" imgH="319405" progId="Equation.3">
                  <p:embed/>
                </p:oleObj>
              </mc:Choice>
              <mc:Fallback>
                <p:oleObj r:id="rId80" imgW="880745" imgH="319405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6172200" y="6153150"/>
                        <a:ext cx="876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7" name="Rectangle 78"/>
          <p:cNvSpPr/>
          <p:nvPr/>
        </p:nvSpPr>
        <p:spPr>
          <a:xfrm>
            <a:off x="3543300" y="2470150"/>
            <a:ext cx="330200" cy="4572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9268" name="对象 9267"/>
          <p:cNvGraphicFramePr>
            <a:graphicFrameLocks noChangeAspect="1"/>
          </p:cNvGraphicFramePr>
          <p:nvPr/>
        </p:nvGraphicFramePr>
        <p:xfrm>
          <a:off x="3619500" y="3079750"/>
          <a:ext cx="292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2" imgW="342900" imgH="342900" progId="Equation.3">
                  <p:embed/>
                </p:oleObj>
              </mc:Choice>
              <mc:Fallback>
                <p:oleObj r:id="rId82" imgW="342900" imgH="3429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83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19500" y="3079750"/>
                        <a:ext cx="2921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9" name="Rectangle 80"/>
          <p:cNvSpPr/>
          <p:nvPr/>
        </p:nvSpPr>
        <p:spPr>
          <a:xfrm>
            <a:off x="4533900" y="2457450"/>
            <a:ext cx="723900" cy="482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9270" name="对象 9269"/>
          <p:cNvGraphicFramePr>
            <a:graphicFrameLocks noChangeAspect="1"/>
          </p:cNvGraphicFramePr>
          <p:nvPr/>
        </p:nvGraphicFramePr>
        <p:xfrm>
          <a:off x="4686300" y="3028950"/>
          <a:ext cx="29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4" imgW="342900" imgH="457200" progId="Equation.3">
                  <p:embed/>
                </p:oleObj>
              </mc:Choice>
              <mc:Fallback>
                <p:oleObj r:id="rId84" imgW="342900" imgH="4572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85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6300" y="3028950"/>
                        <a:ext cx="292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4" name="文本框 9270"/>
          <p:cNvSpPr txBox="1"/>
          <p:nvPr/>
        </p:nvSpPr>
        <p:spPr>
          <a:xfrm>
            <a:off x="2217738" y="333375"/>
            <a:ext cx="248031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简化曲线积分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endParaRPr lang="zh-CN" altLang="en-US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" grpId="0" bldLvl="0" animBg="1"/>
      <p:bldP spid="926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3" name="Group 3"/>
          <p:cNvGrpSpPr/>
          <p:nvPr/>
        </p:nvGrpSpPr>
        <p:grpSpPr>
          <a:xfrm>
            <a:off x="6400800" y="34926"/>
            <a:ext cx="2855913" cy="2601912"/>
            <a:chOff x="0" y="-1"/>
            <a:chExt cx="1799" cy="1639"/>
          </a:xfrm>
        </p:grpSpPr>
        <p:sp>
          <p:nvSpPr>
            <p:cNvPr id="11266" name="Line 4"/>
            <p:cNvSpPr/>
            <p:nvPr/>
          </p:nvSpPr>
          <p:spPr>
            <a:xfrm>
              <a:off x="0" y="1407"/>
              <a:ext cx="164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67" name="Line 5"/>
            <p:cNvSpPr/>
            <p:nvPr/>
          </p:nvSpPr>
          <p:spPr>
            <a:xfrm flipV="1">
              <a:off x="259" y="270"/>
              <a:ext cx="0" cy="13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68" name="Text Box 6"/>
            <p:cNvSpPr txBox="1"/>
            <p:nvPr/>
          </p:nvSpPr>
          <p:spPr>
            <a:xfrm>
              <a:off x="1588" y="1263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2" charset="0"/>
                  <a:ea typeface="幼圆" panose="02010509060101010101" pitchFamily="1" charset="-122"/>
                </a:rPr>
                <a:t>x</a:t>
              </a:r>
            </a:p>
          </p:txBody>
        </p:sp>
        <p:sp>
          <p:nvSpPr>
            <p:cNvPr id="11269" name="Text Box 7"/>
            <p:cNvSpPr txBox="1"/>
            <p:nvPr/>
          </p:nvSpPr>
          <p:spPr>
            <a:xfrm>
              <a:off x="154" y="-1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2" charset="0"/>
                  <a:ea typeface="幼圆" panose="02010509060101010101" pitchFamily="1" charset="-122"/>
                </a:rPr>
                <a:t>y</a:t>
              </a:r>
            </a:p>
          </p:txBody>
        </p:sp>
        <p:sp>
          <p:nvSpPr>
            <p:cNvPr id="11270" name="Text Box 8"/>
            <p:cNvSpPr txBox="1"/>
            <p:nvPr/>
          </p:nvSpPr>
          <p:spPr>
            <a:xfrm>
              <a:off x="33" y="134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2" charset="0"/>
                  <a:ea typeface="幼圆" panose="02010509060101010101" pitchFamily="1" charset="-122"/>
                </a:rPr>
                <a:t>o</a:t>
              </a:r>
            </a:p>
          </p:txBody>
        </p:sp>
      </p:grpSp>
      <p:sp>
        <p:nvSpPr>
          <p:cNvPr id="10249" name="Text Box 9"/>
          <p:cNvSpPr txBox="1"/>
          <p:nvPr/>
        </p:nvSpPr>
        <p:spPr>
          <a:xfrm>
            <a:off x="7353935" y="2244726"/>
            <a:ext cx="3860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2" charset="0"/>
                <a:ea typeface="幼圆" panose="02010509060101010101" pitchFamily="1" charset="-122"/>
              </a:rPr>
              <a:t>L</a:t>
            </a:r>
          </a:p>
        </p:txBody>
      </p:sp>
      <p:sp>
        <p:nvSpPr>
          <p:cNvPr id="10250" name="Line 10"/>
          <p:cNvSpPr/>
          <p:nvPr/>
        </p:nvSpPr>
        <p:spPr>
          <a:xfrm flipH="1">
            <a:off x="7108825" y="2262188"/>
            <a:ext cx="479425" cy="0"/>
          </a:xfrm>
          <a:prstGeom prst="line">
            <a:avLst/>
          </a:prstGeom>
          <a:ln w="28575" cap="flat" cmpd="sng">
            <a:solidFill>
              <a:srgbClr val="FF33CC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251" name="Line 11"/>
          <p:cNvSpPr/>
          <p:nvPr/>
        </p:nvSpPr>
        <p:spPr>
          <a:xfrm flipV="1">
            <a:off x="6819900" y="1255713"/>
            <a:ext cx="0" cy="534987"/>
          </a:xfrm>
          <a:prstGeom prst="line">
            <a:avLst/>
          </a:prstGeom>
          <a:ln w="28575" cap="flat" cmpd="sng">
            <a:solidFill>
              <a:srgbClr val="FF33CC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10252" name="Object 12"/>
          <p:cNvGraphicFramePr>
            <a:graphicFrameLocks noChangeAspect="1"/>
          </p:cNvGraphicFramePr>
          <p:nvPr/>
        </p:nvGraphicFramePr>
        <p:xfrm>
          <a:off x="2095500" y="1028700"/>
          <a:ext cx="38354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504055" imgH="2020570" progId="Word.Document.8">
                  <p:embed/>
                </p:oleObj>
              </mc:Choice>
              <mc:Fallback>
                <p:oleObj r:id="rId2" imgW="4504055" imgH="2020570" progId="Word.Document.8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95500" y="1028700"/>
                        <a:ext cx="3835400" cy="171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3"/>
          <p:cNvGraphicFramePr>
            <a:graphicFrameLocks noChangeAspect="1"/>
          </p:cNvGraphicFramePr>
          <p:nvPr/>
        </p:nvGraphicFramePr>
        <p:xfrm>
          <a:off x="2090738" y="2844800"/>
          <a:ext cx="4005262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896360" imgH="712470" progId="Word.Document.8">
                  <p:embed/>
                </p:oleObj>
              </mc:Choice>
              <mc:Fallback>
                <p:oleObj r:id="rId4" imgW="3896360" imgH="712470" progId="Word.Document.8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0738" y="2844800"/>
                        <a:ext cx="4005262" cy="728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4" name="Group 15"/>
          <p:cNvGrpSpPr/>
          <p:nvPr/>
        </p:nvGrpSpPr>
        <p:grpSpPr>
          <a:xfrm>
            <a:off x="6510338" y="598487"/>
            <a:ext cx="2062163" cy="2044701"/>
            <a:chOff x="1" y="-1"/>
            <a:chExt cx="1299" cy="1288"/>
          </a:xfrm>
        </p:grpSpPr>
        <p:sp>
          <p:nvSpPr>
            <p:cNvPr id="11277" name="Text Box 16"/>
            <p:cNvSpPr txBox="1"/>
            <p:nvPr/>
          </p:nvSpPr>
          <p:spPr>
            <a:xfrm>
              <a:off x="1" y="-1"/>
              <a:ext cx="23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2" charset="0"/>
                  <a:ea typeface="幼圆" panose="02010509060101010101" pitchFamily="1" charset="-122"/>
                </a:rPr>
                <a:t>A</a:t>
              </a:r>
            </a:p>
          </p:txBody>
        </p:sp>
        <p:sp>
          <p:nvSpPr>
            <p:cNvPr id="11278" name="Text Box 17"/>
            <p:cNvSpPr txBox="1"/>
            <p:nvPr/>
          </p:nvSpPr>
          <p:spPr>
            <a:xfrm>
              <a:off x="1060" y="1036"/>
              <a:ext cx="24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pitchFamily="2" charset="0"/>
                  <a:ea typeface="幼圆" panose="02010509060101010101" pitchFamily="1" charset="-122"/>
                </a:rPr>
                <a:t>B</a:t>
              </a:r>
            </a:p>
          </p:txBody>
        </p:sp>
        <p:sp>
          <p:nvSpPr>
            <p:cNvPr id="11279" name="Arc 18"/>
            <p:cNvSpPr/>
            <p:nvPr/>
          </p:nvSpPr>
          <p:spPr>
            <a:xfrm>
              <a:off x="206" y="129"/>
              <a:ext cx="960" cy="93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2798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999"/>
                    <a:pt x="21588" y="22399"/>
                    <a:pt x="21566" y="22797"/>
                  </a:cubicBezTo>
                </a:path>
                <a:path w="21600" h="22798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999"/>
                    <a:pt x="21588" y="22399"/>
                    <a:pt x="21566" y="2279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0258" name="对象 10257"/>
          <p:cNvGraphicFramePr>
            <a:graphicFrameLocks noChangeAspect="1"/>
          </p:cNvGraphicFramePr>
          <p:nvPr/>
        </p:nvGraphicFramePr>
        <p:xfrm>
          <a:off x="7353300" y="1560513"/>
          <a:ext cx="228600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46710" imgH="320675" progId="Equation.3">
                  <p:embed/>
                </p:oleObj>
              </mc:Choice>
              <mc:Fallback>
                <p:oleObj r:id="rId6" imgW="346710" imgH="320675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53300" y="1560513"/>
                        <a:ext cx="228600" cy="211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Line 20"/>
          <p:cNvSpPr/>
          <p:nvPr/>
        </p:nvSpPr>
        <p:spPr>
          <a:xfrm>
            <a:off x="7796213" y="1103313"/>
            <a:ext cx="138112" cy="133350"/>
          </a:xfrm>
          <a:prstGeom prst="line">
            <a:avLst/>
          </a:prstGeom>
          <a:ln w="28575" cap="flat" cmpd="sng">
            <a:solidFill>
              <a:srgbClr val="FF33CC"/>
            </a:solidFill>
            <a:prstDash val="solid"/>
            <a:round/>
            <a:headEnd type="none" w="med" len="med"/>
            <a:tailEnd type="triangle" w="sm" len="lg"/>
          </a:ln>
        </p:spPr>
      </p:sp>
      <p:grpSp>
        <p:nvGrpSpPr>
          <p:cNvPr id="10260" name="Group 21"/>
          <p:cNvGrpSpPr/>
          <p:nvPr/>
        </p:nvGrpSpPr>
        <p:grpSpPr>
          <a:xfrm>
            <a:off x="5829300" y="2720976"/>
            <a:ext cx="3009900" cy="588963"/>
            <a:chOff x="0" y="1"/>
            <a:chExt cx="1896" cy="371"/>
          </a:xfrm>
        </p:grpSpPr>
        <p:graphicFrame>
          <p:nvGraphicFramePr>
            <p:cNvPr id="11283" name="对象 10260"/>
            <p:cNvGraphicFramePr>
              <a:graphicFrameLocks noChangeAspect="1"/>
            </p:cNvGraphicFramePr>
            <p:nvPr/>
          </p:nvGraphicFramePr>
          <p:xfrm>
            <a:off x="0" y="125"/>
            <a:ext cx="189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3009900" imgH="393700" progId="Equation.3">
                    <p:embed/>
                  </p:oleObj>
                </mc:Choice>
                <mc:Fallback>
                  <p:oleObj r:id="rId8" imgW="3009900" imgH="39370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0" y="125"/>
                          <a:ext cx="1896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4" name="Text Box 23"/>
            <p:cNvSpPr txBox="1"/>
            <p:nvPr/>
          </p:nvSpPr>
          <p:spPr>
            <a:xfrm rot="5309543">
              <a:off x="1031" y="-42"/>
              <a:ext cx="28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2" charset="0"/>
                  <a:ea typeface="幼圆" panose="02010509060101010101" pitchFamily="1" charset="-122"/>
                  <a:sym typeface="Symbol" panose="05050102010706020507" pitchFamily="2" charset="2"/>
                </a:rPr>
                <a:t></a:t>
              </a:r>
              <a:endParaRPr lang="en-US" altLang="zh-CN" sz="3200" b="1" dirty="0">
                <a:latin typeface="Times New Roman" panose="02020603050405020304" pitchFamily="2" charset="0"/>
                <a:ea typeface="幼圆" panose="02010509060101010101" pitchFamily="1" charset="-122"/>
              </a:endParaRPr>
            </a:p>
          </p:txBody>
        </p:sp>
      </p:grpSp>
      <p:graphicFrame>
        <p:nvGraphicFramePr>
          <p:cNvPr id="10263" name="Object 24"/>
          <p:cNvGraphicFramePr>
            <a:graphicFrameLocks noChangeAspect="1"/>
          </p:cNvGraphicFramePr>
          <p:nvPr/>
        </p:nvGraphicFramePr>
        <p:xfrm>
          <a:off x="2171700" y="3376613"/>
          <a:ext cx="5638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550535" imgH="652780" progId="Word.Document.8">
                  <p:embed/>
                </p:oleObj>
              </mc:Choice>
              <mc:Fallback>
                <p:oleObj r:id="rId10" imgW="5550535" imgH="652780" progId="Word.Document.8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71700" y="3376613"/>
                        <a:ext cx="5638800" cy="63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4" name="对象 10263"/>
          <p:cNvGraphicFramePr>
            <a:graphicFrameLocks noChangeAspect="1"/>
          </p:cNvGraphicFramePr>
          <p:nvPr/>
        </p:nvGraphicFramePr>
        <p:xfrm>
          <a:off x="2736850" y="4011613"/>
          <a:ext cx="2603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603500" imgH="825500" progId="Equation.3">
                  <p:embed/>
                </p:oleObj>
              </mc:Choice>
              <mc:Fallback>
                <p:oleObj r:id="rId12" imgW="2603500" imgH="8255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36850" y="4011613"/>
                        <a:ext cx="26035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5" name="对象 10264"/>
          <p:cNvGraphicFramePr>
            <a:graphicFrameLocks noChangeAspect="1"/>
          </p:cNvGraphicFramePr>
          <p:nvPr/>
        </p:nvGraphicFramePr>
        <p:xfrm>
          <a:off x="5340350" y="4011613"/>
          <a:ext cx="4368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4368800" imgH="609600" progId="Equation.3">
                  <p:embed/>
                </p:oleObj>
              </mc:Choice>
              <mc:Fallback>
                <p:oleObj r:id="rId14" imgW="4368800" imgH="6096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40350" y="4011613"/>
                        <a:ext cx="43688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6" name="对象 10265"/>
          <p:cNvGraphicFramePr>
            <a:graphicFrameLocks noChangeAspect="1"/>
          </p:cNvGraphicFramePr>
          <p:nvPr/>
        </p:nvGraphicFramePr>
        <p:xfrm>
          <a:off x="2768600" y="4837113"/>
          <a:ext cx="4584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584700" imgH="609600" progId="Equation.3">
                  <p:embed/>
                </p:oleObj>
              </mc:Choice>
              <mc:Fallback>
                <p:oleObj r:id="rId16" imgW="4584700" imgH="6096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68600" y="4837113"/>
                        <a:ext cx="45847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7" name="对象 10266"/>
          <p:cNvGraphicFramePr>
            <a:graphicFrameLocks noChangeAspect="1"/>
          </p:cNvGraphicFramePr>
          <p:nvPr/>
        </p:nvGraphicFramePr>
        <p:xfrm>
          <a:off x="2768600" y="5630863"/>
          <a:ext cx="4470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4470400" imgH="965200" progId="Equation.3">
                  <p:embed/>
                </p:oleObj>
              </mc:Choice>
              <mc:Fallback>
                <p:oleObj r:id="rId18" imgW="4470400" imgH="9652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768600" y="5630863"/>
                        <a:ext cx="44704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9" name="对象 11265"/>
          <p:cNvGraphicFramePr>
            <a:graphicFrameLocks noChangeAspect="1"/>
          </p:cNvGraphicFramePr>
          <p:nvPr/>
        </p:nvGraphicFramePr>
        <p:xfrm>
          <a:off x="2032000" y="280988"/>
          <a:ext cx="7874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845" imgH="206375" progId="Equation.DSMT4">
                  <p:embed/>
                </p:oleObj>
              </mc:Choice>
              <mc:Fallback>
                <p:oleObj r:id="rId2" imgW="283845" imgH="206375" progId="Equation.DSMT4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32000" y="280988"/>
                        <a:ext cx="787400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对象 11266"/>
          <p:cNvGraphicFramePr>
            <a:graphicFrameLocks noChangeAspect="1"/>
          </p:cNvGraphicFramePr>
          <p:nvPr/>
        </p:nvGraphicFramePr>
        <p:xfrm>
          <a:off x="3276600" y="473075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72745" imgH="385445" progId="Equation.3">
                  <p:embed/>
                </p:oleObj>
              </mc:Choice>
              <mc:Fallback>
                <p:oleObj r:id="rId4" imgW="372745" imgH="385445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76600" y="473075"/>
                        <a:ext cx="368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对象 11267"/>
          <p:cNvGraphicFramePr>
            <a:graphicFrameLocks noChangeAspect="1"/>
          </p:cNvGraphicFramePr>
          <p:nvPr/>
        </p:nvGraphicFramePr>
        <p:xfrm>
          <a:off x="3644900" y="384175"/>
          <a:ext cx="508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10540" imgH="625475" progId="Equation.3">
                  <p:embed/>
                </p:oleObj>
              </mc:Choice>
              <mc:Fallback>
                <p:oleObj r:id="rId6" imgW="510540" imgH="625475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44900" y="384175"/>
                        <a:ext cx="5080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对象 11268"/>
          <p:cNvGraphicFramePr>
            <a:graphicFrameLocks noChangeAspect="1"/>
          </p:cNvGraphicFramePr>
          <p:nvPr/>
        </p:nvGraphicFramePr>
        <p:xfrm>
          <a:off x="3886200" y="488950"/>
          <a:ext cx="107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85215" imgH="395605" progId="Equation.3">
                  <p:embed/>
                </p:oleObj>
              </mc:Choice>
              <mc:Fallback>
                <p:oleObj r:id="rId8" imgW="1085215" imgH="395605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86200" y="488950"/>
                        <a:ext cx="1079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对象 11269"/>
          <p:cNvGraphicFramePr>
            <a:graphicFrameLocks noChangeAspect="1"/>
          </p:cNvGraphicFramePr>
          <p:nvPr/>
        </p:nvGraphicFramePr>
        <p:xfrm>
          <a:off x="5003800" y="488950"/>
          <a:ext cx="2616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616200" imgH="393700" progId="Equation.3">
                  <p:embed/>
                </p:oleObj>
              </mc:Choice>
              <mc:Fallback>
                <p:oleObj r:id="rId10" imgW="2616200" imgH="3937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03800" y="488950"/>
                        <a:ext cx="26162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对象 11270"/>
          <p:cNvGraphicFramePr>
            <a:graphicFrameLocks noChangeAspect="1"/>
          </p:cNvGraphicFramePr>
          <p:nvPr/>
        </p:nvGraphicFramePr>
        <p:xfrm>
          <a:off x="1905000" y="1222375"/>
          <a:ext cx="419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22275" imgH="307340" progId="Equation.3">
                  <p:embed/>
                </p:oleObj>
              </mc:Choice>
              <mc:Fallback>
                <p:oleObj r:id="rId12" imgW="422275" imgH="30734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05000" y="1222375"/>
                        <a:ext cx="4191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对象 11271"/>
          <p:cNvGraphicFramePr>
            <a:graphicFrameLocks noChangeAspect="1"/>
          </p:cNvGraphicFramePr>
          <p:nvPr/>
        </p:nvGraphicFramePr>
        <p:xfrm>
          <a:off x="2819400" y="1133475"/>
          <a:ext cx="2133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133600" imgH="469900" progId="Equation.3">
                  <p:embed/>
                </p:oleObj>
              </mc:Choice>
              <mc:Fallback>
                <p:oleObj r:id="rId14" imgW="2133600" imgH="4699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19400" y="1133475"/>
                        <a:ext cx="21336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对象 11272"/>
          <p:cNvGraphicFramePr>
            <a:graphicFrameLocks noChangeAspect="1"/>
          </p:cNvGraphicFramePr>
          <p:nvPr/>
        </p:nvGraphicFramePr>
        <p:xfrm>
          <a:off x="4953000" y="1146175"/>
          <a:ext cx="2362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298700" imgH="393700" progId="Equation.3">
                  <p:embed/>
                </p:oleObj>
              </mc:Choice>
              <mc:Fallback>
                <p:oleObj r:id="rId16" imgW="2298700" imgH="39370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53000" y="1146175"/>
                        <a:ext cx="23622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对象 11273"/>
          <p:cNvGraphicFramePr>
            <a:graphicFrameLocks noChangeAspect="1"/>
          </p:cNvGraphicFramePr>
          <p:nvPr/>
        </p:nvGraphicFramePr>
        <p:xfrm>
          <a:off x="7448550" y="1146175"/>
          <a:ext cx="135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365885" imgH="434340" progId="Equation.3">
                  <p:embed/>
                </p:oleObj>
              </mc:Choice>
              <mc:Fallback>
                <p:oleObj r:id="rId18" imgW="1365885" imgH="43434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448550" y="1146175"/>
                        <a:ext cx="1358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对象 11274"/>
          <p:cNvGraphicFramePr>
            <a:graphicFrameLocks noChangeAspect="1"/>
          </p:cNvGraphicFramePr>
          <p:nvPr/>
        </p:nvGraphicFramePr>
        <p:xfrm>
          <a:off x="8724900" y="1146175"/>
          <a:ext cx="1333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340485" imgH="408305" progId="Equation.3">
                  <p:embed/>
                </p:oleObj>
              </mc:Choice>
              <mc:Fallback>
                <p:oleObj r:id="rId20" imgW="1340485" imgH="408305" progId="Equation.3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724900" y="1146175"/>
                        <a:ext cx="13335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6" name="Group 31"/>
          <p:cNvGrpSpPr/>
          <p:nvPr/>
        </p:nvGrpSpPr>
        <p:grpSpPr>
          <a:xfrm>
            <a:off x="8305800" y="1908175"/>
            <a:ext cx="2057400" cy="1917700"/>
            <a:chOff x="0" y="0"/>
            <a:chExt cx="1296" cy="1208"/>
          </a:xfrm>
        </p:grpSpPr>
        <p:sp>
          <p:nvSpPr>
            <p:cNvPr id="12300" name="Line 20"/>
            <p:cNvSpPr/>
            <p:nvPr/>
          </p:nvSpPr>
          <p:spPr>
            <a:xfrm>
              <a:off x="160" y="1008"/>
              <a:ext cx="11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01" name="Line 25"/>
            <p:cNvSpPr/>
            <p:nvPr/>
          </p:nvSpPr>
          <p:spPr>
            <a:xfrm flipV="1">
              <a:off x="160" y="0"/>
              <a:ext cx="0" cy="10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12302" name="对象 11278"/>
            <p:cNvGraphicFramePr>
              <a:graphicFrameLocks noChangeAspect="1"/>
            </p:cNvGraphicFramePr>
            <p:nvPr/>
          </p:nvGraphicFramePr>
          <p:xfrm>
            <a:off x="160" y="10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04470" imgH="319405" progId="Equation.3">
                    <p:embed/>
                  </p:oleObj>
                </mc:Choice>
                <mc:Fallback>
                  <p:oleObj r:id="rId22" imgW="204470" imgH="319405" progId="Equation.3">
                    <p:embed/>
                    <p:pic>
                      <p:nvPicPr>
                        <p:cNvPr id="0" name="图片 3236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60" y="10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3" name="对象 11279"/>
            <p:cNvGraphicFramePr>
              <a:graphicFrameLocks noChangeAspect="1"/>
            </p:cNvGraphicFramePr>
            <p:nvPr/>
          </p:nvGraphicFramePr>
          <p:xfrm>
            <a:off x="1136" y="1056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257175" imgH="244475" progId="Equation.3">
                    <p:embed/>
                  </p:oleObj>
                </mc:Choice>
                <mc:Fallback>
                  <p:oleObj r:id="rId24" imgW="257175" imgH="244475" progId="Equation.3">
                    <p:embed/>
                    <p:pic>
                      <p:nvPicPr>
                        <p:cNvPr id="0" name="图片 3229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136" y="1056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对象 11280"/>
            <p:cNvGraphicFramePr>
              <a:graphicFrameLocks noChangeAspect="1"/>
            </p:cNvGraphicFramePr>
            <p:nvPr/>
          </p:nvGraphicFramePr>
          <p:xfrm>
            <a:off x="0" y="0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56540" imgH="320040" progId="Equation.3">
                    <p:embed/>
                  </p:oleObj>
                </mc:Choice>
                <mc:Fallback>
                  <p:oleObj r:id="rId26" imgW="256540" imgH="320040" progId="Equation.3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82" name="Group 35"/>
          <p:cNvGrpSpPr/>
          <p:nvPr/>
        </p:nvGrpSpPr>
        <p:grpSpPr>
          <a:xfrm>
            <a:off x="8267700" y="2225675"/>
            <a:ext cx="1625600" cy="1574800"/>
            <a:chOff x="0" y="0"/>
            <a:chExt cx="1024" cy="992"/>
          </a:xfrm>
        </p:grpSpPr>
        <p:sp>
          <p:nvSpPr>
            <p:cNvPr id="12306" name="Arc 29"/>
            <p:cNvSpPr/>
            <p:nvPr/>
          </p:nvSpPr>
          <p:spPr>
            <a:xfrm>
              <a:off x="188" y="47"/>
              <a:ext cx="744" cy="7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07" name="对象 11283"/>
            <p:cNvGraphicFramePr>
              <a:graphicFrameLocks noChangeAspect="1"/>
            </p:cNvGraphicFramePr>
            <p:nvPr/>
          </p:nvGraphicFramePr>
          <p:xfrm>
            <a:off x="0" y="0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295275" imgH="307975" progId="Equation.3">
                    <p:embed/>
                  </p:oleObj>
                </mc:Choice>
                <mc:Fallback>
                  <p:oleObj r:id="rId28" imgW="295275" imgH="307975" progId="Equation.3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8" name="对象 11284"/>
            <p:cNvGraphicFramePr>
              <a:graphicFrameLocks noChangeAspect="1"/>
            </p:cNvGraphicFramePr>
            <p:nvPr/>
          </p:nvGraphicFramePr>
          <p:xfrm>
            <a:off x="840" y="808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0" imgW="295275" imgH="295275" progId="Equation.3">
                    <p:embed/>
                  </p:oleObj>
                </mc:Choice>
                <mc:Fallback>
                  <p:oleObj r:id="rId30" imgW="295275" imgH="295275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840" y="808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86" name="对象 11285"/>
          <p:cNvGraphicFramePr>
            <a:graphicFrameLocks noChangeAspect="1"/>
          </p:cNvGraphicFramePr>
          <p:nvPr/>
        </p:nvGraphicFramePr>
        <p:xfrm>
          <a:off x="2286000" y="1768475"/>
          <a:ext cx="393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398145" imgH="385445" progId="Equation.3">
                  <p:embed/>
                </p:oleObj>
              </mc:Choice>
              <mc:Fallback>
                <p:oleObj r:id="rId32" imgW="398145" imgH="385445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286000" y="1768475"/>
                        <a:ext cx="3937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87" name="Group 49"/>
          <p:cNvGrpSpPr/>
          <p:nvPr/>
        </p:nvGrpSpPr>
        <p:grpSpPr>
          <a:xfrm>
            <a:off x="8305800" y="3978275"/>
            <a:ext cx="2057400" cy="1917700"/>
            <a:chOff x="0" y="0"/>
            <a:chExt cx="1296" cy="1208"/>
          </a:xfrm>
        </p:grpSpPr>
        <p:sp>
          <p:nvSpPr>
            <p:cNvPr id="12311" name="Line 50"/>
            <p:cNvSpPr/>
            <p:nvPr/>
          </p:nvSpPr>
          <p:spPr>
            <a:xfrm>
              <a:off x="160" y="1008"/>
              <a:ext cx="11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12" name="Line 51"/>
            <p:cNvSpPr/>
            <p:nvPr/>
          </p:nvSpPr>
          <p:spPr>
            <a:xfrm flipV="1">
              <a:off x="160" y="0"/>
              <a:ext cx="0" cy="10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12313" name="对象 11289"/>
            <p:cNvGraphicFramePr>
              <a:graphicFrameLocks noChangeAspect="1"/>
            </p:cNvGraphicFramePr>
            <p:nvPr/>
          </p:nvGraphicFramePr>
          <p:xfrm>
            <a:off x="160" y="10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4" imgW="204470" imgH="319405" progId="Equation.3">
                    <p:embed/>
                  </p:oleObj>
                </mc:Choice>
                <mc:Fallback>
                  <p:oleObj r:id="rId34" imgW="204470" imgH="319405" progId="Equation.3">
                    <p:embed/>
                    <p:pic>
                      <p:nvPicPr>
                        <p:cNvPr id="0" name="图片 3230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60" y="10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4" name="对象 11290"/>
            <p:cNvGraphicFramePr>
              <a:graphicFrameLocks noChangeAspect="1"/>
            </p:cNvGraphicFramePr>
            <p:nvPr/>
          </p:nvGraphicFramePr>
          <p:xfrm>
            <a:off x="1136" y="1056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5" imgW="257175" imgH="244475" progId="Equation.3">
                    <p:embed/>
                  </p:oleObj>
                </mc:Choice>
                <mc:Fallback>
                  <p:oleObj r:id="rId35" imgW="257175" imgH="244475" progId="Equation.3">
                    <p:embed/>
                    <p:pic>
                      <p:nvPicPr>
                        <p:cNvPr id="0" name="图片 3231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136" y="1056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5" name="对象 11291"/>
            <p:cNvGraphicFramePr>
              <a:graphicFrameLocks noChangeAspect="1"/>
            </p:cNvGraphicFramePr>
            <p:nvPr/>
          </p:nvGraphicFramePr>
          <p:xfrm>
            <a:off x="0" y="0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6" imgW="256540" imgH="320040" progId="Equation.3">
                    <p:embed/>
                  </p:oleObj>
                </mc:Choice>
                <mc:Fallback>
                  <p:oleObj r:id="rId36" imgW="256540" imgH="320040" progId="Equation.3">
                    <p:embed/>
                    <p:pic>
                      <p:nvPicPr>
                        <p:cNvPr id="0" name="图片 3223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93" name="Arc 55"/>
          <p:cNvSpPr/>
          <p:nvPr/>
        </p:nvSpPr>
        <p:spPr>
          <a:xfrm>
            <a:off x="8534400" y="4370388"/>
            <a:ext cx="1181100" cy="12080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 cap="flat" cmpd="sng">
            <a:solidFill>
              <a:srgbClr val="CC3300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294" name="对象 11293"/>
          <p:cNvGraphicFramePr>
            <a:graphicFrameLocks noChangeAspect="1"/>
          </p:cNvGraphicFramePr>
          <p:nvPr/>
        </p:nvGraphicFramePr>
        <p:xfrm>
          <a:off x="8280400" y="4308475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7" imgW="295275" imgH="307975" progId="Equation.3">
                  <p:embed/>
                </p:oleObj>
              </mc:Choice>
              <mc:Fallback>
                <p:oleObj r:id="rId37" imgW="295275" imgH="307975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280400" y="4308475"/>
                        <a:ext cx="2921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5" name="对象 11294"/>
          <p:cNvGraphicFramePr>
            <a:graphicFrameLocks noChangeAspect="1"/>
          </p:cNvGraphicFramePr>
          <p:nvPr/>
        </p:nvGraphicFramePr>
        <p:xfrm>
          <a:off x="9613900" y="5591175"/>
          <a:ext cx="292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8" imgW="295275" imgH="295275" progId="Equation.3">
                  <p:embed/>
                </p:oleObj>
              </mc:Choice>
              <mc:Fallback>
                <p:oleObj r:id="rId38" imgW="295275" imgH="295275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613900" y="5591175"/>
                        <a:ext cx="2921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6" name="Freeform 58"/>
          <p:cNvSpPr/>
          <p:nvPr/>
        </p:nvSpPr>
        <p:spPr>
          <a:xfrm>
            <a:off x="8559800" y="4368800"/>
            <a:ext cx="1588" cy="1206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7"/>
              </a:cxn>
            </a:cxnLst>
            <a:rect l="0" t="0" r="0" b="0"/>
            <a:pathLst>
              <a:path w="1" h="760">
                <a:moveTo>
                  <a:pt x="0" y="0"/>
                </a:moveTo>
                <a:lnTo>
                  <a:pt x="0" y="760"/>
                </a:lnTo>
              </a:path>
            </a:pathLst>
          </a:custGeom>
          <a:noFill/>
          <a:ln w="28575" cap="flat" cmpd="sng">
            <a:solidFill>
              <a:srgbClr val="CC33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97" name="Line 59"/>
          <p:cNvSpPr/>
          <p:nvPr/>
        </p:nvSpPr>
        <p:spPr>
          <a:xfrm>
            <a:off x="8572500" y="5578475"/>
            <a:ext cx="1143000" cy="0"/>
          </a:xfrm>
          <a:prstGeom prst="line">
            <a:avLst/>
          </a:prstGeom>
          <a:ln w="28575" cap="flat" cmpd="sng">
            <a:solidFill>
              <a:srgbClr val="CC3300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11298" name="对象 11297"/>
          <p:cNvGraphicFramePr>
            <a:graphicFrameLocks noChangeAspect="1"/>
          </p:cNvGraphicFramePr>
          <p:nvPr/>
        </p:nvGraphicFramePr>
        <p:xfrm>
          <a:off x="3098800" y="1704975"/>
          <a:ext cx="7874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9" imgW="410845" imgH="307975" progId="Equation.DSMT4">
                  <p:embed/>
                </p:oleObj>
              </mc:Choice>
              <mc:Fallback>
                <p:oleObj r:id="rId39" imgW="410845" imgH="307975" progId="Equation.DSMT4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098800" y="1704975"/>
                        <a:ext cx="787400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9" name="对象 11298"/>
          <p:cNvGraphicFramePr>
            <a:graphicFrameLocks noChangeAspect="1"/>
          </p:cNvGraphicFramePr>
          <p:nvPr/>
        </p:nvGraphicFramePr>
        <p:xfrm>
          <a:off x="3733800" y="1831975"/>
          <a:ext cx="107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1" imgW="1085215" imgH="395605" progId="Equation.3">
                  <p:embed/>
                </p:oleObj>
              </mc:Choice>
              <mc:Fallback>
                <p:oleObj r:id="rId41" imgW="1085215" imgH="395605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33800" y="1831975"/>
                        <a:ext cx="1079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0" name="对象 11299"/>
          <p:cNvGraphicFramePr>
            <a:graphicFrameLocks noChangeAspect="1"/>
          </p:cNvGraphicFramePr>
          <p:nvPr/>
        </p:nvGraphicFramePr>
        <p:xfrm>
          <a:off x="4851400" y="1831975"/>
          <a:ext cx="2616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2" imgW="2616200" imgH="393700" progId="Equation.3">
                  <p:embed/>
                </p:oleObj>
              </mc:Choice>
              <mc:Fallback>
                <p:oleObj r:id="rId42" imgW="2616200" imgH="39370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51400" y="1831975"/>
                        <a:ext cx="26162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1" name="对象 11300"/>
          <p:cNvGraphicFramePr>
            <a:graphicFrameLocks noChangeAspect="1"/>
          </p:cNvGraphicFramePr>
          <p:nvPr/>
        </p:nvGraphicFramePr>
        <p:xfrm>
          <a:off x="1905000" y="2441575"/>
          <a:ext cx="838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3" imgW="842645" imgH="817245" progId="Equation.3">
                  <p:embed/>
                </p:oleObj>
              </mc:Choice>
              <mc:Fallback>
                <p:oleObj r:id="rId43" imgW="842645" imgH="817245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905000" y="2441575"/>
                        <a:ext cx="838200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2" name="对象 11301"/>
          <p:cNvGraphicFramePr>
            <a:graphicFrameLocks noChangeAspect="1"/>
          </p:cNvGraphicFramePr>
          <p:nvPr/>
        </p:nvGraphicFramePr>
        <p:xfrm>
          <a:off x="9105900" y="5045075"/>
          <a:ext cx="317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5" imgW="368300" imgH="342900" progId="Equation.3">
                  <p:embed/>
                </p:oleObj>
              </mc:Choice>
              <mc:Fallback>
                <p:oleObj r:id="rId45" imgW="368300" imgH="342900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46">
                        <a:clrChange>
                          <a:clrFrom>
                            <a:srgbClr val="000000"/>
                          </a:clrFrom>
                          <a:clrTo>
                            <a:srgbClr val="CC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05900" y="5045075"/>
                        <a:ext cx="3175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3" name="对象 11302"/>
          <p:cNvGraphicFramePr>
            <a:graphicFrameLocks noChangeAspect="1"/>
          </p:cNvGraphicFramePr>
          <p:nvPr/>
        </p:nvGraphicFramePr>
        <p:xfrm>
          <a:off x="2565400" y="2568575"/>
          <a:ext cx="863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7" imgW="868045" imgH="395605" progId="Equation.3">
                  <p:embed/>
                </p:oleObj>
              </mc:Choice>
              <mc:Fallback>
                <p:oleObj r:id="rId47" imgW="868045" imgH="395605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2565400" y="2568575"/>
                        <a:ext cx="8636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4" name="对象 11303"/>
          <p:cNvGraphicFramePr>
            <a:graphicFrameLocks noChangeAspect="1"/>
          </p:cNvGraphicFramePr>
          <p:nvPr/>
        </p:nvGraphicFramePr>
        <p:xfrm>
          <a:off x="3454400" y="2568575"/>
          <a:ext cx="482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9" imgW="486410" imgH="307340" progId="Equation.3">
                  <p:embed/>
                </p:oleObj>
              </mc:Choice>
              <mc:Fallback>
                <p:oleObj r:id="rId49" imgW="486410" imgH="307340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3454400" y="2568575"/>
                        <a:ext cx="4826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5" name="对象 11304"/>
          <p:cNvGraphicFramePr>
            <a:graphicFrameLocks noChangeAspect="1"/>
          </p:cNvGraphicFramePr>
          <p:nvPr/>
        </p:nvGraphicFramePr>
        <p:xfrm>
          <a:off x="4025900" y="2568575"/>
          <a:ext cx="114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1" imgW="1149350" imgH="396240" progId="Equation.3">
                  <p:embed/>
                </p:oleObj>
              </mc:Choice>
              <mc:Fallback>
                <p:oleObj r:id="rId51" imgW="1149350" imgH="39624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4025900" y="2568575"/>
                        <a:ext cx="1143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6" name="对象 11305"/>
          <p:cNvGraphicFramePr>
            <a:graphicFrameLocks noChangeAspect="1"/>
          </p:cNvGraphicFramePr>
          <p:nvPr/>
        </p:nvGraphicFramePr>
        <p:xfrm>
          <a:off x="5207000" y="2568575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3" imgW="739775" imgH="394970" progId="Equation.3">
                  <p:embed/>
                </p:oleObj>
              </mc:Choice>
              <mc:Fallback>
                <p:oleObj r:id="rId53" imgW="739775" imgH="394970" progId="Equation.3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5207000" y="2568575"/>
                        <a:ext cx="7366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7" name="对象 11306"/>
          <p:cNvGraphicFramePr>
            <a:graphicFrameLocks noChangeAspect="1"/>
          </p:cNvGraphicFramePr>
          <p:nvPr/>
        </p:nvGraphicFramePr>
        <p:xfrm>
          <a:off x="5969000" y="2492375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5" imgW="817245" imgH="395605" progId="Equation.3">
                  <p:embed/>
                </p:oleObj>
              </mc:Choice>
              <mc:Fallback>
                <p:oleObj r:id="rId55" imgW="817245" imgH="395605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5969000" y="2492375"/>
                        <a:ext cx="8128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8" name="对象 11307"/>
          <p:cNvGraphicFramePr>
            <a:graphicFrameLocks noChangeAspect="1"/>
          </p:cNvGraphicFramePr>
          <p:nvPr/>
        </p:nvGraphicFramePr>
        <p:xfrm>
          <a:off x="2286000" y="3281363"/>
          <a:ext cx="30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7" imgW="307975" imgH="423545" progId="Equation.3">
                  <p:embed/>
                </p:oleObj>
              </mc:Choice>
              <mc:Fallback>
                <p:oleObj r:id="rId57" imgW="307975" imgH="423545" progId="Equation.3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2286000" y="3281363"/>
                        <a:ext cx="3048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9" name="对象 11308"/>
          <p:cNvGraphicFramePr>
            <a:graphicFrameLocks noChangeAspect="1"/>
          </p:cNvGraphicFramePr>
          <p:nvPr/>
        </p:nvGraphicFramePr>
        <p:xfrm>
          <a:off x="2679700" y="3203575"/>
          <a:ext cx="977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9" imgW="982980" imgH="625475" progId="Equation.3">
                  <p:embed/>
                </p:oleObj>
              </mc:Choice>
              <mc:Fallback>
                <p:oleObj r:id="rId59" imgW="982980" imgH="625475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2679700" y="3203575"/>
                        <a:ext cx="9779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10" name="Group 74"/>
          <p:cNvGrpSpPr>
            <a:grpSpLocks noChangeAspect="1"/>
          </p:cNvGrpSpPr>
          <p:nvPr/>
        </p:nvGrpSpPr>
        <p:grpSpPr>
          <a:xfrm>
            <a:off x="3517900" y="3306763"/>
            <a:ext cx="3733800" cy="393700"/>
            <a:chOff x="0" y="0"/>
            <a:chExt cx="2352" cy="248"/>
          </a:xfrm>
        </p:grpSpPr>
        <p:graphicFrame>
          <p:nvGraphicFramePr>
            <p:cNvPr id="12334" name="对象 11310"/>
            <p:cNvGraphicFramePr>
              <a:graphicFrameLocks noChangeAspect="1"/>
            </p:cNvGraphicFramePr>
            <p:nvPr/>
          </p:nvGraphicFramePr>
          <p:xfrm>
            <a:off x="0" y="0"/>
            <a:ext cx="6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1" imgW="1085215" imgH="395605" progId="Equation.3">
                    <p:embed/>
                  </p:oleObj>
                </mc:Choice>
                <mc:Fallback>
                  <p:oleObj r:id="rId61" imgW="1085215" imgH="395605" progId="Equation.3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680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5" name="对象 11311"/>
            <p:cNvGraphicFramePr>
              <a:graphicFrameLocks noChangeAspect="1"/>
            </p:cNvGraphicFramePr>
            <p:nvPr/>
          </p:nvGraphicFramePr>
          <p:xfrm>
            <a:off x="704" y="0"/>
            <a:ext cx="16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2" imgW="2616200" imgH="393700" progId="Equation.3">
                    <p:embed/>
                  </p:oleObj>
                </mc:Choice>
                <mc:Fallback>
                  <p:oleObj r:id="rId62" imgW="2616200" imgH="393700" progId="Equation.3">
                    <p:embed/>
                    <p:pic>
                      <p:nvPicPr>
                        <p:cNvPr id="0" name="图片 3259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04" y="0"/>
                          <a:ext cx="164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313" name="对象 11312"/>
          <p:cNvGraphicFramePr>
            <a:graphicFrameLocks noChangeAspect="1"/>
          </p:cNvGraphicFramePr>
          <p:nvPr/>
        </p:nvGraphicFramePr>
        <p:xfrm>
          <a:off x="8134350" y="4886325"/>
          <a:ext cx="800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3" imgW="1016000" imgH="368300" progId="Equation.3">
                  <p:embed/>
                </p:oleObj>
              </mc:Choice>
              <mc:Fallback>
                <p:oleObj r:id="rId63" imgW="1016000" imgH="368300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64">
                        <a:clrChange>
                          <a:clrFrom>
                            <a:srgbClr val="000000"/>
                          </a:clrFrom>
                          <a:clrTo>
                            <a:srgbClr val="CC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134350" y="4886325"/>
                        <a:ext cx="8001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4" name="对象 11313"/>
          <p:cNvGraphicFramePr>
            <a:graphicFrameLocks noChangeAspect="1"/>
          </p:cNvGraphicFramePr>
          <p:nvPr/>
        </p:nvGraphicFramePr>
        <p:xfrm>
          <a:off x="7251700" y="3306763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5" imgW="497840" imgH="318770" progId="Equation.3">
                  <p:embed/>
                </p:oleObj>
              </mc:Choice>
              <mc:Fallback>
                <p:oleObj r:id="rId65" imgW="497840" imgH="318770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7251700" y="3306763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5" name="对象 11314"/>
          <p:cNvGraphicFramePr>
            <a:graphicFrameLocks noChangeAspect="1"/>
          </p:cNvGraphicFramePr>
          <p:nvPr/>
        </p:nvGraphicFramePr>
        <p:xfrm>
          <a:off x="2273300" y="4043363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7" imgW="334010" imgH="424180" progId="Equation.3">
                  <p:embed/>
                </p:oleObj>
              </mc:Choice>
              <mc:Fallback>
                <p:oleObj r:id="rId67" imgW="334010" imgH="424180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2273300" y="4043363"/>
                        <a:ext cx="3302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16" name="对象 11315"/>
          <p:cNvGraphicFramePr>
            <a:graphicFrameLocks noChangeAspect="1"/>
          </p:cNvGraphicFramePr>
          <p:nvPr/>
        </p:nvGraphicFramePr>
        <p:xfrm>
          <a:off x="2692400" y="3965575"/>
          <a:ext cx="9525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9" imgW="957580" imgH="625475" progId="Equation.3">
                  <p:embed/>
                </p:oleObj>
              </mc:Choice>
              <mc:Fallback>
                <p:oleObj r:id="rId69" imgW="957580" imgH="625475" progId="Equation.3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2692400" y="3965575"/>
                        <a:ext cx="9525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17" name="Group 79"/>
          <p:cNvGrpSpPr>
            <a:grpSpLocks noChangeAspect="1"/>
          </p:cNvGrpSpPr>
          <p:nvPr/>
        </p:nvGrpSpPr>
        <p:grpSpPr>
          <a:xfrm>
            <a:off x="3517900" y="4068763"/>
            <a:ext cx="3733800" cy="393700"/>
            <a:chOff x="0" y="0"/>
            <a:chExt cx="2352" cy="248"/>
          </a:xfrm>
        </p:grpSpPr>
        <p:graphicFrame>
          <p:nvGraphicFramePr>
            <p:cNvPr id="12341" name="对象 11317"/>
            <p:cNvGraphicFramePr>
              <a:graphicFrameLocks noChangeAspect="1"/>
            </p:cNvGraphicFramePr>
            <p:nvPr/>
          </p:nvGraphicFramePr>
          <p:xfrm>
            <a:off x="0" y="0"/>
            <a:ext cx="6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1" imgW="1085215" imgH="395605" progId="Equation.3">
                    <p:embed/>
                  </p:oleObj>
                </mc:Choice>
                <mc:Fallback>
                  <p:oleObj r:id="rId71" imgW="1085215" imgH="395605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680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42" name="对象 11318"/>
            <p:cNvGraphicFramePr>
              <a:graphicFrameLocks noChangeAspect="1"/>
            </p:cNvGraphicFramePr>
            <p:nvPr/>
          </p:nvGraphicFramePr>
          <p:xfrm>
            <a:off x="704" y="0"/>
            <a:ext cx="16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2" imgW="2616200" imgH="393700" progId="Equation.3">
                    <p:embed/>
                  </p:oleObj>
                </mc:Choice>
                <mc:Fallback>
                  <p:oleObj r:id="rId72" imgW="2616200" imgH="393700" progId="Equation.3">
                    <p:embed/>
                    <p:pic>
                      <p:nvPicPr>
                        <p:cNvPr id="0" name="图片 3241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04" y="0"/>
                          <a:ext cx="164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320" name="对象 11319"/>
          <p:cNvGraphicFramePr>
            <a:graphicFrameLocks noChangeAspect="1"/>
          </p:cNvGraphicFramePr>
          <p:nvPr/>
        </p:nvGraphicFramePr>
        <p:xfrm>
          <a:off x="8813800" y="5565775"/>
          <a:ext cx="78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3" imgW="1003300" imgH="469900" progId="Equation.3">
                  <p:embed/>
                </p:oleObj>
              </mc:Choice>
              <mc:Fallback>
                <p:oleObj r:id="rId73" imgW="1003300" imgH="469900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74">
                        <a:clrChange>
                          <a:clrFrom>
                            <a:srgbClr val="000000"/>
                          </a:clrFrom>
                          <a:clrTo>
                            <a:srgbClr val="CC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813800" y="5565775"/>
                        <a:ext cx="7874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21" name="对象 11320"/>
          <p:cNvGraphicFramePr>
            <a:graphicFrameLocks noChangeAspect="1"/>
          </p:cNvGraphicFramePr>
          <p:nvPr/>
        </p:nvGraphicFramePr>
        <p:xfrm>
          <a:off x="7251700" y="4068763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5" imgW="497840" imgH="318770" progId="Equation.3">
                  <p:embed/>
                </p:oleObj>
              </mc:Choice>
              <mc:Fallback>
                <p:oleObj r:id="rId75" imgW="497840" imgH="318770" progId="Equation.3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7251700" y="4068763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22" name="对象 11321"/>
          <p:cNvGraphicFramePr>
            <a:graphicFrameLocks noChangeAspect="1"/>
          </p:cNvGraphicFramePr>
          <p:nvPr/>
        </p:nvGraphicFramePr>
        <p:xfrm>
          <a:off x="2286000" y="4722813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7" imgW="334010" imgH="436245" progId="Equation.3">
                  <p:embed/>
                </p:oleObj>
              </mc:Choice>
              <mc:Fallback>
                <p:oleObj r:id="rId77" imgW="334010" imgH="436245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2286000" y="4722813"/>
                        <a:ext cx="330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23" name="Group 92"/>
          <p:cNvGrpSpPr/>
          <p:nvPr/>
        </p:nvGrpSpPr>
        <p:grpSpPr>
          <a:xfrm>
            <a:off x="2705100" y="4651375"/>
            <a:ext cx="952500" cy="622300"/>
            <a:chOff x="0" y="0"/>
            <a:chExt cx="600" cy="392"/>
          </a:xfrm>
        </p:grpSpPr>
        <p:graphicFrame>
          <p:nvGraphicFramePr>
            <p:cNvPr id="12347" name="对象 11323"/>
            <p:cNvGraphicFramePr>
              <a:graphicFrameLocks noChangeAspect="1"/>
            </p:cNvGraphicFramePr>
            <p:nvPr/>
          </p:nvGraphicFramePr>
          <p:xfrm>
            <a:off x="0" y="0"/>
            <a:ext cx="60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9" imgW="957580" imgH="625475" progId="Equation.3">
                    <p:embed/>
                  </p:oleObj>
                </mc:Choice>
                <mc:Fallback>
                  <p:oleObj r:id="rId79" imgW="957580" imgH="625475" progId="Equation.3">
                    <p:embed/>
                    <p:pic>
                      <p:nvPicPr>
                        <p:cNvPr id="0" name="图片 3242"/>
                        <p:cNvPicPr/>
                        <p:nvPr/>
                      </p:nvPicPr>
                      <p:blipFill>
                        <a:blip r:embed="rId80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60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8" name="Freeform 91"/>
            <p:cNvSpPr/>
            <p:nvPr/>
          </p:nvSpPr>
          <p:spPr>
            <a:xfrm>
              <a:off x="312" y="238"/>
              <a:ext cx="144" cy="26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68" y="0"/>
                </a:cxn>
                <a:cxn ang="0">
                  <a:pos x="144" y="26"/>
                </a:cxn>
              </a:cxnLst>
              <a:rect l="0" t="0" r="0" b="0"/>
              <a:pathLst>
                <a:path w="144" h="26">
                  <a:moveTo>
                    <a:pt x="0" y="26"/>
                  </a:moveTo>
                  <a:cubicBezTo>
                    <a:pt x="11" y="22"/>
                    <a:pt x="44" y="0"/>
                    <a:pt x="68" y="0"/>
                  </a:cubicBezTo>
                  <a:cubicBezTo>
                    <a:pt x="92" y="0"/>
                    <a:pt x="128" y="21"/>
                    <a:pt x="144" y="26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326" name="Group 93"/>
          <p:cNvGrpSpPr>
            <a:grpSpLocks noChangeAspect="1"/>
          </p:cNvGrpSpPr>
          <p:nvPr/>
        </p:nvGrpSpPr>
        <p:grpSpPr>
          <a:xfrm>
            <a:off x="3530600" y="4754563"/>
            <a:ext cx="3733800" cy="393700"/>
            <a:chOff x="0" y="0"/>
            <a:chExt cx="2352" cy="248"/>
          </a:xfrm>
        </p:grpSpPr>
        <p:graphicFrame>
          <p:nvGraphicFramePr>
            <p:cNvPr id="12350" name="对象 11326"/>
            <p:cNvGraphicFramePr>
              <a:graphicFrameLocks noChangeAspect="1"/>
            </p:cNvGraphicFramePr>
            <p:nvPr/>
          </p:nvGraphicFramePr>
          <p:xfrm>
            <a:off x="0" y="0"/>
            <a:ext cx="6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1" imgW="1085215" imgH="395605" progId="Equation.3">
                    <p:embed/>
                  </p:oleObj>
                </mc:Choice>
                <mc:Fallback>
                  <p:oleObj r:id="rId81" imgW="1085215" imgH="395605" progId="Equation.3">
                    <p:embed/>
                    <p:pic>
                      <p:nvPicPr>
                        <p:cNvPr id="0" name="图片 323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680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51" name="对象 11327"/>
            <p:cNvGraphicFramePr>
              <a:graphicFrameLocks noChangeAspect="1"/>
            </p:cNvGraphicFramePr>
            <p:nvPr/>
          </p:nvGraphicFramePr>
          <p:xfrm>
            <a:off x="704" y="0"/>
            <a:ext cx="16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2" imgW="2616200" imgH="393700" progId="Equation.3">
                    <p:embed/>
                  </p:oleObj>
                </mc:Choice>
                <mc:Fallback>
                  <p:oleObj r:id="rId82" imgW="2616200" imgH="393700" progId="Equation.3">
                    <p:embed/>
                    <p:pic>
                      <p:nvPicPr>
                        <p:cNvPr id="0" name="图片 3256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04" y="0"/>
                          <a:ext cx="164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329" name="对象 11328"/>
          <p:cNvGraphicFramePr>
            <a:graphicFrameLocks noChangeAspect="1"/>
          </p:cNvGraphicFramePr>
          <p:nvPr/>
        </p:nvGraphicFramePr>
        <p:xfrm>
          <a:off x="2095500" y="5254625"/>
          <a:ext cx="9398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3" imgW="410845" imgH="307975" progId="Equation.DSMT4">
                  <p:embed/>
                </p:oleObj>
              </mc:Choice>
              <mc:Fallback>
                <p:oleObj r:id="rId83" imgW="410845" imgH="307975" progId="Equation.DSMT4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84"/>
                      <a:stretch>
                        <a:fillRect/>
                      </a:stretch>
                    </p:blipFill>
                    <p:spPr>
                      <a:xfrm>
                        <a:off x="2095500" y="5254625"/>
                        <a:ext cx="939800" cy="704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0" name="对象 11329"/>
          <p:cNvGraphicFramePr>
            <a:graphicFrameLocks noChangeAspect="1"/>
          </p:cNvGraphicFramePr>
          <p:nvPr/>
        </p:nvGraphicFramePr>
        <p:xfrm>
          <a:off x="2832100" y="5337175"/>
          <a:ext cx="977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5" imgW="982980" imgH="625475" progId="Equation.3">
                  <p:embed/>
                </p:oleObj>
              </mc:Choice>
              <mc:Fallback>
                <p:oleObj r:id="rId85" imgW="982980" imgH="625475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2832100" y="5337175"/>
                        <a:ext cx="9779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1" name="对象 11330"/>
          <p:cNvGraphicFramePr>
            <a:graphicFrameLocks noChangeAspect="1"/>
          </p:cNvGraphicFramePr>
          <p:nvPr/>
        </p:nvGraphicFramePr>
        <p:xfrm>
          <a:off x="3657600" y="5337175"/>
          <a:ext cx="939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6" imgW="944880" imgH="625475" progId="Equation.3">
                  <p:embed/>
                </p:oleObj>
              </mc:Choice>
              <mc:Fallback>
                <p:oleObj r:id="rId86" imgW="944880" imgH="625475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87"/>
                      <a:stretch>
                        <a:fillRect/>
                      </a:stretch>
                    </p:blipFill>
                    <p:spPr>
                      <a:xfrm>
                        <a:off x="3657600" y="5337175"/>
                        <a:ext cx="9398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32" name="Group 103"/>
          <p:cNvGrpSpPr/>
          <p:nvPr/>
        </p:nvGrpSpPr>
        <p:grpSpPr>
          <a:xfrm>
            <a:off x="4502150" y="5337175"/>
            <a:ext cx="939800" cy="622300"/>
            <a:chOff x="0" y="0"/>
            <a:chExt cx="592" cy="392"/>
          </a:xfrm>
        </p:grpSpPr>
        <p:graphicFrame>
          <p:nvGraphicFramePr>
            <p:cNvPr id="12356" name="对象 11332"/>
            <p:cNvGraphicFramePr>
              <a:graphicFrameLocks noChangeAspect="1"/>
            </p:cNvGraphicFramePr>
            <p:nvPr/>
          </p:nvGraphicFramePr>
          <p:xfrm>
            <a:off x="0" y="0"/>
            <a:ext cx="592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8" imgW="944880" imgH="625475" progId="Equation.3">
                    <p:embed/>
                  </p:oleObj>
                </mc:Choice>
                <mc:Fallback>
                  <p:oleObj r:id="rId88" imgW="944880" imgH="625475" progId="Equation.3">
                    <p:embed/>
                    <p:pic>
                      <p:nvPicPr>
                        <p:cNvPr id="0" name="图片 3243"/>
                        <p:cNvPicPr/>
                        <p:nvPr/>
                      </p:nvPicPr>
                      <p:blipFill>
                        <a:blip r:embed="rId89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592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57" name="Freeform 101"/>
            <p:cNvSpPr/>
            <p:nvPr/>
          </p:nvSpPr>
          <p:spPr>
            <a:xfrm>
              <a:off x="284" y="238"/>
              <a:ext cx="144" cy="26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68" y="0"/>
                </a:cxn>
                <a:cxn ang="0">
                  <a:pos x="144" y="26"/>
                </a:cxn>
              </a:cxnLst>
              <a:rect l="0" t="0" r="0" b="0"/>
              <a:pathLst>
                <a:path w="144" h="26">
                  <a:moveTo>
                    <a:pt x="0" y="26"/>
                  </a:moveTo>
                  <a:cubicBezTo>
                    <a:pt x="11" y="22"/>
                    <a:pt x="44" y="0"/>
                    <a:pt x="68" y="0"/>
                  </a:cubicBezTo>
                  <a:cubicBezTo>
                    <a:pt x="92" y="0"/>
                    <a:pt x="128" y="21"/>
                    <a:pt x="144" y="26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1335" name="对象 11334"/>
          <p:cNvGraphicFramePr>
            <a:graphicFrameLocks noChangeAspect="1"/>
          </p:cNvGraphicFramePr>
          <p:nvPr/>
        </p:nvGraphicFramePr>
        <p:xfrm>
          <a:off x="5334000" y="5438775"/>
          <a:ext cx="191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0" imgW="1917700" imgH="431800" progId="Equation.3">
                  <p:embed/>
                </p:oleObj>
              </mc:Choice>
              <mc:Fallback>
                <p:oleObj r:id="rId90" imgW="1917700" imgH="431800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91"/>
                      <a:stretch>
                        <a:fillRect/>
                      </a:stretch>
                    </p:blipFill>
                    <p:spPr>
                      <a:xfrm>
                        <a:off x="5334000" y="5438775"/>
                        <a:ext cx="1917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6" name="对象 11335"/>
          <p:cNvGraphicFramePr>
            <a:graphicFrameLocks noChangeAspect="1"/>
          </p:cNvGraphicFramePr>
          <p:nvPr/>
        </p:nvGraphicFramePr>
        <p:xfrm>
          <a:off x="7315200" y="5400675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2" imgW="817245" imgH="395605" progId="Equation.3">
                  <p:embed/>
                </p:oleObj>
              </mc:Choice>
              <mc:Fallback>
                <p:oleObj r:id="rId92" imgW="817245" imgH="395605" progId="Equation.3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93"/>
                      <a:stretch>
                        <a:fillRect/>
                      </a:stretch>
                    </p:blipFill>
                    <p:spPr>
                      <a:xfrm>
                        <a:off x="7315200" y="5400675"/>
                        <a:ext cx="8128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7" name="对象 11336"/>
          <p:cNvGraphicFramePr>
            <a:graphicFrameLocks noChangeAspect="1"/>
          </p:cNvGraphicFramePr>
          <p:nvPr/>
        </p:nvGraphicFramePr>
        <p:xfrm>
          <a:off x="1828800" y="6251575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4" imgW="334010" imgH="436245" progId="Equation.3">
                  <p:embed/>
                </p:oleObj>
              </mc:Choice>
              <mc:Fallback>
                <p:oleObj r:id="rId94" imgW="334010" imgH="436245" progId="Equation.3">
                  <p:embed/>
                  <p:pic>
                    <p:nvPicPr>
                      <p:cNvPr id="0" name="图片 3291"/>
                      <p:cNvPicPr/>
                      <p:nvPr/>
                    </p:nvPicPr>
                    <p:blipFill>
                      <a:blip r:embed="rId95"/>
                      <a:stretch>
                        <a:fillRect/>
                      </a:stretch>
                    </p:blipFill>
                    <p:spPr>
                      <a:xfrm>
                        <a:off x="1828800" y="6251575"/>
                        <a:ext cx="330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8" name="对象 11337"/>
          <p:cNvGraphicFramePr>
            <a:graphicFrameLocks noChangeAspect="1"/>
          </p:cNvGraphicFramePr>
          <p:nvPr/>
        </p:nvGraphicFramePr>
        <p:xfrm>
          <a:off x="2286000" y="6238875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6" imgW="817245" imgH="395605" progId="Equation.3">
                  <p:embed/>
                </p:oleObj>
              </mc:Choice>
              <mc:Fallback>
                <p:oleObj r:id="rId96" imgW="817245" imgH="395605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93"/>
                      <a:stretch>
                        <a:fillRect/>
                      </a:stretch>
                    </p:blipFill>
                    <p:spPr>
                      <a:xfrm>
                        <a:off x="2286000" y="6238875"/>
                        <a:ext cx="8128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39" name="Group 114"/>
          <p:cNvGrpSpPr>
            <a:grpSpLocks noChangeAspect="1"/>
          </p:cNvGrpSpPr>
          <p:nvPr/>
        </p:nvGrpSpPr>
        <p:grpSpPr>
          <a:xfrm>
            <a:off x="3683000" y="6162675"/>
            <a:ext cx="4089400" cy="622300"/>
            <a:chOff x="0" y="0"/>
            <a:chExt cx="2576" cy="392"/>
          </a:xfrm>
        </p:grpSpPr>
        <p:graphicFrame>
          <p:nvGraphicFramePr>
            <p:cNvPr id="12363" name="对象 11339"/>
            <p:cNvGraphicFramePr>
              <a:graphicFrameLocks noChangeAspect="1"/>
            </p:cNvGraphicFramePr>
            <p:nvPr/>
          </p:nvGraphicFramePr>
          <p:xfrm>
            <a:off x="0" y="0"/>
            <a:ext cx="32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7" imgW="510540" imgH="625475" progId="Equation.3">
                    <p:embed/>
                  </p:oleObj>
                </mc:Choice>
                <mc:Fallback>
                  <p:oleObj r:id="rId97" imgW="510540" imgH="625475" progId="Equation.3">
                    <p:embed/>
                    <p:pic>
                      <p:nvPicPr>
                        <p:cNvPr id="0" name="图片 329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32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64" name="对象 11340"/>
            <p:cNvGraphicFramePr>
              <a:graphicFrameLocks noChangeAspect="1"/>
            </p:cNvGraphicFramePr>
            <p:nvPr/>
          </p:nvGraphicFramePr>
          <p:xfrm>
            <a:off x="224" y="66"/>
            <a:ext cx="6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8" imgW="1085215" imgH="395605" progId="Equation.3">
                    <p:embed/>
                  </p:oleObj>
                </mc:Choice>
                <mc:Fallback>
                  <p:oleObj r:id="rId98" imgW="1085215" imgH="395605" progId="Equation.3">
                    <p:embed/>
                    <p:pic>
                      <p:nvPicPr>
                        <p:cNvPr id="0" name="图片 327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4" y="66"/>
                          <a:ext cx="680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65" name="对象 11341"/>
            <p:cNvGraphicFramePr>
              <a:graphicFrameLocks noChangeAspect="1"/>
            </p:cNvGraphicFramePr>
            <p:nvPr/>
          </p:nvGraphicFramePr>
          <p:xfrm>
            <a:off x="928" y="66"/>
            <a:ext cx="16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9" imgW="2616200" imgH="393700" progId="Equation.3">
                    <p:embed/>
                  </p:oleObj>
                </mc:Choice>
                <mc:Fallback>
                  <p:oleObj r:id="rId99" imgW="2616200" imgH="393700" progId="Equation.3">
                    <p:embed/>
                    <p:pic>
                      <p:nvPicPr>
                        <p:cNvPr id="0" name="图片 327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28" y="66"/>
                          <a:ext cx="164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343" name="对象 11342"/>
          <p:cNvGraphicFramePr>
            <a:graphicFrameLocks noChangeAspect="1"/>
          </p:cNvGraphicFramePr>
          <p:nvPr/>
        </p:nvGraphicFramePr>
        <p:xfrm>
          <a:off x="7848600" y="6251575"/>
          <a:ext cx="83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0" imgW="842645" imgH="434340" progId="Equation.3">
                  <p:embed/>
                </p:oleObj>
              </mc:Choice>
              <mc:Fallback>
                <p:oleObj r:id="rId100" imgW="842645" imgH="434340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101"/>
                      <a:stretch>
                        <a:fillRect/>
                      </a:stretch>
                    </p:blipFill>
                    <p:spPr>
                      <a:xfrm>
                        <a:off x="7848600" y="6251575"/>
                        <a:ext cx="838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4" name="对象 11343"/>
          <p:cNvGraphicFramePr>
            <a:graphicFrameLocks noChangeAspect="1"/>
          </p:cNvGraphicFramePr>
          <p:nvPr/>
        </p:nvGraphicFramePr>
        <p:xfrm>
          <a:off x="8648700" y="6175375"/>
          <a:ext cx="1041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2" imgW="1047115" imgH="395605" progId="Equation.3">
                  <p:embed/>
                </p:oleObj>
              </mc:Choice>
              <mc:Fallback>
                <p:oleObj r:id="rId102" imgW="1047115" imgH="395605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103"/>
                      <a:stretch>
                        <a:fillRect/>
                      </a:stretch>
                    </p:blipFill>
                    <p:spPr>
                      <a:xfrm>
                        <a:off x="8648700" y="6175375"/>
                        <a:ext cx="10414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1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1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1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1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1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1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1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1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1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1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1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1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1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3" name="对象 12289"/>
          <p:cNvGraphicFramePr>
            <a:graphicFrameLocks noChangeAspect="1"/>
          </p:cNvGraphicFramePr>
          <p:nvPr/>
        </p:nvGraphicFramePr>
        <p:xfrm>
          <a:off x="2057400" y="596900"/>
          <a:ext cx="6540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845" imgH="206375" progId="Equation.DSMT4">
                  <p:embed/>
                </p:oleObj>
              </mc:Choice>
              <mc:Fallback>
                <p:oleObj r:id="rId2" imgW="283845" imgH="206375" progId="Equation.DSMT4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57400" y="596900"/>
                        <a:ext cx="654050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对象 12290"/>
          <p:cNvGraphicFramePr>
            <a:graphicFrameLocks noChangeAspect="1"/>
          </p:cNvGraphicFramePr>
          <p:nvPr/>
        </p:nvGraphicFramePr>
        <p:xfrm>
          <a:off x="3430588" y="923925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72745" imgH="385445" progId="Equation.3">
                  <p:embed/>
                </p:oleObj>
              </mc:Choice>
              <mc:Fallback>
                <p:oleObj r:id="rId4" imgW="372745" imgH="385445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30588" y="923925"/>
                        <a:ext cx="368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对象 12291"/>
          <p:cNvGraphicFramePr>
            <a:graphicFrameLocks noChangeAspect="1"/>
          </p:cNvGraphicFramePr>
          <p:nvPr/>
        </p:nvGraphicFramePr>
        <p:xfrm>
          <a:off x="3798888" y="835025"/>
          <a:ext cx="508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10540" imgH="625475" progId="Equation.3">
                  <p:embed/>
                </p:oleObj>
              </mc:Choice>
              <mc:Fallback>
                <p:oleObj r:id="rId6" imgW="510540" imgH="625475" progId="Equation.3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98888" y="835025"/>
                        <a:ext cx="5080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Line 18"/>
          <p:cNvSpPr/>
          <p:nvPr/>
        </p:nvSpPr>
        <p:spPr>
          <a:xfrm>
            <a:off x="4116388" y="1143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2294" name="对象 12293"/>
          <p:cNvGraphicFramePr>
            <a:graphicFrameLocks noChangeAspect="1"/>
          </p:cNvGraphicFramePr>
          <p:nvPr/>
        </p:nvGraphicFramePr>
        <p:xfrm>
          <a:off x="4306888" y="1130300"/>
          <a:ext cx="109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97915" imgH="472440" progId="Equation.3">
                  <p:embed/>
                </p:oleObj>
              </mc:Choice>
              <mc:Fallback>
                <p:oleObj r:id="rId8" imgW="1097915" imgH="472440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06888" y="1130300"/>
                        <a:ext cx="1092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对象 12294"/>
          <p:cNvGraphicFramePr>
            <a:graphicFrameLocks noChangeAspect="1"/>
          </p:cNvGraphicFramePr>
          <p:nvPr/>
        </p:nvGraphicFramePr>
        <p:xfrm>
          <a:off x="4141788" y="727075"/>
          <a:ext cx="58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87375" imgH="395605" progId="Equation.3">
                  <p:embed/>
                </p:oleObj>
              </mc:Choice>
              <mc:Fallback>
                <p:oleObj r:id="rId10" imgW="587375" imgH="395605" progId="Equation.3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41788" y="727075"/>
                        <a:ext cx="5842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对象 12295"/>
          <p:cNvGraphicFramePr>
            <a:graphicFrameLocks noChangeAspect="1"/>
          </p:cNvGraphicFramePr>
          <p:nvPr/>
        </p:nvGraphicFramePr>
        <p:xfrm>
          <a:off x="4764088" y="727075"/>
          <a:ext cx="87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880745" imgH="395605" progId="Equation.3">
                  <p:embed/>
                </p:oleObj>
              </mc:Choice>
              <mc:Fallback>
                <p:oleObj r:id="rId12" imgW="880745" imgH="395605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64088" y="727075"/>
                        <a:ext cx="876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对象 12296"/>
          <p:cNvGraphicFramePr>
            <a:graphicFrameLocks noChangeAspect="1"/>
          </p:cNvGraphicFramePr>
          <p:nvPr/>
        </p:nvGraphicFramePr>
        <p:xfrm>
          <a:off x="6427788" y="923925"/>
          <a:ext cx="96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970915" imgH="382905" progId="Equation.3">
                  <p:embed/>
                </p:oleObj>
              </mc:Choice>
              <mc:Fallback>
                <p:oleObj r:id="rId14" imgW="970915" imgH="382905" progId="Equation.3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427788" y="923925"/>
                        <a:ext cx="965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对象 12297"/>
          <p:cNvGraphicFramePr>
            <a:graphicFrameLocks noChangeAspect="1"/>
          </p:cNvGraphicFramePr>
          <p:nvPr/>
        </p:nvGraphicFramePr>
        <p:xfrm>
          <a:off x="7392988" y="911225"/>
          <a:ext cx="110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111250" imgH="396240" progId="Equation.3">
                  <p:embed/>
                </p:oleObj>
              </mc:Choice>
              <mc:Fallback>
                <p:oleObj r:id="rId16" imgW="1111250" imgH="396240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392988" y="911225"/>
                        <a:ext cx="1104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对象 12298"/>
          <p:cNvGraphicFramePr>
            <a:graphicFrameLocks noChangeAspect="1"/>
          </p:cNvGraphicFramePr>
          <p:nvPr/>
        </p:nvGraphicFramePr>
        <p:xfrm>
          <a:off x="8459788" y="923925"/>
          <a:ext cx="109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97915" imgH="382905" progId="Equation.3">
                  <p:embed/>
                </p:oleObj>
              </mc:Choice>
              <mc:Fallback>
                <p:oleObj r:id="rId18" imgW="1097915" imgH="382905" progId="Equation.3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459788" y="923925"/>
                        <a:ext cx="1092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对象 12299"/>
          <p:cNvGraphicFramePr>
            <a:graphicFrameLocks noChangeAspect="1"/>
          </p:cNvGraphicFramePr>
          <p:nvPr/>
        </p:nvGraphicFramePr>
        <p:xfrm>
          <a:off x="1905000" y="1828800"/>
          <a:ext cx="1447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454150" imgH="382905" progId="Equation.3">
                  <p:embed/>
                </p:oleObj>
              </mc:Choice>
              <mc:Fallback>
                <p:oleObj r:id="rId20" imgW="1454150" imgH="382905" progId="Equation.3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05000" y="1828800"/>
                        <a:ext cx="14478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对象 12300"/>
          <p:cNvGraphicFramePr>
            <a:graphicFrameLocks noChangeAspect="1"/>
          </p:cNvGraphicFramePr>
          <p:nvPr/>
        </p:nvGraphicFramePr>
        <p:xfrm>
          <a:off x="3352800" y="1828800"/>
          <a:ext cx="180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803400" imgH="381000" progId="Equation.3">
                  <p:embed/>
                </p:oleObj>
              </mc:Choice>
              <mc:Fallback>
                <p:oleObj r:id="rId22" imgW="1803400" imgH="38100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352800" y="1828800"/>
                        <a:ext cx="1803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对象 12301"/>
          <p:cNvGraphicFramePr>
            <a:graphicFrameLocks noChangeAspect="1"/>
          </p:cNvGraphicFramePr>
          <p:nvPr/>
        </p:nvGraphicFramePr>
        <p:xfrm>
          <a:off x="5157788" y="1816100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548765" imgH="406400" progId="Equation.3">
                  <p:embed/>
                </p:oleObj>
              </mc:Choice>
              <mc:Fallback>
                <p:oleObj r:id="rId24" imgW="1548765" imgH="4064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157788" y="1816100"/>
                        <a:ext cx="1549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对象 12302"/>
          <p:cNvGraphicFramePr>
            <a:graphicFrameLocks noChangeAspect="1"/>
          </p:cNvGraphicFramePr>
          <p:nvPr/>
        </p:nvGraphicFramePr>
        <p:xfrm>
          <a:off x="6707188" y="1816100"/>
          <a:ext cx="146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1459865" imgH="381000" progId="Equation.3">
                  <p:embed/>
                </p:oleObj>
              </mc:Choice>
              <mc:Fallback>
                <p:oleObj r:id="rId26" imgW="1459865" imgH="381000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707188" y="1816100"/>
                        <a:ext cx="1460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4" name="对象 12303"/>
          <p:cNvGraphicFramePr>
            <a:graphicFrameLocks noChangeAspect="1"/>
          </p:cNvGraphicFramePr>
          <p:nvPr/>
        </p:nvGraphicFramePr>
        <p:xfrm>
          <a:off x="8167688" y="1816100"/>
          <a:ext cx="71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715010" imgH="382905" progId="Equation.3">
                  <p:embed/>
                </p:oleObj>
              </mc:Choice>
              <mc:Fallback>
                <p:oleObj r:id="rId28" imgW="715010" imgH="382905" progId="Equation.3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167688" y="1816100"/>
                        <a:ext cx="711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5" name="对象 12304"/>
          <p:cNvGraphicFramePr>
            <a:graphicFrameLocks noChangeAspect="1"/>
          </p:cNvGraphicFramePr>
          <p:nvPr/>
        </p:nvGraphicFramePr>
        <p:xfrm>
          <a:off x="2516188" y="2667000"/>
          <a:ext cx="393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398145" imgH="385445" progId="Equation.3">
                  <p:embed/>
                </p:oleObj>
              </mc:Choice>
              <mc:Fallback>
                <p:oleObj r:id="rId30" imgW="398145" imgH="385445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516188" y="2667000"/>
                        <a:ext cx="3937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6" name="对象 12305"/>
          <p:cNvGraphicFramePr>
            <a:graphicFrameLocks noChangeAspect="1"/>
          </p:cNvGraphicFramePr>
          <p:nvPr/>
        </p:nvGraphicFramePr>
        <p:xfrm>
          <a:off x="3352800" y="2667000"/>
          <a:ext cx="596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600075" imgH="382905" progId="Equation.3">
                  <p:embed/>
                </p:oleObj>
              </mc:Choice>
              <mc:Fallback>
                <p:oleObj r:id="rId32" imgW="600075" imgH="382905" progId="Equation.3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352800" y="2667000"/>
                        <a:ext cx="596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对象 12306"/>
          <p:cNvGraphicFramePr>
            <a:graphicFrameLocks noChangeAspect="1"/>
          </p:cNvGraphicFramePr>
          <p:nvPr/>
        </p:nvGraphicFramePr>
        <p:xfrm>
          <a:off x="3989388" y="2667000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1473200" imgH="381000" progId="Equation.3">
                  <p:embed/>
                </p:oleObj>
              </mc:Choice>
              <mc:Fallback>
                <p:oleObj r:id="rId34" imgW="1473200" imgH="381000" progId="Equation.3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989388" y="2667000"/>
                        <a:ext cx="1473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8" name="对象 12307"/>
          <p:cNvGraphicFramePr>
            <a:graphicFrameLocks noChangeAspect="1"/>
          </p:cNvGraphicFramePr>
          <p:nvPr/>
        </p:nvGraphicFramePr>
        <p:xfrm>
          <a:off x="5462588" y="2667000"/>
          <a:ext cx="647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6" imgW="651510" imgH="382905" progId="Equation.3">
                  <p:embed/>
                </p:oleObj>
              </mc:Choice>
              <mc:Fallback>
                <p:oleObj r:id="rId36" imgW="651510" imgH="382905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462588" y="2667000"/>
                        <a:ext cx="6477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9" name="对象 12308"/>
          <p:cNvGraphicFramePr>
            <a:graphicFrameLocks noChangeAspect="1"/>
          </p:cNvGraphicFramePr>
          <p:nvPr/>
        </p:nvGraphicFramePr>
        <p:xfrm>
          <a:off x="1906588" y="3575050"/>
          <a:ext cx="584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8" imgW="587375" imgH="293370" progId="Equation.3">
                  <p:embed/>
                </p:oleObj>
              </mc:Choice>
              <mc:Fallback>
                <p:oleObj r:id="rId38" imgW="587375" imgH="293370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906588" y="3575050"/>
                        <a:ext cx="5842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对象 12309"/>
          <p:cNvGraphicFramePr>
            <a:graphicFrameLocks noChangeAspect="1"/>
          </p:cNvGraphicFramePr>
          <p:nvPr/>
        </p:nvGraphicFramePr>
        <p:xfrm>
          <a:off x="2541588" y="3276600"/>
          <a:ext cx="1270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0" imgW="1276985" imgH="919480" progId="Equation.3">
                  <p:embed/>
                </p:oleObj>
              </mc:Choice>
              <mc:Fallback>
                <p:oleObj r:id="rId40" imgW="1276985" imgH="919480" progId="Equation.3">
                  <p:embed/>
                  <p:pic>
                    <p:nvPicPr>
                      <p:cNvPr id="0" name="图片 3308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541588" y="3276600"/>
                        <a:ext cx="12700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1" name="对象 12310"/>
          <p:cNvGraphicFramePr>
            <a:graphicFrameLocks noChangeAspect="1"/>
          </p:cNvGraphicFramePr>
          <p:nvPr/>
        </p:nvGraphicFramePr>
        <p:xfrm>
          <a:off x="3963988" y="3505200"/>
          <a:ext cx="584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2" imgW="587375" imgH="382905" progId="Equation.3">
                  <p:embed/>
                </p:oleObj>
              </mc:Choice>
              <mc:Fallback>
                <p:oleObj r:id="rId42" imgW="587375" imgH="382905" progId="Equation.3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3963988" y="3505200"/>
                        <a:ext cx="584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2" name="对象 12311"/>
          <p:cNvGraphicFramePr>
            <a:graphicFrameLocks noChangeAspect="1"/>
          </p:cNvGraphicFramePr>
          <p:nvPr/>
        </p:nvGraphicFramePr>
        <p:xfrm>
          <a:off x="4637088" y="3276600"/>
          <a:ext cx="1155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4" imgW="1162050" imgH="919480" progId="Equation.3">
                  <p:embed/>
                </p:oleObj>
              </mc:Choice>
              <mc:Fallback>
                <p:oleObj r:id="rId44" imgW="1162050" imgH="919480" progId="Equation.3">
                  <p:embed/>
                  <p:pic>
                    <p:nvPicPr>
                      <p:cNvPr id="0" name="图片 3309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637088" y="3276600"/>
                        <a:ext cx="11557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3" name="对象 12312"/>
          <p:cNvGraphicFramePr>
            <a:graphicFrameLocks noChangeAspect="1"/>
          </p:cNvGraphicFramePr>
          <p:nvPr/>
        </p:nvGraphicFramePr>
        <p:xfrm>
          <a:off x="6326188" y="3289300"/>
          <a:ext cx="50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6" imgW="511175" imgH="842645" progId="Equation.3">
                  <p:embed/>
                </p:oleObj>
              </mc:Choice>
              <mc:Fallback>
                <p:oleObj r:id="rId46" imgW="511175" imgH="842645" progId="Equation.3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6326188" y="3289300"/>
                        <a:ext cx="5080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14" name="Group 48"/>
          <p:cNvGrpSpPr/>
          <p:nvPr/>
        </p:nvGrpSpPr>
        <p:grpSpPr>
          <a:xfrm>
            <a:off x="6921500" y="3670300"/>
            <a:ext cx="2681288" cy="152400"/>
            <a:chOff x="0" y="0"/>
            <a:chExt cx="1689" cy="96"/>
          </a:xfrm>
        </p:grpSpPr>
        <p:graphicFrame>
          <p:nvGraphicFramePr>
            <p:cNvPr id="13338" name="对象 12314"/>
            <p:cNvGraphicFramePr>
              <a:graphicFrameLocks noChangeAspect="1"/>
            </p:cNvGraphicFramePr>
            <p:nvPr/>
          </p:nvGraphicFramePr>
          <p:xfrm>
            <a:off x="0" y="0"/>
            <a:ext cx="152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8" imgW="245110" imgH="154940" progId="Equation.3">
                    <p:embed/>
                  </p:oleObj>
                </mc:Choice>
                <mc:Fallback>
                  <p:oleObj r:id="rId48" imgW="245110" imgH="154940" progId="Equation.3">
                    <p:embed/>
                    <p:pic>
                      <p:nvPicPr>
                        <p:cNvPr id="0" name="图片 3315"/>
                        <p:cNvPicPr/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52" cy="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9" name="Line 42"/>
            <p:cNvSpPr/>
            <p:nvPr/>
          </p:nvSpPr>
          <p:spPr>
            <a:xfrm>
              <a:off x="201" y="48"/>
              <a:ext cx="14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12317" name="对象 12316"/>
          <p:cNvGraphicFramePr>
            <a:graphicFrameLocks noChangeAspect="1"/>
          </p:cNvGraphicFramePr>
          <p:nvPr/>
        </p:nvGraphicFramePr>
        <p:xfrm>
          <a:off x="7646988" y="3746500"/>
          <a:ext cx="1498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0" imgW="1498600" imgH="469900" progId="Equation.3">
                  <p:embed/>
                </p:oleObj>
              </mc:Choice>
              <mc:Fallback>
                <p:oleObj r:id="rId50" imgW="1498600" imgH="469900" progId="Equation.3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646988" y="3746500"/>
                        <a:ext cx="14986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8" name="对象 12317"/>
          <p:cNvGraphicFramePr>
            <a:graphicFrameLocks noChangeAspect="1"/>
          </p:cNvGraphicFramePr>
          <p:nvPr/>
        </p:nvGraphicFramePr>
        <p:xfrm>
          <a:off x="7253288" y="3276600"/>
          <a:ext cx="109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2" imgW="1097915" imgH="472440" progId="Equation.3">
                  <p:embed/>
                </p:oleObj>
              </mc:Choice>
              <mc:Fallback>
                <p:oleObj r:id="rId52" imgW="1097915" imgH="472440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253288" y="3276600"/>
                        <a:ext cx="1092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9" name="对象 12318"/>
          <p:cNvGraphicFramePr>
            <a:graphicFrameLocks noChangeAspect="1"/>
          </p:cNvGraphicFramePr>
          <p:nvPr/>
        </p:nvGraphicFramePr>
        <p:xfrm>
          <a:off x="8432800" y="3429000"/>
          <a:ext cx="533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3" imgW="535940" imgH="242570" progId="Equation.3">
                  <p:embed/>
                </p:oleObj>
              </mc:Choice>
              <mc:Fallback>
                <p:oleObj r:id="rId53" imgW="535940" imgH="242570" progId="Equation.3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8432800" y="3429000"/>
                        <a:ext cx="5334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0" name="对象 12319"/>
          <p:cNvGraphicFramePr>
            <a:graphicFrameLocks noChangeAspect="1"/>
          </p:cNvGraphicFramePr>
          <p:nvPr/>
        </p:nvGraphicFramePr>
        <p:xfrm>
          <a:off x="8993188" y="3352800"/>
          <a:ext cx="571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5" imgW="574675" imgH="319405" progId="Equation.3">
                  <p:embed/>
                </p:oleObj>
              </mc:Choice>
              <mc:Fallback>
                <p:oleObj r:id="rId55" imgW="574675" imgH="319405" progId="Equation.3">
                  <p:embed/>
                  <p:pic>
                    <p:nvPicPr>
                      <p:cNvPr id="0" name="图片 3312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8993188" y="3352800"/>
                        <a:ext cx="5715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1" name="对象 12320"/>
          <p:cNvGraphicFramePr>
            <a:graphicFrameLocks noChangeAspect="1"/>
          </p:cNvGraphicFramePr>
          <p:nvPr/>
        </p:nvGraphicFramePr>
        <p:xfrm>
          <a:off x="9677400" y="3289300"/>
          <a:ext cx="762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7" imgW="765810" imgH="906145" progId="Equation.3">
                  <p:embed/>
                </p:oleObj>
              </mc:Choice>
              <mc:Fallback>
                <p:oleObj r:id="rId57" imgW="765810" imgH="906145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9677400" y="3289300"/>
                        <a:ext cx="7620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22" name="Group 80"/>
          <p:cNvGrpSpPr/>
          <p:nvPr/>
        </p:nvGrpSpPr>
        <p:grpSpPr>
          <a:xfrm>
            <a:off x="2057400" y="5451475"/>
            <a:ext cx="1841500" cy="873125"/>
            <a:chOff x="0" y="0"/>
            <a:chExt cx="1160" cy="550"/>
          </a:xfrm>
        </p:grpSpPr>
        <p:graphicFrame>
          <p:nvGraphicFramePr>
            <p:cNvPr id="13346" name="对象 12322"/>
            <p:cNvGraphicFramePr>
              <a:graphicFrameLocks noChangeAspect="1"/>
            </p:cNvGraphicFramePr>
            <p:nvPr/>
          </p:nvGraphicFramePr>
          <p:xfrm>
            <a:off x="0" y="68"/>
            <a:ext cx="32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9" imgW="510540" imgH="625475" progId="Equation.3">
                    <p:embed/>
                  </p:oleObj>
                </mc:Choice>
                <mc:Fallback>
                  <p:oleObj r:id="rId59" imgW="510540" imgH="625475" progId="Equation.3">
                    <p:embed/>
                    <p:pic>
                      <p:nvPicPr>
                        <p:cNvPr id="0" name="图片 330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0" y="68"/>
                          <a:ext cx="32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7" name="Line 76"/>
            <p:cNvSpPr/>
            <p:nvPr/>
          </p:nvSpPr>
          <p:spPr>
            <a:xfrm>
              <a:off x="200" y="262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3348" name="对象 12324"/>
            <p:cNvGraphicFramePr>
              <a:graphicFrameLocks noChangeAspect="1"/>
            </p:cNvGraphicFramePr>
            <p:nvPr/>
          </p:nvGraphicFramePr>
          <p:xfrm>
            <a:off x="320" y="254"/>
            <a:ext cx="68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0" imgW="1097915" imgH="472440" progId="Equation.3">
                    <p:embed/>
                  </p:oleObj>
                </mc:Choice>
                <mc:Fallback>
                  <p:oleObj r:id="rId60" imgW="1097915" imgH="472440" progId="Equation.3">
                    <p:embed/>
                    <p:pic>
                      <p:nvPicPr>
                        <p:cNvPr id="0" name="图片 3303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20" y="254"/>
                          <a:ext cx="68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9" name="对象 12325"/>
            <p:cNvGraphicFramePr>
              <a:graphicFrameLocks noChangeAspect="1"/>
            </p:cNvGraphicFramePr>
            <p:nvPr/>
          </p:nvGraphicFramePr>
          <p:xfrm>
            <a:off x="216" y="0"/>
            <a:ext cx="3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1" imgW="587375" imgH="395605" progId="Equation.3">
                    <p:embed/>
                  </p:oleObj>
                </mc:Choice>
                <mc:Fallback>
                  <p:oleObj r:id="rId61" imgW="587375" imgH="395605" progId="Equation.3">
                    <p:embed/>
                    <p:pic>
                      <p:nvPicPr>
                        <p:cNvPr id="0" name="图片 330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16" y="0"/>
                          <a:ext cx="36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0" name="对象 12326"/>
            <p:cNvGraphicFramePr>
              <a:graphicFrameLocks noChangeAspect="1"/>
            </p:cNvGraphicFramePr>
            <p:nvPr/>
          </p:nvGraphicFramePr>
          <p:xfrm>
            <a:off x="608" y="0"/>
            <a:ext cx="5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2" imgW="880745" imgH="395605" progId="Equation.3">
                    <p:embed/>
                  </p:oleObj>
                </mc:Choice>
                <mc:Fallback>
                  <p:oleObj r:id="rId62" imgW="880745" imgH="395605" progId="Equation.3">
                    <p:embed/>
                    <p:pic>
                      <p:nvPicPr>
                        <p:cNvPr id="0" name="图片 3310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08" y="0"/>
                          <a:ext cx="55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328" name="对象 12327"/>
          <p:cNvGraphicFramePr>
            <a:graphicFrameLocks noChangeAspect="1"/>
          </p:cNvGraphicFramePr>
          <p:nvPr/>
        </p:nvGraphicFramePr>
        <p:xfrm>
          <a:off x="4027488" y="570865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3" imgW="497840" imgH="318770" progId="Equation.3">
                  <p:embed/>
                </p:oleObj>
              </mc:Choice>
              <mc:Fallback>
                <p:oleObj r:id="rId63" imgW="497840" imgH="318770" progId="Equation.3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4027488" y="5708650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29" name="Group 82"/>
          <p:cNvGrpSpPr/>
          <p:nvPr/>
        </p:nvGrpSpPr>
        <p:grpSpPr>
          <a:xfrm>
            <a:off x="7620000" y="4724400"/>
            <a:ext cx="2438400" cy="1676400"/>
            <a:chOff x="0" y="0"/>
            <a:chExt cx="1536" cy="1056"/>
          </a:xfrm>
        </p:grpSpPr>
        <p:sp>
          <p:nvSpPr>
            <p:cNvPr id="13353" name="Oval 83"/>
            <p:cNvSpPr/>
            <p:nvPr/>
          </p:nvSpPr>
          <p:spPr>
            <a:xfrm rot="1497978">
              <a:off x="336" y="53"/>
              <a:ext cx="958" cy="638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>
                <a:latin typeface="Times New Roman" panose="02020603050405020304" pitchFamily="2" charset="0"/>
                <a:ea typeface="幼圆" panose="02010509060101010101" pitchFamily="1" charset="-122"/>
              </a:endParaRPr>
            </a:p>
          </p:txBody>
        </p:sp>
        <p:sp>
          <p:nvSpPr>
            <p:cNvPr id="13354" name="Line 84"/>
            <p:cNvSpPr/>
            <p:nvPr/>
          </p:nvSpPr>
          <p:spPr>
            <a:xfrm rot="-4772553" flipV="1">
              <a:off x="1039" y="86"/>
              <a:ext cx="82" cy="14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355" name="Line 85"/>
            <p:cNvSpPr/>
            <p:nvPr/>
          </p:nvSpPr>
          <p:spPr>
            <a:xfrm>
              <a:off x="80" y="768"/>
              <a:ext cx="14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356" name="Line 86"/>
            <p:cNvSpPr/>
            <p:nvPr/>
          </p:nvSpPr>
          <p:spPr>
            <a:xfrm flipV="1">
              <a:off x="224" y="0"/>
              <a:ext cx="0" cy="10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13357" name="对象 12333"/>
            <p:cNvGraphicFramePr>
              <a:graphicFrameLocks noChangeAspect="1"/>
            </p:cNvGraphicFramePr>
            <p:nvPr/>
          </p:nvGraphicFramePr>
          <p:xfrm>
            <a:off x="48" y="816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5" imgW="204470" imgH="319405" progId="Equation.3">
                    <p:embed/>
                  </p:oleObj>
                </mc:Choice>
                <mc:Fallback>
                  <p:oleObj r:id="rId65" imgW="204470" imgH="319405" progId="Equation.3">
                    <p:embed/>
                    <p:pic>
                      <p:nvPicPr>
                        <p:cNvPr id="0" name="图片 3305"/>
                        <p:cNvPicPr/>
                        <p:nvPr/>
                      </p:nvPicPr>
                      <p:blipFill>
                        <a:blip r:embed="rId66"/>
                        <a:stretch>
                          <a:fillRect/>
                        </a:stretch>
                      </p:blipFill>
                      <p:spPr>
                        <a:xfrm>
                          <a:off x="48" y="816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8" name="对象 12334"/>
            <p:cNvGraphicFramePr>
              <a:graphicFrameLocks noChangeAspect="1"/>
            </p:cNvGraphicFramePr>
            <p:nvPr/>
          </p:nvGraphicFramePr>
          <p:xfrm>
            <a:off x="1296" y="86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7" imgW="257175" imgH="244475" progId="Equation.3">
                    <p:embed/>
                  </p:oleObj>
                </mc:Choice>
                <mc:Fallback>
                  <p:oleObj r:id="rId67" imgW="257175" imgH="244475" progId="Equation.3">
                    <p:embed/>
                    <p:pic>
                      <p:nvPicPr>
                        <p:cNvPr id="0" name="图片 3306"/>
                        <p:cNvPicPr/>
                        <p:nvPr/>
                      </p:nvPicPr>
                      <p:blipFill>
                        <a:blip r:embed="rId68"/>
                        <a:stretch>
                          <a:fillRect/>
                        </a:stretch>
                      </p:blipFill>
                      <p:spPr>
                        <a:xfrm>
                          <a:off x="1296" y="86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9" name="对象 12335"/>
            <p:cNvGraphicFramePr>
              <a:graphicFrameLocks noChangeAspect="1"/>
            </p:cNvGraphicFramePr>
            <p:nvPr/>
          </p:nvGraphicFramePr>
          <p:xfrm>
            <a:off x="0" y="48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9" imgW="256540" imgH="320675" progId="Equation.3">
                    <p:embed/>
                  </p:oleObj>
                </mc:Choice>
                <mc:Fallback>
                  <p:oleObj r:id="rId69" imgW="256540" imgH="320675" progId="Equation.3">
                    <p:embed/>
                    <p:pic>
                      <p:nvPicPr>
                        <p:cNvPr id="0" name="图片 3296"/>
                        <p:cNvPicPr/>
                        <p:nvPr/>
                      </p:nvPicPr>
                      <p:blipFill>
                        <a:blip r:embed="rId70"/>
                        <a:stretch>
                          <a:fillRect/>
                        </a:stretch>
                      </p:blipFill>
                      <p:spPr>
                        <a:xfrm>
                          <a:off x="0" y="48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0" name="对象 12336"/>
            <p:cNvGraphicFramePr>
              <a:graphicFrameLocks noChangeAspect="1"/>
            </p:cNvGraphicFramePr>
            <p:nvPr/>
          </p:nvGraphicFramePr>
          <p:xfrm>
            <a:off x="1165" y="48"/>
            <a:ext cx="16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1" imgW="268605" imgH="294005" progId="Equation.3">
                    <p:embed/>
                  </p:oleObj>
                </mc:Choice>
                <mc:Fallback>
                  <p:oleObj r:id="rId71" imgW="268605" imgH="294005" progId="Equation.3">
                    <p:embed/>
                    <p:pic>
                      <p:nvPicPr>
                        <p:cNvPr id="0" name="图片 3311"/>
                        <p:cNvPicPr/>
                        <p:nvPr/>
                      </p:nvPicPr>
                      <p:blipFill>
                        <a:blip r:embed="rId72"/>
                        <a:stretch>
                          <a:fillRect/>
                        </a:stretch>
                      </p:blipFill>
                      <p:spPr>
                        <a:xfrm>
                          <a:off x="1165" y="48"/>
                          <a:ext cx="168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61" name="对象 12337"/>
            <p:cNvGraphicFramePr>
              <a:graphicFrameLocks noChangeAspect="1"/>
            </p:cNvGraphicFramePr>
            <p:nvPr/>
          </p:nvGraphicFramePr>
          <p:xfrm>
            <a:off x="564" y="198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3" imgW="368300" imgH="342900" progId="Equation.3">
                    <p:embed/>
                  </p:oleObj>
                </mc:Choice>
                <mc:Fallback>
                  <p:oleObj r:id="rId73" imgW="368300" imgH="342900" progId="Equation.3">
                    <p:embed/>
                    <p:pic>
                      <p:nvPicPr>
                        <p:cNvPr id="0" name="图片 3297"/>
                        <p:cNvPicPr/>
                        <p:nvPr/>
                      </p:nvPicPr>
                      <p:blipFill>
                        <a:blip r:embed="rId7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64" y="198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339" name="对象 12338"/>
          <p:cNvGraphicFramePr>
            <a:graphicFrameLocks noChangeAspect="1"/>
          </p:cNvGraphicFramePr>
          <p:nvPr/>
        </p:nvGraphicFramePr>
        <p:xfrm>
          <a:off x="2554288" y="4584700"/>
          <a:ext cx="96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5" imgW="970915" imgH="434340" progId="Equation.DSMT4">
                  <p:embed/>
                </p:oleObj>
              </mc:Choice>
              <mc:Fallback>
                <p:oleObj r:id="rId75" imgW="970915" imgH="434340" progId="Equation.DSMT4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2554288" y="4584700"/>
                        <a:ext cx="965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40" name="对象 12339"/>
          <p:cNvGraphicFramePr>
            <a:graphicFrameLocks noChangeAspect="1"/>
          </p:cNvGraphicFramePr>
          <p:nvPr/>
        </p:nvGraphicFramePr>
        <p:xfrm>
          <a:off x="3505200" y="4584700"/>
          <a:ext cx="110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7" imgW="1110615" imgH="408305" progId="Equation.3">
                  <p:embed/>
                </p:oleObj>
              </mc:Choice>
              <mc:Fallback>
                <p:oleObj r:id="rId77" imgW="1110615" imgH="408305" progId="Equation.3">
                  <p:embed/>
                  <p:pic>
                    <p:nvPicPr>
                      <p:cNvPr id="0" name="图片 3314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3505200" y="4584700"/>
                        <a:ext cx="11049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41" name="对象 12340"/>
          <p:cNvGraphicFramePr>
            <a:graphicFrameLocks noChangeAspect="1"/>
          </p:cNvGraphicFramePr>
          <p:nvPr/>
        </p:nvGraphicFramePr>
        <p:xfrm>
          <a:off x="4637088" y="4584700"/>
          <a:ext cx="110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9" imgW="1111250" imgH="382905" progId="Equation.3">
                  <p:embed/>
                </p:oleObj>
              </mc:Choice>
              <mc:Fallback>
                <p:oleObj r:id="rId79" imgW="1111250" imgH="382905" progId="Equation.3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4637088" y="4584700"/>
                        <a:ext cx="1104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7" name="对象 13313"/>
          <p:cNvGraphicFramePr>
            <a:graphicFrameLocks noChangeAspect="1"/>
          </p:cNvGraphicFramePr>
          <p:nvPr/>
        </p:nvGraphicFramePr>
        <p:xfrm>
          <a:off x="2794000" y="228600"/>
          <a:ext cx="1003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08380" imgH="434340" progId="Equation.3">
                  <p:embed/>
                </p:oleObj>
              </mc:Choice>
              <mc:Fallback>
                <p:oleObj r:id="rId2" imgW="1008380" imgH="43434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94000" y="228600"/>
                        <a:ext cx="10033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对象 13314"/>
          <p:cNvGraphicFramePr>
            <a:graphicFrameLocks noChangeAspect="1"/>
          </p:cNvGraphicFramePr>
          <p:nvPr/>
        </p:nvGraphicFramePr>
        <p:xfrm>
          <a:off x="3784600" y="2286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40410" imgH="408305" progId="Equation.3">
                  <p:embed/>
                </p:oleObj>
              </mc:Choice>
              <mc:Fallback>
                <p:oleObj r:id="rId4" imgW="740410" imgH="408305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84600" y="228600"/>
                        <a:ext cx="7366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对象 13315"/>
          <p:cNvGraphicFramePr>
            <a:graphicFrameLocks noChangeAspect="1"/>
          </p:cNvGraphicFramePr>
          <p:nvPr/>
        </p:nvGraphicFramePr>
        <p:xfrm>
          <a:off x="4546600" y="228600"/>
          <a:ext cx="1104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11250" imgH="382905" progId="Equation.3">
                  <p:embed/>
                </p:oleObj>
              </mc:Choice>
              <mc:Fallback>
                <p:oleObj r:id="rId6" imgW="1111250" imgH="382905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46600" y="228600"/>
                        <a:ext cx="11049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7" name="Group 62"/>
          <p:cNvGrpSpPr/>
          <p:nvPr/>
        </p:nvGrpSpPr>
        <p:grpSpPr>
          <a:xfrm>
            <a:off x="7467600" y="5092700"/>
            <a:ext cx="2311400" cy="1689100"/>
            <a:chOff x="0" y="0"/>
            <a:chExt cx="1456" cy="1064"/>
          </a:xfrm>
        </p:grpSpPr>
        <p:sp>
          <p:nvSpPr>
            <p:cNvPr id="14341" name="Oval 63"/>
            <p:cNvSpPr/>
            <p:nvPr/>
          </p:nvSpPr>
          <p:spPr>
            <a:xfrm rot="1497978">
              <a:off x="145" y="306"/>
              <a:ext cx="958" cy="638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>
                <a:latin typeface="Times New Roman" panose="02020603050405020304" pitchFamily="2" charset="0"/>
                <a:ea typeface="幼圆" panose="02010509060101010101" pitchFamily="1" charset="-122"/>
              </a:endParaRPr>
            </a:p>
          </p:txBody>
        </p:sp>
        <p:sp>
          <p:nvSpPr>
            <p:cNvPr id="14342" name="Line 64"/>
            <p:cNvSpPr/>
            <p:nvPr/>
          </p:nvSpPr>
          <p:spPr>
            <a:xfrm rot="-4772553" flipV="1">
              <a:off x="846" y="328"/>
              <a:ext cx="82" cy="14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43" name="Line 65"/>
            <p:cNvSpPr/>
            <p:nvPr/>
          </p:nvSpPr>
          <p:spPr>
            <a:xfrm>
              <a:off x="0" y="632"/>
              <a:ext cx="14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44" name="Line 66"/>
            <p:cNvSpPr/>
            <p:nvPr/>
          </p:nvSpPr>
          <p:spPr>
            <a:xfrm flipV="1">
              <a:off x="512" y="8"/>
              <a:ext cx="0" cy="10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14345" name="对象 13321"/>
            <p:cNvGraphicFramePr>
              <a:graphicFrameLocks noChangeAspect="1"/>
            </p:cNvGraphicFramePr>
            <p:nvPr/>
          </p:nvGraphicFramePr>
          <p:xfrm>
            <a:off x="368" y="644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15900" imgH="368300" progId="Equation.3">
                    <p:embed/>
                  </p:oleObj>
                </mc:Choice>
                <mc:Fallback>
                  <p:oleObj r:id="rId8" imgW="215900" imgH="3683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CCCC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8" y="644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6" name="对象 13322"/>
            <p:cNvGraphicFramePr>
              <a:graphicFrameLocks noChangeAspect="1"/>
            </p:cNvGraphicFramePr>
            <p:nvPr/>
          </p:nvGraphicFramePr>
          <p:xfrm>
            <a:off x="1248" y="680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57175" imgH="244475" progId="Equation.3">
                    <p:embed/>
                  </p:oleObj>
                </mc:Choice>
                <mc:Fallback>
                  <p:oleObj r:id="rId10" imgW="257175" imgH="244475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248" y="680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7" name="对象 13323"/>
            <p:cNvGraphicFramePr>
              <a:graphicFrameLocks noChangeAspect="1"/>
            </p:cNvGraphicFramePr>
            <p:nvPr/>
          </p:nvGraphicFramePr>
          <p:xfrm>
            <a:off x="288" y="0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56540" imgH="320675" progId="Equation.3">
                    <p:embed/>
                  </p:oleObj>
                </mc:Choice>
                <mc:Fallback>
                  <p:oleObj r:id="rId12" imgW="256540" imgH="320675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88" y="0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8" name="对象 13324"/>
            <p:cNvGraphicFramePr>
              <a:graphicFrameLocks noChangeAspect="1"/>
            </p:cNvGraphicFramePr>
            <p:nvPr/>
          </p:nvGraphicFramePr>
          <p:xfrm>
            <a:off x="1008" y="322"/>
            <a:ext cx="16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68605" imgH="294005" progId="Equation.3">
                    <p:embed/>
                  </p:oleObj>
                </mc:Choice>
                <mc:Fallback>
                  <p:oleObj r:id="rId14" imgW="268605" imgH="294005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008" y="322"/>
                          <a:ext cx="168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26" name="对象 13325"/>
          <p:cNvGraphicFramePr>
            <a:graphicFrameLocks noChangeAspect="1"/>
          </p:cNvGraphicFramePr>
          <p:nvPr/>
        </p:nvGraphicFramePr>
        <p:xfrm>
          <a:off x="2336800" y="901700"/>
          <a:ext cx="1041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47115" imgH="395605" progId="Equation.3">
                  <p:embed/>
                </p:oleObj>
              </mc:Choice>
              <mc:Fallback>
                <p:oleObj r:id="rId16" imgW="1047115" imgH="395605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336800" y="901700"/>
                        <a:ext cx="10414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7" name="对象 13326"/>
          <p:cNvGraphicFramePr>
            <a:graphicFrameLocks noChangeAspect="1"/>
          </p:cNvGraphicFramePr>
          <p:nvPr/>
        </p:nvGraphicFramePr>
        <p:xfrm>
          <a:off x="3606800" y="889000"/>
          <a:ext cx="109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97915" imgH="472440" progId="Equation.3">
                  <p:embed/>
                </p:oleObj>
              </mc:Choice>
              <mc:Fallback>
                <p:oleObj r:id="rId18" imgW="1097915" imgH="47244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606800" y="889000"/>
                        <a:ext cx="1092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8" name="对象 13327"/>
          <p:cNvGraphicFramePr>
            <a:graphicFrameLocks noChangeAspect="1"/>
          </p:cNvGraphicFramePr>
          <p:nvPr/>
        </p:nvGraphicFramePr>
        <p:xfrm>
          <a:off x="4762500" y="901700"/>
          <a:ext cx="622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625475" imgH="382905" progId="Equation.3">
                  <p:embed/>
                </p:oleObj>
              </mc:Choice>
              <mc:Fallback>
                <p:oleObj r:id="rId20" imgW="625475" imgH="382905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762500" y="901700"/>
                        <a:ext cx="622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9" name="Group 93"/>
          <p:cNvGrpSpPr/>
          <p:nvPr/>
        </p:nvGrpSpPr>
        <p:grpSpPr>
          <a:xfrm>
            <a:off x="8026400" y="5776913"/>
            <a:ext cx="700088" cy="557212"/>
            <a:chOff x="0" y="0"/>
            <a:chExt cx="441" cy="351"/>
          </a:xfrm>
        </p:grpSpPr>
        <p:sp>
          <p:nvSpPr>
            <p:cNvPr id="14353" name="Oval 75"/>
            <p:cNvSpPr/>
            <p:nvPr/>
          </p:nvSpPr>
          <p:spPr>
            <a:xfrm>
              <a:off x="0" y="50"/>
              <a:ext cx="337" cy="301"/>
            </a:xfrm>
            <a:prstGeom prst="ellipse">
              <a:avLst/>
            </a:prstGeom>
            <a:solidFill>
              <a:srgbClr val="FCF3B5">
                <a:alpha val="50000"/>
              </a:srgbClr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>
                <a:latin typeface="Times New Roman" panose="02020603050405020304" pitchFamily="2" charset="0"/>
                <a:ea typeface="幼圆" panose="02010509060101010101" pitchFamily="1" charset="-122"/>
              </a:endParaRPr>
            </a:p>
          </p:txBody>
        </p:sp>
        <p:sp>
          <p:nvSpPr>
            <p:cNvPr id="14354" name="Line 76"/>
            <p:cNvSpPr/>
            <p:nvPr/>
          </p:nvSpPr>
          <p:spPr>
            <a:xfrm rot="-10390592" flipH="1" flipV="1">
              <a:off x="213" y="68"/>
              <a:ext cx="75" cy="33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14355" name="对象 13331"/>
            <p:cNvGraphicFramePr>
              <a:graphicFrameLocks noChangeAspect="1"/>
            </p:cNvGraphicFramePr>
            <p:nvPr/>
          </p:nvGraphicFramePr>
          <p:xfrm>
            <a:off x="337" y="0"/>
            <a:ext cx="10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167005" imgH="320675" progId="Equation.3">
                    <p:embed/>
                  </p:oleObj>
                </mc:Choice>
                <mc:Fallback>
                  <p:oleObj r:id="rId22" imgW="167005" imgH="320675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37" y="0"/>
                          <a:ext cx="104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33" name="对象 13332"/>
          <p:cNvGraphicFramePr>
            <a:graphicFrameLocks noChangeAspect="1"/>
          </p:cNvGraphicFramePr>
          <p:nvPr/>
        </p:nvGraphicFramePr>
        <p:xfrm>
          <a:off x="8763000" y="6257925"/>
          <a:ext cx="3048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469900" imgH="508000" progId="Equation.3">
                  <p:embed/>
                </p:oleObj>
              </mc:Choice>
              <mc:Fallback>
                <p:oleObj r:id="rId24" imgW="469900" imgH="5080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763000" y="6257925"/>
                        <a:ext cx="304800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4" name="对象 13333"/>
          <p:cNvGraphicFramePr>
            <a:graphicFrameLocks noChangeAspect="1"/>
          </p:cNvGraphicFramePr>
          <p:nvPr/>
        </p:nvGraphicFramePr>
        <p:xfrm>
          <a:off x="5422900" y="901700"/>
          <a:ext cx="2019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2019300" imgH="381000" progId="Equation.3">
                  <p:embed/>
                </p:oleObj>
              </mc:Choice>
              <mc:Fallback>
                <p:oleObj r:id="rId26" imgW="2019300" imgH="3810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422900" y="901700"/>
                        <a:ext cx="2019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5" name="对象 13334"/>
          <p:cNvGraphicFramePr>
            <a:graphicFrameLocks noChangeAspect="1"/>
          </p:cNvGraphicFramePr>
          <p:nvPr/>
        </p:nvGraphicFramePr>
        <p:xfrm>
          <a:off x="2794000" y="1574800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085215" imgH="434340" progId="Equation.3">
                  <p:embed/>
                </p:oleObj>
              </mc:Choice>
              <mc:Fallback>
                <p:oleObj r:id="rId28" imgW="1085215" imgH="43434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794000" y="1574800"/>
                        <a:ext cx="1079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6" name="对象 13335"/>
          <p:cNvGraphicFramePr>
            <a:graphicFrameLocks noChangeAspect="1"/>
          </p:cNvGraphicFramePr>
          <p:nvPr/>
        </p:nvGraphicFramePr>
        <p:xfrm>
          <a:off x="3873500" y="1574800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1828800" imgH="381000" progId="Equation.3">
                  <p:embed/>
                </p:oleObj>
              </mc:Choice>
              <mc:Fallback>
                <p:oleObj r:id="rId30" imgW="1828800" imgH="3810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873500" y="1574800"/>
                        <a:ext cx="18288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37" name="Group 97"/>
          <p:cNvGrpSpPr/>
          <p:nvPr/>
        </p:nvGrpSpPr>
        <p:grpSpPr>
          <a:xfrm>
            <a:off x="6108700" y="1346200"/>
            <a:ext cx="2146300" cy="873125"/>
            <a:chOff x="0" y="0"/>
            <a:chExt cx="1352" cy="550"/>
          </a:xfrm>
        </p:grpSpPr>
        <p:graphicFrame>
          <p:nvGraphicFramePr>
            <p:cNvPr id="14361" name="对象 13337"/>
            <p:cNvGraphicFramePr>
              <a:graphicFrameLocks noChangeAspect="1"/>
            </p:cNvGraphicFramePr>
            <p:nvPr/>
          </p:nvGraphicFramePr>
          <p:xfrm>
            <a:off x="0" y="68"/>
            <a:ext cx="456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2" imgW="727710" imgH="625475" progId="Equation.3">
                    <p:embed/>
                  </p:oleObj>
                </mc:Choice>
                <mc:Fallback>
                  <p:oleObj r:id="rId32" imgW="727710" imgH="625475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0" y="68"/>
                          <a:ext cx="456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2" name="Line 99"/>
            <p:cNvSpPr/>
            <p:nvPr/>
          </p:nvSpPr>
          <p:spPr>
            <a:xfrm>
              <a:off x="392" y="262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4363" name="对象 13339"/>
            <p:cNvGraphicFramePr>
              <a:graphicFrameLocks noChangeAspect="1"/>
            </p:cNvGraphicFramePr>
            <p:nvPr/>
          </p:nvGraphicFramePr>
          <p:xfrm>
            <a:off x="512" y="254"/>
            <a:ext cx="68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4" imgW="1097915" imgH="472440" progId="Equation.3">
                    <p:embed/>
                  </p:oleObj>
                </mc:Choice>
                <mc:Fallback>
                  <p:oleObj r:id="rId34" imgW="1097915" imgH="47244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12" y="254"/>
                          <a:ext cx="68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4" name="对象 13340"/>
            <p:cNvGraphicFramePr>
              <a:graphicFrameLocks noChangeAspect="1"/>
            </p:cNvGraphicFramePr>
            <p:nvPr/>
          </p:nvGraphicFramePr>
          <p:xfrm>
            <a:off x="408" y="0"/>
            <a:ext cx="3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5" imgW="587375" imgH="395605" progId="Equation.3">
                    <p:embed/>
                  </p:oleObj>
                </mc:Choice>
                <mc:Fallback>
                  <p:oleObj r:id="rId35" imgW="587375" imgH="395605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408" y="0"/>
                          <a:ext cx="36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5" name="对象 13341"/>
            <p:cNvGraphicFramePr>
              <a:graphicFrameLocks noChangeAspect="1"/>
            </p:cNvGraphicFramePr>
            <p:nvPr/>
          </p:nvGraphicFramePr>
          <p:xfrm>
            <a:off x="800" y="0"/>
            <a:ext cx="5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7" imgW="880745" imgH="395605" progId="Equation.3">
                    <p:embed/>
                  </p:oleObj>
                </mc:Choice>
                <mc:Fallback>
                  <p:oleObj r:id="rId37" imgW="880745" imgH="395605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800" y="0"/>
                          <a:ext cx="55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43" name="对象 13342"/>
          <p:cNvGraphicFramePr>
            <a:graphicFrameLocks noChangeAspect="1"/>
          </p:cNvGraphicFramePr>
          <p:nvPr/>
        </p:nvGraphicFramePr>
        <p:xfrm>
          <a:off x="8440738" y="160337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9" imgW="497840" imgH="318770" progId="Equation.3">
                  <p:embed/>
                </p:oleObj>
              </mc:Choice>
              <mc:Fallback>
                <p:oleObj r:id="rId39" imgW="497840" imgH="31877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440738" y="1603375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44" name="Group 104"/>
          <p:cNvGrpSpPr/>
          <p:nvPr/>
        </p:nvGrpSpPr>
        <p:grpSpPr>
          <a:xfrm>
            <a:off x="2336800" y="2197100"/>
            <a:ext cx="1841500" cy="873125"/>
            <a:chOff x="0" y="0"/>
            <a:chExt cx="1160" cy="550"/>
          </a:xfrm>
        </p:grpSpPr>
        <p:graphicFrame>
          <p:nvGraphicFramePr>
            <p:cNvPr id="14368" name="对象 13344"/>
            <p:cNvGraphicFramePr>
              <a:graphicFrameLocks noChangeAspect="1"/>
            </p:cNvGraphicFramePr>
            <p:nvPr/>
          </p:nvGraphicFramePr>
          <p:xfrm>
            <a:off x="0" y="68"/>
            <a:ext cx="32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1" imgW="510540" imgH="625475" progId="Equation.3">
                    <p:embed/>
                  </p:oleObj>
                </mc:Choice>
                <mc:Fallback>
                  <p:oleObj r:id="rId41" imgW="510540" imgH="625475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0" y="68"/>
                          <a:ext cx="32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9" name="Line 106"/>
            <p:cNvSpPr/>
            <p:nvPr/>
          </p:nvSpPr>
          <p:spPr>
            <a:xfrm>
              <a:off x="200" y="262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4370" name="对象 13346"/>
            <p:cNvGraphicFramePr>
              <a:graphicFrameLocks noChangeAspect="1"/>
            </p:cNvGraphicFramePr>
            <p:nvPr/>
          </p:nvGraphicFramePr>
          <p:xfrm>
            <a:off x="320" y="254"/>
            <a:ext cx="68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3" imgW="1097915" imgH="472440" progId="Equation.3">
                    <p:embed/>
                  </p:oleObj>
                </mc:Choice>
                <mc:Fallback>
                  <p:oleObj r:id="rId43" imgW="1097915" imgH="47244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20" y="254"/>
                          <a:ext cx="68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1" name="对象 13347"/>
            <p:cNvGraphicFramePr>
              <a:graphicFrameLocks noChangeAspect="1"/>
            </p:cNvGraphicFramePr>
            <p:nvPr/>
          </p:nvGraphicFramePr>
          <p:xfrm>
            <a:off x="216" y="0"/>
            <a:ext cx="3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4" imgW="587375" imgH="395605" progId="Equation.3">
                    <p:embed/>
                  </p:oleObj>
                </mc:Choice>
                <mc:Fallback>
                  <p:oleObj r:id="rId44" imgW="587375" imgH="395605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216" y="0"/>
                          <a:ext cx="36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2" name="对象 13348"/>
            <p:cNvGraphicFramePr>
              <a:graphicFrameLocks noChangeAspect="1"/>
            </p:cNvGraphicFramePr>
            <p:nvPr/>
          </p:nvGraphicFramePr>
          <p:xfrm>
            <a:off x="608" y="0"/>
            <a:ext cx="5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5" imgW="880745" imgH="395605" progId="Equation.3">
                    <p:embed/>
                  </p:oleObj>
                </mc:Choice>
                <mc:Fallback>
                  <p:oleObj r:id="rId45" imgW="880745" imgH="395605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608" y="0"/>
                          <a:ext cx="55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50" name="Group 116"/>
          <p:cNvGrpSpPr/>
          <p:nvPr/>
        </p:nvGrpSpPr>
        <p:grpSpPr>
          <a:xfrm>
            <a:off x="4318000" y="2206625"/>
            <a:ext cx="2070100" cy="873125"/>
            <a:chOff x="0" y="0"/>
            <a:chExt cx="1304" cy="550"/>
          </a:xfrm>
        </p:grpSpPr>
        <p:graphicFrame>
          <p:nvGraphicFramePr>
            <p:cNvPr id="14374" name="对象 13350"/>
            <p:cNvGraphicFramePr>
              <a:graphicFrameLocks noChangeAspect="1"/>
            </p:cNvGraphicFramePr>
            <p:nvPr/>
          </p:nvGraphicFramePr>
          <p:xfrm>
            <a:off x="0" y="68"/>
            <a:ext cx="432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6" imgW="689610" imgH="626110" progId="Equation.3">
                    <p:embed/>
                  </p:oleObj>
                </mc:Choice>
                <mc:Fallback>
                  <p:oleObj r:id="rId46" imgW="689610" imgH="626110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0" y="68"/>
                          <a:ext cx="432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5" name="Line 112"/>
            <p:cNvSpPr/>
            <p:nvPr/>
          </p:nvSpPr>
          <p:spPr>
            <a:xfrm>
              <a:off x="344" y="262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4376" name="对象 13352"/>
            <p:cNvGraphicFramePr>
              <a:graphicFrameLocks noChangeAspect="1"/>
            </p:cNvGraphicFramePr>
            <p:nvPr/>
          </p:nvGraphicFramePr>
          <p:xfrm>
            <a:off x="464" y="254"/>
            <a:ext cx="68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8" imgW="1097915" imgH="472440" progId="Equation.3">
                    <p:embed/>
                  </p:oleObj>
                </mc:Choice>
                <mc:Fallback>
                  <p:oleObj r:id="rId48" imgW="1097915" imgH="47244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64" y="254"/>
                          <a:ext cx="68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7" name="对象 13353"/>
            <p:cNvGraphicFramePr>
              <a:graphicFrameLocks noChangeAspect="1"/>
            </p:cNvGraphicFramePr>
            <p:nvPr/>
          </p:nvGraphicFramePr>
          <p:xfrm>
            <a:off x="360" y="0"/>
            <a:ext cx="3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9" imgW="587375" imgH="395605" progId="Equation.3">
                    <p:embed/>
                  </p:oleObj>
                </mc:Choice>
                <mc:Fallback>
                  <p:oleObj r:id="rId49" imgW="587375" imgH="395605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60" y="0"/>
                          <a:ext cx="36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8" name="对象 13354"/>
            <p:cNvGraphicFramePr>
              <a:graphicFrameLocks noChangeAspect="1"/>
            </p:cNvGraphicFramePr>
            <p:nvPr/>
          </p:nvGraphicFramePr>
          <p:xfrm>
            <a:off x="752" y="0"/>
            <a:ext cx="5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0" imgW="880745" imgH="395605" progId="Equation.3">
                    <p:embed/>
                  </p:oleObj>
                </mc:Choice>
                <mc:Fallback>
                  <p:oleObj r:id="rId50" imgW="880745" imgH="395605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752" y="0"/>
                          <a:ext cx="55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56" name="对象 13355"/>
          <p:cNvGraphicFramePr>
            <a:graphicFrameLocks noChangeAspect="1"/>
          </p:cNvGraphicFramePr>
          <p:nvPr/>
        </p:nvGraphicFramePr>
        <p:xfrm>
          <a:off x="6584950" y="246380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1" imgW="497840" imgH="318770" progId="Equation.3">
                  <p:embed/>
                </p:oleObj>
              </mc:Choice>
              <mc:Fallback>
                <p:oleObj r:id="rId51" imgW="497840" imgH="31877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584950" y="2463800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7" name="对象 13356"/>
          <p:cNvGraphicFramePr>
            <a:graphicFrameLocks noChangeAspect="1"/>
          </p:cNvGraphicFramePr>
          <p:nvPr/>
        </p:nvGraphicFramePr>
        <p:xfrm>
          <a:off x="2794000" y="3530600"/>
          <a:ext cx="317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2" imgW="320675" imgH="320675" progId="Equation.3">
                  <p:embed/>
                </p:oleObj>
              </mc:Choice>
              <mc:Fallback>
                <p:oleObj r:id="rId52" imgW="320675" imgH="320675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2794000" y="3530600"/>
                        <a:ext cx="3175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8" name="对象 13357"/>
          <p:cNvGraphicFramePr>
            <a:graphicFrameLocks noChangeAspect="1"/>
          </p:cNvGraphicFramePr>
          <p:nvPr/>
        </p:nvGraphicFramePr>
        <p:xfrm>
          <a:off x="3327400" y="3479800"/>
          <a:ext cx="109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4" imgW="1097915" imgH="472440" progId="Equation.3">
                  <p:embed/>
                </p:oleObj>
              </mc:Choice>
              <mc:Fallback>
                <p:oleObj r:id="rId54" imgW="1097915" imgH="47244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327400" y="3479800"/>
                        <a:ext cx="1092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9" name="对象 13358"/>
          <p:cNvGraphicFramePr>
            <a:graphicFrameLocks noChangeAspect="1"/>
          </p:cNvGraphicFramePr>
          <p:nvPr/>
        </p:nvGraphicFramePr>
        <p:xfrm>
          <a:off x="4457700" y="3492500"/>
          <a:ext cx="622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5" imgW="625475" imgH="382905" progId="Equation.3">
                  <p:embed/>
                </p:oleObj>
              </mc:Choice>
              <mc:Fallback>
                <p:oleObj r:id="rId55" imgW="625475" imgH="382905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57700" y="3492500"/>
                        <a:ext cx="6223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60" name="对象 13359"/>
          <p:cNvGraphicFramePr>
            <a:graphicFrameLocks noChangeAspect="1"/>
          </p:cNvGraphicFramePr>
          <p:nvPr/>
        </p:nvGraphicFramePr>
        <p:xfrm>
          <a:off x="5588000" y="3213100"/>
          <a:ext cx="146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6" imgW="1459865" imgH="279400" progId="Equation.3">
                  <p:embed/>
                </p:oleObj>
              </mc:Choice>
              <mc:Fallback>
                <p:oleObj r:id="rId56" imgW="1459865" imgH="2794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5588000" y="3213100"/>
                        <a:ext cx="1460500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61" name="对象 13360"/>
          <p:cNvGraphicFramePr>
            <a:graphicFrameLocks noChangeAspect="1"/>
          </p:cNvGraphicFramePr>
          <p:nvPr/>
        </p:nvGraphicFramePr>
        <p:xfrm>
          <a:off x="5372100" y="3200400"/>
          <a:ext cx="1612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8" imgW="1612900" imgH="977900" progId="Equation.3">
                  <p:embed/>
                </p:oleObj>
              </mc:Choice>
              <mc:Fallback>
                <p:oleObj r:id="rId58" imgW="1612900" imgH="9779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5372100" y="3200400"/>
                        <a:ext cx="16129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62" name="对象 13361"/>
          <p:cNvGraphicFramePr>
            <a:graphicFrameLocks noChangeAspect="1"/>
          </p:cNvGraphicFramePr>
          <p:nvPr/>
        </p:nvGraphicFramePr>
        <p:xfrm>
          <a:off x="7429500" y="3594100"/>
          <a:ext cx="317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0" imgW="320675" imgH="282575" progId="Equation.3">
                  <p:embed/>
                </p:oleObj>
              </mc:Choice>
              <mc:Fallback>
                <p:oleObj r:id="rId60" imgW="320675" imgH="282575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7429500" y="3594100"/>
                        <a:ext cx="317500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63" name="对象 13362"/>
          <p:cNvGraphicFramePr>
            <a:graphicFrameLocks noChangeAspect="1"/>
          </p:cNvGraphicFramePr>
          <p:nvPr/>
        </p:nvGraphicFramePr>
        <p:xfrm>
          <a:off x="7899400" y="3556000"/>
          <a:ext cx="1143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2" imgW="1148715" imgH="319405" progId="Equation.3">
                  <p:embed/>
                </p:oleObj>
              </mc:Choice>
              <mc:Fallback>
                <p:oleObj r:id="rId62" imgW="1148715" imgH="319405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7899400" y="3556000"/>
                        <a:ext cx="1143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64" name="Group 131"/>
          <p:cNvGrpSpPr/>
          <p:nvPr/>
        </p:nvGrpSpPr>
        <p:grpSpPr>
          <a:xfrm>
            <a:off x="2336800" y="4283075"/>
            <a:ext cx="1841500" cy="873125"/>
            <a:chOff x="0" y="0"/>
            <a:chExt cx="1160" cy="550"/>
          </a:xfrm>
        </p:grpSpPr>
        <p:graphicFrame>
          <p:nvGraphicFramePr>
            <p:cNvPr id="14388" name="对象 13364"/>
            <p:cNvGraphicFramePr>
              <a:graphicFrameLocks noChangeAspect="1"/>
            </p:cNvGraphicFramePr>
            <p:nvPr/>
          </p:nvGraphicFramePr>
          <p:xfrm>
            <a:off x="0" y="68"/>
            <a:ext cx="256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4" imgW="408305" imgH="625475" progId="Equation.3">
                    <p:embed/>
                  </p:oleObj>
                </mc:Choice>
                <mc:Fallback>
                  <p:oleObj r:id="rId64" imgW="408305" imgH="625475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65"/>
                        <a:stretch>
                          <a:fillRect/>
                        </a:stretch>
                      </p:blipFill>
                      <p:spPr>
                        <a:xfrm>
                          <a:off x="0" y="68"/>
                          <a:ext cx="256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9" name="Line 127"/>
            <p:cNvSpPr/>
            <p:nvPr/>
          </p:nvSpPr>
          <p:spPr>
            <a:xfrm>
              <a:off x="200" y="262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4390" name="对象 13366"/>
            <p:cNvGraphicFramePr>
              <a:graphicFrameLocks noChangeAspect="1"/>
            </p:cNvGraphicFramePr>
            <p:nvPr/>
          </p:nvGraphicFramePr>
          <p:xfrm>
            <a:off x="320" y="254"/>
            <a:ext cx="68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6" imgW="1097915" imgH="472440" progId="Equation.3">
                    <p:embed/>
                  </p:oleObj>
                </mc:Choice>
                <mc:Fallback>
                  <p:oleObj r:id="rId66" imgW="1097915" imgH="472440" progId="Equation.3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20" y="254"/>
                          <a:ext cx="68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91" name="对象 13367"/>
            <p:cNvGraphicFramePr>
              <a:graphicFrameLocks noChangeAspect="1"/>
            </p:cNvGraphicFramePr>
            <p:nvPr/>
          </p:nvGraphicFramePr>
          <p:xfrm>
            <a:off x="216" y="0"/>
            <a:ext cx="3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7" imgW="587375" imgH="395605" progId="Equation.3">
                    <p:embed/>
                  </p:oleObj>
                </mc:Choice>
                <mc:Fallback>
                  <p:oleObj r:id="rId67" imgW="587375" imgH="395605" progId="Equation.3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216" y="0"/>
                          <a:ext cx="36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92" name="对象 13368"/>
            <p:cNvGraphicFramePr>
              <a:graphicFrameLocks noChangeAspect="1"/>
            </p:cNvGraphicFramePr>
            <p:nvPr/>
          </p:nvGraphicFramePr>
          <p:xfrm>
            <a:off x="608" y="0"/>
            <a:ext cx="5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8" imgW="880745" imgH="395605" progId="Equation.3">
                    <p:embed/>
                  </p:oleObj>
                </mc:Choice>
                <mc:Fallback>
                  <p:oleObj r:id="rId68" imgW="880745" imgH="395605" progId="Equation.3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608" y="0"/>
                          <a:ext cx="55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70" name="对象 13369"/>
          <p:cNvGraphicFramePr>
            <a:graphicFrameLocks noChangeAspect="1"/>
          </p:cNvGraphicFramePr>
          <p:nvPr/>
        </p:nvGraphicFramePr>
        <p:xfrm>
          <a:off x="4305300" y="4337050"/>
          <a:ext cx="9144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9" imgW="919480" imgH="702310" progId="Equation.3">
                  <p:embed/>
                </p:oleObj>
              </mc:Choice>
              <mc:Fallback>
                <p:oleObj r:id="rId69" imgW="919480" imgH="70231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4305300" y="4337050"/>
                        <a:ext cx="9144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71" name="Line 133"/>
          <p:cNvSpPr/>
          <p:nvPr/>
        </p:nvSpPr>
        <p:spPr>
          <a:xfrm>
            <a:off x="5003800" y="4699000"/>
            <a:ext cx="2895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3372" name="对象 13371"/>
          <p:cNvGraphicFramePr>
            <a:graphicFrameLocks noChangeAspect="1"/>
          </p:cNvGraphicFramePr>
          <p:nvPr/>
        </p:nvGraphicFramePr>
        <p:xfrm>
          <a:off x="5118100" y="4283075"/>
          <a:ext cx="118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1" imgW="1187450" imgH="395605" progId="Equation.3">
                  <p:embed/>
                </p:oleObj>
              </mc:Choice>
              <mc:Fallback>
                <p:oleObj r:id="rId71" imgW="1187450" imgH="395605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5118100" y="4283075"/>
                        <a:ext cx="1181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73" name="对象 13372"/>
          <p:cNvGraphicFramePr>
            <a:graphicFrameLocks noChangeAspect="1"/>
          </p:cNvGraphicFramePr>
          <p:nvPr/>
        </p:nvGraphicFramePr>
        <p:xfrm>
          <a:off x="6375400" y="4283075"/>
          <a:ext cx="142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3" imgW="1430655" imgH="396240" progId="Equation.3">
                  <p:embed/>
                </p:oleObj>
              </mc:Choice>
              <mc:Fallback>
                <p:oleObj r:id="rId73" imgW="1430655" imgH="39624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6375400" y="4283075"/>
                        <a:ext cx="14224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74" name="对象 13373"/>
          <p:cNvGraphicFramePr>
            <a:graphicFrameLocks noChangeAspect="1"/>
          </p:cNvGraphicFramePr>
          <p:nvPr/>
        </p:nvGraphicFramePr>
        <p:xfrm>
          <a:off x="8032750" y="4527550"/>
          <a:ext cx="330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5" imgW="332740" imgH="320040" progId="Equation.3">
                  <p:embed/>
                </p:oleObj>
              </mc:Choice>
              <mc:Fallback>
                <p:oleObj r:id="rId75" imgW="332740" imgH="32004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8032750" y="4527550"/>
                        <a:ext cx="330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75" name="对象 13374"/>
          <p:cNvGraphicFramePr>
            <a:graphicFrameLocks noChangeAspect="1"/>
          </p:cNvGraphicFramePr>
          <p:nvPr/>
        </p:nvGraphicFramePr>
        <p:xfrm>
          <a:off x="6299200" y="4699000"/>
          <a:ext cx="33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7" imgW="334010" imgH="385445" progId="Equation.3">
                  <p:embed/>
                </p:oleObj>
              </mc:Choice>
              <mc:Fallback>
                <p:oleObj r:id="rId77" imgW="334010" imgH="385445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6299200" y="4699000"/>
                        <a:ext cx="330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76" name="对象 13375"/>
          <p:cNvGraphicFramePr>
            <a:graphicFrameLocks noChangeAspect="1"/>
          </p:cNvGraphicFramePr>
          <p:nvPr/>
        </p:nvGraphicFramePr>
        <p:xfrm>
          <a:off x="8434388" y="4518025"/>
          <a:ext cx="939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9" imgW="944880" imgH="319405" progId="Equation.3">
                  <p:embed/>
                </p:oleObj>
              </mc:Choice>
              <mc:Fallback>
                <p:oleObj r:id="rId79" imgW="944880" imgH="31940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8434388" y="4518025"/>
                        <a:ext cx="9398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77" name="Group 139"/>
          <p:cNvGrpSpPr/>
          <p:nvPr/>
        </p:nvGrpSpPr>
        <p:grpSpPr>
          <a:xfrm>
            <a:off x="2781300" y="5638800"/>
            <a:ext cx="1841500" cy="873125"/>
            <a:chOff x="0" y="0"/>
            <a:chExt cx="1160" cy="550"/>
          </a:xfrm>
        </p:grpSpPr>
        <p:graphicFrame>
          <p:nvGraphicFramePr>
            <p:cNvPr id="14401" name="对象 13377"/>
            <p:cNvGraphicFramePr>
              <a:graphicFrameLocks noChangeAspect="1"/>
            </p:cNvGraphicFramePr>
            <p:nvPr/>
          </p:nvGraphicFramePr>
          <p:xfrm>
            <a:off x="0" y="68"/>
            <a:ext cx="32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1" imgW="510540" imgH="625475" progId="Equation.3">
                    <p:embed/>
                  </p:oleObj>
                </mc:Choice>
                <mc:Fallback>
                  <p:oleObj r:id="rId81" imgW="510540" imgH="625475" progId="Equation.3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0" y="68"/>
                          <a:ext cx="32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2" name="Line 141"/>
            <p:cNvSpPr/>
            <p:nvPr/>
          </p:nvSpPr>
          <p:spPr>
            <a:xfrm>
              <a:off x="200" y="262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4403" name="对象 13379"/>
            <p:cNvGraphicFramePr>
              <a:graphicFrameLocks noChangeAspect="1"/>
            </p:cNvGraphicFramePr>
            <p:nvPr/>
          </p:nvGraphicFramePr>
          <p:xfrm>
            <a:off x="320" y="254"/>
            <a:ext cx="68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2" imgW="1097915" imgH="472440" progId="Equation.3">
                    <p:embed/>
                  </p:oleObj>
                </mc:Choice>
                <mc:Fallback>
                  <p:oleObj r:id="rId82" imgW="1097915" imgH="472440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20" y="254"/>
                          <a:ext cx="68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04" name="对象 13380"/>
            <p:cNvGraphicFramePr>
              <a:graphicFrameLocks noChangeAspect="1"/>
            </p:cNvGraphicFramePr>
            <p:nvPr/>
          </p:nvGraphicFramePr>
          <p:xfrm>
            <a:off x="216" y="0"/>
            <a:ext cx="3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3" imgW="587375" imgH="395605" progId="Equation.3">
                    <p:embed/>
                  </p:oleObj>
                </mc:Choice>
                <mc:Fallback>
                  <p:oleObj r:id="rId83" imgW="587375" imgH="395605" progId="Equation.3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216" y="0"/>
                          <a:ext cx="36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05" name="对象 13381"/>
            <p:cNvGraphicFramePr>
              <a:graphicFrameLocks noChangeAspect="1"/>
            </p:cNvGraphicFramePr>
            <p:nvPr/>
          </p:nvGraphicFramePr>
          <p:xfrm>
            <a:off x="608" y="0"/>
            <a:ext cx="5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4" imgW="880745" imgH="395605" progId="Equation.3">
                    <p:embed/>
                  </p:oleObj>
                </mc:Choice>
                <mc:Fallback>
                  <p:oleObj r:id="rId84" imgW="880745" imgH="395605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608" y="0"/>
                          <a:ext cx="55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83" name="对象 13382"/>
          <p:cNvGraphicFramePr>
            <a:graphicFrameLocks noChangeAspect="1"/>
          </p:cNvGraphicFramePr>
          <p:nvPr/>
        </p:nvGraphicFramePr>
        <p:xfrm>
          <a:off x="4775200" y="5895975"/>
          <a:ext cx="736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5" imgW="740410" imgH="319405" progId="Equation.3">
                  <p:embed/>
                </p:oleObj>
              </mc:Choice>
              <mc:Fallback>
                <p:oleObj r:id="rId85" imgW="740410" imgH="319405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86"/>
                      <a:stretch>
                        <a:fillRect/>
                      </a:stretch>
                    </p:blipFill>
                    <p:spPr>
                      <a:xfrm>
                        <a:off x="4775200" y="5895975"/>
                        <a:ext cx="7366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07" name="Rectangle 146"/>
          <p:cNvSpPr>
            <a:spLocks noGrp="1"/>
          </p:cNvSpPr>
          <p:nvPr>
            <p:ph type="title"/>
          </p:nvPr>
        </p:nvSpPr>
        <p:spPr/>
        <p:txBody>
          <a:bodyPr vert="horz" wrap="square" anchor="ctr" anchorCtr="0"/>
          <a:lstStyle/>
          <a:p>
            <a:pPr eaLnBrk="1" hangingPunct="1"/>
            <a:r>
              <a:rPr lang="en-US" altLang="zh-CN" dirty="0"/>
              <a:t>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2235200" y="850900"/>
          <a:ext cx="47752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746115" imgH="2336800" progId="Word.Document.8">
                  <p:embed/>
                </p:oleObj>
              </mc:Choice>
              <mc:Fallback>
                <p:oleObj r:id="rId2" imgW="5746115" imgH="2336800" progId="Word.Document.8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35200" y="850900"/>
                        <a:ext cx="4775200" cy="193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2192338" y="2779713"/>
          <a:ext cx="42640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429760" imgH="1010920" progId="Word.Document.8">
                  <p:embed/>
                </p:oleObj>
              </mc:Choice>
              <mc:Fallback>
                <p:oleObj r:id="rId4" imgW="4429760" imgH="1010920" progId="Word.Document.8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92338" y="2779713"/>
                        <a:ext cx="4264025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Text Box 4"/>
          <p:cNvSpPr txBox="1"/>
          <p:nvPr/>
        </p:nvSpPr>
        <p:spPr>
          <a:xfrm>
            <a:off x="1785938" y="-476"/>
            <a:ext cx="8558212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2.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计算二重积分（一般会比二重积分复杂）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14341" name="Group 5"/>
          <p:cNvGrpSpPr/>
          <p:nvPr/>
        </p:nvGrpSpPr>
        <p:grpSpPr>
          <a:xfrm>
            <a:off x="7016750" y="296862"/>
            <a:ext cx="2855913" cy="2601913"/>
            <a:chOff x="0" y="-1"/>
            <a:chExt cx="1799" cy="1639"/>
          </a:xfrm>
        </p:grpSpPr>
        <p:sp>
          <p:nvSpPr>
            <p:cNvPr id="15365" name="Line 6"/>
            <p:cNvSpPr/>
            <p:nvPr/>
          </p:nvSpPr>
          <p:spPr>
            <a:xfrm>
              <a:off x="0" y="1407"/>
              <a:ext cx="164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66" name="Line 7"/>
            <p:cNvSpPr/>
            <p:nvPr/>
          </p:nvSpPr>
          <p:spPr>
            <a:xfrm flipV="1">
              <a:off x="259" y="270"/>
              <a:ext cx="0" cy="13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67" name="Text Box 8"/>
            <p:cNvSpPr txBox="1"/>
            <p:nvPr/>
          </p:nvSpPr>
          <p:spPr>
            <a:xfrm>
              <a:off x="1588" y="1263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2" charset="0"/>
                  <a:ea typeface="幼圆" panose="02010509060101010101" pitchFamily="1" charset="-122"/>
                </a:rPr>
                <a:t>x</a:t>
              </a:r>
            </a:p>
          </p:txBody>
        </p:sp>
        <p:sp>
          <p:nvSpPr>
            <p:cNvPr id="15368" name="Text Box 9"/>
            <p:cNvSpPr txBox="1"/>
            <p:nvPr/>
          </p:nvSpPr>
          <p:spPr>
            <a:xfrm>
              <a:off x="154" y="-1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2" charset="0"/>
                  <a:ea typeface="幼圆" panose="02010509060101010101" pitchFamily="1" charset="-122"/>
                </a:rPr>
                <a:t>y</a:t>
              </a:r>
            </a:p>
          </p:txBody>
        </p:sp>
        <p:sp>
          <p:nvSpPr>
            <p:cNvPr id="15369" name="Text Box 10"/>
            <p:cNvSpPr txBox="1"/>
            <p:nvPr/>
          </p:nvSpPr>
          <p:spPr>
            <a:xfrm>
              <a:off x="33" y="134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2" charset="0"/>
                  <a:ea typeface="幼圆" panose="02010509060101010101" pitchFamily="1" charset="-122"/>
                </a:rPr>
                <a:t>o</a:t>
              </a:r>
            </a:p>
          </p:txBody>
        </p:sp>
      </p:grpSp>
      <p:sp>
        <p:nvSpPr>
          <p:cNvPr id="14347" name="AutoShape 11" descr="浅色下对角线"/>
          <p:cNvSpPr/>
          <p:nvPr/>
        </p:nvSpPr>
        <p:spPr>
          <a:xfrm flipV="1">
            <a:off x="7423150" y="1166813"/>
            <a:ext cx="1371600" cy="1371600"/>
          </a:xfrm>
          <a:prstGeom prst="rtTriangle">
            <a:avLst/>
          </a:prstGeom>
          <a:pattFill prst="ltDnDiag">
            <a:fgClr>
              <a:srgbClr val="FF33CC"/>
            </a:fgClr>
            <a:bgClr>
              <a:srgbClr val="FFFFFF"/>
            </a:bgClr>
          </a:patt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pSp>
        <p:nvGrpSpPr>
          <p:cNvPr id="14348" name="Group 12"/>
          <p:cNvGrpSpPr/>
          <p:nvPr/>
        </p:nvGrpSpPr>
        <p:grpSpPr>
          <a:xfrm>
            <a:off x="8747125" y="873125"/>
            <a:ext cx="228600" cy="1681163"/>
            <a:chOff x="0" y="0"/>
            <a:chExt cx="144" cy="1059"/>
          </a:xfrm>
        </p:grpSpPr>
        <p:sp>
          <p:nvSpPr>
            <p:cNvPr id="15372" name="Line 13"/>
            <p:cNvSpPr/>
            <p:nvPr/>
          </p:nvSpPr>
          <p:spPr>
            <a:xfrm>
              <a:off x="38" y="195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5373" name="对象 14349"/>
            <p:cNvGraphicFramePr>
              <a:graphicFrameLocks noChangeAspect="1"/>
            </p:cNvGraphicFramePr>
            <p:nvPr/>
          </p:nvGraphicFramePr>
          <p:xfrm>
            <a:off x="0" y="0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20675" imgH="320675" progId="Equation.3">
                    <p:embed/>
                  </p:oleObj>
                </mc:Choice>
                <mc:Fallback>
                  <p:oleObj r:id="rId6" imgW="320675" imgH="320675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51" name="对象 14350"/>
          <p:cNvGraphicFramePr>
            <a:graphicFrameLocks noChangeAspect="1"/>
          </p:cNvGraphicFramePr>
          <p:nvPr/>
        </p:nvGraphicFramePr>
        <p:xfrm>
          <a:off x="7497763" y="908050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20675" imgH="320675" progId="Equation.3">
                  <p:embed/>
                </p:oleObj>
              </mc:Choice>
              <mc:Fallback>
                <p:oleObj r:id="rId8" imgW="320675" imgH="320675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97763" y="908050"/>
                        <a:ext cx="2286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52" name="Group 16"/>
          <p:cNvGrpSpPr>
            <a:grpSpLocks noChangeAspect="1"/>
          </p:cNvGrpSpPr>
          <p:nvPr/>
        </p:nvGrpSpPr>
        <p:grpSpPr>
          <a:xfrm>
            <a:off x="7267575" y="1106488"/>
            <a:ext cx="1662113" cy="1736725"/>
            <a:chOff x="0" y="0"/>
            <a:chExt cx="1047" cy="1094"/>
          </a:xfrm>
        </p:grpSpPr>
        <p:graphicFrame>
          <p:nvGraphicFramePr>
            <p:cNvPr id="15376" name="对象 14352"/>
            <p:cNvGraphicFramePr>
              <a:graphicFrameLocks noChangeAspect="1"/>
            </p:cNvGraphicFramePr>
            <p:nvPr/>
          </p:nvGraphicFramePr>
          <p:xfrm>
            <a:off x="960" y="950"/>
            <a:ext cx="8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92405" imgH="320675" progId="Equation.3">
                    <p:embed/>
                  </p:oleObj>
                </mc:Choice>
                <mc:Fallback>
                  <p:oleObj r:id="rId10" imgW="192405" imgH="320675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60" y="950"/>
                          <a:ext cx="87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7" name="对象 14353"/>
            <p:cNvGraphicFramePr>
              <a:graphicFrameLocks noChangeAspect="1"/>
            </p:cNvGraphicFramePr>
            <p:nvPr/>
          </p:nvGraphicFramePr>
          <p:xfrm>
            <a:off x="0" y="0"/>
            <a:ext cx="8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92405" imgH="320675" progId="Equation.3">
                    <p:embed/>
                  </p:oleObj>
                </mc:Choice>
                <mc:Fallback>
                  <p:oleObj r:id="rId12" imgW="192405" imgH="320675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87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55" name="Line 19"/>
          <p:cNvSpPr/>
          <p:nvPr/>
        </p:nvSpPr>
        <p:spPr>
          <a:xfrm flipV="1">
            <a:off x="7893050" y="1822450"/>
            <a:ext cx="228600" cy="228600"/>
          </a:xfrm>
          <a:prstGeom prst="line">
            <a:avLst/>
          </a:prstGeom>
          <a:ln w="28575" cap="flat" cmpd="sng">
            <a:solidFill>
              <a:srgbClr val="0066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356" name="Line 20"/>
          <p:cNvSpPr/>
          <p:nvPr/>
        </p:nvSpPr>
        <p:spPr>
          <a:xfrm>
            <a:off x="7435850" y="1593850"/>
            <a:ext cx="0" cy="304800"/>
          </a:xfrm>
          <a:prstGeom prst="line">
            <a:avLst/>
          </a:prstGeom>
          <a:ln w="28575" cap="flat" cmpd="sng">
            <a:solidFill>
              <a:srgbClr val="0066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357" name="Line 21"/>
          <p:cNvSpPr/>
          <p:nvPr/>
        </p:nvSpPr>
        <p:spPr>
          <a:xfrm flipH="1" flipV="1">
            <a:off x="7969250" y="1182688"/>
            <a:ext cx="427038" cy="0"/>
          </a:xfrm>
          <a:prstGeom prst="line">
            <a:avLst/>
          </a:prstGeom>
          <a:ln w="28575" cap="flat" cmpd="sng">
            <a:solidFill>
              <a:srgbClr val="0066FF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14358" name="对象 14357"/>
          <p:cNvGraphicFramePr>
            <a:graphicFrameLocks noChangeAspect="1"/>
          </p:cNvGraphicFramePr>
          <p:nvPr/>
        </p:nvGraphicFramePr>
        <p:xfrm>
          <a:off x="7664450" y="1441450"/>
          <a:ext cx="2476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346710" imgH="320675" progId="Equation.3">
                  <p:embed/>
                </p:oleObj>
              </mc:Choice>
              <mc:Fallback>
                <p:oleObj r:id="rId13" imgW="346710" imgH="32067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64450" y="1441450"/>
                        <a:ext cx="24765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9" name="Object 23"/>
          <p:cNvGraphicFramePr>
            <a:graphicFrameLocks noChangeAspect="1"/>
          </p:cNvGraphicFramePr>
          <p:nvPr/>
        </p:nvGraphicFramePr>
        <p:xfrm>
          <a:off x="3086100" y="3402013"/>
          <a:ext cx="38354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3840480" imgH="1158240" progId="Word.Document.8">
                  <p:embed/>
                </p:oleObj>
              </mc:Choice>
              <mc:Fallback>
                <p:oleObj r:id="rId15" imgW="3840480" imgH="1158240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86100" y="3402013"/>
                        <a:ext cx="3835400" cy="114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0" name="Object 24"/>
          <p:cNvGraphicFramePr>
            <a:graphicFrameLocks noChangeAspect="1"/>
          </p:cNvGraphicFramePr>
          <p:nvPr/>
        </p:nvGraphicFramePr>
        <p:xfrm>
          <a:off x="2112963" y="4551363"/>
          <a:ext cx="54768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5429250" imgH="714375" progId="Word.Document.8">
                  <p:embed/>
                </p:oleObj>
              </mc:Choice>
              <mc:Fallback>
                <p:oleObj r:id="rId17" imgW="5429250" imgH="714375" progId="Word.Document.8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12963" y="4551363"/>
                        <a:ext cx="5476875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1" name="对象 14360"/>
          <p:cNvGraphicFramePr>
            <a:graphicFrameLocks noChangeAspect="1"/>
          </p:cNvGraphicFramePr>
          <p:nvPr/>
        </p:nvGraphicFramePr>
        <p:xfrm>
          <a:off x="2262188" y="5126038"/>
          <a:ext cx="38671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4025900" imgH="838200" progId="Equation.3">
                  <p:embed/>
                </p:oleObj>
              </mc:Choice>
              <mc:Fallback>
                <p:oleObj r:id="rId19" imgW="4025900" imgH="838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62188" y="5126038"/>
                        <a:ext cx="3867150" cy="785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2" name="对象 14361"/>
          <p:cNvGraphicFramePr>
            <a:graphicFrameLocks noChangeAspect="1"/>
          </p:cNvGraphicFramePr>
          <p:nvPr/>
        </p:nvGraphicFramePr>
        <p:xfrm>
          <a:off x="6129338" y="5126038"/>
          <a:ext cx="398303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3657600" imgH="685800" progId="Equation.3">
                  <p:embed/>
                </p:oleObj>
              </mc:Choice>
              <mc:Fallback>
                <p:oleObj r:id="rId21" imgW="3657600" imgH="6858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29338" y="5126038"/>
                        <a:ext cx="3983037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3" name="对象 14362"/>
          <p:cNvGraphicFramePr>
            <a:graphicFrameLocks noChangeAspect="1"/>
          </p:cNvGraphicFramePr>
          <p:nvPr/>
        </p:nvGraphicFramePr>
        <p:xfrm>
          <a:off x="3824288" y="6061075"/>
          <a:ext cx="180022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1778000" imgH="825500" progId="Equation.3">
                  <p:embed/>
                </p:oleObj>
              </mc:Choice>
              <mc:Fallback>
                <p:oleObj r:id="rId23" imgW="1778000" imgH="8255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24288" y="6061075"/>
                        <a:ext cx="1800225" cy="836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2490788" y="1608138"/>
          <a:ext cx="72628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517130" imgH="1052195" progId="Word.Document.8">
                  <p:embed/>
                </p:oleObj>
              </mc:Choice>
              <mc:Fallback>
                <p:oleObj r:id="rId2" imgW="7517130" imgH="1052195" progId="Word.Document.8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90788" y="1608138"/>
                        <a:ext cx="7262812" cy="1011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2462213" y="2768600"/>
          <a:ext cx="4167187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135755" imgH="684530" progId="Word.Document.8">
                  <p:embed/>
                </p:oleObj>
              </mc:Choice>
              <mc:Fallback>
                <p:oleObj r:id="rId4" imgW="4135755" imgH="684530" progId="Word.Document.8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62213" y="2768600"/>
                        <a:ext cx="4167187" cy="684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对象 15363"/>
          <p:cNvGraphicFramePr>
            <a:graphicFrameLocks noChangeAspect="1"/>
          </p:cNvGraphicFramePr>
          <p:nvPr/>
        </p:nvGraphicFramePr>
        <p:xfrm>
          <a:off x="5994400" y="2713038"/>
          <a:ext cx="3606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606800" imgH="812800" progId="Equation.3">
                  <p:embed/>
                </p:oleObj>
              </mc:Choice>
              <mc:Fallback>
                <p:oleObj r:id="rId6" imgW="3606800" imgH="8128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94400" y="2713038"/>
                        <a:ext cx="3606800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2455863" y="3571875"/>
          <a:ext cx="639921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419215" imgH="1038225" progId="Word.Document.8">
                  <p:embed/>
                </p:oleObj>
              </mc:Choice>
              <mc:Fallback>
                <p:oleObj r:id="rId8" imgW="6419215" imgH="1038225" progId="Word.Document.8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55863" y="3571875"/>
                        <a:ext cx="6399212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2514600" y="4643438"/>
          <a:ext cx="5953125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982970" imgH="1249680" progId="Word.Document.8">
                  <p:embed/>
                </p:oleObj>
              </mc:Choice>
              <mc:Fallback>
                <p:oleObj r:id="rId10" imgW="5982970" imgH="1249680" progId="Word.Document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14600" y="4643438"/>
                        <a:ext cx="5953125" cy="1220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7"/>
          <p:cNvSpPr txBox="1"/>
          <p:nvPr/>
        </p:nvSpPr>
        <p:spPr>
          <a:xfrm>
            <a:off x="1684179" y="317818"/>
            <a:ext cx="77393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3. 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计算平面面积（一般比二重积分复杂）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391" name="Rectangle 8"/>
          <p:cNvSpPr>
            <a:spLocks noGrp="1"/>
          </p:cNvSpPr>
          <p:nvPr>
            <p:ph type="title"/>
          </p:nvPr>
        </p:nvSpPr>
        <p:spPr/>
        <p:txBody>
          <a:bodyPr vert="horz" wrap="square" anchor="ctr" anchorCtr="0"/>
          <a:lstStyle/>
          <a:p>
            <a:pPr eaLnBrk="1" hangingPunct="1"/>
            <a:r>
              <a:rPr lang="en-US" altLang="zh-CN" dirty="0"/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430463" y="2055813"/>
          <a:ext cx="550862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509260" imgH="1056640" progId="Word.Document.8">
                  <p:embed/>
                </p:oleObj>
              </mc:Choice>
              <mc:Fallback>
                <p:oleObj r:id="rId2" imgW="5509260" imgH="1056640" progId="Word.Document.8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30463" y="2055813"/>
                        <a:ext cx="5508625" cy="1055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0" name="Object 3"/>
          <p:cNvGraphicFramePr>
            <a:graphicFrameLocks noChangeAspect="1"/>
          </p:cNvGraphicFramePr>
          <p:nvPr/>
        </p:nvGraphicFramePr>
        <p:xfrm>
          <a:off x="2389188" y="285750"/>
          <a:ext cx="72644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511540" imgH="1456055" progId="Word.Document.8">
                  <p:embed/>
                </p:oleObj>
              </mc:Choice>
              <mc:Fallback>
                <p:oleObj r:id="rId4" imgW="8511540" imgH="1456055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89188" y="285750"/>
                        <a:ext cx="7264400" cy="1231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/>
          <p:cNvSpPr txBox="1"/>
          <p:nvPr/>
        </p:nvSpPr>
        <p:spPr>
          <a:xfrm>
            <a:off x="2318227" y="1363822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2" charset="0"/>
                <a:ea typeface="黑体" panose="02010609060101010101" pitchFamily="2" charset="-122"/>
              </a:rPr>
              <a:t>解</a:t>
            </a:r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3036888" y="1350963"/>
          <a:ext cx="366553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666490" imgH="592455" progId="Word.Document.8">
                  <p:embed/>
                </p:oleObj>
              </mc:Choice>
              <mc:Fallback>
                <p:oleObj r:id="rId6" imgW="3666490" imgH="592455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36888" y="1350963"/>
                        <a:ext cx="3665537" cy="579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对象 16389"/>
          <p:cNvGraphicFramePr>
            <a:graphicFrameLocks noChangeAspect="1"/>
          </p:cNvGraphicFramePr>
          <p:nvPr/>
        </p:nvGraphicFramePr>
        <p:xfrm>
          <a:off x="1992313" y="3111500"/>
          <a:ext cx="308292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959100" imgH="838200" progId="Equation.3">
                  <p:embed/>
                </p:oleObj>
              </mc:Choice>
              <mc:Fallback>
                <p:oleObj r:id="rId8" imgW="2959100" imgH="838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92313" y="3111500"/>
                        <a:ext cx="3082925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对象 16390"/>
          <p:cNvGraphicFramePr>
            <a:graphicFrameLocks noChangeAspect="1"/>
          </p:cNvGraphicFramePr>
          <p:nvPr/>
        </p:nvGraphicFramePr>
        <p:xfrm>
          <a:off x="5075238" y="3111500"/>
          <a:ext cx="5341937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626100" imgH="889000" progId="Equation.3">
                  <p:embed/>
                </p:oleObj>
              </mc:Choice>
              <mc:Fallback>
                <p:oleObj r:id="rId10" imgW="5626100" imgH="8890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75238" y="3111500"/>
                        <a:ext cx="5341937" cy="84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2" name="Group 8"/>
          <p:cNvGrpSpPr/>
          <p:nvPr/>
        </p:nvGrpSpPr>
        <p:grpSpPr>
          <a:xfrm>
            <a:off x="6694488" y="1136650"/>
            <a:ext cx="2971800" cy="1371600"/>
            <a:chOff x="0" y="0"/>
            <a:chExt cx="1704" cy="756"/>
          </a:xfrm>
        </p:grpSpPr>
        <p:graphicFrame>
          <p:nvGraphicFramePr>
            <p:cNvPr id="17416" name="Object 9"/>
            <p:cNvGraphicFramePr>
              <a:graphicFrameLocks noChangeAspect="1"/>
            </p:cNvGraphicFramePr>
            <p:nvPr/>
          </p:nvGraphicFramePr>
          <p:xfrm>
            <a:off x="0" y="0"/>
            <a:ext cx="1704" cy="7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705100" imgH="1200150" progId="PBrush">
                    <p:embed/>
                  </p:oleObj>
                </mc:Choice>
                <mc:Fallback>
                  <p:oleObj r:id="rId12" imgW="2705100" imgH="1200150" progId="PBrush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704" cy="756"/>
                        </a:xfrm>
                        <a:prstGeom prst="rect">
                          <a:avLst/>
                        </a:prstGeom>
                        <a:noFill/>
                        <a:ln w="28575" cap="flat" cmpd="sng">
                          <a:solidFill>
                            <a:schemeClr val="bg2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对象 16393"/>
            <p:cNvGraphicFramePr>
              <a:graphicFrameLocks noChangeAspect="1"/>
            </p:cNvGraphicFramePr>
            <p:nvPr/>
          </p:nvGraphicFramePr>
          <p:xfrm>
            <a:off x="1270" y="391"/>
            <a:ext cx="38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072515" imgH="408305" progId="Equation.3">
                    <p:embed/>
                  </p:oleObj>
                </mc:Choice>
                <mc:Fallback>
                  <p:oleObj r:id="rId14" imgW="1072515" imgH="408305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270" y="391"/>
                          <a:ext cx="384" cy="1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8" name="对象 16394"/>
            <p:cNvGraphicFramePr>
              <a:graphicFrameLocks noChangeAspect="1"/>
            </p:cNvGraphicFramePr>
            <p:nvPr/>
          </p:nvGraphicFramePr>
          <p:xfrm>
            <a:off x="672" y="563"/>
            <a:ext cx="141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372110" imgH="295275" progId="Equation.3">
                    <p:embed/>
                  </p:oleObj>
                </mc:Choice>
                <mc:Fallback>
                  <p:oleObj r:id="rId16" imgW="372110" imgH="295275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72" y="563"/>
                          <a:ext cx="141" cy="1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对象 16395"/>
            <p:cNvGraphicFramePr>
              <a:graphicFrameLocks noChangeAspect="1"/>
            </p:cNvGraphicFramePr>
            <p:nvPr/>
          </p:nvGraphicFramePr>
          <p:xfrm>
            <a:off x="336" y="124"/>
            <a:ext cx="144" cy="1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410845" imgH="295275" progId="Equation.3">
                    <p:embed/>
                  </p:oleObj>
                </mc:Choice>
                <mc:Fallback>
                  <p:oleObj r:id="rId18" imgW="410845" imgH="295275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36" y="124"/>
                          <a:ext cx="144" cy="1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0" name="Line 13"/>
            <p:cNvSpPr/>
            <p:nvPr/>
          </p:nvSpPr>
          <p:spPr>
            <a:xfrm>
              <a:off x="336" y="528"/>
              <a:ext cx="240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21" name="Line 14"/>
            <p:cNvSpPr/>
            <p:nvPr/>
          </p:nvSpPr>
          <p:spPr>
            <a:xfrm rot="-498739" flipH="1" flipV="1">
              <a:off x="768" y="288"/>
              <a:ext cx="144" cy="96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16399" name="对象 16398"/>
          <p:cNvGraphicFramePr>
            <a:graphicFrameLocks noChangeAspect="1"/>
          </p:cNvGraphicFramePr>
          <p:nvPr/>
        </p:nvGraphicFramePr>
        <p:xfrm>
          <a:off x="2662238" y="3984625"/>
          <a:ext cx="2844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2844800" imgH="889000" progId="Equation.DSMT4">
                  <p:embed/>
                </p:oleObj>
              </mc:Choice>
              <mc:Fallback>
                <p:oleObj r:id="rId20" imgW="2844800" imgH="8890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662238" y="3984625"/>
                        <a:ext cx="28448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对象 16399"/>
          <p:cNvGraphicFramePr>
            <a:graphicFrameLocks noChangeAspect="1"/>
          </p:cNvGraphicFramePr>
          <p:nvPr/>
        </p:nvGraphicFramePr>
        <p:xfrm>
          <a:off x="5507038" y="3984625"/>
          <a:ext cx="516096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5448300" imgH="901700" progId="Equation.3">
                  <p:embed/>
                </p:oleObj>
              </mc:Choice>
              <mc:Fallback>
                <p:oleObj r:id="rId22" imgW="5448300" imgH="9017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507038" y="3984625"/>
                        <a:ext cx="5160962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对象 16400"/>
          <p:cNvGraphicFramePr>
            <a:graphicFrameLocks noChangeAspect="1"/>
          </p:cNvGraphicFramePr>
          <p:nvPr/>
        </p:nvGraphicFramePr>
        <p:xfrm>
          <a:off x="2662238" y="5084763"/>
          <a:ext cx="30765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3187700" imgH="914400" progId="Equation.3">
                  <p:embed/>
                </p:oleObj>
              </mc:Choice>
              <mc:Fallback>
                <p:oleObj r:id="rId24" imgW="3187700" imgH="9144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662238" y="5084763"/>
                        <a:ext cx="3076575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5" name="Rectangle 18"/>
          <p:cNvSpPr>
            <a:spLocks noGrp="1"/>
          </p:cNvSpPr>
          <p:nvPr>
            <p:ph type="title"/>
          </p:nvPr>
        </p:nvSpPr>
        <p:spPr/>
        <p:txBody>
          <a:bodyPr vert="horz" wrap="square" anchor="ctr" anchorCtr="0"/>
          <a:lstStyle/>
          <a:p>
            <a:pPr eaLnBrk="1" hangingPunct="1"/>
            <a:r>
              <a:rPr lang="en-US" altLang="zh-CN" dirty="0"/>
              <a:t> </a:t>
            </a:r>
          </a:p>
        </p:txBody>
      </p:sp>
      <p:graphicFrame>
        <p:nvGraphicFramePr>
          <p:cNvPr id="16403" name="Object 19"/>
          <p:cNvGraphicFramePr>
            <a:graphicFrameLocks noChangeAspect="1"/>
          </p:cNvGraphicFramePr>
          <p:nvPr/>
        </p:nvGraphicFramePr>
        <p:xfrm>
          <a:off x="2207895" y="5947410"/>
          <a:ext cx="7206615" cy="842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5508625" imgH="647700" progId="Word.Document.8">
                  <p:embed/>
                </p:oleObj>
              </mc:Choice>
              <mc:Fallback>
                <p:oleObj r:id="rId26" imgW="5508625" imgH="647700" progId="Word.Document.8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207895" y="5947410"/>
                        <a:ext cx="7206615" cy="842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文本框 2"/>
          <p:cNvSpPr txBox="1"/>
          <p:nvPr/>
        </p:nvSpPr>
        <p:spPr>
          <a:xfrm>
            <a:off x="1703388" y="44450"/>
            <a:ext cx="46291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>
                <a:latin typeface="Times New Roman" panose="02020603050405020304" pitchFamily="2" charset="0"/>
                <a:ea typeface="宋体" panose="02010600030101010101" pitchFamily="2" charset="-122"/>
              </a:rPr>
              <a:t>P79 </a:t>
            </a:r>
            <a:r>
              <a:rPr lang="zh-CN" altLang="en-US">
                <a:latin typeface="Times New Roman" panose="02020603050405020304" pitchFamily="2" charset="0"/>
                <a:ea typeface="宋体" panose="02010600030101010101" pitchFamily="2" charset="-122"/>
              </a:rPr>
              <a:t>例</a:t>
            </a:r>
            <a:r>
              <a:rPr lang="en-US" altLang="zh-CN">
                <a:latin typeface="Times New Roman" panose="02020603050405020304" pitchFamily="2" charset="0"/>
                <a:ea typeface="宋体" panose="02010600030101010101" pitchFamily="2" charset="-122"/>
              </a:rPr>
              <a:t>4</a:t>
            </a:r>
          </a:p>
        </p:txBody>
      </p:sp>
      <p:graphicFrame>
        <p:nvGraphicFramePr>
          <p:cNvPr id="1843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300" imgH="215900" progId="Equation.KSEE3">
                  <p:embed/>
                </p:oleObj>
              </mc:Choice>
              <mc:Fallback>
                <p:oleObj r:id="rId2" imgW="114300" imgH="215900" progId="Equation.KSEE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5" name="Group 62"/>
          <p:cNvGrpSpPr/>
          <p:nvPr/>
        </p:nvGrpSpPr>
        <p:grpSpPr>
          <a:xfrm>
            <a:off x="6508750" y="1449388"/>
            <a:ext cx="4040188" cy="3725862"/>
            <a:chOff x="0" y="-125"/>
            <a:chExt cx="1571" cy="1189"/>
          </a:xfrm>
        </p:grpSpPr>
        <p:sp>
          <p:nvSpPr>
            <p:cNvPr id="18436" name="Oval 63"/>
            <p:cNvSpPr/>
            <p:nvPr/>
          </p:nvSpPr>
          <p:spPr>
            <a:xfrm rot="1497978">
              <a:off x="613" y="-31"/>
              <a:ext cx="958" cy="638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>
                <a:latin typeface="Times New Roman" panose="02020603050405020304" pitchFamily="2" charset="0"/>
                <a:ea typeface="幼圆" panose="02010509060101010101" pitchFamily="1" charset="-122"/>
              </a:endParaRPr>
            </a:p>
          </p:txBody>
        </p:sp>
        <p:sp>
          <p:nvSpPr>
            <p:cNvPr id="18437" name="Line 64"/>
            <p:cNvSpPr/>
            <p:nvPr/>
          </p:nvSpPr>
          <p:spPr>
            <a:xfrm rot="-4772553" flipV="1">
              <a:off x="1181" y="-173"/>
              <a:ext cx="173" cy="269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438" name="Line 65"/>
            <p:cNvSpPr/>
            <p:nvPr/>
          </p:nvSpPr>
          <p:spPr>
            <a:xfrm>
              <a:off x="0" y="632"/>
              <a:ext cx="14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439" name="Line 66"/>
            <p:cNvSpPr/>
            <p:nvPr/>
          </p:nvSpPr>
          <p:spPr>
            <a:xfrm flipV="1">
              <a:off x="512" y="8"/>
              <a:ext cx="0" cy="10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18440" name="对象 13321"/>
            <p:cNvGraphicFramePr>
              <a:graphicFrameLocks noChangeAspect="1"/>
            </p:cNvGraphicFramePr>
            <p:nvPr/>
          </p:nvGraphicFramePr>
          <p:xfrm>
            <a:off x="368" y="644"/>
            <a:ext cx="128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15900" imgH="368300" progId="Equation.3">
                    <p:embed/>
                  </p:oleObj>
                </mc:Choice>
                <mc:Fallback>
                  <p:oleObj r:id="rId4" imgW="215900" imgH="3683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8" y="644"/>
                          <a:ext cx="128" cy="1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1" name="对象 133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9928260"/>
                </p:ext>
              </p:extLst>
            </p:nvPr>
          </p:nvGraphicFramePr>
          <p:xfrm>
            <a:off x="1311" y="680"/>
            <a:ext cx="97" cy="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57175" imgH="244475" progId="Equation.3">
                    <p:embed/>
                  </p:oleObj>
                </mc:Choice>
                <mc:Fallback>
                  <p:oleObj r:id="rId6" imgW="257175" imgH="244475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311" y="680"/>
                          <a:ext cx="97" cy="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2" name="对象 133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2172268"/>
                </p:ext>
              </p:extLst>
            </p:nvPr>
          </p:nvGraphicFramePr>
          <p:xfrm>
            <a:off x="371" y="0"/>
            <a:ext cx="77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56540" imgH="320675" progId="Equation.3">
                    <p:embed/>
                  </p:oleObj>
                </mc:Choice>
                <mc:Fallback>
                  <p:oleObj r:id="rId8" imgW="256540" imgH="320675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71" y="0"/>
                          <a:ext cx="77" cy="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3" name="对象 13324"/>
            <p:cNvGraphicFramePr>
              <a:graphicFrameLocks noChangeAspect="1"/>
            </p:cNvGraphicFramePr>
            <p:nvPr/>
          </p:nvGraphicFramePr>
          <p:xfrm>
            <a:off x="656" y="483"/>
            <a:ext cx="88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68605" imgH="294005" progId="Equation.3">
                    <p:embed/>
                  </p:oleObj>
                </mc:Choice>
                <mc:Fallback>
                  <p:oleObj r:id="rId10" imgW="268605" imgH="294005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56" y="483"/>
                          <a:ext cx="88" cy="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44" name="Group 93"/>
          <p:cNvGrpSpPr/>
          <p:nvPr/>
        </p:nvGrpSpPr>
        <p:grpSpPr>
          <a:xfrm>
            <a:off x="8513763" y="2300288"/>
            <a:ext cx="942975" cy="814387"/>
            <a:chOff x="-5" y="56"/>
            <a:chExt cx="444" cy="301"/>
          </a:xfrm>
        </p:grpSpPr>
        <p:sp>
          <p:nvSpPr>
            <p:cNvPr id="18445" name="Oval 75"/>
            <p:cNvSpPr/>
            <p:nvPr/>
          </p:nvSpPr>
          <p:spPr>
            <a:xfrm>
              <a:off x="-5" y="56"/>
              <a:ext cx="337" cy="301"/>
            </a:xfrm>
            <a:prstGeom prst="ellipse">
              <a:avLst/>
            </a:prstGeom>
            <a:solidFill>
              <a:srgbClr val="FCF3B5">
                <a:alpha val="50000"/>
              </a:srgbClr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>
                <a:latin typeface="Times New Roman" panose="02020603050405020304" pitchFamily="2" charset="0"/>
                <a:ea typeface="幼圆" panose="02010509060101010101" pitchFamily="1" charset="-122"/>
              </a:endParaRPr>
            </a:p>
          </p:txBody>
        </p:sp>
        <p:sp>
          <p:nvSpPr>
            <p:cNvPr id="18446" name="Line 76"/>
            <p:cNvSpPr/>
            <p:nvPr/>
          </p:nvSpPr>
          <p:spPr>
            <a:xfrm rot="-10390592" flipH="1" flipV="1">
              <a:off x="213" y="66"/>
              <a:ext cx="226" cy="103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18447" name="对象 13332"/>
          <p:cNvGraphicFramePr>
            <a:graphicFrameLocks noChangeAspect="1"/>
          </p:cNvGraphicFramePr>
          <p:nvPr/>
        </p:nvGraphicFramePr>
        <p:xfrm>
          <a:off x="9605963" y="2814638"/>
          <a:ext cx="56356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65100" imgH="165100" progId="Equation.3">
                  <p:embed/>
                </p:oleObj>
              </mc:Choice>
              <mc:Fallback>
                <p:oleObj r:id="rId12" imgW="165100" imgH="1651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605963" y="2814638"/>
                        <a:ext cx="563562" cy="506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Line 64"/>
          <p:cNvSpPr/>
          <p:nvPr/>
        </p:nvSpPr>
        <p:spPr>
          <a:xfrm rot="-4712553">
            <a:off x="9815513" y="1573213"/>
            <a:ext cx="579437" cy="47942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8449" name="Line 76"/>
          <p:cNvSpPr/>
          <p:nvPr/>
        </p:nvSpPr>
        <p:spPr>
          <a:xfrm rot="-10390592" flipV="1">
            <a:off x="8763000" y="2373313"/>
            <a:ext cx="295275" cy="322262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18450" name="对象 13324"/>
          <p:cNvGraphicFramePr>
            <a:graphicFrameLocks noChangeAspect="1"/>
          </p:cNvGraphicFramePr>
          <p:nvPr/>
        </p:nvGraphicFramePr>
        <p:xfrm>
          <a:off x="8745538" y="660400"/>
          <a:ext cx="5556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52400" imgH="266700" progId="Equation.3">
                  <p:embed/>
                </p:oleObj>
              </mc:Choice>
              <mc:Fallback>
                <p:oleObj r:id="rId14" imgW="152400" imgH="2667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745538" y="660400"/>
                        <a:ext cx="555625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1" name="对象 13324"/>
          <p:cNvGraphicFramePr>
            <a:graphicFrameLocks noChangeAspect="1"/>
          </p:cNvGraphicFramePr>
          <p:nvPr/>
        </p:nvGraphicFramePr>
        <p:xfrm>
          <a:off x="9856788" y="812800"/>
          <a:ext cx="64611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77165" imgH="266700" progId="Equation.3">
                  <p:embed/>
                </p:oleObj>
              </mc:Choice>
              <mc:Fallback>
                <p:oleObj r:id="rId16" imgW="177165" imgH="2667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856788" y="812800"/>
                        <a:ext cx="646112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2" name="对象 1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227309"/>
              </p:ext>
            </p:extLst>
          </p:nvPr>
        </p:nvGraphicFramePr>
        <p:xfrm>
          <a:off x="760363" y="629399"/>
          <a:ext cx="6344920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984500" imgH="1346200" progId="Equation.KSEE3">
                  <p:embed/>
                </p:oleObj>
              </mc:Choice>
              <mc:Fallback>
                <p:oleObj r:id="rId18" imgW="2984500" imgH="1346200" progId="Equation.KSEE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60363" y="629399"/>
                        <a:ext cx="6344920" cy="2778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3" name="对象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919288" y="3859213"/>
          <a:ext cx="2754312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320165" imgH="736600" progId="Equation.KSEE3">
                  <p:embed/>
                </p:oleObj>
              </mc:Choice>
              <mc:Fallback>
                <p:oleObj r:id="rId20" imgW="1320165" imgH="736600" progId="Equation.KSEE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19288" y="3859213"/>
                        <a:ext cx="2754312" cy="1449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4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644775" y="5740400"/>
          <a:ext cx="51673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476500" imgH="419100" progId="Equation.KSEE3">
                  <p:embed/>
                </p:oleObj>
              </mc:Choice>
              <mc:Fallback>
                <p:oleObj r:id="rId22" imgW="2476500" imgH="419100" progId="Equation.KSEE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644775" y="5740400"/>
                        <a:ext cx="5167313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文本框 2"/>
          <p:cNvSpPr txBox="1"/>
          <p:nvPr/>
        </p:nvSpPr>
        <p:spPr>
          <a:xfrm>
            <a:off x="2424113" y="423863"/>
            <a:ext cx="46291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>
                <a:latin typeface="Times New Roman" panose="02020603050405020304" pitchFamily="2" charset="0"/>
                <a:ea typeface="宋体" panose="02010600030101010101" pitchFamily="2" charset="-122"/>
              </a:rPr>
              <a:t>P79 </a:t>
            </a:r>
            <a:r>
              <a:rPr lang="zh-CN" altLang="en-US">
                <a:latin typeface="Times New Roman" panose="02020603050405020304" pitchFamily="2" charset="0"/>
                <a:ea typeface="宋体" panose="02010600030101010101" pitchFamily="2" charset="-122"/>
              </a:rPr>
              <a:t>例</a:t>
            </a:r>
            <a:r>
              <a:rPr lang="en-US" altLang="zh-CN">
                <a:latin typeface="Times New Roman" panose="02020603050405020304" pitchFamily="2" charset="0"/>
                <a:ea typeface="宋体" panose="02010600030101010101" pitchFamily="2" charset="-122"/>
              </a:rPr>
              <a:t>5</a:t>
            </a:r>
            <a:r>
              <a:rPr lang="zh-CN" altLang="en-US">
                <a:latin typeface="Times New Roman" panose="02020603050405020304" pitchFamily="2" charset="0"/>
                <a:ea typeface="宋体" panose="02010600030101010101" pitchFamily="2" charset="-122"/>
              </a:rPr>
              <a:t>格林公式的第二种形式</a:t>
            </a:r>
          </a:p>
        </p:txBody>
      </p:sp>
      <p:graphicFrame>
        <p:nvGraphicFramePr>
          <p:cNvPr id="19458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4300" imgH="215900" progId="Equation.KSEE3">
                  <p:embed/>
                </p:oleObj>
              </mc:Choice>
              <mc:Fallback>
                <p:oleObj r:id="rId3" imgW="114300" imgH="215900" progId="Equation.KSEE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59" name="Group 62"/>
          <p:cNvGrpSpPr/>
          <p:nvPr/>
        </p:nvGrpSpPr>
        <p:grpSpPr>
          <a:xfrm>
            <a:off x="6508750" y="1449388"/>
            <a:ext cx="4040188" cy="3725862"/>
            <a:chOff x="0" y="-125"/>
            <a:chExt cx="1571" cy="1189"/>
          </a:xfrm>
        </p:grpSpPr>
        <p:sp>
          <p:nvSpPr>
            <p:cNvPr id="19460" name="Oval 63"/>
            <p:cNvSpPr/>
            <p:nvPr/>
          </p:nvSpPr>
          <p:spPr>
            <a:xfrm rot="1497978">
              <a:off x="613" y="-31"/>
              <a:ext cx="958" cy="638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>
                <a:latin typeface="Times New Roman" panose="02020603050405020304" pitchFamily="2" charset="0"/>
                <a:ea typeface="幼圆" panose="02010509060101010101" pitchFamily="1" charset="-122"/>
              </a:endParaRPr>
            </a:p>
          </p:txBody>
        </p:sp>
        <p:sp>
          <p:nvSpPr>
            <p:cNvPr id="19461" name="Line 64"/>
            <p:cNvSpPr/>
            <p:nvPr/>
          </p:nvSpPr>
          <p:spPr>
            <a:xfrm rot="-4772553" flipV="1">
              <a:off x="1181" y="-173"/>
              <a:ext cx="173" cy="269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62" name="Line 65"/>
            <p:cNvSpPr/>
            <p:nvPr/>
          </p:nvSpPr>
          <p:spPr>
            <a:xfrm>
              <a:off x="0" y="632"/>
              <a:ext cx="14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63" name="Line 66"/>
            <p:cNvSpPr/>
            <p:nvPr/>
          </p:nvSpPr>
          <p:spPr>
            <a:xfrm flipV="1">
              <a:off x="512" y="8"/>
              <a:ext cx="0" cy="10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19464" name="对象 13321"/>
            <p:cNvGraphicFramePr>
              <a:graphicFrameLocks noChangeAspect="1"/>
            </p:cNvGraphicFramePr>
            <p:nvPr/>
          </p:nvGraphicFramePr>
          <p:xfrm>
            <a:off x="368" y="644"/>
            <a:ext cx="128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15900" imgH="368300" progId="Equation.3">
                    <p:embed/>
                  </p:oleObj>
                </mc:Choice>
                <mc:Fallback>
                  <p:oleObj r:id="rId5" imgW="215900" imgH="3683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8" y="644"/>
                          <a:ext cx="128" cy="1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对象 133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1036441"/>
                </p:ext>
              </p:extLst>
            </p:nvPr>
          </p:nvGraphicFramePr>
          <p:xfrm>
            <a:off x="1317" y="680"/>
            <a:ext cx="91" cy="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57175" imgH="244475" progId="Equation.3">
                    <p:embed/>
                  </p:oleObj>
                </mc:Choice>
                <mc:Fallback>
                  <p:oleObj r:id="rId7" imgW="257175" imgH="244475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17" y="680"/>
                          <a:ext cx="91" cy="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对象 133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538609"/>
                </p:ext>
              </p:extLst>
            </p:nvPr>
          </p:nvGraphicFramePr>
          <p:xfrm>
            <a:off x="370" y="0"/>
            <a:ext cx="78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256540" imgH="320675" progId="Equation.3">
                    <p:embed/>
                  </p:oleObj>
                </mc:Choice>
                <mc:Fallback>
                  <p:oleObj r:id="rId9" imgW="256540" imgH="320675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0" y="0"/>
                          <a:ext cx="78" cy="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7" name="对象 13324"/>
            <p:cNvGraphicFramePr>
              <a:graphicFrameLocks noChangeAspect="1"/>
            </p:cNvGraphicFramePr>
            <p:nvPr/>
          </p:nvGraphicFramePr>
          <p:xfrm>
            <a:off x="656" y="483"/>
            <a:ext cx="88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268605" imgH="294005" progId="Equation.3">
                    <p:embed/>
                  </p:oleObj>
                </mc:Choice>
                <mc:Fallback>
                  <p:oleObj r:id="rId11" imgW="268605" imgH="294005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56" y="483"/>
                          <a:ext cx="88" cy="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68" name="Group 93"/>
          <p:cNvGrpSpPr/>
          <p:nvPr/>
        </p:nvGrpSpPr>
        <p:grpSpPr>
          <a:xfrm>
            <a:off x="8513763" y="2300288"/>
            <a:ext cx="942975" cy="814387"/>
            <a:chOff x="-5" y="56"/>
            <a:chExt cx="444" cy="301"/>
          </a:xfrm>
        </p:grpSpPr>
        <p:sp>
          <p:nvSpPr>
            <p:cNvPr id="19469" name="Oval 75"/>
            <p:cNvSpPr/>
            <p:nvPr/>
          </p:nvSpPr>
          <p:spPr>
            <a:xfrm>
              <a:off x="-5" y="56"/>
              <a:ext cx="337" cy="301"/>
            </a:xfrm>
            <a:prstGeom prst="ellipse">
              <a:avLst/>
            </a:prstGeom>
            <a:solidFill>
              <a:srgbClr val="FCF3B5">
                <a:alpha val="50000"/>
              </a:srgbClr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>
                <a:latin typeface="Times New Roman" panose="02020603050405020304" pitchFamily="2" charset="0"/>
                <a:ea typeface="幼圆" panose="02010509060101010101" pitchFamily="1" charset="-122"/>
              </a:endParaRPr>
            </a:p>
          </p:txBody>
        </p:sp>
        <p:sp>
          <p:nvSpPr>
            <p:cNvPr id="19470" name="Line 76"/>
            <p:cNvSpPr/>
            <p:nvPr/>
          </p:nvSpPr>
          <p:spPr>
            <a:xfrm rot="-10390592" flipH="1" flipV="1">
              <a:off x="213" y="66"/>
              <a:ext cx="226" cy="103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19471" name="对象 13332"/>
          <p:cNvGraphicFramePr>
            <a:graphicFrameLocks noChangeAspect="1"/>
          </p:cNvGraphicFramePr>
          <p:nvPr/>
        </p:nvGraphicFramePr>
        <p:xfrm>
          <a:off x="9605963" y="2814638"/>
          <a:ext cx="56356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65100" imgH="165100" progId="Equation.3">
                  <p:embed/>
                </p:oleObj>
              </mc:Choice>
              <mc:Fallback>
                <p:oleObj r:id="rId13" imgW="165100" imgH="1651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605963" y="2814638"/>
                        <a:ext cx="563562" cy="506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Line 64"/>
          <p:cNvSpPr/>
          <p:nvPr/>
        </p:nvSpPr>
        <p:spPr>
          <a:xfrm rot="-4712553">
            <a:off x="9815513" y="1573213"/>
            <a:ext cx="579437" cy="47942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9473" name="Line 76"/>
          <p:cNvSpPr/>
          <p:nvPr/>
        </p:nvSpPr>
        <p:spPr>
          <a:xfrm rot="-10390592" flipV="1">
            <a:off x="8763000" y="2373313"/>
            <a:ext cx="295275" cy="322262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19474" name="对象 13324"/>
          <p:cNvGraphicFramePr>
            <a:graphicFrameLocks noChangeAspect="1"/>
          </p:cNvGraphicFramePr>
          <p:nvPr/>
        </p:nvGraphicFramePr>
        <p:xfrm>
          <a:off x="8745538" y="660400"/>
          <a:ext cx="5556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52400" imgH="266700" progId="Equation.3">
                  <p:embed/>
                </p:oleObj>
              </mc:Choice>
              <mc:Fallback>
                <p:oleObj r:id="rId15" imgW="152400" imgH="266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745538" y="660400"/>
                        <a:ext cx="555625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5" name="对象 13324"/>
          <p:cNvGraphicFramePr>
            <a:graphicFrameLocks noChangeAspect="1"/>
          </p:cNvGraphicFramePr>
          <p:nvPr/>
        </p:nvGraphicFramePr>
        <p:xfrm>
          <a:off x="9856788" y="812800"/>
          <a:ext cx="64611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77165" imgH="266700" progId="Equation.3">
                  <p:embed/>
                </p:oleObj>
              </mc:Choice>
              <mc:Fallback>
                <p:oleObj r:id="rId17" imgW="177165" imgH="2667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856788" y="812800"/>
                        <a:ext cx="646112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7" name="对象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83298" y="3716973"/>
          <a:ext cx="2754312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320165" imgH="736600" progId="Equation.KSEE3">
                  <p:embed/>
                </p:oleObj>
              </mc:Choice>
              <mc:Fallback>
                <p:oleObj r:id="rId19" imgW="1320165" imgH="736600" progId="Equation.KSEE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83298" y="3716973"/>
                        <a:ext cx="2754312" cy="1449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11860" y="5373053"/>
          <a:ext cx="6916738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3314700" imgH="736600" progId="Equation.KSEE3">
                  <p:embed/>
                </p:oleObj>
              </mc:Choice>
              <mc:Fallback>
                <p:oleObj r:id="rId21" imgW="3314700" imgH="736600" progId="Equation.KSEE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11860" y="5373053"/>
                        <a:ext cx="6916738" cy="1449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2" name="对象 1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19455" y="880428"/>
          <a:ext cx="6344920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2984500" imgH="1346200" progId="Equation.KSEE3">
                  <p:embed/>
                </p:oleObj>
              </mc:Choice>
              <mc:Fallback>
                <p:oleObj r:id="rId23" imgW="2984500" imgH="1346200" progId="Equation.KSEE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9455" y="880428"/>
                        <a:ext cx="6344920" cy="2778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/>
          </p:cNvSpPr>
          <p:nvPr>
            <p:ph type="title"/>
          </p:nvPr>
        </p:nvSpPr>
        <p:spPr>
          <a:xfrm>
            <a:off x="2133600" y="315913"/>
            <a:ext cx="8153400" cy="685800"/>
          </a:xfrm>
        </p:spPr>
        <p:txBody>
          <a:bodyPr vert="horz" wrap="square" anchor="ctr" anchorCtr="0"/>
          <a:lstStyle/>
          <a:p>
            <a:pPr algn="l" eaLnBrk="1" hangingPunct="1"/>
            <a:r>
              <a:rPr lang="en-US" altLang="zh-CN" sz="3200" b="1" dirty="0">
                <a:solidFill>
                  <a:srgbClr val="0033CC"/>
                </a:solidFill>
                <a:ea typeface="楷体_GB2312" pitchFamily="1" charset="-122"/>
              </a:rPr>
              <a:t>2</a:t>
            </a:r>
            <a:r>
              <a:rPr lang="zh-CN" altLang="en-US" sz="3200" b="1" dirty="0">
                <a:solidFill>
                  <a:srgbClr val="0033CC"/>
                </a:solidFill>
                <a:ea typeface="楷体_GB2312" pitchFamily="1" charset="-122"/>
              </a:rPr>
              <a:t>、平面上曲线积分与路径无关的等价条件</a:t>
            </a:r>
            <a:endParaRPr lang="zh-CN" altLang="en-US" sz="3200" dirty="0">
              <a:solidFill>
                <a:srgbClr val="0033CC"/>
              </a:solidFill>
              <a:ea typeface="楷体_GB2312" pitchFamily="1" charset="-122"/>
            </a:endParaRPr>
          </a:p>
        </p:txBody>
      </p:sp>
      <p:grpSp>
        <p:nvGrpSpPr>
          <p:cNvPr id="17411" name="Group 11"/>
          <p:cNvGrpSpPr/>
          <p:nvPr/>
        </p:nvGrpSpPr>
        <p:grpSpPr>
          <a:xfrm>
            <a:off x="2133600" y="1916113"/>
            <a:ext cx="8534400" cy="2768600"/>
            <a:chOff x="0" y="0"/>
            <a:chExt cx="5376" cy="1744"/>
          </a:xfrm>
        </p:grpSpPr>
        <p:sp>
          <p:nvSpPr>
            <p:cNvPr id="20483" name="Rectangle 12"/>
            <p:cNvSpPr/>
            <p:nvPr/>
          </p:nvSpPr>
          <p:spPr>
            <a:xfrm>
              <a:off x="3494" y="20"/>
              <a:ext cx="1882" cy="17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endParaRPr lang="zh-CN" altLang="zh-CN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grpSp>
          <p:nvGrpSpPr>
            <p:cNvPr id="20484" name="Group 13"/>
            <p:cNvGrpSpPr/>
            <p:nvPr/>
          </p:nvGrpSpPr>
          <p:grpSpPr>
            <a:xfrm>
              <a:off x="3776" y="123"/>
              <a:ext cx="1408" cy="1488"/>
              <a:chOff x="0" y="0"/>
              <a:chExt cx="1408" cy="1488"/>
            </a:xfrm>
          </p:grpSpPr>
          <p:graphicFrame>
            <p:nvGraphicFramePr>
              <p:cNvPr id="20485" name="对象 17413"/>
              <p:cNvGraphicFramePr>
                <a:graphicFrameLocks noChangeAspect="1"/>
              </p:cNvGraphicFramePr>
              <p:nvPr/>
            </p:nvGraphicFramePr>
            <p:xfrm>
              <a:off x="112" y="20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266700" imgH="368300" progId="Equation.3">
                      <p:embed/>
                    </p:oleObj>
                  </mc:Choice>
                  <mc:Fallback>
                    <p:oleObj r:id="rId9" imgW="266700" imgH="368300" progId="Equation.3">
                      <p:embed/>
                      <p:pic>
                        <p:nvPicPr>
                          <p:cNvPr id="0" name="图片 3127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12" y="20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6" name="对象 17414"/>
              <p:cNvGraphicFramePr>
                <a:graphicFrameLocks noChangeAspect="1"/>
              </p:cNvGraphicFramePr>
              <p:nvPr/>
            </p:nvGraphicFramePr>
            <p:xfrm>
              <a:off x="1264" y="133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254000" imgH="266700" progId="Equation.3">
                      <p:embed/>
                    </p:oleObj>
                  </mc:Choice>
                  <mc:Fallback>
                    <p:oleObj r:id="rId11" imgW="254000" imgH="266700" progId="Equation.3">
                      <p:embed/>
                      <p:pic>
                        <p:nvPicPr>
                          <p:cNvPr id="0" name="图片 3124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264" y="133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487" name="Line 16"/>
              <p:cNvSpPr/>
              <p:nvPr/>
            </p:nvSpPr>
            <p:spPr>
              <a:xfrm>
                <a:off x="64" y="1248"/>
                <a:ext cx="13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0488" name="Line 17"/>
              <p:cNvSpPr/>
              <p:nvPr/>
            </p:nvSpPr>
            <p:spPr>
              <a:xfrm flipV="1">
                <a:off x="64" y="0"/>
                <a:ext cx="0" cy="124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20489" name="对象 17417"/>
              <p:cNvGraphicFramePr>
                <a:graphicFrameLocks noChangeAspect="1"/>
              </p:cNvGraphicFramePr>
              <p:nvPr/>
            </p:nvGraphicFramePr>
            <p:xfrm>
              <a:off x="0" y="1288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241300" imgH="266700" progId="Equation.3">
                      <p:embed/>
                    </p:oleObj>
                  </mc:Choice>
                  <mc:Fallback>
                    <p:oleObj r:id="rId13" imgW="241300" imgH="266700" progId="Equation.3">
                      <p:embed/>
                      <p:pic>
                        <p:nvPicPr>
                          <p:cNvPr id="0" name="图片 3130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0" y="1288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490" name="Rectangle 19"/>
            <p:cNvSpPr/>
            <p:nvPr/>
          </p:nvSpPr>
          <p:spPr>
            <a:xfrm>
              <a:off x="0" y="0"/>
              <a:ext cx="153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lstStyle/>
            <a:p>
              <a:r>
                <a:rPr lang="zh-CN" altLang="en-US" sz="2800" b="1" dirty="0">
                  <a:solidFill>
                    <a:srgbClr val="0066FF"/>
                  </a:solidFill>
                  <a:latin typeface="Times New Roman" panose="02020603050405020304" pitchFamily="2" charset="0"/>
                  <a:ea typeface="楷体_GB2312" pitchFamily="1" charset="-122"/>
                </a:rPr>
                <a:t>例</a:t>
              </a:r>
              <a:r>
                <a:rPr lang="en-US" altLang="zh-CN" sz="2800" b="1" dirty="0">
                  <a:solidFill>
                    <a:srgbClr val="0066FF"/>
                  </a:solidFill>
                  <a:latin typeface="Times New Roman" panose="02020603050405020304" pitchFamily="2" charset="0"/>
                  <a:ea typeface="楷体_GB2312" pitchFamily="1" charset="-122"/>
                </a:rPr>
                <a:t>.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2" charset="0"/>
                  <a:ea typeface="楷体_GB2312" pitchFamily="1" charset="-122"/>
                </a:rPr>
                <a:t> </a:t>
              </a: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计算</a:t>
              </a:r>
              <a:endParaRPr lang="zh-CN" altLang="en-US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20492" name="Text Box 21"/>
            <p:cNvSpPr txBox="1"/>
            <p:nvPr/>
          </p:nvSpPr>
          <p:spPr>
            <a:xfrm>
              <a:off x="2592" y="48"/>
              <a:ext cx="10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其中</a:t>
              </a:r>
              <a:r>
                <a:rPr lang="en-US" altLang="zh-CN" sz="2800" i="1" dirty="0">
                  <a:latin typeface="Times New Roman" panose="02020603050405020304" pitchFamily="2" charset="0"/>
                  <a:ea typeface="楷体_GB2312" pitchFamily="1" charset="-122"/>
                </a:rPr>
                <a:t>L</a:t>
              </a: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为</a:t>
              </a:r>
            </a:p>
          </p:txBody>
        </p:sp>
        <p:sp>
          <p:nvSpPr>
            <p:cNvPr id="20493" name="Text Box 22"/>
            <p:cNvSpPr txBox="1"/>
            <p:nvPr/>
          </p:nvSpPr>
          <p:spPr>
            <a:xfrm>
              <a:off x="264" y="432"/>
              <a:ext cx="129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2" charset="0"/>
                  <a:ea typeface="楷体_GB2312" pitchFamily="1" charset="-122"/>
                </a:rPr>
                <a:t>(1) </a:t>
              </a: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抛物线  </a:t>
              </a:r>
            </a:p>
          </p:txBody>
        </p:sp>
        <p:sp>
          <p:nvSpPr>
            <p:cNvPr id="20495" name="Text Box 24"/>
            <p:cNvSpPr txBox="1"/>
            <p:nvPr/>
          </p:nvSpPr>
          <p:spPr>
            <a:xfrm>
              <a:off x="264" y="852"/>
              <a:ext cx="124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2" charset="0"/>
                  <a:ea typeface="楷体_GB2312" pitchFamily="1" charset="-122"/>
                </a:rPr>
                <a:t>(2) </a:t>
              </a: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抛物线  </a:t>
              </a:r>
            </a:p>
          </p:txBody>
        </p:sp>
        <p:sp>
          <p:nvSpPr>
            <p:cNvPr id="20497" name="Text Box 26"/>
            <p:cNvSpPr txBox="1"/>
            <p:nvPr/>
          </p:nvSpPr>
          <p:spPr>
            <a:xfrm>
              <a:off x="264" y="1292"/>
              <a:ext cx="15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2" charset="0"/>
                  <a:ea typeface="楷体_GB2312" pitchFamily="1" charset="-122"/>
                </a:rPr>
                <a:t>(3) </a:t>
              </a: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有向折线</a:t>
              </a:r>
              <a:r>
                <a:rPr lang="zh-CN" altLang="en-US" sz="2800" i="1" dirty="0">
                  <a:latin typeface="Times New Roman" panose="02020603050405020304" pitchFamily="2" charset="0"/>
                  <a:ea typeface="楷体_GB2312" pitchFamily="1" charset="-122"/>
                </a:rPr>
                <a:t> </a:t>
              </a:r>
              <a:endParaRPr lang="zh-CN" altLang="en-US" sz="2800" dirty="0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20502" name="Line 31"/>
            <p:cNvSpPr/>
            <p:nvPr/>
          </p:nvSpPr>
          <p:spPr>
            <a:xfrm flipV="1">
              <a:off x="4801" y="363"/>
              <a:ext cx="0" cy="9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3" name="Line 32"/>
            <p:cNvSpPr/>
            <p:nvPr/>
          </p:nvSpPr>
          <p:spPr>
            <a:xfrm>
              <a:off x="4320" y="1371"/>
              <a:ext cx="288" cy="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0504" name="Line 33"/>
            <p:cNvSpPr/>
            <p:nvPr/>
          </p:nvSpPr>
          <p:spPr>
            <a:xfrm flipV="1">
              <a:off x="4800" y="843"/>
              <a:ext cx="0" cy="240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20505" name="Group 34"/>
            <p:cNvGrpSpPr/>
            <p:nvPr/>
          </p:nvGrpSpPr>
          <p:grpSpPr>
            <a:xfrm>
              <a:off x="3580" y="363"/>
              <a:ext cx="1220" cy="1008"/>
              <a:chOff x="0" y="0"/>
              <a:chExt cx="1220" cy="1008"/>
            </a:xfrm>
          </p:grpSpPr>
          <p:graphicFrame>
            <p:nvGraphicFramePr>
              <p:cNvPr id="20506" name="对象 17434"/>
              <p:cNvGraphicFramePr>
                <a:graphicFrameLocks noChangeAspect="1"/>
              </p:cNvGraphicFramePr>
              <p:nvPr/>
            </p:nvGraphicFramePr>
            <p:xfrm>
              <a:off x="0" y="48"/>
              <a:ext cx="768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" imgW="520700" imgH="254000" progId="Equation.3">
                      <p:embed/>
                    </p:oleObj>
                  </mc:Choice>
                  <mc:Fallback>
                    <p:oleObj r:id="rId15" imgW="520700" imgH="254000" progId="Equation.3">
                      <p:embed/>
                      <p:pic>
                        <p:nvPicPr>
                          <p:cNvPr id="0" name="图片 3134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99FF33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0" y="48"/>
                            <a:ext cx="768" cy="4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07" name="Freeform 36"/>
              <p:cNvSpPr/>
              <p:nvPr/>
            </p:nvSpPr>
            <p:spPr>
              <a:xfrm>
                <a:off x="260" y="0"/>
                <a:ext cx="960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240" y="528"/>
                  </a:cxn>
                  <a:cxn ang="0">
                    <a:pos x="960" y="0"/>
                  </a:cxn>
                </a:cxnLst>
                <a:rect l="0" t="0" r="0" b="0"/>
                <a:pathLst>
                  <a:path w="960" h="1008">
                    <a:moveTo>
                      <a:pt x="0" y="1008"/>
                    </a:moveTo>
                    <a:cubicBezTo>
                      <a:pt x="40" y="852"/>
                      <a:pt x="80" y="696"/>
                      <a:pt x="240" y="528"/>
                    </a:cubicBezTo>
                    <a:cubicBezTo>
                      <a:pt x="400" y="360"/>
                      <a:pt x="680" y="180"/>
                      <a:pt x="960" y="0"/>
                    </a:cubicBezTo>
                  </a:path>
                </a:pathLst>
              </a:custGeom>
              <a:noFill/>
              <a:ln w="28575" cap="flat" cmpd="sng">
                <a:solidFill>
                  <a:srgbClr val="99FF3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8" name="Line 37"/>
              <p:cNvSpPr/>
              <p:nvPr/>
            </p:nvSpPr>
            <p:spPr>
              <a:xfrm flipV="1">
                <a:off x="692" y="192"/>
                <a:ext cx="240" cy="16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20509" name="Group 38"/>
            <p:cNvGrpSpPr/>
            <p:nvPr/>
          </p:nvGrpSpPr>
          <p:grpSpPr>
            <a:xfrm>
              <a:off x="3840" y="363"/>
              <a:ext cx="960" cy="1008"/>
              <a:chOff x="0" y="0"/>
              <a:chExt cx="960" cy="1008"/>
            </a:xfrm>
          </p:grpSpPr>
          <p:sp>
            <p:nvSpPr>
              <p:cNvPr id="20511" name="Freeform 40"/>
              <p:cNvSpPr/>
              <p:nvPr/>
            </p:nvSpPr>
            <p:spPr>
              <a:xfrm>
                <a:off x="0" y="0"/>
                <a:ext cx="960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480" y="816"/>
                  </a:cxn>
                  <a:cxn ang="0">
                    <a:pos x="960" y="0"/>
                  </a:cxn>
                </a:cxnLst>
                <a:rect l="0" t="0" r="0" b="0"/>
                <a:pathLst>
                  <a:path w="960" h="1008">
                    <a:moveTo>
                      <a:pt x="0" y="1008"/>
                    </a:moveTo>
                    <a:cubicBezTo>
                      <a:pt x="160" y="996"/>
                      <a:pt x="320" y="984"/>
                      <a:pt x="480" y="816"/>
                    </a:cubicBezTo>
                    <a:cubicBezTo>
                      <a:pt x="640" y="648"/>
                      <a:pt x="800" y="324"/>
                      <a:pt x="960" y="0"/>
                    </a:cubicBezTo>
                  </a:path>
                </a:pathLst>
              </a:custGeom>
              <a:noFill/>
              <a:ln w="28575" cap="flat" cmpd="sng">
                <a:solidFill>
                  <a:srgbClr val="FF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2" name="Line 41"/>
              <p:cNvSpPr/>
              <p:nvPr/>
            </p:nvSpPr>
            <p:spPr>
              <a:xfrm flipV="1">
                <a:off x="672" y="288"/>
                <a:ext cx="144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  <p:sp>
        <p:nvSpPr>
          <p:cNvPr id="17442" name="Text Box 43"/>
          <p:cNvSpPr txBox="1"/>
          <p:nvPr/>
        </p:nvSpPr>
        <p:spPr>
          <a:xfrm>
            <a:off x="1847850" y="5589588"/>
            <a:ext cx="7777163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33CC"/>
                </a:solidFill>
                <a:latin typeface="Arial" panose="020B0604020202020204" pitchFamily="34" charset="0"/>
                <a:ea typeface="楷体_GB2312" pitchFamily="1" charset="-122"/>
              </a:rPr>
              <a:t>称积分与路径无关</a:t>
            </a:r>
          </a:p>
        </p:txBody>
      </p:sp>
      <p:graphicFrame>
        <p:nvGraphicFramePr>
          <p:cNvPr id="2" name="对象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0885972"/>
              </p:ext>
            </p:extLst>
          </p:nvPr>
        </p:nvGraphicFramePr>
        <p:xfrm>
          <a:off x="3696573" y="1922780"/>
          <a:ext cx="2557303" cy="748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339340" imgH="503555" progId="Equation.KSEE3">
                  <p:embed/>
                </p:oleObj>
              </mc:Choice>
              <mc:Fallback>
                <p:oleObj r:id="rId17" imgW="2339340" imgH="50355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96573" y="1922780"/>
                        <a:ext cx="2557303" cy="748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76631061"/>
              </p:ext>
            </p:extLst>
          </p:nvPr>
        </p:nvGraphicFramePr>
        <p:xfrm>
          <a:off x="4310061" y="2601914"/>
          <a:ext cx="3203894" cy="585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2995930" imgH="512445" progId="Equation.KSEE3">
                  <p:embed/>
                </p:oleObj>
              </mc:Choice>
              <mc:Fallback>
                <p:oleObj r:id="rId19" imgW="2995930" imgH="512445" progId="Equation.KSEE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10061" y="2601914"/>
                        <a:ext cx="3203894" cy="585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805300100"/>
              </p:ext>
            </p:extLst>
          </p:nvPr>
        </p:nvGraphicFramePr>
        <p:xfrm>
          <a:off x="4624257" y="3208497"/>
          <a:ext cx="3090436" cy="612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2701925" imgH="565785" progId="Equation.KSEE3">
                  <p:embed/>
                </p:oleObj>
              </mc:Choice>
              <mc:Fallback>
                <p:oleObj r:id="rId21" imgW="2701925" imgH="565785" progId="Equation.KSEE3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24257" y="3208497"/>
                        <a:ext cx="3090436" cy="6124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999175235"/>
              </p:ext>
            </p:extLst>
          </p:nvPr>
        </p:nvGraphicFramePr>
        <p:xfrm>
          <a:off x="4895982" y="3914142"/>
          <a:ext cx="2279268" cy="600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1996440" imgH="483235" progId="Equation.KSEE3">
                  <p:embed/>
                </p:oleObj>
              </mc:Choice>
              <mc:Fallback>
                <p:oleObj r:id="rId23" imgW="1996440" imgH="483235" progId="Equation.KSEE3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895982" y="3914142"/>
                        <a:ext cx="2279268" cy="600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807506582"/>
              </p:ext>
            </p:extLst>
          </p:nvPr>
        </p:nvGraphicFramePr>
        <p:xfrm>
          <a:off x="8942389" y="3574098"/>
          <a:ext cx="709056" cy="597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574040" imgH="450850" progId="Equation.KSEE3">
                  <p:embed/>
                </p:oleObj>
              </mc:Choice>
              <mc:Fallback>
                <p:oleObj r:id="rId25" imgW="574040" imgH="450850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942389" y="3574098"/>
                        <a:ext cx="709056" cy="597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93109197"/>
              </p:ext>
            </p:extLst>
          </p:nvPr>
        </p:nvGraphicFramePr>
        <p:xfrm>
          <a:off x="9656050" y="2232343"/>
          <a:ext cx="709055" cy="429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721360" imgH="396240" progId="Equation.KSEE3">
                  <p:embed/>
                </p:oleObj>
              </mc:Choice>
              <mc:Fallback>
                <p:oleObj r:id="rId27" imgW="721360" imgH="396240" progId="Equation.KSEE3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656050" y="2232343"/>
                        <a:ext cx="709055" cy="4298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4184622809"/>
              </p:ext>
            </p:extLst>
          </p:nvPr>
        </p:nvGraphicFramePr>
        <p:xfrm>
          <a:off x="9120336" y="4171633"/>
          <a:ext cx="792088" cy="412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838835" imgH="326390" progId="Equation.KSEE3">
                  <p:embed/>
                </p:oleObj>
              </mc:Choice>
              <mc:Fallback>
                <p:oleObj r:id="rId29" imgW="838835" imgH="326390" progId="Equation.KSEE3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120336" y="4171633"/>
                        <a:ext cx="792088" cy="4124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/>
          <p:nvPr/>
        </p:nvSpPr>
        <p:spPr>
          <a:xfrm>
            <a:off x="1752600" y="2781300"/>
            <a:ext cx="6359525" cy="14382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      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这是因为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设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</a:t>
            </a:r>
            <a:r>
              <a:rPr lang="en-US" altLang="zh-CN" sz="2600" b="1" baseline="-300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和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</a:t>
            </a:r>
            <a:r>
              <a:rPr lang="en-US" altLang="zh-CN" sz="2600" b="1" baseline="-300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是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内任意两条从点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到点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的曲线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zh-CN" altLang="en-US" sz="2600" b="1" dirty="0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则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</a:t>
            </a:r>
            <a:r>
              <a:rPr lang="en-US" altLang="zh-CN" sz="2600" b="1" baseline="-300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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(L</a:t>
            </a:r>
            <a:r>
              <a:rPr lang="en-US" altLang="zh-CN" sz="2600" b="1" baseline="-300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r>
              <a:rPr lang="en-US" altLang="zh-CN" sz="2600" b="1" baseline="30000" dirty="0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-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是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内一条任意意闭曲线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zh-CN" altLang="en-US" sz="2600" b="1" dirty="0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而且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有</a:t>
            </a:r>
          </a:p>
        </p:txBody>
      </p:sp>
      <p:pic>
        <p:nvPicPr>
          <p:cNvPr id="18435" name="Picture 3"/>
          <p:cNvPicPr>
            <a:picLocks noChangeAspect="1"/>
          </p:cNvPicPr>
          <p:nvPr/>
        </p:nvPicPr>
        <p:blipFill>
          <a:blip r:embed="rId6">
            <a:lum bright="6000"/>
          </a:blip>
          <a:stretch>
            <a:fillRect/>
          </a:stretch>
        </p:blipFill>
        <p:spPr>
          <a:xfrm>
            <a:off x="7802563" y="2971800"/>
            <a:ext cx="2636837" cy="2667000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1511" name="Text Box 9"/>
          <p:cNvSpPr txBox="1"/>
          <p:nvPr/>
        </p:nvSpPr>
        <p:spPr>
          <a:xfrm>
            <a:off x="1101725" y="425450"/>
            <a:ext cx="332105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600" b="1" dirty="0">
                <a:solidFill>
                  <a:srgbClr val="CC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曲线积分与路径的关系</a:t>
            </a:r>
          </a:p>
        </p:txBody>
      </p:sp>
      <p:grpSp>
        <p:nvGrpSpPr>
          <p:cNvPr id="18441" name="Group 10"/>
          <p:cNvGrpSpPr/>
          <p:nvPr/>
        </p:nvGrpSpPr>
        <p:grpSpPr>
          <a:xfrm>
            <a:off x="1847850" y="1412875"/>
            <a:ext cx="8504238" cy="1422400"/>
            <a:chOff x="0" y="0"/>
            <a:chExt cx="5357" cy="896"/>
          </a:xfrm>
        </p:grpSpPr>
        <p:graphicFrame>
          <p:nvGraphicFramePr>
            <p:cNvPr id="21513" name="对象 18441"/>
            <p:cNvGraphicFramePr>
              <a:graphicFrameLocks noChangeAspect="1"/>
            </p:cNvGraphicFramePr>
            <p:nvPr/>
          </p:nvGraphicFramePr>
          <p:xfrm>
            <a:off x="3946" y="90"/>
            <a:ext cx="49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346710" imgH="154305" progId="Equation.DSMT4">
                    <p:embed/>
                  </p:oleObj>
                </mc:Choice>
                <mc:Fallback>
                  <p:oleObj r:id="rId7" imgW="346710" imgH="154305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46" y="90"/>
                          <a:ext cx="499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14" name="Group 12"/>
            <p:cNvGrpSpPr/>
            <p:nvPr/>
          </p:nvGrpSpPr>
          <p:grpSpPr>
            <a:xfrm>
              <a:off x="0" y="0"/>
              <a:ext cx="5357" cy="896"/>
              <a:chOff x="0" y="0"/>
              <a:chExt cx="5357" cy="896"/>
            </a:xfrm>
          </p:grpSpPr>
          <p:sp>
            <p:nvSpPr>
              <p:cNvPr id="21515" name="Rectangle 13"/>
              <p:cNvSpPr/>
              <p:nvPr/>
            </p:nvSpPr>
            <p:spPr>
              <a:xfrm>
                <a:off x="2324" y="0"/>
                <a:ext cx="200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50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在</a:t>
                </a:r>
                <a:endParaRPr lang="zh-CN" altLang="en-US" sz="2600">
                  <a:solidFill>
                    <a:schemeClr val="tx2"/>
                  </a:solidFill>
                  <a:latin typeface="Times New Roman" panose="02020603050405020304" pitchFamily="2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16" name="Rectangle 14"/>
              <p:cNvSpPr/>
              <p:nvPr/>
            </p:nvSpPr>
            <p:spPr>
              <a:xfrm>
                <a:off x="2558" y="17"/>
                <a:ext cx="144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5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D</a:t>
                </a:r>
                <a:endParaRPr lang="en-US" altLang="zh-CN" sz="2600" dirty="0">
                  <a:solidFill>
                    <a:schemeClr val="tx2"/>
                  </a:solidFill>
                  <a:latin typeface="Times New Roman" panose="02020603050405020304" pitchFamily="2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1517" name="Group 15"/>
              <p:cNvGrpSpPr/>
              <p:nvPr/>
            </p:nvGrpSpPr>
            <p:grpSpPr>
              <a:xfrm>
                <a:off x="0" y="0"/>
                <a:ext cx="5357" cy="896"/>
                <a:chOff x="0" y="0"/>
                <a:chExt cx="5357" cy="896"/>
              </a:xfrm>
            </p:grpSpPr>
            <p:sp>
              <p:nvSpPr>
                <p:cNvPr id="21518" name="Rectangle 16"/>
                <p:cNvSpPr/>
                <p:nvPr/>
              </p:nvSpPr>
              <p:spPr>
                <a:xfrm>
                  <a:off x="0" y="499"/>
                  <a:ext cx="3674" cy="3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600" b="1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意一条简单逐段光滑</a:t>
                  </a:r>
                  <a:r>
                    <a:rPr lang="zh-CN" altLang="en-US" sz="25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闭曲线</a:t>
                  </a:r>
                  <a:r>
                    <a:rPr lang="zh-CN" altLang="en-US" sz="2600" b="1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的曲线积分</a:t>
                  </a:r>
                </a:p>
              </p:txBody>
            </p:sp>
            <p:sp>
              <p:nvSpPr>
                <p:cNvPr id="21519" name="Rectangle 17"/>
                <p:cNvSpPr/>
                <p:nvPr/>
              </p:nvSpPr>
              <p:spPr>
                <a:xfrm>
                  <a:off x="192" y="0"/>
                  <a:ext cx="803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曲线积分</a:t>
                  </a:r>
                </a:p>
              </p:txBody>
            </p:sp>
            <p:sp>
              <p:nvSpPr>
                <p:cNvPr id="21520" name="Rectangle 18"/>
                <p:cNvSpPr/>
                <p:nvPr/>
              </p:nvSpPr>
              <p:spPr>
                <a:xfrm>
                  <a:off x="2760" y="29"/>
                  <a:ext cx="1968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内与路径无关     沿</a:t>
                  </a:r>
                </a:p>
              </p:txBody>
            </p:sp>
            <p:sp>
              <p:nvSpPr>
                <p:cNvPr id="21521" name="Rectangle 19"/>
                <p:cNvSpPr/>
                <p:nvPr/>
              </p:nvSpPr>
              <p:spPr>
                <a:xfrm>
                  <a:off x="4728" y="45"/>
                  <a:ext cx="144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i="1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D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22" name="Rectangle 20"/>
                <p:cNvSpPr/>
                <p:nvPr/>
              </p:nvSpPr>
              <p:spPr>
                <a:xfrm>
                  <a:off x="4955" y="0"/>
                  <a:ext cx="402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内任</a:t>
                  </a:r>
                </a:p>
              </p:txBody>
            </p:sp>
            <p:graphicFrame>
              <p:nvGraphicFramePr>
                <p:cNvPr id="21523" name="对象 18451"/>
                <p:cNvGraphicFramePr>
                  <a:graphicFrameLocks noChangeAspect="1"/>
                </p:cNvGraphicFramePr>
                <p:nvPr/>
              </p:nvGraphicFramePr>
              <p:xfrm>
                <a:off x="1054" y="0"/>
                <a:ext cx="1225" cy="40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9" imgW="881380" imgH="294005" progId="Equation.DSMT4">
                        <p:embed/>
                      </p:oleObj>
                    </mc:Choice>
                    <mc:Fallback>
                      <p:oleObj r:id="rId9" imgW="881380" imgH="294005" progId="Equation.DSMT4">
                        <p:embed/>
                        <p:pic>
                          <p:nvPicPr>
                            <p:cNvPr id="0" name="图片 3076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54" y="0"/>
                              <a:ext cx="1225" cy="40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21524" name="Group 22"/>
                <p:cNvGrpSpPr/>
                <p:nvPr/>
              </p:nvGrpSpPr>
              <p:grpSpPr>
                <a:xfrm>
                  <a:off x="3629" y="454"/>
                  <a:ext cx="1428" cy="442"/>
                  <a:chOff x="0" y="0"/>
                  <a:chExt cx="1428" cy="442"/>
                </a:xfrm>
              </p:grpSpPr>
              <p:sp>
                <p:nvSpPr>
                  <p:cNvPr id="21525" name="Freeform 23"/>
                  <p:cNvSpPr/>
                  <p:nvPr/>
                </p:nvSpPr>
                <p:spPr>
                  <a:xfrm>
                    <a:off x="0" y="181"/>
                    <a:ext cx="63" cy="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316" h="312">
                        <a:moveTo>
                          <a:pt x="270" y="46"/>
                        </a:moveTo>
                        <a:lnTo>
                          <a:pt x="258" y="34"/>
                        </a:lnTo>
                        <a:lnTo>
                          <a:pt x="247" y="25"/>
                        </a:lnTo>
                        <a:lnTo>
                          <a:pt x="234" y="17"/>
                        </a:lnTo>
                        <a:lnTo>
                          <a:pt x="221" y="11"/>
                        </a:lnTo>
                        <a:lnTo>
                          <a:pt x="206" y="5"/>
                        </a:lnTo>
                        <a:lnTo>
                          <a:pt x="192" y="2"/>
                        </a:lnTo>
                        <a:lnTo>
                          <a:pt x="176" y="0"/>
                        </a:lnTo>
                        <a:lnTo>
                          <a:pt x="161" y="0"/>
                        </a:lnTo>
                        <a:lnTo>
                          <a:pt x="143" y="0"/>
                        </a:lnTo>
                        <a:lnTo>
                          <a:pt x="127" y="2"/>
                        </a:lnTo>
                        <a:lnTo>
                          <a:pt x="98" y="11"/>
                        </a:lnTo>
                        <a:lnTo>
                          <a:pt x="70" y="25"/>
                        </a:lnTo>
                        <a:lnTo>
                          <a:pt x="47" y="46"/>
                        </a:lnTo>
                        <a:lnTo>
                          <a:pt x="26" y="70"/>
                        </a:lnTo>
                        <a:lnTo>
                          <a:pt x="11" y="96"/>
                        </a:lnTo>
                        <a:lnTo>
                          <a:pt x="3" y="124"/>
                        </a:lnTo>
                        <a:lnTo>
                          <a:pt x="0" y="156"/>
                        </a:lnTo>
                        <a:lnTo>
                          <a:pt x="0" y="170"/>
                        </a:lnTo>
                        <a:lnTo>
                          <a:pt x="3" y="186"/>
                        </a:lnTo>
                        <a:lnTo>
                          <a:pt x="11" y="214"/>
                        </a:lnTo>
                        <a:lnTo>
                          <a:pt x="17" y="226"/>
                        </a:lnTo>
                        <a:lnTo>
                          <a:pt x="26" y="240"/>
                        </a:lnTo>
                        <a:lnTo>
                          <a:pt x="35" y="252"/>
                        </a:lnTo>
                        <a:lnTo>
                          <a:pt x="47" y="265"/>
                        </a:lnTo>
                        <a:lnTo>
                          <a:pt x="70" y="285"/>
                        </a:lnTo>
                        <a:lnTo>
                          <a:pt x="83" y="293"/>
                        </a:lnTo>
                        <a:lnTo>
                          <a:pt x="98" y="299"/>
                        </a:lnTo>
                        <a:lnTo>
                          <a:pt x="127" y="308"/>
                        </a:lnTo>
                        <a:lnTo>
                          <a:pt x="143" y="310"/>
                        </a:lnTo>
                        <a:lnTo>
                          <a:pt x="161" y="312"/>
                        </a:lnTo>
                        <a:lnTo>
                          <a:pt x="176" y="310"/>
                        </a:lnTo>
                        <a:lnTo>
                          <a:pt x="192" y="308"/>
                        </a:lnTo>
                        <a:lnTo>
                          <a:pt x="206" y="304"/>
                        </a:lnTo>
                        <a:lnTo>
                          <a:pt x="221" y="299"/>
                        </a:lnTo>
                        <a:lnTo>
                          <a:pt x="234" y="293"/>
                        </a:lnTo>
                        <a:lnTo>
                          <a:pt x="247" y="285"/>
                        </a:lnTo>
                        <a:lnTo>
                          <a:pt x="258" y="275"/>
                        </a:lnTo>
                        <a:lnTo>
                          <a:pt x="260" y="272"/>
                        </a:lnTo>
                        <a:lnTo>
                          <a:pt x="263" y="270"/>
                        </a:lnTo>
                        <a:lnTo>
                          <a:pt x="270" y="265"/>
                        </a:lnTo>
                        <a:lnTo>
                          <a:pt x="280" y="252"/>
                        </a:lnTo>
                        <a:lnTo>
                          <a:pt x="284" y="245"/>
                        </a:lnTo>
                        <a:lnTo>
                          <a:pt x="287" y="242"/>
                        </a:lnTo>
                        <a:lnTo>
                          <a:pt x="290" y="240"/>
                        </a:lnTo>
                        <a:lnTo>
                          <a:pt x="298" y="226"/>
                        </a:lnTo>
                        <a:lnTo>
                          <a:pt x="304" y="214"/>
                        </a:lnTo>
                        <a:lnTo>
                          <a:pt x="313" y="186"/>
                        </a:lnTo>
                        <a:lnTo>
                          <a:pt x="315" y="170"/>
                        </a:lnTo>
                        <a:lnTo>
                          <a:pt x="315" y="162"/>
                        </a:lnTo>
                        <a:lnTo>
                          <a:pt x="316" y="156"/>
                        </a:lnTo>
                        <a:lnTo>
                          <a:pt x="315" y="139"/>
                        </a:lnTo>
                        <a:lnTo>
                          <a:pt x="313" y="124"/>
                        </a:lnTo>
                        <a:lnTo>
                          <a:pt x="304" y="96"/>
                        </a:lnTo>
                        <a:lnTo>
                          <a:pt x="298" y="83"/>
                        </a:lnTo>
                        <a:lnTo>
                          <a:pt x="290" y="70"/>
                        </a:lnTo>
                        <a:lnTo>
                          <a:pt x="270" y="46"/>
                        </a:lnTo>
                      </a:path>
                    </a:pathLst>
                  </a:custGeom>
                  <a:noFill/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1526" name="Group 24"/>
                  <p:cNvGrpSpPr/>
                  <p:nvPr/>
                </p:nvGrpSpPr>
                <p:grpSpPr>
                  <a:xfrm>
                    <a:off x="0" y="0"/>
                    <a:ext cx="1428" cy="442"/>
                    <a:chOff x="0" y="0"/>
                    <a:chExt cx="1428" cy="442"/>
                  </a:xfrm>
                </p:grpSpPr>
                <p:sp>
                  <p:nvSpPr>
                    <p:cNvPr id="21527" name="Rectangle 25"/>
                    <p:cNvSpPr/>
                    <p:nvPr/>
                  </p:nvSpPr>
                  <p:spPr>
                    <a:xfrm>
                      <a:off x="0" y="0"/>
                      <a:ext cx="83" cy="44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3800" dirty="0">
                          <a:solidFill>
                            <a:srgbClr val="000000"/>
                          </a:solidFill>
                          <a:latin typeface="Symbol" panose="05050102010706020507" pitchFamily="2" charset="2"/>
                          <a:ea typeface="宋体" panose="02010600030101010101" pitchFamily="2" charset="-122"/>
                        </a:rPr>
                        <a:t>ò</a:t>
                      </a:r>
                      <a:endParaRPr lang="en-US" altLang="zh-CN" sz="2600" dirty="0">
                        <a:solidFill>
                          <a:schemeClr val="tx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28" name="Rectangle 26"/>
                    <p:cNvSpPr/>
                    <p:nvPr/>
                  </p:nvSpPr>
                  <p:spPr>
                    <a:xfrm>
                      <a:off x="682" y="41"/>
                      <a:ext cx="110" cy="2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500" dirty="0">
                          <a:solidFill>
                            <a:srgbClr val="000000"/>
                          </a:solidFill>
                          <a:latin typeface="Symbol" panose="05050102010706020507" pitchFamily="2" charset="2"/>
                          <a:ea typeface="宋体" panose="02010600030101010101" pitchFamily="2" charset="-122"/>
                        </a:rPr>
                        <a:t>+</a:t>
                      </a:r>
                      <a:endParaRPr lang="en-US" altLang="zh-CN" sz="2600" dirty="0">
                        <a:solidFill>
                          <a:schemeClr val="tx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29" name="Rectangle 27"/>
                    <p:cNvSpPr/>
                    <p:nvPr/>
                  </p:nvSpPr>
                  <p:spPr>
                    <a:xfrm>
                      <a:off x="818" y="41"/>
                      <a:ext cx="333" cy="2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500" i="1" dirty="0">
                          <a:solidFill>
                            <a:srgbClr val="0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Qdy</a:t>
                      </a:r>
                      <a:endParaRPr lang="en-US" altLang="zh-CN" sz="2600" dirty="0">
                        <a:solidFill>
                          <a:schemeClr val="tx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30" name="Rectangle 28"/>
                    <p:cNvSpPr/>
                    <p:nvPr/>
                  </p:nvSpPr>
                  <p:spPr>
                    <a:xfrm>
                      <a:off x="330" y="40"/>
                      <a:ext cx="311" cy="2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500" i="1" dirty="0">
                          <a:solidFill>
                            <a:srgbClr val="0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Pdx</a:t>
                      </a:r>
                      <a:endParaRPr lang="en-US" altLang="zh-CN" sz="2600" dirty="0">
                        <a:solidFill>
                          <a:schemeClr val="tx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31" name="Rectangle 29"/>
                    <p:cNvSpPr/>
                    <p:nvPr/>
                  </p:nvSpPr>
                  <p:spPr>
                    <a:xfrm>
                      <a:off x="1226" y="41"/>
                      <a:ext cx="202" cy="2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5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</a:p>
                  </p:txBody>
                </p:sp>
                <p:graphicFrame>
                  <p:nvGraphicFramePr>
                    <p:cNvPr id="21532" name="对象 18460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8" y="176"/>
                    <a:ext cx="226" cy="213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r:id="rId11" imgW="219710" imgH="206375" progId="Equation.DSMT4">
                            <p:embed/>
                          </p:oleObj>
                        </mc:Choice>
                        <mc:Fallback>
                          <p:oleObj r:id="rId11" imgW="219710" imgH="206375" progId="Equation.DSMT4">
                            <p:embed/>
                            <p:pic>
                              <p:nvPicPr>
                                <p:cNvPr id="0" name="图片 3077"/>
                                <p:cNvPicPr/>
                                <p:nvPr/>
                              </p:nvPicPr>
                              <p:blipFill>
                                <a:blip r:embed="rId1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58" y="176"/>
                                  <a:ext cx="226" cy="213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</p:grpSp>
          </p:grpSp>
        </p:grpSp>
      </p:grp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762250" y="4364990"/>
            <a:ext cx="3923030" cy="6502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639695" y="5160645"/>
            <a:ext cx="4572000" cy="5626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028825" y="5964555"/>
            <a:ext cx="4735195" cy="5727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104380" y="5974080"/>
            <a:ext cx="3418205" cy="57340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2"/>
          <p:cNvSpPr txBox="1"/>
          <p:nvPr/>
        </p:nvSpPr>
        <p:spPr>
          <a:xfrm>
            <a:off x="1752600" y="914400"/>
            <a:ext cx="332105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600" b="1">
                <a:solidFill>
                  <a:srgbClr val="CC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曲线积分与路径的关系</a:t>
            </a:r>
          </a:p>
        </p:txBody>
      </p:sp>
      <p:sp>
        <p:nvSpPr>
          <p:cNvPr id="19459" name="Text Box 3"/>
          <p:cNvSpPr txBox="1"/>
          <p:nvPr/>
        </p:nvSpPr>
        <p:spPr>
          <a:xfrm>
            <a:off x="1752600" y="2819400"/>
            <a:ext cx="624586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600" dirty="0">
                <a:solidFill>
                  <a:srgbClr val="CC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  </a:t>
            </a:r>
            <a:r>
              <a:rPr lang="zh-CN" altLang="en-US" sz="2600" dirty="0">
                <a:solidFill>
                  <a:srgbClr val="CC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定理</a:t>
            </a:r>
            <a:r>
              <a:rPr lang="en-US" altLang="zh-CN" sz="2600" dirty="0">
                <a:solidFill>
                  <a:srgbClr val="CC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2 (</a:t>
            </a:r>
            <a:r>
              <a:rPr lang="zh-CN" altLang="en-US" sz="2600" dirty="0">
                <a:solidFill>
                  <a:srgbClr val="CC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曲线积分与路径无关的判断方法</a:t>
            </a:r>
            <a:r>
              <a:rPr lang="en-US" altLang="zh-CN" sz="2600" dirty="0">
                <a:solidFill>
                  <a:srgbClr val="CC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)    </a:t>
            </a:r>
          </a:p>
        </p:txBody>
      </p:sp>
      <p:sp>
        <p:nvSpPr>
          <p:cNvPr id="22531" name="Rectangle 5"/>
          <p:cNvSpPr/>
          <p:nvPr/>
        </p:nvSpPr>
        <p:spPr>
          <a:xfrm>
            <a:off x="4051300" y="5757863"/>
            <a:ext cx="79375" cy="46164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dirty="0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.</a:t>
            </a:r>
            <a:endParaRPr lang="en-US" altLang="zh-CN" sz="2600" dirty="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2532" name="Rectangle 6"/>
          <p:cNvSpPr/>
          <p:nvPr/>
        </p:nvSpPr>
        <p:spPr>
          <a:xfrm>
            <a:off x="6642100" y="5337175"/>
            <a:ext cx="12700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endParaRPr lang="zh-CN" altLang="zh-CN" sz="260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pSp>
        <p:nvGrpSpPr>
          <p:cNvPr id="19462" name="Group 7"/>
          <p:cNvGrpSpPr/>
          <p:nvPr/>
        </p:nvGrpSpPr>
        <p:grpSpPr>
          <a:xfrm>
            <a:off x="1703388" y="3789363"/>
            <a:ext cx="8675687" cy="1181099"/>
            <a:chOff x="0" y="0"/>
            <a:chExt cx="5465" cy="744"/>
          </a:xfrm>
        </p:grpSpPr>
        <p:sp>
          <p:nvSpPr>
            <p:cNvPr id="22534" name="Rectangle 8"/>
            <p:cNvSpPr/>
            <p:nvPr/>
          </p:nvSpPr>
          <p:spPr>
            <a:xfrm>
              <a:off x="2050" y="439"/>
              <a:ext cx="67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500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)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35" name="Rectangle 9"/>
            <p:cNvSpPr/>
            <p:nvPr/>
          </p:nvSpPr>
          <p:spPr>
            <a:xfrm>
              <a:off x="4127" y="45"/>
              <a:ext cx="67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500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(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36" name="Rectangle 10"/>
            <p:cNvSpPr/>
            <p:nvPr/>
          </p:nvSpPr>
          <p:spPr>
            <a:xfrm>
              <a:off x="0" y="453"/>
              <a:ext cx="200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5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闭曲线的曲线积分为零</a:t>
              </a:r>
              <a:endParaRPr lang="zh-CN" altLang="en-US" sz="26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37" name="Rectangle 11"/>
            <p:cNvSpPr/>
            <p:nvPr/>
          </p:nvSpPr>
          <p:spPr>
            <a:xfrm>
              <a:off x="447" y="53"/>
              <a:ext cx="100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5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则曲线积分</a:t>
              </a:r>
              <a:endParaRPr lang="zh-CN" altLang="en-US" sz="26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38" name="Rectangle 12"/>
            <p:cNvSpPr/>
            <p:nvPr/>
          </p:nvSpPr>
          <p:spPr>
            <a:xfrm>
              <a:off x="1480" y="0"/>
              <a:ext cx="83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3800" dirty="0">
                  <a:solidFill>
                    <a:srgbClr val="000000"/>
                  </a:solidFill>
                  <a:latin typeface="Symbol" panose="05050102010706020507" pitchFamily="2" charset="2"/>
                  <a:ea typeface="宋体" panose="02010600030101010101" pitchFamily="2" charset="-122"/>
                </a:rPr>
                <a:t>ò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39" name="Rectangle 13"/>
            <p:cNvSpPr/>
            <p:nvPr/>
          </p:nvSpPr>
          <p:spPr>
            <a:xfrm>
              <a:off x="1986" y="28"/>
              <a:ext cx="11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500" dirty="0">
                  <a:solidFill>
                    <a:srgbClr val="000000"/>
                  </a:solidFill>
                  <a:latin typeface="Symbol" panose="05050102010706020507" pitchFamily="2" charset="2"/>
                  <a:ea typeface="宋体" panose="02010600030101010101" pitchFamily="2" charset="-122"/>
                </a:rPr>
                <a:t>+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40" name="Rectangle 14"/>
            <p:cNvSpPr/>
            <p:nvPr/>
          </p:nvSpPr>
          <p:spPr>
            <a:xfrm>
              <a:off x="1547" y="222"/>
              <a:ext cx="76" cy="1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700" i="1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L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41" name="Rectangle 15"/>
            <p:cNvSpPr/>
            <p:nvPr/>
          </p:nvSpPr>
          <p:spPr>
            <a:xfrm>
              <a:off x="2113" y="51"/>
              <a:ext cx="33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500" i="1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Qdy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42" name="Rectangle 16"/>
            <p:cNvSpPr/>
            <p:nvPr/>
          </p:nvSpPr>
          <p:spPr>
            <a:xfrm>
              <a:off x="1652" y="51"/>
              <a:ext cx="311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500" i="1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Pdx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43" name="Rectangle 17"/>
            <p:cNvSpPr/>
            <p:nvPr/>
          </p:nvSpPr>
          <p:spPr>
            <a:xfrm>
              <a:off x="2493" y="53"/>
              <a:ext cx="20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5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在</a:t>
              </a:r>
              <a:endParaRPr lang="zh-CN" altLang="en-US" sz="26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44" name="Rectangle 18"/>
            <p:cNvSpPr/>
            <p:nvPr/>
          </p:nvSpPr>
          <p:spPr>
            <a:xfrm>
              <a:off x="2721" y="45"/>
              <a:ext cx="14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500" i="1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D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45" name="Rectangle 19"/>
            <p:cNvSpPr/>
            <p:nvPr/>
          </p:nvSpPr>
          <p:spPr>
            <a:xfrm>
              <a:off x="2903" y="45"/>
              <a:ext cx="120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5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内与路径无关</a:t>
              </a:r>
              <a:endParaRPr lang="zh-CN" altLang="en-US" sz="26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46" name="Rectangle 20"/>
            <p:cNvSpPr/>
            <p:nvPr/>
          </p:nvSpPr>
          <p:spPr>
            <a:xfrm>
              <a:off x="4212" y="53"/>
              <a:ext cx="40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5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或沿</a:t>
              </a:r>
              <a:endParaRPr lang="zh-CN" altLang="en-US" sz="26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47" name="Rectangle 21"/>
            <p:cNvSpPr/>
            <p:nvPr/>
          </p:nvSpPr>
          <p:spPr>
            <a:xfrm>
              <a:off x="4664" y="41"/>
              <a:ext cx="14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500" i="1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D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48" name="Rectangle 22"/>
            <p:cNvSpPr/>
            <p:nvPr/>
          </p:nvSpPr>
          <p:spPr>
            <a:xfrm>
              <a:off x="4865" y="53"/>
              <a:ext cx="60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5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内任意</a:t>
              </a:r>
              <a:endParaRPr lang="zh-CN" altLang="en-US" sz="26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78" name="Group 23"/>
          <p:cNvGrpSpPr/>
          <p:nvPr/>
        </p:nvGrpSpPr>
        <p:grpSpPr>
          <a:xfrm>
            <a:off x="1919288" y="3357563"/>
            <a:ext cx="8494712" cy="1036638"/>
            <a:chOff x="0" y="0"/>
            <a:chExt cx="5351" cy="653"/>
          </a:xfrm>
        </p:grpSpPr>
        <p:sp>
          <p:nvSpPr>
            <p:cNvPr id="22550" name="Rectangle 24"/>
            <p:cNvSpPr/>
            <p:nvPr/>
          </p:nvSpPr>
          <p:spPr>
            <a:xfrm>
              <a:off x="203" y="362"/>
              <a:ext cx="5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500" dirty="0">
                  <a:solidFill>
                    <a:srgbClr val="000000"/>
                  </a:solidFill>
                  <a:latin typeface="Symbol" panose="05050102010706020507" pitchFamily="2" charset="2"/>
                  <a:ea typeface="宋体" panose="02010600030101010101" pitchFamily="2" charset="-122"/>
                </a:rPr>
                <a:t>,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grpSp>
          <p:nvGrpSpPr>
            <p:cNvPr id="22551" name="Group 25"/>
            <p:cNvGrpSpPr/>
            <p:nvPr/>
          </p:nvGrpSpPr>
          <p:grpSpPr>
            <a:xfrm>
              <a:off x="0" y="0"/>
              <a:ext cx="5351" cy="619"/>
              <a:chOff x="0" y="0"/>
              <a:chExt cx="5351" cy="619"/>
            </a:xfrm>
          </p:grpSpPr>
          <p:grpSp>
            <p:nvGrpSpPr>
              <p:cNvPr id="22552" name="Group 26"/>
              <p:cNvGrpSpPr/>
              <p:nvPr/>
            </p:nvGrpSpPr>
            <p:grpSpPr>
              <a:xfrm>
                <a:off x="1156" y="0"/>
                <a:ext cx="991" cy="307"/>
                <a:chOff x="0" y="0"/>
                <a:chExt cx="991" cy="307"/>
              </a:xfrm>
            </p:grpSpPr>
            <p:sp>
              <p:nvSpPr>
                <p:cNvPr id="22553" name="Rectangle 27"/>
                <p:cNvSpPr/>
                <p:nvPr/>
              </p:nvSpPr>
              <p:spPr>
                <a:xfrm>
                  <a:off x="0" y="13"/>
                  <a:ext cx="67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(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54" name="Rectangle 28"/>
                <p:cNvSpPr/>
                <p:nvPr/>
              </p:nvSpPr>
              <p:spPr>
                <a:xfrm>
                  <a:off x="163" y="0"/>
                  <a:ext cx="50" cy="29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dirty="0">
                      <a:solidFill>
                        <a:srgbClr val="000000"/>
                      </a:solidFill>
                      <a:latin typeface="Symbol" panose="05050102010706020507" pitchFamily="2" charset="2"/>
                      <a:ea typeface="宋体" panose="02010600030101010101" pitchFamily="2" charset="-122"/>
                    </a:rPr>
                    <a:t>,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55" name="Rectangle 29"/>
                <p:cNvSpPr/>
                <p:nvPr/>
              </p:nvSpPr>
              <p:spPr>
                <a:xfrm>
                  <a:off x="352" y="13"/>
                  <a:ext cx="67" cy="29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)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56" name="Rectangle 30"/>
                <p:cNvSpPr/>
                <p:nvPr/>
              </p:nvSpPr>
              <p:spPr>
                <a:xfrm>
                  <a:off x="941" y="0"/>
                  <a:ext cx="50" cy="29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dirty="0">
                      <a:solidFill>
                        <a:srgbClr val="000000"/>
                      </a:solidFill>
                      <a:latin typeface="Symbol" panose="05050102010706020507" pitchFamily="2" charset="2"/>
                      <a:ea typeface="宋体" panose="02010600030101010101" pitchFamily="2" charset="-122"/>
                    </a:rPr>
                    <a:t>,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2557" name="Group 31"/>
              <p:cNvGrpSpPr/>
              <p:nvPr/>
            </p:nvGrpSpPr>
            <p:grpSpPr>
              <a:xfrm>
                <a:off x="0" y="0"/>
                <a:ext cx="5351" cy="619"/>
                <a:chOff x="0" y="0"/>
                <a:chExt cx="5351" cy="619"/>
              </a:xfrm>
            </p:grpSpPr>
            <p:sp>
              <p:nvSpPr>
                <p:cNvPr id="22558" name="Rectangle 32"/>
                <p:cNvSpPr/>
                <p:nvPr/>
              </p:nvSpPr>
              <p:spPr>
                <a:xfrm>
                  <a:off x="0" y="328"/>
                  <a:ext cx="200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数</a:t>
                  </a:r>
                  <a:endParaRPr lang="zh-CN" altLang="en-US" sz="260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59" name="Rectangle 33"/>
                <p:cNvSpPr/>
                <p:nvPr/>
              </p:nvSpPr>
              <p:spPr>
                <a:xfrm>
                  <a:off x="402" y="13"/>
                  <a:ext cx="200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设</a:t>
                  </a:r>
                  <a:endParaRPr lang="zh-CN" altLang="en-US" sz="260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0" name="Rectangle 34"/>
                <p:cNvSpPr/>
                <p:nvPr/>
              </p:nvSpPr>
              <p:spPr>
                <a:xfrm>
                  <a:off x="602" y="13"/>
                  <a:ext cx="400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函数</a:t>
                  </a:r>
                  <a:endParaRPr lang="zh-CN" altLang="en-US" sz="260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1" name="Rectangle 35"/>
                <p:cNvSpPr/>
                <p:nvPr/>
              </p:nvSpPr>
              <p:spPr>
                <a:xfrm>
                  <a:off x="1029" y="0"/>
                  <a:ext cx="122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i="1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P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2" name="Rectangle 36"/>
                <p:cNvSpPr/>
                <p:nvPr/>
              </p:nvSpPr>
              <p:spPr>
                <a:xfrm>
                  <a:off x="1217" y="0"/>
                  <a:ext cx="89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i="1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x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3" name="Rectangle 37"/>
                <p:cNvSpPr/>
                <p:nvPr/>
              </p:nvSpPr>
              <p:spPr>
                <a:xfrm>
                  <a:off x="1418" y="0"/>
                  <a:ext cx="89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i="1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y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4" name="Rectangle 38"/>
                <p:cNvSpPr/>
                <p:nvPr/>
              </p:nvSpPr>
              <p:spPr>
                <a:xfrm>
                  <a:off x="1568" y="13"/>
                  <a:ext cx="200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及</a:t>
                  </a:r>
                  <a:endParaRPr lang="zh-CN" altLang="en-US" sz="260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5" name="Rectangle 39"/>
                <p:cNvSpPr/>
                <p:nvPr/>
              </p:nvSpPr>
              <p:spPr>
                <a:xfrm>
                  <a:off x="1794" y="0"/>
                  <a:ext cx="144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i="1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Q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6" name="Rectangle 40"/>
                <p:cNvSpPr/>
                <p:nvPr/>
              </p:nvSpPr>
              <p:spPr>
                <a:xfrm>
                  <a:off x="1932" y="0"/>
                  <a:ext cx="67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(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7" name="Rectangle 41"/>
                <p:cNvSpPr/>
                <p:nvPr/>
              </p:nvSpPr>
              <p:spPr>
                <a:xfrm>
                  <a:off x="1995" y="0"/>
                  <a:ext cx="89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i="1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x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8" name="Rectangle 42"/>
                <p:cNvSpPr/>
                <p:nvPr/>
              </p:nvSpPr>
              <p:spPr>
                <a:xfrm>
                  <a:off x="2196" y="0"/>
                  <a:ext cx="89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i="1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y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69" name="Rectangle 43"/>
                <p:cNvSpPr/>
                <p:nvPr/>
              </p:nvSpPr>
              <p:spPr>
                <a:xfrm>
                  <a:off x="2284" y="0"/>
                  <a:ext cx="67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)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70" name="Rectangle 44"/>
                <p:cNvSpPr/>
                <p:nvPr/>
              </p:nvSpPr>
              <p:spPr>
                <a:xfrm>
                  <a:off x="2346" y="13"/>
                  <a:ext cx="200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在</a:t>
                  </a:r>
                  <a:endParaRPr lang="zh-CN" altLang="en-US" sz="260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71" name="Rectangle 45"/>
                <p:cNvSpPr/>
                <p:nvPr/>
              </p:nvSpPr>
              <p:spPr>
                <a:xfrm>
                  <a:off x="2547" y="13"/>
                  <a:ext cx="800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fontAlgn="base">
                    <a:lnSpc>
                      <a:spcPct val="120000"/>
                    </a:lnSpc>
                  </a:pPr>
                  <a:r>
                    <a:rPr lang="zh-CN" altLang="en-US" sz="2500" strike="noStrike" noProof="1">
                      <a:ln w="22225">
                        <a:solidFill>
                          <a:schemeClr val="accent2"/>
                        </a:solidFill>
                        <a:prstDash val="solid"/>
                      </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单连通</a:t>
                  </a:r>
                  <a:r>
                    <a:rPr lang="zh-CN" altLang="en-US" sz="2500" strike="noStrike" noProof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域</a:t>
                  </a:r>
                  <a:endParaRPr lang="zh-CN" altLang="en-US" sz="2600" strike="noStrike" noProof="1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72" name="Rectangle 46"/>
                <p:cNvSpPr/>
                <p:nvPr/>
              </p:nvSpPr>
              <p:spPr>
                <a:xfrm>
                  <a:off x="3375" y="0"/>
                  <a:ext cx="144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i="1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D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73" name="Rectangle 47"/>
                <p:cNvSpPr/>
                <p:nvPr/>
              </p:nvSpPr>
              <p:spPr>
                <a:xfrm>
                  <a:off x="3551" y="13"/>
                  <a:ext cx="1800" cy="2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fontAlgn="base">
                    <a:lnSpc>
                      <a:spcPct val="120000"/>
                    </a:lnSpc>
                  </a:pPr>
                  <a:r>
                    <a:rPr lang="zh-CN" altLang="en-US" sz="2500" strike="noStrike" noProof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内具有</a:t>
                  </a:r>
                  <a:r>
                    <a:rPr lang="zh-CN" altLang="en-US" sz="2500" strike="noStrike" noProof="1">
                      <a:ln w="22225">
                        <a:solidFill>
                          <a:schemeClr val="accent2"/>
                        </a:solidFill>
                        <a:prstDash val="solid"/>
                      </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effectLst/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一阶连续偏导</a:t>
                  </a:r>
                  <a:endParaRPr lang="zh-CN" altLang="en-US" sz="2500" strike="noStrike" noProof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19503" name="Group 48"/>
          <p:cNvGrpSpPr/>
          <p:nvPr/>
        </p:nvGrpSpPr>
        <p:grpSpPr>
          <a:xfrm>
            <a:off x="6527800" y="4365625"/>
            <a:ext cx="3603625" cy="858838"/>
            <a:chOff x="0" y="0"/>
            <a:chExt cx="2270" cy="541"/>
          </a:xfrm>
        </p:grpSpPr>
        <p:sp>
          <p:nvSpPr>
            <p:cNvPr id="22575" name="Rectangle 49"/>
            <p:cNvSpPr/>
            <p:nvPr/>
          </p:nvSpPr>
          <p:spPr>
            <a:xfrm>
              <a:off x="862" y="45"/>
              <a:ext cx="20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5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在</a:t>
              </a:r>
              <a:endParaRPr lang="zh-CN" altLang="en-US" sz="26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76" name="Rectangle 50"/>
            <p:cNvSpPr/>
            <p:nvPr/>
          </p:nvSpPr>
          <p:spPr>
            <a:xfrm>
              <a:off x="1089" y="45"/>
              <a:ext cx="14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500" i="1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D</a:t>
              </a:r>
              <a:endPara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2577" name="Rectangle 51"/>
            <p:cNvSpPr/>
            <p:nvPr/>
          </p:nvSpPr>
          <p:spPr>
            <a:xfrm>
              <a:off x="1270" y="45"/>
              <a:ext cx="100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5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内处处成立</a:t>
              </a:r>
              <a:endParaRPr lang="zh-CN" altLang="en-US" sz="26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2578" name="对象 19506"/>
            <p:cNvGraphicFramePr>
              <a:graphicFrameLocks noChangeAspect="1"/>
            </p:cNvGraphicFramePr>
            <p:nvPr/>
          </p:nvGraphicFramePr>
          <p:xfrm>
            <a:off x="0" y="0"/>
            <a:ext cx="771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00075" imgH="421640" progId="Equation.DSMT4">
                    <p:embed/>
                  </p:oleObj>
                </mc:Choice>
                <mc:Fallback>
                  <p:oleObj r:id="rId2" imgW="600075" imgH="421640" progId="Equation.DSMT4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771" cy="5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508" name="对象 19507"/>
          <p:cNvGraphicFramePr>
            <a:graphicFrameLocks noChangeAspect="1"/>
          </p:cNvGraphicFramePr>
          <p:nvPr/>
        </p:nvGraphicFramePr>
        <p:xfrm>
          <a:off x="5448300" y="4581525"/>
          <a:ext cx="9350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6710" imgH="154305" progId="Equation.DSMT4">
                  <p:embed/>
                </p:oleObj>
              </mc:Choice>
              <mc:Fallback>
                <p:oleObj r:id="rId4" imgW="346710" imgH="154305" progId="Equation.DSMT4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48300" y="4581525"/>
                        <a:ext cx="93503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80" name="Group 54"/>
          <p:cNvGrpSpPr/>
          <p:nvPr/>
        </p:nvGrpSpPr>
        <p:grpSpPr>
          <a:xfrm>
            <a:off x="1847850" y="1412875"/>
            <a:ext cx="8504238" cy="1422400"/>
            <a:chOff x="0" y="0"/>
            <a:chExt cx="5357" cy="896"/>
          </a:xfrm>
        </p:grpSpPr>
        <p:graphicFrame>
          <p:nvGraphicFramePr>
            <p:cNvPr id="22581" name="对象 19509"/>
            <p:cNvGraphicFramePr>
              <a:graphicFrameLocks noChangeAspect="1"/>
            </p:cNvGraphicFramePr>
            <p:nvPr/>
          </p:nvGraphicFramePr>
          <p:xfrm>
            <a:off x="3946" y="90"/>
            <a:ext cx="49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46710" imgH="154305" progId="Equation.DSMT4">
                    <p:embed/>
                  </p:oleObj>
                </mc:Choice>
                <mc:Fallback>
                  <p:oleObj r:id="rId6" imgW="346710" imgH="154305" progId="Equation.DSMT4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946" y="90"/>
                          <a:ext cx="499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82" name="Group 56"/>
            <p:cNvGrpSpPr/>
            <p:nvPr/>
          </p:nvGrpSpPr>
          <p:grpSpPr>
            <a:xfrm>
              <a:off x="0" y="0"/>
              <a:ext cx="5357" cy="896"/>
              <a:chOff x="0" y="0"/>
              <a:chExt cx="5357" cy="896"/>
            </a:xfrm>
          </p:grpSpPr>
          <p:sp>
            <p:nvSpPr>
              <p:cNvPr id="22583" name="Rectangle 57"/>
              <p:cNvSpPr/>
              <p:nvPr/>
            </p:nvSpPr>
            <p:spPr>
              <a:xfrm>
                <a:off x="2324" y="0"/>
                <a:ext cx="200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50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在</a:t>
                </a:r>
                <a:endParaRPr lang="zh-CN" altLang="en-US" sz="2600">
                  <a:solidFill>
                    <a:schemeClr val="tx2"/>
                  </a:solidFill>
                  <a:latin typeface="Times New Roman" panose="02020603050405020304" pitchFamily="2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84" name="Rectangle 58"/>
              <p:cNvSpPr/>
              <p:nvPr/>
            </p:nvSpPr>
            <p:spPr>
              <a:xfrm>
                <a:off x="2558" y="17"/>
                <a:ext cx="144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5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D</a:t>
                </a:r>
                <a:endParaRPr lang="en-US" altLang="zh-CN" sz="2600" dirty="0">
                  <a:solidFill>
                    <a:schemeClr val="tx2"/>
                  </a:solidFill>
                  <a:latin typeface="Times New Roman" panose="02020603050405020304" pitchFamily="2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2585" name="Group 59"/>
              <p:cNvGrpSpPr/>
              <p:nvPr/>
            </p:nvGrpSpPr>
            <p:grpSpPr>
              <a:xfrm>
                <a:off x="0" y="0"/>
                <a:ext cx="5357" cy="896"/>
                <a:chOff x="0" y="0"/>
                <a:chExt cx="5357" cy="896"/>
              </a:xfrm>
            </p:grpSpPr>
            <p:sp>
              <p:nvSpPr>
                <p:cNvPr id="22586" name="Rectangle 60"/>
                <p:cNvSpPr/>
                <p:nvPr/>
              </p:nvSpPr>
              <p:spPr>
                <a:xfrm>
                  <a:off x="0" y="499"/>
                  <a:ext cx="3674" cy="30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600" b="1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意一条简单逐段光滑</a:t>
                  </a:r>
                  <a:r>
                    <a:rPr lang="zh-CN" altLang="en-US" sz="25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闭曲线</a:t>
                  </a:r>
                  <a:r>
                    <a:rPr lang="zh-CN" altLang="en-US" sz="2600" b="1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的曲线积分</a:t>
                  </a:r>
                </a:p>
              </p:txBody>
            </p:sp>
            <p:sp>
              <p:nvSpPr>
                <p:cNvPr id="22587" name="Rectangle 61"/>
                <p:cNvSpPr/>
                <p:nvPr/>
              </p:nvSpPr>
              <p:spPr>
                <a:xfrm>
                  <a:off x="192" y="0"/>
                  <a:ext cx="803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曲线积分</a:t>
                  </a:r>
                </a:p>
              </p:txBody>
            </p:sp>
            <p:sp>
              <p:nvSpPr>
                <p:cNvPr id="22588" name="Rectangle 62"/>
                <p:cNvSpPr/>
                <p:nvPr/>
              </p:nvSpPr>
              <p:spPr>
                <a:xfrm>
                  <a:off x="2760" y="29"/>
                  <a:ext cx="1968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内与路径无关     沿</a:t>
                  </a:r>
                </a:p>
              </p:txBody>
            </p:sp>
            <p:sp>
              <p:nvSpPr>
                <p:cNvPr id="22589" name="Rectangle 63"/>
                <p:cNvSpPr/>
                <p:nvPr/>
              </p:nvSpPr>
              <p:spPr>
                <a:xfrm>
                  <a:off x="4728" y="45"/>
                  <a:ext cx="144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sz="2500" i="1" dirty="0">
                      <a:solidFill>
                        <a:srgbClr val="000000"/>
                      </a:solidFill>
                      <a:latin typeface="Times New Roman" panose="02020603050405020304" pitchFamily="2" charset="0"/>
                      <a:ea typeface="宋体" panose="02010600030101010101" pitchFamily="2" charset="-122"/>
                    </a:rPr>
                    <a:t>D</a:t>
                  </a:r>
                  <a:endPara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590" name="Rectangle 64"/>
                <p:cNvSpPr/>
                <p:nvPr/>
              </p:nvSpPr>
              <p:spPr>
                <a:xfrm>
                  <a:off x="4955" y="0"/>
                  <a:ext cx="402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5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内任</a:t>
                  </a:r>
                </a:p>
              </p:txBody>
            </p:sp>
            <p:graphicFrame>
              <p:nvGraphicFramePr>
                <p:cNvPr id="22591" name="对象 19519"/>
                <p:cNvGraphicFramePr>
                  <a:graphicFrameLocks noChangeAspect="1"/>
                </p:cNvGraphicFramePr>
                <p:nvPr/>
              </p:nvGraphicFramePr>
              <p:xfrm>
                <a:off x="1054" y="0"/>
                <a:ext cx="1225" cy="40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8" imgW="881380" imgH="294005" progId="Equation.DSMT4">
                        <p:embed/>
                      </p:oleObj>
                    </mc:Choice>
                    <mc:Fallback>
                      <p:oleObj r:id="rId8" imgW="881380" imgH="294005" progId="Equation.DSMT4">
                        <p:embed/>
                        <p:pic>
                          <p:nvPicPr>
                            <p:cNvPr id="0" name="图片 3220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54" y="0"/>
                              <a:ext cx="1225" cy="40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22592" name="Group 66"/>
                <p:cNvGrpSpPr/>
                <p:nvPr/>
              </p:nvGrpSpPr>
              <p:grpSpPr>
                <a:xfrm>
                  <a:off x="3629" y="454"/>
                  <a:ext cx="1428" cy="442"/>
                  <a:chOff x="0" y="0"/>
                  <a:chExt cx="1428" cy="442"/>
                </a:xfrm>
              </p:grpSpPr>
              <p:sp>
                <p:nvSpPr>
                  <p:cNvPr id="22593" name="Freeform 67"/>
                  <p:cNvSpPr/>
                  <p:nvPr/>
                </p:nvSpPr>
                <p:spPr>
                  <a:xfrm>
                    <a:off x="0" y="181"/>
                    <a:ext cx="63" cy="6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316" h="312">
                        <a:moveTo>
                          <a:pt x="270" y="46"/>
                        </a:moveTo>
                        <a:lnTo>
                          <a:pt x="258" y="34"/>
                        </a:lnTo>
                        <a:lnTo>
                          <a:pt x="247" y="25"/>
                        </a:lnTo>
                        <a:lnTo>
                          <a:pt x="234" y="17"/>
                        </a:lnTo>
                        <a:lnTo>
                          <a:pt x="221" y="11"/>
                        </a:lnTo>
                        <a:lnTo>
                          <a:pt x="206" y="5"/>
                        </a:lnTo>
                        <a:lnTo>
                          <a:pt x="192" y="2"/>
                        </a:lnTo>
                        <a:lnTo>
                          <a:pt x="176" y="0"/>
                        </a:lnTo>
                        <a:lnTo>
                          <a:pt x="161" y="0"/>
                        </a:lnTo>
                        <a:lnTo>
                          <a:pt x="143" y="0"/>
                        </a:lnTo>
                        <a:lnTo>
                          <a:pt x="127" y="2"/>
                        </a:lnTo>
                        <a:lnTo>
                          <a:pt x="98" y="11"/>
                        </a:lnTo>
                        <a:lnTo>
                          <a:pt x="70" y="25"/>
                        </a:lnTo>
                        <a:lnTo>
                          <a:pt x="47" y="46"/>
                        </a:lnTo>
                        <a:lnTo>
                          <a:pt x="26" y="70"/>
                        </a:lnTo>
                        <a:lnTo>
                          <a:pt x="11" y="96"/>
                        </a:lnTo>
                        <a:lnTo>
                          <a:pt x="3" y="124"/>
                        </a:lnTo>
                        <a:lnTo>
                          <a:pt x="0" y="156"/>
                        </a:lnTo>
                        <a:lnTo>
                          <a:pt x="0" y="170"/>
                        </a:lnTo>
                        <a:lnTo>
                          <a:pt x="3" y="186"/>
                        </a:lnTo>
                        <a:lnTo>
                          <a:pt x="11" y="214"/>
                        </a:lnTo>
                        <a:lnTo>
                          <a:pt x="17" y="226"/>
                        </a:lnTo>
                        <a:lnTo>
                          <a:pt x="26" y="240"/>
                        </a:lnTo>
                        <a:lnTo>
                          <a:pt x="35" y="252"/>
                        </a:lnTo>
                        <a:lnTo>
                          <a:pt x="47" y="265"/>
                        </a:lnTo>
                        <a:lnTo>
                          <a:pt x="70" y="285"/>
                        </a:lnTo>
                        <a:lnTo>
                          <a:pt x="83" y="293"/>
                        </a:lnTo>
                        <a:lnTo>
                          <a:pt x="98" y="299"/>
                        </a:lnTo>
                        <a:lnTo>
                          <a:pt x="127" y="308"/>
                        </a:lnTo>
                        <a:lnTo>
                          <a:pt x="143" y="310"/>
                        </a:lnTo>
                        <a:lnTo>
                          <a:pt x="161" y="312"/>
                        </a:lnTo>
                        <a:lnTo>
                          <a:pt x="176" y="310"/>
                        </a:lnTo>
                        <a:lnTo>
                          <a:pt x="192" y="308"/>
                        </a:lnTo>
                        <a:lnTo>
                          <a:pt x="206" y="304"/>
                        </a:lnTo>
                        <a:lnTo>
                          <a:pt x="221" y="299"/>
                        </a:lnTo>
                        <a:lnTo>
                          <a:pt x="234" y="293"/>
                        </a:lnTo>
                        <a:lnTo>
                          <a:pt x="247" y="285"/>
                        </a:lnTo>
                        <a:lnTo>
                          <a:pt x="258" y="275"/>
                        </a:lnTo>
                        <a:lnTo>
                          <a:pt x="260" y="272"/>
                        </a:lnTo>
                        <a:lnTo>
                          <a:pt x="263" y="270"/>
                        </a:lnTo>
                        <a:lnTo>
                          <a:pt x="270" y="265"/>
                        </a:lnTo>
                        <a:lnTo>
                          <a:pt x="280" y="252"/>
                        </a:lnTo>
                        <a:lnTo>
                          <a:pt x="284" y="245"/>
                        </a:lnTo>
                        <a:lnTo>
                          <a:pt x="287" y="242"/>
                        </a:lnTo>
                        <a:lnTo>
                          <a:pt x="290" y="240"/>
                        </a:lnTo>
                        <a:lnTo>
                          <a:pt x="298" y="226"/>
                        </a:lnTo>
                        <a:lnTo>
                          <a:pt x="304" y="214"/>
                        </a:lnTo>
                        <a:lnTo>
                          <a:pt x="313" y="186"/>
                        </a:lnTo>
                        <a:lnTo>
                          <a:pt x="315" y="170"/>
                        </a:lnTo>
                        <a:lnTo>
                          <a:pt x="315" y="162"/>
                        </a:lnTo>
                        <a:lnTo>
                          <a:pt x="316" y="156"/>
                        </a:lnTo>
                        <a:lnTo>
                          <a:pt x="315" y="139"/>
                        </a:lnTo>
                        <a:lnTo>
                          <a:pt x="313" y="124"/>
                        </a:lnTo>
                        <a:lnTo>
                          <a:pt x="304" y="96"/>
                        </a:lnTo>
                        <a:lnTo>
                          <a:pt x="298" y="83"/>
                        </a:lnTo>
                        <a:lnTo>
                          <a:pt x="290" y="70"/>
                        </a:lnTo>
                        <a:lnTo>
                          <a:pt x="270" y="46"/>
                        </a:lnTo>
                      </a:path>
                    </a:pathLst>
                  </a:custGeom>
                  <a:noFill/>
                  <a:ln w="17463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2594" name="Group 68"/>
                  <p:cNvGrpSpPr/>
                  <p:nvPr/>
                </p:nvGrpSpPr>
                <p:grpSpPr>
                  <a:xfrm>
                    <a:off x="0" y="0"/>
                    <a:ext cx="1428" cy="442"/>
                    <a:chOff x="0" y="0"/>
                    <a:chExt cx="1428" cy="442"/>
                  </a:xfrm>
                </p:grpSpPr>
                <p:sp>
                  <p:nvSpPr>
                    <p:cNvPr id="22595" name="Rectangle 69"/>
                    <p:cNvSpPr/>
                    <p:nvPr/>
                  </p:nvSpPr>
                  <p:spPr>
                    <a:xfrm>
                      <a:off x="0" y="0"/>
                      <a:ext cx="83" cy="44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3800" dirty="0">
                          <a:solidFill>
                            <a:srgbClr val="000000"/>
                          </a:solidFill>
                          <a:latin typeface="Symbol" panose="05050102010706020507" pitchFamily="2" charset="2"/>
                          <a:ea typeface="宋体" panose="02010600030101010101" pitchFamily="2" charset="-122"/>
                        </a:rPr>
                        <a:t>ò</a:t>
                      </a:r>
                      <a:endParaRPr lang="en-US" altLang="zh-CN" sz="2600" dirty="0">
                        <a:solidFill>
                          <a:schemeClr val="tx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2596" name="Rectangle 70"/>
                    <p:cNvSpPr/>
                    <p:nvPr/>
                  </p:nvSpPr>
                  <p:spPr>
                    <a:xfrm>
                      <a:off x="682" y="41"/>
                      <a:ext cx="110" cy="2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500" dirty="0">
                          <a:solidFill>
                            <a:srgbClr val="000000"/>
                          </a:solidFill>
                          <a:latin typeface="Symbol" panose="05050102010706020507" pitchFamily="2" charset="2"/>
                          <a:ea typeface="宋体" panose="02010600030101010101" pitchFamily="2" charset="-122"/>
                        </a:rPr>
                        <a:t>+</a:t>
                      </a:r>
                      <a:endParaRPr lang="en-US" altLang="zh-CN" sz="2600" dirty="0">
                        <a:solidFill>
                          <a:schemeClr val="tx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2597" name="Rectangle 71"/>
                    <p:cNvSpPr/>
                    <p:nvPr/>
                  </p:nvSpPr>
                  <p:spPr>
                    <a:xfrm>
                      <a:off x="818" y="41"/>
                      <a:ext cx="333" cy="2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500" i="1" dirty="0">
                          <a:solidFill>
                            <a:srgbClr val="0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Qdy</a:t>
                      </a:r>
                      <a:endParaRPr lang="en-US" altLang="zh-CN" sz="2600" dirty="0">
                        <a:solidFill>
                          <a:schemeClr val="tx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2598" name="Rectangle 72"/>
                    <p:cNvSpPr/>
                    <p:nvPr/>
                  </p:nvSpPr>
                  <p:spPr>
                    <a:xfrm>
                      <a:off x="330" y="40"/>
                      <a:ext cx="311" cy="2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500" i="1" dirty="0">
                          <a:solidFill>
                            <a:srgbClr val="0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Pdx</a:t>
                      </a:r>
                      <a:endParaRPr lang="en-US" altLang="zh-CN" sz="2600" dirty="0">
                        <a:solidFill>
                          <a:schemeClr val="tx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2599" name="Rectangle 73"/>
                    <p:cNvSpPr/>
                    <p:nvPr/>
                  </p:nvSpPr>
                  <p:spPr>
                    <a:xfrm>
                      <a:off x="1226" y="41"/>
                      <a:ext cx="202" cy="2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5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</a:p>
                  </p:txBody>
                </p:sp>
                <p:graphicFrame>
                  <p:nvGraphicFramePr>
                    <p:cNvPr id="22600" name="对象 19528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8" y="176"/>
                    <a:ext cx="226" cy="213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r:id="rId10" imgW="219710" imgH="206375" progId="Equation.DSMT4">
                            <p:embed/>
                          </p:oleObj>
                        </mc:Choice>
                        <mc:Fallback>
                          <p:oleObj r:id="rId10" imgW="219710" imgH="206375" progId="Equation.DSMT4">
                            <p:embed/>
                            <p:pic>
                              <p:nvPicPr>
                                <p:cNvPr id="0" name="图片 3225"/>
                                <p:cNvPicPr/>
                                <p:nvPr/>
                              </p:nvPicPr>
                              <p:blipFill>
                                <a:blip r:embed="rId11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58" y="176"/>
                                  <a:ext cx="226" cy="213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</p:grpSp>
          </p:grp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Line 2"/>
          <p:cNvSpPr/>
          <p:nvPr/>
        </p:nvSpPr>
        <p:spPr>
          <a:xfrm>
            <a:off x="1752600" y="1066800"/>
            <a:ext cx="8686800" cy="0"/>
          </a:xfrm>
          <a:prstGeom prst="line">
            <a:avLst/>
          </a:prstGeom>
          <a:ln w="38100" cap="flat" cmpd="dbl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483" name="Rectangle 3"/>
          <p:cNvSpPr/>
          <p:nvPr/>
        </p:nvSpPr>
        <p:spPr>
          <a:xfrm>
            <a:off x="1752600" y="1219200"/>
            <a:ext cx="371475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600" dirty="0">
                <a:solidFill>
                  <a:srgbClr val="CC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应用定理</a:t>
            </a:r>
            <a:r>
              <a:rPr lang="en-US" altLang="zh-CN" sz="2600" dirty="0">
                <a:solidFill>
                  <a:srgbClr val="CC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2</a:t>
            </a:r>
            <a:r>
              <a:rPr lang="zh-CN" altLang="en-US" sz="2600" dirty="0">
                <a:solidFill>
                  <a:srgbClr val="CC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应注意的问题   </a:t>
            </a:r>
          </a:p>
        </p:txBody>
      </p:sp>
      <p:sp>
        <p:nvSpPr>
          <p:cNvPr id="23555" name="Text Box 4"/>
          <p:cNvSpPr txBox="1"/>
          <p:nvPr/>
        </p:nvSpPr>
        <p:spPr>
          <a:xfrm>
            <a:off x="1752600" y="1998663"/>
            <a:ext cx="8686800" cy="4794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endParaRPr lang="zh-CN" altLang="zh-CN" sz="260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0485" name="Text Box 5"/>
          <p:cNvSpPr txBox="1"/>
          <p:nvPr/>
        </p:nvSpPr>
        <p:spPr>
          <a:xfrm>
            <a:off x="1752600" y="1752600"/>
            <a:ext cx="8686800" cy="239776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        (1)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区域</a:t>
            </a:r>
            <a:r>
              <a:rPr lang="en-US" altLang="zh-CN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D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是</a:t>
            </a:r>
            <a:r>
              <a:rPr lang="zh-CN" altLang="en-US" sz="2600" b="1" noProof="1">
                <a:solidFill>
                  <a:srgbClr val="CC33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单连通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区域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Symbol" panose="05050102010706020507" pitchFamily="2" charset="2"/>
              </a:rPr>
              <a:t></a:t>
            </a:r>
            <a:r>
              <a:rPr lang="zh-CN" altLang="en-US" sz="2600" b="1" noProof="1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  <a:cs typeface="+mn-cs"/>
              </a:rPr>
              <a:t> </a:t>
            </a:r>
            <a:endParaRPr lang="zh-CN" altLang="en-US" sz="2600" b="1" noProof="1">
              <a:solidFill>
                <a:srgbClr val="000000"/>
              </a:solidFill>
              <a:latin typeface="Symbol" panose="05050102010706020507" pitchFamily="2" charset="2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600" b="1" noProof="1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  <a:cs typeface="+mn-cs"/>
              </a:rPr>
              <a:t>        </a:t>
            </a:r>
            <a:r>
              <a:rPr lang="en-US" altLang="zh-CN" sz="2600" b="1" noProof="1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  <a:cs typeface="+mn-cs"/>
              </a:rPr>
              <a:t>(2)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函数</a:t>
            </a:r>
            <a:r>
              <a:rPr lang="en-US" altLang="zh-CN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P(</a:t>
            </a:r>
            <a:r>
              <a:rPr lang="en-US" altLang="zh-CN" sz="2600" b="1" i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x</a:t>
            </a:r>
            <a:r>
              <a:rPr lang="en-US" altLang="zh-CN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Symbol" panose="05050102010706020507" pitchFamily="2" charset="2"/>
              </a:rPr>
              <a:t> </a:t>
            </a:r>
            <a:r>
              <a:rPr lang="en-US" altLang="zh-CN" sz="2600" b="1" i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y</a:t>
            </a:r>
            <a:r>
              <a:rPr lang="en-US" altLang="zh-CN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及</a:t>
            </a:r>
            <a:r>
              <a:rPr lang="en-US" altLang="zh-CN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Q(</a:t>
            </a:r>
            <a:r>
              <a:rPr lang="en-US" altLang="zh-CN" sz="2600" b="1" i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x</a:t>
            </a:r>
            <a:r>
              <a:rPr lang="en-US" altLang="zh-CN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Symbol" panose="05050102010706020507" pitchFamily="2" charset="2"/>
              </a:rPr>
              <a:t> </a:t>
            </a:r>
            <a:r>
              <a:rPr lang="en-US" altLang="zh-CN" sz="2600" b="1" i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y</a:t>
            </a:r>
            <a:r>
              <a:rPr lang="en-US" altLang="zh-CN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在</a:t>
            </a:r>
            <a:r>
              <a:rPr lang="en-US" altLang="zh-CN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D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内具有</a:t>
            </a:r>
            <a:r>
              <a:rPr lang="zh-CN" altLang="en-US" sz="2600" b="1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一阶连续偏导数</a:t>
            </a:r>
            <a:r>
              <a:rPr lang="zh-CN" altLang="en-US" sz="2600" b="1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Symbol" panose="05050102010706020507" pitchFamily="2" charset="2"/>
              </a:rPr>
              <a:t></a:t>
            </a:r>
            <a:endParaRPr lang="zh-CN" altLang="en-US" sz="2600" b="1" noProof="1">
              <a:solidFill>
                <a:srgbClr val="000000"/>
              </a:solidFill>
              <a:latin typeface="Symbol" panose="05050102010706020507" pitchFamily="2" charset="2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600" b="1" noProof="1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  <a:cs typeface="+mn-cs"/>
              </a:rPr>
              <a:t>        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如果这两个条件之一不能满足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Symbol" panose="05050102010706020507" pitchFamily="2" charset="2"/>
              </a:rPr>
              <a:t> 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那么定理的结论不能保证成立</a:t>
            </a:r>
            <a:r>
              <a:rPr lang="zh-CN" altLang="en-US" sz="2600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Symbol" panose="05050102010706020507" pitchFamily="2" charset="2"/>
              </a:rPr>
              <a:t></a:t>
            </a:r>
            <a:r>
              <a:rPr lang="en-US" altLang="zh-CN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(PPT 10 </a:t>
            </a: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例</a:t>
            </a:r>
            <a:r>
              <a:rPr lang="en-US" altLang="zh-CN" b="1" noProof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5)</a:t>
            </a:r>
            <a:endParaRPr lang="en-US" altLang="zh-CN" b="1" noProof="1">
              <a:solidFill>
                <a:srgbClr val="00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2600" b="1" noProof="1">
              <a:solidFill>
                <a:srgbClr val="000000"/>
              </a:solidFill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63115" y="279400"/>
            <a:ext cx="7214870" cy="7620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/>
          <p:nvPr/>
        </p:nvSpPr>
        <p:spPr>
          <a:xfrm>
            <a:off x="1752600" y="1905000"/>
            <a:ext cx="8686800" cy="239776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      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表达式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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Q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dy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与函数的全微分有相同的结构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zh-CN" altLang="en-US" sz="2600" b="1" dirty="0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但它未必就是某个函数的全微分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</a:t>
            </a:r>
            <a:endParaRPr lang="zh-CN" altLang="en-US" sz="2600" b="1" dirty="0">
              <a:solidFill>
                <a:srgbClr val="000000"/>
              </a:solidFill>
              <a:latin typeface="Symbol" panose="05050102010706020507" pitchFamily="2" charset="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        那么在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什么条件下表达式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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dy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是某个二元函数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的全微分呢？当这样的二元函数存在时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怎样求出这个二元函数呢？</a:t>
            </a:r>
          </a:p>
        </p:txBody>
      </p:sp>
      <p:sp>
        <p:nvSpPr>
          <p:cNvPr id="21507" name="Text Box 3"/>
          <p:cNvSpPr txBox="1"/>
          <p:nvPr/>
        </p:nvSpPr>
        <p:spPr>
          <a:xfrm>
            <a:off x="1752600" y="914400"/>
            <a:ext cx="8686800" cy="958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二元函数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u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的全微分为</a:t>
            </a:r>
          </a:p>
          <a:p>
            <a:pPr algn="ctr">
              <a:lnSpc>
                <a:spcPct val="120000"/>
              </a:lnSpc>
            </a:pP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du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sz="2600" b="1" dirty="0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=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u</a:t>
            </a:r>
            <a:r>
              <a:rPr lang="en-US" altLang="zh-CN" sz="2600" b="1" i="1" baseline="-300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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u</a:t>
            </a:r>
            <a:r>
              <a:rPr lang="en-US" altLang="zh-CN" sz="2600" b="1" i="1" baseline="-300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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4579" name="Rectangle 4"/>
          <p:cNvSpPr/>
          <p:nvPr/>
        </p:nvSpPr>
        <p:spPr>
          <a:xfrm>
            <a:off x="1847850" y="260350"/>
            <a:ext cx="4176713" cy="4794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>
                <a:solidFill>
                  <a:srgbClr val="CC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二元函数的全微分求积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uild="p"/>
      <p:bldP spid="2150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/>
          <p:nvPr/>
        </p:nvSpPr>
        <p:spPr>
          <a:xfrm>
            <a:off x="1279525" y="5597524"/>
            <a:ext cx="99060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600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原函数</a:t>
            </a:r>
          </a:p>
        </p:txBody>
      </p:sp>
      <p:sp>
        <p:nvSpPr>
          <p:cNvPr id="22531" name="Text Box 3"/>
          <p:cNvSpPr txBox="1"/>
          <p:nvPr/>
        </p:nvSpPr>
        <p:spPr>
          <a:xfrm>
            <a:off x="1686645" y="5607050"/>
            <a:ext cx="8686800" cy="958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      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如果函数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满足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du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sz="2600" b="1" i="1" dirty="0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=</a:t>
            </a:r>
            <a:r>
              <a:rPr lang="en-US" altLang="zh-CN" sz="2600" b="1" dirty="0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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dy</a:t>
            </a:r>
            <a:r>
              <a:rPr lang="en-US" altLang="zh-CN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则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函数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称为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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dy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的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原函数</a:t>
            </a:r>
            <a:r>
              <a:rPr lang="en-US" altLang="zh-CN" sz="2600" b="1" dirty="0">
                <a:solidFill>
                  <a:srgbClr val="00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2532" name="Text Box 4"/>
          <p:cNvSpPr txBox="1"/>
          <p:nvPr/>
        </p:nvSpPr>
        <p:spPr>
          <a:xfrm>
            <a:off x="1703388" y="0"/>
            <a:ext cx="8686800" cy="14382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      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设函数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及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Q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在单连通域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内具有一阶连续偏导数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则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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Q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dy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在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内恰是某一函数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u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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y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的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全微分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的充分必要条件是等式 </a:t>
            </a:r>
          </a:p>
        </p:txBody>
      </p:sp>
      <p:sp>
        <p:nvSpPr>
          <p:cNvPr id="25605" name="Text Box 6"/>
          <p:cNvSpPr txBox="1"/>
          <p:nvPr/>
        </p:nvSpPr>
        <p:spPr>
          <a:xfrm>
            <a:off x="5520055" y="1773555"/>
            <a:ext cx="206502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在</a:t>
            </a:r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内恒成立</a:t>
            </a:r>
            <a:r>
              <a:rPr lang="zh-CN" altLang="en-US" sz="26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</a:t>
            </a:r>
            <a:r>
              <a:rPr lang="zh-CN" altLang="en-US" sz="2600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2536" name="Rectangle 8"/>
          <p:cNvSpPr/>
          <p:nvPr/>
        </p:nvSpPr>
        <p:spPr>
          <a:xfrm>
            <a:off x="1524000" y="0"/>
            <a:ext cx="99060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600" dirty="0">
                <a:solidFill>
                  <a:srgbClr val="CC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定理</a:t>
            </a:r>
            <a:r>
              <a:rPr lang="en-US" altLang="zh-CN" sz="2600" dirty="0">
                <a:solidFill>
                  <a:srgbClr val="CC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3  </a:t>
            </a:r>
          </a:p>
        </p:txBody>
      </p:sp>
      <p:sp>
        <p:nvSpPr>
          <p:cNvPr id="22537" name="Text Box 9"/>
          <p:cNvSpPr txBox="1"/>
          <p:nvPr/>
        </p:nvSpPr>
        <p:spPr>
          <a:xfrm>
            <a:off x="1703388" y="2565400"/>
            <a:ext cx="936625" cy="44259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推论</a:t>
            </a:r>
          </a:p>
        </p:txBody>
      </p:sp>
      <p:grpSp>
        <p:nvGrpSpPr>
          <p:cNvPr id="22538" name="Group 10"/>
          <p:cNvGrpSpPr/>
          <p:nvPr/>
        </p:nvGrpSpPr>
        <p:grpSpPr>
          <a:xfrm>
            <a:off x="1703388" y="2565400"/>
            <a:ext cx="8642350" cy="1917700"/>
            <a:chOff x="0" y="0"/>
            <a:chExt cx="5444" cy="1208"/>
          </a:xfrm>
        </p:grpSpPr>
        <p:grpSp>
          <p:nvGrpSpPr>
            <p:cNvPr id="25610" name="Group 11"/>
            <p:cNvGrpSpPr/>
            <p:nvPr/>
          </p:nvGrpSpPr>
          <p:grpSpPr>
            <a:xfrm>
              <a:off x="0" y="0"/>
              <a:ext cx="5444" cy="1208"/>
              <a:chOff x="0" y="0"/>
              <a:chExt cx="5444" cy="1208"/>
            </a:xfrm>
          </p:grpSpPr>
          <p:sp>
            <p:nvSpPr>
              <p:cNvPr id="25611" name="Rectangle 12"/>
              <p:cNvSpPr/>
              <p:nvPr/>
            </p:nvSpPr>
            <p:spPr>
              <a:xfrm>
                <a:off x="0" y="0"/>
                <a:ext cx="5444" cy="1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600" dirty="0">
                    <a:solidFill>
                      <a:schemeClr val="tx2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          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设函数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  <a:sym typeface="Symbol" panose="05050102010706020507" pitchFamily="2" charset="2"/>
                  </a:rPr>
                  <a:t>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及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  <a:sym typeface="Symbol" panose="05050102010706020507" pitchFamily="2" charset="2"/>
                  </a:rPr>
                  <a:t>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在单连通域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D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内具有一阶连续偏导数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  <a:sym typeface="Symbol" panose="05050102010706020507" pitchFamily="2" charset="2"/>
                  </a:rPr>
                  <a:t>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 对任意两点               曲线积分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　　　　　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与路径无关的充要条件是：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  <a:sym typeface="Symbol" panose="05050102010706020507" pitchFamily="2" charset="2"/>
                  </a:rPr>
                  <a:t>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)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dx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  <a:sym typeface="Symbol" panose="05050102010706020507" pitchFamily="2" charset="2"/>
                  </a:rPr>
                  <a:t>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  <a:sym typeface="Symbol" panose="05050102010706020507" pitchFamily="2" charset="2"/>
                  </a:rPr>
                  <a:t>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)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dy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恰是某一函数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  <a:sym typeface="Symbol" panose="05050102010706020507" pitchFamily="2" charset="2"/>
                  </a:rPr>
                  <a:t>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的全微分，此外，当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Pdx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  <a:sym typeface="Symbol" panose="05050102010706020507" pitchFamily="2" charset="2"/>
                  </a:rPr>
                  <a:t>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Qdy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是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  <a:sym typeface="Symbol" panose="05050102010706020507" pitchFamily="2" charset="2"/>
                  </a:rPr>
                  <a:t>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宋体" panose="02010600030101010101" pitchFamily="2" charset="-122"/>
                  </a:rPr>
                  <a:t>的全微分时，有</a:t>
                </a:r>
              </a:p>
            </p:txBody>
          </p:sp>
          <p:graphicFrame>
            <p:nvGraphicFramePr>
              <p:cNvPr id="25612" name="对象 22540"/>
              <p:cNvGraphicFramePr>
                <a:graphicFrameLocks noChangeAspect="1"/>
              </p:cNvGraphicFramePr>
              <p:nvPr/>
            </p:nvGraphicFramePr>
            <p:xfrm>
              <a:off x="1588" y="363"/>
              <a:ext cx="725" cy="2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612775" imgH="204470" progId="Equation.DSMT4">
                      <p:embed/>
                    </p:oleObj>
                  </mc:Choice>
                  <mc:Fallback>
                    <p:oleObj r:id="rId3" imgW="612775" imgH="204470" progId="Equation.DSMT4">
                      <p:embed/>
                      <p:pic>
                        <p:nvPicPr>
                          <p:cNvPr id="0" name="图片 322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588" y="363"/>
                            <a:ext cx="725" cy="24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5613" name="对象 22541"/>
            <p:cNvGraphicFramePr>
              <a:graphicFrameLocks noChangeAspect="1"/>
            </p:cNvGraphicFramePr>
            <p:nvPr/>
          </p:nvGraphicFramePr>
          <p:xfrm>
            <a:off x="3175" y="318"/>
            <a:ext cx="1043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81380" imgH="294005" progId="Equation.DSMT4">
                    <p:embed/>
                  </p:oleObj>
                </mc:Choice>
                <mc:Fallback>
                  <p:oleObj r:id="rId5" imgW="881380" imgH="294005" progId="Equation.DSMT4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75" y="318"/>
                          <a:ext cx="1043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43" name="对象 22542"/>
          <p:cNvGraphicFramePr>
            <a:graphicFrameLocks noChangeAspect="1"/>
          </p:cNvGraphicFramePr>
          <p:nvPr/>
        </p:nvGraphicFramePr>
        <p:xfrm>
          <a:off x="3359150" y="4508500"/>
          <a:ext cx="48260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311400" imgH="330200" progId="Equation.DSMT4">
                  <p:embed/>
                </p:oleObj>
              </mc:Choice>
              <mc:Fallback>
                <p:oleObj r:id="rId7" imgW="2311400" imgH="330200" progId="Equation.DSMT4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9150" y="4508500"/>
                        <a:ext cx="4826000" cy="690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935730" y="1557020"/>
            <a:ext cx="1149350" cy="7683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  <p:bldP spid="22531" grpId="0" build="p"/>
      <p:bldP spid="22532" grpId="0"/>
      <p:bldP spid="25605" grpId="0"/>
      <p:bldP spid="22536" grpId="0" build="p"/>
      <p:bldP spid="2253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/>
          <p:nvPr/>
        </p:nvSpPr>
        <p:spPr>
          <a:xfrm>
            <a:off x="2133600" y="703252"/>
            <a:ext cx="5257800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noProof="1">
                <a:solidFill>
                  <a:schemeClr val="accent2"/>
                </a:solidFill>
                <a:latin typeface="Times New Roman" panose="02020603050405020304" pitchFamily="2" charset="0"/>
                <a:ea typeface="楷体_GB2312" pitchFamily="1" charset="-122"/>
                <a:cs typeface="+mn-cs"/>
              </a:rPr>
              <a:t>总结</a:t>
            </a:r>
            <a:r>
              <a:rPr lang="en-US" altLang="zh-CN" sz="2800" noProof="1">
                <a:solidFill>
                  <a:schemeClr val="accent2"/>
                </a:solidFill>
                <a:latin typeface="Times New Roman" panose="02020603050405020304" pitchFamily="2" charset="0"/>
                <a:ea typeface="楷体_GB2312" pitchFamily="1" charset="-122"/>
                <a:cs typeface="+mn-cs"/>
              </a:rPr>
              <a:t>:</a:t>
            </a:r>
            <a:r>
              <a:rPr lang="en-US" altLang="zh-CN" sz="2800" noProof="1">
                <a:latin typeface="Times New Roman" panose="02020603050405020304" pitchFamily="2" charset="0"/>
                <a:ea typeface="楷体_GB2312" pitchFamily="1" charset="-122"/>
                <a:cs typeface="+mn-cs"/>
              </a:rPr>
              <a:t>     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  <a:cs typeface="+mn-cs"/>
              </a:rPr>
              <a:t>设</a:t>
            </a:r>
            <a:r>
              <a:rPr lang="en-US" altLang="zh-CN" sz="2800" i="1" noProof="1">
                <a:latin typeface="Times New Roman" panose="02020603050405020304" pitchFamily="2" charset="0"/>
                <a:ea typeface="楷体_GB2312" pitchFamily="1" charset="-122"/>
                <a:cs typeface="+mn-cs"/>
              </a:rPr>
              <a:t>D 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  <a:cs typeface="+mn-cs"/>
              </a:rPr>
              <a:t>是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ea typeface="楷体_GB2312" pitchFamily="1" charset="-122"/>
                <a:cs typeface="+mn-cs"/>
              </a:rPr>
              <a:t>单连通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  <a:cs typeface="+mn-cs"/>
              </a:rPr>
              <a:t>域</a:t>
            </a:r>
            <a:r>
              <a:rPr lang="zh-CN" altLang="en-US" sz="2800" b="1" noProof="1">
                <a:solidFill>
                  <a:srgbClr val="66FF33"/>
                </a:solidFill>
                <a:latin typeface="Times New Roman" panose="02020603050405020304" pitchFamily="2" charset="0"/>
                <a:ea typeface="楷体_GB2312" pitchFamily="1" charset="-122"/>
                <a:cs typeface="+mn-cs"/>
              </a:rPr>
              <a:t> </a:t>
            </a:r>
            <a:r>
              <a:rPr lang="en-US" altLang="zh-CN" sz="2800" noProof="1">
                <a:latin typeface="Times New Roman" panose="02020603050405020304" pitchFamily="2" charset="0"/>
                <a:ea typeface="楷体_GB2312" pitchFamily="1" charset="-122"/>
                <a:cs typeface="+mn-cs"/>
              </a:rPr>
              <a:t>,</a:t>
            </a:r>
            <a:endParaRPr lang="en-US" altLang="zh-CN" sz="2800" noProof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23556" name="Text Box 4"/>
          <p:cNvSpPr txBox="1"/>
          <p:nvPr/>
        </p:nvSpPr>
        <p:spPr>
          <a:xfrm>
            <a:off x="9067800" y="738188"/>
            <a:ext cx="1371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在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内</a:t>
            </a:r>
          </a:p>
        </p:txBody>
      </p:sp>
      <p:sp>
        <p:nvSpPr>
          <p:cNvPr id="23557" name="Text Box 5"/>
          <p:cNvSpPr txBox="1"/>
          <p:nvPr/>
        </p:nvSpPr>
        <p:spPr>
          <a:xfrm>
            <a:off x="1828800" y="1271577"/>
            <a:ext cx="3581400" cy="52197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  <a:cs typeface="+mn-cs"/>
              </a:rPr>
              <a:t>具有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ea typeface="楷体_GB2312" pitchFamily="1" charset="-122"/>
                <a:cs typeface="+mn-cs"/>
              </a:rPr>
              <a:t>一阶连续偏导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  <a:cs typeface="+mn-cs"/>
              </a:rPr>
              <a:t>数</a:t>
            </a:r>
            <a:r>
              <a:rPr lang="en-US" altLang="zh-CN" sz="2800" noProof="1">
                <a:latin typeface="Times New Roman" panose="02020603050405020304" pitchFamily="2" charset="0"/>
                <a:ea typeface="楷体_GB2312" pitchFamily="1" charset="-122"/>
                <a:cs typeface="+mn-cs"/>
              </a:rPr>
              <a:t>,</a:t>
            </a:r>
            <a:endParaRPr lang="en-US" altLang="zh-CN" sz="2800" noProof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23558" name="Text Box 6"/>
          <p:cNvSpPr txBox="1"/>
          <p:nvPr/>
        </p:nvSpPr>
        <p:spPr>
          <a:xfrm>
            <a:off x="2133600" y="1919288"/>
            <a:ext cx="54864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(1)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沿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中任意光滑闭曲线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L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 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有</a:t>
            </a:r>
          </a:p>
        </p:txBody>
      </p:sp>
      <p:sp>
        <p:nvSpPr>
          <p:cNvPr id="23560" name="Text Box 8"/>
          <p:cNvSpPr txBox="1"/>
          <p:nvPr/>
        </p:nvSpPr>
        <p:spPr>
          <a:xfrm>
            <a:off x="2133600" y="2657475"/>
            <a:ext cx="6781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(2)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对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中任一分段光滑曲线</a:t>
            </a:r>
            <a:r>
              <a:rPr lang="zh-CN" altLang="en-US" sz="2800" i="1" dirty="0"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L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曲线积分</a:t>
            </a:r>
          </a:p>
        </p:txBody>
      </p:sp>
      <p:sp>
        <p:nvSpPr>
          <p:cNvPr id="23561" name="Text Box 9"/>
          <p:cNvSpPr txBox="1"/>
          <p:nvPr/>
        </p:nvSpPr>
        <p:spPr>
          <a:xfrm>
            <a:off x="2133600" y="3876675"/>
            <a:ext cx="9144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(3)</a:t>
            </a:r>
          </a:p>
        </p:txBody>
      </p:sp>
      <p:sp>
        <p:nvSpPr>
          <p:cNvPr id="23565" name="Text Box 13"/>
          <p:cNvSpPr txBox="1"/>
          <p:nvPr/>
        </p:nvSpPr>
        <p:spPr>
          <a:xfrm>
            <a:off x="2151063" y="5246688"/>
            <a:ext cx="3792537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(4)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在 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内每一点都有</a:t>
            </a:r>
          </a:p>
        </p:txBody>
      </p:sp>
      <p:sp>
        <p:nvSpPr>
          <p:cNvPr id="23568" name="Text Box 16"/>
          <p:cNvSpPr txBox="1"/>
          <p:nvPr/>
        </p:nvSpPr>
        <p:spPr>
          <a:xfrm>
            <a:off x="2711450" y="3309620"/>
            <a:ext cx="6021388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与路径无关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只与起点及终点有关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. </a:t>
            </a:r>
          </a:p>
        </p:txBody>
      </p:sp>
      <p:sp>
        <p:nvSpPr>
          <p:cNvPr id="23569" name="Text Box 17"/>
          <p:cNvSpPr txBox="1"/>
          <p:nvPr/>
        </p:nvSpPr>
        <p:spPr>
          <a:xfrm>
            <a:off x="6019800" y="692150"/>
            <a:ext cx="1066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函数</a:t>
            </a:r>
          </a:p>
        </p:txBody>
      </p:sp>
      <p:sp>
        <p:nvSpPr>
          <p:cNvPr id="23570" name="Text Box 18"/>
          <p:cNvSpPr txBox="1"/>
          <p:nvPr/>
        </p:nvSpPr>
        <p:spPr>
          <a:xfrm>
            <a:off x="5257800" y="1285875"/>
            <a:ext cx="3657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则以下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2" charset="0"/>
                <a:ea typeface="楷体_GB2312" pitchFamily="1" charset="-122"/>
              </a:rPr>
              <a:t>四个条件等价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2" charset="0"/>
                <a:ea typeface="楷体_GB2312" pitchFamily="1" charset="-122"/>
              </a:rPr>
              <a:t>:</a:t>
            </a:r>
          </a:p>
        </p:txBody>
      </p:sp>
      <p:sp>
        <p:nvSpPr>
          <p:cNvPr id="23571" name="Text Box 19"/>
          <p:cNvSpPr txBox="1"/>
          <p:nvPr/>
        </p:nvSpPr>
        <p:spPr>
          <a:xfrm>
            <a:off x="4439603" y="3918268"/>
            <a:ext cx="39624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在 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内是某一函数</a:t>
            </a:r>
          </a:p>
        </p:txBody>
      </p:sp>
      <p:sp>
        <p:nvSpPr>
          <p:cNvPr id="23572" name="Text Box 20"/>
          <p:cNvSpPr txBox="1"/>
          <p:nvPr/>
        </p:nvSpPr>
        <p:spPr>
          <a:xfrm>
            <a:off x="8382000" y="3876675"/>
            <a:ext cx="1752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的全微分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</a:t>
            </a:r>
          </a:p>
        </p:txBody>
      </p:sp>
      <p:sp>
        <p:nvSpPr>
          <p:cNvPr id="23573" name="Text Box 21"/>
          <p:cNvSpPr txBox="1"/>
          <p:nvPr/>
        </p:nvSpPr>
        <p:spPr>
          <a:xfrm>
            <a:off x="2667000" y="4548188"/>
            <a:ext cx="67945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即 </a:t>
            </a:r>
          </a:p>
        </p:txBody>
      </p:sp>
      <p:graphicFrame>
        <p:nvGraphicFramePr>
          <p:cNvPr id="2" name="对象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0965031"/>
              </p:ext>
            </p:extLst>
          </p:nvPr>
        </p:nvGraphicFramePr>
        <p:xfrm>
          <a:off x="6913904" y="796925"/>
          <a:ext cx="203327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037080" imgH="556895" progId="Equation.KSEE3">
                  <p:embed/>
                </p:oleObj>
              </mc:Choice>
              <mc:Fallback>
                <p:oleObj r:id="rId9" imgW="2037080" imgH="55689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13904" y="796925"/>
                        <a:ext cx="203327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>
            <p:custDataLst>
              <p:tags r:id="rId2"/>
            </p:custDataLst>
          </p:nvPr>
        </p:nvGraphicFramePr>
        <p:xfrm>
          <a:off x="7464425" y="1814830"/>
          <a:ext cx="2847340" cy="782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660650" imgH="633095" progId="Equation.KSEE3">
                  <p:embed/>
                </p:oleObj>
              </mc:Choice>
              <mc:Fallback>
                <p:oleObj r:id="rId11" imgW="2660650" imgH="633095" progId="Equation.KSEE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64425" y="1814830"/>
                        <a:ext cx="2847340" cy="782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>
            <p:custDataLst>
              <p:tags r:id="rId3"/>
            </p:custDataLst>
          </p:nvPr>
        </p:nvGraphicFramePr>
        <p:xfrm>
          <a:off x="8760460" y="2636520"/>
          <a:ext cx="2092325" cy="659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635760" imgH="577215" progId="Equation.KSEE3">
                  <p:embed/>
                </p:oleObj>
              </mc:Choice>
              <mc:Fallback>
                <p:oleObj r:id="rId13" imgW="1635760" imgH="577215" progId="Equation.KSEE3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760460" y="2636520"/>
                        <a:ext cx="2092325" cy="659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>
            <p:custDataLst>
              <p:tags r:id="rId4"/>
            </p:custDataLst>
          </p:nvPr>
        </p:nvGraphicFramePr>
        <p:xfrm>
          <a:off x="3055620" y="3962400"/>
          <a:ext cx="1381760" cy="46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427480" imgH="452755" progId="Equation.KSEE3">
                  <p:embed/>
                </p:oleObj>
              </mc:Choice>
              <mc:Fallback>
                <p:oleObj r:id="rId15" imgW="1427480" imgH="452755" progId="Equation.KSEE3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55620" y="3962400"/>
                        <a:ext cx="1381760" cy="461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>
            <p:custDataLst>
              <p:tags r:id="rId5"/>
            </p:custDataLst>
          </p:nvPr>
        </p:nvGraphicFramePr>
        <p:xfrm>
          <a:off x="7465060" y="3962400"/>
          <a:ext cx="894715" cy="442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894715" imgH="405130" progId="Equation.KSEE3">
                  <p:embed/>
                </p:oleObj>
              </mc:Choice>
              <mc:Fallback>
                <p:oleObj r:id="rId17" imgW="894715" imgH="405130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465060" y="3962400"/>
                        <a:ext cx="894715" cy="442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>
            <p:custDataLst>
              <p:tags r:id="rId6"/>
            </p:custDataLst>
          </p:nvPr>
        </p:nvGraphicFramePr>
        <p:xfrm>
          <a:off x="3870960" y="4527550"/>
          <a:ext cx="392811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3276600" imgH="427990" progId="Equation.KSEE3">
                  <p:embed/>
                </p:oleObj>
              </mc:Choice>
              <mc:Fallback>
                <p:oleObj r:id="rId19" imgW="3276600" imgH="427990" progId="Equation.KSEE3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70960" y="4527550"/>
                        <a:ext cx="3928110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/>
          <p:nvPr>
            <p:custDataLst>
              <p:tags r:id="rId7"/>
            </p:custDataLst>
          </p:nvPr>
        </p:nvGraphicFramePr>
        <p:xfrm>
          <a:off x="5963285" y="5187950"/>
          <a:ext cx="1658620" cy="102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273810" imgH="913765" progId="Equation.KSEE3">
                  <p:embed/>
                </p:oleObj>
              </mc:Choice>
              <mc:Fallback>
                <p:oleObj r:id="rId21" imgW="1273810" imgH="913765" progId="Equation.KSEE3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963285" y="5187950"/>
                        <a:ext cx="1658620" cy="1022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/>
      <p:bldP spid="23560" grpId="0"/>
      <p:bldP spid="23561" grpId="4"/>
      <p:bldP spid="23565" grpId="1"/>
      <p:bldP spid="23568" grpId="0"/>
      <p:bldP spid="23571" grpId="4"/>
      <p:bldP spid="23572" grpId="4"/>
      <p:bldP spid="2357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/>
          <p:nvPr/>
        </p:nvSpPr>
        <p:spPr>
          <a:xfrm>
            <a:off x="8401050" y="1341438"/>
            <a:ext cx="2266950" cy="1871662"/>
          </a:xfrm>
          <a:prstGeom prst="rect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2133600" y="5029200"/>
            <a:ext cx="67056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2" charset="0"/>
                <a:ea typeface="楷体_GB2312" pitchFamily="1" charset="-122"/>
              </a:rPr>
              <a:t>说明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: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积分与路径无关时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曲线积分可记为 </a:t>
            </a:r>
          </a:p>
        </p:txBody>
      </p:sp>
      <p:sp>
        <p:nvSpPr>
          <p:cNvPr id="27651" name="Rectangle 4"/>
          <p:cNvSpPr>
            <a:spLocks noGrp="1"/>
          </p:cNvSpPr>
          <p:nvPr>
            <p:ph type="title"/>
          </p:nvPr>
        </p:nvSpPr>
        <p:spPr>
          <a:xfrm>
            <a:off x="2133600" y="228600"/>
            <a:ext cx="3200400" cy="533400"/>
          </a:xfrm>
        </p:spPr>
        <p:txBody>
          <a:bodyPr vert="horz" wrap="square" anchor="ctr" anchorCtr="0"/>
          <a:lstStyle/>
          <a:p>
            <a:pPr algn="l" eaLnBrk="1" hangingPunct="1"/>
            <a:r>
              <a:rPr lang="zh-CN" altLang="en-US" sz="2800" b="1" dirty="0">
                <a:solidFill>
                  <a:srgbClr val="0033CC"/>
                </a:solidFill>
                <a:ea typeface="楷体_GB2312" pitchFamily="1" charset="-122"/>
              </a:rPr>
              <a:t>证明</a:t>
            </a:r>
            <a:r>
              <a:rPr lang="zh-CN" altLang="en-US" sz="2800" b="1" dirty="0">
                <a:ea typeface="楷体_GB2312" pitchFamily="1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楷体_GB2312" pitchFamily="1" charset="-122"/>
              </a:rPr>
              <a:t>(1)             (2)</a:t>
            </a:r>
            <a:endParaRPr lang="en-US" altLang="zh-CN" sz="2800" b="1" dirty="0">
              <a:ea typeface="楷体_GB2312" pitchFamily="1" charset="-122"/>
            </a:endParaRPr>
          </a:p>
        </p:txBody>
      </p:sp>
      <p:sp>
        <p:nvSpPr>
          <p:cNvPr id="27652" name="AutoShape 5"/>
          <p:cNvSpPr/>
          <p:nvPr/>
        </p:nvSpPr>
        <p:spPr>
          <a:xfrm>
            <a:off x="3581400" y="457200"/>
            <a:ext cx="935038" cy="179388"/>
          </a:xfrm>
          <a:prstGeom prst="rightArrow">
            <a:avLst>
              <a:gd name="adj1" fmla="val 50000"/>
              <a:gd name="adj2" fmla="val 129995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2" name="Text Box 6"/>
          <p:cNvSpPr txBox="1"/>
          <p:nvPr/>
        </p:nvSpPr>
        <p:spPr>
          <a:xfrm>
            <a:off x="2133600" y="762000"/>
            <a:ext cx="8382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设</a:t>
            </a:r>
          </a:p>
        </p:txBody>
      </p:sp>
      <p:graphicFrame>
        <p:nvGraphicFramePr>
          <p:cNvPr id="24585" name="对象 24584"/>
          <p:cNvGraphicFramePr>
            <a:graphicFrameLocks noChangeAspect="1"/>
          </p:cNvGraphicFramePr>
          <p:nvPr/>
        </p:nvGraphicFramePr>
        <p:xfrm>
          <a:off x="5070475" y="2241550"/>
          <a:ext cx="3563938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14525" imgH="635000" progId="Equation.3">
                  <p:embed/>
                </p:oleObj>
              </mc:Choice>
              <mc:Fallback>
                <p:oleObj r:id="rId8" imgW="1914525" imgH="6350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66FF33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70475" y="2241550"/>
                        <a:ext cx="3563938" cy="1222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8" name="Group 13"/>
          <p:cNvGrpSpPr/>
          <p:nvPr/>
        </p:nvGrpSpPr>
        <p:grpSpPr>
          <a:xfrm>
            <a:off x="8651875" y="1447800"/>
            <a:ext cx="1863725" cy="1739900"/>
            <a:chOff x="0" y="0"/>
            <a:chExt cx="1174" cy="1096"/>
          </a:xfrm>
        </p:grpSpPr>
        <p:graphicFrame>
          <p:nvGraphicFramePr>
            <p:cNvPr id="27660" name="对象 24588"/>
            <p:cNvGraphicFramePr>
              <a:graphicFrameLocks noChangeAspect="1"/>
            </p:cNvGraphicFramePr>
            <p:nvPr/>
          </p:nvGraphicFramePr>
          <p:xfrm>
            <a:off x="0" y="864"/>
            <a:ext cx="21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52400" imgH="165100" progId="Equation.3">
                    <p:embed/>
                  </p:oleObj>
                </mc:Choice>
                <mc:Fallback>
                  <p:oleObj r:id="rId10" imgW="152400" imgH="165100" progId="Equation.3">
                    <p:embed/>
                    <p:pic>
                      <p:nvPicPr>
                        <p:cNvPr id="0" name="图片 3242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864"/>
                          <a:ext cx="214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1" name="对象 24589"/>
            <p:cNvGraphicFramePr>
              <a:graphicFrameLocks noChangeAspect="1"/>
            </p:cNvGraphicFramePr>
            <p:nvPr/>
          </p:nvGraphicFramePr>
          <p:xfrm>
            <a:off x="960" y="0"/>
            <a:ext cx="21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52400" imgH="165100" progId="Equation.3">
                    <p:embed/>
                  </p:oleObj>
                </mc:Choice>
                <mc:Fallback>
                  <p:oleObj r:id="rId12" imgW="152400" imgH="165100" progId="Equation.3">
                    <p:embed/>
                    <p:pic>
                      <p:nvPicPr>
                        <p:cNvPr id="0" name="图片 3240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60" y="0"/>
                          <a:ext cx="214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662" name="Group 16"/>
            <p:cNvGrpSpPr/>
            <p:nvPr/>
          </p:nvGrpSpPr>
          <p:grpSpPr>
            <a:xfrm>
              <a:off x="96" y="48"/>
              <a:ext cx="864" cy="808"/>
              <a:chOff x="0" y="0"/>
              <a:chExt cx="864" cy="808"/>
            </a:xfrm>
          </p:grpSpPr>
          <p:sp>
            <p:nvSpPr>
              <p:cNvPr id="27663" name="Freeform 17"/>
              <p:cNvSpPr/>
              <p:nvPr/>
            </p:nvSpPr>
            <p:spPr>
              <a:xfrm>
                <a:off x="0" y="0"/>
                <a:ext cx="864" cy="80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528" y="768"/>
                  </a:cxn>
                  <a:cxn ang="0">
                    <a:pos x="768" y="528"/>
                  </a:cxn>
                  <a:cxn ang="0">
                    <a:pos x="864" y="0"/>
                  </a:cxn>
                </a:cxnLst>
                <a:rect l="0" t="0" r="0" b="0"/>
                <a:pathLst>
                  <a:path w="864" h="808">
                    <a:moveTo>
                      <a:pt x="0" y="768"/>
                    </a:moveTo>
                    <a:cubicBezTo>
                      <a:pt x="200" y="788"/>
                      <a:pt x="400" y="808"/>
                      <a:pt x="528" y="768"/>
                    </a:cubicBezTo>
                    <a:cubicBezTo>
                      <a:pt x="656" y="728"/>
                      <a:pt x="712" y="656"/>
                      <a:pt x="768" y="528"/>
                    </a:cubicBezTo>
                    <a:cubicBezTo>
                      <a:pt x="824" y="400"/>
                      <a:pt x="844" y="200"/>
                      <a:pt x="864" y="0"/>
                    </a:cubicBezTo>
                  </a:path>
                </a:pathLst>
              </a:custGeom>
              <a:noFill/>
              <a:ln w="254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4" name="Line 18"/>
              <p:cNvSpPr/>
              <p:nvPr/>
            </p:nvSpPr>
            <p:spPr>
              <a:xfrm flipV="1">
                <a:off x="672" y="432"/>
                <a:ext cx="144" cy="240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aphicFrame>
          <p:nvGraphicFramePr>
            <p:cNvPr id="27665" name="对象 24593"/>
            <p:cNvGraphicFramePr>
              <a:graphicFrameLocks noChangeAspect="1"/>
            </p:cNvGraphicFramePr>
            <p:nvPr/>
          </p:nvGraphicFramePr>
          <p:xfrm>
            <a:off x="807" y="672"/>
            <a:ext cx="23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65100" imgH="241300" progId="Equation.3">
                    <p:embed/>
                  </p:oleObj>
                </mc:Choice>
                <mc:Fallback>
                  <p:oleObj r:id="rId14" imgW="165100" imgH="241300" progId="Equation.3">
                    <p:embed/>
                    <p:pic>
                      <p:nvPicPr>
                        <p:cNvPr id="0" name="图片 3243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07" y="672"/>
                          <a:ext cx="232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595" name="Group 20"/>
          <p:cNvGrpSpPr/>
          <p:nvPr/>
        </p:nvGrpSpPr>
        <p:grpSpPr>
          <a:xfrm>
            <a:off x="8450263" y="1524000"/>
            <a:ext cx="1725612" cy="1219200"/>
            <a:chOff x="0" y="0"/>
            <a:chExt cx="1087" cy="768"/>
          </a:xfrm>
        </p:grpSpPr>
        <p:grpSp>
          <p:nvGrpSpPr>
            <p:cNvPr id="27667" name="Group 21"/>
            <p:cNvGrpSpPr/>
            <p:nvPr/>
          </p:nvGrpSpPr>
          <p:grpSpPr>
            <a:xfrm>
              <a:off x="223" y="0"/>
              <a:ext cx="864" cy="768"/>
              <a:chOff x="0" y="0"/>
              <a:chExt cx="864" cy="768"/>
            </a:xfrm>
          </p:grpSpPr>
          <p:sp>
            <p:nvSpPr>
              <p:cNvPr id="27668" name="Freeform 22"/>
              <p:cNvSpPr/>
              <p:nvPr/>
            </p:nvSpPr>
            <p:spPr>
              <a:xfrm>
                <a:off x="0" y="0"/>
                <a:ext cx="864" cy="768"/>
              </a:xfrm>
              <a:custGeom>
                <a:avLst/>
                <a:gdLst/>
                <a:ahLst/>
                <a:cxnLst>
                  <a:cxn ang="0">
                    <a:pos x="0" y="768"/>
                  </a:cxn>
                  <a:cxn ang="0">
                    <a:pos x="144" y="240"/>
                  </a:cxn>
                  <a:cxn ang="0">
                    <a:pos x="864" y="0"/>
                  </a:cxn>
                </a:cxnLst>
                <a:rect l="0" t="0" r="0" b="0"/>
                <a:pathLst>
                  <a:path w="864" h="768">
                    <a:moveTo>
                      <a:pt x="0" y="768"/>
                    </a:moveTo>
                    <a:cubicBezTo>
                      <a:pt x="0" y="568"/>
                      <a:pt x="0" y="368"/>
                      <a:pt x="144" y="240"/>
                    </a:cubicBezTo>
                    <a:cubicBezTo>
                      <a:pt x="288" y="112"/>
                      <a:pt x="576" y="56"/>
                      <a:pt x="864" y="0"/>
                    </a:cubicBezTo>
                  </a:path>
                </a:pathLst>
              </a:custGeom>
              <a:noFill/>
              <a:ln w="254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9" name="Line 23"/>
              <p:cNvSpPr/>
              <p:nvPr/>
            </p:nvSpPr>
            <p:spPr>
              <a:xfrm flipV="1">
                <a:off x="288" y="48"/>
                <a:ext cx="288" cy="96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aphicFrame>
          <p:nvGraphicFramePr>
            <p:cNvPr id="27670" name="对象 24598"/>
            <p:cNvGraphicFramePr>
              <a:graphicFrameLocks noChangeAspect="1"/>
            </p:cNvGraphicFramePr>
            <p:nvPr/>
          </p:nvGraphicFramePr>
          <p:xfrm>
            <a:off x="0" y="80"/>
            <a:ext cx="27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203200" imgH="241300" progId="Equation.3">
                    <p:embed/>
                  </p:oleObj>
                </mc:Choice>
                <mc:Fallback>
                  <p:oleObj r:id="rId16" imgW="203200" imgH="241300" progId="Equation.3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80"/>
                          <a:ext cx="271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602" name="Text Box 27"/>
          <p:cNvSpPr txBox="1"/>
          <p:nvPr/>
        </p:nvSpPr>
        <p:spPr>
          <a:xfrm>
            <a:off x="3505200" y="792163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为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内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任意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两条由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A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到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B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的有向分段光滑曲</a:t>
            </a:r>
          </a:p>
        </p:txBody>
      </p:sp>
      <p:sp>
        <p:nvSpPr>
          <p:cNvPr id="24603" name="Text Box 28"/>
          <p:cNvSpPr txBox="1"/>
          <p:nvPr/>
        </p:nvSpPr>
        <p:spPr>
          <a:xfrm>
            <a:off x="1828800" y="1371600"/>
            <a:ext cx="685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线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</a:t>
            </a:r>
          </a:p>
        </p:txBody>
      </p:sp>
      <p:sp>
        <p:nvSpPr>
          <p:cNvPr id="24604" name="Text Box 29"/>
          <p:cNvSpPr txBox="1"/>
          <p:nvPr/>
        </p:nvSpPr>
        <p:spPr>
          <a:xfrm>
            <a:off x="2362200" y="1347788"/>
            <a:ext cx="5384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则</a:t>
            </a:r>
          </a:p>
        </p:txBody>
      </p:sp>
      <p:sp>
        <p:nvSpPr>
          <p:cNvPr id="24605" name="Text Box 30"/>
          <p:cNvSpPr txBox="1"/>
          <p:nvPr/>
        </p:nvSpPr>
        <p:spPr>
          <a:xfrm>
            <a:off x="7315200" y="3367088"/>
            <a:ext cx="225552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(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根据条件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(1))</a:t>
            </a:r>
          </a:p>
        </p:txBody>
      </p:sp>
      <p:sp>
        <p:nvSpPr>
          <p:cNvPr id="24606" name="Line 31"/>
          <p:cNvSpPr/>
          <p:nvPr/>
        </p:nvSpPr>
        <p:spPr>
          <a:xfrm>
            <a:off x="2209800" y="5029200"/>
            <a:ext cx="312420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24607" name="对象 24606"/>
          <p:cNvGraphicFramePr>
            <a:graphicFrameLocks noChangeAspect="1"/>
          </p:cNvGraphicFramePr>
          <p:nvPr/>
        </p:nvGraphicFramePr>
        <p:xfrm>
          <a:off x="5832475" y="5548313"/>
          <a:ext cx="2298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3009900" imgH="1054100" progId="Equation.3">
                  <p:embed/>
                </p:oleObj>
              </mc:Choice>
              <mc:Fallback>
                <p:oleObj r:id="rId18" imgW="3009900" imgH="1054100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32475" y="5548313"/>
                        <a:ext cx="22987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08" name="Group 33"/>
          <p:cNvGrpSpPr/>
          <p:nvPr/>
        </p:nvGrpSpPr>
        <p:grpSpPr>
          <a:xfrm>
            <a:off x="3352800" y="5638800"/>
            <a:ext cx="2197100" cy="723900"/>
            <a:chOff x="0" y="0"/>
            <a:chExt cx="1384" cy="456"/>
          </a:xfrm>
        </p:grpSpPr>
        <p:graphicFrame>
          <p:nvGraphicFramePr>
            <p:cNvPr id="27680" name="对象 24608"/>
            <p:cNvGraphicFramePr>
              <a:graphicFrameLocks noChangeAspect="1"/>
            </p:cNvGraphicFramePr>
            <p:nvPr/>
          </p:nvGraphicFramePr>
          <p:xfrm>
            <a:off x="0" y="0"/>
            <a:ext cx="138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882900" imgH="914400" progId="Equation.3">
                    <p:embed/>
                  </p:oleObj>
                </mc:Choice>
                <mc:Fallback>
                  <p:oleObj r:id="rId20" imgW="2882900" imgH="914400" progId="Equation.3">
                    <p:embed/>
                    <p:pic>
                      <p:nvPicPr>
                        <p:cNvPr id="0" name="图片 3250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384" cy="4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1" name="Arc 35"/>
            <p:cNvSpPr/>
            <p:nvPr/>
          </p:nvSpPr>
          <p:spPr>
            <a:xfrm>
              <a:off x="165" y="175"/>
              <a:ext cx="172" cy="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6583" fill="none">
                  <a:moveTo>
                    <a:pt x="77" y="23432"/>
                  </a:moveTo>
                  <a:cubicBezTo>
                    <a:pt x="25" y="22822"/>
                    <a:pt x="0" y="2221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3278"/>
                    <a:pt x="43004" y="24950"/>
                    <a:pt x="42617" y="26583"/>
                  </a:cubicBezTo>
                </a:path>
                <a:path w="43200" h="26583" stroke="0">
                  <a:moveTo>
                    <a:pt x="77" y="23432"/>
                  </a:moveTo>
                  <a:cubicBezTo>
                    <a:pt x="25" y="22822"/>
                    <a:pt x="0" y="2221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3278"/>
                    <a:pt x="43004" y="24950"/>
                    <a:pt x="42617" y="26583"/>
                  </a:cubicBezTo>
                  <a:lnTo>
                    <a:pt x="21600" y="21600"/>
                  </a:lnTo>
                  <a:lnTo>
                    <a:pt x="77" y="23432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2557780" y="863600"/>
          <a:ext cx="947420" cy="395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863600" imgH="433705" progId="Equation.KSEE3">
                  <p:embed/>
                </p:oleObj>
              </mc:Choice>
              <mc:Fallback>
                <p:oleObj r:id="rId22" imgW="863600" imgH="43370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557780" y="863600"/>
                        <a:ext cx="947420" cy="395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13851211"/>
              </p:ext>
            </p:extLst>
          </p:nvPr>
        </p:nvGraphicFramePr>
        <p:xfrm>
          <a:off x="2999740" y="1557021"/>
          <a:ext cx="4536420" cy="740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4149090" imgH="787400" progId="Equation.KSEE3">
                  <p:embed/>
                </p:oleObj>
              </mc:Choice>
              <mc:Fallback>
                <p:oleObj r:id="rId24" imgW="4149090" imgH="787400" progId="Equation.KSEE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999740" y="1557021"/>
                        <a:ext cx="4536420" cy="740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862285218"/>
              </p:ext>
            </p:extLst>
          </p:nvPr>
        </p:nvGraphicFramePr>
        <p:xfrm>
          <a:off x="2498091" y="2727961"/>
          <a:ext cx="2517790" cy="852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3162935" imgH="866775" progId="Equation.KSEE3">
                  <p:embed/>
                </p:oleObj>
              </mc:Choice>
              <mc:Fallback>
                <p:oleObj r:id="rId26" imgW="3162935" imgH="866775" progId="Equation.KSEE3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498091" y="2727961"/>
                        <a:ext cx="2517790" cy="852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>
            <p:custDataLst>
              <p:tags r:id="rId4"/>
            </p:custDataLst>
          </p:nvPr>
        </p:nvGraphicFramePr>
        <p:xfrm>
          <a:off x="5448300" y="2849880"/>
          <a:ext cx="949325" cy="522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628015" imgH="433070" progId="Equation.KSEE3">
                  <p:embed/>
                </p:oleObj>
              </mc:Choice>
              <mc:Fallback>
                <p:oleObj r:id="rId28" imgW="628015" imgH="433070" progId="Equation.KSEE3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448300" y="2849880"/>
                        <a:ext cx="949325" cy="522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>
            <p:custDataLst>
              <p:tags r:id="rId5"/>
            </p:custDataLst>
          </p:nvPr>
        </p:nvGraphicFramePr>
        <p:xfrm>
          <a:off x="2146935" y="3923665"/>
          <a:ext cx="3425825" cy="88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2683510" imgH="748030" progId="Equation.KSEE3">
                  <p:embed/>
                </p:oleObj>
              </mc:Choice>
              <mc:Fallback>
                <p:oleObj r:id="rId30" imgW="2683510" imgH="748030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146935" y="3923665"/>
                        <a:ext cx="3425825" cy="88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>
            <p:custDataLst>
              <p:tags r:id="rId6"/>
            </p:custDataLst>
          </p:nvPr>
        </p:nvGraphicFramePr>
        <p:xfrm>
          <a:off x="5901055" y="3894455"/>
          <a:ext cx="3090545" cy="862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2411095" imgH="745490" progId="Equation.KSEE3">
                  <p:embed/>
                </p:oleObj>
              </mc:Choice>
              <mc:Fallback>
                <p:oleObj r:id="rId32" imgW="2411095" imgH="745490" progId="Equation.KSEE3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901055" y="3894455"/>
                        <a:ext cx="3090545" cy="862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24582" grpId="0"/>
      <p:bldP spid="24602" grpId="0"/>
      <p:bldP spid="24603" grpId="0"/>
      <p:bldP spid="24604" grpId="0" build="p"/>
      <p:bldP spid="2460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/>
          <p:nvPr/>
        </p:nvSpPr>
        <p:spPr>
          <a:xfrm>
            <a:off x="6934200" y="1447800"/>
            <a:ext cx="3505200" cy="1524000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txBody>
          <a:bodyPr wrap="none" anchor="ctr" anchorCtr="0"/>
          <a:lstStyle/>
          <a:p>
            <a:pPr fontAlgn="base"/>
            <a:endParaRPr lang="zh-CN" altLang="zh-CN" strike="noStrike" noProof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8674" name="Rectangle 3"/>
          <p:cNvSpPr>
            <a:spLocks noGrp="1"/>
          </p:cNvSpPr>
          <p:nvPr>
            <p:ph type="title"/>
          </p:nvPr>
        </p:nvSpPr>
        <p:spPr>
          <a:xfrm>
            <a:off x="2133600" y="228600"/>
            <a:ext cx="3200400" cy="533400"/>
          </a:xfrm>
        </p:spPr>
        <p:txBody>
          <a:bodyPr vert="horz" wrap="square" anchor="ctr" anchorCtr="0"/>
          <a:lstStyle/>
          <a:p>
            <a:pPr algn="l" eaLnBrk="1" hangingPunct="1"/>
            <a:r>
              <a:rPr lang="zh-CN" altLang="en-US" sz="2800" b="1" dirty="0">
                <a:solidFill>
                  <a:srgbClr val="0033CC"/>
                </a:solidFill>
                <a:ea typeface="楷体_GB2312" pitchFamily="1" charset="-122"/>
              </a:rPr>
              <a:t>证明</a:t>
            </a:r>
            <a:r>
              <a:rPr lang="zh-CN" altLang="en-US" sz="2800" b="1" dirty="0">
                <a:ea typeface="楷体_GB2312" pitchFamily="1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楷体_GB2312" pitchFamily="1" charset="-122"/>
              </a:rPr>
              <a:t>(2)             (3)</a:t>
            </a:r>
          </a:p>
        </p:txBody>
      </p:sp>
      <p:sp>
        <p:nvSpPr>
          <p:cNvPr id="25604" name="Text Box 4"/>
          <p:cNvSpPr txBox="1"/>
          <p:nvPr/>
        </p:nvSpPr>
        <p:spPr>
          <a:xfrm>
            <a:off x="2133600" y="762000"/>
            <a:ext cx="2590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在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内取定点</a:t>
            </a:r>
          </a:p>
        </p:txBody>
      </p:sp>
      <p:graphicFrame>
        <p:nvGraphicFramePr>
          <p:cNvPr id="25605" name="对象 25604"/>
          <p:cNvGraphicFramePr>
            <a:graphicFrameLocks noChangeAspect="1"/>
          </p:cNvGraphicFramePr>
          <p:nvPr/>
        </p:nvGraphicFramePr>
        <p:xfrm>
          <a:off x="4229100" y="838200"/>
          <a:ext cx="1409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28800" imgH="546100" progId="Equation.3">
                  <p:embed/>
                </p:oleObj>
              </mc:Choice>
              <mc:Fallback>
                <p:oleObj r:id="rId2" imgW="1828800" imgH="546100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29100" y="838200"/>
                        <a:ext cx="14097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6"/>
          <p:cNvSpPr txBox="1"/>
          <p:nvPr/>
        </p:nvSpPr>
        <p:spPr>
          <a:xfrm>
            <a:off x="8305800" y="776288"/>
            <a:ext cx="20574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因曲线积分</a:t>
            </a:r>
          </a:p>
        </p:txBody>
      </p:sp>
      <p:graphicFrame>
        <p:nvGraphicFramePr>
          <p:cNvPr id="25607" name="对象 25606"/>
          <p:cNvGraphicFramePr>
            <a:graphicFrameLocks noChangeAspect="1"/>
          </p:cNvGraphicFramePr>
          <p:nvPr/>
        </p:nvGraphicFramePr>
        <p:xfrm>
          <a:off x="2717800" y="1765300"/>
          <a:ext cx="4140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473700" imgH="1054100" progId="Equation.3">
                  <p:embed/>
                </p:oleObj>
              </mc:Choice>
              <mc:Fallback>
                <p:oleObj r:id="rId4" imgW="5473700" imgH="1054100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17800" y="1765300"/>
                        <a:ext cx="41402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对象 25607"/>
          <p:cNvGraphicFramePr>
            <a:graphicFrameLocks noChangeAspect="1"/>
          </p:cNvGraphicFramePr>
          <p:nvPr/>
        </p:nvGraphicFramePr>
        <p:xfrm>
          <a:off x="2705100" y="2755900"/>
          <a:ext cx="4076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384800" imgH="546100" progId="Equation.3">
                  <p:embed/>
                </p:oleObj>
              </mc:Choice>
              <mc:Fallback>
                <p:oleObj r:id="rId6" imgW="5384800" imgH="5461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05100" y="2755900"/>
                        <a:ext cx="40767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Text Box 9"/>
          <p:cNvSpPr txBox="1"/>
          <p:nvPr/>
        </p:nvSpPr>
        <p:spPr>
          <a:xfrm>
            <a:off x="1752600" y="2660650"/>
            <a:ext cx="1066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则</a:t>
            </a:r>
          </a:p>
        </p:txBody>
      </p:sp>
      <p:graphicFrame>
        <p:nvGraphicFramePr>
          <p:cNvPr id="25610" name="对象 25609"/>
          <p:cNvGraphicFramePr>
            <a:graphicFrameLocks noChangeAspect="1"/>
          </p:cNvGraphicFramePr>
          <p:nvPr/>
        </p:nvGraphicFramePr>
        <p:xfrm>
          <a:off x="8204200" y="4800600"/>
          <a:ext cx="1473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17700" imgH="495300" progId="Equation.3">
                  <p:embed/>
                </p:oleObj>
              </mc:Choice>
              <mc:Fallback>
                <p:oleObj r:id="rId8" imgW="1917700" imgH="4953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04200" y="4800600"/>
                        <a:ext cx="14732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对象 25610"/>
          <p:cNvGraphicFramePr>
            <a:graphicFrameLocks noChangeAspect="1"/>
          </p:cNvGraphicFramePr>
          <p:nvPr/>
        </p:nvGraphicFramePr>
        <p:xfrm>
          <a:off x="2413000" y="4546600"/>
          <a:ext cx="2527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314700" imgH="1206500" progId="Equation.3">
                  <p:embed/>
                </p:oleObj>
              </mc:Choice>
              <mc:Fallback>
                <p:oleObj r:id="rId10" imgW="3314700" imgH="12065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3000" y="4546600"/>
                        <a:ext cx="25273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对象 25611"/>
          <p:cNvGraphicFramePr>
            <a:graphicFrameLocks noChangeAspect="1"/>
          </p:cNvGraphicFramePr>
          <p:nvPr/>
        </p:nvGraphicFramePr>
        <p:xfrm>
          <a:off x="5029200" y="4773613"/>
          <a:ext cx="3098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076700" imgH="774700" progId="Equation.3">
                  <p:embed/>
                </p:oleObj>
              </mc:Choice>
              <mc:Fallback>
                <p:oleObj r:id="rId12" imgW="4076700" imgH="7747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29200" y="4773613"/>
                        <a:ext cx="30988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对象 25612"/>
          <p:cNvGraphicFramePr>
            <a:graphicFrameLocks noChangeAspect="1"/>
          </p:cNvGraphicFramePr>
          <p:nvPr/>
        </p:nvGraphicFramePr>
        <p:xfrm>
          <a:off x="3352800" y="3289300"/>
          <a:ext cx="3352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4419600" imgH="1054100" progId="Equation.3">
                  <p:embed/>
                </p:oleObj>
              </mc:Choice>
              <mc:Fallback>
                <p:oleObj r:id="rId14" imgW="4419600" imgH="10541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52800" y="3289300"/>
                        <a:ext cx="33528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对象 25613"/>
          <p:cNvGraphicFramePr>
            <a:graphicFrameLocks noChangeAspect="1"/>
          </p:cNvGraphicFramePr>
          <p:nvPr/>
        </p:nvGraphicFramePr>
        <p:xfrm>
          <a:off x="6705600" y="3276600"/>
          <a:ext cx="2362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098800" imgH="1054100" progId="Equation.3">
                  <p:embed/>
                </p:oleObj>
              </mc:Choice>
              <mc:Fallback>
                <p:oleObj r:id="rId16" imgW="3098800" imgH="10541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05600" y="3276600"/>
                        <a:ext cx="23622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对象 25614"/>
          <p:cNvGraphicFramePr>
            <a:graphicFrameLocks noChangeAspect="1"/>
          </p:cNvGraphicFramePr>
          <p:nvPr/>
        </p:nvGraphicFramePr>
        <p:xfrm>
          <a:off x="6731000" y="4267200"/>
          <a:ext cx="279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3670300" imgH="495300" progId="Equation.3">
                  <p:embed/>
                </p:oleObj>
              </mc:Choice>
              <mc:Fallback>
                <p:oleObj r:id="rId18" imgW="3670300" imgH="4953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31000" y="4267200"/>
                        <a:ext cx="27940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6" name="Text Box 16"/>
          <p:cNvSpPr txBox="1"/>
          <p:nvPr/>
        </p:nvSpPr>
        <p:spPr>
          <a:xfrm>
            <a:off x="2082800" y="5562600"/>
            <a:ext cx="1955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同理可证</a:t>
            </a:r>
          </a:p>
        </p:txBody>
      </p:sp>
      <p:graphicFrame>
        <p:nvGraphicFramePr>
          <p:cNvPr id="25617" name="对象 25616"/>
          <p:cNvGraphicFramePr>
            <a:graphicFrameLocks noChangeAspect="1"/>
          </p:cNvGraphicFramePr>
          <p:nvPr/>
        </p:nvGraphicFramePr>
        <p:xfrm>
          <a:off x="3606800" y="5473700"/>
          <a:ext cx="609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762000" imgH="1181100" progId="Equation.3">
                  <p:embed/>
                </p:oleObj>
              </mc:Choice>
              <mc:Fallback>
                <p:oleObj r:id="rId20" imgW="762000" imgH="11811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06800" y="5473700"/>
                        <a:ext cx="6096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对象 25617"/>
          <p:cNvGraphicFramePr>
            <a:graphicFrameLocks noChangeAspect="1"/>
          </p:cNvGraphicFramePr>
          <p:nvPr/>
        </p:nvGraphicFramePr>
        <p:xfrm>
          <a:off x="4292600" y="5702300"/>
          <a:ext cx="157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044700" imgH="495300" progId="Equation.3">
                  <p:embed/>
                </p:oleObj>
              </mc:Choice>
              <mc:Fallback>
                <p:oleObj r:id="rId22" imgW="2044700" imgH="4953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92600" y="5702300"/>
                        <a:ext cx="15748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9" name="Text Box 19"/>
          <p:cNvSpPr txBox="1"/>
          <p:nvPr/>
        </p:nvSpPr>
        <p:spPr>
          <a:xfrm>
            <a:off x="5867400" y="5638800"/>
            <a:ext cx="1371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因此有</a:t>
            </a:r>
          </a:p>
        </p:txBody>
      </p:sp>
      <p:graphicFrame>
        <p:nvGraphicFramePr>
          <p:cNvPr id="25620" name="对象 25619"/>
          <p:cNvGraphicFramePr>
            <a:graphicFrameLocks noChangeAspect="1"/>
          </p:cNvGraphicFramePr>
          <p:nvPr/>
        </p:nvGraphicFramePr>
        <p:xfrm>
          <a:off x="7146925" y="5765800"/>
          <a:ext cx="255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3352800" imgH="495300" progId="Equation.3">
                  <p:embed/>
                </p:oleObj>
              </mc:Choice>
              <mc:Fallback>
                <p:oleObj r:id="rId24" imgW="3352800" imgH="4953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46925" y="5765800"/>
                        <a:ext cx="25527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2" name="Rectangle 21"/>
          <p:cNvSpPr/>
          <p:nvPr/>
        </p:nvSpPr>
        <p:spPr>
          <a:xfrm>
            <a:off x="1676400" y="228600"/>
            <a:ext cx="3581400" cy="533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zh-CN" sz="2800" b="1">
              <a:solidFill>
                <a:schemeClr val="tx2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25622" name="Text Box 22"/>
          <p:cNvSpPr txBox="1"/>
          <p:nvPr/>
        </p:nvSpPr>
        <p:spPr>
          <a:xfrm>
            <a:off x="5562600" y="776288"/>
            <a:ext cx="30480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和任一点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B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( 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x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 y 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),</a:t>
            </a:r>
            <a:endParaRPr lang="en-US" altLang="zh-CN" sz="2800" i="1" dirty="0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25623" name="Text Box 23"/>
          <p:cNvSpPr txBox="1"/>
          <p:nvPr/>
        </p:nvSpPr>
        <p:spPr>
          <a:xfrm>
            <a:off x="1828800" y="1295400"/>
            <a:ext cx="22860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与路径无关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</a:t>
            </a:r>
          </a:p>
        </p:txBody>
      </p:sp>
      <p:sp>
        <p:nvSpPr>
          <p:cNvPr id="28695" name="AutoShape 24"/>
          <p:cNvSpPr/>
          <p:nvPr/>
        </p:nvSpPr>
        <p:spPr>
          <a:xfrm>
            <a:off x="3560763" y="430213"/>
            <a:ext cx="935037" cy="179387"/>
          </a:xfrm>
          <a:prstGeom prst="rightArrow">
            <a:avLst>
              <a:gd name="adj1" fmla="val 50000"/>
              <a:gd name="adj2" fmla="val 129996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pSp>
        <p:nvGrpSpPr>
          <p:cNvPr id="25625" name="Group 25"/>
          <p:cNvGrpSpPr/>
          <p:nvPr/>
        </p:nvGrpSpPr>
        <p:grpSpPr>
          <a:xfrm>
            <a:off x="8816975" y="1717675"/>
            <a:ext cx="1595438" cy="457200"/>
            <a:chOff x="0" y="0"/>
            <a:chExt cx="1005" cy="288"/>
          </a:xfrm>
        </p:grpSpPr>
        <p:sp>
          <p:nvSpPr>
            <p:cNvPr id="28697" name="Line 26"/>
            <p:cNvSpPr/>
            <p:nvPr/>
          </p:nvSpPr>
          <p:spPr>
            <a:xfrm>
              <a:off x="0" y="22"/>
              <a:ext cx="432" cy="0"/>
            </a:xfrm>
            <a:prstGeom prst="line">
              <a:avLst/>
            </a:prstGeom>
            <a:ln w="9525" cap="flat" cmpd="sng">
              <a:solidFill>
                <a:srgbClr val="66FF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28698" name="对象 25626"/>
            <p:cNvGraphicFramePr>
              <a:graphicFrameLocks noChangeAspect="1"/>
            </p:cNvGraphicFramePr>
            <p:nvPr/>
          </p:nvGraphicFramePr>
          <p:xfrm>
            <a:off x="0" y="70"/>
            <a:ext cx="1005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425700" imgH="495300" progId="Equation.3">
                    <p:embed/>
                  </p:oleObj>
                </mc:Choice>
                <mc:Fallback>
                  <p:oleObj r:id="rId26" imgW="2425700" imgH="49530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70"/>
                          <a:ext cx="1005" cy="2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9" name="Oval 28"/>
            <p:cNvSpPr/>
            <p:nvPr/>
          </p:nvSpPr>
          <p:spPr>
            <a:xfrm>
              <a:off x="446" y="0"/>
              <a:ext cx="34" cy="34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zh-CN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629" name="Freeform 29"/>
          <p:cNvSpPr/>
          <p:nvPr/>
        </p:nvSpPr>
        <p:spPr>
          <a:xfrm>
            <a:off x="7650163" y="1752600"/>
            <a:ext cx="1143000" cy="10668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0" t="0" r="0" b="0"/>
            <a:pathLst>
              <a:path w="720" h="672">
                <a:moveTo>
                  <a:pt x="0" y="672"/>
                </a:moveTo>
                <a:cubicBezTo>
                  <a:pt x="140" y="652"/>
                  <a:pt x="280" y="632"/>
                  <a:pt x="384" y="576"/>
                </a:cubicBezTo>
                <a:cubicBezTo>
                  <a:pt x="488" y="520"/>
                  <a:pt x="568" y="432"/>
                  <a:pt x="624" y="336"/>
                </a:cubicBezTo>
                <a:cubicBezTo>
                  <a:pt x="680" y="240"/>
                  <a:pt x="704" y="56"/>
                  <a:pt x="720" y="0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5630" name="Group 30"/>
          <p:cNvGrpSpPr/>
          <p:nvPr/>
        </p:nvGrpSpPr>
        <p:grpSpPr>
          <a:xfrm>
            <a:off x="7010400" y="1600200"/>
            <a:ext cx="1806575" cy="1231900"/>
            <a:chOff x="0" y="0"/>
            <a:chExt cx="1138" cy="776"/>
          </a:xfrm>
        </p:grpSpPr>
        <p:graphicFrame>
          <p:nvGraphicFramePr>
            <p:cNvPr id="28702" name="对象 25630"/>
            <p:cNvGraphicFramePr>
              <a:graphicFrameLocks noChangeAspect="1"/>
            </p:cNvGraphicFramePr>
            <p:nvPr/>
          </p:nvGraphicFramePr>
          <p:xfrm>
            <a:off x="515" y="0"/>
            <a:ext cx="59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1422400" imgH="495300" progId="Equation.3">
                    <p:embed/>
                  </p:oleObj>
                </mc:Choice>
                <mc:Fallback>
                  <p:oleObj r:id="rId28" imgW="1422400" imgH="4953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5" y="0"/>
                          <a:ext cx="591" cy="2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3" name="对象 25631"/>
            <p:cNvGraphicFramePr>
              <a:graphicFrameLocks noChangeAspect="1"/>
            </p:cNvGraphicFramePr>
            <p:nvPr/>
          </p:nvGraphicFramePr>
          <p:xfrm>
            <a:off x="0" y="482"/>
            <a:ext cx="754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0" imgW="1828800" imgH="546100" progId="Equation.3">
                    <p:embed/>
                  </p:oleObj>
                </mc:Choice>
                <mc:Fallback>
                  <p:oleObj r:id="rId30" imgW="1828800" imgH="546100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482"/>
                          <a:ext cx="754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4" name="Oval 33"/>
            <p:cNvSpPr/>
            <p:nvPr/>
          </p:nvSpPr>
          <p:spPr>
            <a:xfrm>
              <a:off x="1104" y="74"/>
              <a:ext cx="34" cy="34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zh-CN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8705" name="Oval 34"/>
            <p:cNvSpPr/>
            <p:nvPr/>
          </p:nvSpPr>
          <p:spPr>
            <a:xfrm>
              <a:off x="369" y="742"/>
              <a:ext cx="34" cy="34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zh-CN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635" name="Text Box 35"/>
          <p:cNvSpPr txBox="1"/>
          <p:nvPr/>
        </p:nvSpPr>
        <p:spPr>
          <a:xfrm>
            <a:off x="3765550" y="1285875"/>
            <a:ext cx="13385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有函数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ldLvl="0" animBg="1"/>
      <p:bldP spid="25604" grpId="0"/>
      <p:bldP spid="25606" grpId="0"/>
      <p:bldP spid="25609" grpId="0"/>
      <p:bldP spid="25616" grpId="0"/>
      <p:bldP spid="25619" grpId="0"/>
      <p:bldP spid="25622" grpId="0"/>
      <p:bldP spid="25623" grpId="0"/>
      <p:bldP spid="2563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/>
          </p:cNvSpPr>
          <p:nvPr>
            <p:ph type="title"/>
          </p:nvPr>
        </p:nvSpPr>
        <p:spPr>
          <a:xfrm>
            <a:off x="2133600" y="228600"/>
            <a:ext cx="3200400" cy="533400"/>
          </a:xfrm>
        </p:spPr>
        <p:txBody>
          <a:bodyPr vert="horz" wrap="square" anchor="ctr" anchorCtr="0"/>
          <a:lstStyle/>
          <a:p>
            <a:pPr algn="l" eaLnBrk="1" hangingPunct="1"/>
            <a:r>
              <a:rPr lang="zh-CN" altLang="en-US" sz="2800" b="1" dirty="0">
                <a:solidFill>
                  <a:srgbClr val="0033CC"/>
                </a:solidFill>
                <a:ea typeface="楷体_GB2312" pitchFamily="1" charset="-122"/>
              </a:rPr>
              <a:t>证明</a:t>
            </a:r>
            <a:r>
              <a:rPr lang="zh-CN" altLang="en-US" sz="2800" dirty="0">
                <a:ea typeface="仿宋_GB2312" pitchFamily="1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仿宋_GB2312" pitchFamily="1" charset="-122"/>
              </a:rPr>
              <a:t>(3)             (4)</a:t>
            </a:r>
            <a:endParaRPr lang="en-US" altLang="zh-CN" sz="2800" dirty="0">
              <a:ea typeface="仿宋_GB2312" pitchFamily="1" charset="-122"/>
            </a:endParaRPr>
          </a:p>
        </p:txBody>
      </p:sp>
      <p:sp>
        <p:nvSpPr>
          <p:cNvPr id="26627" name="Text Box 3"/>
          <p:cNvSpPr txBox="1"/>
          <p:nvPr/>
        </p:nvSpPr>
        <p:spPr>
          <a:xfrm>
            <a:off x="2133600" y="852488"/>
            <a:ext cx="43434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设存在函数</a:t>
            </a:r>
            <a:r>
              <a:rPr lang="zh-CN" altLang="en-US" sz="2800" i="1" dirty="0"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u 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( 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x , y 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)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使得</a:t>
            </a:r>
          </a:p>
        </p:txBody>
      </p:sp>
      <p:graphicFrame>
        <p:nvGraphicFramePr>
          <p:cNvPr id="26628" name="对象 26627"/>
          <p:cNvGraphicFramePr>
            <a:graphicFrameLocks noChangeAspect="1"/>
          </p:cNvGraphicFramePr>
          <p:nvPr/>
        </p:nvGraphicFramePr>
        <p:xfrm>
          <a:off x="3505200" y="1524000"/>
          <a:ext cx="256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65500" imgH="495300" progId="Equation.3">
                  <p:embed/>
                </p:oleObj>
              </mc:Choice>
              <mc:Fallback>
                <p:oleObj r:id="rId2" imgW="3365500" imgH="4953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05200" y="1524000"/>
                        <a:ext cx="2565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 Box 5"/>
          <p:cNvSpPr txBox="1"/>
          <p:nvPr/>
        </p:nvSpPr>
        <p:spPr>
          <a:xfrm>
            <a:off x="2133600" y="2222500"/>
            <a:ext cx="8382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则</a:t>
            </a:r>
          </a:p>
        </p:txBody>
      </p:sp>
      <p:graphicFrame>
        <p:nvGraphicFramePr>
          <p:cNvPr id="26630" name="对象 26629"/>
          <p:cNvGraphicFramePr>
            <a:graphicFrameLocks noChangeAspect="1"/>
          </p:cNvGraphicFramePr>
          <p:nvPr/>
        </p:nvGraphicFramePr>
        <p:xfrm>
          <a:off x="3505200" y="2057400"/>
          <a:ext cx="4267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638800" imgH="1181100" progId="Equation.3">
                  <p:embed/>
                </p:oleObj>
              </mc:Choice>
              <mc:Fallback>
                <p:oleObj r:id="rId4" imgW="5638800" imgH="11811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05200" y="2057400"/>
                        <a:ext cx="42672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7"/>
          <p:cNvSpPr txBox="1"/>
          <p:nvPr/>
        </p:nvSpPr>
        <p:spPr>
          <a:xfrm>
            <a:off x="2209800" y="4191000"/>
            <a:ext cx="51054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P, Q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在 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内具有连续的偏导数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</a:t>
            </a:r>
          </a:p>
        </p:txBody>
      </p:sp>
      <p:graphicFrame>
        <p:nvGraphicFramePr>
          <p:cNvPr id="26632" name="对象 26631"/>
          <p:cNvGraphicFramePr>
            <a:graphicFrameLocks noChangeAspect="1"/>
          </p:cNvGraphicFramePr>
          <p:nvPr/>
        </p:nvGraphicFramePr>
        <p:xfrm>
          <a:off x="7239000" y="4038600"/>
          <a:ext cx="2717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568700" imgH="1308100" progId="Equation.3">
                  <p:embed/>
                </p:oleObj>
              </mc:Choice>
              <mc:Fallback>
                <p:oleObj r:id="rId6" imgW="3568700" imgH="13081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39000" y="4038600"/>
                        <a:ext cx="27178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/>
          <p:cNvSpPr txBox="1"/>
          <p:nvPr/>
        </p:nvSpPr>
        <p:spPr>
          <a:xfrm>
            <a:off x="1828800" y="4800600"/>
            <a:ext cx="4114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从而在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内每一点都有</a:t>
            </a:r>
          </a:p>
        </p:txBody>
      </p:sp>
      <p:graphicFrame>
        <p:nvGraphicFramePr>
          <p:cNvPr id="26634" name="对象 26633"/>
          <p:cNvGraphicFramePr>
            <a:graphicFrameLocks noChangeAspect="1"/>
          </p:cNvGraphicFramePr>
          <p:nvPr/>
        </p:nvGraphicFramePr>
        <p:xfrm>
          <a:off x="4191000" y="5397500"/>
          <a:ext cx="1435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66900" imgH="1181100" progId="Equation.3">
                  <p:embed/>
                </p:oleObj>
              </mc:Choice>
              <mc:Fallback>
                <p:oleObj r:id="rId8" imgW="1866900" imgH="11811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91000" y="5397500"/>
                        <a:ext cx="14351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AutoShape 11"/>
          <p:cNvSpPr/>
          <p:nvPr/>
        </p:nvSpPr>
        <p:spPr>
          <a:xfrm>
            <a:off x="3581400" y="457200"/>
            <a:ext cx="935038" cy="179388"/>
          </a:xfrm>
          <a:prstGeom prst="rightArrow">
            <a:avLst>
              <a:gd name="adj1" fmla="val 50000"/>
              <a:gd name="adj2" fmla="val 129995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26636" name="对象 26635"/>
          <p:cNvGraphicFramePr>
            <a:graphicFrameLocks noChangeAspect="1"/>
          </p:cNvGraphicFramePr>
          <p:nvPr/>
        </p:nvGraphicFramePr>
        <p:xfrm>
          <a:off x="2438400" y="3048000"/>
          <a:ext cx="5003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616700" imgH="1308100" progId="Equation.3">
                  <p:embed/>
                </p:oleObj>
              </mc:Choice>
              <mc:Fallback>
                <p:oleObj r:id="rId10" imgW="6616700" imgH="13081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38400" y="3048000"/>
                        <a:ext cx="50038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/>
      <p:bldP spid="26629" grpId="0"/>
      <p:bldP spid="26631" grpId="0"/>
      <p:bldP spid="266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2133600" y="228600"/>
            <a:ext cx="3200400" cy="533400"/>
          </a:xfrm>
        </p:spPr>
        <p:txBody>
          <a:bodyPr vert="horz" wrap="square" anchor="ctr" anchorCtr="0"/>
          <a:lstStyle/>
          <a:p>
            <a:pPr algn="l" eaLnBrk="1" hangingPunct="1"/>
            <a:r>
              <a:rPr lang="zh-CN" altLang="en-US" sz="2800" b="1" dirty="0">
                <a:solidFill>
                  <a:srgbClr val="0033CC"/>
                </a:solidFill>
                <a:ea typeface="楷体_GB2312" pitchFamily="1" charset="-122"/>
              </a:rPr>
              <a:t>证明</a:t>
            </a:r>
            <a:r>
              <a:rPr lang="zh-CN" altLang="en-US" sz="2800" dirty="0">
                <a:solidFill>
                  <a:srgbClr val="0033CC"/>
                </a:solidFill>
                <a:ea typeface="楷体_GB2312" pitchFamily="1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楷体_GB2312" pitchFamily="1" charset="-122"/>
              </a:rPr>
              <a:t>(4)             (1)</a:t>
            </a:r>
            <a:endParaRPr lang="en-US" altLang="zh-CN" sz="2800" dirty="0">
              <a:ea typeface="楷体_GB2312" pitchFamily="1" charset="-122"/>
            </a:endParaRPr>
          </a:p>
        </p:txBody>
      </p:sp>
      <p:sp>
        <p:nvSpPr>
          <p:cNvPr id="27651" name="Text Box 3"/>
          <p:cNvSpPr txBox="1"/>
          <p:nvPr/>
        </p:nvSpPr>
        <p:spPr>
          <a:xfrm>
            <a:off x="1981200" y="838200"/>
            <a:ext cx="57912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设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L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为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中任一分段光滑闭曲线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</a:t>
            </a:r>
          </a:p>
        </p:txBody>
      </p:sp>
      <p:graphicFrame>
        <p:nvGraphicFramePr>
          <p:cNvPr id="27652" name="对象 27651"/>
          <p:cNvGraphicFramePr>
            <a:graphicFrameLocks noChangeAspect="1"/>
          </p:cNvGraphicFramePr>
          <p:nvPr/>
        </p:nvGraphicFramePr>
        <p:xfrm>
          <a:off x="8788400" y="914400"/>
          <a:ext cx="1117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35100" imgH="393700" progId="Equation.3">
                  <p:embed/>
                </p:oleObj>
              </mc:Choice>
              <mc:Fallback>
                <p:oleObj r:id="rId3" imgW="1435100" imgH="3937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788400" y="914400"/>
                        <a:ext cx="1117600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5"/>
          <p:cNvSpPr txBox="1"/>
          <p:nvPr/>
        </p:nvSpPr>
        <p:spPr>
          <a:xfrm>
            <a:off x="1828800" y="1371600"/>
            <a:ext cx="15240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(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如图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) ,</a:t>
            </a:r>
          </a:p>
        </p:txBody>
      </p:sp>
      <p:graphicFrame>
        <p:nvGraphicFramePr>
          <p:cNvPr id="27654" name="对象 27653"/>
          <p:cNvGraphicFramePr>
            <a:graphicFrameLocks noChangeAspect="1"/>
          </p:cNvGraphicFramePr>
          <p:nvPr/>
        </p:nvGraphicFramePr>
        <p:xfrm>
          <a:off x="3200400" y="1447800"/>
          <a:ext cx="1841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400300" imgH="558800" progId="Equation.3">
                  <p:embed/>
                </p:oleObj>
              </mc:Choice>
              <mc:Fallback>
                <p:oleObj r:id="rId5" imgW="2400300" imgH="5588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00400" y="1447800"/>
                        <a:ext cx="18415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对象 27654"/>
          <p:cNvGraphicFramePr>
            <a:graphicFrameLocks noChangeAspect="1"/>
          </p:cNvGraphicFramePr>
          <p:nvPr/>
        </p:nvGraphicFramePr>
        <p:xfrm>
          <a:off x="3829050" y="2044700"/>
          <a:ext cx="1320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14500" imgH="1181100" progId="Equation.3">
                  <p:embed/>
                </p:oleObj>
              </mc:Choice>
              <mc:Fallback>
                <p:oleObj r:id="rId7" imgW="1714500" imgH="11811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29050" y="2044700"/>
                        <a:ext cx="13208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Text Box 8"/>
          <p:cNvSpPr txBox="1"/>
          <p:nvPr/>
        </p:nvSpPr>
        <p:spPr>
          <a:xfrm>
            <a:off x="1828800" y="3141663"/>
            <a:ext cx="4114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利用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格林公式 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得</a:t>
            </a:r>
          </a:p>
        </p:txBody>
      </p:sp>
      <p:graphicFrame>
        <p:nvGraphicFramePr>
          <p:cNvPr id="27657" name="对象 27656"/>
          <p:cNvGraphicFramePr>
            <a:graphicFrameLocks noChangeAspect="1"/>
          </p:cNvGraphicFramePr>
          <p:nvPr/>
        </p:nvGraphicFramePr>
        <p:xfrm>
          <a:off x="2581275" y="3708400"/>
          <a:ext cx="499586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374265" imgH="431800" progId="Equation.3">
                  <p:embed/>
                </p:oleObj>
              </mc:Choice>
              <mc:Fallback>
                <p:oleObj r:id="rId9" imgW="2374265" imgH="431800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81275" y="3708400"/>
                        <a:ext cx="4995863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8" name="Group 10"/>
          <p:cNvGrpSpPr/>
          <p:nvPr/>
        </p:nvGrpSpPr>
        <p:grpSpPr>
          <a:xfrm>
            <a:off x="7896225" y="1557338"/>
            <a:ext cx="2195513" cy="1878012"/>
            <a:chOff x="0" y="0"/>
            <a:chExt cx="1728" cy="1480"/>
          </a:xfrm>
        </p:grpSpPr>
        <p:sp>
          <p:nvSpPr>
            <p:cNvPr id="30731" name="Freeform 11"/>
            <p:cNvSpPr/>
            <p:nvPr/>
          </p:nvSpPr>
          <p:spPr>
            <a:xfrm>
              <a:off x="0" y="0"/>
              <a:ext cx="1728" cy="1480"/>
            </a:xfrm>
            <a:custGeom>
              <a:avLst/>
              <a:gdLst/>
              <a:ahLst/>
              <a:cxnLst>
                <a:cxn ang="0">
                  <a:pos x="48" y="1040"/>
                </a:cxn>
                <a:cxn ang="0">
                  <a:pos x="48" y="464"/>
                </a:cxn>
                <a:cxn ang="0">
                  <a:pos x="336" y="80"/>
                </a:cxn>
                <a:cxn ang="0">
                  <a:pos x="1200" y="32"/>
                </a:cxn>
                <a:cxn ang="0">
                  <a:pos x="1632" y="272"/>
                </a:cxn>
                <a:cxn ang="0">
                  <a:pos x="1728" y="704"/>
                </a:cxn>
                <a:cxn ang="0">
                  <a:pos x="1632" y="1136"/>
                </a:cxn>
                <a:cxn ang="0">
                  <a:pos x="1296" y="1424"/>
                </a:cxn>
                <a:cxn ang="0">
                  <a:pos x="816" y="1472"/>
                </a:cxn>
                <a:cxn ang="0">
                  <a:pos x="384" y="1424"/>
                </a:cxn>
                <a:cxn ang="0">
                  <a:pos x="240" y="1232"/>
                </a:cxn>
                <a:cxn ang="0">
                  <a:pos x="48" y="1040"/>
                </a:cxn>
              </a:cxnLst>
              <a:rect l="0" t="0" r="0" b="0"/>
              <a:pathLst>
                <a:path w="1728" h="1480">
                  <a:moveTo>
                    <a:pt x="48" y="1040"/>
                  </a:moveTo>
                  <a:cubicBezTo>
                    <a:pt x="16" y="912"/>
                    <a:pt x="0" y="624"/>
                    <a:pt x="48" y="464"/>
                  </a:cubicBezTo>
                  <a:cubicBezTo>
                    <a:pt x="96" y="304"/>
                    <a:pt x="144" y="152"/>
                    <a:pt x="336" y="80"/>
                  </a:cubicBezTo>
                  <a:cubicBezTo>
                    <a:pt x="528" y="8"/>
                    <a:pt x="984" y="0"/>
                    <a:pt x="1200" y="32"/>
                  </a:cubicBezTo>
                  <a:cubicBezTo>
                    <a:pt x="1416" y="64"/>
                    <a:pt x="1544" y="160"/>
                    <a:pt x="1632" y="272"/>
                  </a:cubicBezTo>
                  <a:cubicBezTo>
                    <a:pt x="1720" y="384"/>
                    <a:pt x="1728" y="560"/>
                    <a:pt x="1728" y="704"/>
                  </a:cubicBezTo>
                  <a:cubicBezTo>
                    <a:pt x="1728" y="848"/>
                    <a:pt x="1704" y="1016"/>
                    <a:pt x="1632" y="1136"/>
                  </a:cubicBezTo>
                  <a:cubicBezTo>
                    <a:pt x="1560" y="1256"/>
                    <a:pt x="1432" y="1368"/>
                    <a:pt x="1296" y="1424"/>
                  </a:cubicBezTo>
                  <a:cubicBezTo>
                    <a:pt x="1160" y="1480"/>
                    <a:pt x="968" y="1472"/>
                    <a:pt x="816" y="1472"/>
                  </a:cubicBezTo>
                  <a:cubicBezTo>
                    <a:pt x="664" y="1472"/>
                    <a:pt x="480" y="1464"/>
                    <a:pt x="384" y="1424"/>
                  </a:cubicBezTo>
                  <a:cubicBezTo>
                    <a:pt x="288" y="1384"/>
                    <a:pt x="296" y="1296"/>
                    <a:pt x="240" y="1232"/>
                  </a:cubicBezTo>
                  <a:cubicBezTo>
                    <a:pt x="184" y="1168"/>
                    <a:pt x="80" y="1168"/>
                    <a:pt x="48" y="104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32" name="对象 27659"/>
            <p:cNvGraphicFramePr>
              <a:graphicFrameLocks noChangeAspect="1"/>
            </p:cNvGraphicFramePr>
            <p:nvPr/>
          </p:nvGraphicFramePr>
          <p:xfrm>
            <a:off x="144" y="560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65100" imgH="165100" progId="Equation.3">
                    <p:embed/>
                  </p:oleObj>
                </mc:Choice>
                <mc:Fallback>
                  <p:oleObj r:id="rId11" imgW="165100" imgH="165100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4" y="560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61" name="Group 13"/>
          <p:cNvGrpSpPr/>
          <p:nvPr/>
        </p:nvGrpSpPr>
        <p:grpSpPr>
          <a:xfrm>
            <a:off x="8543925" y="1916113"/>
            <a:ext cx="1241425" cy="1096962"/>
            <a:chOff x="0" y="0"/>
            <a:chExt cx="976" cy="864"/>
          </a:xfrm>
        </p:grpSpPr>
        <p:sp>
          <p:nvSpPr>
            <p:cNvPr id="30734" name="Freeform 14"/>
            <p:cNvSpPr/>
            <p:nvPr/>
          </p:nvSpPr>
          <p:spPr>
            <a:xfrm>
              <a:off x="0" y="0"/>
              <a:ext cx="824" cy="864"/>
            </a:xfrm>
            <a:custGeom>
              <a:avLst/>
              <a:gdLst/>
              <a:ahLst/>
              <a:cxnLst>
                <a:cxn ang="0">
                  <a:pos x="64" y="576"/>
                </a:cxn>
                <a:cxn ang="0">
                  <a:pos x="16" y="336"/>
                </a:cxn>
                <a:cxn ang="0">
                  <a:pos x="160" y="48"/>
                </a:cxn>
                <a:cxn ang="0">
                  <a:pos x="496" y="48"/>
                </a:cxn>
                <a:cxn ang="0">
                  <a:pos x="784" y="192"/>
                </a:cxn>
                <a:cxn ang="0">
                  <a:pos x="736" y="432"/>
                </a:cxn>
                <a:cxn ang="0">
                  <a:pos x="592" y="768"/>
                </a:cxn>
                <a:cxn ang="0">
                  <a:pos x="400" y="864"/>
                </a:cxn>
                <a:cxn ang="0">
                  <a:pos x="160" y="768"/>
                </a:cxn>
                <a:cxn ang="0">
                  <a:pos x="64" y="576"/>
                </a:cxn>
              </a:cxnLst>
              <a:rect l="0" t="0" r="0" b="0"/>
              <a:pathLst>
                <a:path w="824" h="864">
                  <a:moveTo>
                    <a:pt x="64" y="576"/>
                  </a:moveTo>
                  <a:cubicBezTo>
                    <a:pt x="40" y="504"/>
                    <a:pt x="0" y="424"/>
                    <a:pt x="16" y="336"/>
                  </a:cubicBezTo>
                  <a:cubicBezTo>
                    <a:pt x="32" y="248"/>
                    <a:pt x="80" y="96"/>
                    <a:pt x="160" y="48"/>
                  </a:cubicBezTo>
                  <a:cubicBezTo>
                    <a:pt x="240" y="0"/>
                    <a:pt x="392" y="24"/>
                    <a:pt x="496" y="48"/>
                  </a:cubicBezTo>
                  <a:cubicBezTo>
                    <a:pt x="600" y="72"/>
                    <a:pt x="744" y="128"/>
                    <a:pt x="784" y="192"/>
                  </a:cubicBezTo>
                  <a:cubicBezTo>
                    <a:pt x="824" y="256"/>
                    <a:pt x="768" y="336"/>
                    <a:pt x="736" y="432"/>
                  </a:cubicBezTo>
                  <a:cubicBezTo>
                    <a:pt x="704" y="528"/>
                    <a:pt x="648" y="696"/>
                    <a:pt x="592" y="768"/>
                  </a:cubicBezTo>
                  <a:cubicBezTo>
                    <a:pt x="536" y="840"/>
                    <a:pt x="472" y="864"/>
                    <a:pt x="400" y="864"/>
                  </a:cubicBezTo>
                  <a:cubicBezTo>
                    <a:pt x="328" y="864"/>
                    <a:pt x="224" y="816"/>
                    <a:pt x="160" y="768"/>
                  </a:cubicBezTo>
                  <a:cubicBezTo>
                    <a:pt x="96" y="720"/>
                    <a:pt x="88" y="648"/>
                    <a:pt x="64" y="576"/>
                  </a:cubicBezTo>
                  <a:close/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5" name="Line 15"/>
            <p:cNvSpPr/>
            <p:nvPr/>
          </p:nvSpPr>
          <p:spPr>
            <a:xfrm flipV="1">
              <a:off x="592" y="576"/>
              <a:ext cx="96" cy="192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30736" name="对象 27663"/>
            <p:cNvGraphicFramePr>
              <a:graphicFrameLocks noChangeAspect="1"/>
            </p:cNvGraphicFramePr>
            <p:nvPr/>
          </p:nvGraphicFramePr>
          <p:xfrm>
            <a:off x="208" y="240"/>
            <a:ext cx="40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215900" imgH="165100" progId="Equation.3">
                    <p:embed/>
                  </p:oleObj>
                </mc:Choice>
                <mc:Fallback>
                  <p:oleObj r:id="rId13" imgW="215900" imgH="16510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8" y="240"/>
                          <a:ext cx="402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7" name="对象 27664"/>
            <p:cNvGraphicFramePr>
              <a:graphicFrameLocks noChangeAspect="1"/>
            </p:cNvGraphicFramePr>
            <p:nvPr/>
          </p:nvGraphicFramePr>
          <p:xfrm>
            <a:off x="700" y="336"/>
            <a:ext cx="27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39700" imgH="165100" progId="Equation.3">
                    <p:embed/>
                  </p:oleObj>
                </mc:Choice>
                <mc:Fallback>
                  <p:oleObj r:id="rId15" imgW="139700" imgH="165100" progId="Equation.3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00" y="336"/>
                          <a:ext cx="276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66" name="对象 27665"/>
          <p:cNvGraphicFramePr>
            <a:graphicFrameLocks noChangeAspect="1"/>
          </p:cNvGraphicFramePr>
          <p:nvPr/>
        </p:nvGraphicFramePr>
        <p:xfrm>
          <a:off x="4876800" y="486410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609600" imgH="368300" progId="Equation.3">
                  <p:embed/>
                </p:oleObj>
              </mc:Choice>
              <mc:Fallback>
                <p:oleObj r:id="rId17" imgW="609600" imgH="3683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76800" y="4864100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9" name="AutoShape 19"/>
          <p:cNvSpPr/>
          <p:nvPr/>
        </p:nvSpPr>
        <p:spPr>
          <a:xfrm>
            <a:off x="3581400" y="463550"/>
            <a:ext cx="935038" cy="179388"/>
          </a:xfrm>
          <a:prstGeom prst="rightArrow">
            <a:avLst>
              <a:gd name="adj1" fmla="val 50000"/>
              <a:gd name="adj2" fmla="val 129995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7668" name="Text Box 20"/>
          <p:cNvSpPr txBox="1"/>
          <p:nvPr/>
        </p:nvSpPr>
        <p:spPr>
          <a:xfrm>
            <a:off x="6858000" y="838200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所围区域为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3" grpId="0" build="p" advAuto="1000"/>
      <p:bldP spid="27656" grpId="0"/>
      <p:bldP spid="2766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/>
          <p:nvPr/>
        </p:nvSpPr>
        <p:spPr>
          <a:xfrm>
            <a:off x="8328025" y="3860800"/>
            <a:ext cx="2339975" cy="23764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pSp>
        <p:nvGrpSpPr>
          <p:cNvPr id="29699" name="Group 3"/>
          <p:cNvGrpSpPr/>
          <p:nvPr/>
        </p:nvGrpSpPr>
        <p:grpSpPr>
          <a:xfrm>
            <a:off x="8636000" y="4203700"/>
            <a:ext cx="1676400" cy="1943100"/>
            <a:chOff x="0" y="0"/>
            <a:chExt cx="1056" cy="1224"/>
          </a:xfrm>
        </p:grpSpPr>
        <p:sp>
          <p:nvSpPr>
            <p:cNvPr id="32771" name="Line 4"/>
            <p:cNvSpPr/>
            <p:nvPr/>
          </p:nvSpPr>
          <p:spPr>
            <a:xfrm>
              <a:off x="976" y="62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2772" name="Line 5"/>
            <p:cNvSpPr/>
            <p:nvPr/>
          </p:nvSpPr>
          <p:spPr>
            <a:xfrm flipH="1">
              <a:off x="208" y="62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32773" name="对象 29701"/>
            <p:cNvGraphicFramePr>
              <a:graphicFrameLocks noChangeAspect="1"/>
            </p:cNvGraphicFramePr>
            <p:nvPr/>
          </p:nvGraphicFramePr>
          <p:xfrm>
            <a:off x="0" y="0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66700" imgH="368300" progId="Equation.3">
                    <p:embed/>
                  </p:oleObj>
                </mc:Choice>
                <mc:Fallback>
                  <p:oleObj r:id="rId2" imgW="266700" imgH="368300" progId="Equation.3">
                    <p:embed/>
                    <p:pic>
                      <p:nvPicPr>
                        <p:cNvPr id="0" name="图片 3249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4" name="对象 29702"/>
            <p:cNvGraphicFramePr>
              <a:graphicFrameLocks noChangeAspect="1"/>
            </p:cNvGraphicFramePr>
            <p:nvPr/>
          </p:nvGraphicFramePr>
          <p:xfrm>
            <a:off x="912" y="107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54000" imgH="266700" progId="Equation.3">
                    <p:embed/>
                  </p:oleObj>
                </mc:Choice>
                <mc:Fallback>
                  <p:oleObj r:id="rId4" imgW="254000" imgH="266700" progId="Equation.3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12" y="107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5" name="Rectangle 8"/>
          <p:cNvSpPr>
            <a:spLocks noGrp="1"/>
          </p:cNvSpPr>
          <p:nvPr>
            <p:ph type="title"/>
          </p:nvPr>
        </p:nvSpPr>
        <p:spPr>
          <a:xfrm>
            <a:off x="1752600" y="228600"/>
            <a:ext cx="1152525" cy="533400"/>
          </a:xfrm>
        </p:spPr>
        <p:txBody>
          <a:bodyPr vert="horz" wrap="square" anchor="ctr" anchorCtr="0"/>
          <a:lstStyle/>
          <a:p>
            <a:pPr eaLnBrk="1" hangingPunct="1"/>
            <a:r>
              <a:rPr lang="zh-CN" altLang="en-US" sz="2800" b="1" dirty="0">
                <a:solidFill>
                  <a:srgbClr val="0033CC"/>
                </a:solidFill>
                <a:ea typeface="楷体_GB2312" pitchFamily="1" charset="-122"/>
              </a:rPr>
              <a:t>说明</a:t>
            </a:r>
            <a:r>
              <a:rPr lang="en-US" altLang="zh-CN" sz="2800" b="1" dirty="0">
                <a:solidFill>
                  <a:srgbClr val="0033CC"/>
                </a:solidFill>
                <a:ea typeface="楷体_GB2312" pitchFamily="1" charset="-122"/>
              </a:rPr>
              <a:t>:</a:t>
            </a:r>
            <a:endParaRPr lang="en-US" altLang="zh-CN" sz="2800" dirty="0">
              <a:solidFill>
                <a:srgbClr val="0033CC"/>
              </a:solidFill>
              <a:ea typeface="楷体_GB2312" pitchFamily="1" charset="-122"/>
            </a:endParaRPr>
          </a:p>
        </p:txBody>
      </p:sp>
      <p:sp>
        <p:nvSpPr>
          <p:cNvPr id="29705" name="Text Box 9"/>
          <p:cNvSpPr txBox="1"/>
          <p:nvPr/>
        </p:nvSpPr>
        <p:spPr>
          <a:xfrm>
            <a:off x="2667000" y="133350"/>
            <a:ext cx="490855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根据等价命题 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若在某区域内</a:t>
            </a:r>
          </a:p>
        </p:txBody>
      </p:sp>
      <p:graphicFrame>
        <p:nvGraphicFramePr>
          <p:cNvPr id="29706" name="对象 29705"/>
          <p:cNvGraphicFramePr>
            <a:graphicFrameLocks noChangeAspect="1"/>
          </p:cNvGraphicFramePr>
          <p:nvPr/>
        </p:nvGraphicFramePr>
        <p:xfrm>
          <a:off x="7575550" y="0"/>
          <a:ext cx="1447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79600" imgH="1181100" progId="Equation.3">
                  <p:embed/>
                </p:oleObj>
              </mc:Choice>
              <mc:Fallback>
                <p:oleObj r:id="rId6" imgW="1879600" imgH="1181100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75550" y="0"/>
                        <a:ext cx="14478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7" name="Text Box 11"/>
          <p:cNvSpPr txBox="1"/>
          <p:nvPr/>
        </p:nvSpPr>
        <p:spPr>
          <a:xfrm>
            <a:off x="9045575" y="133350"/>
            <a:ext cx="7620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则</a:t>
            </a:r>
          </a:p>
        </p:txBody>
      </p:sp>
      <p:sp>
        <p:nvSpPr>
          <p:cNvPr id="29708" name="Text Box 12"/>
          <p:cNvSpPr txBox="1"/>
          <p:nvPr/>
        </p:nvSpPr>
        <p:spPr>
          <a:xfrm>
            <a:off x="2130425" y="1474788"/>
            <a:ext cx="7162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2)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求曲线积分时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可利用闭曲线简化计算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</a:t>
            </a:r>
          </a:p>
        </p:txBody>
      </p:sp>
      <p:sp>
        <p:nvSpPr>
          <p:cNvPr id="29709" name="Text Box 13"/>
          <p:cNvSpPr txBox="1"/>
          <p:nvPr/>
        </p:nvSpPr>
        <p:spPr>
          <a:xfrm>
            <a:off x="2130425" y="2590800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3)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可用积分法求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d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u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=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P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d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x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+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Q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d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y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在域 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D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内的原函数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:</a:t>
            </a:r>
          </a:p>
        </p:txBody>
      </p:sp>
      <p:graphicFrame>
        <p:nvGraphicFramePr>
          <p:cNvPr id="29710" name="对象 29709"/>
          <p:cNvGraphicFramePr>
            <a:graphicFrameLocks noChangeAspect="1"/>
          </p:cNvGraphicFramePr>
          <p:nvPr/>
        </p:nvGraphicFramePr>
        <p:xfrm>
          <a:off x="3730625" y="3271838"/>
          <a:ext cx="1828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387600" imgH="546100" progId="Equation.3">
                  <p:embed/>
                </p:oleObj>
              </mc:Choice>
              <mc:Fallback>
                <p:oleObj r:id="rId8" imgW="2387600" imgH="546100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30625" y="3271838"/>
                        <a:ext cx="18288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1" name="Text Box 15"/>
          <p:cNvSpPr txBox="1"/>
          <p:nvPr/>
        </p:nvSpPr>
        <p:spPr>
          <a:xfrm>
            <a:off x="5483225" y="3200400"/>
            <a:ext cx="15240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及动点</a:t>
            </a:r>
          </a:p>
        </p:txBody>
      </p:sp>
      <p:graphicFrame>
        <p:nvGraphicFramePr>
          <p:cNvPr id="29712" name="对象 29711"/>
          <p:cNvGraphicFramePr>
            <a:graphicFrameLocks noChangeAspect="1"/>
          </p:cNvGraphicFramePr>
          <p:nvPr/>
        </p:nvGraphicFramePr>
        <p:xfrm>
          <a:off x="6711950" y="3257550"/>
          <a:ext cx="170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222500" imgH="495300" progId="Equation.3">
                  <p:embed/>
                </p:oleObj>
              </mc:Choice>
              <mc:Fallback>
                <p:oleObj r:id="rId10" imgW="2222500" imgH="495300" progId="Equation.3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11950" y="3257550"/>
                        <a:ext cx="17018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3" name="对象 29712"/>
          <p:cNvGraphicFramePr>
            <a:graphicFrameLocks noChangeAspect="1"/>
          </p:cNvGraphicFramePr>
          <p:nvPr/>
        </p:nvGraphicFramePr>
        <p:xfrm>
          <a:off x="2430463" y="3886200"/>
          <a:ext cx="57229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581900" imgH="1054100" progId="Equation.3">
                  <p:embed/>
                </p:oleObj>
              </mc:Choice>
              <mc:Fallback>
                <p:oleObj r:id="rId12" imgW="7581900" imgH="1054100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30463" y="3886200"/>
                        <a:ext cx="5722937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4" name="对象 29713"/>
          <p:cNvGraphicFramePr>
            <a:graphicFrameLocks noChangeAspect="1"/>
          </p:cNvGraphicFramePr>
          <p:nvPr/>
        </p:nvGraphicFramePr>
        <p:xfrm>
          <a:off x="3581400" y="4724400"/>
          <a:ext cx="2387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136900" imgH="1054100" progId="Equation.3">
                  <p:embed/>
                </p:oleObj>
              </mc:Choice>
              <mc:Fallback>
                <p:oleObj r:id="rId14" imgW="3136900" imgH="1054100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81400" y="4724400"/>
                        <a:ext cx="23876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5" name="Text Box 19"/>
          <p:cNvSpPr txBox="1"/>
          <p:nvPr/>
        </p:nvSpPr>
        <p:spPr>
          <a:xfrm>
            <a:off x="1752600" y="5638800"/>
            <a:ext cx="9144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或</a:t>
            </a:r>
          </a:p>
        </p:txBody>
      </p:sp>
      <p:graphicFrame>
        <p:nvGraphicFramePr>
          <p:cNvPr id="29716" name="对象 29715"/>
          <p:cNvGraphicFramePr>
            <a:graphicFrameLocks noChangeAspect="1"/>
          </p:cNvGraphicFramePr>
          <p:nvPr/>
        </p:nvGraphicFramePr>
        <p:xfrm>
          <a:off x="2438400" y="5562600"/>
          <a:ext cx="3505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622800" imgH="1054100" progId="Equation.3">
                  <p:embed/>
                </p:oleObj>
              </mc:Choice>
              <mc:Fallback>
                <p:oleObj r:id="rId16" imgW="4622800" imgH="105410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38400" y="5562600"/>
                        <a:ext cx="35052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17" name="Group 21"/>
          <p:cNvGrpSpPr/>
          <p:nvPr/>
        </p:nvGrpSpPr>
        <p:grpSpPr>
          <a:xfrm>
            <a:off x="8966200" y="3997325"/>
            <a:ext cx="1619250" cy="1828800"/>
            <a:chOff x="0" y="0"/>
            <a:chExt cx="1104" cy="1152"/>
          </a:xfrm>
        </p:grpSpPr>
        <p:sp>
          <p:nvSpPr>
            <p:cNvPr id="32789" name="Line 22"/>
            <p:cNvSpPr/>
            <p:nvPr/>
          </p:nvSpPr>
          <p:spPr>
            <a:xfrm>
              <a:off x="0" y="1152"/>
              <a:ext cx="11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790" name="Line 23"/>
            <p:cNvSpPr/>
            <p:nvPr/>
          </p:nvSpPr>
          <p:spPr>
            <a:xfrm flipV="1">
              <a:off x="0" y="0"/>
              <a:ext cx="0" cy="1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9720" name="Group 24"/>
          <p:cNvGrpSpPr/>
          <p:nvPr/>
        </p:nvGrpSpPr>
        <p:grpSpPr>
          <a:xfrm>
            <a:off x="8534400" y="5226050"/>
            <a:ext cx="1054100" cy="977900"/>
            <a:chOff x="0" y="0"/>
            <a:chExt cx="664" cy="616"/>
          </a:xfrm>
        </p:grpSpPr>
        <p:sp>
          <p:nvSpPr>
            <p:cNvPr id="32792" name="Line 25"/>
            <p:cNvSpPr/>
            <p:nvPr/>
          </p:nvSpPr>
          <p:spPr>
            <a:xfrm>
              <a:off x="512" y="13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2793" name="Line 26"/>
            <p:cNvSpPr/>
            <p:nvPr/>
          </p:nvSpPr>
          <p:spPr>
            <a:xfrm flipH="1">
              <a:off x="272" y="13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32794" name="对象 29722"/>
            <p:cNvGraphicFramePr>
              <a:graphicFrameLocks noChangeAspect="1"/>
            </p:cNvGraphicFramePr>
            <p:nvPr/>
          </p:nvGraphicFramePr>
          <p:xfrm>
            <a:off x="0" y="0"/>
            <a:ext cx="24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457200" imgH="546100" progId="Equation.3">
                    <p:embed/>
                  </p:oleObj>
                </mc:Choice>
                <mc:Fallback>
                  <p:oleObj r:id="rId18" imgW="457200" imgH="546100" progId="Equation.3">
                    <p:embed/>
                    <p:pic>
                      <p:nvPicPr>
                        <p:cNvPr id="0" name="图片 3261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40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5" name="对象 29723"/>
            <p:cNvGraphicFramePr>
              <a:graphicFrameLocks noChangeAspect="1"/>
            </p:cNvGraphicFramePr>
            <p:nvPr/>
          </p:nvGraphicFramePr>
          <p:xfrm>
            <a:off x="440" y="336"/>
            <a:ext cx="22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419100" imgH="546100" progId="Equation.3">
                    <p:embed/>
                  </p:oleObj>
                </mc:Choice>
                <mc:Fallback>
                  <p:oleObj r:id="rId20" imgW="419100" imgH="5461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0" y="336"/>
                          <a:ext cx="224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25" name="Text Box 29"/>
          <p:cNvSpPr txBox="1"/>
          <p:nvPr/>
        </p:nvSpPr>
        <p:spPr>
          <a:xfrm>
            <a:off x="8378825" y="3138488"/>
            <a:ext cx="19812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则原函数为</a:t>
            </a:r>
          </a:p>
        </p:txBody>
      </p:sp>
      <p:sp>
        <p:nvSpPr>
          <p:cNvPr id="29726" name="Line 30"/>
          <p:cNvSpPr/>
          <p:nvPr/>
        </p:nvSpPr>
        <p:spPr>
          <a:xfrm>
            <a:off x="9347200" y="5445125"/>
            <a:ext cx="8382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9727" name="Line 31"/>
          <p:cNvSpPr/>
          <p:nvPr/>
        </p:nvSpPr>
        <p:spPr>
          <a:xfrm flipV="1">
            <a:off x="10185400" y="4302125"/>
            <a:ext cx="0" cy="11430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9728" name="Line 32"/>
          <p:cNvSpPr/>
          <p:nvPr/>
        </p:nvSpPr>
        <p:spPr>
          <a:xfrm flipV="1">
            <a:off x="9347200" y="4302125"/>
            <a:ext cx="0" cy="1143000"/>
          </a:xfrm>
          <a:prstGeom prst="line">
            <a:avLst/>
          </a:prstGeom>
          <a:ln w="28575" cap="flat" cmpd="sng">
            <a:solidFill>
              <a:srgbClr val="66FF33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9729" name="Line 33"/>
          <p:cNvSpPr/>
          <p:nvPr/>
        </p:nvSpPr>
        <p:spPr>
          <a:xfrm>
            <a:off x="9347200" y="4302125"/>
            <a:ext cx="838200" cy="0"/>
          </a:xfrm>
          <a:prstGeom prst="line">
            <a:avLst/>
          </a:prstGeom>
          <a:ln w="28575" cap="flat" cmpd="sng">
            <a:solidFill>
              <a:srgbClr val="66FF33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29730" name="对象 29729"/>
          <p:cNvGraphicFramePr>
            <a:graphicFrameLocks noChangeAspect="1"/>
          </p:cNvGraphicFramePr>
          <p:nvPr/>
        </p:nvGraphicFramePr>
        <p:xfrm>
          <a:off x="5994400" y="4724400"/>
          <a:ext cx="2235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933700" imgH="1054100" progId="Equation.3">
                  <p:embed/>
                </p:oleObj>
              </mc:Choice>
              <mc:Fallback>
                <p:oleObj r:id="rId22" imgW="2933700" imgH="1054100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94400" y="4724400"/>
                        <a:ext cx="22352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1" name="对象 29730"/>
          <p:cNvGraphicFramePr>
            <a:graphicFrameLocks noChangeAspect="1"/>
          </p:cNvGraphicFramePr>
          <p:nvPr/>
        </p:nvGraphicFramePr>
        <p:xfrm>
          <a:off x="6045200" y="5562600"/>
          <a:ext cx="2184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2857500" imgH="1054100" progId="Equation.3">
                  <p:embed/>
                </p:oleObj>
              </mc:Choice>
              <mc:Fallback>
                <p:oleObj r:id="rId24" imgW="2857500" imgH="1054100" progId="Equation.3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5200" y="5562600"/>
                        <a:ext cx="21844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2" name="Text Box 36"/>
          <p:cNvSpPr txBox="1"/>
          <p:nvPr/>
        </p:nvSpPr>
        <p:spPr>
          <a:xfrm>
            <a:off x="2565400" y="1993900"/>
            <a:ext cx="64770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若积分路径不是闭曲线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可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添加辅助线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;</a:t>
            </a:r>
          </a:p>
        </p:txBody>
      </p:sp>
      <p:sp>
        <p:nvSpPr>
          <p:cNvPr id="29733" name="Text Box 37"/>
          <p:cNvSpPr txBox="1"/>
          <p:nvPr/>
        </p:nvSpPr>
        <p:spPr>
          <a:xfrm>
            <a:off x="2557463" y="3214688"/>
            <a:ext cx="1401762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取定点</a:t>
            </a:r>
          </a:p>
        </p:txBody>
      </p:sp>
      <p:sp>
        <p:nvSpPr>
          <p:cNvPr id="29734" name="Text Box 38"/>
          <p:cNvSpPr txBox="1"/>
          <p:nvPr/>
        </p:nvSpPr>
        <p:spPr>
          <a:xfrm>
            <a:off x="2133600" y="927100"/>
            <a:ext cx="69119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1)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计算曲线积分时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可选择方便的积分路径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;</a:t>
            </a:r>
          </a:p>
        </p:txBody>
      </p:sp>
      <p:sp>
        <p:nvSpPr>
          <p:cNvPr id="29735" name="文本框 29734"/>
          <p:cNvSpPr txBox="1"/>
          <p:nvPr/>
        </p:nvSpPr>
        <p:spPr>
          <a:xfrm>
            <a:off x="1985963" y="6418263"/>
            <a:ext cx="868203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2" charset="0"/>
                <a:ea typeface="宋体" panose="02010600030101010101" pitchFamily="2" charset="-122"/>
              </a:rPr>
              <a:t>4）利用原函数求曲线积分：</a:t>
            </a:r>
          </a:p>
        </p:txBody>
      </p:sp>
      <p:graphicFrame>
        <p:nvGraphicFramePr>
          <p:cNvPr id="29736" name="对象 29735"/>
          <p:cNvGraphicFramePr>
            <a:graphicFrameLocks noChangeAspect="1"/>
          </p:cNvGraphicFramePr>
          <p:nvPr/>
        </p:nvGraphicFramePr>
        <p:xfrm>
          <a:off x="5842000" y="6237288"/>
          <a:ext cx="482600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2311400" imgH="330200" progId="Equation.DSMT4">
                  <p:embed/>
                </p:oleObj>
              </mc:Choice>
              <mc:Fallback>
                <p:oleObj r:id="rId26" imgW="2311400" imgH="330200" progId="Equation.DSMT4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842000" y="6237288"/>
                        <a:ext cx="4826000" cy="690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nimBg="1"/>
      <p:bldP spid="29705" grpId="0"/>
      <p:bldP spid="29707" grpId="0"/>
      <p:bldP spid="29708" grpId="0"/>
      <p:bldP spid="29709" grpId="0"/>
      <p:bldP spid="29711" grpId="0"/>
      <p:bldP spid="29715" grpId="0"/>
      <p:bldP spid="29725" grpId="0"/>
      <p:bldP spid="29732" grpId="0"/>
      <p:bldP spid="29733" grpId="0"/>
      <p:bldP spid="29734" grpId="0"/>
      <p:bldP spid="29735" grpId="0" bldLvl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3" name="对象 30721"/>
          <p:cNvGraphicFramePr>
            <a:graphicFrameLocks noChangeAspect="1"/>
          </p:cNvGraphicFramePr>
          <p:nvPr/>
        </p:nvGraphicFramePr>
        <p:xfrm>
          <a:off x="2819400" y="317500"/>
          <a:ext cx="55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61975" imgH="382905" progId="Equation.3">
                  <p:embed/>
                </p:oleObj>
              </mc:Choice>
              <mc:Fallback>
                <p:oleObj r:id="rId2" imgW="561975" imgH="382905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19400" y="317500"/>
                        <a:ext cx="5588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对象 30722"/>
          <p:cNvGraphicFramePr>
            <a:graphicFrameLocks noChangeAspect="1"/>
          </p:cNvGraphicFramePr>
          <p:nvPr/>
        </p:nvGraphicFramePr>
        <p:xfrm>
          <a:off x="3581400" y="228600"/>
          <a:ext cx="863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68045" imgH="625475" progId="Equation.3">
                  <p:embed/>
                </p:oleObj>
              </mc:Choice>
              <mc:Fallback>
                <p:oleObj r:id="rId4" imgW="868045" imgH="625475" progId="Equation.3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81400" y="228600"/>
                        <a:ext cx="8636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对象 30723"/>
          <p:cNvGraphicFramePr>
            <a:graphicFrameLocks noChangeAspect="1"/>
          </p:cNvGraphicFramePr>
          <p:nvPr/>
        </p:nvGraphicFramePr>
        <p:xfrm>
          <a:off x="4191000" y="228600"/>
          <a:ext cx="914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19480" imgH="472440" progId="Equation.3">
                  <p:embed/>
                </p:oleObj>
              </mc:Choice>
              <mc:Fallback>
                <p:oleObj r:id="rId6" imgW="919480" imgH="472440" progId="Equation.3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91000" y="228600"/>
                        <a:ext cx="9144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对象 30724"/>
          <p:cNvGraphicFramePr>
            <a:graphicFrameLocks noChangeAspect="1"/>
          </p:cNvGraphicFramePr>
          <p:nvPr/>
        </p:nvGraphicFramePr>
        <p:xfrm>
          <a:off x="5105400" y="304800"/>
          <a:ext cx="158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86865" imgH="393700" progId="Equation.3">
                  <p:embed/>
                </p:oleObj>
              </mc:Choice>
              <mc:Fallback>
                <p:oleObj r:id="rId8" imgW="1586865" imgH="393700" progId="Equation.3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05400" y="304800"/>
                        <a:ext cx="1587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对象 30725"/>
          <p:cNvGraphicFramePr>
            <a:graphicFrameLocks noChangeAspect="1"/>
          </p:cNvGraphicFramePr>
          <p:nvPr/>
        </p:nvGraphicFramePr>
        <p:xfrm>
          <a:off x="6692900" y="304800"/>
          <a:ext cx="181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816100" imgH="381000" progId="Equation.3">
                  <p:embed/>
                </p:oleObj>
              </mc:Choice>
              <mc:Fallback>
                <p:oleObj r:id="rId10" imgW="1816100" imgH="381000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692900" y="304800"/>
                        <a:ext cx="1816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对象 30726"/>
          <p:cNvGraphicFramePr>
            <a:graphicFrameLocks noChangeAspect="1"/>
          </p:cNvGraphicFramePr>
          <p:nvPr/>
        </p:nvGraphicFramePr>
        <p:xfrm>
          <a:off x="2133600" y="1166813"/>
          <a:ext cx="1003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08380" imgH="421005" progId="Equation.3">
                  <p:embed/>
                </p:oleObj>
              </mc:Choice>
              <mc:Fallback>
                <p:oleObj r:id="rId12" imgW="1008380" imgH="421005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33600" y="1166813"/>
                        <a:ext cx="10033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对象 30727"/>
          <p:cNvGraphicFramePr>
            <a:graphicFrameLocks noChangeAspect="1"/>
          </p:cNvGraphicFramePr>
          <p:nvPr/>
        </p:nvGraphicFramePr>
        <p:xfrm>
          <a:off x="3200400" y="1166813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473200" imgH="381000" progId="Equation.3">
                  <p:embed/>
                </p:oleObj>
              </mc:Choice>
              <mc:Fallback>
                <p:oleObj r:id="rId14" imgW="1473200" imgH="381000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200400" y="1166813"/>
                        <a:ext cx="1473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对象 30728"/>
          <p:cNvGraphicFramePr>
            <a:graphicFrameLocks noChangeAspect="1"/>
          </p:cNvGraphicFramePr>
          <p:nvPr/>
        </p:nvGraphicFramePr>
        <p:xfrm>
          <a:off x="4730750" y="1166813"/>
          <a:ext cx="1206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13485" imgH="382905" progId="Equation.3">
                  <p:embed/>
                </p:oleObj>
              </mc:Choice>
              <mc:Fallback>
                <p:oleObj r:id="rId16" imgW="1213485" imgH="382905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730750" y="1166813"/>
                        <a:ext cx="1206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对象 30729"/>
          <p:cNvGraphicFramePr>
            <a:graphicFrameLocks noChangeAspect="1"/>
          </p:cNvGraphicFramePr>
          <p:nvPr/>
        </p:nvGraphicFramePr>
        <p:xfrm>
          <a:off x="6019800" y="1141413"/>
          <a:ext cx="160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600200" imgH="406400" progId="Equation.3">
                  <p:embed/>
                </p:oleObj>
              </mc:Choice>
              <mc:Fallback>
                <p:oleObj r:id="rId18" imgW="1600200" imgH="4064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019800" y="1141413"/>
                        <a:ext cx="16002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对象 30730"/>
          <p:cNvGraphicFramePr>
            <a:graphicFrameLocks noChangeAspect="1"/>
          </p:cNvGraphicFramePr>
          <p:nvPr/>
        </p:nvGraphicFramePr>
        <p:xfrm>
          <a:off x="2133600" y="19177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740410" imgH="408305" progId="Equation.3">
                  <p:embed/>
                </p:oleObj>
              </mc:Choice>
              <mc:Fallback>
                <p:oleObj r:id="rId20" imgW="740410" imgH="408305" progId="Equation.3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33600" y="1917700"/>
                        <a:ext cx="7366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对象 30731"/>
          <p:cNvGraphicFramePr>
            <a:graphicFrameLocks noChangeAspect="1"/>
          </p:cNvGraphicFramePr>
          <p:nvPr/>
        </p:nvGraphicFramePr>
        <p:xfrm>
          <a:off x="2971800" y="1765300"/>
          <a:ext cx="825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829945" imgH="741045" progId="Equation.3">
                  <p:embed/>
                </p:oleObj>
              </mc:Choice>
              <mc:Fallback>
                <p:oleObj r:id="rId22" imgW="829945" imgH="741045" progId="Equation.3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971800" y="1765300"/>
                        <a:ext cx="8255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33" name="Group 23"/>
          <p:cNvGrpSpPr>
            <a:grpSpLocks noChangeAspect="1"/>
          </p:cNvGrpSpPr>
          <p:nvPr/>
        </p:nvGrpSpPr>
        <p:grpSpPr>
          <a:xfrm>
            <a:off x="3657600" y="1905000"/>
            <a:ext cx="2501900" cy="469900"/>
            <a:chOff x="0" y="0"/>
            <a:chExt cx="1576" cy="296"/>
          </a:xfrm>
        </p:grpSpPr>
        <p:graphicFrame>
          <p:nvGraphicFramePr>
            <p:cNvPr id="33805" name="对象 30733"/>
            <p:cNvGraphicFramePr>
              <a:graphicFrameLocks noChangeAspect="1"/>
            </p:cNvGraphicFramePr>
            <p:nvPr/>
          </p:nvGraphicFramePr>
          <p:xfrm>
            <a:off x="0" y="0"/>
            <a:ext cx="57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919480" imgH="472440" progId="Equation.3">
                    <p:embed/>
                  </p:oleObj>
                </mc:Choice>
                <mc:Fallback>
                  <p:oleObj r:id="rId24" imgW="919480" imgH="472440" progId="Equation.3">
                    <p:embed/>
                    <p:pic>
                      <p:nvPicPr>
                        <p:cNvPr id="0" name="图片 327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576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6" name="对象 30734"/>
            <p:cNvGraphicFramePr>
              <a:graphicFrameLocks noChangeAspect="1"/>
            </p:cNvGraphicFramePr>
            <p:nvPr/>
          </p:nvGraphicFramePr>
          <p:xfrm>
            <a:off x="576" y="48"/>
            <a:ext cx="100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1586865" imgH="393700" progId="Equation.3">
                    <p:embed/>
                  </p:oleObj>
                </mc:Choice>
                <mc:Fallback>
                  <p:oleObj r:id="rId25" imgW="1586865" imgH="393700" progId="Equation.3">
                    <p:embed/>
                    <p:pic>
                      <p:nvPicPr>
                        <p:cNvPr id="0" name="图片 328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76" y="48"/>
                          <a:ext cx="1000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736" name="对象 30735"/>
          <p:cNvGraphicFramePr>
            <a:graphicFrameLocks noChangeAspect="1"/>
          </p:cNvGraphicFramePr>
          <p:nvPr/>
        </p:nvGraphicFramePr>
        <p:xfrm>
          <a:off x="3733800" y="2755900"/>
          <a:ext cx="1295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1303020" imgH="472440" progId="Equation.3">
                  <p:embed/>
                </p:oleObj>
              </mc:Choice>
              <mc:Fallback>
                <p:oleObj r:id="rId26" imgW="1303020" imgH="472440" progId="Equation.3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733800" y="2755900"/>
                        <a:ext cx="12954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7" name="对象 30736"/>
          <p:cNvGraphicFramePr>
            <a:graphicFrameLocks noChangeAspect="1"/>
          </p:cNvGraphicFramePr>
          <p:nvPr/>
        </p:nvGraphicFramePr>
        <p:xfrm>
          <a:off x="5486400" y="2755900"/>
          <a:ext cx="1600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600200" imgH="393700" progId="Equation.3">
                  <p:embed/>
                </p:oleObj>
              </mc:Choice>
              <mc:Fallback>
                <p:oleObj r:id="rId28" imgW="1600200" imgH="393700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486400" y="2755900"/>
                        <a:ext cx="16002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8" name="Text Box 30"/>
          <p:cNvSpPr txBox="1"/>
          <p:nvPr/>
        </p:nvSpPr>
        <p:spPr>
          <a:xfrm>
            <a:off x="2743200" y="2709863"/>
            <a:ext cx="9525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2" charset="0"/>
                <a:ea typeface="黑体" panose="02010609060101010101" pitchFamily="2" charset="-122"/>
              </a:rPr>
              <a:t>解</a:t>
            </a:r>
            <a:endParaRPr lang="zh-CN" altLang="en-US" sz="2800" b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30739" name="对象 30738"/>
          <p:cNvGraphicFramePr>
            <a:graphicFrameLocks noChangeAspect="1"/>
          </p:cNvGraphicFramePr>
          <p:nvPr/>
        </p:nvGraphicFramePr>
        <p:xfrm>
          <a:off x="2133600" y="3517900"/>
          <a:ext cx="139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1404620" imgH="382905" progId="Equation.3">
                  <p:embed/>
                </p:oleObj>
              </mc:Choice>
              <mc:Fallback>
                <p:oleObj r:id="rId30" imgW="1404620" imgH="382905" progId="Equation.3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133600" y="3517900"/>
                        <a:ext cx="13970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0" name="对象 30739"/>
          <p:cNvGraphicFramePr>
            <a:graphicFrameLocks noChangeAspect="1"/>
          </p:cNvGraphicFramePr>
          <p:nvPr/>
        </p:nvGraphicFramePr>
        <p:xfrm>
          <a:off x="3517900" y="3517900"/>
          <a:ext cx="181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2" imgW="1816100" imgH="381000" progId="Equation.3">
                  <p:embed/>
                </p:oleObj>
              </mc:Choice>
              <mc:Fallback>
                <p:oleObj r:id="rId32" imgW="1816100" imgH="38100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17900" y="3517900"/>
                        <a:ext cx="1816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1" name="对象 30740"/>
          <p:cNvGraphicFramePr>
            <a:graphicFrameLocks noChangeAspect="1"/>
          </p:cNvGraphicFramePr>
          <p:nvPr/>
        </p:nvGraphicFramePr>
        <p:xfrm>
          <a:off x="6172200" y="3289300"/>
          <a:ext cx="762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3" imgW="765810" imgH="906145" progId="Equation.3">
                  <p:embed/>
                </p:oleObj>
              </mc:Choice>
              <mc:Fallback>
                <p:oleObj r:id="rId33" imgW="765810" imgH="906145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172200" y="3289300"/>
                        <a:ext cx="7620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2" name="对象 30741"/>
          <p:cNvGraphicFramePr>
            <a:graphicFrameLocks noChangeAspect="1"/>
          </p:cNvGraphicFramePr>
          <p:nvPr/>
        </p:nvGraphicFramePr>
        <p:xfrm>
          <a:off x="7010400" y="3517900"/>
          <a:ext cx="596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5" imgW="600075" imgH="395605" progId="Equation.3">
                  <p:embed/>
                </p:oleObj>
              </mc:Choice>
              <mc:Fallback>
                <p:oleObj r:id="rId35" imgW="600075" imgH="395605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010400" y="3517900"/>
                        <a:ext cx="596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3" name="对象 30742"/>
          <p:cNvGraphicFramePr>
            <a:graphicFrameLocks noChangeAspect="1"/>
          </p:cNvGraphicFramePr>
          <p:nvPr/>
        </p:nvGraphicFramePr>
        <p:xfrm>
          <a:off x="7721600" y="3505200"/>
          <a:ext cx="1346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7" imgW="1353185" imgH="408305" progId="Equation.3">
                  <p:embed/>
                </p:oleObj>
              </mc:Choice>
              <mc:Fallback>
                <p:oleObj r:id="rId37" imgW="1353185" imgH="408305" progId="Equation.3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721600" y="3505200"/>
                        <a:ext cx="13462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4" name="对象 30743"/>
          <p:cNvGraphicFramePr>
            <a:graphicFrameLocks noChangeAspect="1"/>
          </p:cNvGraphicFramePr>
          <p:nvPr/>
        </p:nvGraphicFramePr>
        <p:xfrm>
          <a:off x="9105900" y="3289300"/>
          <a:ext cx="80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9" imgW="804545" imgH="842645" progId="Equation.3">
                  <p:embed/>
                </p:oleObj>
              </mc:Choice>
              <mc:Fallback>
                <p:oleObj r:id="rId39" imgW="804545" imgH="842645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9105900" y="3289300"/>
                        <a:ext cx="8001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5" name="对象 30744"/>
          <p:cNvGraphicFramePr>
            <a:graphicFrameLocks noChangeAspect="1"/>
          </p:cNvGraphicFramePr>
          <p:nvPr/>
        </p:nvGraphicFramePr>
        <p:xfrm>
          <a:off x="2133600" y="4267200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1" imgW="1033780" imgH="395605" progId="Equation.3">
                  <p:embed/>
                </p:oleObj>
              </mc:Choice>
              <mc:Fallback>
                <p:oleObj r:id="rId41" imgW="1033780" imgH="395605" progId="Equation.3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33600" y="4267200"/>
                        <a:ext cx="1028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6" name="对象 30745"/>
          <p:cNvGraphicFramePr>
            <a:graphicFrameLocks noChangeAspect="1"/>
          </p:cNvGraphicFramePr>
          <p:nvPr/>
        </p:nvGraphicFramePr>
        <p:xfrm>
          <a:off x="3225800" y="4191000"/>
          <a:ext cx="101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3" imgW="1021715" imgH="396240" progId="Equation.3">
                  <p:embed/>
                </p:oleObj>
              </mc:Choice>
              <mc:Fallback>
                <p:oleObj r:id="rId43" imgW="1021715" imgH="396240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225800" y="4191000"/>
                        <a:ext cx="1016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7" name="对象 30746"/>
          <p:cNvGraphicFramePr>
            <a:graphicFrameLocks noChangeAspect="1"/>
          </p:cNvGraphicFramePr>
          <p:nvPr/>
        </p:nvGraphicFramePr>
        <p:xfrm>
          <a:off x="4838700" y="4267200"/>
          <a:ext cx="160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5" imgW="1600200" imgH="406400" progId="Equation.3">
                  <p:embed/>
                </p:oleObj>
              </mc:Choice>
              <mc:Fallback>
                <p:oleObj r:id="rId45" imgW="1600200" imgH="406400" progId="Equation.3">
                  <p:embed/>
                  <p:pic>
                    <p:nvPicPr>
                      <p:cNvPr id="0" name="图片 3297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838700" y="4267200"/>
                        <a:ext cx="16002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8" name="对象 30747"/>
          <p:cNvGraphicFramePr>
            <a:graphicFrameLocks noChangeAspect="1"/>
          </p:cNvGraphicFramePr>
          <p:nvPr/>
        </p:nvGraphicFramePr>
        <p:xfrm>
          <a:off x="6870700" y="4267200"/>
          <a:ext cx="1130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7" imgW="1136015" imgH="319405" progId="Equation.3">
                  <p:embed/>
                </p:oleObj>
              </mc:Choice>
              <mc:Fallback>
                <p:oleObj r:id="rId47" imgW="1136015" imgH="319405" progId="Equation.3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6870700" y="4267200"/>
                        <a:ext cx="1130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49" name="Group 56"/>
          <p:cNvGrpSpPr>
            <a:grpSpLocks noChangeAspect="1"/>
          </p:cNvGrpSpPr>
          <p:nvPr/>
        </p:nvGrpSpPr>
        <p:grpSpPr>
          <a:xfrm>
            <a:off x="2819400" y="4800600"/>
            <a:ext cx="3187700" cy="736600"/>
            <a:chOff x="0" y="0"/>
            <a:chExt cx="2008" cy="464"/>
          </a:xfrm>
        </p:grpSpPr>
        <p:graphicFrame>
          <p:nvGraphicFramePr>
            <p:cNvPr id="33821" name="对象 30749"/>
            <p:cNvGraphicFramePr>
              <a:graphicFrameLocks noChangeAspect="1"/>
            </p:cNvGraphicFramePr>
            <p:nvPr/>
          </p:nvGraphicFramePr>
          <p:xfrm>
            <a:off x="0" y="0"/>
            <a:ext cx="520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9" imgW="829945" imgH="741045" progId="Equation.3">
                    <p:embed/>
                  </p:oleObj>
                </mc:Choice>
                <mc:Fallback>
                  <p:oleObj r:id="rId49" imgW="829945" imgH="741045" progId="Equation.3">
                    <p:embed/>
                    <p:pic>
                      <p:nvPicPr>
                        <p:cNvPr id="0" name="图片 3286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520" cy="4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822" name="Group 53"/>
            <p:cNvGrpSpPr>
              <a:grpSpLocks noChangeAspect="1"/>
            </p:cNvGrpSpPr>
            <p:nvPr/>
          </p:nvGrpSpPr>
          <p:grpSpPr>
            <a:xfrm>
              <a:off x="432" y="88"/>
              <a:ext cx="1576" cy="296"/>
              <a:chOff x="0" y="0"/>
              <a:chExt cx="1576" cy="296"/>
            </a:xfrm>
          </p:grpSpPr>
          <p:graphicFrame>
            <p:nvGraphicFramePr>
              <p:cNvPr id="33823" name="对象 30751"/>
              <p:cNvGraphicFramePr>
                <a:graphicFrameLocks noChangeAspect="1"/>
              </p:cNvGraphicFramePr>
              <p:nvPr/>
            </p:nvGraphicFramePr>
            <p:xfrm>
              <a:off x="0" y="0"/>
              <a:ext cx="576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0" imgW="919480" imgH="472440" progId="Equation.3">
                      <p:embed/>
                    </p:oleObj>
                  </mc:Choice>
                  <mc:Fallback>
                    <p:oleObj r:id="rId50" imgW="919480" imgH="472440" progId="Equation.3">
                      <p:embed/>
                      <p:pic>
                        <p:nvPicPr>
                          <p:cNvPr id="0" name="图片 3290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0" y="0"/>
                            <a:ext cx="576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24" name="对象 30752"/>
              <p:cNvGraphicFramePr>
                <a:graphicFrameLocks noChangeAspect="1"/>
              </p:cNvGraphicFramePr>
              <p:nvPr/>
            </p:nvGraphicFramePr>
            <p:xfrm>
              <a:off x="576" y="48"/>
              <a:ext cx="1000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1" imgW="1586865" imgH="393700" progId="Equation.3">
                      <p:embed/>
                    </p:oleObj>
                  </mc:Choice>
                  <mc:Fallback>
                    <p:oleObj r:id="rId51" imgW="1586865" imgH="393700" progId="Equation.3">
                      <p:embed/>
                      <p:pic>
                        <p:nvPicPr>
                          <p:cNvPr id="0" name="图片 3304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576" y="48"/>
                            <a:ext cx="1000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0754" name="Group 62"/>
          <p:cNvGrpSpPr>
            <a:grpSpLocks noChangeAspect="1"/>
          </p:cNvGrpSpPr>
          <p:nvPr/>
        </p:nvGrpSpPr>
        <p:grpSpPr>
          <a:xfrm>
            <a:off x="2133600" y="5740400"/>
            <a:ext cx="3086100" cy="736600"/>
            <a:chOff x="0" y="0"/>
            <a:chExt cx="1944" cy="464"/>
          </a:xfrm>
        </p:grpSpPr>
        <p:graphicFrame>
          <p:nvGraphicFramePr>
            <p:cNvPr id="33826" name="对象 30754"/>
            <p:cNvGraphicFramePr>
              <a:graphicFrameLocks noChangeAspect="1"/>
            </p:cNvGraphicFramePr>
            <p:nvPr/>
          </p:nvGraphicFramePr>
          <p:xfrm>
            <a:off x="0" y="0"/>
            <a:ext cx="704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2" imgW="1123950" imgH="741045" progId="Equation.3">
                    <p:embed/>
                  </p:oleObj>
                </mc:Choice>
                <mc:Fallback>
                  <p:oleObj r:id="rId52" imgW="1123950" imgH="741045" progId="Equation.3">
                    <p:embed/>
                    <p:pic>
                      <p:nvPicPr>
                        <p:cNvPr id="0" name="图片 3305"/>
                        <p:cNvPicPr/>
                        <p:nvPr/>
                      </p:nvPicPr>
                      <p:blipFill>
                        <a:blip r:embed="rId53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704" cy="4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7" name="对象 30755"/>
            <p:cNvGraphicFramePr>
              <a:graphicFrameLocks noChangeAspect="1"/>
            </p:cNvGraphicFramePr>
            <p:nvPr/>
          </p:nvGraphicFramePr>
          <p:xfrm>
            <a:off x="584" y="88"/>
            <a:ext cx="57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4" imgW="919480" imgH="472440" progId="Equation.3">
                    <p:embed/>
                  </p:oleObj>
                </mc:Choice>
                <mc:Fallback>
                  <p:oleObj r:id="rId54" imgW="919480" imgH="472440" progId="Equation.3">
                    <p:embed/>
                    <p:pic>
                      <p:nvPicPr>
                        <p:cNvPr id="0" name="图片 329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84" y="88"/>
                          <a:ext cx="576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8" name="对象 30756"/>
            <p:cNvGraphicFramePr>
              <a:graphicFrameLocks noChangeAspect="1"/>
            </p:cNvGraphicFramePr>
            <p:nvPr/>
          </p:nvGraphicFramePr>
          <p:xfrm>
            <a:off x="1200" y="88"/>
            <a:ext cx="74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5" imgW="1187450" imgH="472440" progId="Equation.3">
                    <p:embed/>
                  </p:oleObj>
                </mc:Choice>
                <mc:Fallback>
                  <p:oleObj r:id="rId55" imgW="1187450" imgH="472440" progId="Equation.3">
                    <p:embed/>
                    <p:pic>
                      <p:nvPicPr>
                        <p:cNvPr id="0" name="图片 3291"/>
                        <p:cNvPicPr/>
                        <p:nvPr/>
                      </p:nvPicPr>
                      <p:blipFill>
                        <a:blip r:embed="rId56"/>
                        <a:stretch>
                          <a:fillRect/>
                        </a:stretch>
                      </p:blipFill>
                      <p:spPr>
                        <a:xfrm>
                          <a:off x="1200" y="88"/>
                          <a:ext cx="744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58" name="Group 72"/>
          <p:cNvGrpSpPr/>
          <p:nvPr/>
        </p:nvGrpSpPr>
        <p:grpSpPr>
          <a:xfrm>
            <a:off x="8128000" y="1066800"/>
            <a:ext cx="2387600" cy="2027238"/>
            <a:chOff x="0" y="0"/>
            <a:chExt cx="1504" cy="1277"/>
          </a:xfrm>
        </p:grpSpPr>
        <p:grpSp>
          <p:nvGrpSpPr>
            <p:cNvPr id="33830" name="Group 63"/>
            <p:cNvGrpSpPr/>
            <p:nvPr/>
          </p:nvGrpSpPr>
          <p:grpSpPr>
            <a:xfrm>
              <a:off x="0" y="0"/>
              <a:ext cx="1504" cy="1277"/>
              <a:chOff x="0" y="0"/>
              <a:chExt cx="1504" cy="1277"/>
            </a:xfrm>
          </p:grpSpPr>
          <p:sp>
            <p:nvSpPr>
              <p:cNvPr id="33831" name="Line 64"/>
              <p:cNvSpPr/>
              <p:nvPr/>
            </p:nvSpPr>
            <p:spPr>
              <a:xfrm>
                <a:off x="48" y="989"/>
                <a:ext cx="1456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3832" name="Line 65"/>
              <p:cNvSpPr/>
              <p:nvPr/>
            </p:nvSpPr>
            <p:spPr>
              <a:xfrm flipV="1">
                <a:off x="192" y="0"/>
                <a:ext cx="1" cy="127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33833" name="对象 30761"/>
              <p:cNvGraphicFramePr>
                <a:graphicFrameLocks noChangeAspect="1"/>
              </p:cNvGraphicFramePr>
              <p:nvPr/>
            </p:nvGraphicFramePr>
            <p:xfrm>
              <a:off x="16" y="1040"/>
              <a:ext cx="128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7" imgW="204470" imgH="319405" progId="Equation.3">
                      <p:embed/>
                    </p:oleObj>
                  </mc:Choice>
                  <mc:Fallback>
                    <p:oleObj r:id="rId57" imgW="204470" imgH="319405" progId="Equation.3">
                      <p:embed/>
                      <p:pic>
                        <p:nvPicPr>
                          <p:cNvPr id="0" name="图片 3301"/>
                          <p:cNvPicPr/>
                          <p:nvPr/>
                        </p:nvPicPr>
                        <p:blipFill>
                          <a:blip r:embed="rId58"/>
                          <a:stretch>
                            <a:fillRect/>
                          </a:stretch>
                        </p:blipFill>
                        <p:spPr>
                          <a:xfrm>
                            <a:off x="16" y="1040"/>
                            <a:ext cx="128" cy="1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4" name="对象 30762"/>
              <p:cNvGraphicFramePr>
                <a:graphicFrameLocks noChangeAspect="1"/>
              </p:cNvGraphicFramePr>
              <p:nvPr/>
            </p:nvGraphicFramePr>
            <p:xfrm>
              <a:off x="1264" y="1037"/>
              <a:ext cx="160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9" imgW="257175" imgH="244475" progId="Equation.3">
                      <p:embed/>
                    </p:oleObj>
                  </mc:Choice>
                  <mc:Fallback>
                    <p:oleObj r:id="rId59" imgW="257175" imgH="244475" progId="Equation.3">
                      <p:embed/>
                      <p:pic>
                        <p:nvPicPr>
                          <p:cNvPr id="0" name="图片 3293"/>
                          <p:cNvPicPr/>
                          <p:nvPr/>
                        </p:nvPicPr>
                        <p:blipFill>
                          <a:blip r:embed="rId60"/>
                          <a:stretch>
                            <a:fillRect/>
                          </a:stretch>
                        </p:blipFill>
                        <p:spPr>
                          <a:xfrm>
                            <a:off x="1264" y="1037"/>
                            <a:ext cx="160" cy="15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5" name="对象 30763"/>
              <p:cNvGraphicFramePr>
                <a:graphicFrameLocks noChangeAspect="1"/>
              </p:cNvGraphicFramePr>
              <p:nvPr/>
            </p:nvGraphicFramePr>
            <p:xfrm>
              <a:off x="0" y="77"/>
              <a:ext cx="160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1" imgW="256540" imgH="320675" progId="Equation.3">
                      <p:embed/>
                    </p:oleObj>
                  </mc:Choice>
                  <mc:Fallback>
                    <p:oleObj r:id="rId61" imgW="256540" imgH="320675" progId="Equation.3">
                      <p:embed/>
                      <p:pic>
                        <p:nvPicPr>
                          <p:cNvPr id="0" name="图片 3295"/>
                          <p:cNvPicPr/>
                          <p:nvPr/>
                        </p:nvPicPr>
                        <p:blipFill>
                          <a:blip r:embed="rId62"/>
                          <a:stretch>
                            <a:fillRect/>
                          </a:stretch>
                        </p:blipFill>
                        <p:spPr>
                          <a:xfrm>
                            <a:off x="0" y="77"/>
                            <a:ext cx="160" cy="1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3836" name="Line 69"/>
            <p:cNvSpPr/>
            <p:nvPr/>
          </p:nvSpPr>
          <p:spPr>
            <a:xfrm>
              <a:off x="192" y="989"/>
              <a:ext cx="688" cy="1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3837" name="Line 70"/>
            <p:cNvSpPr/>
            <p:nvPr/>
          </p:nvSpPr>
          <p:spPr>
            <a:xfrm flipV="1">
              <a:off x="880" y="274"/>
              <a:ext cx="0" cy="715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33838" name="对象 30766"/>
            <p:cNvGraphicFramePr>
              <a:graphicFrameLocks noChangeAspect="1"/>
            </p:cNvGraphicFramePr>
            <p:nvPr/>
          </p:nvGraphicFramePr>
          <p:xfrm>
            <a:off x="736" y="0"/>
            <a:ext cx="41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3" imgW="663575" imgH="395605" progId="Equation.3">
                    <p:embed/>
                  </p:oleObj>
                </mc:Choice>
                <mc:Fallback>
                  <p:oleObj r:id="rId63" imgW="663575" imgH="395605" progId="Equation.3">
                    <p:embed/>
                    <p:pic>
                      <p:nvPicPr>
                        <p:cNvPr id="0" name="图片 3306"/>
                        <p:cNvPicPr/>
                        <p:nvPr/>
                      </p:nvPicPr>
                      <p:blipFill>
                        <a:blip r:embed="rId64"/>
                        <a:stretch>
                          <a:fillRect/>
                        </a:stretch>
                      </p:blipFill>
                      <p:spPr>
                        <a:xfrm>
                          <a:off x="736" y="0"/>
                          <a:ext cx="416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768" name="对象 30767"/>
          <p:cNvGraphicFramePr>
            <a:graphicFrameLocks noChangeAspect="1"/>
          </p:cNvGraphicFramePr>
          <p:nvPr/>
        </p:nvGraphicFramePr>
        <p:xfrm>
          <a:off x="5270500" y="599440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5" imgW="497840" imgH="318770" progId="Equation.3">
                  <p:embed/>
                </p:oleObj>
              </mc:Choice>
              <mc:Fallback>
                <p:oleObj r:id="rId65" imgW="497840" imgH="318770" progId="Equation.3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5270500" y="5994400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9" name="对象 30768"/>
          <p:cNvGraphicFramePr>
            <a:graphicFrameLocks noChangeAspect="1"/>
          </p:cNvGraphicFramePr>
          <p:nvPr/>
        </p:nvGraphicFramePr>
        <p:xfrm>
          <a:off x="5842000" y="5791200"/>
          <a:ext cx="11684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7" imgW="1174750" imgH="702310" progId="Equation.3">
                  <p:embed/>
                </p:oleObj>
              </mc:Choice>
              <mc:Fallback>
                <p:oleObj r:id="rId67" imgW="1174750" imgH="702310" progId="Equation.3">
                  <p:embed/>
                  <p:pic>
                    <p:nvPicPr>
                      <p:cNvPr id="0" name="图片 3307"/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5842000" y="5791200"/>
                        <a:ext cx="1168400" cy="696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0" name="对象 30769"/>
          <p:cNvGraphicFramePr>
            <a:graphicFrameLocks noChangeAspect="1"/>
          </p:cNvGraphicFramePr>
          <p:nvPr/>
        </p:nvGraphicFramePr>
        <p:xfrm>
          <a:off x="7162800" y="5715000"/>
          <a:ext cx="533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9" imgW="536575" imgH="829945" progId="Equation.3">
                  <p:embed/>
                </p:oleObj>
              </mc:Choice>
              <mc:Fallback>
                <p:oleObj r:id="rId69" imgW="536575" imgH="829945" progId="Equation.3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7162800" y="5715000"/>
                        <a:ext cx="5334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0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/>
          <p:nvPr/>
        </p:nvSpPr>
        <p:spPr>
          <a:xfrm>
            <a:off x="1774825" y="2565400"/>
            <a:ext cx="148590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60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方法一   </a:t>
            </a:r>
          </a:p>
        </p:txBody>
      </p:sp>
      <p:pic>
        <p:nvPicPr>
          <p:cNvPr id="31747" name="Picture 3"/>
          <p:cNvPicPr>
            <a:picLocks noChangeAspect="1"/>
          </p:cNvPicPr>
          <p:nvPr/>
        </p:nvPicPr>
        <p:blipFill>
          <a:blip r:embed="rId2">
            <a:lum bright="6000"/>
          </a:blip>
          <a:stretch>
            <a:fillRect/>
          </a:stretch>
        </p:blipFill>
        <p:spPr>
          <a:xfrm>
            <a:off x="7464425" y="3573463"/>
            <a:ext cx="2978150" cy="3011487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1748" name="Picture 4"/>
          <p:cNvPicPr>
            <a:picLocks noChangeAspect="1"/>
          </p:cNvPicPr>
          <p:nvPr/>
        </p:nvPicPr>
        <p:blipFill>
          <a:blip r:embed="rId3">
            <a:lum bright="6000"/>
          </a:blip>
          <a:stretch>
            <a:fillRect/>
          </a:stretch>
        </p:blipFill>
        <p:spPr>
          <a:xfrm>
            <a:off x="7464425" y="549275"/>
            <a:ext cx="2978150" cy="3011488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1749" name="Picture 5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/>
              </a:clrTo>
            </a:clrChange>
            <a:lum bright="-100000" contrast="100000"/>
          </a:blip>
          <a:srcRect r="57909"/>
          <a:stretch>
            <a:fillRect/>
          </a:stretch>
        </p:blipFill>
        <p:spPr>
          <a:xfrm>
            <a:off x="2208213" y="3068638"/>
            <a:ext cx="4721225" cy="857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0" name="Picture 6"/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/>
              </a:clrTo>
            </a:clrChange>
            <a:lum bright="-100000" contrast="100000"/>
          </a:blip>
          <a:srcRect r="57214"/>
          <a:stretch>
            <a:fillRect/>
          </a:stretch>
        </p:blipFill>
        <p:spPr>
          <a:xfrm>
            <a:off x="2135188" y="4005263"/>
            <a:ext cx="4800600" cy="857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1" name="Picture 7"/>
          <p:cNvPicPr>
            <a:picLocks noChangeAspect="1"/>
          </p:cNvPicPr>
          <p:nvPr/>
        </p:nvPicPr>
        <p:blipFill>
          <a:blip r:embed="rId6">
            <a:clrChange>
              <a:clrFrom>
                <a:srgbClr val="000000"/>
              </a:clrFrom>
              <a:clrTo>
                <a:srgbClr val="000000"/>
              </a:clrTo>
            </a:clrChange>
            <a:lum bright="-100000" contrast="100000"/>
          </a:blip>
          <a:srcRect r="57214"/>
          <a:stretch>
            <a:fillRect/>
          </a:stretch>
        </p:blipFill>
        <p:spPr>
          <a:xfrm>
            <a:off x="2208213" y="5013325"/>
            <a:ext cx="4800600" cy="857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3" name="Rectangle 8"/>
          <p:cNvSpPr/>
          <p:nvPr/>
        </p:nvSpPr>
        <p:spPr>
          <a:xfrm>
            <a:off x="1774825" y="188913"/>
            <a:ext cx="2520950" cy="4794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1">
                <a:solidFill>
                  <a:srgbClr val="CC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求原函数的方法</a:t>
            </a:r>
          </a:p>
        </p:txBody>
      </p:sp>
      <p:grpSp>
        <p:nvGrpSpPr>
          <p:cNvPr id="31753" name="Group 9"/>
          <p:cNvGrpSpPr/>
          <p:nvPr/>
        </p:nvGrpSpPr>
        <p:grpSpPr>
          <a:xfrm>
            <a:off x="1774825" y="1557338"/>
            <a:ext cx="5834063" cy="515937"/>
            <a:chOff x="0" y="0"/>
            <a:chExt cx="3675" cy="325"/>
          </a:xfrm>
        </p:grpSpPr>
        <p:sp>
          <p:nvSpPr>
            <p:cNvPr id="34825" name="Text Box 10"/>
            <p:cNvSpPr txBox="1"/>
            <p:nvPr/>
          </p:nvSpPr>
          <p:spPr>
            <a:xfrm>
              <a:off x="0" y="0"/>
              <a:ext cx="3675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2" charset="0"/>
                  <a:ea typeface="楷体_GB2312" pitchFamily="1" charset="-122"/>
                </a:rPr>
                <a:t>求                  的原函数的方法如下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2" charset="0"/>
                  <a:ea typeface="楷体_GB2312" pitchFamily="1" charset="-122"/>
                </a:rPr>
                <a:t>:</a:t>
              </a:r>
            </a:p>
          </p:txBody>
        </p:sp>
        <p:graphicFrame>
          <p:nvGraphicFramePr>
            <p:cNvPr id="34826" name="对象 31754"/>
            <p:cNvGraphicFramePr>
              <a:graphicFrameLocks noChangeAspect="1"/>
            </p:cNvGraphicFramePr>
            <p:nvPr/>
          </p:nvGraphicFramePr>
          <p:xfrm>
            <a:off x="273" y="45"/>
            <a:ext cx="907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89610" imgH="204470" progId="Equation.DSMT4">
                    <p:embed/>
                  </p:oleObj>
                </mc:Choice>
                <mc:Fallback>
                  <p:oleObj r:id="rId7" imgW="689610" imgH="204470" progId="Equation.DSMT4">
                    <p:embed/>
                    <p:pic>
                      <p:nvPicPr>
                        <p:cNvPr id="0" name="图片 331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3" y="45"/>
                          <a:ext cx="907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56" name="Group 12"/>
          <p:cNvGrpSpPr/>
          <p:nvPr/>
        </p:nvGrpSpPr>
        <p:grpSpPr>
          <a:xfrm>
            <a:off x="1847850" y="188913"/>
            <a:ext cx="7129463" cy="1366837"/>
            <a:chOff x="0" y="0"/>
            <a:chExt cx="4491" cy="861"/>
          </a:xfrm>
        </p:grpSpPr>
        <p:graphicFrame>
          <p:nvGraphicFramePr>
            <p:cNvPr id="34828" name="对象 31756"/>
            <p:cNvGraphicFramePr>
              <a:graphicFrameLocks noChangeAspect="1"/>
            </p:cNvGraphicFramePr>
            <p:nvPr/>
          </p:nvGraphicFramePr>
          <p:xfrm>
            <a:off x="1769" y="0"/>
            <a:ext cx="1406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047115" imgH="255270" progId="Equation.DSMT4">
                    <p:embed/>
                  </p:oleObj>
                </mc:Choice>
                <mc:Fallback>
                  <p:oleObj r:id="rId9" imgW="1047115" imgH="255270" progId="Equation.DSMT4">
                    <p:embed/>
                    <p:pic>
                      <p:nvPicPr>
                        <p:cNvPr id="0" name="图片 331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69" y="0"/>
                          <a:ext cx="1406" cy="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9" name="对象 31757"/>
            <p:cNvGraphicFramePr>
              <a:graphicFrameLocks noChangeAspect="1"/>
            </p:cNvGraphicFramePr>
            <p:nvPr/>
          </p:nvGraphicFramePr>
          <p:xfrm>
            <a:off x="4264" y="45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68910" imgH="168910" progId="Equation.DSMT4">
                    <p:embed/>
                  </p:oleObj>
                </mc:Choice>
                <mc:Fallback>
                  <p:oleObj r:id="rId11" imgW="168910" imgH="168910" progId="Equation.DSMT4">
                    <p:embed/>
                    <p:pic>
                      <p:nvPicPr>
                        <p:cNvPr id="0" name="图片 331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64" y="45"/>
                          <a:ext cx="22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0" name="对象 31758"/>
            <p:cNvGraphicFramePr>
              <a:graphicFrameLocks noChangeAspect="1"/>
            </p:cNvGraphicFramePr>
            <p:nvPr/>
          </p:nvGraphicFramePr>
          <p:xfrm>
            <a:off x="2365" y="317"/>
            <a:ext cx="804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664210" imgH="421640" progId="Equation.DSMT4">
                    <p:embed/>
                  </p:oleObj>
                </mc:Choice>
                <mc:Fallback>
                  <p:oleObj r:id="rId13" imgW="664210" imgH="421640" progId="Equation.DSMT4">
                    <p:embed/>
                    <p:pic>
                      <p:nvPicPr>
                        <p:cNvPr id="0" name="图片 331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365" y="317"/>
                          <a:ext cx="804" cy="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1" name="Rectangle 16"/>
            <p:cNvSpPr/>
            <p:nvPr/>
          </p:nvSpPr>
          <p:spPr>
            <a:xfrm>
              <a:off x="1542" y="0"/>
              <a:ext cx="209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600" b="1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若</a:t>
              </a:r>
            </a:p>
          </p:txBody>
        </p:sp>
        <p:sp>
          <p:nvSpPr>
            <p:cNvPr id="34832" name="Rectangle 17"/>
            <p:cNvSpPr/>
            <p:nvPr/>
          </p:nvSpPr>
          <p:spPr>
            <a:xfrm>
              <a:off x="3175" y="0"/>
              <a:ext cx="1046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600" b="1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在单连通域</a:t>
              </a:r>
            </a:p>
          </p:txBody>
        </p:sp>
        <p:sp>
          <p:nvSpPr>
            <p:cNvPr id="34833" name="Rectangle 18"/>
            <p:cNvSpPr/>
            <p:nvPr/>
          </p:nvSpPr>
          <p:spPr>
            <a:xfrm>
              <a:off x="0" y="408"/>
              <a:ext cx="2353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中有连续的偏导数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,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且满足</a:t>
              </a: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/>
          <p:nvPr/>
        </p:nvSpPr>
        <p:spPr>
          <a:xfrm>
            <a:off x="1847850" y="0"/>
            <a:ext cx="3095625" cy="4794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1">
                <a:solidFill>
                  <a:srgbClr val="CC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方法二</a:t>
            </a:r>
          </a:p>
        </p:txBody>
      </p:sp>
      <p:grpSp>
        <p:nvGrpSpPr>
          <p:cNvPr id="32771" name="Group 3"/>
          <p:cNvGrpSpPr/>
          <p:nvPr/>
        </p:nvGrpSpPr>
        <p:grpSpPr>
          <a:xfrm>
            <a:off x="1847850" y="1268413"/>
            <a:ext cx="6264275" cy="506412"/>
            <a:chOff x="0" y="0"/>
            <a:chExt cx="3946" cy="319"/>
          </a:xfrm>
        </p:grpSpPr>
        <p:sp>
          <p:nvSpPr>
            <p:cNvPr id="35843" name="Text Box 4"/>
            <p:cNvSpPr txBox="1"/>
            <p:nvPr/>
          </p:nvSpPr>
          <p:spPr>
            <a:xfrm>
              <a:off x="0" y="0"/>
              <a:ext cx="3946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2" charset="0"/>
                  <a:ea typeface="楷体_GB2312" pitchFamily="1" charset="-122"/>
                </a:rPr>
                <a:t>(1) 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2" charset="0"/>
                  <a:ea typeface="楷体_GB2312" pitchFamily="1" charset="-122"/>
                </a:rPr>
                <a:t>先固定    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2" charset="0"/>
                  <a:ea typeface="楷体_GB2312" pitchFamily="1" charset="-122"/>
                </a:rPr>
                <a:t>, 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2" charset="0"/>
                  <a:ea typeface="楷体_GB2312" pitchFamily="1" charset="-122"/>
                </a:rPr>
                <a:t>将            看作是    的函数</a:t>
              </a:r>
            </a:p>
          </p:txBody>
        </p:sp>
        <p:graphicFrame>
          <p:nvGraphicFramePr>
            <p:cNvPr id="35844" name="对象 32772"/>
            <p:cNvGraphicFramePr>
              <a:graphicFrameLocks noChangeAspect="1"/>
            </p:cNvGraphicFramePr>
            <p:nvPr/>
          </p:nvGraphicFramePr>
          <p:xfrm>
            <a:off x="907" y="90"/>
            <a:ext cx="19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42875" imgH="168910" progId="Equation.DSMT4">
                    <p:embed/>
                  </p:oleObj>
                </mc:Choice>
                <mc:Fallback>
                  <p:oleObj r:id="rId2" imgW="142875" imgH="168910" progId="Equation.DSMT4">
                    <p:embed/>
                    <p:pic>
                      <p:nvPicPr>
                        <p:cNvPr id="0" name="图片 330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07" y="90"/>
                          <a:ext cx="192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5" name="对象 32773"/>
            <p:cNvGraphicFramePr>
              <a:graphicFrameLocks noChangeAspect="1"/>
            </p:cNvGraphicFramePr>
            <p:nvPr/>
          </p:nvGraphicFramePr>
          <p:xfrm>
            <a:off x="1451" y="0"/>
            <a:ext cx="638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10540" imgH="255270" progId="Equation.DSMT4">
                    <p:embed/>
                  </p:oleObj>
                </mc:Choice>
                <mc:Fallback>
                  <p:oleObj r:id="rId4" imgW="510540" imgH="255270" progId="Equation.DSMT4">
                    <p:embed/>
                    <p:pic>
                      <p:nvPicPr>
                        <p:cNvPr id="0" name="图片 330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51" y="0"/>
                          <a:ext cx="638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6" name="对象 32774"/>
            <p:cNvGraphicFramePr>
              <a:graphicFrameLocks noChangeAspect="1"/>
            </p:cNvGraphicFramePr>
            <p:nvPr/>
          </p:nvGraphicFramePr>
          <p:xfrm>
            <a:off x="2721" y="90"/>
            <a:ext cx="165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30810" imgH="143510" progId="Equation.DSMT4">
                    <p:embed/>
                  </p:oleObj>
                </mc:Choice>
                <mc:Fallback>
                  <p:oleObj r:id="rId6" imgW="130810" imgH="143510" progId="Equation.DSMT4">
                    <p:embed/>
                    <p:pic>
                      <p:nvPicPr>
                        <p:cNvPr id="0" name="图片 3310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721" y="90"/>
                          <a:ext cx="165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776" name="Group 8"/>
          <p:cNvGrpSpPr/>
          <p:nvPr/>
        </p:nvGrpSpPr>
        <p:grpSpPr>
          <a:xfrm>
            <a:off x="1992313" y="692150"/>
            <a:ext cx="6624637" cy="555625"/>
            <a:chOff x="0" y="0"/>
            <a:chExt cx="4173" cy="350"/>
          </a:xfrm>
        </p:grpSpPr>
        <p:grpSp>
          <p:nvGrpSpPr>
            <p:cNvPr id="35848" name="Group 9"/>
            <p:cNvGrpSpPr/>
            <p:nvPr/>
          </p:nvGrpSpPr>
          <p:grpSpPr>
            <a:xfrm>
              <a:off x="0" y="0"/>
              <a:ext cx="4173" cy="350"/>
              <a:chOff x="0" y="0"/>
              <a:chExt cx="4173" cy="350"/>
            </a:xfrm>
          </p:grpSpPr>
          <p:sp>
            <p:nvSpPr>
              <p:cNvPr id="35849" name="Text Box 10"/>
              <p:cNvSpPr txBox="1"/>
              <p:nvPr/>
            </p:nvSpPr>
            <p:spPr>
              <a:xfrm>
                <a:off x="0" y="0"/>
                <a:ext cx="4173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楷体_GB2312" pitchFamily="1" charset="-122"/>
                  </a:rPr>
                  <a:t>为了求                                     的原函数            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2" charset="0"/>
                    <a:ea typeface="楷体_GB2312" pitchFamily="1" charset="-122"/>
                  </a:rPr>
                  <a:t>,</a:t>
                </a:r>
              </a:p>
            </p:txBody>
          </p:sp>
          <p:graphicFrame>
            <p:nvGraphicFramePr>
              <p:cNvPr id="35850" name="对象 32778"/>
              <p:cNvGraphicFramePr>
                <a:graphicFrameLocks noChangeAspect="1"/>
              </p:cNvGraphicFramePr>
              <p:nvPr/>
            </p:nvGraphicFramePr>
            <p:xfrm>
              <a:off x="680" y="31"/>
              <a:ext cx="1817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454150" imgH="255270" progId="Equation.DSMT4">
                      <p:embed/>
                    </p:oleObj>
                  </mc:Choice>
                  <mc:Fallback>
                    <p:oleObj r:id="rId8" imgW="1454150" imgH="255270" progId="Equation.DSMT4">
                      <p:embed/>
                      <p:pic>
                        <p:nvPicPr>
                          <p:cNvPr id="0" name="图片 3313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680" y="31"/>
                            <a:ext cx="1817" cy="31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51" name="对象 32779"/>
            <p:cNvGraphicFramePr>
              <a:graphicFrameLocks noChangeAspect="1"/>
            </p:cNvGraphicFramePr>
            <p:nvPr/>
          </p:nvGraphicFramePr>
          <p:xfrm>
            <a:off x="3401" y="0"/>
            <a:ext cx="651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486410" imgH="255905" progId="Equation.DSMT4">
                    <p:embed/>
                  </p:oleObj>
                </mc:Choice>
                <mc:Fallback>
                  <p:oleObj r:id="rId10" imgW="486410" imgH="255905" progId="Equation.DSMT4">
                    <p:embed/>
                    <p:pic>
                      <p:nvPicPr>
                        <p:cNvPr id="0" name="图片 3326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401" y="0"/>
                          <a:ext cx="651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1" name="Text Box 13"/>
          <p:cNvSpPr txBox="1"/>
          <p:nvPr/>
        </p:nvSpPr>
        <p:spPr>
          <a:xfrm>
            <a:off x="2135188" y="2636838"/>
            <a:ext cx="1150937" cy="4794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1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显然</a:t>
            </a:r>
          </a:p>
        </p:txBody>
      </p:sp>
      <p:graphicFrame>
        <p:nvGraphicFramePr>
          <p:cNvPr id="32782" name="对象 32781"/>
          <p:cNvGraphicFramePr>
            <a:graphicFrameLocks noChangeAspect="1"/>
          </p:cNvGraphicFramePr>
          <p:nvPr/>
        </p:nvGraphicFramePr>
        <p:xfrm>
          <a:off x="3071813" y="2565400"/>
          <a:ext cx="1951037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880745" imgH="395605" progId="Equation.DSMT4">
                  <p:embed/>
                </p:oleObj>
              </mc:Choice>
              <mc:Fallback>
                <p:oleObj r:id="rId12" imgW="880745" imgH="395605" progId="Equation.DSMT4">
                  <p:embed/>
                  <p:pic>
                    <p:nvPicPr>
                      <p:cNvPr id="0" name="图片 331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71813" y="2565400"/>
                        <a:ext cx="1951037" cy="773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Text Box 15"/>
          <p:cNvSpPr txBox="1"/>
          <p:nvPr/>
        </p:nvSpPr>
        <p:spPr>
          <a:xfrm>
            <a:off x="2279650" y="4365625"/>
            <a:ext cx="12700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endParaRPr lang="zh-CN" altLang="zh-CN" sz="260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32784" name="对象 32783"/>
          <p:cNvGraphicFramePr>
            <a:graphicFrameLocks noChangeAspect="1"/>
          </p:cNvGraphicFramePr>
          <p:nvPr/>
        </p:nvGraphicFramePr>
        <p:xfrm>
          <a:off x="5448300" y="2420938"/>
          <a:ext cx="1439863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612775" imgH="395605" progId="Equation.DSMT4">
                  <p:embed/>
                </p:oleObj>
              </mc:Choice>
              <mc:Fallback>
                <p:oleObj r:id="rId14" imgW="612775" imgH="395605" progId="Equation.DSMT4">
                  <p:embed/>
                  <p:pic>
                    <p:nvPicPr>
                      <p:cNvPr id="0" name="图片 332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448300" y="2420938"/>
                        <a:ext cx="1439863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对象 32784"/>
          <p:cNvGraphicFramePr>
            <a:graphicFrameLocks noChangeAspect="1"/>
          </p:cNvGraphicFramePr>
          <p:nvPr/>
        </p:nvGraphicFramePr>
        <p:xfrm>
          <a:off x="7248525" y="2420938"/>
          <a:ext cx="21590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08380" imgH="421005" progId="Equation.DSMT4">
                  <p:embed/>
                </p:oleObj>
              </mc:Choice>
              <mc:Fallback>
                <p:oleObj r:id="rId16" imgW="1008380" imgH="421005" progId="Equation.DSMT4">
                  <p:embed/>
                  <p:pic>
                    <p:nvPicPr>
                      <p:cNvPr id="0" name="图片 332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248525" y="2420938"/>
                        <a:ext cx="2159000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6" name="Rectangle 18"/>
          <p:cNvSpPr/>
          <p:nvPr/>
        </p:nvSpPr>
        <p:spPr>
          <a:xfrm>
            <a:off x="1992313" y="3429000"/>
            <a:ext cx="33210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1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令</a:t>
            </a:r>
          </a:p>
        </p:txBody>
      </p:sp>
      <p:graphicFrame>
        <p:nvGraphicFramePr>
          <p:cNvPr id="32787" name="对象 32786"/>
          <p:cNvGraphicFramePr>
            <a:graphicFrameLocks noChangeAspect="1"/>
          </p:cNvGraphicFramePr>
          <p:nvPr/>
        </p:nvGraphicFramePr>
        <p:xfrm>
          <a:off x="2566988" y="3429000"/>
          <a:ext cx="38163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612900" imgH="254000" progId="Equation.DSMT4">
                  <p:embed/>
                </p:oleObj>
              </mc:Choice>
              <mc:Fallback>
                <p:oleObj r:id="rId18" imgW="1612900" imgH="254000" progId="Equation.DSMT4">
                  <p:embed/>
                  <p:pic>
                    <p:nvPicPr>
                      <p:cNvPr id="0" name="图片 331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66988" y="3429000"/>
                        <a:ext cx="3816350" cy="601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8" name="对象 32787"/>
          <p:cNvGraphicFramePr>
            <a:graphicFrameLocks noChangeAspect="1"/>
          </p:cNvGraphicFramePr>
          <p:nvPr/>
        </p:nvGraphicFramePr>
        <p:xfrm>
          <a:off x="1992313" y="4076700"/>
          <a:ext cx="16573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651510" imgH="421640" progId="Equation.DSMT4">
                  <p:embed/>
                </p:oleObj>
              </mc:Choice>
              <mc:Fallback>
                <p:oleObj r:id="rId20" imgW="651510" imgH="421640" progId="Equation.DSMT4">
                  <p:embed/>
                  <p:pic>
                    <p:nvPicPr>
                      <p:cNvPr id="0" name="图片 332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92313" y="4076700"/>
                        <a:ext cx="1657350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9" name="对象 32788"/>
          <p:cNvGraphicFramePr>
            <a:graphicFrameLocks noChangeAspect="1"/>
          </p:cNvGraphicFramePr>
          <p:nvPr/>
        </p:nvGraphicFramePr>
        <p:xfrm>
          <a:off x="4008438" y="4076700"/>
          <a:ext cx="35290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549400" imgH="419100" progId="Equation.DSMT4">
                  <p:embed/>
                </p:oleObj>
              </mc:Choice>
              <mc:Fallback>
                <p:oleObj r:id="rId22" imgW="1549400" imgH="419100" progId="Equation.DSMT4">
                  <p:embed/>
                  <p:pic>
                    <p:nvPicPr>
                      <p:cNvPr id="0" name="图片 33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008438" y="4076700"/>
                        <a:ext cx="3529012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0" name="Line 22"/>
          <p:cNvSpPr/>
          <p:nvPr/>
        </p:nvSpPr>
        <p:spPr>
          <a:xfrm>
            <a:off x="5591175" y="5445125"/>
            <a:ext cx="1081088" cy="0"/>
          </a:xfrm>
          <a:prstGeom prst="line">
            <a:avLst/>
          </a:prstGeom>
          <a:ln w="38100" cap="flat" cmpd="dbl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2791" name="Group 23"/>
          <p:cNvGrpSpPr/>
          <p:nvPr/>
        </p:nvGrpSpPr>
        <p:grpSpPr>
          <a:xfrm>
            <a:off x="6959600" y="5157788"/>
            <a:ext cx="3241675" cy="541337"/>
            <a:chOff x="0" y="0"/>
            <a:chExt cx="2042" cy="341"/>
          </a:xfrm>
        </p:grpSpPr>
        <p:sp>
          <p:nvSpPr>
            <p:cNvPr id="35863" name="Text Box 24"/>
            <p:cNvSpPr txBox="1"/>
            <p:nvPr/>
          </p:nvSpPr>
          <p:spPr>
            <a:xfrm>
              <a:off x="0" y="14"/>
              <a:ext cx="1860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600" b="1">
                  <a:solidFill>
                    <a:srgbClr val="000000"/>
                  </a:solidFill>
                  <a:latin typeface="Times New Roman" panose="02020603050405020304" pitchFamily="2" charset="0"/>
                  <a:ea typeface="楷体_GB2312" pitchFamily="1" charset="-122"/>
                </a:rPr>
                <a:t>对    积分可求出</a:t>
              </a:r>
            </a:p>
          </p:txBody>
        </p:sp>
        <p:graphicFrame>
          <p:nvGraphicFramePr>
            <p:cNvPr id="35864" name="对象 32792"/>
            <p:cNvGraphicFramePr>
              <a:graphicFrameLocks noChangeAspect="1"/>
            </p:cNvGraphicFramePr>
            <p:nvPr/>
          </p:nvGraphicFramePr>
          <p:xfrm>
            <a:off x="227" y="91"/>
            <a:ext cx="19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142875" imgH="168910" progId="Equation.DSMT4">
                    <p:embed/>
                  </p:oleObj>
                </mc:Choice>
                <mc:Fallback>
                  <p:oleObj r:id="rId24" imgW="142875" imgH="168910" progId="Equation.DSMT4">
                    <p:embed/>
                    <p:pic>
                      <p:nvPicPr>
                        <p:cNvPr id="0" name="图片 3320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27" y="91"/>
                          <a:ext cx="192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5" name="对象 32793"/>
            <p:cNvGraphicFramePr>
              <a:graphicFrameLocks noChangeAspect="1"/>
            </p:cNvGraphicFramePr>
            <p:nvPr/>
          </p:nvGraphicFramePr>
          <p:xfrm>
            <a:off x="1497" y="0"/>
            <a:ext cx="545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410845" imgH="256540" progId="Equation.DSMT4">
                    <p:embed/>
                  </p:oleObj>
                </mc:Choice>
                <mc:Fallback>
                  <p:oleObj r:id="rId26" imgW="410845" imgH="256540" progId="Equation.DSMT4">
                    <p:embed/>
                    <p:pic>
                      <p:nvPicPr>
                        <p:cNvPr id="0" name="图片 3316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497" y="0"/>
                          <a:ext cx="545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95" name="Line 27"/>
          <p:cNvSpPr/>
          <p:nvPr/>
        </p:nvSpPr>
        <p:spPr>
          <a:xfrm>
            <a:off x="5159375" y="2133600"/>
            <a:ext cx="1081088" cy="0"/>
          </a:xfrm>
          <a:prstGeom prst="line">
            <a:avLst/>
          </a:prstGeom>
          <a:ln w="38100" cap="flat" cmpd="dbl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2796" name="对象 32795"/>
          <p:cNvGraphicFramePr>
            <a:graphicFrameLocks noChangeAspect="1"/>
          </p:cNvGraphicFramePr>
          <p:nvPr/>
        </p:nvGraphicFramePr>
        <p:xfrm>
          <a:off x="6383338" y="1844675"/>
          <a:ext cx="122396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523240" imgH="255270" progId="Equation.DSMT4">
                  <p:embed/>
                </p:oleObj>
              </mc:Choice>
              <mc:Fallback>
                <p:oleObj r:id="rId28" imgW="523240" imgH="255270" progId="Equation.DSMT4">
                  <p:embed/>
                  <p:pic>
                    <p:nvPicPr>
                      <p:cNvPr id="0" name="图片 3328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383338" y="1844675"/>
                        <a:ext cx="1223962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97" name="Group 29"/>
          <p:cNvGrpSpPr/>
          <p:nvPr/>
        </p:nvGrpSpPr>
        <p:grpSpPr>
          <a:xfrm>
            <a:off x="2279650" y="1844675"/>
            <a:ext cx="2717800" cy="576263"/>
            <a:chOff x="0" y="0"/>
            <a:chExt cx="1603" cy="363"/>
          </a:xfrm>
        </p:grpSpPr>
        <p:grpSp>
          <p:nvGrpSpPr>
            <p:cNvPr id="35869" name="Group 30"/>
            <p:cNvGrpSpPr/>
            <p:nvPr/>
          </p:nvGrpSpPr>
          <p:grpSpPr>
            <a:xfrm>
              <a:off x="0" y="0"/>
              <a:ext cx="1603" cy="363"/>
              <a:chOff x="0" y="0"/>
              <a:chExt cx="1603" cy="363"/>
            </a:xfrm>
          </p:grpSpPr>
          <p:sp>
            <p:nvSpPr>
              <p:cNvPr id="35870" name="Rectangle 31"/>
              <p:cNvSpPr/>
              <p:nvPr/>
            </p:nvSpPr>
            <p:spPr>
              <a:xfrm>
                <a:off x="821" y="0"/>
                <a:ext cx="782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600" b="1">
                    <a:solidFill>
                      <a:srgbClr val="000000"/>
                    </a:solidFill>
                    <a:latin typeface="Times New Roman" panose="02020603050405020304" pitchFamily="2" charset="0"/>
                    <a:ea typeface="楷体_GB2312" pitchFamily="1" charset="-122"/>
                  </a:rPr>
                  <a:t>对    积分</a:t>
                </a:r>
              </a:p>
            </p:txBody>
          </p:sp>
          <p:graphicFrame>
            <p:nvGraphicFramePr>
              <p:cNvPr id="35871" name="对象 32799"/>
              <p:cNvGraphicFramePr>
                <a:graphicFrameLocks noChangeAspect="1"/>
              </p:cNvGraphicFramePr>
              <p:nvPr/>
            </p:nvGraphicFramePr>
            <p:xfrm>
              <a:off x="998" y="91"/>
              <a:ext cx="232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0" imgW="130810" imgH="143510" progId="Equation.DSMT4">
                      <p:embed/>
                    </p:oleObj>
                  </mc:Choice>
                  <mc:Fallback>
                    <p:oleObj r:id="rId30" imgW="130810" imgH="143510" progId="Equation.DSMT4">
                      <p:embed/>
                      <p:pic>
                        <p:nvPicPr>
                          <p:cNvPr id="0" name="图片 3325"/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998" y="91"/>
                            <a:ext cx="232" cy="23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72" name="对象 32800"/>
              <p:cNvGraphicFramePr>
                <a:graphicFrameLocks noChangeAspect="1"/>
              </p:cNvGraphicFramePr>
              <p:nvPr/>
            </p:nvGraphicFramePr>
            <p:xfrm>
              <a:off x="0" y="0"/>
              <a:ext cx="796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2" imgW="510540" imgH="255270" progId="Equation.DSMT4">
                      <p:embed/>
                    </p:oleObj>
                  </mc:Choice>
                  <mc:Fallback>
                    <p:oleObj r:id="rId32" imgW="510540" imgH="255270" progId="Equation.DSMT4">
                      <p:embed/>
                      <p:pic>
                        <p:nvPicPr>
                          <p:cNvPr id="0" name="图片 3321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0" y="0"/>
                            <a:ext cx="796" cy="3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873" name="Line 34"/>
            <p:cNvSpPr/>
            <p:nvPr/>
          </p:nvSpPr>
          <p:spPr>
            <a:xfrm>
              <a:off x="91" y="318"/>
              <a:ext cx="589" cy="0"/>
            </a:xfrm>
            <a:prstGeom prst="line">
              <a:avLst/>
            </a:prstGeom>
            <a:ln w="38100" cap="flat" cmpd="dbl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2803" name="Group 35"/>
          <p:cNvGrpSpPr/>
          <p:nvPr/>
        </p:nvGrpSpPr>
        <p:grpSpPr>
          <a:xfrm>
            <a:off x="1992313" y="4941888"/>
            <a:ext cx="3382962" cy="936625"/>
            <a:chOff x="0" y="0"/>
            <a:chExt cx="2131" cy="590"/>
          </a:xfrm>
        </p:grpSpPr>
        <p:graphicFrame>
          <p:nvGraphicFramePr>
            <p:cNvPr id="35875" name="对象 32803"/>
            <p:cNvGraphicFramePr>
              <a:graphicFrameLocks noChangeAspect="1"/>
            </p:cNvGraphicFramePr>
            <p:nvPr/>
          </p:nvGraphicFramePr>
          <p:xfrm>
            <a:off x="0" y="0"/>
            <a:ext cx="2131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4" imgW="1536700" imgH="419100" progId="Equation.DSMT4">
                    <p:embed/>
                  </p:oleObj>
                </mc:Choice>
                <mc:Fallback>
                  <p:oleObj r:id="rId34" imgW="1536700" imgH="419100" progId="Equation.DSMT4">
                    <p:embed/>
                    <p:pic>
                      <p:nvPicPr>
                        <p:cNvPr id="0" name="图片 3317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131" cy="5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6" name="Line 37"/>
            <p:cNvSpPr/>
            <p:nvPr/>
          </p:nvSpPr>
          <p:spPr>
            <a:xfrm>
              <a:off x="952" y="589"/>
              <a:ext cx="998" cy="0"/>
            </a:xfrm>
            <a:prstGeom prst="line">
              <a:avLst/>
            </a:prstGeom>
            <a:ln w="38100" cap="flat" cmpd="dbl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2806" name="Rectangle 38"/>
          <p:cNvSpPr/>
          <p:nvPr/>
        </p:nvSpPr>
        <p:spPr>
          <a:xfrm>
            <a:off x="2063750" y="6165850"/>
            <a:ext cx="3024188" cy="4794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1" dirty="0">
                <a:solidFill>
                  <a:srgbClr val="CC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方法三</a:t>
            </a:r>
            <a:r>
              <a:rPr lang="en-US" altLang="zh-CN" sz="2600" b="1" dirty="0">
                <a:solidFill>
                  <a:srgbClr val="CC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32807" name="Text Box 39"/>
          <p:cNvSpPr txBox="1"/>
          <p:nvPr/>
        </p:nvSpPr>
        <p:spPr>
          <a:xfrm>
            <a:off x="3503613" y="6165850"/>
            <a:ext cx="2592387" cy="4794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1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凑全微分法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1" grpId="0"/>
      <p:bldP spid="32786" grpId="0"/>
      <p:bldP spid="32806" grpId="0"/>
      <p:bldP spid="3280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5" name="对象 33793"/>
          <p:cNvGraphicFramePr>
            <a:graphicFrameLocks noChangeAspect="1"/>
          </p:cNvGraphicFramePr>
          <p:nvPr/>
        </p:nvGraphicFramePr>
        <p:xfrm>
          <a:off x="2743200" y="698500"/>
          <a:ext cx="54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9275" imgH="382905" progId="Equation.3">
                  <p:embed/>
                </p:oleObj>
              </mc:Choice>
              <mc:Fallback>
                <p:oleObj r:id="rId2" imgW="549275" imgH="382905" progId="Equation.3">
                  <p:embed/>
                  <p:pic>
                    <p:nvPicPr>
                      <p:cNvPr id="0" name="图片 334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43200" y="698500"/>
                        <a:ext cx="546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对象 33794"/>
          <p:cNvGraphicFramePr>
            <a:graphicFrameLocks noChangeAspect="1"/>
          </p:cNvGraphicFramePr>
          <p:nvPr/>
        </p:nvGraphicFramePr>
        <p:xfrm>
          <a:off x="3600450" y="698500"/>
          <a:ext cx="1663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63700" imgH="381000" progId="Equation.3">
                  <p:embed/>
                </p:oleObj>
              </mc:Choice>
              <mc:Fallback>
                <p:oleObj r:id="rId4" imgW="1663700" imgH="381000" progId="Equation.3">
                  <p:embed/>
                  <p:pic>
                    <p:nvPicPr>
                      <p:cNvPr id="0" name="图片 334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0450" y="698500"/>
                        <a:ext cx="16637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对象 33795"/>
          <p:cNvGraphicFramePr>
            <a:graphicFrameLocks noChangeAspect="1"/>
          </p:cNvGraphicFramePr>
          <p:nvPr/>
        </p:nvGraphicFramePr>
        <p:xfrm>
          <a:off x="5372100" y="711200"/>
          <a:ext cx="723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27710" imgH="370205" progId="Equation.3">
                  <p:embed/>
                </p:oleObj>
              </mc:Choice>
              <mc:Fallback>
                <p:oleObj r:id="rId6" imgW="727710" imgH="370205" progId="Equation.3">
                  <p:embed/>
                  <p:pic>
                    <p:nvPicPr>
                      <p:cNvPr id="0" name="图片 334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72100" y="711200"/>
                        <a:ext cx="7239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对象 33796"/>
          <p:cNvGraphicFramePr>
            <a:graphicFrameLocks noChangeAspect="1"/>
          </p:cNvGraphicFramePr>
          <p:nvPr/>
        </p:nvGraphicFramePr>
        <p:xfrm>
          <a:off x="6096000" y="685800"/>
          <a:ext cx="914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19480" imgH="472440" progId="Equation.3">
                  <p:embed/>
                </p:oleObj>
              </mc:Choice>
              <mc:Fallback>
                <p:oleObj r:id="rId8" imgW="919480" imgH="472440" progId="Equation.3">
                  <p:embed/>
                  <p:pic>
                    <p:nvPicPr>
                      <p:cNvPr id="0" name="图片 333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96000" y="685800"/>
                        <a:ext cx="9144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对象 33797"/>
          <p:cNvGraphicFramePr>
            <a:graphicFrameLocks noChangeAspect="1"/>
          </p:cNvGraphicFramePr>
          <p:nvPr/>
        </p:nvGraphicFramePr>
        <p:xfrm>
          <a:off x="7086600" y="685800"/>
          <a:ext cx="1219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26185" imgH="472440" progId="Equation.DSMT4">
                  <p:embed/>
                </p:oleObj>
              </mc:Choice>
              <mc:Fallback>
                <p:oleObj r:id="rId10" imgW="1226185" imgH="472440" progId="Equation.DSMT4">
                  <p:embed/>
                  <p:pic>
                    <p:nvPicPr>
                      <p:cNvPr id="0" name="图片 334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86600" y="685800"/>
                        <a:ext cx="1219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对象 33798"/>
          <p:cNvGraphicFramePr>
            <a:graphicFrameLocks noChangeAspect="1"/>
          </p:cNvGraphicFramePr>
          <p:nvPr/>
        </p:nvGraphicFramePr>
        <p:xfrm>
          <a:off x="2057400" y="1460500"/>
          <a:ext cx="181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816100" imgH="381000" progId="Equation.3">
                  <p:embed/>
                </p:oleObj>
              </mc:Choice>
              <mc:Fallback>
                <p:oleObj r:id="rId12" imgW="1816100" imgH="381000" progId="Equation.3">
                  <p:embed/>
                  <p:pic>
                    <p:nvPicPr>
                      <p:cNvPr id="0" name="图片 332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57400" y="1460500"/>
                        <a:ext cx="1816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对象 33799"/>
          <p:cNvGraphicFramePr>
            <a:graphicFrameLocks noChangeAspect="1"/>
          </p:cNvGraphicFramePr>
          <p:nvPr/>
        </p:nvGraphicFramePr>
        <p:xfrm>
          <a:off x="3886200" y="1447800"/>
          <a:ext cx="1536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536065" imgH="406400" progId="Equation.3">
                  <p:embed/>
                </p:oleObj>
              </mc:Choice>
              <mc:Fallback>
                <p:oleObj r:id="rId14" imgW="1536065" imgH="406400" progId="Equation.3">
                  <p:embed/>
                  <p:pic>
                    <p:nvPicPr>
                      <p:cNvPr id="0" name="图片 333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86200" y="1447800"/>
                        <a:ext cx="15367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对象 33800"/>
          <p:cNvGraphicFramePr>
            <a:graphicFrameLocks noChangeAspect="1"/>
          </p:cNvGraphicFramePr>
          <p:nvPr/>
        </p:nvGraphicFramePr>
        <p:xfrm>
          <a:off x="5422900" y="1460500"/>
          <a:ext cx="107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85215" imgH="395605" progId="Equation.3">
                  <p:embed/>
                </p:oleObj>
              </mc:Choice>
              <mc:Fallback>
                <p:oleObj r:id="rId16" imgW="1085215" imgH="395605" progId="Equation.3">
                  <p:embed/>
                  <p:pic>
                    <p:nvPicPr>
                      <p:cNvPr id="0" name="图片 333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22900" y="1460500"/>
                        <a:ext cx="1079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对象 33801"/>
          <p:cNvGraphicFramePr>
            <a:graphicFrameLocks noChangeAspect="1"/>
          </p:cNvGraphicFramePr>
          <p:nvPr/>
        </p:nvGraphicFramePr>
        <p:xfrm>
          <a:off x="6578600" y="1473200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741045" imgH="382905" progId="Equation.3">
                  <p:embed/>
                </p:oleObj>
              </mc:Choice>
              <mc:Fallback>
                <p:oleObj r:id="rId18" imgW="741045" imgH="382905" progId="Equation.3">
                  <p:embed/>
                  <p:pic>
                    <p:nvPicPr>
                      <p:cNvPr id="0" name="图片 334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578600" y="1473200"/>
                        <a:ext cx="736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对象 33802"/>
          <p:cNvGraphicFramePr>
            <a:graphicFrameLocks noChangeAspect="1"/>
          </p:cNvGraphicFramePr>
          <p:nvPr/>
        </p:nvGraphicFramePr>
        <p:xfrm>
          <a:off x="7315200" y="1473200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828800" imgH="381000" progId="Equation.3">
                  <p:embed/>
                </p:oleObj>
              </mc:Choice>
              <mc:Fallback>
                <p:oleObj r:id="rId20" imgW="1828800" imgH="381000" progId="Equation.3">
                  <p:embed/>
                  <p:pic>
                    <p:nvPicPr>
                      <p:cNvPr id="0" name="图片 334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315200" y="1473200"/>
                        <a:ext cx="18288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对象 33803"/>
          <p:cNvGraphicFramePr>
            <a:graphicFrameLocks noChangeAspect="1"/>
          </p:cNvGraphicFramePr>
          <p:nvPr/>
        </p:nvGraphicFramePr>
        <p:xfrm>
          <a:off x="2743200" y="2476500"/>
          <a:ext cx="38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385445" imgH="359410" progId="Equation.3">
                  <p:embed/>
                </p:oleObj>
              </mc:Choice>
              <mc:Fallback>
                <p:oleObj r:id="rId22" imgW="385445" imgH="359410" progId="Equation.3">
                  <p:embed/>
                  <p:pic>
                    <p:nvPicPr>
                      <p:cNvPr id="0" name="图片 3330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743200" y="2476500"/>
                        <a:ext cx="381000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对象 33804"/>
          <p:cNvGraphicFramePr>
            <a:graphicFrameLocks noChangeAspect="1"/>
          </p:cNvGraphicFramePr>
          <p:nvPr/>
        </p:nvGraphicFramePr>
        <p:xfrm>
          <a:off x="3632200" y="2222500"/>
          <a:ext cx="50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511175" imgH="842645" progId="Equation.3">
                  <p:embed/>
                </p:oleObj>
              </mc:Choice>
              <mc:Fallback>
                <p:oleObj r:id="rId24" imgW="511175" imgH="842645" progId="Equation.3">
                  <p:embed/>
                  <p:pic>
                    <p:nvPicPr>
                      <p:cNvPr id="0" name="图片 333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632200" y="2222500"/>
                        <a:ext cx="5080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对象 33805"/>
          <p:cNvGraphicFramePr>
            <a:graphicFrameLocks noChangeAspect="1"/>
          </p:cNvGraphicFramePr>
          <p:nvPr/>
        </p:nvGraphicFramePr>
        <p:xfrm>
          <a:off x="4216400" y="2470150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893445" imgH="395605" progId="Equation.3">
                  <p:embed/>
                </p:oleObj>
              </mc:Choice>
              <mc:Fallback>
                <p:oleObj r:id="rId26" imgW="893445" imgH="395605" progId="Equation.3">
                  <p:embed/>
                  <p:pic>
                    <p:nvPicPr>
                      <p:cNvPr id="0" name="图片 3333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216400" y="2470150"/>
                        <a:ext cx="8890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对象 33806"/>
          <p:cNvGraphicFramePr>
            <a:graphicFrameLocks noChangeAspect="1"/>
          </p:cNvGraphicFramePr>
          <p:nvPr/>
        </p:nvGraphicFramePr>
        <p:xfrm>
          <a:off x="5105400" y="2235200"/>
          <a:ext cx="762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765810" imgH="906145" progId="Equation.3">
                  <p:embed/>
                </p:oleObj>
              </mc:Choice>
              <mc:Fallback>
                <p:oleObj r:id="rId28" imgW="765810" imgH="906145" progId="Equation.3">
                  <p:embed/>
                  <p:pic>
                    <p:nvPicPr>
                      <p:cNvPr id="0" name="图片 334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105400" y="2235200"/>
                        <a:ext cx="7620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8" name="对象 33807"/>
          <p:cNvGraphicFramePr>
            <a:graphicFrameLocks noChangeAspect="1"/>
          </p:cNvGraphicFramePr>
          <p:nvPr/>
        </p:nvGraphicFramePr>
        <p:xfrm>
          <a:off x="6502400" y="2470150"/>
          <a:ext cx="181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1816100" imgH="381000" progId="Equation.3">
                  <p:embed/>
                </p:oleObj>
              </mc:Choice>
              <mc:Fallback>
                <p:oleObj r:id="rId30" imgW="1816100" imgH="381000" progId="Equation.3">
                  <p:embed/>
                  <p:pic>
                    <p:nvPicPr>
                      <p:cNvPr id="0" name="图片 334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02400" y="2470150"/>
                        <a:ext cx="1816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对象 33808"/>
          <p:cNvGraphicFramePr>
            <a:graphicFrameLocks noChangeAspect="1"/>
          </p:cNvGraphicFramePr>
          <p:nvPr/>
        </p:nvGraphicFramePr>
        <p:xfrm>
          <a:off x="8305800" y="2470150"/>
          <a:ext cx="1447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1" imgW="1454150" imgH="382905" progId="Equation.3">
                  <p:embed/>
                </p:oleObj>
              </mc:Choice>
              <mc:Fallback>
                <p:oleObj r:id="rId31" imgW="1454150" imgH="382905" progId="Equation.3">
                  <p:embed/>
                  <p:pic>
                    <p:nvPicPr>
                      <p:cNvPr id="0" name="图片 335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305800" y="2470150"/>
                        <a:ext cx="14478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0" name="对象 33809"/>
          <p:cNvGraphicFramePr>
            <a:graphicFrameLocks noChangeAspect="1"/>
          </p:cNvGraphicFramePr>
          <p:nvPr/>
        </p:nvGraphicFramePr>
        <p:xfrm>
          <a:off x="2743200" y="3600450"/>
          <a:ext cx="105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3" imgW="1059815" imgH="396240" progId="Equation.3">
                  <p:embed/>
                </p:oleObj>
              </mc:Choice>
              <mc:Fallback>
                <p:oleObj r:id="rId33" imgW="1059815" imgH="396240" progId="Equation.3">
                  <p:embed/>
                  <p:pic>
                    <p:nvPicPr>
                      <p:cNvPr id="0" name="图片 334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743200" y="3600450"/>
                        <a:ext cx="1054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对象 33810"/>
          <p:cNvGraphicFramePr>
            <a:graphicFrameLocks noChangeAspect="1"/>
          </p:cNvGraphicFramePr>
          <p:nvPr/>
        </p:nvGraphicFramePr>
        <p:xfrm>
          <a:off x="3886200" y="3448050"/>
          <a:ext cx="121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5" imgW="1226185" imgH="741045" progId="Equation.3">
                  <p:embed/>
                </p:oleObj>
              </mc:Choice>
              <mc:Fallback>
                <p:oleObj r:id="rId35" imgW="1226185" imgH="741045" progId="Equation.3">
                  <p:embed/>
                  <p:pic>
                    <p:nvPicPr>
                      <p:cNvPr id="0" name="图片 333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886200" y="3448050"/>
                        <a:ext cx="12192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对象 33811"/>
          <p:cNvGraphicFramePr>
            <a:graphicFrameLocks noChangeAspect="1"/>
          </p:cNvGraphicFramePr>
          <p:nvPr/>
        </p:nvGraphicFramePr>
        <p:xfrm>
          <a:off x="4876800" y="3600450"/>
          <a:ext cx="914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7" imgW="919480" imgH="472440" progId="Equation.3">
                  <p:embed/>
                </p:oleObj>
              </mc:Choice>
              <mc:Fallback>
                <p:oleObj r:id="rId37" imgW="919480" imgH="472440" progId="Equation.3">
                  <p:embed/>
                  <p:pic>
                    <p:nvPicPr>
                      <p:cNvPr id="0" name="图片 334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76800" y="3600450"/>
                        <a:ext cx="9144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对象 33812"/>
          <p:cNvGraphicFramePr>
            <a:graphicFrameLocks noChangeAspect="1"/>
          </p:cNvGraphicFramePr>
          <p:nvPr/>
        </p:nvGraphicFramePr>
        <p:xfrm>
          <a:off x="5867400" y="3600450"/>
          <a:ext cx="1219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8" imgW="1226185" imgH="472440" progId="Equation.3">
                  <p:embed/>
                </p:oleObj>
              </mc:Choice>
              <mc:Fallback>
                <p:oleObj r:id="rId38" imgW="1226185" imgH="472440" progId="Equation.3">
                  <p:embed/>
                  <p:pic>
                    <p:nvPicPr>
                      <p:cNvPr id="0" name="图片 335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67400" y="3600450"/>
                        <a:ext cx="1219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14" name="Group 24"/>
          <p:cNvGrpSpPr/>
          <p:nvPr/>
        </p:nvGrpSpPr>
        <p:grpSpPr>
          <a:xfrm>
            <a:off x="7772400" y="3822700"/>
            <a:ext cx="2438400" cy="2027238"/>
            <a:chOff x="0" y="0"/>
            <a:chExt cx="1536" cy="1277"/>
          </a:xfrm>
        </p:grpSpPr>
        <p:sp>
          <p:nvSpPr>
            <p:cNvPr id="36886" name="Line 25"/>
            <p:cNvSpPr/>
            <p:nvPr/>
          </p:nvSpPr>
          <p:spPr>
            <a:xfrm>
              <a:off x="80" y="989"/>
              <a:ext cx="1456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87" name="Line 26"/>
            <p:cNvSpPr/>
            <p:nvPr/>
          </p:nvSpPr>
          <p:spPr>
            <a:xfrm flipV="1">
              <a:off x="224" y="0"/>
              <a:ext cx="1" cy="127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36888" name="对象 33816"/>
            <p:cNvGraphicFramePr>
              <a:graphicFrameLocks noChangeAspect="1"/>
            </p:cNvGraphicFramePr>
            <p:nvPr/>
          </p:nvGraphicFramePr>
          <p:xfrm>
            <a:off x="48" y="1040"/>
            <a:ext cx="128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9" imgW="204470" imgH="319405" progId="Equation.3">
                    <p:embed/>
                  </p:oleObj>
                </mc:Choice>
                <mc:Fallback>
                  <p:oleObj r:id="rId39" imgW="204470" imgH="319405" progId="Equation.3">
                    <p:embed/>
                    <p:pic>
                      <p:nvPicPr>
                        <p:cNvPr id="0" name="图片 3337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48" y="1040"/>
                          <a:ext cx="128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9" name="对象 33817"/>
            <p:cNvGraphicFramePr>
              <a:graphicFrameLocks noChangeAspect="1"/>
            </p:cNvGraphicFramePr>
            <p:nvPr/>
          </p:nvGraphicFramePr>
          <p:xfrm>
            <a:off x="1296" y="1087"/>
            <a:ext cx="160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1" imgW="257175" imgH="244475" progId="Equation.3">
                    <p:embed/>
                  </p:oleObj>
                </mc:Choice>
                <mc:Fallback>
                  <p:oleObj r:id="rId41" imgW="257175" imgH="244475" progId="Equation.3">
                    <p:embed/>
                    <p:pic>
                      <p:nvPicPr>
                        <p:cNvPr id="0" name="图片 3334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296" y="1087"/>
                          <a:ext cx="160" cy="1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0" name="对象 33818"/>
            <p:cNvGraphicFramePr>
              <a:graphicFrameLocks noChangeAspect="1"/>
            </p:cNvGraphicFramePr>
            <p:nvPr/>
          </p:nvGraphicFramePr>
          <p:xfrm>
            <a:off x="0" y="272"/>
            <a:ext cx="160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3" imgW="256540" imgH="320675" progId="Equation.3">
                    <p:embed/>
                  </p:oleObj>
                </mc:Choice>
                <mc:Fallback>
                  <p:oleObj r:id="rId43" imgW="256540" imgH="320675" progId="Equation.3">
                    <p:embed/>
                    <p:pic>
                      <p:nvPicPr>
                        <p:cNvPr id="0" name="图片 3335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0" y="272"/>
                          <a:ext cx="160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820" name="Group 33"/>
          <p:cNvGrpSpPr/>
          <p:nvPr/>
        </p:nvGrpSpPr>
        <p:grpSpPr>
          <a:xfrm>
            <a:off x="8128000" y="5392738"/>
            <a:ext cx="1549400" cy="334962"/>
            <a:chOff x="0" y="0"/>
            <a:chExt cx="976" cy="211"/>
          </a:xfrm>
        </p:grpSpPr>
        <p:sp>
          <p:nvSpPr>
            <p:cNvPr id="36892" name="Line 30"/>
            <p:cNvSpPr/>
            <p:nvPr/>
          </p:nvSpPr>
          <p:spPr>
            <a:xfrm>
              <a:off x="0" y="0"/>
              <a:ext cx="784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36893" name="对象 33821"/>
            <p:cNvGraphicFramePr>
              <a:graphicFrameLocks noChangeAspect="1"/>
            </p:cNvGraphicFramePr>
            <p:nvPr/>
          </p:nvGraphicFramePr>
          <p:xfrm>
            <a:off x="560" y="54"/>
            <a:ext cx="416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5" imgW="1047115" imgH="395605" progId="Equation.3">
                    <p:embed/>
                  </p:oleObj>
                </mc:Choice>
                <mc:Fallback>
                  <p:oleObj r:id="rId45" imgW="1047115" imgH="395605" progId="Equation.3">
                    <p:embed/>
                    <p:pic>
                      <p:nvPicPr>
                        <p:cNvPr id="0" name="图片 3369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560" y="54"/>
                          <a:ext cx="416" cy="1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823" name="Group 37"/>
          <p:cNvGrpSpPr/>
          <p:nvPr/>
        </p:nvGrpSpPr>
        <p:grpSpPr>
          <a:xfrm>
            <a:off x="9053513" y="4318000"/>
            <a:ext cx="700087" cy="1074738"/>
            <a:chOff x="0" y="0"/>
            <a:chExt cx="441" cy="677"/>
          </a:xfrm>
        </p:grpSpPr>
        <p:sp>
          <p:nvSpPr>
            <p:cNvPr id="36895" name="Line 31"/>
            <p:cNvSpPr/>
            <p:nvPr/>
          </p:nvSpPr>
          <p:spPr>
            <a:xfrm flipV="1">
              <a:off x="201" y="157"/>
              <a:ext cx="0" cy="52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36896" name="对象 33824"/>
            <p:cNvGraphicFramePr>
              <a:graphicFrameLocks noChangeAspect="1"/>
            </p:cNvGraphicFramePr>
            <p:nvPr/>
          </p:nvGraphicFramePr>
          <p:xfrm>
            <a:off x="0" y="0"/>
            <a:ext cx="441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7" imgW="1111250" imgH="396240" progId="Equation.3">
                    <p:embed/>
                  </p:oleObj>
                </mc:Choice>
                <mc:Fallback>
                  <p:oleObj r:id="rId47" imgW="1111250" imgH="396240" progId="Equation.3">
                    <p:embed/>
                    <p:pic>
                      <p:nvPicPr>
                        <p:cNvPr id="0" name="图片 3370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441" cy="1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826" name="对象 33825"/>
          <p:cNvGraphicFramePr>
            <a:graphicFrameLocks noChangeAspect="1"/>
          </p:cNvGraphicFramePr>
          <p:nvPr/>
        </p:nvGraphicFramePr>
        <p:xfrm>
          <a:off x="2552700" y="4567238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9" imgW="497840" imgH="318770" progId="Equation.3">
                  <p:embed/>
                </p:oleObj>
              </mc:Choice>
              <mc:Fallback>
                <p:oleObj r:id="rId49" imgW="497840" imgH="318770" progId="Equation.3">
                  <p:embed/>
                  <p:pic>
                    <p:nvPicPr>
                      <p:cNvPr id="0" name="图片 3364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552700" y="4567238"/>
                        <a:ext cx="49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7" name="对象 33826"/>
          <p:cNvGraphicFramePr>
            <a:graphicFrameLocks noChangeAspect="1"/>
          </p:cNvGraphicFramePr>
          <p:nvPr/>
        </p:nvGraphicFramePr>
        <p:xfrm>
          <a:off x="3124200" y="4343400"/>
          <a:ext cx="825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1" imgW="829945" imgH="702310" progId="Equation.3">
                  <p:embed/>
                </p:oleObj>
              </mc:Choice>
              <mc:Fallback>
                <p:oleObj r:id="rId51" imgW="829945" imgH="702310" progId="Equation.3">
                  <p:embed/>
                  <p:pic>
                    <p:nvPicPr>
                      <p:cNvPr id="0" name="图片 3371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124200" y="4343400"/>
                        <a:ext cx="8255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8" name="对象 33827"/>
          <p:cNvGraphicFramePr>
            <a:graphicFrameLocks noChangeAspect="1"/>
          </p:cNvGraphicFramePr>
          <p:nvPr/>
        </p:nvGraphicFramePr>
        <p:xfrm>
          <a:off x="3733800" y="4432300"/>
          <a:ext cx="939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3" imgW="944880" imgH="472440" progId="Equation.3">
                  <p:embed/>
                </p:oleObj>
              </mc:Choice>
              <mc:Fallback>
                <p:oleObj r:id="rId53" imgW="944880" imgH="472440" progId="Equation.3">
                  <p:embed/>
                  <p:pic>
                    <p:nvPicPr>
                      <p:cNvPr id="0" name="图片 3362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733800" y="4432300"/>
                        <a:ext cx="9398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9" name="对象 33828"/>
          <p:cNvGraphicFramePr>
            <a:graphicFrameLocks noChangeAspect="1"/>
          </p:cNvGraphicFramePr>
          <p:nvPr/>
        </p:nvGraphicFramePr>
        <p:xfrm>
          <a:off x="2489200" y="5314950"/>
          <a:ext cx="1270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5" imgW="1276985" imgH="829945" progId="Equation.3">
                  <p:embed/>
                </p:oleObj>
              </mc:Choice>
              <mc:Fallback>
                <p:oleObj r:id="rId55" imgW="1276985" imgH="829945" progId="Equation.3">
                  <p:embed/>
                  <p:pic>
                    <p:nvPicPr>
                      <p:cNvPr id="0" name="图片 3365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489200" y="5314950"/>
                        <a:ext cx="12700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01" name="Rectangle 43"/>
          <p:cNvSpPr>
            <a:spLocks noGrp="1"/>
          </p:cNvSpPr>
          <p:nvPr>
            <p:ph type="title"/>
          </p:nvPr>
        </p:nvSpPr>
        <p:spPr/>
        <p:txBody>
          <a:bodyPr vert="horz" wrap="square" anchor="ctr" anchorCtr="0"/>
          <a:lstStyle/>
          <a:p>
            <a:pPr eaLnBrk="1" hangingPunct="1"/>
            <a:r>
              <a:rPr lang="en-US" altLang="zh-CN" dirty="0"/>
              <a:t>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对象 34817"/>
          <p:cNvGraphicFramePr>
            <a:graphicFrameLocks noChangeAspect="1"/>
          </p:cNvGraphicFramePr>
          <p:nvPr/>
        </p:nvGraphicFramePr>
        <p:xfrm>
          <a:off x="2057400" y="1152525"/>
          <a:ext cx="33655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13865" imgH="406400" progId="Equation.DSMT4">
                  <p:embed/>
                </p:oleObj>
              </mc:Choice>
              <mc:Fallback>
                <p:oleObj r:id="rId2" imgW="1713865" imgH="406400" progId="Equation.DSMT4">
                  <p:embed/>
                  <p:pic>
                    <p:nvPicPr>
                      <p:cNvPr id="0" name="图片 335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57400" y="1152525"/>
                        <a:ext cx="3365500" cy="798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对象 34818"/>
          <p:cNvGraphicFramePr>
            <a:graphicFrameLocks noChangeAspect="1"/>
          </p:cNvGraphicFramePr>
          <p:nvPr/>
        </p:nvGraphicFramePr>
        <p:xfrm>
          <a:off x="1954213" y="2047875"/>
          <a:ext cx="47625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76500" imgH="405765" progId="Equation.DSMT4">
                  <p:embed/>
                </p:oleObj>
              </mc:Choice>
              <mc:Fallback>
                <p:oleObj r:id="rId4" imgW="2476500" imgH="405765" progId="Equation.DSMT4">
                  <p:embed/>
                  <p:pic>
                    <p:nvPicPr>
                      <p:cNvPr id="0" name="图片 336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4213" y="2047875"/>
                        <a:ext cx="4762500" cy="781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Text Box 40"/>
          <p:cNvSpPr txBox="1"/>
          <p:nvPr/>
        </p:nvSpPr>
        <p:spPr>
          <a:xfrm>
            <a:off x="2057400" y="646113"/>
            <a:ext cx="6264275" cy="4794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解二：先固定    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将            看作是    的函数</a:t>
            </a:r>
          </a:p>
        </p:txBody>
      </p:sp>
      <p:graphicFrame>
        <p:nvGraphicFramePr>
          <p:cNvPr id="37892" name="对象 34820"/>
          <p:cNvGraphicFramePr>
            <a:graphicFrameLocks noChangeAspect="1"/>
          </p:cNvGraphicFramePr>
          <p:nvPr/>
        </p:nvGraphicFramePr>
        <p:xfrm>
          <a:off x="4056063" y="717550"/>
          <a:ext cx="3048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2875" imgH="168910" progId="Equation.DSMT4">
                  <p:embed/>
                </p:oleObj>
              </mc:Choice>
              <mc:Fallback>
                <p:oleObj r:id="rId6" imgW="142875" imgH="168910" progId="Equation.DSMT4">
                  <p:embed/>
                  <p:pic>
                    <p:nvPicPr>
                      <p:cNvPr id="0" name="图片 335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56063" y="717550"/>
                        <a:ext cx="304800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对象 34821"/>
          <p:cNvGraphicFramePr>
            <a:graphicFrameLocks noChangeAspect="1"/>
          </p:cNvGraphicFramePr>
          <p:nvPr/>
        </p:nvGraphicFramePr>
        <p:xfrm>
          <a:off x="4916488" y="646113"/>
          <a:ext cx="10128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10540" imgH="255270" progId="Equation.DSMT4">
                  <p:embed/>
                </p:oleObj>
              </mc:Choice>
              <mc:Fallback>
                <p:oleObj r:id="rId8" imgW="510540" imgH="255270" progId="Equation.DSMT4">
                  <p:embed/>
                  <p:pic>
                    <p:nvPicPr>
                      <p:cNvPr id="0" name="图片 336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16488" y="646113"/>
                        <a:ext cx="1012825" cy="506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对象 34822"/>
          <p:cNvGraphicFramePr>
            <a:graphicFrameLocks noChangeAspect="1"/>
          </p:cNvGraphicFramePr>
          <p:nvPr/>
        </p:nvGraphicFramePr>
        <p:xfrm>
          <a:off x="6959600" y="788988"/>
          <a:ext cx="261938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30810" imgH="143510" progId="Equation.DSMT4">
                  <p:embed/>
                </p:oleObj>
              </mc:Choice>
              <mc:Fallback>
                <p:oleObj r:id="rId10" imgW="130810" imgH="143510" progId="Equation.DSMT4">
                  <p:embed/>
                  <p:pic>
                    <p:nvPicPr>
                      <p:cNvPr id="0" name="图片 336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959600" y="788988"/>
                        <a:ext cx="261938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对象 34823"/>
          <p:cNvGraphicFramePr>
            <a:graphicFrameLocks noChangeAspect="1"/>
          </p:cNvGraphicFramePr>
          <p:nvPr/>
        </p:nvGraphicFramePr>
        <p:xfrm>
          <a:off x="2044700" y="3005138"/>
          <a:ext cx="37560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866265" imgH="254000" progId="Equation.DSMT4">
                  <p:embed/>
                </p:oleObj>
              </mc:Choice>
              <mc:Fallback>
                <p:oleObj r:id="rId12" imgW="1866265" imgH="254000" progId="Equation.DSMT4">
                  <p:embed/>
                  <p:pic>
                    <p:nvPicPr>
                      <p:cNvPr id="0" name="图片 336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44700" y="3005138"/>
                        <a:ext cx="3756025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对象 34824"/>
          <p:cNvGraphicFramePr>
            <a:graphicFrameLocks noChangeAspect="1"/>
          </p:cNvGraphicFramePr>
          <p:nvPr/>
        </p:nvGraphicFramePr>
        <p:xfrm>
          <a:off x="2209800" y="3636963"/>
          <a:ext cx="125253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625475" imgH="255270" progId="Equation.DSMT4">
                  <p:embed/>
                </p:oleObj>
              </mc:Choice>
              <mc:Fallback>
                <p:oleObj r:id="rId14" imgW="625475" imgH="255270" progId="Equation.DSMT4">
                  <p:embed/>
                  <p:pic>
                    <p:nvPicPr>
                      <p:cNvPr id="0" name="图片 336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209800" y="3636963"/>
                        <a:ext cx="1252538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对象 34825"/>
          <p:cNvGraphicFramePr>
            <a:graphicFrameLocks noChangeAspect="1"/>
          </p:cNvGraphicFramePr>
          <p:nvPr/>
        </p:nvGraphicFramePr>
        <p:xfrm>
          <a:off x="2863850" y="4137025"/>
          <a:ext cx="30670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604010" imgH="407035" progId="Equation.DSMT4">
                  <p:embed/>
                </p:oleObj>
              </mc:Choice>
              <mc:Fallback>
                <p:oleObj r:id="rId16" imgW="1604010" imgH="407035" progId="Equation.DSMT4">
                  <p:embed/>
                  <p:pic>
                    <p:nvPicPr>
                      <p:cNvPr id="0" name="图片 335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863850" y="4137025"/>
                        <a:ext cx="3067050" cy="777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对象 34826"/>
          <p:cNvGraphicFramePr>
            <a:graphicFrameLocks noChangeAspect="1"/>
          </p:cNvGraphicFramePr>
          <p:nvPr/>
        </p:nvGraphicFramePr>
        <p:xfrm>
          <a:off x="2044700" y="4699000"/>
          <a:ext cx="4699000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082800" imgH="812800" progId="Equation.DSMT4">
                  <p:embed/>
                </p:oleObj>
              </mc:Choice>
              <mc:Fallback>
                <p:oleObj r:id="rId18" imgW="2082800" imgH="812800" progId="Equation.DSMT4">
                  <p:embed/>
                  <p:pic>
                    <p:nvPicPr>
                      <p:cNvPr id="0" name="图片 336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044700" y="4699000"/>
                        <a:ext cx="4699000" cy="183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对象 35841"/>
          <p:cNvGraphicFramePr>
            <a:graphicFrameLocks noChangeAspect="1"/>
          </p:cNvGraphicFramePr>
          <p:nvPr/>
        </p:nvGraphicFramePr>
        <p:xfrm>
          <a:off x="2135188" y="1674813"/>
          <a:ext cx="73374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40600" imgH="1003300" progId="Equation.DSMT4">
                  <p:embed/>
                </p:oleObj>
              </mc:Choice>
              <mc:Fallback>
                <p:oleObj r:id="rId2" imgW="7340600" imgH="1003300" progId="Equation.DSMT4">
                  <p:embed/>
                  <p:pic>
                    <p:nvPicPr>
                      <p:cNvPr id="0" name="图片 335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35188" y="1674813"/>
                        <a:ext cx="7337425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对象 35842"/>
          <p:cNvGraphicFramePr>
            <a:graphicFrameLocks noChangeAspect="1"/>
          </p:cNvGraphicFramePr>
          <p:nvPr/>
        </p:nvGraphicFramePr>
        <p:xfrm>
          <a:off x="4327525" y="2690813"/>
          <a:ext cx="38703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873500" imgH="914400" progId="Equation.DSMT4">
                  <p:embed/>
                </p:oleObj>
              </mc:Choice>
              <mc:Fallback>
                <p:oleObj r:id="rId4" imgW="3873500" imgH="914400" progId="Equation.DSMT4">
                  <p:embed/>
                  <p:pic>
                    <p:nvPicPr>
                      <p:cNvPr id="0" name="图片 335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7525" y="2690813"/>
                        <a:ext cx="3870325" cy="91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对象 35843"/>
          <p:cNvGraphicFramePr>
            <a:graphicFrameLocks noChangeAspect="1"/>
          </p:cNvGraphicFramePr>
          <p:nvPr/>
        </p:nvGraphicFramePr>
        <p:xfrm>
          <a:off x="2463800" y="4267200"/>
          <a:ext cx="6586538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731000" imgH="1003300" progId="Equation.DSMT4">
                  <p:embed/>
                </p:oleObj>
              </mc:Choice>
              <mc:Fallback>
                <p:oleObj r:id="rId6" imgW="6731000" imgH="1003300" progId="Equation.DSMT4">
                  <p:embed/>
                  <p:pic>
                    <p:nvPicPr>
                      <p:cNvPr id="0" name="图片 335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63800" y="4267200"/>
                        <a:ext cx="6586538" cy="1001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对象 35844"/>
          <p:cNvGraphicFramePr>
            <a:graphicFrameLocks noChangeAspect="1"/>
          </p:cNvGraphicFramePr>
          <p:nvPr/>
        </p:nvGraphicFramePr>
        <p:xfrm>
          <a:off x="2332038" y="5268913"/>
          <a:ext cx="74771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775700" imgH="1041400" progId="Equation.DSMT4">
                  <p:embed/>
                </p:oleObj>
              </mc:Choice>
              <mc:Fallback>
                <p:oleObj r:id="rId8" imgW="8775700" imgH="1041400" progId="Equation.DSMT4">
                  <p:embed/>
                  <p:pic>
                    <p:nvPicPr>
                      <p:cNvPr id="0" name="图片 335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32038" y="5268913"/>
                        <a:ext cx="7477125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6" name="Group 6"/>
          <p:cNvGrpSpPr/>
          <p:nvPr/>
        </p:nvGrpSpPr>
        <p:grpSpPr>
          <a:xfrm>
            <a:off x="2106613" y="3717926"/>
            <a:ext cx="6410324" cy="550862"/>
            <a:chOff x="0" y="-1"/>
            <a:chExt cx="4038" cy="347"/>
          </a:xfrm>
        </p:grpSpPr>
        <p:grpSp>
          <p:nvGrpSpPr>
            <p:cNvPr id="38918" name="Group 7"/>
            <p:cNvGrpSpPr/>
            <p:nvPr/>
          </p:nvGrpSpPr>
          <p:grpSpPr>
            <a:xfrm>
              <a:off x="0" y="-1"/>
              <a:ext cx="4038" cy="347"/>
              <a:chOff x="0" y="-1"/>
              <a:chExt cx="4038" cy="347"/>
            </a:xfrm>
          </p:grpSpPr>
          <p:sp>
            <p:nvSpPr>
              <p:cNvPr id="38919" name="Rectangle 8"/>
              <p:cNvSpPr/>
              <p:nvPr/>
            </p:nvSpPr>
            <p:spPr>
              <a:xfrm>
                <a:off x="0" y="-1"/>
                <a:ext cx="56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r>
                  <a:rPr lang="zh-CN" altLang="en-US" sz="2800" b="1">
                    <a:latin typeface="Times New Roman" panose="02020603050405020304" pitchFamily="2" charset="0"/>
                    <a:ea typeface="宋体" panose="02010600030101010101" pitchFamily="2" charset="-122"/>
                  </a:rPr>
                  <a:t>因此</a:t>
                </a:r>
                <a:endParaRPr lang="zh-CN" altLang="en-US">
                  <a:latin typeface="Times New Roman" panose="02020603050405020304" pitchFamily="2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8920" name="对象 35848"/>
              <p:cNvGraphicFramePr>
                <a:graphicFrameLocks noChangeAspect="1"/>
              </p:cNvGraphicFramePr>
              <p:nvPr/>
            </p:nvGraphicFramePr>
            <p:xfrm>
              <a:off x="517" y="100"/>
              <a:ext cx="138" cy="1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219710" imgH="283845" progId="Equation.DSMT4">
                      <p:embed/>
                    </p:oleObj>
                  </mc:Choice>
                  <mc:Fallback>
                    <p:oleObj r:id="rId10" imgW="219710" imgH="283845" progId="Equation.DSMT4">
                      <p:embed/>
                      <p:pic>
                        <p:nvPicPr>
                          <p:cNvPr id="0" name="图片 3373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517" y="100"/>
                            <a:ext cx="138" cy="17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21" name="Rectangle 10"/>
              <p:cNvSpPr/>
              <p:nvPr/>
            </p:nvSpPr>
            <p:spPr>
              <a:xfrm>
                <a:off x="607" y="17"/>
                <a:ext cx="343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r>
                  <a:rPr lang="zh-CN" altLang="en-US" sz="2800" b="1" dirty="0">
                    <a:latin typeface="Times New Roman" panose="02020603050405020304" pitchFamily="2" charset="0"/>
                    <a:ea typeface="宋体" panose="02010600030101010101" pitchFamily="2" charset="-122"/>
                  </a:rPr>
                  <a:t>是某个函数             的全微分</a:t>
                </a:r>
                <a:r>
                  <a:rPr lang="en-US" altLang="zh-CN" sz="2800" b="1" dirty="0">
                    <a:latin typeface="Times New Roman" panose="02020603050405020304" pitchFamily="2" charset="0"/>
                    <a:ea typeface="宋体" panose="02010600030101010101" pitchFamily="2" charset="-122"/>
                  </a:rPr>
                  <a:t>.  </a:t>
                </a:r>
                <a:r>
                  <a:rPr lang="zh-CN" altLang="en-US" sz="2800" b="1" dirty="0">
                    <a:latin typeface="Times New Roman" panose="02020603050405020304" pitchFamily="2" charset="0"/>
                    <a:ea typeface="宋体" panose="02010600030101010101" pitchFamily="2" charset="-122"/>
                  </a:rPr>
                  <a:t>由   </a:t>
                </a:r>
                <a:endParaRPr lang="zh-CN" altLang="en-US" dirty="0">
                  <a:latin typeface="Times New Roman" panose="02020603050405020304" pitchFamily="2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38922" name="对象 35850"/>
            <p:cNvGraphicFramePr>
              <a:graphicFrameLocks noChangeAspect="1"/>
            </p:cNvGraphicFramePr>
            <p:nvPr/>
          </p:nvGraphicFramePr>
          <p:xfrm>
            <a:off x="1833" y="70"/>
            <a:ext cx="6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059815" imgH="396240" progId="Equation.DSMT4">
                    <p:embed/>
                  </p:oleObj>
                </mc:Choice>
                <mc:Fallback>
                  <p:oleObj r:id="rId12" imgW="1059815" imgH="396240" progId="Equation.DSMT4">
                    <p:embed/>
                    <p:pic>
                      <p:nvPicPr>
                        <p:cNvPr id="0" name="图片 337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833" y="70"/>
                          <a:ext cx="66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23" name="Rectangle 12"/>
          <p:cNvSpPr/>
          <p:nvPr/>
        </p:nvSpPr>
        <p:spPr>
          <a:xfrm>
            <a:off x="2097088" y="-1428"/>
            <a:ext cx="89979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38924" name="对象 35852"/>
          <p:cNvGraphicFramePr>
            <a:graphicFrameLocks noChangeAspect="1"/>
          </p:cNvGraphicFramePr>
          <p:nvPr/>
        </p:nvGraphicFramePr>
        <p:xfrm>
          <a:off x="2927350" y="134938"/>
          <a:ext cx="74199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416800" imgH="1028700" progId="Equation.DSMT4">
                  <p:embed/>
                </p:oleObj>
              </mc:Choice>
              <mc:Fallback>
                <p:oleObj r:id="rId14" imgW="7416800" imgH="1028700" progId="Equation.DSMT4">
                  <p:embed/>
                  <p:pic>
                    <p:nvPicPr>
                      <p:cNvPr id="0" name="图片 337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27350" y="134938"/>
                        <a:ext cx="7419975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5" name="Group 14"/>
          <p:cNvGrpSpPr/>
          <p:nvPr/>
        </p:nvGrpSpPr>
        <p:grpSpPr>
          <a:xfrm>
            <a:off x="2097088" y="1139825"/>
            <a:ext cx="2727325" cy="522288"/>
            <a:chOff x="0" y="-1"/>
            <a:chExt cx="1718" cy="329"/>
          </a:xfrm>
        </p:grpSpPr>
        <p:sp>
          <p:nvSpPr>
            <p:cNvPr id="38926" name="Rectangle 15"/>
            <p:cNvSpPr/>
            <p:nvPr/>
          </p:nvSpPr>
          <p:spPr>
            <a:xfrm>
              <a:off x="0" y="-1"/>
              <a:ext cx="10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b="1">
                  <a:latin typeface="Times New Roman" panose="02020603050405020304" pitchFamily="2" charset="0"/>
                  <a:ea typeface="宋体" panose="02010600030101010101" pitchFamily="2" charset="-122"/>
                </a:rPr>
                <a:t>的原函数</a:t>
              </a:r>
              <a:endParaRPr lang="zh-CN" altLang="en-US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8927" name="对象 35855"/>
            <p:cNvGraphicFramePr>
              <a:graphicFrameLocks noChangeAspect="1"/>
            </p:cNvGraphicFramePr>
            <p:nvPr/>
          </p:nvGraphicFramePr>
          <p:xfrm>
            <a:off x="998" y="82"/>
            <a:ext cx="72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149350" imgH="396240" progId="Equation.DSMT4">
                    <p:embed/>
                  </p:oleObj>
                </mc:Choice>
                <mc:Fallback>
                  <p:oleObj r:id="rId16" imgW="1149350" imgH="396240" progId="Equation.DSMT4">
                    <p:embed/>
                    <p:pic>
                      <p:nvPicPr>
                        <p:cNvPr id="0" name="图片 337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998" y="82"/>
                          <a:ext cx="720" cy="2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对象 36865"/>
          <p:cNvGraphicFramePr>
            <a:graphicFrameLocks noChangeAspect="1"/>
          </p:cNvGraphicFramePr>
          <p:nvPr/>
        </p:nvGraphicFramePr>
        <p:xfrm>
          <a:off x="3519488" y="565150"/>
          <a:ext cx="49117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384800" imgH="1016000" progId="Equation.DSMT4">
                  <p:embed/>
                </p:oleObj>
              </mc:Choice>
              <mc:Fallback>
                <p:oleObj r:id="rId2" imgW="5384800" imgH="1016000" progId="Equation.DSMT4">
                  <p:embed/>
                  <p:pic>
                    <p:nvPicPr>
                      <p:cNvPr id="0" name="图片 33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19488" y="565150"/>
                        <a:ext cx="4911725" cy="92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对象 36866"/>
          <p:cNvGraphicFramePr>
            <a:graphicFrameLocks noChangeAspect="1"/>
          </p:cNvGraphicFramePr>
          <p:nvPr/>
        </p:nvGraphicFramePr>
        <p:xfrm>
          <a:off x="3541713" y="1766888"/>
          <a:ext cx="44354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432300" imgH="1016000" progId="Equation.DSMT4">
                  <p:embed/>
                </p:oleObj>
              </mc:Choice>
              <mc:Fallback>
                <p:oleObj r:id="rId4" imgW="4432300" imgH="1016000" progId="Equation.DSMT4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41713" y="1766888"/>
                        <a:ext cx="4435475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Rectangle 4"/>
          <p:cNvSpPr/>
          <p:nvPr/>
        </p:nvSpPr>
        <p:spPr>
          <a:xfrm>
            <a:off x="2106613" y="2922747"/>
            <a:ext cx="12573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可见  </a:t>
            </a:r>
          </a:p>
        </p:txBody>
      </p:sp>
      <p:graphicFrame>
        <p:nvGraphicFramePr>
          <p:cNvPr id="36869" name="对象 36868"/>
          <p:cNvGraphicFramePr>
            <a:graphicFrameLocks noChangeAspect="1"/>
          </p:cNvGraphicFramePr>
          <p:nvPr/>
        </p:nvGraphicFramePr>
        <p:xfrm>
          <a:off x="3359150" y="3486150"/>
          <a:ext cx="56388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638800" imgH="927100" progId="Equation.DSMT4">
                  <p:embed/>
                </p:oleObj>
              </mc:Choice>
              <mc:Fallback>
                <p:oleObj r:id="rId6" imgW="5638800" imgH="927100" progId="Equation.DSMT4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59150" y="3486150"/>
                        <a:ext cx="5638800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70" name="Group 6"/>
          <p:cNvGrpSpPr/>
          <p:nvPr/>
        </p:nvGrpSpPr>
        <p:grpSpPr>
          <a:xfrm>
            <a:off x="2097088" y="4651376"/>
            <a:ext cx="3138487" cy="550862"/>
            <a:chOff x="0" y="-1"/>
            <a:chExt cx="1977" cy="347"/>
          </a:xfrm>
        </p:grpSpPr>
        <p:sp>
          <p:nvSpPr>
            <p:cNvPr id="39942" name="Rectangle 7"/>
            <p:cNvSpPr/>
            <p:nvPr/>
          </p:nvSpPr>
          <p:spPr>
            <a:xfrm>
              <a:off x="0" y="-1"/>
              <a:ext cx="56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b="1">
                  <a:latin typeface="Times New Roman" panose="02020603050405020304" pitchFamily="2" charset="0"/>
                  <a:ea typeface="宋体" panose="02010600030101010101" pitchFamily="2" charset="-122"/>
                </a:rPr>
                <a:t>其中</a:t>
              </a:r>
              <a:endParaRPr lang="zh-CN" altLang="en-US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9943" name="对象 36871"/>
            <p:cNvGraphicFramePr>
              <a:graphicFrameLocks noChangeAspect="1"/>
            </p:cNvGraphicFramePr>
            <p:nvPr/>
          </p:nvGraphicFramePr>
          <p:xfrm>
            <a:off x="517" y="118"/>
            <a:ext cx="186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95275" imgH="320675" progId="Equation.DSMT4">
                    <p:embed/>
                  </p:oleObj>
                </mc:Choice>
                <mc:Fallback>
                  <p:oleObj r:id="rId8" imgW="295275" imgH="320675" progId="Equation.DSMT4">
                    <p:embed/>
                    <p:pic>
                      <p:nvPicPr>
                        <p:cNvPr id="0" name="图片 325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17" y="118"/>
                          <a:ext cx="186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4" name="Rectangle 9"/>
            <p:cNvSpPr/>
            <p:nvPr/>
          </p:nvSpPr>
          <p:spPr>
            <a:xfrm>
              <a:off x="680" y="17"/>
              <a:ext cx="129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为任意常数</a:t>
              </a:r>
              <a:r>
                <a:rPr lang="en-US" altLang="zh-CN" sz="2800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.</a:t>
              </a:r>
              <a:endParaRPr lang="en-US" altLang="zh-CN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/>
          <p:nvPr/>
        </p:nvSpPr>
        <p:spPr>
          <a:xfrm>
            <a:off x="8256588" y="1773238"/>
            <a:ext cx="2411412" cy="21605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62" name="Rectangle 3"/>
          <p:cNvSpPr>
            <a:spLocks noGrp="1"/>
          </p:cNvSpPr>
          <p:nvPr>
            <p:ph type="title"/>
          </p:nvPr>
        </p:nvSpPr>
        <p:spPr>
          <a:xfrm>
            <a:off x="1728788" y="223838"/>
            <a:ext cx="3400425" cy="657225"/>
          </a:xfrm>
        </p:spPr>
        <p:txBody>
          <a:bodyPr vert="horz" wrap="square" anchor="ctr" anchorCtr="0"/>
          <a:lstStyle/>
          <a:p>
            <a:pPr eaLnBrk="1" hangingPunct="1"/>
            <a:r>
              <a:rPr lang="zh-CN" altLang="en-US" sz="2800" b="1" dirty="0">
                <a:solidFill>
                  <a:srgbClr val="0033CC"/>
                </a:solidFill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33CC"/>
                </a:solidFill>
                <a:ea typeface="楷体_GB2312" pitchFamily="1" charset="-122"/>
              </a:rPr>
              <a:t>10.</a:t>
            </a:r>
            <a:r>
              <a:rPr lang="en-US" altLang="zh-CN" sz="2800" b="1" dirty="0">
                <a:ea typeface="楷体_GB2312" pitchFamily="1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1" charset="-122"/>
              </a:rPr>
              <a:t>设质点在力场</a:t>
            </a:r>
            <a:endParaRPr lang="zh-CN" altLang="en-US" sz="2800" dirty="0">
              <a:ea typeface="楷体_GB2312" pitchFamily="1" charset="-122"/>
            </a:endParaRPr>
          </a:p>
        </p:txBody>
      </p:sp>
      <p:sp>
        <p:nvSpPr>
          <p:cNvPr id="37892" name="Text Box 4"/>
          <p:cNvSpPr txBox="1"/>
          <p:nvPr/>
        </p:nvSpPr>
        <p:spPr>
          <a:xfrm>
            <a:off x="7366000" y="361950"/>
            <a:ext cx="2895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作用下沿曲线 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L 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:</a:t>
            </a:r>
            <a:endParaRPr lang="en-US" altLang="zh-CN" sz="2800" i="1" dirty="0">
              <a:latin typeface="Times New Roman" panose="02020603050405020304" pitchFamily="2" charset="0"/>
              <a:ea typeface="楷体_GB2312" pitchFamily="1" charset="-122"/>
            </a:endParaRPr>
          </a:p>
        </p:txBody>
      </p:sp>
      <p:graphicFrame>
        <p:nvGraphicFramePr>
          <p:cNvPr id="37893" name="对象 37892"/>
          <p:cNvGraphicFramePr>
            <a:graphicFrameLocks noChangeAspect="1"/>
          </p:cNvGraphicFramePr>
          <p:nvPr/>
        </p:nvGraphicFramePr>
        <p:xfrm>
          <a:off x="1917700" y="990600"/>
          <a:ext cx="1638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33600" imgH="1079500" progId="Equation.3">
                  <p:embed/>
                </p:oleObj>
              </mc:Choice>
              <mc:Fallback>
                <p:oleObj r:id="rId2" imgW="2133600" imgH="107950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17700" y="990600"/>
                        <a:ext cx="16383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Text Box 6"/>
          <p:cNvSpPr txBox="1"/>
          <p:nvPr/>
        </p:nvSpPr>
        <p:spPr>
          <a:xfrm>
            <a:off x="3429000" y="1143000"/>
            <a:ext cx="72707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由</a:t>
            </a:r>
          </a:p>
        </p:txBody>
      </p:sp>
      <p:graphicFrame>
        <p:nvGraphicFramePr>
          <p:cNvPr id="37895" name="对象 37894"/>
          <p:cNvGraphicFramePr>
            <a:graphicFrameLocks noChangeAspect="1"/>
          </p:cNvGraphicFramePr>
          <p:nvPr/>
        </p:nvGraphicFramePr>
        <p:xfrm>
          <a:off x="3886200" y="990600"/>
          <a:ext cx="1219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74800" imgH="1079500" progId="Equation.3">
                  <p:embed/>
                </p:oleObj>
              </mc:Choice>
              <mc:Fallback>
                <p:oleObj r:id="rId4" imgW="1574800" imgH="1079500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86200" y="990600"/>
                        <a:ext cx="12192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Text Box 8"/>
          <p:cNvSpPr txBox="1"/>
          <p:nvPr/>
        </p:nvSpPr>
        <p:spPr>
          <a:xfrm>
            <a:off x="5029200" y="1093788"/>
            <a:ext cx="1828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移动到</a:t>
            </a:r>
          </a:p>
        </p:txBody>
      </p:sp>
      <p:graphicFrame>
        <p:nvGraphicFramePr>
          <p:cNvPr id="37897" name="对象 37896"/>
          <p:cNvGraphicFramePr>
            <a:graphicFrameLocks noChangeAspect="1"/>
          </p:cNvGraphicFramePr>
          <p:nvPr/>
        </p:nvGraphicFramePr>
        <p:xfrm>
          <a:off x="6172200" y="990600"/>
          <a:ext cx="1371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78000" imgH="1079500" progId="Equation.3">
                  <p:embed/>
                </p:oleObj>
              </mc:Choice>
              <mc:Fallback>
                <p:oleObj r:id="rId6" imgW="1778000" imgH="10795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72200" y="990600"/>
                        <a:ext cx="1371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Text Box 10"/>
          <p:cNvSpPr txBox="1"/>
          <p:nvPr/>
        </p:nvSpPr>
        <p:spPr>
          <a:xfrm>
            <a:off x="7467600" y="1143000"/>
            <a:ext cx="30480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求力场所作的功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W</a:t>
            </a:r>
          </a:p>
        </p:txBody>
      </p:sp>
      <p:sp>
        <p:nvSpPr>
          <p:cNvPr id="37899" name="Text Box 11"/>
          <p:cNvSpPr txBox="1"/>
          <p:nvPr/>
        </p:nvSpPr>
        <p:spPr>
          <a:xfrm>
            <a:off x="2108200" y="2630488"/>
            <a:ext cx="9144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2" charset="0"/>
                <a:ea typeface="仿宋_GB2312" pitchFamily="1" charset="-122"/>
              </a:rPr>
              <a:t>解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2" charset="0"/>
                <a:ea typeface="仿宋_GB2312" pitchFamily="1" charset="-122"/>
              </a:rPr>
              <a:t>:</a:t>
            </a:r>
          </a:p>
        </p:txBody>
      </p:sp>
      <p:graphicFrame>
        <p:nvGraphicFramePr>
          <p:cNvPr id="37900" name="对象 37899"/>
          <p:cNvGraphicFramePr>
            <a:graphicFrameLocks noChangeAspect="1"/>
          </p:cNvGraphicFramePr>
          <p:nvPr/>
        </p:nvGraphicFramePr>
        <p:xfrm>
          <a:off x="5118100" y="2514600"/>
          <a:ext cx="3009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962400" imgH="1130300" progId="Equation.3">
                  <p:embed/>
                </p:oleObj>
              </mc:Choice>
              <mc:Fallback>
                <p:oleObj r:id="rId8" imgW="3962400" imgH="1130300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18100" y="2514600"/>
                        <a:ext cx="30099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1" name="Text Box 13"/>
          <p:cNvSpPr txBox="1"/>
          <p:nvPr/>
        </p:nvSpPr>
        <p:spPr>
          <a:xfrm>
            <a:off x="2133600" y="3503613"/>
            <a:ext cx="7620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令</a:t>
            </a:r>
          </a:p>
        </p:txBody>
      </p:sp>
      <p:graphicFrame>
        <p:nvGraphicFramePr>
          <p:cNvPr id="37902" name="对象 37901"/>
          <p:cNvGraphicFramePr>
            <a:graphicFrameLocks noChangeAspect="1"/>
          </p:cNvGraphicFramePr>
          <p:nvPr/>
        </p:nvGraphicFramePr>
        <p:xfrm>
          <a:off x="2628900" y="3429000"/>
          <a:ext cx="2794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670300" imgH="1168400" progId="Equation.3">
                  <p:embed/>
                </p:oleObj>
              </mc:Choice>
              <mc:Fallback>
                <p:oleObj r:id="rId10" imgW="3670300" imgH="1168400" progId="Equation.3">
                  <p:embed/>
                  <p:pic>
                    <p:nvPicPr>
                      <p:cNvPr id="0" name="图片 3359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28900" y="3429000"/>
                        <a:ext cx="27940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3" name="Text Box 15"/>
          <p:cNvSpPr txBox="1"/>
          <p:nvPr/>
        </p:nvSpPr>
        <p:spPr>
          <a:xfrm>
            <a:off x="5461000" y="3565525"/>
            <a:ext cx="10160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则有</a:t>
            </a:r>
          </a:p>
        </p:txBody>
      </p:sp>
      <p:graphicFrame>
        <p:nvGraphicFramePr>
          <p:cNvPr id="37904" name="对象 37903"/>
          <p:cNvGraphicFramePr>
            <a:graphicFrameLocks noChangeAspect="1"/>
          </p:cNvGraphicFramePr>
          <p:nvPr/>
        </p:nvGraphicFramePr>
        <p:xfrm>
          <a:off x="3370263" y="4479925"/>
          <a:ext cx="569753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556500" imgH="1308100" progId="Equation.3">
                  <p:embed/>
                </p:oleObj>
              </mc:Choice>
              <mc:Fallback>
                <p:oleObj r:id="rId12" imgW="7556500" imgH="1308100" progId="Equation.3">
                  <p:embed/>
                  <p:pic>
                    <p:nvPicPr>
                      <p:cNvPr id="0" name="图片 3377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70263" y="4479925"/>
                        <a:ext cx="5697537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5" name="对象 37904"/>
          <p:cNvGraphicFramePr>
            <a:graphicFrameLocks noChangeAspect="1"/>
          </p:cNvGraphicFramePr>
          <p:nvPr/>
        </p:nvGraphicFramePr>
        <p:xfrm>
          <a:off x="5867400" y="4559300"/>
          <a:ext cx="800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016000" imgH="1181100" progId="Equation.3">
                  <p:embed/>
                </p:oleObj>
              </mc:Choice>
              <mc:Fallback>
                <p:oleObj r:id="rId14" imgW="1016000" imgH="1181100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67400" y="4559300"/>
                        <a:ext cx="8001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6" name="Text Box 18"/>
          <p:cNvSpPr txBox="1"/>
          <p:nvPr/>
        </p:nvSpPr>
        <p:spPr>
          <a:xfrm>
            <a:off x="1879600" y="5576888"/>
            <a:ext cx="79171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可见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在不含原点的单连通区域内积分与路径无关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.</a:t>
            </a:r>
          </a:p>
        </p:txBody>
      </p:sp>
      <p:graphicFrame>
        <p:nvGraphicFramePr>
          <p:cNvPr id="37907" name="对象 37906"/>
          <p:cNvGraphicFramePr>
            <a:graphicFrameLocks noChangeAspect="1"/>
          </p:cNvGraphicFramePr>
          <p:nvPr/>
        </p:nvGraphicFramePr>
        <p:xfrm>
          <a:off x="1931988" y="1930400"/>
          <a:ext cx="31734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178300" imgH="723900" progId="Equation.3">
                  <p:embed/>
                </p:oleObj>
              </mc:Choice>
              <mc:Fallback>
                <p:oleObj r:id="rId16" imgW="4178300" imgH="723900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31988" y="1930400"/>
                        <a:ext cx="3173412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08" name="Group 20"/>
          <p:cNvGrpSpPr/>
          <p:nvPr/>
        </p:nvGrpSpPr>
        <p:grpSpPr>
          <a:xfrm>
            <a:off x="8407400" y="1892300"/>
            <a:ext cx="1879600" cy="1917700"/>
            <a:chOff x="0" y="0"/>
            <a:chExt cx="1184" cy="1208"/>
          </a:xfrm>
        </p:grpSpPr>
        <p:graphicFrame>
          <p:nvGraphicFramePr>
            <p:cNvPr id="40980" name="对象 37908"/>
            <p:cNvGraphicFramePr>
              <a:graphicFrameLocks noChangeAspect="1"/>
            </p:cNvGraphicFramePr>
            <p:nvPr/>
          </p:nvGraphicFramePr>
          <p:xfrm>
            <a:off x="450" y="521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92100" imgH="355600" progId="Equation.3">
                    <p:embed/>
                  </p:oleObj>
                </mc:Choice>
                <mc:Fallback>
                  <p:oleObj r:id="rId18" imgW="292100" imgH="355600" progId="Equation.3">
                    <p:embed/>
                    <p:pic>
                      <p:nvPicPr>
                        <p:cNvPr id="0" name="图片 3390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0" y="521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81" name="Freeform 22"/>
            <p:cNvSpPr/>
            <p:nvPr/>
          </p:nvSpPr>
          <p:spPr>
            <a:xfrm>
              <a:off x="214" y="325"/>
              <a:ext cx="692" cy="6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1" y="41"/>
                </a:cxn>
                <a:cxn ang="0">
                  <a:pos x="221" y="189"/>
                </a:cxn>
                <a:cxn ang="0">
                  <a:pos x="285" y="355"/>
                </a:cxn>
              </a:cxnLst>
              <a:rect l="0" t="0" r="0" b="0"/>
              <a:pathLst>
                <a:path w="864" h="816">
                  <a:moveTo>
                    <a:pt x="0" y="0"/>
                  </a:moveTo>
                  <a:cubicBezTo>
                    <a:pt x="112" y="12"/>
                    <a:pt x="224" y="24"/>
                    <a:pt x="336" y="96"/>
                  </a:cubicBezTo>
                  <a:cubicBezTo>
                    <a:pt x="448" y="168"/>
                    <a:pt x="584" y="312"/>
                    <a:pt x="672" y="432"/>
                  </a:cubicBezTo>
                  <a:cubicBezTo>
                    <a:pt x="760" y="552"/>
                    <a:pt x="812" y="684"/>
                    <a:pt x="864" y="816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0982" name="对象 37910"/>
            <p:cNvGraphicFramePr>
              <a:graphicFrameLocks noChangeAspect="1"/>
            </p:cNvGraphicFramePr>
            <p:nvPr/>
          </p:nvGraphicFramePr>
          <p:xfrm>
            <a:off x="800" y="1016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317500" imgH="355600" progId="Equation.3">
                    <p:embed/>
                  </p:oleObj>
                </mc:Choice>
                <mc:Fallback>
                  <p:oleObj r:id="rId20" imgW="317500" imgH="355600" progId="Equation.3">
                    <p:embed/>
                    <p:pic>
                      <p:nvPicPr>
                        <p:cNvPr id="0" name="图片 3391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00" y="1016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3" name="对象 37911"/>
            <p:cNvGraphicFramePr>
              <a:graphicFrameLocks noChangeAspect="1"/>
            </p:cNvGraphicFramePr>
            <p:nvPr/>
          </p:nvGraphicFramePr>
          <p:xfrm>
            <a:off x="0" y="243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317500" imgH="355600" progId="Equation.3">
                    <p:embed/>
                  </p:oleObj>
                </mc:Choice>
                <mc:Fallback>
                  <p:oleObj r:id="rId22" imgW="317500" imgH="355600" progId="Equation.3">
                    <p:embed/>
                    <p:pic>
                      <p:nvPicPr>
                        <p:cNvPr id="0" name="图片 3379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243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4" name="对象 37912"/>
            <p:cNvGraphicFramePr>
              <a:graphicFrameLocks noChangeAspect="1"/>
            </p:cNvGraphicFramePr>
            <p:nvPr/>
          </p:nvGraphicFramePr>
          <p:xfrm>
            <a:off x="264" y="0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266700" imgH="368300" progId="Equation.3">
                    <p:embed/>
                  </p:oleObj>
                </mc:Choice>
                <mc:Fallback>
                  <p:oleObj r:id="rId24" imgW="266700" imgH="368300" progId="Equation.3">
                    <p:embed/>
                    <p:pic>
                      <p:nvPicPr>
                        <p:cNvPr id="0" name="图片 3378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4" y="0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85" name="Line 26"/>
            <p:cNvSpPr/>
            <p:nvPr/>
          </p:nvSpPr>
          <p:spPr>
            <a:xfrm>
              <a:off x="214" y="1016"/>
              <a:ext cx="9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86" name="Line 27"/>
            <p:cNvSpPr/>
            <p:nvPr/>
          </p:nvSpPr>
          <p:spPr>
            <a:xfrm flipV="1">
              <a:off x="214" y="8"/>
              <a:ext cx="0" cy="10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0987" name="对象 37915"/>
            <p:cNvGraphicFramePr>
              <a:graphicFrameLocks noChangeAspect="1"/>
            </p:cNvGraphicFramePr>
            <p:nvPr/>
          </p:nvGraphicFramePr>
          <p:xfrm>
            <a:off x="60" y="103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41300" imgH="266700" progId="Equation.3">
                    <p:embed/>
                  </p:oleObj>
                </mc:Choice>
                <mc:Fallback>
                  <p:oleObj r:id="rId26" imgW="241300" imgH="266700" progId="Equation.3">
                    <p:embed/>
                    <p:pic>
                      <p:nvPicPr>
                        <p:cNvPr id="0" name="图片 3388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" y="103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8" name="对象 37916"/>
            <p:cNvGraphicFramePr>
              <a:graphicFrameLocks noChangeAspect="1"/>
            </p:cNvGraphicFramePr>
            <p:nvPr/>
          </p:nvGraphicFramePr>
          <p:xfrm>
            <a:off x="1040" y="105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254000" imgH="266700" progId="Equation.3">
                    <p:embed/>
                  </p:oleObj>
                </mc:Choice>
                <mc:Fallback>
                  <p:oleObj r:id="rId28" imgW="254000" imgH="266700" progId="Equation.3">
                    <p:embed/>
                    <p:pic>
                      <p:nvPicPr>
                        <p:cNvPr id="0" name="图片 3380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40" y="105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89" name="Group 30"/>
          <p:cNvGrpSpPr/>
          <p:nvPr/>
        </p:nvGrpSpPr>
        <p:grpSpPr>
          <a:xfrm>
            <a:off x="5156200" y="215900"/>
            <a:ext cx="2222500" cy="914400"/>
            <a:chOff x="0" y="0"/>
            <a:chExt cx="1400" cy="576"/>
          </a:xfrm>
        </p:grpSpPr>
        <p:graphicFrame>
          <p:nvGraphicFramePr>
            <p:cNvPr id="40990" name="对象 37918"/>
            <p:cNvGraphicFramePr>
              <a:graphicFrameLocks noChangeAspect="1"/>
            </p:cNvGraphicFramePr>
            <p:nvPr/>
          </p:nvGraphicFramePr>
          <p:xfrm>
            <a:off x="0" y="0"/>
            <a:ext cx="1400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0" imgW="2908300" imgH="1168400" progId="Equation.3">
                    <p:embed/>
                  </p:oleObj>
                </mc:Choice>
                <mc:Fallback>
                  <p:oleObj r:id="rId30" imgW="2908300" imgH="1168400" progId="Equation.3">
                    <p:embed/>
                    <p:pic>
                      <p:nvPicPr>
                        <p:cNvPr id="0" name="图片 3389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400" cy="5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91" name="Line 32"/>
            <p:cNvSpPr/>
            <p:nvPr/>
          </p:nvSpPr>
          <p:spPr>
            <a:xfrm>
              <a:off x="64" y="133"/>
              <a:ext cx="15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7921" name="Group 33"/>
          <p:cNvGrpSpPr/>
          <p:nvPr/>
        </p:nvGrpSpPr>
        <p:grpSpPr>
          <a:xfrm>
            <a:off x="2901950" y="2649538"/>
            <a:ext cx="2127250" cy="736600"/>
            <a:chOff x="0" y="0"/>
            <a:chExt cx="1340" cy="464"/>
          </a:xfrm>
        </p:grpSpPr>
        <p:graphicFrame>
          <p:nvGraphicFramePr>
            <p:cNvPr id="40993" name="对象 37921"/>
            <p:cNvGraphicFramePr>
              <a:graphicFrameLocks noChangeAspect="1"/>
            </p:cNvGraphicFramePr>
            <p:nvPr/>
          </p:nvGraphicFramePr>
          <p:xfrm>
            <a:off x="0" y="0"/>
            <a:ext cx="1336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2" imgW="2781300" imgH="927100" progId="Equation.3">
                    <p:embed/>
                  </p:oleObj>
                </mc:Choice>
                <mc:Fallback>
                  <p:oleObj r:id="rId32" imgW="2781300" imgH="927100" progId="Equation.3">
                    <p:embed/>
                    <p:pic>
                      <p:nvPicPr>
                        <p:cNvPr id="0" name="图片 3381"/>
                        <p:cNvPicPr/>
                        <p:nvPr/>
                      </p:nvPicPr>
                      <p:blipFill>
                        <a:blip r:embed="rId3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336" cy="4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94" name="Line 35"/>
            <p:cNvSpPr/>
            <p:nvPr/>
          </p:nvSpPr>
          <p:spPr>
            <a:xfrm>
              <a:off x="797" y="59"/>
              <a:ext cx="15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95" name="Line 36"/>
            <p:cNvSpPr/>
            <p:nvPr/>
          </p:nvSpPr>
          <p:spPr>
            <a:xfrm>
              <a:off x="1100" y="59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ldLvl="0" animBg="1"/>
      <p:bldP spid="37892" grpId="0"/>
      <p:bldP spid="37894" grpId="0"/>
      <p:bldP spid="37896" grpId="0"/>
      <p:bldP spid="37898" grpId="0"/>
      <p:bldP spid="37899" grpId="0"/>
      <p:bldP spid="37901" grpId="0"/>
      <p:bldP spid="37903" grpId="0"/>
      <p:bldP spid="3790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/>
          <p:nvPr/>
        </p:nvSpPr>
        <p:spPr>
          <a:xfrm>
            <a:off x="8256588" y="1484313"/>
            <a:ext cx="2411412" cy="21605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endParaRPr lang="zh-CN" altLang="zh-CN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pSp>
        <p:nvGrpSpPr>
          <p:cNvPr id="38915" name="Group 3"/>
          <p:cNvGrpSpPr/>
          <p:nvPr/>
        </p:nvGrpSpPr>
        <p:grpSpPr>
          <a:xfrm>
            <a:off x="3505200" y="623888"/>
            <a:ext cx="660400" cy="401637"/>
            <a:chOff x="0" y="0"/>
            <a:chExt cx="416" cy="253"/>
          </a:xfrm>
        </p:grpSpPr>
        <p:graphicFrame>
          <p:nvGraphicFramePr>
            <p:cNvPr id="41987" name="对象 38915"/>
            <p:cNvGraphicFramePr>
              <a:graphicFrameLocks noChangeAspect="1"/>
            </p:cNvGraphicFramePr>
            <p:nvPr/>
          </p:nvGraphicFramePr>
          <p:xfrm>
            <a:off x="0" y="53"/>
            <a:ext cx="41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825500" imgH="368300" progId="Equation.3">
                    <p:embed/>
                  </p:oleObj>
                </mc:Choice>
                <mc:Fallback>
                  <p:oleObj r:id="rId2" imgW="825500" imgH="368300" progId="Equation.3">
                    <p:embed/>
                    <p:pic>
                      <p:nvPicPr>
                        <p:cNvPr id="0" name="图片 3387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53"/>
                          <a:ext cx="41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88" name="Freeform 5"/>
            <p:cNvSpPr/>
            <p:nvPr/>
          </p:nvSpPr>
          <p:spPr>
            <a:xfrm>
              <a:off x="112" y="0"/>
              <a:ext cx="172" cy="4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6" y="0"/>
                </a:cxn>
                <a:cxn ang="0">
                  <a:pos x="111" y="48"/>
                </a:cxn>
              </a:cxnLst>
              <a:rect l="0" t="0" r="0" b="0"/>
              <a:pathLst>
                <a:path w="192" h="48">
                  <a:moveTo>
                    <a:pt x="0" y="48"/>
                  </a:moveTo>
                  <a:cubicBezTo>
                    <a:pt x="32" y="24"/>
                    <a:pt x="64" y="0"/>
                    <a:pt x="96" y="0"/>
                  </a:cubicBezTo>
                  <a:cubicBezTo>
                    <a:pt x="128" y="0"/>
                    <a:pt x="160" y="24"/>
                    <a:pt x="192" y="4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918" name="Group 6"/>
          <p:cNvGrpSpPr/>
          <p:nvPr/>
        </p:nvGrpSpPr>
        <p:grpSpPr>
          <a:xfrm>
            <a:off x="2901950" y="1358900"/>
            <a:ext cx="3687763" cy="909638"/>
            <a:chOff x="0" y="0"/>
            <a:chExt cx="2323" cy="573"/>
          </a:xfrm>
        </p:grpSpPr>
        <p:graphicFrame>
          <p:nvGraphicFramePr>
            <p:cNvPr id="41990" name="对象 38918"/>
            <p:cNvGraphicFramePr>
              <a:graphicFrameLocks noChangeAspect="1"/>
            </p:cNvGraphicFramePr>
            <p:nvPr/>
          </p:nvGraphicFramePr>
          <p:xfrm>
            <a:off x="0" y="0"/>
            <a:ext cx="2323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864100" imgH="1168400" progId="Equation.3">
                    <p:embed/>
                  </p:oleObj>
                </mc:Choice>
                <mc:Fallback>
                  <p:oleObj r:id="rId4" imgW="4864100" imgH="1168400" progId="Equation.3">
                    <p:embed/>
                    <p:pic>
                      <p:nvPicPr>
                        <p:cNvPr id="0" name="图片 3386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323" cy="5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1" name="Freeform 8"/>
            <p:cNvSpPr/>
            <p:nvPr/>
          </p:nvSpPr>
          <p:spPr>
            <a:xfrm>
              <a:off x="620" y="276"/>
              <a:ext cx="204" cy="5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130" y="0"/>
                </a:cxn>
                <a:cxn ang="0">
                  <a:pos x="260" y="7"/>
                </a:cxn>
              </a:cxnLst>
              <a:rect l="0" t="0" r="0" b="0"/>
              <a:pathLst>
                <a:path w="192" h="96">
                  <a:moveTo>
                    <a:pt x="0" y="96"/>
                  </a:moveTo>
                  <a:cubicBezTo>
                    <a:pt x="32" y="48"/>
                    <a:pt x="64" y="0"/>
                    <a:pt x="96" y="0"/>
                  </a:cubicBezTo>
                  <a:cubicBezTo>
                    <a:pt x="128" y="0"/>
                    <a:pt x="160" y="48"/>
                    <a:pt x="192" y="9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8921" name="对象 38920"/>
          <p:cNvGraphicFramePr>
            <a:graphicFrameLocks noChangeAspect="1"/>
          </p:cNvGraphicFramePr>
          <p:nvPr/>
        </p:nvGraphicFramePr>
        <p:xfrm>
          <a:off x="3282950" y="2393950"/>
          <a:ext cx="41116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435600" imgH="1054100" progId="Equation.3">
                  <p:embed/>
                </p:oleObj>
              </mc:Choice>
              <mc:Fallback>
                <p:oleObj r:id="rId6" imgW="5435600" imgH="1054100" progId="Equation.3">
                  <p:embed/>
                  <p:pic>
                    <p:nvPicPr>
                      <p:cNvPr id="0" name="图片 339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82950" y="2393950"/>
                        <a:ext cx="4111625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2" name="对象 38921"/>
          <p:cNvGraphicFramePr>
            <a:graphicFrameLocks noChangeAspect="1"/>
          </p:cNvGraphicFramePr>
          <p:nvPr/>
        </p:nvGraphicFramePr>
        <p:xfrm>
          <a:off x="4343400" y="444500"/>
          <a:ext cx="51927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870700" imgH="1079500" progId="Equation.3">
                  <p:embed/>
                </p:oleObj>
              </mc:Choice>
              <mc:Fallback>
                <p:oleObj r:id="rId8" imgW="6870700" imgH="1079500" progId="Equation.3">
                  <p:embed/>
                  <p:pic>
                    <p:nvPicPr>
                      <p:cNvPr id="0" name="图片 3382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43400" y="444500"/>
                        <a:ext cx="5192713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3" name="对象 38922"/>
          <p:cNvGraphicFramePr>
            <a:graphicFrameLocks noChangeAspect="1"/>
          </p:cNvGraphicFramePr>
          <p:nvPr/>
        </p:nvGraphicFramePr>
        <p:xfrm>
          <a:off x="3276600" y="3263900"/>
          <a:ext cx="825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054100" imgH="1079500" progId="Equation.3">
                  <p:embed/>
                </p:oleObj>
              </mc:Choice>
              <mc:Fallback>
                <p:oleObj r:id="rId10" imgW="1054100" imgH="1079500" progId="Equation.3">
                  <p:embed/>
                  <p:pic>
                    <p:nvPicPr>
                      <p:cNvPr id="0" name="图片 3383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76600" y="3263900"/>
                        <a:ext cx="8255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4" name="Rectangle 12"/>
          <p:cNvSpPr/>
          <p:nvPr/>
        </p:nvSpPr>
        <p:spPr>
          <a:xfrm>
            <a:off x="2133600" y="4114800"/>
            <a:ext cx="4495800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2" charset="0"/>
                <a:ea typeface="楷体_GB2312" pitchFamily="1" charset="-122"/>
              </a:rPr>
              <a:t>思考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2" charset="0"/>
                <a:ea typeface="楷体_GB2312" pitchFamily="1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积分路径是否可以取</a:t>
            </a:r>
          </a:p>
        </p:txBody>
      </p:sp>
      <p:graphicFrame>
        <p:nvGraphicFramePr>
          <p:cNvPr id="38925" name="对象 38924"/>
          <p:cNvGraphicFramePr>
            <a:graphicFrameLocks noChangeAspect="1"/>
          </p:cNvGraphicFramePr>
          <p:nvPr/>
        </p:nvGraphicFramePr>
        <p:xfrm>
          <a:off x="6470650" y="4267200"/>
          <a:ext cx="15224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146300" imgH="558800" progId="Equation.3">
                  <p:embed/>
                </p:oleObj>
              </mc:Choice>
              <mc:Fallback>
                <p:oleObj r:id="rId12" imgW="2146300" imgH="558800" progId="Equation.3">
                  <p:embed/>
                  <p:pic>
                    <p:nvPicPr>
                      <p:cNvPr id="0" name="图片 3384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70650" y="4267200"/>
                        <a:ext cx="1522413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7" name="Text Box 14"/>
          <p:cNvSpPr txBox="1"/>
          <p:nvPr/>
        </p:nvSpPr>
        <p:spPr>
          <a:xfrm>
            <a:off x="2257425" y="565150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取圆弧</a:t>
            </a:r>
          </a:p>
        </p:txBody>
      </p:sp>
      <p:grpSp>
        <p:nvGrpSpPr>
          <p:cNvPr id="41998" name="Group 15"/>
          <p:cNvGrpSpPr/>
          <p:nvPr/>
        </p:nvGrpSpPr>
        <p:grpSpPr>
          <a:xfrm>
            <a:off x="8407400" y="1511300"/>
            <a:ext cx="1879600" cy="1917700"/>
            <a:chOff x="0" y="0"/>
            <a:chExt cx="1184" cy="1208"/>
          </a:xfrm>
        </p:grpSpPr>
        <p:graphicFrame>
          <p:nvGraphicFramePr>
            <p:cNvPr id="41999" name="对象 38927"/>
            <p:cNvGraphicFramePr>
              <a:graphicFrameLocks noChangeAspect="1"/>
            </p:cNvGraphicFramePr>
            <p:nvPr/>
          </p:nvGraphicFramePr>
          <p:xfrm>
            <a:off x="450" y="521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92100" imgH="355600" progId="Equation.3">
                    <p:embed/>
                  </p:oleObj>
                </mc:Choice>
                <mc:Fallback>
                  <p:oleObj r:id="rId14" imgW="292100" imgH="355600" progId="Equation.3">
                    <p:embed/>
                    <p:pic>
                      <p:nvPicPr>
                        <p:cNvPr id="0" name="图片 3385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0" y="521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0" name="Freeform 17"/>
            <p:cNvSpPr/>
            <p:nvPr/>
          </p:nvSpPr>
          <p:spPr>
            <a:xfrm>
              <a:off x="214" y="325"/>
              <a:ext cx="692" cy="6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1" y="41"/>
                </a:cxn>
                <a:cxn ang="0">
                  <a:pos x="221" y="189"/>
                </a:cxn>
                <a:cxn ang="0">
                  <a:pos x="285" y="355"/>
                </a:cxn>
              </a:cxnLst>
              <a:rect l="0" t="0" r="0" b="0"/>
              <a:pathLst>
                <a:path w="864" h="816">
                  <a:moveTo>
                    <a:pt x="0" y="0"/>
                  </a:moveTo>
                  <a:cubicBezTo>
                    <a:pt x="112" y="12"/>
                    <a:pt x="224" y="24"/>
                    <a:pt x="336" y="96"/>
                  </a:cubicBezTo>
                  <a:cubicBezTo>
                    <a:pt x="448" y="168"/>
                    <a:pt x="584" y="312"/>
                    <a:pt x="672" y="432"/>
                  </a:cubicBezTo>
                  <a:cubicBezTo>
                    <a:pt x="760" y="552"/>
                    <a:pt x="812" y="684"/>
                    <a:pt x="864" y="816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2001" name="对象 38929"/>
            <p:cNvGraphicFramePr>
              <a:graphicFrameLocks noChangeAspect="1"/>
            </p:cNvGraphicFramePr>
            <p:nvPr/>
          </p:nvGraphicFramePr>
          <p:xfrm>
            <a:off x="800" y="1016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317500" imgH="355600" progId="Equation.3">
                    <p:embed/>
                  </p:oleObj>
                </mc:Choice>
                <mc:Fallback>
                  <p:oleObj r:id="rId16" imgW="317500" imgH="355600" progId="Equation.3">
                    <p:embed/>
                    <p:pic>
                      <p:nvPicPr>
                        <p:cNvPr id="0" name="图片 3399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00" y="1016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2" name="对象 38930"/>
            <p:cNvGraphicFramePr>
              <a:graphicFrameLocks noChangeAspect="1"/>
            </p:cNvGraphicFramePr>
            <p:nvPr/>
          </p:nvGraphicFramePr>
          <p:xfrm>
            <a:off x="0" y="243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317500" imgH="355600" progId="Equation.3">
                    <p:embed/>
                  </p:oleObj>
                </mc:Choice>
                <mc:Fallback>
                  <p:oleObj r:id="rId18" imgW="317500" imgH="355600" progId="Equation.3">
                    <p:embed/>
                    <p:pic>
                      <p:nvPicPr>
                        <p:cNvPr id="0" name="图片 3397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243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3" name="对象 38931"/>
            <p:cNvGraphicFramePr>
              <a:graphicFrameLocks noChangeAspect="1"/>
            </p:cNvGraphicFramePr>
            <p:nvPr/>
          </p:nvGraphicFramePr>
          <p:xfrm>
            <a:off x="264" y="0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66700" imgH="368300" progId="Equation.3">
                    <p:embed/>
                  </p:oleObj>
                </mc:Choice>
                <mc:Fallback>
                  <p:oleObj r:id="rId20" imgW="266700" imgH="368300" progId="Equation.3">
                    <p:embed/>
                    <p:pic>
                      <p:nvPicPr>
                        <p:cNvPr id="0" name="图片 3395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4" y="0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4" name="Line 21"/>
            <p:cNvSpPr/>
            <p:nvPr/>
          </p:nvSpPr>
          <p:spPr>
            <a:xfrm>
              <a:off x="214" y="1016"/>
              <a:ext cx="9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2005" name="Line 22"/>
            <p:cNvSpPr/>
            <p:nvPr/>
          </p:nvSpPr>
          <p:spPr>
            <a:xfrm flipV="1">
              <a:off x="214" y="8"/>
              <a:ext cx="0" cy="10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2006" name="对象 38934"/>
            <p:cNvGraphicFramePr>
              <a:graphicFrameLocks noChangeAspect="1"/>
            </p:cNvGraphicFramePr>
            <p:nvPr/>
          </p:nvGraphicFramePr>
          <p:xfrm>
            <a:off x="60" y="103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41300" imgH="266700" progId="Equation.3">
                    <p:embed/>
                  </p:oleObj>
                </mc:Choice>
                <mc:Fallback>
                  <p:oleObj r:id="rId22" imgW="241300" imgH="266700" progId="Equation.3">
                    <p:embed/>
                    <p:pic>
                      <p:nvPicPr>
                        <p:cNvPr id="0" name="图片 3398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" y="103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7" name="对象 38935"/>
            <p:cNvGraphicFramePr>
              <a:graphicFrameLocks noChangeAspect="1"/>
            </p:cNvGraphicFramePr>
            <p:nvPr/>
          </p:nvGraphicFramePr>
          <p:xfrm>
            <a:off x="1040" y="105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254000" imgH="266700" progId="Equation.3">
                    <p:embed/>
                  </p:oleObj>
                </mc:Choice>
                <mc:Fallback>
                  <p:oleObj r:id="rId24" imgW="254000" imgH="266700" progId="Equation.3">
                    <p:embed/>
                    <p:pic>
                      <p:nvPicPr>
                        <p:cNvPr id="0" name="图片 3393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40" y="105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37" name="Arc 25"/>
          <p:cNvSpPr/>
          <p:nvPr/>
        </p:nvSpPr>
        <p:spPr>
          <a:xfrm>
            <a:off x="8759825" y="1989138"/>
            <a:ext cx="1104900" cy="1104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38" name="Text Box 26"/>
          <p:cNvSpPr txBox="1"/>
          <p:nvPr/>
        </p:nvSpPr>
        <p:spPr>
          <a:xfrm>
            <a:off x="7994650" y="415925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为什么？</a:t>
            </a:r>
          </a:p>
        </p:txBody>
      </p:sp>
      <p:sp>
        <p:nvSpPr>
          <p:cNvPr id="38939" name="Text Box 27"/>
          <p:cNvSpPr txBox="1"/>
          <p:nvPr/>
        </p:nvSpPr>
        <p:spPr>
          <a:xfrm>
            <a:off x="2133600" y="4814888"/>
            <a:ext cx="83616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2" charset="0"/>
                <a:ea typeface="楷体_GB2312" pitchFamily="1" charset="-122"/>
              </a:rPr>
              <a:t>注意：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本题只在不含原点的单连通区域内积分与路径</a:t>
            </a:r>
          </a:p>
        </p:txBody>
      </p:sp>
      <p:sp>
        <p:nvSpPr>
          <p:cNvPr id="38940" name="Text Box 28"/>
          <p:cNvSpPr txBox="1"/>
          <p:nvPr/>
        </p:nvSpPr>
        <p:spPr>
          <a:xfrm>
            <a:off x="1752600" y="5348288"/>
            <a:ext cx="53682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无关 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!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，在原点曲线积分不成立。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8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4" grpId="0" build="p"/>
      <p:bldP spid="38938" grpId="0" build="p"/>
      <p:bldP spid="38939" grpId="0" build="p"/>
      <p:bldP spid="38940" grpId="0" build="p" advAuto="100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/>
          <p:nvPr/>
        </p:nvGrpSpPr>
        <p:grpSpPr>
          <a:xfrm>
            <a:off x="8766175" y="3159125"/>
            <a:ext cx="1093788" cy="1093788"/>
            <a:chOff x="0" y="0"/>
            <a:chExt cx="697" cy="707"/>
          </a:xfrm>
        </p:grpSpPr>
        <p:sp>
          <p:nvSpPr>
            <p:cNvPr id="43010" name="Arc 3"/>
            <p:cNvSpPr/>
            <p:nvPr/>
          </p:nvSpPr>
          <p:spPr>
            <a:xfrm>
              <a:off x="0" y="0"/>
              <a:ext cx="697" cy="70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36277" h="36830" fill="none">
                  <a:moveTo>
                    <a:pt x="29993" y="0"/>
                  </a:moveTo>
                  <a:cubicBezTo>
                    <a:pt x="34018" y="4047"/>
                    <a:pt x="36277" y="9522"/>
                    <a:pt x="36277" y="15230"/>
                  </a:cubicBezTo>
                  <a:cubicBezTo>
                    <a:pt x="36277" y="27159"/>
                    <a:pt x="26606" y="36830"/>
                    <a:pt x="14677" y="36830"/>
                  </a:cubicBezTo>
                  <a:cubicBezTo>
                    <a:pt x="9234" y="36830"/>
                    <a:pt x="3992" y="34775"/>
                    <a:pt x="-1" y="31077"/>
                  </a:cubicBezTo>
                </a:path>
                <a:path w="36277" h="36830" stroke="0">
                  <a:moveTo>
                    <a:pt x="29993" y="0"/>
                  </a:moveTo>
                  <a:cubicBezTo>
                    <a:pt x="34018" y="4047"/>
                    <a:pt x="36277" y="9522"/>
                    <a:pt x="36277" y="15230"/>
                  </a:cubicBezTo>
                  <a:cubicBezTo>
                    <a:pt x="36277" y="27159"/>
                    <a:pt x="26606" y="36830"/>
                    <a:pt x="14677" y="36830"/>
                  </a:cubicBezTo>
                  <a:cubicBezTo>
                    <a:pt x="9234" y="36830"/>
                    <a:pt x="3992" y="34775"/>
                    <a:pt x="-1" y="31077"/>
                  </a:cubicBezTo>
                  <a:lnTo>
                    <a:pt x="14677" y="15230"/>
                  </a:lnTo>
                  <a:lnTo>
                    <a:pt x="29993" y="0"/>
                  </a:lnTo>
                  <a:close/>
                </a:path>
              </a:pathLst>
            </a:custGeom>
            <a:solidFill>
              <a:srgbClr val="0066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11" name="对象 39939"/>
            <p:cNvGraphicFramePr>
              <a:graphicFrameLocks noChangeAspect="1"/>
            </p:cNvGraphicFramePr>
            <p:nvPr/>
          </p:nvGraphicFramePr>
          <p:xfrm>
            <a:off x="312" y="323"/>
            <a:ext cx="20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68300" imgH="355600" progId="Equation.3">
                    <p:embed/>
                  </p:oleObj>
                </mc:Choice>
                <mc:Fallback>
                  <p:oleObj r:id="rId2" imgW="368300" imgH="355600" progId="Equation.3">
                    <p:embed/>
                    <p:pic>
                      <p:nvPicPr>
                        <p:cNvPr id="0" name="图片 3394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2" y="323"/>
                          <a:ext cx="200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2" name="Rectangle 5"/>
          <p:cNvSpPr>
            <a:spLocks noGrp="1"/>
          </p:cNvSpPr>
          <p:nvPr>
            <p:ph type="title"/>
          </p:nvPr>
        </p:nvSpPr>
        <p:spPr>
          <a:xfrm>
            <a:off x="1828800" y="304800"/>
            <a:ext cx="8659813" cy="533400"/>
          </a:xfrm>
        </p:spPr>
        <p:txBody>
          <a:bodyPr vert="horz" wrap="square" anchor="ctr" anchorCtr="0"/>
          <a:lstStyle/>
          <a:p>
            <a:pPr algn="l" eaLnBrk="1" hangingPunct="1"/>
            <a:r>
              <a:rPr lang="zh-CN" altLang="en-US" sz="2800" b="1" dirty="0">
                <a:solidFill>
                  <a:srgbClr val="0033CC"/>
                </a:solidFill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33CC"/>
                </a:solidFill>
                <a:ea typeface="楷体_GB2312" pitchFamily="1" charset="-122"/>
              </a:rPr>
              <a:t>11.</a:t>
            </a:r>
            <a:r>
              <a:rPr lang="en-US" altLang="zh-CN" sz="2800" dirty="0">
                <a:ea typeface="楷体_GB2312" pitchFamily="1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1" charset="-122"/>
              </a:rPr>
              <a:t>质点</a:t>
            </a:r>
            <a:r>
              <a:rPr lang="en-US" altLang="zh-CN" sz="2800" i="1" dirty="0">
                <a:solidFill>
                  <a:schemeClr val="tx1"/>
                </a:solidFill>
                <a:ea typeface="楷体_GB2312" pitchFamily="1" charset="-122"/>
              </a:rPr>
              <a:t>M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1" charset="-122"/>
              </a:rPr>
              <a:t>沿着以</a:t>
            </a:r>
            <a:r>
              <a:rPr lang="en-US" altLang="zh-CN" sz="2800" i="1" dirty="0">
                <a:solidFill>
                  <a:schemeClr val="tx1"/>
                </a:solidFill>
                <a:ea typeface="楷体_GB2312" pitchFamily="1" charset="-122"/>
              </a:rPr>
              <a:t>AB</a:t>
            </a:r>
            <a:r>
              <a:rPr lang="zh-CN" altLang="en-US" sz="2800" dirty="0">
                <a:solidFill>
                  <a:schemeClr val="tx1"/>
                </a:solidFill>
                <a:ea typeface="楷体_GB2312" pitchFamily="1" charset="-122"/>
              </a:rPr>
              <a:t>为直径的半圆</a:t>
            </a:r>
            <a:r>
              <a:rPr lang="en-US" altLang="zh-CN" sz="2800" dirty="0">
                <a:solidFill>
                  <a:schemeClr val="tx1"/>
                </a:solidFill>
                <a:ea typeface="楷体_GB2312" pitchFamily="1" charset="-122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1" charset="-122"/>
              </a:rPr>
              <a:t>从 </a:t>
            </a:r>
            <a:r>
              <a:rPr lang="en-US" altLang="zh-CN" sz="2800" i="1" dirty="0">
                <a:solidFill>
                  <a:schemeClr val="tx1"/>
                </a:solidFill>
                <a:ea typeface="楷体_GB2312" pitchFamily="1" charset="-122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ea typeface="楷体_GB2312" pitchFamily="1" charset="-122"/>
              </a:rPr>
              <a:t>(1,2)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1" charset="-122"/>
              </a:rPr>
              <a:t>运动到</a:t>
            </a:r>
          </a:p>
        </p:txBody>
      </p:sp>
      <p:graphicFrame>
        <p:nvGraphicFramePr>
          <p:cNvPr id="39942" name="对象 39941"/>
          <p:cNvGraphicFramePr>
            <a:graphicFrameLocks noChangeAspect="1"/>
          </p:cNvGraphicFramePr>
          <p:nvPr/>
        </p:nvGraphicFramePr>
        <p:xfrm>
          <a:off x="2711450" y="5181600"/>
          <a:ext cx="2247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946400" imgH="914400" progId="Equation.3">
                  <p:embed/>
                </p:oleObj>
              </mc:Choice>
              <mc:Fallback>
                <p:oleObj r:id="rId4" imgW="2946400" imgH="914400" progId="Equation.3">
                  <p:embed/>
                  <p:pic>
                    <p:nvPicPr>
                      <p:cNvPr id="0" name="图片 339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11450" y="5181600"/>
                        <a:ext cx="22479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Line 7"/>
          <p:cNvSpPr/>
          <p:nvPr/>
        </p:nvSpPr>
        <p:spPr>
          <a:xfrm flipH="1" flipV="1">
            <a:off x="8794750" y="3489325"/>
            <a:ext cx="609600" cy="762000"/>
          </a:xfrm>
          <a:prstGeom prst="line">
            <a:avLst/>
          </a:prstGeom>
          <a:ln w="19050" cap="flat" cmpd="sng">
            <a:solidFill>
              <a:srgbClr val="66FF66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9944" name="Line 8"/>
          <p:cNvSpPr/>
          <p:nvPr/>
        </p:nvSpPr>
        <p:spPr>
          <a:xfrm flipV="1">
            <a:off x="8305800" y="4267200"/>
            <a:ext cx="1066800" cy="685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3016" name="Text Box 9"/>
          <p:cNvSpPr txBox="1"/>
          <p:nvPr/>
        </p:nvSpPr>
        <p:spPr>
          <a:xfrm>
            <a:off x="1828800" y="852488"/>
            <a:ext cx="1828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仿宋_GB2312" pitchFamily="1" charset="-122"/>
              </a:rPr>
              <a:t>点</a:t>
            </a:r>
            <a:r>
              <a:rPr lang="en-US" altLang="zh-CN" sz="2800" i="1" dirty="0">
                <a:latin typeface="Times New Roman" panose="02020603050405020304" pitchFamily="2" charset="0"/>
                <a:ea typeface="仿宋_GB2312" pitchFamily="1" charset="-122"/>
              </a:rPr>
              <a:t>B</a:t>
            </a:r>
            <a:r>
              <a:rPr lang="en-US" altLang="zh-CN" sz="2800" dirty="0">
                <a:latin typeface="Times New Roman" panose="02020603050405020304" pitchFamily="2" charset="0"/>
                <a:ea typeface="仿宋_GB2312" pitchFamily="1" charset="-122"/>
              </a:rPr>
              <a:t>(3, 4),</a:t>
            </a:r>
          </a:p>
        </p:txBody>
      </p:sp>
      <p:sp>
        <p:nvSpPr>
          <p:cNvPr id="39946" name="Text Box 10"/>
          <p:cNvSpPr txBox="1"/>
          <p:nvPr/>
        </p:nvSpPr>
        <p:spPr>
          <a:xfrm>
            <a:off x="1828800" y="1447800"/>
            <a:ext cx="2514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到原点的距离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</a:t>
            </a:r>
          </a:p>
        </p:txBody>
      </p:sp>
      <p:sp>
        <p:nvSpPr>
          <p:cNvPr id="39947" name="Text Box 11"/>
          <p:cNvSpPr txBox="1"/>
          <p:nvPr/>
        </p:nvSpPr>
        <p:spPr>
          <a:xfrm>
            <a:off x="2133600" y="2681288"/>
            <a:ext cx="19812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2" charset="0"/>
                <a:ea typeface="楷体_GB2312" pitchFamily="1" charset="-122"/>
              </a:rPr>
              <a:t>解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2" charset="0"/>
                <a:ea typeface="楷体_GB2312" pitchFamily="1" charset="-122"/>
              </a:rPr>
              <a:t>: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由图知 </a:t>
            </a:r>
          </a:p>
        </p:txBody>
      </p:sp>
      <p:sp>
        <p:nvSpPr>
          <p:cNvPr id="39948" name="Text Box 12"/>
          <p:cNvSpPr txBox="1"/>
          <p:nvPr/>
        </p:nvSpPr>
        <p:spPr>
          <a:xfrm>
            <a:off x="5730875" y="2667000"/>
            <a:ext cx="204152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2" charset="0"/>
                <a:ea typeface="楷体_GB2312" pitchFamily="1" charset="-122"/>
              </a:rPr>
              <a:t>故所求功为</a:t>
            </a:r>
          </a:p>
        </p:txBody>
      </p:sp>
      <p:grpSp>
        <p:nvGrpSpPr>
          <p:cNvPr id="39949" name="Group 13"/>
          <p:cNvGrpSpPr/>
          <p:nvPr/>
        </p:nvGrpSpPr>
        <p:grpSpPr>
          <a:xfrm>
            <a:off x="3048000" y="3733800"/>
            <a:ext cx="457200" cy="341313"/>
            <a:chOff x="0" y="0"/>
            <a:chExt cx="361" cy="269"/>
          </a:xfrm>
        </p:grpSpPr>
        <p:graphicFrame>
          <p:nvGraphicFramePr>
            <p:cNvPr id="43021" name="对象 39949"/>
            <p:cNvGraphicFramePr>
              <a:graphicFrameLocks noChangeAspect="1"/>
            </p:cNvGraphicFramePr>
            <p:nvPr/>
          </p:nvGraphicFramePr>
          <p:xfrm>
            <a:off x="0" y="35"/>
            <a:ext cx="361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92100" imgH="165100" progId="Equation.3">
                    <p:embed/>
                  </p:oleObj>
                </mc:Choice>
                <mc:Fallback>
                  <p:oleObj r:id="rId6" imgW="292100" imgH="165100" progId="Equation.3">
                    <p:embed/>
                    <p:pic>
                      <p:nvPicPr>
                        <p:cNvPr id="0" name="图片 3413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35"/>
                          <a:ext cx="361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2" name="Arc 15"/>
            <p:cNvSpPr/>
            <p:nvPr/>
          </p:nvSpPr>
          <p:spPr>
            <a:xfrm>
              <a:off x="121" y="0"/>
              <a:ext cx="175" cy="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3438" fill="none">
                  <a:moveTo>
                    <a:pt x="78" y="23437"/>
                  </a:moveTo>
                  <a:cubicBezTo>
                    <a:pt x="26" y="22826"/>
                    <a:pt x="0" y="2221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3438" stroke="0">
                  <a:moveTo>
                    <a:pt x="78" y="23437"/>
                  </a:moveTo>
                  <a:cubicBezTo>
                    <a:pt x="26" y="22826"/>
                    <a:pt x="0" y="2221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78" y="23437"/>
                  </a:lnTo>
                  <a:close/>
                </a:path>
              </a:pathLst>
            </a:cu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9952" name="对象 39951"/>
          <p:cNvGraphicFramePr>
            <a:graphicFrameLocks noChangeAspect="1"/>
          </p:cNvGraphicFramePr>
          <p:nvPr/>
        </p:nvGraphicFramePr>
        <p:xfrm>
          <a:off x="4432300" y="3352800"/>
          <a:ext cx="28051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695700" imgH="774700" progId="Equation.3">
                  <p:embed/>
                </p:oleObj>
              </mc:Choice>
              <mc:Fallback>
                <p:oleObj r:id="rId8" imgW="3695700" imgH="774700" progId="Equation.3">
                  <p:embed/>
                  <p:pic>
                    <p:nvPicPr>
                      <p:cNvPr id="0" name="图片 3407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32300" y="3352800"/>
                        <a:ext cx="2805113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53" name="Group 17"/>
          <p:cNvGrpSpPr/>
          <p:nvPr/>
        </p:nvGrpSpPr>
        <p:grpSpPr>
          <a:xfrm>
            <a:off x="4800600" y="3733800"/>
            <a:ext cx="457200" cy="341313"/>
            <a:chOff x="0" y="0"/>
            <a:chExt cx="288" cy="215"/>
          </a:xfrm>
        </p:grpSpPr>
        <p:graphicFrame>
          <p:nvGraphicFramePr>
            <p:cNvPr id="43025" name="对象 39953"/>
            <p:cNvGraphicFramePr>
              <a:graphicFrameLocks noChangeAspect="1"/>
            </p:cNvGraphicFramePr>
            <p:nvPr/>
          </p:nvGraphicFramePr>
          <p:xfrm>
            <a:off x="0" y="28"/>
            <a:ext cx="28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92100" imgH="165100" progId="Equation.3">
                    <p:embed/>
                  </p:oleObj>
                </mc:Choice>
                <mc:Fallback>
                  <p:oleObj r:id="rId10" imgW="292100" imgH="165100" progId="Equation.3">
                    <p:embed/>
                    <p:pic>
                      <p:nvPicPr>
                        <p:cNvPr id="0" name="图片 3403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28"/>
                          <a:ext cx="288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Arc 19"/>
            <p:cNvSpPr/>
            <p:nvPr/>
          </p:nvSpPr>
          <p:spPr>
            <a:xfrm>
              <a:off x="97" y="0"/>
              <a:ext cx="139" cy="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3438" fill="none">
                  <a:moveTo>
                    <a:pt x="78" y="23437"/>
                  </a:moveTo>
                  <a:cubicBezTo>
                    <a:pt x="26" y="22826"/>
                    <a:pt x="0" y="2221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3438" stroke="0">
                  <a:moveTo>
                    <a:pt x="78" y="23437"/>
                  </a:moveTo>
                  <a:cubicBezTo>
                    <a:pt x="26" y="22826"/>
                    <a:pt x="0" y="2221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78" y="23437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9956" name="对象 39955"/>
          <p:cNvGraphicFramePr>
            <a:graphicFrameLocks noChangeAspect="1"/>
          </p:cNvGraphicFramePr>
          <p:nvPr/>
        </p:nvGraphicFramePr>
        <p:xfrm>
          <a:off x="2711450" y="4191000"/>
          <a:ext cx="7874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03300" imgH="774700" progId="Equation.3">
                  <p:embed/>
                </p:oleObj>
              </mc:Choice>
              <mc:Fallback>
                <p:oleObj r:id="rId12" imgW="1003300" imgH="774700" progId="Equation.3">
                  <p:embed/>
                  <p:pic>
                    <p:nvPicPr>
                      <p:cNvPr id="0" name="图片 3410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11450" y="4191000"/>
                        <a:ext cx="7874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7" name="对象 39956"/>
          <p:cNvGraphicFramePr>
            <a:graphicFrameLocks noChangeAspect="1"/>
          </p:cNvGraphicFramePr>
          <p:nvPr/>
        </p:nvGraphicFramePr>
        <p:xfrm>
          <a:off x="3675063" y="4611688"/>
          <a:ext cx="6175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406400" imgH="215900" progId="Equation.3">
                  <p:embed/>
                </p:oleObj>
              </mc:Choice>
              <mc:Fallback>
                <p:oleObj r:id="rId14" imgW="406400" imgH="215900" progId="Equation.3">
                  <p:embed/>
                  <p:pic>
                    <p:nvPicPr>
                      <p:cNvPr id="0" name="图片 3409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75063" y="4611688"/>
                        <a:ext cx="617537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58" name="Group 22"/>
          <p:cNvGrpSpPr/>
          <p:nvPr/>
        </p:nvGrpSpPr>
        <p:grpSpPr>
          <a:xfrm>
            <a:off x="3276600" y="4625975"/>
            <a:ext cx="457200" cy="327025"/>
            <a:chOff x="0" y="0"/>
            <a:chExt cx="288" cy="206"/>
          </a:xfrm>
        </p:grpSpPr>
        <p:graphicFrame>
          <p:nvGraphicFramePr>
            <p:cNvPr id="43030" name="对象 39958"/>
            <p:cNvGraphicFramePr>
              <a:graphicFrameLocks noChangeAspect="1"/>
            </p:cNvGraphicFramePr>
            <p:nvPr/>
          </p:nvGraphicFramePr>
          <p:xfrm>
            <a:off x="0" y="39"/>
            <a:ext cx="288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292100" imgH="165100" progId="Equation.3">
                    <p:embed/>
                  </p:oleObj>
                </mc:Choice>
                <mc:Fallback>
                  <p:oleObj r:id="rId16" imgW="292100" imgH="165100" progId="Equation.3">
                    <p:embed/>
                    <p:pic>
                      <p:nvPicPr>
                        <p:cNvPr id="0" name="图片 3404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39"/>
                          <a:ext cx="288" cy="1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1" name="Arc 24"/>
            <p:cNvSpPr/>
            <p:nvPr/>
          </p:nvSpPr>
          <p:spPr>
            <a:xfrm>
              <a:off x="79" y="0"/>
              <a:ext cx="139" cy="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3438" fill="none">
                  <a:moveTo>
                    <a:pt x="78" y="23437"/>
                  </a:moveTo>
                  <a:cubicBezTo>
                    <a:pt x="26" y="22826"/>
                    <a:pt x="0" y="2221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3438" stroke="0">
                  <a:moveTo>
                    <a:pt x="78" y="23437"/>
                  </a:moveTo>
                  <a:cubicBezTo>
                    <a:pt x="26" y="22826"/>
                    <a:pt x="0" y="2221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78" y="23437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9961" name="对象 39960"/>
          <p:cNvGraphicFramePr>
            <a:graphicFrameLocks noChangeAspect="1"/>
          </p:cNvGraphicFramePr>
          <p:nvPr/>
        </p:nvGraphicFramePr>
        <p:xfrm>
          <a:off x="4953000" y="5029200"/>
          <a:ext cx="27670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3644900" imgH="1079500" progId="Equation.3">
                  <p:embed/>
                </p:oleObj>
              </mc:Choice>
              <mc:Fallback>
                <p:oleObj r:id="rId18" imgW="3644900" imgH="1079500" progId="Equation.3">
                  <p:embed/>
                  <p:pic>
                    <p:nvPicPr>
                      <p:cNvPr id="0" name="图片 3406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53000" y="5029200"/>
                        <a:ext cx="2767013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2" name="对象 39961"/>
          <p:cNvGraphicFramePr>
            <a:graphicFrameLocks noChangeAspect="1"/>
          </p:cNvGraphicFramePr>
          <p:nvPr/>
        </p:nvGraphicFramePr>
        <p:xfrm>
          <a:off x="2711450" y="5943600"/>
          <a:ext cx="1270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638300" imgH="368300" progId="Equation.3">
                  <p:embed/>
                </p:oleObj>
              </mc:Choice>
              <mc:Fallback>
                <p:oleObj r:id="rId20" imgW="1638300" imgH="368300" progId="Equation.3">
                  <p:embed/>
                  <p:pic>
                    <p:nvPicPr>
                      <p:cNvPr id="0" name="图片 3400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11450" y="5943600"/>
                        <a:ext cx="1270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3" name="Text Box 27"/>
          <p:cNvSpPr txBox="1"/>
          <p:nvPr/>
        </p:nvSpPr>
        <p:spPr>
          <a:xfrm>
            <a:off x="1828800" y="1995488"/>
            <a:ext cx="1066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锐角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</a:t>
            </a:r>
          </a:p>
        </p:txBody>
      </p:sp>
      <p:sp>
        <p:nvSpPr>
          <p:cNvPr id="39964" name="Text Box 28"/>
          <p:cNvSpPr txBox="1"/>
          <p:nvPr/>
        </p:nvSpPr>
        <p:spPr>
          <a:xfrm>
            <a:off x="4114800" y="1447800"/>
            <a:ext cx="62484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其方向垂直于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OM</a:t>
            </a:r>
            <a:r>
              <a:rPr lang="en-US" altLang="zh-CN" sz="2800" dirty="0">
                <a:latin typeface="Times New Roman" panose="02020603050405020304" pitchFamily="2" charset="0"/>
                <a:ea typeface="楷体_GB2312" pitchFamily="1" charset="-122"/>
              </a:rPr>
              <a:t>,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且与</a:t>
            </a:r>
            <a:r>
              <a:rPr lang="en-US" altLang="zh-CN" sz="2800" i="1" dirty="0">
                <a:latin typeface="Times New Roman" panose="02020603050405020304" pitchFamily="2" charset="0"/>
                <a:ea typeface="楷体_GB2312" pitchFamily="1" charset="-122"/>
              </a:rPr>
              <a:t>y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800" dirty="0">
                <a:latin typeface="Times New Roman" panose="02020603050405020304" pitchFamily="2" charset="0"/>
                <a:ea typeface="楷体_GB2312" pitchFamily="1" charset="-122"/>
              </a:rPr>
              <a:t>轴正向夹角为</a:t>
            </a:r>
          </a:p>
        </p:txBody>
      </p:sp>
      <p:graphicFrame>
        <p:nvGraphicFramePr>
          <p:cNvPr id="39965" name="对象 39964"/>
          <p:cNvGraphicFramePr>
            <a:graphicFrameLocks noChangeAspect="1"/>
          </p:cNvGraphicFramePr>
          <p:nvPr/>
        </p:nvGraphicFramePr>
        <p:xfrm>
          <a:off x="4749800" y="4648200"/>
          <a:ext cx="4572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92100" imgH="215900" progId="Equation.3">
                  <p:embed/>
                </p:oleObj>
              </mc:Choice>
              <mc:Fallback>
                <p:oleObj r:id="rId22" imgW="292100" imgH="215900" progId="Equation.3">
                  <p:embed/>
                  <p:pic>
                    <p:nvPicPr>
                      <p:cNvPr id="0" name="图片 3405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49800" y="4648200"/>
                        <a:ext cx="457200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6" name="对象 39965"/>
          <p:cNvGraphicFramePr>
            <a:graphicFrameLocks noChangeAspect="1"/>
          </p:cNvGraphicFramePr>
          <p:nvPr/>
        </p:nvGraphicFramePr>
        <p:xfrm>
          <a:off x="4305300" y="4254500"/>
          <a:ext cx="596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749300" imgH="774700" progId="Equation.3">
                  <p:embed/>
                </p:oleObj>
              </mc:Choice>
              <mc:Fallback>
                <p:oleObj r:id="rId24" imgW="749300" imgH="774700" progId="Equation.3">
                  <p:embed/>
                  <p:pic>
                    <p:nvPicPr>
                      <p:cNvPr id="0" name="图片 3401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05300" y="4254500"/>
                        <a:ext cx="5969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7" name="对象 39966"/>
          <p:cNvGraphicFramePr>
            <a:graphicFrameLocks noChangeAspect="1"/>
          </p:cNvGraphicFramePr>
          <p:nvPr/>
        </p:nvGraphicFramePr>
        <p:xfrm>
          <a:off x="5105400" y="4368800"/>
          <a:ext cx="24622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3238500" imgH="520700" progId="Equation.3">
                  <p:embed/>
                </p:oleObj>
              </mc:Choice>
              <mc:Fallback>
                <p:oleObj r:id="rId26" imgW="3238500" imgH="520700" progId="Equation.3">
                  <p:embed/>
                  <p:pic>
                    <p:nvPicPr>
                      <p:cNvPr id="0" name="图片 3412"/>
                      <p:cNvPicPr/>
                      <p:nvPr/>
                    </p:nvPicPr>
                    <p:blipFill>
                      <a:blip r:embed="rId2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05400" y="4368800"/>
                        <a:ext cx="2462213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8" name="对象 39967"/>
          <p:cNvGraphicFramePr>
            <a:graphicFrameLocks noChangeAspect="1"/>
          </p:cNvGraphicFramePr>
          <p:nvPr/>
        </p:nvGraphicFramePr>
        <p:xfrm>
          <a:off x="8229600" y="5287963"/>
          <a:ext cx="24384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358900" imgH="596900" progId="Equation.DSMT4">
                  <p:embed/>
                </p:oleObj>
              </mc:Choice>
              <mc:Fallback>
                <p:oleObj r:id="rId28" imgW="1358900" imgH="596900" progId="Equation.DSMT4">
                  <p:embed/>
                  <p:pic>
                    <p:nvPicPr>
                      <p:cNvPr id="0" name="图片 3408"/>
                      <p:cNvPicPr/>
                      <p:nvPr/>
                    </p:nvPicPr>
                    <p:blipFill>
                      <a:blip r:embed="rId2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29600" y="5287963"/>
                        <a:ext cx="2438400" cy="1108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69" name="Group 33"/>
          <p:cNvGrpSpPr/>
          <p:nvPr/>
        </p:nvGrpSpPr>
        <p:grpSpPr>
          <a:xfrm>
            <a:off x="8609013" y="3165475"/>
            <a:ext cx="347662" cy="339725"/>
            <a:chOff x="0" y="0"/>
            <a:chExt cx="219" cy="214"/>
          </a:xfrm>
        </p:grpSpPr>
        <p:graphicFrame>
          <p:nvGraphicFramePr>
            <p:cNvPr id="43041" name="对象 39969"/>
            <p:cNvGraphicFramePr>
              <a:graphicFrameLocks noChangeAspect="1"/>
            </p:cNvGraphicFramePr>
            <p:nvPr/>
          </p:nvGraphicFramePr>
          <p:xfrm>
            <a:off x="0" y="20"/>
            <a:ext cx="193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0" imgW="355600" imgH="355600" progId="Equation.3">
                    <p:embed/>
                  </p:oleObj>
                </mc:Choice>
                <mc:Fallback>
                  <p:oleObj r:id="rId30" imgW="355600" imgH="355600" progId="Equation.3">
                    <p:embed/>
                    <p:pic>
                      <p:nvPicPr>
                        <p:cNvPr id="0" name="图片 3411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20"/>
                          <a:ext cx="193" cy="1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42" name="Line 35"/>
            <p:cNvSpPr/>
            <p:nvPr/>
          </p:nvSpPr>
          <p:spPr>
            <a:xfrm>
              <a:off x="49" y="0"/>
              <a:ext cx="1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9972" name="Group 36"/>
          <p:cNvGrpSpPr/>
          <p:nvPr/>
        </p:nvGrpSpPr>
        <p:grpSpPr>
          <a:xfrm>
            <a:off x="2743200" y="1995488"/>
            <a:ext cx="6400800" cy="522287"/>
            <a:chOff x="0" y="0"/>
            <a:chExt cx="4032" cy="329"/>
          </a:xfrm>
        </p:grpSpPr>
        <p:sp>
          <p:nvSpPr>
            <p:cNvPr id="43044" name="Text Box 37"/>
            <p:cNvSpPr txBox="1"/>
            <p:nvPr/>
          </p:nvSpPr>
          <p:spPr>
            <a:xfrm>
              <a:off x="0" y="0"/>
              <a:ext cx="403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求变力 </a:t>
              </a:r>
              <a:r>
                <a:rPr lang="en-US" altLang="zh-CN" sz="2800" i="1" dirty="0">
                  <a:latin typeface="Times New Roman" panose="02020603050405020304" pitchFamily="2" charset="0"/>
                  <a:ea typeface="楷体_GB2312" pitchFamily="1" charset="-122"/>
                </a:rPr>
                <a:t>F</a:t>
              </a:r>
              <a:r>
                <a:rPr lang="en-US" altLang="zh-CN" sz="2800" dirty="0">
                  <a:latin typeface="Times New Roman" panose="02020603050405020304" pitchFamily="2" charset="0"/>
                  <a:ea typeface="楷体_GB2312" pitchFamily="1" charset="-122"/>
                </a:rPr>
                <a:t> </a:t>
              </a: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对质点</a:t>
              </a:r>
              <a:r>
                <a:rPr lang="en-US" altLang="zh-CN" sz="2800" i="1" dirty="0">
                  <a:latin typeface="Times New Roman" panose="02020603050405020304" pitchFamily="2" charset="0"/>
                  <a:ea typeface="楷体_GB2312" pitchFamily="1" charset="-122"/>
                </a:rPr>
                <a:t>M</a:t>
              </a:r>
              <a:r>
                <a:rPr lang="en-US" altLang="zh-CN" sz="2800" dirty="0">
                  <a:latin typeface="Times New Roman" panose="02020603050405020304" pitchFamily="2" charset="0"/>
                  <a:ea typeface="楷体_GB2312" pitchFamily="1" charset="-122"/>
                </a:rPr>
                <a:t> </a:t>
              </a: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所作的功</a:t>
              </a:r>
              <a:r>
                <a:rPr lang="en-US" altLang="zh-CN" sz="2800" dirty="0">
                  <a:latin typeface="Times New Roman" panose="02020603050405020304" pitchFamily="2" charset="0"/>
                  <a:ea typeface="楷体_GB2312" pitchFamily="1" charset="-122"/>
                </a:rPr>
                <a:t>. </a:t>
              </a:r>
            </a:p>
          </p:txBody>
        </p:sp>
        <p:sp>
          <p:nvSpPr>
            <p:cNvPr id="43045" name="Line 38"/>
            <p:cNvSpPr/>
            <p:nvPr/>
          </p:nvSpPr>
          <p:spPr>
            <a:xfrm>
              <a:off x="816" y="48"/>
              <a:ext cx="1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9975" name="Group 39"/>
          <p:cNvGrpSpPr/>
          <p:nvPr/>
        </p:nvGrpSpPr>
        <p:grpSpPr>
          <a:xfrm>
            <a:off x="3886200" y="2743200"/>
            <a:ext cx="1866900" cy="457200"/>
            <a:chOff x="0" y="0"/>
            <a:chExt cx="1176" cy="288"/>
          </a:xfrm>
        </p:grpSpPr>
        <p:graphicFrame>
          <p:nvGraphicFramePr>
            <p:cNvPr id="43047" name="对象 39975"/>
            <p:cNvGraphicFramePr>
              <a:graphicFrameLocks noChangeAspect="1"/>
            </p:cNvGraphicFramePr>
            <p:nvPr/>
          </p:nvGraphicFramePr>
          <p:xfrm>
            <a:off x="0" y="32"/>
            <a:ext cx="117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2" imgW="2438400" imgH="495300" progId="Equation.3">
                    <p:embed/>
                  </p:oleObj>
                </mc:Choice>
                <mc:Fallback>
                  <p:oleObj r:id="rId32" imgW="2438400" imgH="495300" progId="Equation.3">
                    <p:embed/>
                    <p:pic>
                      <p:nvPicPr>
                        <p:cNvPr id="0" name="图片 3402"/>
                        <p:cNvPicPr/>
                        <p:nvPr/>
                      </p:nvPicPr>
                      <p:blipFill>
                        <a:blip r:embed="rId3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32"/>
                          <a:ext cx="1176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48" name="Line 41"/>
            <p:cNvSpPr/>
            <p:nvPr/>
          </p:nvSpPr>
          <p:spPr>
            <a:xfrm>
              <a:off x="48" y="0"/>
              <a:ext cx="170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9978" name="Group 42"/>
          <p:cNvGrpSpPr/>
          <p:nvPr/>
        </p:nvGrpSpPr>
        <p:grpSpPr>
          <a:xfrm>
            <a:off x="7112000" y="838200"/>
            <a:ext cx="3095625" cy="522288"/>
            <a:chOff x="0" y="0"/>
            <a:chExt cx="1950" cy="329"/>
          </a:xfrm>
        </p:grpSpPr>
        <p:sp>
          <p:nvSpPr>
            <p:cNvPr id="43050" name="Text Box 43"/>
            <p:cNvSpPr txBox="1"/>
            <p:nvPr/>
          </p:nvSpPr>
          <p:spPr>
            <a:xfrm>
              <a:off x="0" y="0"/>
              <a:ext cx="195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2" charset="0"/>
                  <a:ea typeface="楷体_GB2312" pitchFamily="1" charset="-122"/>
                </a:rPr>
                <a:t>F</a:t>
              </a:r>
              <a:r>
                <a:rPr lang="en-US" altLang="zh-CN" sz="2800" dirty="0">
                  <a:latin typeface="Times New Roman" panose="02020603050405020304" pitchFamily="2" charset="0"/>
                  <a:ea typeface="楷体_GB2312" pitchFamily="1" charset="-122"/>
                </a:rPr>
                <a:t> </a:t>
              </a: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的大小等于点 </a:t>
              </a:r>
              <a:r>
                <a:rPr lang="en-US" altLang="zh-CN" sz="2800" i="1" dirty="0">
                  <a:latin typeface="Times New Roman" panose="02020603050405020304" pitchFamily="2" charset="0"/>
                  <a:ea typeface="楷体_GB2312" pitchFamily="1" charset="-122"/>
                </a:rPr>
                <a:t>M </a:t>
              </a:r>
              <a:endParaRPr lang="en-US" altLang="zh-CN" sz="2800" dirty="0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43051" name="Line 44"/>
            <p:cNvSpPr/>
            <p:nvPr/>
          </p:nvSpPr>
          <p:spPr>
            <a:xfrm>
              <a:off x="80" y="48"/>
              <a:ext cx="1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9981" name="Group 45"/>
          <p:cNvGrpSpPr/>
          <p:nvPr/>
        </p:nvGrpSpPr>
        <p:grpSpPr>
          <a:xfrm>
            <a:off x="3352800" y="852488"/>
            <a:ext cx="3886200" cy="522287"/>
            <a:chOff x="0" y="0"/>
            <a:chExt cx="2448" cy="329"/>
          </a:xfrm>
        </p:grpSpPr>
        <p:sp>
          <p:nvSpPr>
            <p:cNvPr id="43053" name="Text Box 46"/>
            <p:cNvSpPr txBox="1"/>
            <p:nvPr/>
          </p:nvSpPr>
          <p:spPr>
            <a:xfrm>
              <a:off x="0" y="0"/>
              <a:ext cx="244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在此过程中受力 </a:t>
              </a:r>
              <a:r>
                <a:rPr lang="en-US" altLang="zh-CN" sz="2800" i="1" dirty="0">
                  <a:latin typeface="Times New Roman" panose="02020603050405020304" pitchFamily="2" charset="0"/>
                  <a:ea typeface="楷体_GB2312" pitchFamily="1" charset="-122"/>
                </a:rPr>
                <a:t>F </a:t>
              </a:r>
              <a:r>
                <a:rPr lang="zh-CN" altLang="en-US" sz="2800" dirty="0">
                  <a:latin typeface="Times New Roman" panose="02020603050405020304" pitchFamily="2" charset="0"/>
                  <a:ea typeface="楷体_GB2312" pitchFamily="1" charset="-122"/>
                </a:rPr>
                <a:t>作用</a:t>
              </a:r>
              <a:r>
                <a:rPr lang="en-US" altLang="zh-CN" sz="2800" dirty="0">
                  <a:latin typeface="Times New Roman" panose="02020603050405020304" pitchFamily="2" charset="0"/>
                  <a:ea typeface="楷体_GB2312" pitchFamily="1" charset="-122"/>
                </a:rPr>
                <a:t>,</a:t>
              </a:r>
            </a:p>
          </p:txBody>
        </p:sp>
        <p:sp>
          <p:nvSpPr>
            <p:cNvPr id="43054" name="Line 47"/>
            <p:cNvSpPr/>
            <p:nvPr/>
          </p:nvSpPr>
          <p:spPr>
            <a:xfrm>
              <a:off x="1702" y="38"/>
              <a:ext cx="1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9984" name="Group 48"/>
          <p:cNvGrpSpPr/>
          <p:nvPr/>
        </p:nvGrpSpPr>
        <p:grpSpPr>
          <a:xfrm>
            <a:off x="2286000" y="3352800"/>
            <a:ext cx="2133600" cy="625475"/>
            <a:chOff x="0" y="0"/>
            <a:chExt cx="1344" cy="394"/>
          </a:xfrm>
        </p:grpSpPr>
        <p:graphicFrame>
          <p:nvGraphicFramePr>
            <p:cNvPr id="43056" name="对象 39984"/>
            <p:cNvGraphicFramePr>
              <a:graphicFrameLocks noChangeAspect="1"/>
            </p:cNvGraphicFramePr>
            <p:nvPr/>
          </p:nvGraphicFramePr>
          <p:xfrm>
            <a:off x="0" y="0"/>
            <a:ext cx="1320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4" imgW="2730500" imgH="774700" progId="Equation.3">
                    <p:embed/>
                  </p:oleObj>
                </mc:Choice>
                <mc:Fallback>
                  <p:oleObj r:id="rId34" imgW="2730500" imgH="774700" progId="Equation.3">
                    <p:embed/>
                    <p:pic>
                      <p:nvPicPr>
                        <p:cNvPr id="0" name="图片 3418"/>
                        <p:cNvPicPr/>
                        <p:nvPr/>
                      </p:nvPicPr>
                      <p:blipFill>
                        <a:blip r:embed="rId3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320" cy="3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7" name="Line 50"/>
            <p:cNvSpPr/>
            <p:nvPr/>
          </p:nvSpPr>
          <p:spPr>
            <a:xfrm>
              <a:off x="768" y="48"/>
              <a:ext cx="170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3058" name="Line 51"/>
            <p:cNvSpPr/>
            <p:nvPr/>
          </p:nvSpPr>
          <p:spPr>
            <a:xfrm>
              <a:off x="1056" y="48"/>
              <a:ext cx="288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9988" name="Group 52"/>
          <p:cNvGrpSpPr/>
          <p:nvPr/>
        </p:nvGrpSpPr>
        <p:grpSpPr>
          <a:xfrm>
            <a:off x="8001000" y="2895600"/>
            <a:ext cx="2438400" cy="2413000"/>
            <a:chOff x="0" y="0"/>
            <a:chExt cx="1536" cy="1520"/>
          </a:xfrm>
        </p:grpSpPr>
        <p:graphicFrame>
          <p:nvGraphicFramePr>
            <p:cNvPr id="43060" name="对象 39988"/>
            <p:cNvGraphicFramePr>
              <a:graphicFrameLocks noChangeAspect="1"/>
            </p:cNvGraphicFramePr>
            <p:nvPr/>
          </p:nvGraphicFramePr>
          <p:xfrm>
            <a:off x="831" y="867"/>
            <a:ext cx="705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6" imgW="1562100" imgH="495300" progId="Equation.3">
                    <p:embed/>
                  </p:oleObj>
                </mc:Choice>
                <mc:Fallback>
                  <p:oleObj r:id="rId36" imgW="1562100" imgH="495300" progId="Equation.3">
                    <p:embed/>
                    <p:pic>
                      <p:nvPicPr>
                        <p:cNvPr id="0" name="图片 3416"/>
                        <p:cNvPicPr/>
                        <p:nvPr/>
                      </p:nvPicPr>
                      <p:blipFill>
                        <a:blip r:embed="rId3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31" y="867"/>
                          <a:ext cx="705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1" name="Arc 54"/>
            <p:cNvSpPr/>
            <p:nvPr/>
          </p:nvSpPr>
          <p:spPr>
            <a:xfrm>
              <a:off x="473" y="164"/>
              <a:ext cx="689" cy="6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36277" h="35861" fill="none">
                  <a:moveTo>
                    <a:pt x="30899" y="0"/>
                  </a:moveTo>
                  <a:cubicBezTo>
                    <a:pt x="34365" y="3942"/>
                    <a:pt x="36277" y="9011"/>
                    <a:pt x="36277" y="14261"/>
                  </a:cubicBezTo>
                  <a:cubicBezTo>
                    <a:pt x="36277" y="26190"/>
                    <a:pt x="26606" y="35861"/>
                    <a:pt x="14677" y="35861"/>
                  </a:cubicBezTo>
                  <a:cubicBezTo>
                    <a:pt x="9234" y="35861"/>
                    <a:pt x="3992" y="33806"/>
                    <a:pt x="-1" y="30108"/>
                  </a:cubicBezTo>
                </a:path>
                <a:path w="36277" h="35861" stroke="0">
                  <a:moveTo>
                    <a:pt x="30899" y="0"/>
                  </a:moveTo>
                  <a:cubicBezTo>
                    <a:pt x="34365" y="3942"/>
                    <a:pt x="36277" y="9011"/>
                    <a:pt x="36277" y="14261"/>
                  </a:cubicBezTo>
                  <a:cubicBezTo>
                    <a:pt x="36277" y="26190"/>
                    <a:pt x="26606" y="35861"/>
                    <a:pt x="14677" y="35861"/>
                  </a:cubicBezTo>
                  <a:cubicBezTo>
                    <a:pt x="9234" y="35861"/>
                    <a:pt x="3992" y="33806"/>
                    <a:pt x="-1" y="30108"/>
                  </a:cubicBezTo>
                  <a:lnTo>
                    <a:pt x="14677" y="14261"/>
                  </a:lnTo>
                  <a:lnTo>
                    <a:pt x="30899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62" name="对象 39990"/>
            <p:cNvGraphicFramePr>
              <a:graphicFrameLocks noChangeAspect="1"/>
            </p:cNvGraphicFramePr>
            <p:nvPr/>
          </p:nvGraphicFramePr>
          <p:xfrm>
            <a:off x="887" y="0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8" imgW="317500" imgH="355600" progId="Equation.3">
                    <p:embed/>
                  </p:oleObj>
                </mc:Choice>
                <mc:Fallback>
                  <p:oleObj r:id="rId38" imgW="317500" imgH="355600" progId="Equation.3">
                    <p:embed/>
                    <p:pic>
                      <p:nvPicPr>
                        <p:cNvPr id="0" name="图片 3414"/>
                        <p:cNvPicPr/>
                        <p:nvPr/>
                      </p:nvPicPr>
                      <p:blipFill>
                        <a:blip r:embed="rId3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87" y="0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63" name="对象 39991"/>
            <p:cNvGraphicFramePr>
              <a:graphicFrameLocks noChangeAspect="1"/>
            </p:cNvGraphicFramePr>
            <p:nvPr/>
          </p:nvGraphicFramePr>
          <p:xfrm>
            <a:off x="288" y="576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0" imgW="317500" imgH="355600" progId="Equation.3">
                    <p:embed/>
                  </p:oleObj>
                </mc:Choice>
                <mc:Fallback>
                  <p:oleObj r:id="rId40" imgW="317500" imgH="355600" progId="Equation.3">
                    <p:embed/>
                    <p:pic>
                      <p:nvPicPr>
                        <p:cNvPr id="0" name="图片 3415"/>
                        <p:cNvPicPr/>
                        <p:nvPr/>
                      </p:nvPicPr>
                      <p:blipFill>
                        <a:blip r:embed="rId4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" y="576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4" name="Line 57"/>
            <p:cNvSpPr/>
            <p:nvPr/>
          </p:nvSpPr>
          <p:spPr>
            <a:xfrm>
              <a:off x="192" y="1296"/>
              <a:ext cx="1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3065" name="Line 58"/>
            <p:cNvSpPr/>
            <p:nvPr/>
          </p:nvSpPr>
          <p:spPr>
            <a:xfrm flipV="1">
              <a:off x="192" y="29"/>
              <a:ext cx="0" cy="126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3066" name="对象 39994"/>
            <p:cNvGraphicFramePr>
              <a:graphicFrameLocks noChangeAspect="1"/>
            </p:cNvGraphicFramePr>
            <p:nvPr/>
          </p:nvGraphicFramePr>
          <p:xfrm>
            <a:off x="0" y="40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2" imgW="266700" imgH="368300" progId="Equation.3">
                    <p:embed/>
                  </p:oleObj>
                </mc:Choice>
                <mc:Fallback>
                  <p:oleObj r:id="rId42" imgW="266700" imgH="368300" progId="Equation.3">
                    <p:embed/>
                    <p:pic>
                      <p:nvPicPr>
                        <p:cNvPr id="0" name="图片 3420"/>
                        <p:cNvPicPr/>
                        <p:nvPr/>
                      </p:nvPicPr>
                      <p:blipFill>
                        <a:blip r:embed="rId4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40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67" name="对象 39995"/>
            <p:cNvGraphicFramePr>
              <a:graphicFrameLocks noChangeAspect="1"/>
            </p:cNvGraphicFramePr>
            <p:nvPr/>
          </p:nvGraphicFramePr>
          <p:xfrm>
            <a:off x="1296" y="136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4" imgW="254000" imgH="266700" progId="Equation.3">
                    <p:embed/>
                  </p:oleObj>
                </mc:Choice>
                <mc:Fallback>
                  <p:oleObj r:id="rId44" imgW="254000" imgH="266700" progId="Equation.3">
                    <p:embed/>
                    <p:pic>
                      <p:nvPicPr>
                        <p:cNvPr id="0" name="图片 3419"/>
                        <p:cNvPicPr/>
                        <p:nvPr/>
                      </p:nvPicPr>
                      <p:blipFill>
                        <a:blip r:embed="rId4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96" y="136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68" name="对象 39996"/>
            <p:cNvGraphicFramePr>
              <a:graphicFrameLocks noChangeAspect="1"/>
            </p:cNvGraphicFramePr>
            <p:nvPr/>
          </p:nvGraphicFramePr>
          <p:xfrm>
            <a:off x="144" y="134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6" imgW="241300" imgH="266700" progId="Equation.3">
                    <p:embed/>
                  </p:oleObj>
                </mc:Choice>
                <mc:Fallback>
                  <p:oleObj r:id="rId46" imgW="241300" imgH="266700" progId="Equation.3">
                    <p:embed/>
                    <p:pic>
                      <p:nvPicPr>
                        <p:cNvPr id="0" name="图片 3417"/>
                        <p:cNvPicPr/>
                        <p:nvPr/>
                      </p:nvPicPr>
                      <p:blipFill>
                        <a:blip r:embed="rId4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4" y="134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9" name="Line 62"/>
            <p:cNvSpPr/>
            <p:nvPr/>
          </p:nvSpPr>
          <p:spPr>
            <a:xfrm flipV="1">
              <a:off x="1020" y="624"/>
              <a:ext cx="96" cy="127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3070" name="Oval 63"/>
            <p:cNvSpPr/>
            <p:nvPr/>
          </p:nvSpPr>
          <p:spPr>
            <a:xfrm>
              <a:off x="859" y="809"/>
              <a:ext cx="41" cy="41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zh-CN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000" name="Line 64"/>
          <p:cNvSpPr/>
          <p:nvPr/>
        </p:nvSpPr>
        <p:spPr>
          <a:xfrm flipH="1">
            <a:off x="8763000" y="3154363"/>
            <a:ext cx="914400" cy="9144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6" grpId="0"/>
      <p:bldP spid="39947" grpId="0"/>
      <p:bldP spid="39948" grpId="0"/>
      <p:bldP spid="39963" grpId="0"/>
      <p:bldP spid="3996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下箭头 82946"/>
          <p:cNvSpPr/>
          <p:nvPr/>
        </p:nvSpPr>
        <p:spPr>
          <a:xfrm>
            <a:off x="5486400" y="2209800"/>
            <a:ext cx="152400" cy="838200"/>
          </a:xfrm>
          <a:prstGeom prst="downArrow">
            <a:avLst>
              <a:gd name="adj1" fmla="val 50000"/>
              <a:gd name="adj2" fmla="val 1375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8" name="下箭头 82947"/>
          <p:cNvSpPr/>
          <p:nvPr/>
        </p:nvSpPr>
        <p:spPr>
          <a:xfrm>
            <a:off x="6870700" y="2209800"/>
            <a:ext cx="139700" cy="838200"/>
          </a:xfrm>
          <a:prstGeom prst="downArrow">
            <a:avLst>
              <a:gd name="adj1" fmla="val 50000"/>
              <a:gd name="adj2" fmla="val 1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1" name="左箭头 82950"/>
          <p:cNvSpPr/>
          <p:nvPr/>
        </p:nvSpPr>
        <p:spPr>
          <a:xfrm>
            <a:off x="4584700" y="3657600"/>
            <a:ext cx="533400" cy="76200"/>
          </a:xfrm>
          <a:prstGeom prst="leftArrow">
            <a:avLst>
              <a:gd name="adj1" fmla="val 50000"/>
              <a:gd name="adj2" fmla="val 17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3" name="左箭头 82952"/>
          <p:cNvSpPr/>
          <p:nvPr/>
        </p:nvSpPr>
        <p:spPr>
          <a:xfrm>
            <a:off x="4584700" y="3200400"/>
            <a:ext cx="533400" cy="76200"/>
          </a:xfrm>
          <a:prstGeom prst="leftArrow">
            <a:avLst>
              <a:gd name="adj1" fmla="val 50000"/>
              <a:gd name="adj2" fmla="val 17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5" name="文本框 82954"/>
          <p:cNvSpPr txBox="1"/>
          <p:nvPr/>
        </p:nvSpPr>
        <p:spPr>
          <a:xfrm>
            <a:off x="4508500" y="3733800"/>
            <a:ext cx="838200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latin typeface="楷体_GB2312" pitchFamily="1" charset="-122"/>
                <a:ea typeface="楷体_GB2312" pitchFamily="1" charset="-122"/>
              </a:rPr>
              <a:t>闭合</a:t>
            </a:r>
            <a:endParaRPr lang="zh-CN" altLang="en-US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2956" name="文本框 82955"/>
          <p:cNvSpPr txBox="1"/>
          <p:nvPr/>
        </p:nvSpPr>
        <p:spPr>
          <a:xfrm>
            <a:off x="4508500" y="2803525"/>
            <a:ext cx="838200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latin typeface="楷体_GB2312" pitchFamily="1" charset="-122"/>
                <a:ea typeface="楷体_GB2312" pitchFamily="1" charset="-122"/>
              </a:rPr>
              <a:t>非闭</a:t>
            </a:r>
            <a:endParaRPr lang="zh-CN" altLang="en-US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2957" name="左箭头 82956"/>
          <p:cNvSpPr/>
          <p:nvPr/>
        </p:nvSpPr>
        <p:spPr>
          <a:xfrm rot="10800000">
            <a:off x="7527925" y="3216275"/>
            <a:ext cx="533400" cy="76200"/>
          </a:xfrm>
          <a:prstGeom prst="leftArrow">
            <a:avLst>
              <a:gd name="adj1" fmla="val 50000"/>
              <a:gd name="adj2" fmla="val 17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8" name="左箭头 82957"/>
          <p:cNvSpPr/>
          <p:nvPr/>
        </p:nvSpPr>
        <p:spPr>
          <a:xfrm rot="10800000">
            <a:off x="7527925" y="3597275"/>
            <a:ext cx="457200" cy="76200"/>
          </a:xfrm>
          <a:prstGeom prst="leftArrow">
            <a:avLst>
              <a:gd name="adj1" fmla="val 50000"/>
              <a:gd name="adj2" fmla="val 1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9" name="文本框 82958"/>
          <p:cNvSpPr txBox="1"/>
          <p:nvPr/>
        </p:nvSpPr>
        <p:spPr>
          <a:xfrm>
            <a:off x="7404100" y="2819400"/>
            <a:ext cx="838200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latin typeface="楷体_GB2312" pitchFamily="1" charset="-122"/>
                <a:ea typeface="楷体_GB2312" pitchFamily="1" charset="-122"/>
              </a:rPr>
              <a:t>闭合</a:t>
            </a:r>
            <a:endParaRPr lang="zh-CN" altLang="en-US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2961" name="文本框 82960"/>
          <p:cNvSpPr txBox="1"/>
          <p:nvPr/>
        </p:nvSpPr>
        <p:spPr>
          <a:xfrm>
            <a:off x="7373938" y="3613150"/>
            <a:ext cx="838200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latin typeface="楷体_GB2312" pitchFamily="1" charset="-122"/>
                <a:ea typeface="楷体_GB2312" pitchFamily="1" charset="-122"/>
              </a:rPr>
              <a:t>非闭</a:t>
            </a:r>
            <a:endParaRPr lang="zh-CN" altLang="en-US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82962" name="文本框 82961"/>
          <p:cNvSpPr txBox="1"/>
          <p:nvPr/>
        </p:nvSpPr>
        <p:spPr>
          <a:xfrm>
            <a:off x="8001000" y="3505200"/>
            <a:ext cx="2501900" cy="39878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>
                <a:latin typeface="楷体_GB2312" pitchFamily="1" charset="-122"/>
                <a:ea typeface="楷体_GB2312" pitchFamily="1" charset="-122"/>
              </a:rPr>
              <a:t>补充曲线或用公式</a:t>
            </a:r>
            <a:endParaRPr lang="zh-CN" altLang="en-US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4044" name="标题 82962"/>
          <p:cNvSpPr>
            <a:spLocks noGrp="1"/>
          </p:cNvSpPr>
          <p:nvPr>
            <p:ph type="title"/>
          </p:nvPr>
        </p:nvSpPr>
        <p:spPr>
          <a:xfrm>
            <a:off x="2016125" y="1066800"/>
            <a:ext cx="1870075" cy="609600"/>
          </a:xfrm>
        </p:spPr>
        <p:txBody>
          <a:bodyPr anchor="ctr" anchorCtr="0"/>
          <a:lstStyle/>
          <a:p>
            <a:pPr algn="l"/>
            <a:r>
              <a:rPr lang="zh-CN" altLang="en-US" sz="2800" b="1">
                <a:latin typeface="楷体_GB2312" pitchFamily="1" charset="-122"/>
                <a:ea typeface="楷体_GB2312" pitchFamily="1" charset="-122"/>
              </a:rPr>
              <a:t>解题思路</a:t>
            </a:r>
            <a:r>
              <a:rPr lang="en-US" altLang="zh-CN" sz="2800" b="1">
                <a:latin typeface="楷体_GB2312" pitchFamily="1" charset="-122"/>
                <a:ea typeface="楷体_GB2312" pitchFamily="1" charset="-122"/>
              </a:rPr>
              <a:t>:</a:t>
            </a:r>
          </a:p>
        </p:txBody>
      </p:sp>
      <p:graphicFrame>
        <p:nvGraphicFramePr>
          <p:cNvPr id="44045" name="对象 2"/>
          <p:cNvGraphicFramePr/>
          <p:nvPr>
            <p:extLst>
              <p:ext uri="{D42A27DB-BD31-4B8C-83A1-F6EECF244321}">
                <p14:modId xmlns:p14="http://schemas.microsoft.com/office/powerpoint/2010/main" val="1235124876"/>
              </p:ext>
            </p:extLst>
          </p:nvPr>
        </p:nvGraphicFramePr>
        <p:xfrm>
          <a:off x="4927600" y="1484784"/>
          <a:ext cx="25257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00580" imgH="599440" progId="Equation.KSEE3">
                  <p:embed/>
                </p:oleObj>
              </mc:Choice>
              <mc:Fallback>
                <p:oleObj r:id="rId2" imgW="2100580" imgH="599440" progId="Equation.KSEE3">
                  <p:embed/>
                  <p:pic>
                    <p:nvPicPr>
                      <p:cNvPr id="0" name="图片 34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27600" y="1484784"/>
                        <a:ext cx="2525712" cy="62865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00956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6" name="对象 4"/>
          <p:cNvGraphicFramePr/>
          <p:nvPr/>
        </p:nvGraphicFramePr>
        <p:xfrm>
          <a:off x="1704975" y="2379663"/>
          <a:ext cx="28384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51430" imgH="717550" progId="Equation.KSEE3">
                  <p:embed/>
                </p:oleObj>
              </mc:Choice>
              <mc:Fallback>
                <p:oleObj r:id="rId4" imgW="2551430" imgH="717550" progId="Equation.KSEE3">
                  <p:embed/>
                  <p:pic>
                    <p:nvPicPr>
                      <p:cNvPr id="0" name="图片 34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04975" y="2379663"/>
                        <a:ext cx="2838450" cy="803275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00956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7" name="对象 6"/>
          <p:cNvGraphicFramePr/>
          <p:nvPr/>
        </p:nvGraphicFramePr>
        <p:xfrm>
          <a:off x="1666875" y="3355975"/>
          <a:ext cx="2881313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38730" imgH="563245" progId="Equation.KSEE3">
                  <p:embed/>
                </p:oleObj>
              </mc:Choice>
              <mc:Fallback>
                <p:oleObj r:id="rId6" imgW="2538730" imgH="563245" progId="Equation.KSEE3">
                  <p:embed/>
                  <p:pic>
                    <p:nvPicPr>
                      <p:cNvPr id="0" name="图片 34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66875" y="3355975"/>
                        <a:ext cx="2881313" cy="782638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00956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8" name="对象 8"/>
          <p:cNvGraphicFramePr/>
          <p:nvPr/>
        </p:nvGraphicFramePr>
        <p:xfrm>
          <a:off x="5303838" y="3048000"/>
          <a:ext cx="8382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06145" imgH="700405" progId="Equation.KSEE3">
                  <p:embed/>
                </p:oleObj>
              </mc:Choice>
              <mc:Fallback>
                <p:oleObj r:id="rId8" imgW="906145" imgH="700405" progId="Equation.KSEE3">
                  <p:embed/>
                  <p:pic>
                    <p:nvPicPr>
                      <p:cNvPr id="0" name="图片 34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03838" y="3048000"/>
                        <a:ext cx="838200" cy="942975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00956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9" name="对象 10"/>
          <p:cNvGraphicFramePr/>
          <p:nvPr/>
        </p:nvGraphicFramePr>
        <p:xfrm>
          <a:off x="6477000" y="3068638"/>
          <a:ext cx="105092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946785" imgH="699770" progId="Equation.KSEE3">
                  <p:embed/>
                </p:oleObj>
              </mc:Choice>
              <mc:Fallback>
                <p:oleObj r:id="rId10" imgW="946785" imgH="699770" progId="Equation.KSEE3">
                  <p:embed/>
                  <p:pic>
                    <p:nvPicPr>
                      <p:cNvPr id="0" name="图片 34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77000" y="3068638"/>
                        <a:ext cx="1050925" cy="85725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00956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0" name="对象 12"/>
          <p:cNvGraphicFramePr/>
          <p:nvPr/>
        </p:nvGraphicFramePr>
        <p:xfrm>
          <a:off x="8401050" y="2684463"/>
          <a:ext cx="2065338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358900" imgH="431800" progId="Equation.KSEE3">
                  <p:embed/>
                </p:oleObj>
              </mc:Choice>
              <mc:Fallback>
                <p:oleObj r:id="rId12" imgW="1358900" imgH="431800" progId="Equation.KSEE3">
                  <p:embed/>
                  <p:pic>
                    <p:nvPicPr>
                      <p:cNvPr id="0" name="图片 342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401050" y="2684463"/>
                        <a:ext cx="2065338" cy="66675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00956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5" grpId="0"/>
      <p:bldP spid="82956" grpId="0"/>
      <p:bldP spid="82959" grpId="0"/>
      <p:bldP spid="82961" grpId="0"/>
      <p:bldP spid="82962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5daa33a-5c1a-49a1-8c9b-8d74c9baf6a8"/>
  <p:tag name="COMMONDATA" val="eyJoZGlkIjoiODEwNTM4YWJmYTBhMzMxNjQzZDA2MmU3NzNjM2M0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1430</Words>
  <Application>Microsoft Office PowerPoint</Application>
  <PresentationFormat>宽屏</PresentationFormat>
  <Paragraphs>241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39</vt:i4>
      </vt:variant>
    </vt:vector>
  </HeadingPairs>
  <TitlesOfParts>
    <vt:vector size="53" baseType="lpstr">
      <vt:lpstr>黑体</vt:lpstr>
      <vt:lpstr>楷体_GB2312</vt:lpstr>
      <vt:lpstr>宋体</vt:lpstr>
      <vt:lpstr>Arial</vt:lpstr>
      <vt:lpstr>Symbol</vt:lpstr>
      <vt:lpstr>Times New Roman</vt:lpstr>
      <vt:lpstr>Wingdings</vt:lpstr>
      <vt:lpstr>默认设计模板</vt:lpstr>
      <vt:lpstr>1_默认设计模板</vt:lpstr>
      <vt:lpstr>MathType 6.0 Equation</vt:lpstr>
      <vt:lpstr>Equation.3</vt:lpstr>
      <vt:lpstr>Microsoft Word 97 - 2003 Document</vt:lpstr>
      <vt:lpstr>PBrush</vt:lpstr>
      <vt:lpstr>WPS 公式 3.0</vt:lpstr>
      <vt:lpstr>PowerPoint 演示文稿</vt:lpstr>
      <vt:lpstr>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 </vt:lpstr>
      <vt:lpstr> </vt:lpstr>
      <vt:lpstr>PowerPoint 演示文稿</vt:lpstr>
      <vt:lpstr>PowerPoint 演示文稿</vt:lpstr>
      <vt:lpstr>2、平面上曲线积分与路径无关的等价条件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证明 (1)             (2)</vt:lpstr>
      <vt:lpstr>证明 (2)             (3)</vt:lpstr>
      <vt:lpstr>证明 (3)             (4)</vt:lpstr>
      <vt:lpstr>证明 (4)             (1)</vt:lpstr>
      <vt:lpstr>说明: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例10. 设质点在力场</vt:lpstr>
      <vt:lpstr>PowerPoint 演示文稿</vt:lpstr>
      <vt:lpstr>例11. 质点M 沿着以AB为直径的半圆, 从 A(1,2) 运动到</vt:lpstr>
      <vt:lpstr>解题思路:</vt:lpstr>
    </vt:vector>
  </TitlesOfParts>
  <Company>lyh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lyh</dc:creator>
  <cp:lastModifiedBy>李 艳会</cp:lastModifiedBy>
  <cp:revision>95</cp:revision>
  <dcterms:created xsi:type="dcterms:W3CDTF">2003-12-17T14:36:00Z</dcterms:created>
  <dcterms:modified xsi:type="dcterms:W3CDTF">2023-03-19T14:07:29Z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4D98575BF286465F98C3E6802B43970D</vt:lpwstr>
  </property>
</Properties>
</file>