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4" r:id="rId3"/>
    <p:sldId id="274" r:id="rId4"/>
    <p:sldId id="271" r:id="rId5"/>
    <p:sldId id="278" r:id="rId6"/>
    <p:sldId id="279" r:id="rId7"/>
    <p:sldId id="287" r:id="rId8"/>
    <p:sldId id="307" r:id="rId9"/>
    <p:sldId id="323" r:id="rId10"/>
    <p:sldId id="282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40404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3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6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8.xml"/><Relationship Id="rId10" Type="http://schemas.openxmlformats.org/officeDocument/2006/relationships/image" Target="../media/image12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9.xml"/><Relationship Id="rId10" Type="http://schemas.openxmlformats.org/officeDocument/2006/relationships/image" Target="../media/image17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1.xml"/><Relationship Id="rId5" Type="http://schemas.openxmlformats.org/officeDocument/2006/relationships/image" Target="../media/image19.png"/><Relationship Id="rId4" Type="http://schemas.openxmlformats.org/officeDocument/2006/relationships/tags" Target="../tags/tag70.xml"/><Relationship Id="rId3" Type="http://schemas.microsoft.com/office/2007/relationships/media" Target="file:///C:/Users/28023/Desktop/Project3/&#28436;&#31034;.mp4" TargetMode="External"/><Relationship Id="rId2" Type="http://schemas.openxmlformats.org/officeDocument/2006/relationships/video" Target="file:///C:/Users/28023/Desktop/Project3/&#28436;&#31034;.mp4" TargetMode="External"/><Relationship Id="rId1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任意多边形 5"/>
          <p:cNvSpPr/>
          <p:nvPr/>
        </p:nvSpPr>
        <p:spPr>
          <a:xfrm rot="15540000">
            <a:off x="-3239770" y="-3995420"/>
            <a:ext cx="23180040" cy="4926965"/>
          </a:xfrm>
          <a:custGeom>
            <a:avLst/>
            <a:gdLst>
              <a:gd name="connisteX0" fmla="*/ 1239848 w 14777130"/>
              <a:gd name="connsiteY0" fmla="*/ 572149 h 5032548"/>
              <a:gd name="connisteX1" fmla="*/ 1704033 w 14777130"/>
              <a:gd name="connsiteY1" fmla="*/ 1058559 h 5032548"/>
              <a:gd name="connisteX2" fmla="*/ 2148533 w 14777130"/>
              <a:gd name="connsiteY2" fmla="*/ 297194 h 5032548"/>
              <a:gd name="connisteX3" fmla="*/ 3248988 w 14777130"/>
              <a:gd name="connsiteY3" fmla="*/ 1037604 h 5032548"/>
              <a:gd name="connisteX4" fmla="*/ 4158943 w 14777130"/>
              <a:gd name="connsiteY4" fmla="*/ 649 h 5032548"/>
              <a:gd name="connisteX5" fmla="*/ 5280988 w 14777130"/>
              <a:gd name="connsiteY5" fmla="*/ 1185559 h 5032548"/>
              <a:gd name="connisteX6" fmla="*/ 5788988 w 14777130"/>
              <a:gd name="connsiteY6" fmla="*/ 466104 h 5032548"/>
              <a:gd name="connisteX7" fmla="*/ 6360488 w 14777130"/>
              <a:gd name="connsiteY7" fmla="*/ 931559 h 5032548"/>
              <a:gd name="connisteX8" fmla="*/ 7715578 w 14777130"/>
              <a:gd name="connsiteY8" fmla="*/ 424194 h 5032548"/>
              <a:gd name="connisteX9" fmla="*/ 8223578 w 14777130"/>
              <a:gd name="connsiteY9" fmla="*/ 974104 h 5032548"/>
              <a:gd name="connisteX10" fmla="*/ 9090988 w 14777130"/>
              <a:gd name="connsiteY10" fmla="*/ 233694 h 5032548"/>
              <a:gd name="connisteX11" fmla="*/ 10276533 w 14777130"/>
              <a:gd name="connsiteY11" fmla="*/ 889649 h 5032548"/>
              <a:gd name="connisteX12" fmla="*/ 10889943 w 14777130"/>
              <a:gd name="connsiteY12" fmla="*/ 339104 h 5032548"/>
              <a:gd name="connisteX13" fmla="*/ 11567488 w 14777130"/>
              <a:gd name="connsiteY13" fmla="*/ 805194 h 5032548"/>
              <a:gd name="connisteX14" fmla="*/ 12519988 w 14777130"/>
              <a:gd name="connsiteY14" fmla="*/ 297194 h 5032548"/>
              <a:gd name="connisteX15" fmla="*/ 12880033 w 14777130"/>
              <a:gd name="connsiteY15" fmla="*/ 1037604 h 5032548"/>
              <a:gd name="connisteX16" fmla="*/ 13599488 w 14777130"/>
              <a:gd name="connsiteY16" fmla="*/ 297194 h 5032548"/>
              <a:gd name="connisteX17" fmla="*/ 13642033 w 14777130"/>
              <a:gd name="connsiteY17" fmla="*/ 4297694 h 5032548"/>
              <a:gd name="connisteX18" fmla="*/ 1091258 w 14777130"/>
              <a:gd name="connsiteY18" fmla="*/ 4551694 h 5032548"/>
              <a:gd name="connisteX19" fmla="*/ 1239848 w 14777130"/>
              <a:gd name="connsiteY19" fmla="*/ 572149 h 50325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</a:cxnLst>
            <a:rect l="l" t="t" r="r" b="b"/>
            <a:pathLst>
              <a:path w="14777130" h="5032548">
                <a:moveTo>
                  <a:pt x="1239848" y="572150"/>
                </a:moveTo>
                <a:cubicBezTo>
                  <a:pt x="1362403" y="-126350"/>
                  <a:pt x="1522423" y="1113805"/>
                  <a:pt x="1704033" y="1058560"/>
                </a:cubicBezTo>
                <a:cubicBezTo>
                  <a:pt x="1885643" y="1003315"/>
                  <a:pt x="1839288" y="301640"/>
                  <a:pt x="2148533" y="297195"/>
                </a:cubicBezTo>
                <a:cubicBezTo>
                  <a:pt x="2457778" y="292750"/>
                  <a:pt x="2847033" y="1096660"/>
                  <a:pt x="3248988" y="1037605"/>
                </a:cubicBezTo>
                <a:cubicBezTo>
                  <a:pt x="3650943" y="978550"/>
                  <a:pt x="3752543" y="-29195"/>
                  <a:pt x="4158943" y="650"/>
                </a:cubicBezTo>
                <a:cubicBezTo>
                  <a:pt x="4565343" y="30495"/>
                  <a:pt x="4955233" y="1092215"/>
                  <a:pt x="5280988" y="1185560"/>
                </a:cubicBezTo>
                <a:cubicBezTo>
                  <a:pt x="5606743" y="1278905"/>
                  <a:pt x="5573088" y="516905"/>
                  <a:pt x="5788988" y="466105"/>
                </a:cubicBezTo>
                <a:cubicBezTo>
                  <a:pt x="6004888" y="415305"/>
                  <a:pt x="5975043" y="939815"/>
                  <a:pt x="6360488" y="931560"/>
                </a:cubicBezTo>
                <a:cubicBezTo>
                  <a:pt x="6745933" y="923305"/>
                  <a:pt x="7342833" y="415940"/>
                  <a:pt x="7715578" y="424195"/>
                </a:cubicBezTo>
                <a:cubicBezTo>
                  <a:pt x="8088323" y="432450"/>
                  <a:pt x="7948623" y="1012205"/>
                  <a:pt x="8223578" y="974105"/>
                </a:cubicBezTo>
                <a:cubicBezTo>
                  <a:pt x="8498533" y="936005"/>
                  <a:pt x="8680143" y="250840"/>
                  <a:pt x="9090988" y="233695"/>
                </a:cubicBezTo>
                <a:cubicBezTo>
                  <a:pt x="9501833" y="216550"/>
                  <a:pt x="9916488" y="868695"/>
                  <a:pt x="10276533" y="889650"/>
                </a:cubicBezTo>
                <a:cubicBezTo>
                  <a:pt x="10636578" y="910605"/>
                  <a:pt x="10631498" y="356250"/>
                  <a:pt x="10889943" y="339105"/>
                </a:cubicBezTo>
                <a:cubicBezTo>
                  <a:pt x="11148388" y="321960"/>
                  <a:pt x="11241733" y="813450"/>
                  <a:pt x="11567488" y="805195"/>
                </a:cubicBezTo>
                <a:cubicBezTo>
                  <a:pt x="11893243" y="796940"/>
                  <a:pt x="12257733" y="250840"/>
                  <a:pt x="12519988" y="297195"/>
                </a:cubicBezTo>
                <a:cubicBezTo>
                  <a:pt x="12782243" y="343550"/>
                  <a:pt x="12664133" y="1037605"/>
                  <a:pt x="12880033" y="1037605"/>
                </a:cubicBezTo>
                <a:cubicBezTo>
                  <a:pt x="13095933" y="1037605"/>
                  <a:pt x="13447088" y="-354950"/>
                  <a:pt x="13599488" y="297195"/>
                </a:cubicBezTo>
                <a:cubicBezTo>
                  <a:pt x="13751888" y="949340"/>
                  <a:pt x="16143933" y="3446795"/>
                  <a:pt x="13642033" y="4297695"/>
                </a:cubicBezTo>
                <a:cubicBezTo>
                  <a:pt x="11140133" y="5148595"/>
                  <a:pt x="3571568" y="5296550"/>
                  <a:pt x="1091258" y="4551695"/>
                </a:cubicBezTo>
                <a:cubicBezTo>
                  <a:pt x="-1389052" y="3806840"/>
                  <a:pt x="1117293" y="1270650"/>
                  <a:pt x="1239848" y="572150"/>
                </a:cubicBezTo>
                <a:close/>
              </a:path>
            </a:pathLst>
          </a:custGeom>
          <a:solidFill>
            <a:schemeClr val="accent1">
              <a:lumMod val="50000"/>
              <a:alpha val="55000"/>
            </a:schemeClr>
          </a:solidFill>
          <a:ln>
            <a:noFill/>
          </a:ln>
          <a:effectLst>
            <a:outerShdw blurRad="50800" dist="38100" dir="10800000" sx="103000" sy="103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15540000">
            <a:off x="102235" y="7254240"/>
            <a:ext cx="23180040" cy="4926965"/>
          </a:xfrm>
          <a:custGeom>
            <a:avLst/>
            <a:gdLst>
              <a:gd name="connisteX0" fmla="*/ 1239848 w 14777130"/>
              <a:gd name="connsiteY0" fmla="*/ 572149 h 5032548"/>
              <a:gd name="connisteX1" fmla="*/ 1704033 w 14777130"/>
              <a:gd name="connsiteY1" fmla="*/ 1058559 h 5032548"/>
              <a:gd name="connisteX2" fmla="*/ 2148533 w 14777130"/>
              <a:gd name="connsiteY2" fmla="*/ 297194 h 5032548"/>
              <a:gd name="connisteX3" fmla="*/ 3248988 w 14777130"/>
              <a:gd name="connsiteY3" fmla="*/ 1037604 h 5032548"/>
              <a:gd name="connisteX4" fmla="*/ 4158943 w 14777130"/>
              <a:gd name="connsiteY4" fmla="*/ 649 h 5032548"/>
              <a:gd name="connisteX5" fmla="*/ 5280988 w 14777130"/>
              <a:gd name="connsiteY5" fmla="*/ 1185559 h 5032548"/>
              <a:gd name="connisteX6" fmla="*/ 5788988 w 14777130"/>
              <a:gd name="connsiteY6" fmla="*/ 466104 h 5032548"/>
              <a:gd name="connisteX7" fmla="*/ 6360488 w 14777130"/>
              <a:gd name="connsiteY7" fmla="*/ 931559 h 5032548"/>
              <a:gd name="connisteX8" fmla="*/ 7715578 w 14777130"/>
              <a:gd name="connsiteY8" fmla="*/ 424194 h 5032548"/>
              <a:gd name="connisteX9" fmla="*/ 8223578 w 14777130"/>
              <a:gd name="connsiteY9" fmla="*/ 974104 h 5032548"/>
              <a:gd name="connisteX10" fmla="*/ 9090988 w 14777130"/>
              <a:gd name="connsiteY10" fmla="*/ 233694 h 5032548"/>
              <a:gd name="connisteX11" fmla="*/ 10276533 w 14777130"/>
              <a:gd name="connsiteY11" fmla="*/ 889649 h 5032548"/>
              <a:gd name="connisteX12" fmla="*/ 10889943 w 14777130"/>
              <a:gd name="connsiteY12" fmla="*/ 339104 h 5032548"/>
              <a:gd name="connisteX13" fmla="*/ 11567488 w 14777130"/>
              <a:gd name="connsiteY13" fmla="*/ 805194 h 5032548"/>
              <a:gd name="connisteX14" fmla="*/ 12519988 w 14777130"/>
              <a:gd name="connsiteY14" fmla="*/ 297194 h 5032548"/>
              <a:gd name="connisteX15" fmla="*/ 12880033 w 14777130"/>
              <a:gd name="connsiteY15" fmla="*/ 1037604 h 5032548"/>
              <a:gd name="connisteX16" fmla="*/ 13599488 w 14777130"/>
              <a:gd name="connsiteY16" fmla="*/ 297194 h 5032548"/>
              <a:gd name="connisteX17" fmla="*/ 13642033 w 14777130"/>
              <a:gd name="connsiteY17" fmla="*/ 4297694 h 5032548"/>
              <a:gd name="connisteX18" fmla="*/ 1091258 w 14777130"/>
              <a:gd name="connsiteY18" fmla="*/ 4551694 h 5032548"/>
              <a:gd name="connisteX19" fmla="*/ 1239848 w 14777130"/>
              <a:gd name="connsiteY19" fmla="*/ 572149 h 50325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</a:cxnLst>
            <a:rect l="l" t="t" r="r" b="b"/>
            <a:pathLst>
              <a:path w="14777130" h="5032548">
                <a:moveTo>
                  <a:pt x="1239848" y="572150"/>
                </a:moveTo>
                <a:cubicBezTo>
                  <a:pt x="1362403" y="-126350"/>
                  <a:pt x="1522423" y="1113805"/>
                  <a:pt x="1704033" y="1058560"/>
                </a:cubicBezTo>
                <a:cubicBezTo>
                  <a:pt x="1885643" y="1003315"/>
                  <a:pt x="1839288" y="301640"/>
                  <a:pt x="2148533" y="297195"/>
                </a:cubicBezTo>
                <a:cubicBezTo>
                  <a:pt x="2457778" y="292750"/>
                  <a:pt x="2847033" y="1096660"/>
                  <a:pt x="3248988" y="1037605"/>
                </a:cubicBezTo>
                <a:cubicBezTo>
                  <a:pt x="3650943" y="978550"/>
                  <a:pt x="3752543" y="-29195"/>
                  <a:pt x="4158943" y="650"/>
                </a:cubicBezTo>
                <a:cubicBezTo>
                  <a:pt x="4565343" y="30495"/>
                  <a:pt x="4955233" y="1092215"/>
                  <a:pt x="5280988" y="1185560"/>
                </a:cubicBezTo>
                <a:cubicBezTo>
                  <a:pt x="5606743" y="1278905"/>
                  <a:pt x="5573088" y="516905"/>
                  <a:pt x="5788988" y="466105"/>
                </a:cubicBezTo>
                <a:cubicBezTo>
                  <a:pt x="6004888" y="415305"/>
                  <a:pt x="5975043" y="939815"/>
                  <a:pt x="6360488" y="931560"/>
                </a:cubicBezTo>
                <a:cubicBezTo>
                  <a:pt x="6745933" y="923305"/>
                  <a:pt x="7342833" y="415940"/>
                  <a:pt x="7715578" y="424195"/>
                </a:cubicBezTo>
                <a:cubicBezTo>
                  <a:pt x="8088323" y="432450"/>
                  <a:pt x="7948623" y="1012205"/>
                  <a:pt x="8223578" y="974105"/>
                </a:cubicBezTo>
                <a:cubicBezTo>
                  <a:pt x="8498533" y="936005"/>
                  <a:pt x="8680143" y="250840"/>
                  <a:pt x="9090988" y="233695"/>
                </a:cubicBezTo>
                <a:cubicBezTo>
                  <a:pt x="9501833" y="216550"/>
                  <a:pt x="9916488" y="868695"/>
                  <a:pt x="10276533" y="889650"/>
                </a:cubicBezTo>
                <a:cubicBezTo>
                  <a:pt x="10636578" y="910605"/>
                  <a:pt x="10631498" y="356250"/>
                  <a:pt x="10889943" y="339105"/>
                </a:cubicBezTo>
                <a:cubicBezTo>
                  <a:pt x="11148388" y="321960"/>
                  <a:pt x="11241733" y="813450"/>
                  <a:pt x="11567488" y="805195"/>
                </a:cubicBezTo>
                <a:cubicBezTo>
                  <a:pt x="11893243" y="796940"/>
                  <a:pt x="12257733" y="250840"/>
                  <a:pt x="12519988" y="297195"/>
                </a:cubicBezTo>
                <a:cubicBezTo>
                  <a:pt x="12782243" y="343550"/>
                  <a:pt x="12664133" y="1037605"/>
                  <a:pt x="12880033" y="1037605"/>
                </a:cubicBezTo>
                <a:cubicBezTo>
                  <a:pt x="13095933" y="1037605"/>
                  <a:pt x="13447088" y="-354950"/>
                  <a:pt x="13599488" y="297195"/>
                </a:cubicBezTo>
                <a:cubicBezTo>
                  <a:pt x="13751888" y="949340"/>
                  <a:pt x="16143933" y="3446795"/>
                  <a:pt x="13642033" y="4297695"/>
                </a:cubicBezTo>
                <a:cubicBezTo>
                  <a:pt x="11140133" y="5148595"/>
                  <a:pt x="3571568" y="5296550"/>
                  <a:pt x="1091258" y="4551695"/>
                </a:cubicBezTo>
                <a:cubicBezTo>
                  <a:pt x="-1389052" y="3806840"/>
                  <a:pt x="1117293" y="1270650"/>
                  <a:pt x="1239848" y="57215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  <a:alpha val="76000"/>
            </a:schemeClr>
          </a:solidFill>
          <a:ln>
            <a:noFill/>
          </a:ln>
          <a:effectLst>
            <a:outerShdw blurRad="50800" dist="38100" dir="10800000" sx="103000" sy="103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" name="任意多边形 8"/>
          <p:cNvSpPr/>
          <p:nvPr/>
        </p:nvSpPr>
        <p:spPr>
          <a:xfrm rot="15360000">
            <a:off x="-588010" y="-4765040"/>
            <a:ext cx="23180040" cy="4926965"/>
          </a:xfrm>
          <a:custGeom>
            <a:avLst/>
            <a:gdLst>
              <a:gd name="connisteX0" fmla="*/ 1239848 w 14777130"/>
              <a:gd name="connsiteY0" fmla="*/ 572149 h 5032548"/>
              <a:gd name="connisteX1" fmla="*/ 1704033 w 14777130"/>
              <a:gd name="connsiteY1" fmla="*/ 1058559 h 5032548"/>
              <a:gd name="connisteX2" fmla="*/ 2148533 w 14777130"/>
              <a:gd name="connsiteY2" fmla="*/ 297194 h 5032548"/>
              <a:gd name="connisteX3" fmla="*/ 3248988 w 14777130"/>
              <a:gd name="connsiteY3" fmla="*/ 1037604 h 5032548"/>
              <a:gd name="connisteX4" fmla="*/ 4158943 w 14777130"/>
              <a:gd name="connsiteY4" fmla="*/ 649 h 5032548"/>
              <a:gd name="connisteX5" fmla="*/ 5280988 w 14777130"/>
              <a:gd name="connsiteY5" fmla="*/ 1185559 h 5032548"/>
              <a:gd name="connisteX6" fmla="*/ 5788988 w 14777130"/>
              <a:gd name="connsiteY6" fmla="*/ 466104 h 5032548"/>
              <a:gd name="connisteX7" fmla="*/ 6360488 w 14777130"/>
              <a:gd name="connsiteY7" fmla="*/ 931559 h 5032548"/>
              <a:gd name="connisteX8" fmla="*/ 7715578 w 14777130"/>
              <a:gd name="connsiteY8" fmla="*/ 424194 h 5032548"/>
              <a:gd name="connisteX9" fmla="*/ 8223578 w 14777130"/>
              <a:gd name="connsiteY9" fmla="*/ 974104 h 5032548"/>
              <a:gd name="connisteX10" fmla="*/ 9090988 w 14777130"/>
              <a:gd name="connsiteY10" fmla="*/ 233694 h 5032548"/>
              <a:gd name="connisteX11" fmla="*/ 10276533 w 14777130"/>
              <a:gd name="connsiteY11" fmla="*/ 889649 h 5032548"/>
              <a:gd name="connisteX12" fmla="*/ 10889943 w 14777130"/>
              <a:gd name="connsiteY12" fmla="*/ 339104 h 5032548"/>
              <a:gd name="connisteX13" fmla="*/ 11567488 w 14777130"/>
              <a:gd name="connsiteY13" fmla="*/ 805194 h 5032548"/>
              <a:gd name="connisteX14" fmla="*/ 12519988 w 14777130"/>
              <a:gd name="connsiteY14" fmla="*/ 297194 h 5032548"/>
              <a:gd name="connisteX15" fmla="*/ 12880033 w 14777130"/>
              <a:gd name="connsiteY15" fmla="*/ 1037604 h 5032548"/>
              <a:gd name="connisteX16" fmla="*/ 13599488 w 14777130"/>
              <a:gd name="connsiteY16" fmla="*/ 297194 h 5032548"/>
              <a:gd name="connisteX17" fmla="*/ 13642033 w 14777130"/>
              <a:gd name="connsiteY17" fmla="*/ 4297694 h 5032548"/>
              <a:gd name="connisteX18" fmla="*/ 1091258 w 14777130"/>
              <a:gd name="connsiteY18" fmla="*/ 4551694 h 5032548"/>
              <a:gd name="connisteX19" fmla="*/ 1239848 w 14777130"/>
              <a:gd name="connsiteY19" fmla="*/ 572149 h 50325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</a:cxnLst>
            <a:rect l="l" t="t" r="r" b="b"/>
            <a:pathLst>
              <a:path w="14777130" h="5032548">
                <a:moveTo>
                  <a:pt x="1239848" y="572150"/>
                </a:moveTo>
                <a:cubicBezTo>
                  <a:pt x="1362403" y="-126350"/>
                  <a:pt x="1522423" y="1113805"/>
                  <a:pt x="1704033" y="1058560"/>
                </a:cubicBezTo>
                <a:cubicBezTo>
                  <a:pt x="1885643" y="1003315"/>
                  <a:pt x="1839288" y="301640"/>
                  <a:pt x="2148533" y="297195"/>
                </a:cubicBezTo>
                <a:cubicBezTo>
                  <a:pt x="2457778" y="292750"/>
                  <a:pt x="2847033" y="1096660"/>
                  <a:pt x="3248988" y="1037605"/>
                </a:cubicBezTo>
                <a:cubicBezTo>
                  <a:pt x="3650943" y="978550"/>
                  <a:pt x="3752543" y="-29195"/>
                  <a:pt x="4158943" y="650"/>
                </a:cubicBezTo>
                <a:cubicBezTo>
                  <a:pt x="4565343" y="30495"/>
                  <a:pt x="4955233" y="1092215"/>
                  <a:pt x="5280988" y="1185560"/>
                </a:cubicBezTo>
                <a:cubicBezTo>
                  <a:pt x="5606743" y="1278905"/>
                  <a:pt x="5573088" y="516905"/>
                  <a:pt x="5788988" y="466105"/>
                </a:cubicBezTo>
                <a:cubicBezTo>
                  <a:pt x="6004888" y="415305"/>
                  <a:pt x="5975043" y="939815"/>
                  <a:pt x="6360488" y="931560"/>
                </a:cubicBezTo>
                <a:cubicBezTo>
                  <a:pt x="6745933" y="923305"/>
                  <a:pt x="7342833" y="415940"/>
                  <a:pt x="7715578" y="424195"/>
                </a:cubicBezTo>
                <a:cubicBezTo>
                  <a:pt x="8088323" y="432450"/>
                  <a:pt x="7948623" y="1012205"/>
                  <a:pt x="8223578" y="974105"/>
                </a:cubicBezTo>
                <a:cubicBezTo>
                  <a:pt x="8498533" y="936005"/>
                  <a:pt x="8680143" y="250840"/>
                  <a:pt x="9090988" y="233695"/>
                </a:cubicBezTo>
                <a:cubicBezTo>
                  <a:pt x="9501833" y="216550"/>
                  <a:pt x="9916488" y="868695"/>
                  <a:pt x="10276533" y="889650"/>
                </a:cubicBezTo>
                <a:cubicBezTo>
                  <a:pt x="10636578" y="910605"/>
                  <a:pt x="10631498" y="356250"/>
                  <a:pt x="10889943" y="339105"/>
                </a:cubicBezTo>
                <a:cubicBezTo>
                  <a:pt x="11148388" y="321960"/>
                  <a:pt x="11241733" y="813450"/>
                  <a:pt x="11567488" y="805195"/>
                </a:cubicBezTo>
                <a:cubicBezTo>
                  <a:pt x="11893243" y="796940"/>
                  <a:pt x="12257733" y="250840"/>
                  <a:pt x="12519988" y="297195"/>
                </a:cubicBezTo>
                <a:cubicBezTo>
                  <a:pt x="12782243" y="343550"/>
                  <a:pt x="12664133" y="1037605"/>
                  <a:pt x="12880033" y="1037605"/>
                </a:cubicBezTo>
                <a:cubicBezTo>
                  <a:pt x="13095933" y="1037605"/>
                  <a:pt x="13447088" y="-354950"/>
                  <a:pt x="13599488" y="297195"/>
                </a:cubicBezTo>
                <a:cubicBezTo>
                  <a:pt x="13751888" y="949340"/>
                  <a:pt x="16143933" y="3446795"/>
                  <a:pt x="13642033" y="4297695"/>
                </a:cubicBezTo>
                <a:cubicBezTo>
                  <a:pt x="11140133" y="5148595"/>
                  <a:pt x="3571568" y="5296550"/>
                  <a:pt x="1091258" y="4551695"/>
                </a:cubicBezTo>
                <a:cubicBezTo>
                  <a:pt x="-1389052" y="3806840"/>
                  <a:pt x="1117293" y="1270650"/>
                  <a:pt x="1239848" y="57215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7000"/>
            </a:schemeClr>
          </a:solidFill>
          <a:ln>
            <a:noFill/>
          </a:ln>
          <a:effectLst>
            <a:outerShdw blurRad="50800" dist="38100" dir="10800000" sx="103000" sy="103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87350" y="884555"/>
            <a:ext cx="6304915" cy="258381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algn="ctr"/>
            <a:r>
              <a:rPr lang="zh-CN" altLang="en-US" sz="8000" b="1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行星轨道的运算与模拟</a:t>
            </a:r>
            <a:endParaRPr lang="zh-CN" altLang="en-US" sz="8000" b="1">
              <a:solidFill>
                <a:schemeClr val="bg1"/>
              </a:solidFill>
              <a:latin typeface="华文隶书" panose="02010800040101010101" charset="-122"/>
              <a:ea typeface="华文隶书" panose="020108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56940" y="3571240"/>
            <a:ext cx="27832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汇报人：</a:t>
            </a:r>
            <a:r>
              <a:rPr lang="zh-CN" altLang="en-US" sz="2400" b="1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江泓潜</a:t>
            </a:r>
            <a:endParaRPr lang="zh-CN" altLang="en-US" sz="2400" b="1">
              <a:solidFill>
                <a:schemeClr val="bg1"/>
              </a:solidFill>
              <a:latin typeface="华文隶书" panose="02010800040101010101" charset="-122"/>
              <a:ea typeface="华文隶书" panose="020108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56940" y="4230370"/>
            <a:ext cx="2481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2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中山大学</a:t>
            </a:r>
            <a:r>
              <a:rPr lang="en-US" altLang="zh-CN" sz="2400" b="1">
                <a:solidFill>
                  <a:schemeClr val="bg2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 2022.12</a:t>
            </a:r>
            <a:endParaRPr lang="en-US" altLang="zh-CN" sz="2400" b="1">
              <a:solidFill>
                <a:schemeClr val="bg2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135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1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7292 0.192778 L -0.14651 -1.76222 " pathEditMode="relative" rAng="0" ptsTypes="">
                                      <p:cBhvr>
                                        <p:cTn id="6" dur="7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" y="-14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98958 -0.354722 L 0.118229 1.70648 " pathEditMode="relative" rAng="0" ptsTypes="">
                                      <p:cBhvr>
                                        <p:cTn id="8" dur="7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112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1042 0.00805556 L -0.0136979 0.00138889 " pathEditMode="relative" rAng="0" ptsTypes="">
                                      <p:cBhvr>
                                        <p:cTn id="10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1406 -0.00398148 L -0.121406 -0.00398148 " pathEditMode="relative" rAng="0" ptsTypes="">
                                      <p:cBhvr>
                                        <p:cTn id="12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2708 0.0025 L -0.121719 -0.00962963 " pathEditMode="relative" rAng="0" ptsTypes="">
                                      <p:cBhvr>
                                        <p:cTn id="14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1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8" grpId="0" bldLvl="0" animBg="1"/>
      <p:bldP spid="8" grpId="1" animBg="1"/>
      <p:bldP spid="12" grpId="0"/>
      <p:bldP spid="13" grpId="0"/>
      <p:bldP spid="14" grpId="0"/>
      <p:bldP spid="12" grpId="1"/>
      <p:bldP spid="13" grpId="1"/>
      <p:bldP spid="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5415280" y="3924935"/>
            <a:ext cx="4481830" cy="916305"/>
            <a:chOff x="8299" y="6150"/>
            <a:chExt cx="7058" cy="1443"/>
          </a:xfrm>
        </p:grpSpPr>
        <p:sp>
          <p:nvSpPr>
            <p:cNvPr id="16" name="圆角矩形 15"/>
            <p:cNvSpPr/>
            <p:nvPr/>
          </p:nvSpPr>
          <p:spPr>
            <a:xfrm>
              <a:off x="8299" y="6150"/>
              <a:ext cx="7058" cy="144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527" y="6382"/>
              <a:ext cx="552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03.    </a:t>
              </a:r>
              <a:r>
                <a:rPr lang="zh-CN" altLang="en-US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总体</a:t>
              </a:r>
              <a:r>
                <a:rPr lang="zh-CN" altLang="en-US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设计</a:t>
              </a:r>
              <a:endParaRPr lang="zh-CN" altLang="en-US" sz="36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200015" y="2038985"/>
            <a:ext cx="4552315" cy="916305"/>
            <a:chOff x="8188" y="3171"/>
            <a:chExt cx="7169" cy="1443"/>
          </a:xfrm>
        </p:grpSpPr>
        <p:sp>
          <p:nvSpPr>
            <p:cNvPr id="15" name="圆角矩形 14"/>
            <p:cNvSpPr/>
            <p:nvPr/>
          </p:nvSpPr>
          <p:spPr>
            <a:xfrm>
              <a:off x="8299" y="3171"/>
              <a:ext cx="7058" cy="144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188" y="3424"/>
              <a:ext cx="5859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02.   </a:t>
              </a:r>
              <a:r>
                <a:rPr lang="zh-CN" altLang="en-US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研究</a:t>
              </a:r>
              <a:r>
                <a:rPr lang="zh-CN" altLang="en-US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方向</a:t>
              </a:r>
              <a:endParaRPr lang="zh-CN" altLang="en-US" sz="36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5269865" y="2026920"/>
            <a:ext cx="4481830" cy="916305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269865" y="149860"/>
            <a:ext cx="4481830" cy="916305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415280" y="296545"/>
            <a:ext cx="3207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01.    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研究目的</a:t>
            </a:r>
            <a:endParaRPr lang="zh-CN" altLang="en-US" sz="360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269865" y="149225"/>
            <a:ext cx="4481830" cy="916305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269865" y="125095"/>
            <a:ext cx="940435" cy="9404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5269865" y="5795010"/>
            <a:ext cx="4481830" cy="916305"/>
            <a:chOff x="8299" y="9126"/>
            <a:chExt cx="7058" cy="1443"/>
          </a:xfrm>
        </p:grpSpPr>
        <p:sp>
          <p:nvSpPr>
            <p:cNvPr id="18" name="圆角矩形 17"/>
            <p:cNvSpPr/>
            <p:nvPr/>
          </p:nvSpPr>
          <p:spPr>
            <a:xfrm>
              <a:off x="8299" y="9126"/>
              <a:ext cx="7058" cy="144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528" y="9340"/>
              <a:ext cx="552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04.    </a:t>
              </a:r>
              <a:r>
                <a:rPr lang="zh-CN" altLang="en-US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代码</a:t>
              </a:r>
              <a:r>
                <a:rPr lang="zh-CN" altLang="en-US" sz="36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rPr>
                <a:t>介绍</a:t>
              </a:r>
              <a:endParaRPr lang="zh-CN" altLang="en-US" sz="36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5269865" y="2002790"/>
            <a:ext cx="940435" cy="9404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5269865" y="5782945"/>
            <a:ext cx="4481830" cy="916305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269865" y="5758815"/>
            <a:ext cx="940435" cy="9404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85215" y="324485"/>
            <a:ext cx="1659890" cy="6533515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p>
            <a:r>
              <a:rPr lang="en-US" altLang="zh-CN" sz="9600">
                <a:solidFill>
                  <a:schemeClr val="bg1">
                    <a:alpha val="77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</a:rPr>
              <a:t>CONTENT</a:t>
            </a:r>
            <a:endParaRPr lang="en-US" altLang="zh-CN" sz="9600">
              <a:solidFill>
                <a:schemeClr val="bg1">
                  <a:alpha val="77000"/>
                </a:schemeClr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553970" y="598805"/>
            <a:ext cx="269240" cy="1940560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2553970" y="3927475"/>
            <a:ext cx="2347595" cy="2916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4770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2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351780" y="3917950"/>
            <a:ext cx="4481830" cy="916305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351780" y="3898900"/>
            <a:ext cx="940435" cy="9404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625 0.00268519 L 0.289115 0.00453704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625 0.00268519 L 0.289115 0.00453704 " pathEditMode="relative" rAng="0" ptsTypes="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625 0.00268519 L 0.289115 0.00453704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625 0.00268519 L 0.289115 0.00453704 " pathEditMode="relative" rAng="0" ptsTypes="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/>
      <p:bldP spid="10" grpId="0" bldLvl="0" animBg="1"/>
      <p:bldP spid="10" grpId="1" animBg="1"/>
      <p:bldP spid="12" grpId="0" bldLvl="0" animBg="1"/>
      <p:bldP spid="12" grpId="1" animBg="1"/>
      <p:bldP spid="2" grpId="0" bldLvl="0" animBg="1"/>
      <p:bldP spid="2" grpId="1" animBg="1"/>
      <p:bldP spid="3" grpId="0" bldLvl="0" animBg="1"/>
      <p:bldP spid="3" grpId="1" animBg="1"/>
      <p:bldP spid="4" grpId="0" bldLvl="0" animBg="1"/>
      <p:bldP spid="4" grpId="1" animBg="1"/>
      <p:bldP spid="5" grpId="0" bldLvl="0" animBg="1"/>
      <p:bldP spid="5" grpId="1" animBg="1"/>
      <p:bldP spid="8" grpId="0" bldLvl="0" animBg="1"/>
      <p:bldP spid="8" grpId="1" animBg="1"/>
      <p:bldP spid="9" grpId="0" bldLvl="0" animBg="1"/>
      <p:bldP spid="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8291195" y="-8255"/>
            <a:ext cx="11630660" cy="68662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单圆角矩形 5"/>
          <p:cNvSpPr/>
          <p:nvPr/>
        </p:nvSpPr>
        <p:spPr>
          <a:xfrm>
            <a:off x="3339465" y="480949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01</a:t>
            </a:r>
            <a:endParaRPr lang="en-US" altLang="zh-CN" sz="2000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8761095" y="34925"/>
            <a:ext cx="11576685" cy="68230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单圆角矩形 6"/>
          <p:cNvSpPr/>
          <p:nvPr/>
        </p:nvSpPr>
        <p:spPr>
          <a:xfrm>
            <a:off x="2815590" y="414401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02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408795" y="0"/>
            <a:ext cx="11598275" cy="688784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单圆角矩形 8"/>
          <p:cNvSpPr/>
          <p:nvPr/>
        </p:nvSpPr>
        <p:spPr>
          <a:xfrm>
            <a:off x="2276475" y="356044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03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2455" y="538480"/>
            <a:ext cx="5253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655300" y="-29845"/>
            <a:ext cx="1536700" cy="54800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8800">
                <a:solidFill>
                  <a:schemeClr val="bg2"/>
                </a:solidFill>
                <a:latin typeface="华文行楷" panose="02010800040101010101" charset="-122"/>
                <a:ea typeface="华文行楷" panose="02010800040101010101" charset="-122"/>
              </a:rPr>
              <a:t>成果展示</a:t>
            </a:r>
            <a:endParaRPr lang="zh-CN" altLang="en-US" sz="8800">
              <a:solidFill>
                <a:schemeClr val="bg2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-10043795" y="-19050"/>
            <a:ext cx="11598275" cy="688784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单圆角矩形 10"/>
          <p:cNvSpPr/>
          <p:nvPr/>
        </p:nvSpPr>
        <p:spPr>
          <a:xfrm>
            <a:off x="1554480" y="298958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04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70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3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-8255"/>
            <a:ext cx="11630660" cy="68662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单圆角矩形 5"/>
          <p:cNvSpPr/>
          <p:nvPr/>
        </p:nvSpPr>
        <p:spPr>
          <a:xfrm>
            <a:off x="11630660" y="480949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01</a:t>
            </a:r>
            <a:endParaRPr lang="en-US" altLang="zh-CN" sz="2000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80395" y="0"/>
            <a:ext cx="796925" cy="28016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31750" cmpd="sng">
            <a:solidFill>
              <a:schemeClr val="accent3">
                <a:lumMod val="75000"/>
                <a:alpha val="75000"/>
              </a:schemeClr>
            </a:solidFill>
            <a:prstDash val="solid"/>
          </a:ln>
        </p:spPr>
        <p:txBody>
          <a:bodyPr vert="horz" wrap="square" rtlCol="0">
            <a:no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01.</a:t>
            </a:r>
            <a:r>
              <a:rPr lang="zh-CN" altLang="en-US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研究目的</a:t>
            </a:r>
            <a:endParaRPr lang="zh-CN" altLang="en-US" sz="3600">
              <a:solidFill>
                <a:schemeClr val="bg1"/>
              </a:solidFill>
              <a:latin typeface="Algerian" panose="04020705040A02060702" charset="0"/>
              <a:ea typeface="华文行楷" panose="02010800040101010101" charset="-122"/>
              <a:cs typeface="Algerian" panose="04020705040A0206070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21660" y="622300"/>
            <a:ext cx="4046855" cy="12992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1</a:t>
            </a:r>
            <a:r>
              <a:rPr lang="zh-CN" altLang="en-US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）检验本学期的C语言学习成果，并使用EasyX绘画行星运动轨迹和相关的函数</a:t>
            </a:r>
            <a:r>
              <a:rPr lang="zh-CN" altLang="en-US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曲线。</a:t>
            </a:r>
            <a:endParaRPr lang="zh-CN" altLang="en-US" sz="2000">
              <a:solidFill>
                <a:schemeClr val="tx1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69660" y="3676650"/>
            <a:ext cx="4398010" cy="182308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2</a:t>
            </a:r>
            <a:r>
              <a:rPr lang="zh-CN" altLang="en-US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）为响应航天强国的国家战略，我们通过编程构建物理模型和通过绘图展现最终的结果，能更加深刻和直观的了解太阳系中行星围绕太阳运动的过程，并且可以推广用于</a:t>
            </a:r>
            <a:r>
              <a:rPr lang="zh-CN" altLang="en-US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认识陌生的</a:t>
            </a:r>
            <a:r>
              <a:rPr lang="zh-CN" altLang="en-US" sz="2000">
                <a:solidFill>
                  <a:schemeClr val="tx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星系。</a:t>
            </a:r>
            <a:endParaRPr lang="zh-CN" altLang="en-US" sz="2000">
              <a:solidFill>
                <a:schemeClr val="tx1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50560" y="1921510"/>
            <a:ext cx="1625600" cy="1625600"/>
            <a:chOff x="10041" y="3484"/>
            <a:chExt cx="2560" cy="2560"/>
          </a:xfrm>
        </p:grpSpPr>
        <p:sp>
          <p:nvSpPr>
            <p:cNvPr id="49" name="is1ide-Oval 4"/>
            <p:cNvSpPr/>
            <p:nvPr/>
          </p:nvSpPr>
          <p:spPr>
            <a:xfrm>
              <a:off x="10041" y="3484"/>
              <a:ext cx="2561" cy="2561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p>
              <a:pPr algn="ctr"/>
              <a:endParaRPr sz="2400"/>
            </a:p>
          </p:txBody>
        </p:sp>
        <p:sp>
          <p:nvSpPr>
            <p:cNvPr id="95" name="ïşḻïďê-任意多边形: 形状 11"/>
            <p:cNvSpPr/>
            <p:nvPr/>
          </p:nvSpPr>
          <p:spPr bwMode="auto">
            <a:xfrm>
              <a:off x="10804" y="4248"/>
              <a:ext cx="1034" cy="1034"/>
            </a:xfrm>
            <a:custGeom>
              <a:avLst/>
              <a:gdLst>
                <a:gd name="T0" fmla="*/ 88 w 128"/>
                <a:gd name="T1" fmla="*/ 8 h 128"/>
                <a:gd name="T2" fmla="*/ 48 w 128"/>
                <a:gd name="T3" fmla="*/ 48 h 128"/>
                <a:gd name="T4" fmla="*/ 24 w 128"/>
                <a:gd name="T5" fmla="*/ 48 h 128"/>
                <a:gd name="T6" fmla="*/ 0 w 128"/>
                <a:gd name="T7" fmla="*/ 80 h 128"/>
                <a:gd name="T8" fmla="*/ 40 w 128"/>
                <a:gd name="T9" fmla="*/ 76 h 128"/>
                <a:gd name="T10" fmla="*/ 0 w 128"/>
                <a:gd name="T11" fmla="*/ 128 h 128"/>
                <a:gd name="T12" fmla="*/ 53 w 128"/>
                <a:gd name="T13" fmla="*/ 87 h 128"/>
                <a:gd name="T14" fmla="*/ 48 w 128"/>
                <a:gd name="T15" fmla="*/ 128 h 128"/>
                <a:gd name="T16" fmla="*/ 80 w 128"/>
                <a:gd name="T17" fmla="*/ 104 h 128"/>
                <a:gd name="T18" fmla="*/ 80 w 128"/>
                <a:gd name="T19" fmla="*/ 80 h 128"/>
                <a:gd name="T20" fmla="*/ 120 w 128"/>
                <a:gd name="T21" fmla="*/ 40 h 128"/>
                <a:gd name="T22" fmla="*/ 128 w 128"/>
                <a:gd name="T23" fmla="*/ 0 h 128"/>
                <a:gd name="T24" fmla="*/ 88 w 128"/>
                <a:gd name="T25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28">
                  <a:moveTo>
                    <a:pt x="88" y="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25" y="73"/>
                    <a:pt x="40" y="76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104"/>
                    <a:pt x="48" y="128"/>
                    <a:pt x="48" y="128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8" y="0"/>
                    <a:pt x="128" y="0"/>
                    <a:pt x="128" y="0"/>
                  </a:cubicBezTo>
                  <a:lnTo>
                    <a:pt x="88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p>
              <a:pPr algn="ctr"/>
              <a:endParaRPr sz="2400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64770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4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-8761095" y="34925"/>
            <a:ext cx="11576685" cy="68230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单圆角矩形 22"/>
          <p:cNvSpPr/>
          <p:nvPr/>
        </p:nvSpPr>
        <p:spPr>
          <a:xfrm>
            <a:off x="2815590" y="414401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02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9408795" y="0"/>
            <a:ext cx="11598275" cy="688784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单圆角矩形 24"/>
          <p:cNvSpPr/>
          <p:nvPr/>
        </p:nvSpPr>
        <p:spPr>
          <a:xfrm>
            <a:off x="2276475" y="356044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03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-10043795" y="-19050"/>
            <a:ext cx="11598275" cy="688784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135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4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5400" y="-3810"/>
            <a:ext cx="11630660" cy="68662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单圆角矩形 5"/>
          <p:cNvSpPr/>
          <p:nvPr/>
        </p:nvSpPr>
        <p:spPr>
          <a:xfrm>
            <a:off x="11605260" y="481393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01</a:t>
            </a:r>
            <a:endParaRPr lang="en-US" altLang="zh-CN" sz="2000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544195" y="64770"/>
            <a:ext cx="11576685" cy="68230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单圆角矩形 6"/>
          <p:cNvSpPr/>
          <p:nvPr/>
        </p:nvSpPr>
        <p:spPr>
          <a:xfrm>
            <a:off x="11032490" y="417385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02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35565" y="-3810"/>
            <a:ext cx="796925" cy="28016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31750" cmpd="sng">
            <a:solidFill>
              <a:schemeClr val="accent3">
                <a:lumMod val="75000"/>
                <a:alpha val="75000"/>
              </a:schemeClr>
            </a:solidFill>
            <a:prstDash val="solid"/>
          </a:ln>
        </p:spPr>
        <p:txBody>
          <a:bodyPr vert="horz" wrap="square" rtlCol="0">
            <a:no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02.</a:t>
            </a:r>
            <a:r>
              <a:rPr lang="zh-CN" altLang="en-US" sz="36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研究</a:t>
            </a:r>
            <a:r>
              <a:rPr lang="zh-CN" altLang="en-US" sz="36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方向</a:t>
            </a:r>
            <a:endParaRPr lang="zh-CN" altLang="en-US" sz="3600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14675" y="520065"/>
            <a:ext cx="5624195" cy="794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（1）通过结构体存放行星的名</a:t>
            </a:r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字、质量、坐标、</a:t>
            </a:r>
            <a:r>
              <a:rPr lang="en-US" altLang="zh-CN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     	</a:t>
            </a:r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速度、方向角、半径、颜色等相关数据。</a:t>
            </a:r>
            <a:endParaRPr lang="zh-CN" altLang="en-US" sz="2000">
              <a:solidFill>
                <a:schemeClr val="bg1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34635" y="2061845"/>
            <a:ext cx="4484370" cy="849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（2）用户可输入、修改、</a:t>
            </a:r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删除行星的相关数据，然后得出行星的模拟轨道。</a:t>
            </a:r>
            <a:endParaRPr lang="zh-CN" altLang="en-US" sz="2000">
              <a:solidFill>
                <a:schemeClr val="bg1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21585" y="4947285"/>
            <a:ext cx="6216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（4）用户可以得到实时的、与现实</a:t>
            </a:r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接近的数据</a:t>
            </a:r>
            <a:endParaRPr lang="zh-CN" altLang="en-US" sz="2000">
              <a:solidFill>
                <a:schemeClr val="bg1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68900" y="3658870"/>
            <a:ext cx="49479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  <a:sym typeface="+mn-ea"/>
              </a:rPr>
              <a:t>3</a:t>
            </a:r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  <a:sym typeface="+mn-ea"/>
              </a:rPr>
              <a:t>）</a:t>
            </a:r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用户可以直观看到速度或加速度</a:t>
            </a:r>
            <a:r>
              <a:rPr lang="zh-CN" altLang="en-US" sz="20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变化</a:t>
            </a:r>
            <a:endParaRPr lang="zh-CN" altLang="en-US" sz="2000">
              <a:solidFill>
                <a:schemeClr val="bg1"/>
              </a:solidFill>
              <a:latin typeface="华文隶书" panose="02010800040101010101" charset="-122"/>
              <a:ea typeface="华文隶书" panose="02010800040101010101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351530" y="909955"/>
            <a:ext cx="1875155" cy="1315085"/>
          </a:xfrm>
          <a:prstGeom prst="line">
            <a:avLst/>
          </a:prstGeom>
          <a:ln w="63500">
            <a:solidFill>
              <a:schemeClr val="accent3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5297805" y="2386330"/>
            <a:ext cx="36830" cy="1287780"/>
          </a:xfrm>
          <a:prstGeom prst="line">
            <a:avLst/>
          </a:prstGeom>
          <a:ln w="63500">
            <a:solidFill>
              <a:schemeClr val="accent3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endCxn id="14" idx="1"/>
          </p:cNvCxnSpPr>
          <p:nvPr/>
        </p:nvCxnSpPr>
        <p:spPr>
          <a:xfrm flipV="1">
            <a:off x="3027680" y="3858260"/>
            <a:ext cx="2141220" cy="979805"/>
          </a:xfrm>
          <a:prstGeom prst="line">
            <a:avLst/>
          </a:prstGeom>
          <a:ln w="63500">
            <a:solidFill>
              <a:schemeClr val="accent3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4770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5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-9408795" y="0"/>
            <a:ext cx="11598275" cy="688784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单圆角矩形 22"/>
          <p:cNvSpPr/>
          <p:nvPr/>
        </p:nvSpPr>
        <p:spPr>
          <a:xfrm>
            <a:off x="2276475" y="356044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03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0043795" y="-19050"/>
            <a:ext cx="11598275" cy="688784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单圆角矩形 24"/>
          <p:cNvSpPr/>
          <p:nvPr/>
        </p:nvSpPr>
        <p:spPr>
          <a:xfrm>
            <a:off x="1554480" y="298958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04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5400" y="-3810"/>
            <a:ext cx="11630660" cy="68662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单圆角矩形 5"/>
          <p:cNvSpPr/>
          <p:nvPr/>
        </p:nvSpPr>
        <p:spPr>
          <a:xfrm>
            <a:off x="11605260" y="481393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01</a:t>
            </a:r>
            <a:endParaRPr lang="en-US" altLang="zh-CN" sz="2000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544195" y="64770"/>
            <a:ext cx="11576685" cy="68230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单圆角矩形 6"/>
          <p:cNvSpPr/>
          <p:nvPr/>
        </p:nvSpPr>
        <p:spPr>
          <a:xfrm>
            <a:off x="11032490" y="417385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02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115695" y="0"/>
            <a:ext cx="11598275" cy="688784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单圆角矩形 8"/>
          <p:cNvSpPr/>
          <p:nvPr/>
        </p:nvSpPr>
        <p:spPr>
          <a:xfrm>
            <a:off x="10482580" y="346202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03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10" name="Freeform 13"/>
          <p:cNvSpPr>
            <a:spLocks noEditPoints="1"/>
          </p:cNvSpPr>
          <p:nvPr/>
        </p:nvSpPr>
        <p:spPr bwMode="auto">
          <a:xfrm>
            <a:off x="7400290" y="324485"/>
            <a:ext cx="1736725" cy="1814830"/>
          </a:xfrm>
          <a:custGeom>
            <a:avLst/>
            <a:gdLst>
              <a:gd name="T0" fmla="*/ 774 w 1058"/>
              <a:gd name="T1" fmla="*/ 1252 h 1252"/>
              <a:gd name="T2" fmla="*/ 283 w 1058"/>
              <a:gd name="T3" fmla="*/ 1252 h 1252"/>
              <a:gd name="T4" fmla="*/ 248 w 1058"/>
              <a:gd name="T5" fmla="*/ 1218 h 1252"/>
              <a:gd name="T6" fmla="*/ 142 w 1058"/>
              <a:gd name="T7" fmla="*/ 887 h 1252"/>
              <a:gd name="T8" fmla="*/ 110 w 1058"/>
              <a:gd name="T9" fmla="*/ 831 h 1252"/>
              <a:gd name="T10" fmla="*/ 0 w 1058"/>
              <a:gd name="T11" fmla="*/ 529 h 1252"/>
              <a:gd name="T12" fmla="*/ 529 w 1058"/>
              <a:gd name="T13" fmla="*/ 0 h 1252"/>
              <a:gd name="T14" fmla="*/ 1058 w 1058"/>
              <a:gd name="T15" fmla="*/ 529 h 1252"/>
              <a:gd name="T16" fmla="*/ 947 w 1058"/>
              <a:gd name="T17" fmla="*/ 831 h 1252"/>
              <a:gd name="T18" fmla="*/ 916 w 1058"/>
              <a:gd name="T19" fmla="*/ 887 h 1252"/>
              <a:gd name="T20" fmla="*/ 810 w 1058"/>
              <a:gd name="T21" fmla="*/ 1218 h 1252"/>
              <a:gd name="T22" fmla="*/ 774 w 1058"/>
              <a:gd name="T23" fmla="*/ 1252 h 1252"/>
              <a:gd name="T24" fmla="*/ 315 w 1058"/>
              <a:gd name="T25" fmla="*/ 1180 h 1252"/>
              <a:gd name="T26" fmla="*/ 742 w 1058"/>
              <a:gd name="T27" fmla="*/ 1180 h 1252"/>
              <a:gd name="T28" fmla="*/ 851 w 1058"/>
              <a:gd name="T29" fmla="*/ 857 h 1252"/>
              <a:gd name="T30" fmla="*/ 885 w 1058"/>
              <a:gd name="T31" fmla="*/ 794 h 1252"/>
              <a:gd name="T32" fmla="*/ 986 w 1058"/>
              <a:gd name="T33" fmla="*/ 529 h 1252"/>
              <a:gd name="T34" fmla="*/ 529 w 1058"/>
              <a:gd name="T35" fmla="*/ 72 h 1252"/>
              <a:gd name="T36" fmla="*/ 72 w 1058"/>
              <a:gd name="T37" fmla="*/ 529 h 1252"/>
              <a:gd name="T38" fmla="*/ 172 w 1058"/>
              <a:gd name="T39" fmla="*/ 794 h 1252"/>
              <a:gd name="T40" fmla="*/ 207 w 1058"/>
              <a:gd name="T41" fmla="*/ 857 h 1252"/>
              <a:gd name="T42" fmla="*/ 315 w 1058"/>
              <a:gd name="T43" fmla="*/ 1180 h 1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8" h="1252">
                <a:moveTo>
                  <a:pt x="774" y="1252"/>
                </a:moveTo>
                <a:cubicBezTo>
                  <a:pt x="283" y="1252"/>
                  <a:pt x="283" y="1252"/>
                  <a:pt x="283" y="1252"/>
                </a:cubicBezTo>
                <a:cubicBezTo>
                  <a:pt x="264" y="1252"/>
                  <a:pt x="249" y="1237"/>
                  <a:pt x="248" y="1218"/>
                </a:cubicBezTo>
                <a:cubicBezTo>
                  <a:pt x="247" y="1217"/>
                  <a:pt x="239" y="1097"/>
                  <a:pt x="142" y="887"/>
                </a:cubicBezTo>
                <a:cubicBezTo>
                  <a:pt x="135" y="873"/>
                  <a:pt x="123" y="853"/>
                  <a:pt x="110" y="831"/>
                </a:cubicBezTo>
                <a:cubicBezTo>
                  <a:pt x="66" y="755"/>
                  <a:pt x="0" y="640"/>
                  <a:pt x="0" y="529"/>
                </a:cubicBezTo>
                <a:cubicBezTo>
                  <a:pt x="0" y="238"/>
                  <a:pt x="237" y="0"/>
                  <a:pt x="529" y="0"/>
                </a:cubicBezTo>
                <a:cubicBezTo>
                  <a:pt x="820" y="0"/>
                  <a:pt x="1058" y="238"/>
                  <a:pt x="1058" y="529"/>
                </a:cubicBezTo>
                <a:cubicBezTo>
                  <a:pt x="1058" y="640"/>
                  <a:pt x="991" y="755"/>
                  <a:pt x="947" y="831"/>
                </a:cubicBezTo>
                <a:cubicBezTo>
                  <a:pt x="934" y="853"/>
                  <a:pt x="923" y="873"/>
                  <a:pt x="916" y="887"/>
                </a:cubicBezTo>
                <a:cubicBezTo>
                  <a:pt x="818" y="1097"/>
                  <a:pt x="810" y="1217"/>
                  <a:pt x="810" y="1218"/>
                </a:cubicBezTo>
                <a:cubicBezTo>
                  <a:pt x="809" y="1237"/>
                  <a:pt x="793" y="1252"/>
                  <a:pt x="774" y="1252"/>
                </a:cubicBezTo>
                <a:close/>
                <a:moveTo>
                  <a:pt x="315" y="1180"/>
                </a:moveTo>
                <a:cubicBezTo>
                  <a:pt x="742" y="1180"/>
                  <a:pt x="742" y="1180"/>
                  <a:pt x="742" y="1180"/>
                </a:cubicBezTo>
                <a:cubicBezTo>
                  <a:pt x="751" y="1127"/>
                  <a:pt x="776" y="1017"/>
                  <a:pt x="851" y="857"/>
                </a:cubicBezTo>
                <a:cubicBezTo>
                  <a:pt x="859" y="840"/>
                  <a:pt x="871" y="819"/>
                  <a:pt x="885" y="794"/>
                </a:cubicBezTo>
                <a:cubicBezTo>
                  <a:pt x="928" y="721"/>
                  <a:pt x="986" y="621"/>
                  <a:pt x="986" y="529"/>
                </a:cubicBezTo>
                <a:cubicBezTo>
                  <a:pt x="986" y="277"/>
                  <a:pt x="781" y="72"/>
                  <a:pt x="529" y="72"/>
                </a:cubicBezTo>
                <a:cubicBezTo>
                  <a:pt x="277" y="72"/>
                  <a:pt x="72" y="277"/>
                  <a:pt x="72" y="529"/>
                </a:cubicBezTo>
                <a:cubicBezTo>
                  <a:pt x="72" y="621"/>
                  <a:pt x="130" y="721"/>
                  <a:pt x="172" y="794"/>
                </a:cubicBezTo>
                <a:cubicBezTo>
                  <a:pt x="187" y="819"/>
                  <a:pt x="199" y="840"/>
                  <a:pt x="207" y="857"/>
                </a:cubicBezTo>
                <a:cubicBezTo>
                  <a:pt x="281" y="1017"/>
                  <a:pt x="307" y="1127"/>
                  <a:pt x="315" y="1180"/>
                </a:cubicBezTo>
                <a:close/>
              </a:path>
            </a:pathLst>
          </a:custGeom>
          <a:solidFill>
            <a:schemeClr val="bg2">
              <a:lumMod val="50000"/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id-ID">
              <a:solidFill>
                <a:schemeClr val="bg1"/>
              </a:solidFill>
            </a:endParaRPr>
          </a:p>
        </p:txBody>
      </p:sp>
      <p:sp>
        <p:nvSpPr>
          <p:cNvPr id="11" name="Freeform 16"/>
          <p:cNvSpPr>
            <a:spLocks noEditPoints="1"/>
          </p:cNvSpPr>
          <p:nvPr/>
        </p:nvSpPr>
        <p:spPr bwMode="auto">
          <a:xfrm>
            <a:off x="7824470" y="2167890"/>
            <a:ext cx="888365" cy="629920"/>
          </a:xfrm>
          <a:custGeom>
            <a:avLst/>
            <a:gdLst>
              <a:gd name="T0" fmla="*/ 495 w 541"/>
              <a:gd name="T1" fmla="*/ 223 h 434"/>
              <a:gd name="T2" fmla="*/ 540 w 541"/>
              <a:gd name="T3" fmla="*/ 168 h 434"/>
              <a:gd name="T4" fmla="*/ 494 w 541"/>
              <a:gd name="T5" fmla="*/ 112 h 434"/>
              <a:gd name="T6" fmla="*/ 540 w 541"/>
              <a:gd name="T7" fmla="*/ 57 h 434"/>
              <a:gd name="T8" fmla="*/ 483 w 541"/>
              <a:gd name="T9" fmla="*/ 0 h 434"/>
              <a:gd name="T10" fmla="*/ 56 w 541"/>
              <a:gd name="T11" fmla="*/ 0 h 434"/>
              <a:gd name="T12" fmla="*/ 0 w 541"/>
              <a:gd name="T13" fmla="*/ 56 h 434"/>
              <a:gd name="T14" fmla="*/ 46 w 541"/>
              <a:gd name="T15" fmla="*/ 112 h 434"/>
              <a:gd name="T16" fmla="*/ 0 w 541"/>
              <a:gd name="T17" fmla="*/ 167 h 434"/>
              <a:gd name="T18" fmla="*/ 46 w 541"/>
              <a:gd name="T19" fmla="*/ 223 h 434"/>
              <a:gd name="T20" fmla="*/ 1 w 541"/>
              <a:gd name="T21" fmla="*/ 278 h 434"/>
              <a:gd name="T22" fmla="*/ 57 w 541"/>
              <a:gd name="T23" fmla="*/ 334 h 434"/>
              <a:gd name="T24" fmla="*/ 157 w 541"/>
              <a:gd name="T25" fmla="*/ 334 h 434"/>
              <a:gd name="T26" fmla="*/ 161 w 541"/>
              <a:gd name="T27" fmla="*/ 351 h 434"/>
              <a:gd name="T28" fmla="*/ 272 w 541"/>
              <a:gd name="T29" fmla="*/ 433 h 434"/>
              <a:gd name="T30" fmla="*/ 383 w 541"/>
              <a:gd name="T31" fmla="*/ 335 h 434"/>
              <a:gd name="T32" fmla="*/ 484 w 541"/>
              <a:gd name="T33" fmla="*/ 335 h 434"/>
              <a:gd name="T34" fmla="*/ 541 w 541"/>
              <a:gd name="T35" fmla="*/ 278 h 434"/>
              <a:gd name="T36" fmla="*/ 495 w 541"/>
              <a:gd name="T37" fmla="*/ 223 h 434"/>
              <a:gd name="T38" fmla="*/ 423 w 541"/>
              <a:gd name="T39" fmla="*/ 241 h 434"/>
              <a:gd name="T40" fmla="*/ 118 w 541"/>
              <a:gd name="T41" fmla="*/ 241 h 434"/>
              <a:gd name="T42" fmla="*/ 104 w 541"/>
              <a:gd name="T43" fmla="*/ 227 h 434"/>
              <a:gd name="T44" fmla="*/ 118 w 541"/>
              <a:gd name="T45" fmla="*/ 213 h 434"/>
              <a:gd name="T46" fmla="*/ 423 w 541"/>
              <a:gd name="T47" fmla="*/ 213 h 434"/>
              <a:gd name="T48" fmla="*/ 437 w 541"/>
              <a:gd name="T49" fmla="*/ 227 h 434"/>
              <a:gd name="T50" fmla="*/ 423 w 541"/>
              <a:gd name="T51" fmla="*/ 241 h 434"/>
              <a:gd name="T52" fmla="*/ 423 w 541"/>
              <a:gd name="T53" fmla="*/ 116 h 434"/>
              <a:gd name="T54" fmla="*/ 118 w 541"/>
              <a:gd name="T55" fmla="*/ 116 h 434"/>
              <a:gd name="T56" fmla="*/ 104 w 541"/>
              <a:gd name="T57" fmla="*/ 102 h 434"/>
              <a:gd name="T58" fmla="*/ 118 w 541"/>
              <a:gd name="T59" fmla="*/ 88 h 434"/>
              <a:gd name="T60" fmla="*/ 423 w 541"/>
              <a:gd name="T61" fmla="*/ 88 h 434"/>
              <a:gd name="T62" fmla="*/ 437 w 541"/>
              <a:gd name="T63" fmla="*/ 102 h 434"/>
              <a:gd name="T64" fmla="*/ 423 w 541"/>
              <a:gd name="T65" fmla="*/ 116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41" h="434">
                <a:moveTo>
                  <a:pt x="495" y="223"/>
                </a:moveTo>
                <a:cubicBezTo>
                  <a:pt x="521" y="218"/>
                  <a:pt x="540" y="195"/>
                  <a:pt x="540" y="168"/>
                </a:cubicBezTo>
                <a:cubicBezTo>
                  <a:pt x="540" y="140"/>
                  <a:pt x="520" y="117"/>
                  <a:pt x="494" y="112"/>
                </a:cubicBezTo>
                <a:cubicBezTo>
                  <a:pt x="520" y="107"/>
                  <a:pt x="540" y="84"/>
                  <a:pt x="540" y="57"/>
                </a:cubicBezTo>
                <a:cubicBezTo>
                  <a:pt x="540" y="26"/>
                  <a:pt x="514" y="0"/>
                  <a:pt x="48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5"/>
                  <a:pt x="0" y="56"/>
                </a:cubicBezTo>
                <a:cubicBezTo>
                  <a:pt x="0" y="84"/>
                  <a:pt x="20" y="107"/>
                  <a:pt x="46" y="112"/>
                </a:cubicBezTo>
                <a:cubicBezTo>
                  <a:pt x="20" y="117"/>
                  <a:pt x="0" y="140"/>
                  <a:pt x="0" y="167"/>
                </a:cubicBezTo>
                <a:cubicBezTo>
                  <a:pt x="0" y="195"/>
                  <a:pt x="20" y="218"/>
                  <a:pt x="46" y="223"/>
                </a:cubicBezTo>
                <a:cubicBezTo>
                  <a:pt x="20" y="228"/>
                  <a:pt x="1" y="250"/>
                  <a:pt x="1" y="278"/>
                </a:cubicBezTo>
                <a:cubicBezTo>
                  <a:pt x="1" y="309"/>
                  <a:pt x="26" y="334"/>
                  <a:pt x="57" y="334"/>
                </a:cubicBezTo>
                <a:cubicBezTo>
                  <a:pt x="157" y="334"/>
                  <a:pt x="157" y="334"/>
                  <a:pt x="157" y="334"/>
                </a:cubicBezTo>
                <a:cubicBezTo>
                  <a:pt x="158" y="340"/>
                  <a:pt x="159" y="345"/>
                  <a:pt x="161" y="351"/>
                </a:cubicBezTo>
                <a:cubicBezTo>
                  <a:pt x="175" y="399"/>
                  <a:pt x="219" y="434"/>
                  <a:pt x="272" y="433"/>
                </a:cubicBezTo>
                <a:cubicBezTo>
                  <a:pt x="331" y="433"/>
                  <a:pt x="380" y="392"/>
                  <a:pt x="383" y="335"/>
                </a:cubicBezTo>
                <a:cubicBezTo>
                  <a:pt x="484" y="335"/>
                  <a:pt x="484" y="335"/>
                  <a:pt x="484" y="335"/>
                </a:cubicBezTo>
                <a:cubicBezTo>
                  <a:pt x="515" y="335"/>
                  <a:pt x="541" y="309"/>
                  <a:pt x="541" y="278"/>
                </a:cubicBezTo>
                <a:cubicBezTo>
                  <a:pt x="541" y="251"/>
                  <a:pt x="521" y="228"/>
                  <a:pt x="495" y="223"/>
                </a:cubicBezTo>
                <a:close/>
                <a:moveTo>
                  <a:pt x="423" y="241"/>
                </a:moveTo>
                <a:cubicBezTo>
                  <a:pt x="118" y="241"/>
                  <a:pt x="118" y="241"/>
                  <a:pt x="118" y="241"/>
                </a:cubicBezTo>
                <a:cubicBezTo>
                  <a:pt x="110" y="241"/>
                  <a:pt x="104" y="234"/>
                  <a:pt x="104" y="227"/>
                </a:cubicBezTo>
                <a:cubicBezTo>
                  <a:pt x="104" y="219"/>
                  <a:pt x="110" y="213"/>
                  <a:pt x="118" y="213"/>
                </a:cubicBezTo>
                <a:cubicBezTo>
                  <a:pt x="423" y="213"/>
                  <a:pt x="423" y="213"/>
                  <a:pt x="423" y="213"/>
                </a:cubicBezTo>
                <a:cubicBezTo>
                  <a:pt x="431" y="213"/>
                  <a:pt x="437" y="219"/>
                  <a:pt x="437" y="227"/>
                </a:cubicBezTo>
                <a:cubicBezTo>
                  <a:pt x="437" y="234"/>
                  <a:pt x="431" y="241"/>
                  <a:pt x="423" y="241"/>
                </a:cubicBezTo>
                <a:close/>
                <a:moveTo>
                  <a:pt x="423" y="116"/>
                </a:moveTo>
                <a:cubicBezTo>
                  <a:pt x="118" y="116"/>
                  <a:pt x="118" y="116"/>
                  <a:pt x="118" y="116"/>
                </a:cubicBezTo>
                <a:cubicBezTo>
                  <a:pt x="110" y="116"/>
                  <a:pt x="104" y="110"/>
                  <a:pt x="104" y="102"/>
                </a:cubicBezTo>
                <a:cubicBezTo>
                  <a:pt x="104" y="95"/>
                  <a:pt x="110" y="88"/>
                  <a:pt x="118" y="88"/>
                </a:cubicBezTo>
                <a:cubicBezTo>
                  <a:pt x="423" y="88"/>
                  <a:pt x="423" y="88"/>
                  <a:pt x="423" y="88"/>
                </a:cubicBezTo>
                <a:cubicBezTo>
                  <a:pt x="431" y="88"/>
                  <a:pt x="437" y="95"/>
                  <a:pt x="437" y="102"/>
                </a:cubicBezTo>
                <a:cubicBezTo>
                  <a:pt x="437" y="110"/>
                  <a:pt x="431" y="116"/>
                  <a:pt x="423" y="116"/>
                </a:cubicBezTo>
                <a:close/>
              </a:path>
            </a:pathLst>
          </a:custGeom>
          <a:solidFill>
            <a:schemeClr val="bg2">
              <a:lumMod val="50000"/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id-ID">
              <a:solidFill>
                <a:schemeClr val="bg1"/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550785" y="528955"/>
            <a:ext cx="1435735" cy="1136015"/>
            <a:chOff x="8169276" y="952501"/>
            <a:chExt cx="3781424" cy="3384550"/>
          </a:xfrm>
          <a:solidFill>
            <a:schemeClr val="accent4">
              <a:lumMod val="20000"/>
              <a:lumOff val="80000"/>
              <a:alpha val="60000"/>
            </a:schemeClr>
          </a:solidFill>
        </p:grpSpPr>
        <p:sp>
          <p:nvSpPr>
            <p:cNvPr id="13" name="Freeform 10"/>
            <p:cNvSpPr/>
            <p:nvPr/>
          </p:nvSpPr>
          <p:spPr bwMode="auto">
            <a:xfrm>
              <a:off x="9297988" y="1533526"/>
              <a:ext cx="1392237" cy="1004888"/>
            </a:xfrm>
            <a:custGeom>
              <a:avLst/>
              <a:gdLst>
                <a:gd name="T0" fmla="*/ 142 w 370"/>
                <a:gd name="T1" fmla="*/ 228 h 267"/>
                <a:gd name="T2" fmla="*/ 241 w 370"/>
                <a:gd name="T3" fmla="*/ 248 h 267"/>
                <a:gd name="T4" fmla="*/ 303 w 370"/>
                <a:gd name="T5" fmla="*/ 226 h 267"/>
                <a:gd name="T6" fmla="*/ 368 w 370"/>
                <a:gd name="T7" fmla="*/ 107 h 267"/>
                <a:gd name="T8" fmla="*/ 278 w 370"/>
                <a:gd name="T9" fmla="*/ 11 h 267"/>
                <a:gd name="T10" fmla="*/ 179 w 370"/>
                <a:gd name="T11" fmla="*/ 58 h 267"/>
                <a:gd name="T12" fmla="*/ 168 w 370"/>
                <a:gd name="T13" fmla="*/ 65 h 267"/>
                <a:gd name="T14" fmla="*/ 155 w 370"/>
                <a:gd name="T15" fmla="*/ 60 h 267"/>
                <a:gd name="T16" fmla="*/ 67 w 370"/>
                <a:gd name="T17" fmla="*/ 47 h 267"/>
                <a:gd name="T18" fmla="*/ 0 w 370"/>
                <a:gd name="T19" fmla="*/ 116 h 267"/>
                <a:gd name="T20" fmla="*/ 9 w 370"/>
                <a:gd name="T21" fmla="*/ 121 h 267"/>
                <a:gd name="T22" fmla="*/ 84 w 370"/>
                <a:gd name="T23" fmla="*/ 267 h 267"/>
                <a:gd name="T24" fmla="*/ 142 w 370"/>
                <a:gd name="T25" fmla="*/ 228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0" h="267">
                  <a:moveTo>
                    <a:pt x="142" y="228"/>
                  </a:moveTo>
                  <a:cubicBezTo>
                    <a:pt x="189" y="219"/>
                    <a:pt x="225" y="237"/>
                    <a:pt x="241" y="248"/>
                  </a:cubicBezTo>
                  <a:cubicBezTo>
                    <a:pt x="253" y="241"/>
                    <a:pt x="275" y="230"/>
                    <a:pt x="303" y="226"/>
                  </a:cubicBezTo>
                  <a:cubicBezTo>
                    <a:pt x="304" y="191"/>
                    <a:pt x="319" y="134"/>
                    <a:pt x="368" y="107"/>
                  </a:cubicBezTo>
                  <a:cubicBezTo>
                    <a:pt x="370" y="82"/>
                    <a:pt x="350" y="22"/>
                    <a:pt x="278" y="11"/>
                  </a:cubicBezTo>
                  <a:cubicBezTo>
                    <a:pt x="211" y="0"/>
                    <a:pt x="181" y="56"/>
                    <a:pt x="179" y="58"/>
                  </a:cubicBezTo>
                  <a:cubicBezTo>
                    <a:pt x="177" y="62"/>
                    <a:pt x="173" y="65"/>
                    <a:pt x="168" y="65"/>
                  </a:cubicBezTo>
                  <a:cubicBezTo>
                    <a:pt x="163" y="66"/>
                    <a:pt x="158" y="64"/>
                    <a:pt x="155" y="60"/>
                  </a:cubicBezTo>
                  <a:cubicBezTo>
                    <a:pt x="155" y="59"/>
                    <a:pt x="133" y="32"/>
                    <a:pt x="67" y="47"/>
                  </a:cubicBezTo>
                  <a:cubicBezTo>
                    <a:pt x="14" y="60"/>
                    <a:pt x="2" y="101"/>
                    <a:pt x="0" y="116"/>
                  </a:cubicBezTo>
                  <a:cubicBezTo>
                    <a:pt x="3" y="117"/>
                    <a:pt x="6" y="119"/>
                    <a:pt x="9" y="121"/>
                  </a:cubicBezTo>
                  <a:cubicBezTo>
                    <a:pt x="63" y="161"/>
                    <a:pt x="80" y="224"/>
                    <a:pt x="84" y="267"/>
                  </a:cubicBezTo>
                  <a:cubicBezTo>
                    <a:pt x="96" y="250"/>
                    <a:pt x="114" y="234"/>
                    <a:pt x="142" y="2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schemeClr val="bg1"/>
                </a:solidFill>
              </a:endParaRPr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8169276" y="952501"/>
              <a:ext cx="3781424" cy="3384550"/>
            </a:xfrm>
            <a:custGeom>
              <a:avLst/>
              <a:gdLst>
                <a:gd name="T0" fmla="*/ 932 w 1005"/>
                <a:gd name="T1" fmla="*/ 313 h 899"/>
                <a:gd name="T2" fmla="*/ 693 w 1005"/>
                <a:gd name="T3" fmla="*/ 126 h 899"/>
                <a:gd name="T4" fmla="*/ 192 w 1005"/>
                <a:gd name="T5" fmla="*/ 181 h 899"/>
                <a:gd name="T6" fmla="*/ 261 w 1005"/>
                <a:gd name="T7" fmla="*/ 549 h 899"/>
                <a:gd name="T8" fmla="*/ 292 w 1005"/>
                <a:gd name="T9" fmla="*/ 298 h 899"/>
                <a:gd name="T10" fmla="*/ 155 w 1005"/>
                <a:gd name="T11" fmla="*/ 377 h 899"/>
                <a:gd name="T12" fmla="*/ 244 w 1005"/>
                <a:gd name="T13" fmla="*/ 409 h 899"/>
                <a:gd name="T14" fmla="*/ 255 w 1005"/>
                <a:gd name="T15" fmla="*/ 435 h 899"/>
                <a:gd name="T16" fmla="*/ 128 w 1005"/>
                <a:gd name="T17" fmla="*/ 388 h 899"/>
                <a:gd name="T18" fmla="*/ 274 w 1005"/>
                <a:gd name="T19" fmla="*/ 257 h 899"/>
                <a:gd name="T20" fmla="*/ 464 w 1005"/>
                <a:gd name="T21" fmla="*/ 184 h 899"/>
                <a:gd name="T22" fmla="*/ 673 w 1005"/>
                <a:gd name="T23" fmla="*/ 190 h 899"/>
                <a:gd name="T24" fmla="*/ 851 w 1005"/>
                <a:gd name="T25" fmla="*/ 291 h 899"/>
                <a:gd name="T26" fmla="*/ 914 w 1005"/>
                <a:gd name="T27" fmla="*/ 518 h 899"/>
                <a:gd name="T28" fmla="*/ 747 w 1005"/>
                <a:gd name="T29" fmla="*/ 572 h 899"/>
                <a:gd name="T30" fmla="*/ 474 w 1005"/>
                <a:gd name="T31" fmla="*/ 615 h 899"/>
                <a:gd name="T32" fmla="*/ 421 w 1005"/>
                <a:gd name="T33" fmla="*/ 572 h 899"/>
                <a:gd name="T34" fmla="*/ 446 w 1005"/>
                <a:gd name="T35" fmla="*/ 560 h 899"/>
                <a:gd name="T36" fmla="*/ 553 w 1005"/>
                <a:gd name="T37" fmla="*/ 547 h 899"/>
                <a:gd name="T38" fmla="*/ 854 w 1005"/>
                <a:gd name="T39" fmla="*/ 560 h 899"/>
                <a:gd name="T40" fmla="*/ 857 w 1005"/>
                <a:gd name="T41" fmla="*/ 427 h 899"/>
                <a:gd name="T42" fmla="*/ 831 w 1005"/>
                <a:gd name="T43" fmla="*/ 311 h 899"/>
                <a:gd name="T44" fmla="*/ 632 w 1005"/>
                <a:gd name="T45" fmla="*/ 378 h 899"/>
                <a:gd name="T46" fmla="*/ 742 w 1005"/>
                <a:gd name="T47" fmla="*/ 461 h 899"/>
                <a:gd name="T48" fmla="*/ 549 w 1005"/>
                <a:gd name="T49" fmla="*/ 430 h 899"/>
                <a:gd name="T50" fmla="*/ 447 w 1005"/>
                <a:gd name="T51" fmla="*/ 410 h 899"/>
                <a:gd name="T52" fmla="*/ 381 w 1005"/>
                <a:gd name="T53" fmla="*/ 488 h 899"/>
                <a:gd name="T54" fmla="*/ 300 w 1005"/>
                <a:gd name="T55" fmla="*/ 535 h 899"/>
                <a:gd name="T56" fmla="*/ 298 w 1005"/>
                <a:gd name="T57" fmla="*/ 538 h 899"/>
                <a:gd name="T58" fmla="*/ 274 w 1005"/>
                <a:gd name="T59" fmla="*/ 618 h 899"/>
                <a:gd name="T60" fmla="*/ 288 w 1005"/>
                <a:gd name="T61" fmla="*/ 665 h 899"/>
                <a:gd name="T62" fmla="*/ 352 w 1005"/>
                <a:gd name="T63" fmla="*/ 724 h 899"/>
                <a:gd name="T64" fmla="*/ 571 w 1005"/>
                <a:gd name="T65" fmla="*/ 769 h 899"/>
                <a:gd name="T66" fmla="*/ 570 w 1005"/>
                <a:gd name="T67" fmla="*/ 769 h 899"/>
                <a:gd name="T68" fmla="*/ 681 w 1005"/>
                <a:gd name="T69" fmla="*/ 675 h 899"/>
                <a:gd name="T70" fmla="*/ 650 w 1005"/>
                <a:gd name="T71" fmla="*/ 634 h 899"/>
                <a:gd name="T72" fmla="*/ 708 w 1005"/>
                <a:gd name="T73" fmla="*/ 665 h 899"/>
                <a:gd name="T74" fmla="*/ 691 w 1005"/>
                <a:gd name="T75" fmla="*/ 750 h 899"/>
                <a:gd name="T76" fmla="*/ 491 w 1005"/>
                <a:gd name="T77" fmla="*/ 785 h 899"/>
                <a:gd name="T78" fmla="*/ 787 w 1005"/>
                <a:gd name="T79" fmla="*/ 830 h 899"/>
                <a:gd name="T80" fmla="*/ 1001 w 1005"/>
                <a:gd name="T81" fmla="*/ 474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5" h="899">
                  <a:moveTo>
                    <a:pt x="1001" y="474"/>
                  </a:moveTo>
                  <a:cubicBezTo>
                    <a:pt x="997" y="357"/>
                    <a:pt x="932" y="313"/>
                    <a:pt x="932" y="313"/>
                  </a:cubicBezTo>
                  <a:cubicBezTo>
                    <a:pt x="932" y="313"/>
                    <a:pt x="924" y="257"/>
                    <a:pt x="873" y="197"/>
                  </a:cubicBezTo>
                  <a:cubicBezTo>
                    <a:pt x="794" y="111"/>
                    <a:pt x="693" y="126"/>
                    <a:pt x="693" y="126"/>
                  </a:cubicBezTo>
                  <a:cubicBezTo>
                    <a:pt x="563" y="0"/>
                    <a:pt x="430" y="97"/>
                    <a:pt x="430" y="97"/>
                  </a:cubicBezTo>
                  <a:cubicBezTo>
                    <a:pt x="245" y="36"/>
                    <a:pt x="192" y="181"/>
                    <a:pt x="192" y="181"/>
                  </a:cubicBezTo>
                  <a:cubicBezTo>
                    <a:pt x="86" y="193"/>
                    <a:pt x="0" y="317"/>
                    <a:pt x="77" y="450"/>
                  </a:cubicBezTo>
                  <a:cubicBezTo>
                    <a:pt x="136" y="552"/>
                    <a:pt x="224" y="554"/>
                    <a:pt x="261" y="549"/>
                  </a:cubicBezTo>
                  <a:cubicBezTo>
                    <a:pt x="274" y="517"/>
                    <a:pt x="300" y="481"/>
                    <a:pt x="357" y="465"/>
                  </a:cubicBezTo>
                  <a:cubicBezTo>
                    <a:pt x="358" y="459"/>
                    <a:pt x="365" y="350"/>
                    <a:pt x="292" y="298"/>
                  </a:cubicBezTo>
                  <a:cubicBezTo>
                    <a:pt x="249" y="267"/>
                    <a:pt x="201" y="275"/>
                    <a:pt x="174" y="295"/>
                  </a:cubicBezTo>
                  <a:cubicBezTo>
                    <a:pt x="149" y="315"/>
                    <a:pt x="142" y="345"/>
                    <a:pt x="155" y="377"/>
                  </a:cubicBezTo>
                  <a:cubicBezTo>
                    <a:pt x="161" y="394"/>
                    <a:pt x="171" y="405"/>
                    <a:pt x="185" y="411"/>
                  </a:cubicBezTo>
                  <a:cubicBezTo>
                    <a:pt x="212" y="422"/>
                    <a:pt x="243" y="409"/>
                    <a:pt x="244" y="409"/>
                  </a:cubicBezTo>
                  <a:cubicBezTo>
                    <a:pt x="251" y="406"/>
                    <a:pt x="259" y="410"/>
                    <a:pt x="262" y="417"/>
                  </a:cubicBezTo>
                  <a:cubicBezTo>
                    <a:pt x="265" y="424"/>
                    <a:pt x="262" y="432"/>
                    <a:pt x="255" y="435"/>
                  </a:cubicBezTo>
                  <a:cubicBezTo>
                    <a:pt x="253" y="436"/>
                    <a:pt x="212" y="453"/>
                    <a:pt x="174" y="437"/>
                  </a:cubicBezTo>
                  <a:cubicBezTo>
                    <a:pt x="154" y="429"/>
                    <a:pt x="138" y="412"/>
                    <a:pt x="128" y="388"/>
                  </a:cubicBezTo>
                  <a:cubicBezTo>
                    <a:pt x="111" y="343"/>
                    <a:pt x="122" y="300"/>
                    <a:pt x="157" y="273"/>
                  </a:cubicBezTo>
                  <a:cubicBezTo>
                    <a:pt x="189" y="248"/>
                    <a:pt x="234" y="243"/>
                    <a:pt x="274" y="257"/>
                  </a:cubicBezTo>
                  <a:cubicBezTo>
                    <a:pt x="281" y="227"/>
                    <a:pt x="304" y="187"/>
                    <a:pt x="361" y="174"/>
                  </a:cubicBezTo>
                  <a:cubicBezTo>
                    <a:pt x="415" y="161"/>
                    <a:pt x="447" y="173"/>
                    <a:pt x="464" y="184"/>
                  </a:cubicBezTo>
                  <a:cubicBezTo>
                    <a:pt x="484" y="158"/>
                    <a:pt x="524" y="127"/>
                    <a:pt x="582" y="137"/>
                  </a:cubicBezTo>
                  <a:cubicBezTo>
                    <a:pt x="631" y="145"/>
                    <a:pt x="658" y="170"/>
                    <a:pt x="673" y="190"/>
                  </a:cubicBezTo>
                  <a:cubicBezTo>
                    <a:pt x="686" y="208"/>
                    <a:pt x="694" y="230"/>
                    <a:pt x="696" y="250"/>
                  </a:cubicBezTo>
                  <a:cubicBezTo>
                    <a:pt x="751" y="237"/>
                    <a:pt x="814" y="253"/>
                    <a:pt x="851" y="291"/>
                  </a:cubicBezTo>
                  <a:cubicBezTo>
                    <a:pt x="881" y="322"/>
                    <a:pt x="892" y="365"/>
                    <a:pt x="881" y="411"/>
                  </a:cubicBezTo>
                  <a:cubicBezTo>
                    <a:pt x="895" y="424"/>
                    <a:pt x="922" y="459"/>
                    <a:pt x="914" y="518"/>
                  </a:cubicBezTo>
                  <a:cubicBezTo>
                    <a:pt x="910" y="549"/>
                    <a:pt x="893" y="573"/>
                    <a:pt x="866" y="586"/>
                  </a:cubicBezTo>
                  <a:cubicBezTo>
                    <a:pt x="831" y="602"/>
                    <a:pt x="785" y="596"/>
                    <a:pt x="747" y="572"/>
                  </a:cubicBezTo>
                  <a:cubicBezTo>
                    <a:pt x="693" y="538"/>
                    <a:pt x="609" y="536"/>
                    <a:pt x="571" y="568"/>
                  </a:cubicBezTo>
                  <a:cubicBezTo>
                    <a:pt x="541" y="593"/>
                    <a:pt x="507" y="618"/>
                    <a:pt x="474" y="615"/>
                  </a:cubicBezTo>
                  <a:cubicBezTo>
                    <a:pt x="472" y="615"/>
                    <a:pt x="469" y="615"/>
                    <a:pt x="466" y="614"/>
                  </a:cubicBezTo>
                  <a:cubicBezTo>
                    <a:pt x="447" y="610"/>
                    <a:pt x="432" y="596"/>
                    <a:pt x="421" y="572"/>
                  </a:cubicBezTo>
                  <a:cubicBezTo>
                    <a:pt x="417" y="565"/>
                    <a:pt x="420" y="557"/>
                    <a:pt x="427" y="554"/>
                  </a:cubicBezTo>
                  <a:cubicBezTo>
                    <a:pt x="434" y="550"/>
                    <a:pt x="443" y="553"/>
                    <a:pt x="446" y="560"/>
                  </a:cubicBezTo>
                  <a:cubicBezTo>
                    <a:pt x="453" y="576"/>
                    <a:pt x="462" y="584"/>
                    <a:pt x="473" y="586"/>
                  </a:cubicBezTo>
                  <a:cubicBezTo>
                    <a:pt x="496" y="592"/>
                    <a:pt x="530" y="566"/>
                    <a:pt x="553" y="547"/>
                  </a:cubicBezTo>
                  <a:cubicBezTo>
                    <a:pt x="601" y="506"/>
                    <a:pt x="697" y="507"/>
                    <a:pt x="762" y="548"/>
                  </a:cubicBezTo>
                  <a:cubicBezTo>
                    <a:pt x="792" y="567"/>
                    <a:pt x="828" y="572"/>
                    <a:pt x="854" y="560"/>
                  </a:cubicBezTo>
                  <a:cubicBezTo>
                    <a:pt x="872" y="552"/>
                    <a:pt x="883" y="536"/>
                    <a:pt x="886" y="514"/>
                  </a:cubicBezTo>
                  <a:cubicBezTo>
                    <a:pt x="895" y="455"/>
                    <a:pt x="858" y="427"/>
                    <a:pt x="857" y="427"/>
                  </a:cubicBezTo>
                  <a:cubicBezTo>
                    <a:pt x="852" y="424"/>
                    <a:pt x="850" y="418"/>
                    <a:pt x="852" y="412"/>
                  </a:cubicBezTo>
                  <a:cubicBezTo>
                    <a:pt x="863" y="372"/>
                    <a:pt x="856" y="337"/>
                    <a:pt x="831" y="311"/>
                  </a:cubicBezTo>
                  <a:cubicBezTo>
                    <a:pt x="800" y="280"/>
                    <a:pt x="747" y="266"/>
                    <a:pt x="702" y="278"/>
                  </a:cubicBezTo>
                  <a:cubicBezTo>
                    <a:pt x="642" y="293"/>
                    <a:pt x="633" y="357"/>
                    <a:pt x="632" y="378"/>
                  </a:cubicBezTo>
                  <a:cubicBezTo>
                    <a:pt x="667" y="380"/>
                    <a:pt x="707" y="396"/>
                    <a:pt x="744" y="441"/>
                  </a:cubicBezTo>
                  <a:cubicBezTo>
                    <a:pt x="749" y="447"/>
                    <a:pt x="748" y="456"/>
                    <a:pt x="742" y="461"/>
                  </a:cubicBezTo>
                  <a:cubicBezTo>
                    <a:pt x="736" y="466"/>
                    <a:pt x="727" y="465"/>
                    <a:pt x="722" y="459"/>
                  </a:cubicBezTo>
                  <a:cubicBezTo>
                    <a:pt x="643" y="362"/>
                    <a:pt x="552" y="428"/>
                    <a:pt x="549" y="430"/>
                  </a:cubicBezTo>
                  <a:cubicBezTo>
                    <a:pt x="543" y="434"/>
                    <a:pt x="536" y="434"/>
                    <a:pt x="531" y="430"/>
                  </a:cubicBezTo>
                  <a:cubicBezTo>
                    <a:pt x="529" y="429"/>
                    <a:pt x="496" y="400"/>
                    <a:pt x="447" y="410"/>
                  </a:cubicBezTo>
                  <a:cubicBezTo>
                    <a:pt x="401" y="419"/>
                    <a:pt x="393" y="476"/>
                    <a:pt x="393" y="476"/>
                  </a:cubicBezTo>
                  <a:cubicBezTo>
                    <a:pt x="392" y="482"/>
                    <a:pt x="387" y="487"/>
                    <a:pt x="381" y="488"/>
                  </a:cubicBezTo>
                  <a:cubicBezTo>
                    <a:pt x="339" y="496"/>
                    <a:pt x="315" y="514"/>
                    <a:pt x="300" y="535"/>
                  </a:cubicBezTo>
                  <a:cubicBezTo>
                    <a:pt x="300" y="535"/>
                    <a:pt x="300" y="535"/>
                    <a:pt x="300" y="535"/>
                  </a:cubicBezTo>
                  <a:cubicBezTo>
                    <a:pt x="300" y="535"/>
                    <a:pt x="300" y="535"/>
                    <a:pt x="300" y="535"/>
                  </a:cubicBezTo>
                  <a:cubicBezTo>
                    <a:pt x="299" y="536"/>
                    <a:pt x="299" y="537"/>
                    <a:pt x="298" y="538"/>
                  </a:cubicBezTo>
                  <a:cubicBezTo>
                    <a:pt x="278" y="568"/>
                    <a:pt x="273" y="596"/>
                    <a:pt x="275" y="618"/>
                  </a:cubicBezTo>
                  <a:cubicBezTo>
                    <a:pt x="275" y="618"/>
                    <a:pt x="274" y="618"/>
                    <a:pt x="274" y="618"/>
                  </a:cubicBezTo>
                  <a:cubicBezTo>
                    <a:pt x="275" y="625"/>
                    <a:pt x="276" y="631"/>
                    <a:pt x="278" y="637"/>
                  </a:cubicBezTo>
                  <a:cubicBezTo>
                    <a:pt x="281" y="654"/>
                    <a:pt x="288" y="664"/>
                    <a:pt x="288" y="665"/>
                  </a:cubicBezTo>
                  <a:cubicBezTo>
                    <a:pt x="302" y="693"/>
                    <a:pt x="326" y="711"/>
                    <a:pt x="352" y="724"/>
                  </a:cubicBezTo>
                  <a:cubicBezTo>
                    <a:pt x="352" y="724"/>
                    <a:pt x="352" y="724"/>
                    <a:pt x="352" y="724"/>
                  </a:cubicBezTo>
                  <a:cubicBezTo>
                    <a:pt x="352" y="724"/>
                    <a:pt x="418" y="758"/>
                    <a:pt x="552" y="768"/>
                  </a:cubicBezTo>
                  <a:cubicBezTo>
                    <a:pt x="558" y="768"/>
                    <a:pt x="565" y="769"/>
                    <a:pt x="571" y="769"/>
                  </a:cubicBezTo>
                  <a:cubicBezTo>
                    <a:pt x="571" y="769"/>
                    <a:pt x="570" y="769"/>
                    <a:pt x="570" y="769"/>
                  </a:cubicBezTo>
                  <a:cubicBezTo>
                    <a:pt x="570" y="769"/>
                    <a:pt x="570" y="769"/>
                    <a:pt x="570" y="769"/>
                  </a:cubicBezTo>
                  <a:cubicBezTo>
                    <a:pt x="606" y="770"/>
                    <a:pt x="643" y="762"/>
                    <a:pt x="668" y="733"/>
                  </a:cubicBezTo>
                  <a:cubicBezTo>
                    <a:pt x="682" y="710"/>
                    <a:pt x="687" y="689"/>
                    <a:pt x="681" y="675"/>
                  </a:cubicBezTo>
                  <a:cubicBezTo>
                    <a:pt x="675" y="658"/>
                    <a:pt x="659" y="652"/>
                    <a:pt x="659" y="652"/>
                  </a:cubicBezTo>
                  <a:cubicBezTo>
                    <a:pt x="651" y="649"/>
                    <a:pt x="648" y="641"/>
                    <a:pt x="650" y="634"/>
                  </a:cubicBezTo>
                  <a:cubicBezTo>
                    <a:pt x="653" y="627"/>
                    <a:pt x="661" y="623"/>
                    <a:pt x="668" y="625"/>
                  </a:cubicBezTo>
                  <a:cubicBezTo>
                    <a:pt x="669" y="626"/>
                    <a:pt x="698" y="636"/>
                    <a:pt x="708" y="665"/>
                  </a:cubicBezTo>
                  <a:cubicBezTo>
                    <a:pt x="717" y="689"/>
                    <a:pt x="711" y="717"/>
                    <a:pt x="692" y="749"/>
                  </a:cubicBezTo>
                  <a:cubicBezTo>
                    <a:pt x="691" y="749"/>
                    <a:pt x="691" y="750"/>
                    <a:pt x="691" y="750"/>
                  </a:cubicBezTo>
                  <a:cubicBezTo>
                    <a:pt x="655" y="793"/>
                    <a:pt x="601" y="800"/>
                    <a:pt x="556" y="797"/>
                  </a:cubicBezTo>
                  <a:cubicBezTo>
                    <a:pt x="530" y="795"/>
                    <a:pt x="507" y="789"/>
                    <a:pt x="491" y="785"/>
                  </a:cubicBezTo>
                  <a:cubicBezTo>
                    <a:pt x="524" y="857"/>
                    <a:pt x="598" y="891"/>
                    <a:pt x="677" y="895"/>
                  </a:cubicBezTo>
                  <a:cubicBezTo>
                    <a:pt x="769" y="899"/>
                    <a:pt x="787" y="830"/>
                    <a:pt x="787" y="830"/>
                  </a:cubicBezTo>
                  <a:cubicBezTo>
                    <a:pt x="911" y="781"/>
                    <a:pt x="884" y="656"/>
                    <a:pt x="884" y="656"/>
                  </a:cubicBezTo>
                  <a:cubicBezTo>
                    <a:pt x="936" y="648"/>
                    <a:pt x="1005" y="590"/>
                    <a:pt x="1001" y="4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4770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6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-10043795" y="-19050"/>
            <a:ext cx="11598275" cy="688784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单圆角矩形 21"/>
          <p:cNvSpPr/>
          <p:nvPr/>
        </p:nvSpPr>
        <p:spPr>
          <a:xfrm>
            <a:off x="1554480" y="298958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04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pic>
        <p:nvPicPr>
          <p:cNvPr id="15" name="图片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0105" y="1901190"/>
            <a:ext cx="8408670" cy="40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9685655" y="-3810"/>
            <a:ext cx="796925" cy="28016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31750" cmpd="sng">
            <a:solidFill>
              <a:schemeClr val="accent3">
                <a:lumMod val="75000"/>
                <a:alpha val="75000"/>
              </a:schemeClr>
            </a:solidFill>
            <a:prstDash val="solid"/>
          </a:ln>
        </p:spPr>
        <p:txBody>
          <a:bodyPr vert="horz" wrap="square" rtlCol="0">
            <a:no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03.</a:t>
            </a:r>
            <a:r>
              <a:rPr lang="zh-CN" altLang="en-US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总体设计</a:t>
            </a:r>
            <a:endParaRPr lang="zh-CN" altLang="en-US" sz="3600">
              <a:solidFill>
                <a:schemeClr val="bg1"/>
              </a:solidFill>
              <a:latin typeface="Algerian" panose="04020705040A02060702" charset="0"/>
              <a:ea typeface="华文行楷" panose="02010800040101010101" charset="-122"/>
              <a:cs typeface="Algerian" panose="04020705040A02060702" charset="0"/>
            </a:endParaRPr>
          </a:p>
        </p:txBody>
      </p:sp>
      <p:pic>
        <p:nvPicPr>
          <p:cNvPr id="19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4945" y="608330"/>
            <a:ext cx="5274310" cy="4050030"/>
          </a:xfrm>
          <a:prstGeom prst="rect">
            <a:avLst/>
          </a:prstGeom>
        </p:spPr>
      </p:pic>
      <p:pic>
        <p:nvPicPr>
          <p:cNvPr id="20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4275" y="441960"/>
            <a:ext cx="5274310" cy="4216400"/>
          </a:xfrm>
          <a:prstGeom prst="rect">
            <a:avLst/>
          </a:prstGeom>
        </p:spPr>
      </p:pic>
      <p:pic>
        <p:nvPicPr>
          <p:cNvPr id="23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6495" y="1754505"/>
            <a:ext cx="5274310" cy="4809490"/>
          </a:xfrm>
          <a:prstGeom prst="rect">
            <a:avLst/>
          </a:prstGeom>
        </p:spPr>
      </p:pic>
      <p:pic>
        <p:nvPicPr>
          <p:cNvPr id="24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495" y="1827530"/>
            <a:ext cx="5274310" cy="466344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5400" y="-3810"/>
            <a:ext cx="11630660" cy="68662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单圆角矩形 5"/>
          <p:cNvSpPr/>
          <p:nvPr/>
        </p:nvSpPr>
        <p:spPr>
          <a:xfrm>
            <a:off x="11605260" y="481393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01</a:t>
            </a:r>
            <a:endParaRPr lang="en-US" altLang="zh-CN" sz="2000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544195" y="64770"/>
            <a:ext cx="11576685" cy="68230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单圆角矩形 6"/>
          <p:cNvSpPr/>
          <p:nvPr/>
        </p:nvSpPr>
        <p:spPr>
          <a:xfrm>
            <a:off x="11032490" y="417385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02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115695" y="0"/>
            <a:ext cx="11598275" cy="688784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单圆角矩形 8"/>
          <p:cNvSpPr/>
          <p:nvPr/>
        </p:nvSpPr>
        <p:spPr>
          <a:xfrm>
            <a:off x="10482580" y="3462020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03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6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-1640840" y="0"/>
            <a:ext cx="11598275" cy="688784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outerShdw blurRad="50800" dist="88900" dir="2700000" algn="tl" rotWithShape="0">
              <a:schemeClr val="tx1">
                <a:lumMod val="65000"/>
                <a:lumOff val="35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单圆角矩形 21"/>
          <p:cNvSpPr/>
          <p:nvPr/>
        </p:nvSpPr>
        <p:spPr>
          <a:xfrm>
            <a:off x="9957435" y="2978785"/>
            <a:ext cx="539115" cy="581660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88900" dir="2700000" algn="tl" rotWithShape="0">
              <a:schemeClr val="tx1">
                <a:lumMod val="50000"/>
                <a:lumOff val="50000"/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Berlin Sans FB Demi" panose="020E0802020502020306" charset="0"/>
                <a:cs typeface="Berlin Sans FB Demi" panose="020E0802020502020306" charset="0"/>
              </a:rPr>
              <a:t>04</a:t>
            </a:r>
            <a:endParaRPr lang="en-US" altLang="zh-CN"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2987675" y="1788160"/>
            <a:ext cx="3203575" cy="2733675"/>
            <a:chOff x="3941322" y="1819623"/>
            <a:chExt cx="4325214" cy="3939480"/>
          </a:xfrm>
        </p:grpSpPr>
        <p:sp>
          <p:nvSpPr>
            <p:cNvPr id="15" name="iSḻíďè"/>
            <p:cNvSpPr/>
            <p:nvPr/>
          </p:nvSpPr>
          <p:spPr bwMode="auto">
            <a:xfrm>
              <a:off x="5228558" y="2912560"/>
              <a:ext cx="1751376" cy="1753606"/>
            </a:xfrm>
            <a:prstGeom prst="ellipse">
              <a:avLst/>
            </a:prstGeom>
            <a:blipFill rotWithShape="1">
              <a:blip r:embed="rId6"/>
              <a:srcRect/>
              <a:stretch>
                <a:fillRect l="-25574" r="-25206"/>
              </a:stretch>
            </a:blip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4545711" y="3620991"/>
              <a:ext cx="3100578" cy="336744"/>
              <a:chOff x="4566726" y="3484638"/>
              <a:chExt cx="3100578" cy="336744"/>
            </a:xfrm>
            <a:solidFill>
              <a:schemeClr val="bg1">
                <a:lumMod val="75000"/>
              </a:schemeClr>
            </a:solidFill>
          </p:grpSpPr>
          <p:sp>
            <p:nvSpPr>
              <p:cNvPr id="19" name="íŝ1ïḋè"/>
              <p:cNvSpPr/>
              <p:nvPr/>
            </p:nvSpPr>
            <p:spPr bwMode="auto">
              <a:xfrm>
                <a:off x="7389861" y="3484638"/>
                <a:ext cx="277443" cy="336744"/>
              </a:xfrm>
              <a:prstGeom prst="chevron">
                <a:avLst/>
              </a:pr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iŝľïdé"/>
              <p:cNvSpPr/>
              <p:nvPr/>
            </p:nvSpPr>
            <p:spPr bwMode="auto">
              <a:xfrm flipH="1">
                <a:off x="4566726" y="3484638"/>
                <a:ext cx="279560" cy="336744"/>
              </a:xfrm>
              <a:prstGeom prst="chevron">
                <a:avLst/>
              </a:pr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3" name="íṧ1íḋè"/>
            <p:cNvSpPr/>
            <p:nvPr/>
          </p:nvSpPr>
          <p:spPr bwMode="auto">
            <a:xfrm>
              <a:off x="4963767" y="1819623"/>
              <a:ext cx="2280959" cy="783616"/>
            </a:xfrm>
            <a:custGeom>
              <a:avLst/>
              <a:gdLst/>
              <a:ahLst/>
              <a:cxnLst>
                <a:cxn ang="0">
                  <a:pos x="0" y="317"/>
                </a:cxn>
                <a:cxn ang="0">
                  <a:pos x="35" y="343"/>
                </a:cxn>
                <a:cxn ang="0">
                  <a:pos x="965" y="343"/>
                </a:cxn>
                <a:cxn ang="0">
                  <a:pos x="1000" y="317"/>
                </a:cxn>
                <a:cxn ang="0">
                  <a:pos x="0" y="317"/>
                </a:cxn>
              </a:cxnLst>
              <a:rect l="0" t="0" r="r" b="b"/>
              <a:pathLst>
                <a:path w="1000" h="343">
                  <a:moveTo>
                    <a:pt x="0" y="317"/>
                  </a:moveTo>
                  <a:cubicBezTo>
                    <a:pt x="10" y="325"/>
                    <a:pt x="21" y="333"/>
                    <a:pt x="35" y="343"/>
                  </a:cubicBezTo>
                  <a:cubicBezTo>
                    <a:pt x="285" y="40"/>
                    <a:pt x="716" y="40"/>
                    <a:pt x="965" y="343"/>
                  </a:cubicBezTo>
                  <a:cubicBezTo>
                    <a:pt x="979" y="333"/>
                    <a:pt x="990" y="325"/>
                    <a:pt x="1000" y="317"/>
                  </a:cubicBezTo>
                  <a:cubicBezTo>
                    <a:pt x="725" y="0"/>
                    <a:pt x="275" y="0"/>
                    <a:pt x="0" y="3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íšļídé"/>
            <p:cNvSpPr/>
            <p:nvPr/>
          </p:nvSpPr>
          <p:spPr bwMode="auto">
            <a:xfrm>
              <a:off x="4963767" y="4973368"/>
              <a:ext cx="2280959" cy="785735"/>
            </a:xfrm>
            <a:custGeom>
              <a:avLst/>
              <a:gdLst/>
              <a:ahLst/>
              <a:cxnLst>
                <a:cxn ang="0">
                  <a:pos x="1000" y="27"/>
                </a:cxn>
                <a:cxn ang="0">
                  <a:pos x="965" y="0"/>
                </a:cxn>
                <a:cxn ang="0">
                  <a:pos x="35" y="0"/>
                </a:cxn>
                <a:cxn ang="0">
                  <a:pos x="0" y="27"/>
                </a:cxn>
                <a:cxn ang="0">
                  <a:pos x="1000" y="27"/>
                </a:cxn>
              </a:cxnLst>
              <a:rect l="0" t="0" r="r" b="b"/>
              <a:pathLst>
                <a:path w="1000" h="344">
                  <a:moveTo>
                    <a:pt x="1000" y="27"/>
                  </a:moveTo>
                  <a:cubicBezTo>
                    <a:pt x="990" y="19"/>
                    <a:pt x="979" y="11"/>
                    <a:pt x="965" y="0"/>
                  </a:cubicBezTo>
                  <a:cubicBezTo>
                    <a:pt x="715" y="304"/>
                    <a:pt x="285" y="304"/>
                    <a:pt x="35" y="0"/>
                  </a:cubicBezTo>
                  <a:cubicBezTo>
                    <a:pt x="21" y="11"/>
                    <a:pt x="10" y="19"/>
                    <a:pt x="0" y="27"/>
                  </a:cubicBezTo>
                  <a:cubicBezTo>
                    <a:pt x="275" y="344"/>
                    <a:pt x="725" y="344"/>
                    <a:pt x="1000" y="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îṡ1íḑe"/>
            <p:cNvSpPr/>
            <p:nvPr/>
          </p:nvSpPr>
          <p:spPr bwMode="auto">
            <a:xfrm>
              <a:off x="3942179" y="2209453"/>
              <a:ext cx="1224263" cy="126557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ïśļïdè"/>
            <p:cNvSpPr/>
            <p:nvPr/>
          </p:nvSpPr>
          <p:spPr bwMode="auto">
            <a:xfrm>
              <a:off x="7042273" y="2209453"/>
              <a:ext cx="1224263" cy="126557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íšļïḋe"/>
            <p:cNvSpPr/>
            <p:nvPr/>
          </p:nvSpPr>
          <p:spPr bwMode="auto">
            <a:xfrm>
              <a:off x="3941322" y="4186056"/>
              <a:ext cx="1224263" cy="126557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iŝlïďe"/>
            <p:cNvSpPr/>
            <p:nvPr/>
          </p:nvSpPr>
          <p:spPr bwMode="auto">
            <a:xfrm>
              <a:off x="7042273" y="4186971"/>
              <a:ext cx="1224263" cy="126557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椭圆 45"/>
            <p:cNvSpPr/>
            <p:nvPr/>
          </p:nvSpPr>
          <p:spPr>
            <a:xfrm>
              <a:off x="4284495" y="2525917"/>
              <a:ext cx="538924" cy="590928"/>
            </a:xfrm>
            <a:custGeom>
              <a:avLst/>
              <a:gdLst>
                <a:gd name="connsiteX0" fmla="*/ 257952 w 552598"/>
                <a:gd name="connsiteY0" fmla="*/ 238897 h 605921"/>
                <a:gd name="connsiteX1" fmla="*/ 252845 w 552598"/>
                <a:gd name="connsiteY1" fmla="*/ 243996 h 605921"/>
                <a:gd name="connsiteX2" fmla="*/ 252845 w 552598"/>
                <a:gd name="connsiteY2" fmla="*/ 308986 h 605921"/>
                <a:gd name="connsiteX3" fmla="*/ 228056 w 552598"/>
                <a:gd name="connsiteY3" fmla="*/ 308986 h 605921"/>
                <a:gd name="connsiteX4" fmla="*/ 225642 w 552598"/>
                <a:gd name="connsiteY4" fmla="*/ 314085 h 605921"/>
                <a:gd name="connsiteX5" fmla="*/ 273271 w 552598"/>
                <a:gd name="connsiteY5" fmla="*/ 372123 h 605921"/>
                <a:gd name="connsiteX6" fmla="*/ 279306 w 552598"/>
                <a:gd name="connsiteY6" fmla="*/ 372123 h 605921"/>
                <a:gd name="connsiteX7" fmla="*/ 327027 w 552598"/>
                <a:gd name="connsiteY7" fmla="*/ 314085 h 605921"/>
                <a:gd name="connsiteX8" fmla="*/ 324520 w 552598"/>
                <a:gd name="connsiteY8" fmla="*/ 308986 h 605921"/>
                <a:gd name="connsiteX9" fmla="*/ 299731 w 552598"/>
                <a:gd name="connsiteY9" fmla="*/ 308986 h 605921"/>
                <a:gd name="connsiteX10" fmla="*/ 299731 w 552598"/>
                <a:gd name="connsiteY10" fmla="*/ 243996 h 605921"/>
                <a:gd name="connsiteX11" fmla="*/ 294718 w 552598"/>
                <a:gd name="connsiteY11" fmla="*/ 238897 h 605921"/>
                <a:gd name="connsiteX12" fmla="*/ 260737 w 552598"/>
                <a:gd name="connsiteY12" fmla="*/ 130146 h 605921"/>
                <a:gd name="connsiteX13" fmla="*/ 291932 w 552598"/>
                <a:gd name="connsiteY13" fmla="*/ 130146 h 605921"/>
                <a:gd name="connsiteX14" fmla="*/ 303445 w 552598"/>
                <a:gd name="connsiteY14" fmla="*/ 141642 h 605921"/>
                <a:gd name="connsiteX15" fmla="*/ 303445 w 552598"/>
                <a:gd name="connsiteY15" fmla="*/ 167602 h 605921"/>
                <a:gd name="connsiteX16" fmla="*/ 353580 w 552598"/>
                <a:gd name="connsiteY16" fmla="*/ 188369 h 605921"/>
                <a:gd name="connsiteX17" fmla="*/ 371963 w 552598"/>
                <a:gd name="connsiteY17" fmla="*/ 170012 h 605921"/>
                <a:gd name="connsiteX18" fmla="*/ 388118 w 552598"/>
                <a:gd name="connsiteY18" fmla="*/ 170012 h 605921"/>
                <a:gd name="connsiteX19" fmla="*/ 410215 w 552598"/>
                <a:gd name="connsiteY19" fmla="*/ 192077 h 605921"/>
                <a:gd name="connsiteX20" fmla="*/ 410215 w 552598"/>
                <a:gd name="connsiteY20" fmla="*/ 208209 h 605921"/>
                <a:gd name="connsiteX21" fmla="*/ 391832 w 552598"/>
                <a:gd name="connsiteY21" fmla="*/ 226566 h 605921"/>
                <a:gd name="connsiteX22" fmla="*/ 412628 w 552598"/>
                <a:gd name="connsiteY22" fmla="*/ 276630 h 605921"/>
                <a:gd name="connsiteX23" fmla="*/ 438625 w 552598"/>
                <a:gd name="connsiteY23" fmla="*/ 276630 h 605921"/>
                <a:gd name="connsiteX24" fmla="*/ 450137 w 552598"/>
                <a:gd name="connsiteY24" fmla="*/ 288126 h 605921"/>
                <a:gd name="connsiteX25" fmla="*/ 450137 w 552598"/>
                <a:gd name="connsiteY25" fmla="*/ 319277 h 605921"/>
                <a:gd name="connsiteX26" fmla="*/ 438625 w 552598"/>
                <a:gd name="connsiteY26" fmla="*/ 330773 h 605921"/>
                <a:gd name="connsiteX27" fmla="*/ 412628 w 552598"/>
                <a:gd name="connsiteY27" fmla="*/ 330773 h 605921"/>
                <a:gd name="connsiteX28" fmla="*/ 391832 w 552598"/>
                <a:gd name="connsiteY28" fmla="*/ 380838 h 605921"/>
                <a:gd name="connsiteX29" fmla="*/ 410215 w 552598"/>
                <a:gd name="connsiteY29" fmla="*/ 399102 h 605921"/>
                <a:gd name="connsiteX30" fmla="*/ 410215 w 552598"/>
                <a:gd name="connsiteY30" fmla="*/ 415326 h 605921"/>
                <a:gd name="connsiteX31" fmla="*/ 388118 w 552598"/>
                <a:gd name="connsiteY31" fmla="*/ 437299 h 605921"/>
                <a:gd name="connsiteX32" fmla="*/ 371963 w 552598"/>
                <a:gd name="connsiteY32" fmla="*/ 437299 h 605921"/>
                <a:gd name="connsiteX33" fmla="*/ 353580 w 552598"/>
                <a:gd name="connsiteY33" fmla="*/ 419035 h 605921"/>
                <a:gd name="connsiteX34" fmla="*/ 303445 w 552598"/>
                <a:gd name="connsiteY34" fmla="*/ 439802 h 605921"/>
                <a:gd name="connsiteX35" fmla="*/ 303445 w 552598"/>
                <a:gd name="connsiteY35" fmla="*/ 465761 h 605921"/>
                <a:gd name="connsiteX36" fmla="*/ 291932 w 552598"/>
                <a:gd name="connsiteY36" fmla="*/ 477257 h 605921"/>
                <a:gd name="connsiteX37" fmla="*/ 260737 w 552598"/>
                <a:gd name="connsiteY37" fmla="*/ 477257 h 605921"/>
                <a:gd name="connsiteX38" fmla="*/ 249224 w 552598"/>
                <a:gd name="connsiteY38" fmla="*/ 465761 h 605921"/>
                <a:gd name="connsiteX39" fmla="*/ 249224 w 552598"/>
                <a:gd name="connsiteY39" fmla="*/ 439802 h 605921"/>
                <a:gd name="connsiteX40" fmla="*/ 199089 w 552598"/>
                <a:gd name="connsiteY40" fmla="*/ 419035 h 605921"/>
                <a:gd name="connsiteX41" fmla="*/ 180799 w 552598"/>
                <a:gd name="connsiteY41" fmla="*/ 437299 h 605921"/>
                <a:gd name="connsiteX42" fmla="*/ 164551 w 552598"/>
                <a:gd name="connsiteY42" fmla="*/ 437299 h 605921"/>
                <a:gd name="connsiteX43" fmla="*/ 142547 w 552598"/>
                <a:gd name="connsiteY43" fmla="*/ 415326 h 605921"/>
                <a:gd name="connsiteX44" fmla="*/ 142547 w 552598"/>
                <a:gd name="connsiteY44" fmla="*/ 399102 h 605921"/>
                <a:gd name="connsiteX45" fmla="*/ 160837 w 552598"/>
                <a:gd name="connsiteY45" fmla="*/ 380838 h 605921"/>
                <a:gd name="connsiteX46" fmla="*/ 140041 w 552598"/>
                <a:gd name="connsiteY46" fmla="*/ 330773 h 605921"/>
                <a:gd name="connsiteX47" fmla="*/ 114044 w 552598"/>
                <a:gd name="connsiteY47" fmla="*/ 330773 h 605921"/>
                <a:gd name="connsiteX48" fmla="*/ 102532 w 552598"/>
                <a:gd name="connsiteY48" fmla="*/ 319277 h 605921"/>
                <a:gd name="connsiteX49" fmla="*/ 102532 w 552598"/>
                <a:gd name="connsiteY49" fmla="*/ 288126 h 605921"/>
                <a:gd name="connsiteX50" fmla="*/ 114044 w 552598"/>
                <a:gd name="connsiteY50" fmla="*/ 276630 h 605921"/>
                <a:gd name="connsiteX51" fmla="*/ 140041 w 552598"/>
                <a:gd name="connsiteY51" fmla="*/ 276630 h 605921"/>
                <a:gd name="connsiteX52" fmla="*/ 160837 w 552598"/>
                <a:gd name="connsiteY52" fmla="*/ 226566 h 605921"/>
                <a:gd name="connsiteX53" fmla="*/ 142547 w 552598"/>
                <a:gd name="connsiteY53" fmla="*/ 208209 h 605921"/>
                <a:gd name="connsiteX54" fmla="*/ 142547 w 552598"/>
                <a:gd name="connsiteY54" fmla="*/ 192077 h 605921"/>
                <a:gd name="connsiteX55" fmla="*/ 164551 w 552598"/>
                <a:gd name="connsiteY55" fmla="*/ 170012 h 605921"/>
                <a:gd name="connsiteX56" fmla="*/ 180799 w 552598"/>
                <a:gd name="connsiteY56" fmla="*/ 170012 h 605921"/>
                <a:gd name="connsiteX57" fmla="*/ 199089 w 552598"/>
                <a:gd name="connsiteY57" fmla="*/ 188369 h 605921"/>
                <a:gd name="connsiteX58" fmla="*/ 249224 w 552598"/>
                <a:gd name="connsiteY58" fmla="*/ 167602 h 605921"/>
                <a:gd name="connsiteX59" fmla="*/ 249224 w 552598"/>
                <a:gd name="connsiteY59" fmla="*/ 141642 h 605921"/>
                <a:gd name="connsiteX60" fmla="*/ 260737 w 552598"/>
                <a:gd name="connsiteY60" fmla="*/ 130146 h 605921"/>
                <a:gd name="connsiteX61" fmla="*/ 438507 w 552598"/>
                <a:gd name="connsiteY61" fmla="*/ 79551 h 605921"/>
                <a:gd name="connsiteX62" fmla="*/ 552598 w 552598"/>
                <a:gd name="connsiteY62" fmla="*/ 302952 h 605921"/>
                <a:gd name="connsiteX63" fmla="*/ 276329 w 552598"/>
                <a:gd name="connsiteY63" fmla="*/ 578821 h 605921"/>
                <a:gd name="connsiteX64" fmla="*/ 276329 w 552598"/>
                <a:gd name="connsiteY64" fmla="*/ 602737 h 605921"/>
                <a:gd name="connsiteX65" fmla="*/ 271316 w 552598"/>
                <a:gd name="connsiteY65" fmla="*/ 605332 h 605921"/>
                <a:gd name="connsiteX66" fmla="*/ 206426 w 552598"/>
                <a:gd name="connsiteY66" fmla="*/ 560837 h 605921"/>
                <a:gd name="connsiteX67" fmla="*/ 206426 w 552598"/>
                <a:gd name="connsiteY67" fmla="*/ 555553 h 605921"/>
                <a:gd name="connsiteX68" fmla="*/ 271316 w 552598"/>
                <a:gd name="connsiteY68" fmla="*/ 511059 h 605921"/>
                <a:gd name="connsiteX69" fmla="*/ 276329 w 552598"/>
                <a:gd name="connsiteY69" fmla="*/ 513654 h 605921"/>
                <a:gd name="connsiteX70" fmla="*/ 276329 w 552598"/>
                <a:gd name="connsiteY70" fmla="*/ 537663 h 605921"/>
                <a:gd name="connsiteX71" fmla="*/ 511381 w 552598"/>
                <a:gd name="connsiteY71" fmla="*/ 302952 h 605921"/>
                <a:gd name="connsiteX72" fmla="*/ 414278 w 552598"/>
                <a:gd name="connsiteY72" fmla="*/ 112830 h 605921"/>
                <a:gd name="connsiteX73" fmla="*/ 281414 w 552598"/>
                <a:gd name="connsiteY73" fmla="*/ 589 h 605921"/>
                <a:gd name="connsiteX74" fmla="*/ 346313 w 552598"/>
                <a:gd name="connsiteY74" fmla="*/ 45086 h 605921"/>
                <a:gd name="connsiteX75" fmla="*/ 346313 w 552598"/>
                <a:gd name="connsiteY75" fmla="*/ 50277 h 605921"/>
                <a:gd name="connsiteX76" fmla="*/ 281414 w 552598"/>
                <a:gd name="connsiteY76" fmla="*/ 94775 h 605921"/>
                <a:gd name="connsiteX77" fmla="*/ 276308 w 552598"/>
                <a:gd name="connsiteY77" fmla="*/ 92179 h 605921"/>
                <a:gd name="connsiteX78" fmla="*/ 276308 w 552598"/>
                <a:gd name="connsiteY78" fmla="*/ 68262 h 605921"/>
                <a:gd name="connsiteX79" fmla="*/ 41223 w 552598"/>
                <a:gd name="connsiteY79" fmla="*/ 303077 h 605921"/>
                <a:gd name="connsiteX80" fmla="*/ 138432 w 552598"/>
                <a:gd name="connsiteY80" fmla="*/ 493302 h 605921"/>
                <a:gd name="connsiteX81" fmla="*/ 114200 w 552598"/>
                <a:gd name="connsiteY81" fmla="*/ 526582 h 605921"/>
                <a:gd name="connsiteX82" fmla="*/ 0 w 552598"/>
                <a:gd name="connsiteY82" fmla="*/ 303077 h 605921"/>
                <a:gd name="connsiteX83" fmla="*/ 276308 w 552598"/>
                <a:gd name="connsiteY83" fmla="*/ 27195 h 605921"/>
                <a:gd name="connsiteX84" fmla="*/ 276308 w 552598"/>
                <a:gd name="connsiteY84" fmla="*/ 3185 h 605921"/>
                <a:gd name="connsiteX85" fmla="*/ 281414 w 552598"/>
                <a:gd name="connsiteY85" fmla="*/ 589 h 60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552598" h="605921">
                  <a:moveTo>
                    <a:pt x="257952" y="238897"/>
                  </a:moveTo>
                  <a:cubicBezTo>
                    <a:pt x="255074" y="238897"/>
                    <a:pt x="252845" y="241122"/>
                    <a:pt x="252845" y="243996"/>
                  </a:cubicBezTo>
                  <a:lnTo>
                    <a:pt x="252845" y="308986"/>
                  </a:lnTo>
                  <a:lnTo>
                    <a:pt x="228056" y="308986"/>
                  </a:lnTo>
                  <a:cubicBezTo>
                    <a:pt x="225364" y="308986"/>
                    <a:pt x="223878" y="311953"/>
                    <a:pt x="225642" y="314085"/>
                  </a:cubicBezTo>
                  <a:lnTo>
                    <a:pt x="273271" y="372123"/>
                  </a:lnTo>
                  <a:cubicBezTo>
                    <a:pt x="274849" y="373977"/>
                    <a:pt x="277727" y="373977"/>
                    <a:pt x="279306" y="372123"/>
                  </a:cubicBezTo>
                  <a:lnTo>
                    <a:pt x="327027" y="314085"/>
                  </a:lnTo>
                  <a:cubicBezTo>
                    <a:pt x="328605" y="311953"/>
                    <a:pt x="327213" y="308894"/>
                    <a:pt x="324520" y="308986"/>
                  </a:cubicBezTo>
                  <a:lnTo>
                    <a:pt x="299731" y="308986"/>
                  </a:lnTo>
                  <a:lnTo>
                    <a:pt x="299731" y="243996"/>
                  </a:lnTo>
                  <a:cubicBezTo>
                    <a:pt x="299731" y="241122"/>
                    <a:pt x="297503" y="238897"/>
                    <a:pt x="294718" y="238897"/>
                  </a:cubicBezTo>
                  <a:close/>
                  <a:moveTo>
                    <a:pt x="260737" y="130146"/>
                  </a:moveTo>
                  <a:lnTo>
                    <a:pt x="291932" y="130146"/>
                  </a:lnTo>
                  <a:cubicBezTo>
                    <a:pt x="298431" y="130146"/>
                    <a:pt x="303445" y="135338"/>
                    <a:pt x="303445" y="141642"/>
                  </a:cubicBezTo>
                  <a:lnTo>
                    <a:pt x="303445" y="167602"/>
                  </a:lnTo>
                  <a:cubicBezTo>
                    <a:pt x="321642" y="171125"/>
                    <a:pt x="338632" y="178356"/>
                    <a:pt x="353580" y="188369"/>
                  </a:cubicBezTo>
                  <a:lnTo>
                    <a:pt x="371963" y="170012"/>
                  </a:lnTo>
                  <a:cubicBezTo>
                    <a:pt x="376420" y="165562"/>
                    <a:pt x="383661" y="165562"/>
                    <a:pt x="388118" y="170012"/>
                  </a:cubicBezTo>
                  <a:lnTo>
                    <a:pt x="410215" y="192077"/>
                  </a:lnTo>
                  <a:cubicBezTo>
                    <a:pt x="414671" y="196528"/>
                    <a:pt x="414671" y="203759"/>
                    <a:pt x="410215" y="208209"/>
                  </a:cubicBezTo>
                  <a:lnTo>
                    <a:pt x="391832" y="226566"/>
                  </a:lnTo>
                  <a:cubicBezTo>
                    <a:pt x="401859" y="241400"/>
                    <a:pt x="409100" y="258459"/>
                    <a:pt x="412628" y="276630"/>
                  </a:cubicBezTo>
                  <a:lnTo>
                    <a:pt x="438625" y="276630"/>
                  </a:lnTo>
                  <a:cubicBezTo>
                    <a:pt x="445124" y="276630"/>
                    <a:pt x="450137" y="281822"/>
                    <a:pt x="450137" y="288126"/>
                  </a:cubicBezTo>
                  <a:lnTo>
                    <a:pt x="450137" y="319277"/>
                  </a:lnTo>
                  <a:cubicBezTo>
                    <a:pt x="450137" y="325674"/>
                    <a:pt x="444938" y="330773"/>
                    <a:pt x="438625" y="330773"/>
                  </a:cubicBezTo>
                  <a:lnTo>
                    <a:pt x="412628" y="330773"/>
                  </a:lnTo>
                  <a:cubicBezTo>
                    <a:pt x="409100" y="348945"/>
                    <a:pt x="401859" y="365818"/>
                    <a:pt x="391832" y="380838"/>
                  </a:cubicBezTo>
                  <a:lnTo>
                    <a:pt x="410215" y="399102"/>
                  </a:lnTo>
                  <a:cubicBezTo>
                    <a:pt x="414671" y="403552"/>
                    <a:pt x="414671" y="410876"/>
                    <a:pt x="410215" y="415326"/>
                  </a:cubicBezTo>
                  <a:lnTo>
                    <a:pt x="388118" y="437299"/>
                  </a:lnTo>
                  <a:cubicBezTo>
                    <a:pt x="383661" y="441749"/>
                    <a:pt x="376420" y="441749"/>
                    <a:pt x="371963" y="437299"/>
                  </a:cubicBezTo>
                  <a:lnTo>
                    <a:pt x="353580" y="419035"/>
                  </a:lnTo>
                  <a:cubicBezTo>
                    <a:pt x="338725" y="429047"/>
                    <a:pt x="321642" y="436186"/>
                    <a:pt x="303445" y="439802"/>
                  </a:cubicBezTo>
                  <a:lnTo>
                    <a:pt x="303445" y="465761"/>
                  </a:lnTo>
                  <a:cubicBezTo>
                    <a:pt x="303445" y="472158"/>
                    <a:pt x="298246" y="477257"/>
                    <a:pt x="291932" y="477257"/>
                  </a:cubicBezTo>
                  <a:lnTo>
                    <a:pt x="260737" y="477257"/>
                  </a:lnTo>
                  <a:cubicBezTo>
                    <a:pt x="254331" y="477257"/>
                    <a:pt x="249224" y="472065"/>
                    <a:pt x="249224" y="465761"/>
                  </a:cubicBezTo>
                  <a:lnTo>
                    <a:pt x="249224" y="439802"/>
                  </a:lnTo>
                  <a:cubicBezTo>
                    <a:pt x="231027" y="436186"/>
                    <a:pt x="214130" y="429047"/>
                    <a:pt x="199089" y="419035"/>
                  </a:cubicBezTo>
                  <a:lnTo>
                    <a:pt x="180799" y="437299"/>
                  </a:lnTo>
                  <a:cubicBezTo>
                    <a:pt x="176342" y="441749"/>
                    <a:pt x="169008" y="441749"/>
                    <a:pt x="164551" y="437299"/>
                  </a:cubicBezTo>
                  <a:lnTo>
                    <a:pt x="142547" y="415326"/>
                  </a:lnTo>
                  <a:cubicBezTo>
                    <a:pt x="138091" y="410876"/>
                    <a:pt x="138091" y="403552"/>
                    <a:pt x="142547" y="399102"/>
                  </a:cubicBezTo>
                  <a:lnTo>
                    <a:pt x="160837" y="380838"/>
                  </a:lnTo>
                  <a:cubicBezTo>
                    <a:pt x="150810" y="366004"/>
                    <a:pt x="143661" y="348945"/>
                    <a:pt x="140041" y="330773"/>
                  </a:cubicBezTo>
                  <a:lnTo>
                    <a:pt x="114044" y="330773"/>
                  </a:lnTo>
                  <a:cubicBezTo>
                    <a:pt x="107638" y="330773"/>
                    <a:pt x="102532" y="325582"/>
                    <a:pt x="102532" y="319277"/>
                  </a:cubicBezTo>
                  <a:lnTo>
                    <a:pt x="102532" y="288126"/>
                  </a:lnTo>
                  <a:cubicBezTo>
                    <a:pt x="102532" y="281636"/>
                    <a:pt x="107731" y="276630"/>
                    <a:pt x="114044" y="276630"/>
                  </a:cubicBezTo>
                  <a:lnTo>
                    <a:pt x="140041" y="276630"/>
                  </a:lnTo>
                  <a:cubicBezTo>
                    <a:pt x="143661" y="258459"/>
                    <a:pt x="150810" y="241492"/>
                    <a:pt x="160837" y="226566"/>
                  </a:cubicBezTo>
                  <a:lnTo>
                    <a:pt x="142547" y="208209"/>
                  </a:lnTo>
                  <a:cubicBezTo>
                    <a:pt x="138091" y="203759"/>
                    <a:pt x="138091" y="196528"/>
                    <a:pt x="142547" y="192077"/>
                  </a:cubicBezTo>
                  <a:lnTo>
                    <a:pt x="164551" y="170012"/>
                  </a:lnTo>
                  <a:cubicBezTo>
                    <a:pt x="169008" y="165562"/>
                    <a:pt x="176342" y="165562"/>
                    <a:pt x="180799" y="170012"/>
                  </a:cubicBezTo>
                  <a:lnTo>
                    <a:pt x="199089" y="188369"/>
                  </a:lnTo>
                  <a:cubicBezTo>
                    <a:pt x="213944" y="178356"/>
                    <a:pt x="231027" y="171125"/>
                    <a:pt x="249224" y="167602"/>
                  </a:cubicBezTo>
                  <a:lnTo>
                    <a:pt x="249224" y="141642"/>
                  </a:lnTo>
                  <a:cubicBezTo>
                    <a:pt x="249224" y="135153"/>
                    <a:pt x="254424" y="130146"/>
                    <a:pt x="260737" y="130146"/>
                  </a:cubicBezTo>
                  <a:close/>
                  <a:moveTo>
                    <a:pt x="438507" y="79551"/>
                  </a:moveTo>
                  <a:cubicBezTo>
                    <a:pt x="510081" y="131462"/>
                    <a:pt x="552598" y="214890"/>
                    <a:pt x="552598" y="302952"/>
                  </a:cubicBezTo>
                  <a:cubicBezTo>
                    <a:pt x="552598" y="455069"/>
                    <a:pt x="428760" y="578821"/>
                    <a:pt x="276329" y="578821"/>
                  </a:cubicBezTo>
                  <a:lnTo>
                    <a:pt x="276329" y="602737"/>
                  </a:lnTo>
                  <a:cubicBezTo>
                    <a:pt x="276329" y="605332"/>
                    <a:pt x="273358" y="606815"/>
                    <a:pt x="271316" y="605332"/>
                  </a:cubicBezTo>
                  <a:lnTo>
                    <a:pt x="206426" y="560837"/>
                  </a:lnTo>
                  <a:cubicBezTo>
                    <a:pt x="204569" y="559539"/>
                    <a:pt x="204569" y="556759"/>
                    <a:pt x="206426" y="555553"/>
                  </a:cubicBezTo>
                  <a:lnTo>
                    <a:pt x="271316" y="511059"/>
                  </a:lnTo>
                  <a:cubicBezTo>
                    <a:pt x="273544" y="509575"/>
                    <a:pt x="276329" y="511059"/>
                    <a:pt x="276329" y="513654"/>
                  </a:cubicBezTo>
                  <a:lnTo>
                    <a:pt x="276329" y="537663"/>
                  </a:lnTo>
                  <a:cubicBezTo>
                    <a:pt x="405923" y="537663"/>
                    <a:pt x="511381" y="432358"/>
                    <a:pt x="511381" y="302952"/>
                  </a:cubicBezTo>
                  <a:cubicBezTo>
                    <a:pt x="511381" y="228053"/>
                    <a:pt x="475176" y="156954"/>
                    <a:pt x="414278" y="112830"/>
                  </a:cubicBezTo>
                  <a:close/>
                  <a:moveTo>
                    <a:pt x="281414" y="589"/>
                  </a:moveTo>
                  <a:lnTo>
                    <a:pt x="346313" y="45086"/>
                  </a:lnTo>
                  <a:cubicBezTo>
                    <a:pt x="348170" y="46384"/>
                    <a:pt x="348170" y="49072"/>
                    <a:pt x="346313" y="50277"/>
                  </a:cubicBezTo>
                  <a:lnTo>
                    <a:pt x="281414" y="94775"/>
                  </a:lnTo>
                  <a:cubicBezTo>
                    <a:pt x="279186" y="96258"/>
                    <a:pt x="276308" y="94775"/>
                    <a:pt x="276308" y="92179"/>
                  </a:cubicBezTo>
                  <a:lnTo>
                    <a:pt x="276308" y="68262"/>
                  </a:lnTo>
                  <a:cubicBezTo>
                    <a:pt x="146695" y="68262"/>
                    <a:pt x="41223" y="173665"/>
                    <a:pt x="41223" y="303077"/>
                  </a:cubicBezTo>
                  <a:cubicBezTo>
                    <a:pt x="41223" y="377980"/>
                    <a:pt x="77526" y="449176"/>
                    <a:pt x="138432" y="493302"/>
                  </a:cubicBezTo>
                  <a:lnTo>
                    <a:pt x="114200" y="526582"/>
                  </a:lnTo>
                  <a:cubicBezTo>
                    <a:pt x="42709" y="474762"/>
                    <a:pt x="0" y="391237"/>
                    <a:pt x="0" y="303077"/>
                  </a:cubicBezTo>
                  <a:cubicBezTo>
                    <a:pt x="0" y="150953"/>
                    <a:pt x="123948" y="27195"/>
                    <a:pt x="276308" y="27195"/>
                  </a:cubicBezTo>
                  <a:lnTo>
                    <a:pt x="276308" y="3185"/>
                  </a:lnTo>
                  <a:cubicBezTo>
                    <a:pt x="276308" y="589"/>
                    <a:pt x="279279" y="-894"/>
                    <a:pt x="281414" y="5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6"/>
            <p:cNvSpPr/>
            <p:nvPr/>
          </p:nvSpPr>
          <p:spPr>
            <a:xfrm>
              <a:off x="7359484" y="2550783"/>
              <a:ext cx="590698" cy="558207"/>
            </a:xfrm>
            <a:custGeom>
              <a:avLst/>
              <a:gdLst>
                <a:gd name="connsiteX0" fmla="*/ 531631 w 607639"/>
                <a:gd name="connsiteY0" fmla="*/ 404551 h 556126"/>
                <a:gd name="connsiteX1" fmla="*/ 556997 w 607639"/>
                <a:gd name="connsiteY1" fmla="*/ 429784 h 556126"/>
                <a:gd name="connsiteX2" fmla="*/ 556997 w 607639"/>
                <a:gd name="connsiteY2" fmla="*/ 455017 h 556126"/>
                <a:gd name="connsiteX3" fmla="*/ 582273 w 607639"/>
                <a:gd name="connsiteY3" fmla="*/ 455017 h 556126"/>
                <a:gd name="connsiteX4" fmla="*/ 607639 w 607639"/>
                <a:gd name="connsiteY4" fmla="*/ 480339 h 556126"/>
                <a:gd name="connsiteX5" fmla="*/ 582273 w 607639"/>
                <a:gd name="connsiteY5" fmla="*/ 505572 h 556126"/>
                <a:gd name="connsiteX6" fmla="*/ 556997 w 607639"/>
                <a:gd name="connsiteY6" fmla="*/ 505572 h 556126"/>
                <a:gd name="connsiteX7" fmla="*/ 556997 w 607639"/>
                <a:gd name="connsiteY7" fmla="*/ 530893 h 556126"/>
                <a:gd name="connsiteX8" fmla="*/ 531631 w 607639"/>
                <a:gd name="connsiteY8" fmla="*/ 556126 h 556126"/>
                <a:gd name="connsiteX9" fmla="*/ 506354 w 607639"/>
                <a:gd name="connsiteY9" fmla="*/ 530893 h 556126"/>
                <a:gd name="connsiteX10" fmla="*/ 506354 w 607639"/>
                <a:gd name="connsiteY10" fmla="*/ 505572 h 556126"/>
                <a:gd name="connsiteX11" fmla="*/ 480989 w 607639"/>
                <a:gd name="connsiteY11" fmla="*/ 505572 h 556126"/>
                <a:gd name="connsiteX12" fmla="*/ 455712 w 607639"/>
                <a:gd name="connsiteY12" fmla="*/ 480339 h 556126"/>
                <a:gd name="connsiteX13" fmla="*/ 480989 w 607639"/>
                <a:gd name="connsiteY13" fmla="*/ 455017 h 556126"/>
                <a:gd name="connsiteX14" fmla="*/ 506354 w 607639"/>
                <a:gd name="connsiteY14" fmla="*/ 455017 h 556126"/>
                <a:gd name="connsiteX15" fmla="*/ 506354 w 607639"/>
                <a:gd name="connsiteY15" fmla="*/ 429784 h 556126"/>
                <a:gd name="connsiteX16" fmla="*/ 531631 w 607639"/>
                <a:gd name="connsiteY16" fmla="*/ 404551 h 556126"/>
                <a:gd name="connsiteX17" fmla="*/ 126541 w 607639"/>
                <a:gd name="connsiteY17" fmla="*/ 353956 h 556126"/>
                <a:gd name="connsiteX18" fmla="*/ 430431 w 607639"/>
                <a:gd name="connsiteY18" fmla="*/ 353956 h 556126"/>
                <a:gd name="connsiteX19" fmla="*/ 455711 w 607639"/>
                <a:gd name="connsiteY19" fmla="*/ 379209 h 556126"/>
                <a:gd name="connsiteX20" fmla="*/ 430431 w 607639"/>
                <a:gd name="connsiteY20" fmla="*/ 404551 h 556126"/>
                <a:gd name="connsiteX21" fmla="*/ 126541 w 607639"/>
                <a:gd name="connsiteY21" fmla="*/ 404551 h 556126"/>
                <a:gd name="connsiteX22" fmla="*/ 101261 w 607639"/>
                <a:gd name="connsiteY22" fmla="*/ 379209 h 556126"/>
                <a:gd name="connsiteX23" fmla="*/ 126541 w 607639"/>
                <a:gd name="connsiteY23" fmla="*/ 353956 h 556126"/>
                <a:gd name="connsiteX24" fmla="*/ 177203 w 607639"/>
                <a:gd name="connsiteY24" fmla="*/ 252836 h 556126"/>
                <a:gd name="connsiteX25" fmla="*/ 379769 w 607639"/>
                <a:gd name="connsiteY25" fmla="*/ 252836 h 556126"/>
                <a:gd name="connsiteX26" fmla="*/ 405045 w 607639"/>
                <a:gd name="connsiteY26" fmla="*/ 278054 h 556126"/>
                <a:gd name="connsiteX27" fmla="*/ 379769 w 607639"/>
                <a:gd name="connsiteY27" fmla="*/ 303361 h 556126"/>
                <a:gd name="connsiteX28" fmla="*/ 177203 w 607639"/>
                <a:gd name="connsiteY28" fmla="*/ 303361 h 556126"/>
                <a:gd name="connsiteX29" fmla="*/ 151927 w 607639"/>
                <a:gd name="connsiteY29" fmla="*/ 278054 h 556126"/>
                <a:gd name="connsiteX30" fmla="*/ 177203 w 607639"/>
                <a:gd name="connsiteY30" fmla="*/ 252836 h 556126"/>
                <a:gd name="connsiteX31" fmla="*/ 430424 w 607639"/>
                <a:gd name="connsiteY31" fmla="*/ 101120 h 556126"/>
                <a:gd name="connsiteX32" fmla="*/ 455712 w 607639"/>
                <a:gd name="connsiteY32" fmla="*/ 126373 h 556126"/>
                <a:gd name="connsiteX33" fmla="*/ 455712 w 607639"/>
                <a:gd name="connsiteY33" fmla="*/ 126462 h 556126"/>
                <a:gd name="connsiteX34" fmla="*/ 430424 w 607639"/>
                <a:gd name="connsiteY34" fmla="*/ 151715 h 556126"/>
                <a:gd name="connsiteX35" fmla="*/ 405046 w 607639"/>
                <a:gd name="connsiteY35" fmla="*/ 126462 h 556126"/>
                <a:gd name="connsiteX36" fmla="*/ 430424 w 607639"/>
                <a:gd name="connsiteY36" fmla="*/ 101120 h 556126"/>
                <a:gd name="connsiteX37" fmla="*/ 329126 w 607639"/>
                <a:gd name="connsiteY37" fmla="*/ 101120 h 556126"/>
                <a:gd name="connsiteX38" fmla="*/ 354379 w 607639"/>
                <a:gd name="connsiteY38" fmla="*/ 126373 h 556126"/>
                <a:gd name="connsiteX39" fmla="*/ 354379 w 607639"/>
                <a:gd name="connsiteY39" fmla="*/ 126462 h 556126"/>
                <a:gd name="connsiteX40" fmla="*/ 329126 w 607639"/>
                <a:gd name="connsiteY40" fmla="*/ 151715 h 556126"/>
                <a:gd name="connsiteX41" fmla="*/ 303784 w 607639"/>
                <a:gd name="connsiteY41" fmla="*/ 126462 h 556126"/>
                <a:gd name="connsiteX42" fmla="*/ 329126 w 607639"/>
                <a:gd name="connsiteY42" fmla="*/ 101120 h 556126"/>
                <a:gd name="connsiteX43" fmla="*/ 227856 w 607639"/>
                <a:gd name="connsiteY43" fmla="*/ 101120 h 556126"/>
                <a:gd name="connsiteX44" fmla="*/ 253118 w 607639"/>
                <a:gd name="connsiteY44" fmla="*/ 126373 h 556126"/>
                <a:gd name="connsiteX45" fmla="*/ 253118 w 607639"/>
                <a:gd name="connsiteY45" fmla="*/ 126462 h 556126"/>
                <a:gd name="connsiteX46" fmla="*/ 227856 w 607639"/>
                <a:gd name="connsiteY46" fmla="*/ 151715 h 556126"/>
                <a:gd name="connsiteX47" fmla="*/ 202593 w 607639"/>
                <a:gd name="connsiteY47" fmla="*/ 126462 h 556126"/>
                <a:gd name="connsiteX48" fmla="*/ 227856 w 607639"/>
                <a:gd name="connsiteY48" fmla="*/ 101120 h 556126"/>
                <a:gd name="connsiteX49" fmla="*/ 25276 w 607639"/>
                <a:gd name="connsiteY49" fmla="*/ 0 h 556126"/>
                <a:gd name="connsiteX50" fmla="*/ 531608 w 607639"/>
                <a:gd name="connsiteY50" fmla="*/ 0 h 556126"/>
                <a:gd name="connsiteX51" fmla="*/ 556973 w 607639"/>
                <a:gd name="connsiteY51" fmla="*/ 25329 h 556126"/>
                <a:gd name="connsiteX52" fmla="*/ 556973 w 607639"/>
                <a:gd name="connsiteY52" fmla="*/ 328654 h 556126"/>
                <a:gd name="connsiteX53" fmla="*/ 531608 w 607639"/>
                <a:gd name="connsiteY53" fmla="*/ 353983 h 556126"/>
                <a:gd name="connsiteX54" fmla="*/ 506331 w 607639"/>
                <a:gd name="connsiteY54" fmla="*/ 328654 h 556126"/>
                <a:gd name="connsiteX55" fmla="*/ 506331 w 607639"/>
                <a:gd name="connsiteY55" fmla="*/ 50569 h 556126"/>
                <a:gd name="connsiteX56" fmla="*/ 50642 w 607639"/>
                <a:gd name="connsiteY56" fmla="*/ 50569 h 556126"/>
                <a:gd name="connsiteX57" fmla="*/ 50642 w 607639"/>
                <a:gd name="connsiteY57" fmla="*/ 455032 h 556126"/>
                <a:gd name="connsiteX58" fmla="*/ 379770 w 607639"/>
                <a:gd name="connsiteY58" fmla="*/ 455032 h 556126"/>
                <a:gd name="connsiteX59" fmla="*/ 405047 w 607639"/>
                <a:gd name="connsiteY59" fmla="*/ 480361 h 556126"/>
                <a:gd name="connsiteX60" fmla="*/ 379770 w 607639"/>
                <a:gd name="connsiteY60" fmla="*/ 505601 h 556126"/>
                <a:gd name="connsiteX61" fmla="*/ 25276 w 607639"/>
                <a:gd name="connsiteY61" fmla="*/ 505601 h 556126"/>
                <a:gd name="connsiteX62" fmla="*/ 0 w 607639"/>
                <a:gd name="connsiteY62" fmla="*/ 480361 h 556126"/>
                <a:gd name="connsiteX63" fmla="*/ 0 w 607639"/>
                <a:gd name="connsiteY63" fmla="*/ 25329 h 556126"/>
                <a:gd name="connsiteX64" fmla="*/ 25276 w 607639"/>
                <a:gd name="connsiteY64" fmla="*/ 0 h 556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07639" h="556126">
                  <a:moveTo>
                    <a:pt x="531631" y="404551"/>
                  </a:moveTo>
                  <a:cubicBezTo>
                    <a:pt x="545604" y="404551"/>
                    <a:pt x="556997" y="415835"/>
                    <a:pt x="556997" y="429784"/>
                  </a:cubicBezTo>
                  <a:lnTo>
                    <a:pt x="556997" y="455017"/>
                  </a:lnTo>
                  <a:lnTo>
                    <a:pt x="582273" y="455017"/>
                  </a:lnTo>
                  <a:cubicBezTo>
                    <a:pt x="596247" y="455017"/>
                    <a:pt x="607639" y="466390"/>
                    <a:pt x="607639" y="480339"/>
                  </a:cubicBezTo>
                  <a:cubicBezTo>
                    <a:pt x="607639" y="494288"/>
                    <a:pt x="596247" y="505572"/>
                    <a:pt x="582273" y="505572"/>
                  </a:cubicBezTo>
                  <a:lnTo>
                    <a:pt x="556997" y="505572"/>
                  </a:lnTo>
                  <a:lnTo>
                    <a:pt x="556997" y="530893"/>
                  </a:lnTo>
                  <a:cubicBezTo>
                    <a:pt x="556997" y="544843"/>
                    <a:pt x="545604" y="556126"/>
                    <a:pt x="531631" y="556126"/>
                  </a:cubicBezTo>
                  <a:cubicBezTo>
                    <a:pt x="517658" y="556126"/>
                    <a:pt x="506354" y="544843"/>
                    <a:pt x="506354" y="530893"/>
                  </a:cubicBezTo>
                  <a:lnTo>
                    <a:pt x="506354" y="505572"/>
                  </a:lnTo>
                  <a:lnTo>
                    <a:pt x="480989" y="505572"/>
                  </a:lnTo>
                  <a:cubicBezTo>
                    <a:pt x="467015" y="505572"/>
                    <a:pt x="455712" y="494288"/>
                    <a:pt x="455712" y="480339"/>
                  </a:cubicBezTo>
                  <a:cubicBezTo>
                    <a:pt x="455712" y="466390"/>
                    <a:pt x="467015" y="455017"/>
                    <a:pt x="480989" y="455017"/>
                  </a:cubicBezTo>
                  <a:lnTo>
                    <a:pt x="506354" y="455017"/>
                  </a:lnTo>
                  <a:lnTo>
                    <a:pt x="506354" y="429784"/>
                  </a:lnTo>
                  <a:cubicBezTo>
                    <a:pt x="506354" y="415835"/>
                    <a:pt x="517658" y="404551"/>
                    <a:pt x="531631" y="404551"/>
                  </a:cubicBezTo>
                  <a:close/>
                  <a:moveTo>
                    <a:pt x="126541" y="353956"/>
                  </a:moveTo>
                  <a:lnTo>
                    <a:pt x="430431" y="353956"/>
                  </a:lnTo>
                  <a:cubicBezTo>
                    <a:pt x="444406" y="353956"/>
                    <a:pt x="455711" y="365248"/>
                    <a:pt x="455711" y="379209"/>
                  </a:cubicBezTo>
                  <a:cubicBezTo>
                    <a:pt x="455711" y="393169"/>
                    <a:pt x="444406" y="404551"/>
                    <a:pt x="430431" y="404551"/>
                  </a:cubicBezTo>
                  <a:lnTo>
                    <a:pt x="126541" y="404551"/>
                  </a:lnTo>
                  <a:cubicBezTo>
                    <a:pt x="112566" y="404551"/>
                    <a:pt x="101261" y="393169"/>
                    <a:pt x="101261" y="379209"/>
                  </a:cubicBezTo>
                  <a:cubicBezTo>
                    <a:pt x="101261" y="365248"/>
                    <a:pt x="112566" y="353956"/>
                    <a:pt x="126541" y="353956"/>
                  </a:cubicBezTo>
                  <a:close/>
                  <a:moveTo>
                    <a:pt x="177203" y="252836"/>
                  </a:moveTo>
                  <a:lnTo>
                    <a:pt x="379769" y="252836"/>
                  </a:lnTo>
                  <a:cubicBezTo>
                    <a:pt x="393742" y="252836"/>
                    <a:pt x="405045" y="264113"/>
                    <a:pt x="405045" y="278054"/>
                  </a:cubicBezTo>
                  <a:cubicBezTo>
                    <a:pt x="405045" y="291995"/>
                    <a:pt x="393742" y="303361"/>
                    <a:pt x="379769" y="303361"/>
                  </a:cubicBezTo>
                  <a:lnTo>
                    <a:pt x="177203" y="303361"/>
                  </a:lnTo>
                  <a:cubicBezTo>
                    <a:pt x="163230" y="303361"/>
                    <a:pt x="151927" y="291995"/>
                    <a:pt x="151927" y="278054"/>
                  </a:cubicBezTo>
                  <a:cubicBezTo>
                    <a:pt x="151927" y="264113"/>
                    <a:pt x="163230" y="252836"/>
                    <a:pt x="177203" y="252836"/>
                  </a:cubicBezTo>
                  <a:close/>
                  <a:moveTo>
                    <a:pt x="430424" y="101120"/>
                  </a:moveTo>
                  <a:cubicBezTo>
                    <a:pt x="444403" y="101120"/>
                    <a:pt x="455712" y="112412"/>
                    <a:pt x="455712" y="126373"/>
                  </a:cubicBezTo>
                  <a:lnTo>
                    <a:pt x="455712" y="126462"/>
                  </a:lnTo>
                  <a:cubicBezTo>
                    <a:pt x="455712" y="140422"/>
                    <a:pt x="444403" y="151715"/>
                    <a:pt x="430424" y="151715"/>
                  </a:cubicBezTo>
                  <a:cubicBezTo>
                    <a:pt x="416355" y="151715"/>
                    <a:pt x="405046" y="140422"/>
                    <a:pt x="405046" y="126462"/>
                  </a:cubicBezTo>
                  <a:cubicBezTo>
                    <a:pt x="405046" y="112501"/>
                    <a:pt x="416355" y="101120"/>
                    <a:pt x="430424" y="101120"/>
                  </a:cubicBezTo>
                  <a:close/>
                  <a:moveTo>
                    <a:pt x="329126" y="101120"/>
                  </a:moveTo>
                  <a:cubicBezTo>
                    <a:pt x="343086" y="101120"/>
                    <a:pt x="354379" y="112412"/>
                    <a:pt x="354379" y="126373"/>
                  </a:cubicBezTo>
                  <a:lnTo>
                    <a:pt x="354379" y="126462"/>
                  </a:lnTo>
                  <a:cubicBezTo>
                    <a:pt x="354379" y="140422"/>
                    <a:pt x="343086" y="151715"/>
                    <a:pt x="329126" y="151715"/>
                  </a:cubicBezTo>
                  <a:cubicBezTo>
                    <a:pt x="315166" y="151715"/>
                    <a:pt x="303784" y="140422"/>
                    <a:pt x="303784" y="126462"/>
                  </a:cubicBezTo>
                  <a:cubicBezTo>
                    <a:pt x="303784" y="112501"/>
                    <a:pt x="315166" y="101120"/>
                    <a:pt x="329126" y="101120"/>
                  </a:cubicBezTo>
                  <a:close/>
                  <a:moveTo>
                    <a:pt x="227856" y="101120"/>
                  </a:moveTo>
                  <a:cubicBezTo>
                    <a:pt x="241821" y="101120"/>
                    <a:pt x="253118" y="112412"/>
                    <a:pt x="253118" y="126373"/>
                  </a:cubicBezTo>
                  <a:lnTo>
                    <a:pt x="253118" y="126462"/>
                  </a:lnTo>
                  <a:cubicBezTo>
                    <a:pt x="253118" y="140422"/>
                    <a:pt x="241821" y="151715"/>
                    <a:pt x="227856" y="151715"/>
                  </a:cubicBezTo>
                  <a:cubicBezTo>
                    <a:pt x="213890" y="151715"/>
                    <a:pt x="202593" y="140422"/>
                    <a:pt x="202593" y="126462"/>
                  </a:cubicBezTo>
                  <a:cubicBezTo>
                    <a:pt x="202593" y="112501"/>
                    <a:pt x="213890" y="101120"/>
                    <a:pt x="227856" y="101120"/>
                  </a:cubicBezTo>
                  <a:close/>
                  <a:moveTo>
                    <a:pt x="25276" y="0"/>
                  </a:moveTo>
                  <a:lnTo>
                    <a:pt x="531608" y="0"/>
                  </a:lnTo>
                  <a:cubicBezTo>
                    <a:pt x="545581" y="0"/>
                    <a:pt x="556973" y="11376"/>
                    <a:pt x="556973" y="25329"/>
                  </a:cubicBezTo>
                  <a:lnTo>
                    <a:pt x="556973" y="328654"/>
                  </a:lnTo>
                  <a:cubicBezTo>
                    <a:pt x="556973" y="342607"/>
                    <a:pt x="545581" y="353983"/>
                    <a:pt x="531608" y="353983"/>
                  </a:cubicBezTo>
                  <a:cubicBezTo>
                    <a:pt x="517634" y="353983"/>
                    <a:pt x="506331" y="342607"/>
                    <a:pt x="506331" y="328654"/>
                  </a:cubicBezTo>
                  <a:lnTo>
                    <a:pt x="506331" y="50569"/>
                  </a:lnTo>
                  <a:lnTo>
                    <a:pt x="50642" y="50569"/>
                  </a:lnTo>
                  <a:lnTo>
                    <a:pt x="50642" y="455032"/>
                  </a:lnTo>
                  <a:lnTo>
                    <a:pt x="379770" y="455032"/>
                  </a:lnTo>
                  <a:cubicBezTo>
                    <a:pt x="393744" y="455032"/>
                    <a:pt x="405047" y="466408"/>
                    <a:pt x="405047" y="480361"/>
                  </a:cubicBezTo>
                  <a:cubicBezTo>
                    <a:pt x="405047" y="494314"/>
                    <a:pt x="393744" y="505601"/>
                    <a:pt x="379770" y="505601"/>
                  </a:cubicBezTo>
                  <a:lnTo>
                    <a:pt x="25276" y="505601"/>
                  </a:lnTo>
                  <a:cubicBezTo>
                    <a:pt x="11303" y="505601"/>
                    <a:pt x="0" y="494314"/>
                    <a:pt x="0" y="480361"/>
                  </a:cubicBezTo>
                  <a:lnTo>
                    <a:pt x="0" y="25329"/>
                  </a:lnTo>
                  <a:cubicBezTo>
                    <a:pt x="0" y="11376"/>
                    <a:pt x="11303" y="0"/>
                    <a:pt x="252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3" name="椭圆 47"/>
            <p:cNvSpPr/>
            <p:nvPr/>
          </p:nvSpPr>
          <p:spPr>
            <a:xfrm>
              <a:off x="7359072" y="4508872"/>
              <a:ext cx="590928" cy="579405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" name="椭圆 48"/>
            <p:cNvSpPr/>
            <p:nvPr/>
          </p:nvSpPr>
          <p:spPr>
            <a:xfrm>
              <a:off x="4258493" y="4503556"/>
              <a:ext cx="590928" cy="590037"/>
            </a:xfrm>
            <a:custGeom>
              <a:avLst/>
              <a:gdLst>
                <a:gd name="connsiteX0" fmla="*/ 506334 w 607638"/>
                <a:gd name="connsiteY0" fmla="*/ 455027 h 606722"/>
                <a:gd name="connsiteX1" fmla="*/ 506334 w 607638"/>
                <a:gd name="connsiteY1" fmla="*/ 505592 h 606722"/>
                <a:gd name="connsiteX2" fmla="*/ 531616 w 607638"/>
                <a:gd name="connsiteY2" fmla="*/ 505592 h 606722"/>
                <a:gd name="connsiteX3" fmla="*/ 556986 w 607638"/>
                <a:gd name="connsiteY3" fmla="*/ 480265 h 606722"/>
                <a:gd name="connsiteX4" fmla="*/ 531616 w 607638"/>
                <a:gd name="connsiteY4" fmla="*/ 455027 h 606722"/>
                <a:gd name="connsiteX5" fmla="*/ 430401 w 607638"/>
                <a:gd name="connsiteY5" fmla="*/ 353896 h 606722"/>
                <a:gd name="connsiteX6" fmla="*/ 405031 w 607638"/>
                <a:gd name="connsiteY6" fmla="*/ 379223 h 606722"/>
                <a:gd name="connsiteX7" fmla="*/ 430401 w 607638"/>
                <a:gd name="connsiteY7" fmla="*/ 404461 h 606722"/>
                <a:gd name="connsiteX8" fmla="*/ 455683 w 607638"/>
                <a:gd name="connsiteY8" fmla="*/ 404461 h 606722"/>
                <a:gd name="connsiteX9" fmla="*/ 455683 w 607638"/>
                <a:gd name="connsiteY9" fmla="*/ 353896 h 606722"/>
                <a:gd name="connsiteX10" fmla="*/ 480964 w 607638"/>
                <a:gd name="connsiteY10" fmla="*/ 252766 h 606722"/>
                <a:gd name="connsiteX11" fmla="*/ 506334 w 607638"/>
                <a:gd name="connsiteY11" fmla="*/ 278093 h 606722"/>
                <a:gd name="connsiteX12" fmla="*/ 506334 w 607638"/>
                <a:gd name="connsiteY12" fmla="*/ 303331 h 606722"/>
                <a:gd name="connsiteX13" fmla="*/ 556986 w 607638"/>
                <a:gd name="connsiteY13" fmla="*/ 303331 h 606722"/>
                <a:gd name="connsiteX14" fmla="*/ 582268 w 607638"/>
                <a:gd name="connsiteY14" fmla="*/ 328658 h 606722"/>
                <a:gd name="connsiteX15" fmla="*/ 556986 w 607638"/>
                <a:gd name="connsiteY15" fmla="*/ 353896 h 606722"/>
                <a:gd name="connsiteX16" fmla="*/ 506334 w 607638"/>
                <a:gd name="connsiteY16" fmla="*/ 353896 h 606722"/>
                <a:gd name="connsiteX17" fmla="*/ 506334 w 607638"/>
                <a:gd name="connsiteY17" fmla="*/ 404461 h 606722"/>
                <a:gd name="connsiteX18" fmla="*/ 531616 w 607638"/>
                <a:gd name="connsiteY18" fmla="*/ 404461 h 606722"/>
                <a:gd name="connsiteX19" fmla="*/ 607638 w 607638"/>
                <a:gd name="connsiteY19" fmla="*/ 480265 h 606722"/>
                <a:gd name="connsiteX20" fmla="*/ 531616 w 607638"/>
                <a:gd name="connsiteY20" fmla="*/ 556157 h 606722"/>
                <a:gd name="connsiteX21" fmla="*/ 506334 w 607638"/>
                <a:gd name="connsiteY21" fmla="*/ 556157 h 606722"/>
                <a:gd name="connsiteX22" fmla="*/ 506334 w 607638"/>
                <a:gd name="connsiteY22" fmla="*/ 581395 h 606722"/>
                <a:gd name="connsiteX23" fmla="*/ 480964 w 607638"/>
                <a:gd name="connsiteY23" fmla="*/ 606722 h 606722"/>
                <a:gd name="connsiteX24" fmla="*/ 455683 w 607638"/>
                <a:gd name="connsiteY24" fmla="*/ 581395 h 606722"/>
                <a:gd name="connsiteX25" fmla="*/ 455683 w 607638"/>
                <a:gd name="connsiteY25" fmla="*/ 556157 h 606722"/>
                <a:gd name="connsiteX26" fmla="*/ 405031 w 607638"/>
                <a:gd name="connsiteY26" fmla="*/ 556157 h 606722"/>
                <a:gd name="connsiteX27" fmla="*/ 379749 w 607638"/>
                <a:gd name="connsiteY27" fmla="*/ 530830 h 606722"/>
                <a:gd name="connsiteX28" fmla="*/ 405031 w 607638"/>
                <a:gd name="connsiteY28" fmla="*/ 505592 h 606722"/>
                <a:gd name="connsiteX29" fmla="*/ 455683 w 607638"/>
                <a:gd name="connsiteY29" fmla="*/ 505592 h 606722"/>
                <a:gd name="connsiteX30" fmla="*/ 455683 w 607638"/>
                <a:gd name="connsiteY30" fmla="*/ 455027 h 606722"/>
                <a:gd name="connsiteX31" fmla="*/ 430401 w 607638"/>
                <a:gd name="connsiteY31" fmla="*/ 455027 h 606722"/>
                <a:gd name="connsiteX32" fmla="*/ 354379 w 607638"/>
                <a:gd name="connsiteY32" fmla="*/ 379223 h 606722"/>
                <a:gd name="connsiteX33" fmla="*/ 430401 w 607638"/>
                <a:gd name="connsiteY33" fmla="*/ 303331 h 606722"/>
                <a:gd name="connsiteX34" fmla="*/ 455683 w 607638"/>
                <a:gd name="connsiteY34" fmla="*/ 303331 h 606722"/>
                <a:gd name="connsiteX35" fmla="*/ 455683 w 607638"/>
                <a:gd name="connsiteY35" fmla="*/ 278093 h 606722"/>
                <a:gd name="connsiteX36" fmla="*/ 480964 w 607638"/>
                <a:gd name="connsiteY36" fmla="*/ 252766 h 606722"/>
                <a:gd name="connsiteX37" fmla="*/ 303759 w 607638"/>
                <a:gd name="connsiteY37" fmla="*/ 151716 h 606722"/>
                <a:gd name="connsiteX38" fmla="*/ 329117 w 607638"/>
                <a:gd name="connsiteY38" fmla="*/ 176950 h 606722"/>
                <a:gd name="connsiteX39" fmla="*/ 329117 w 607638"/>
                <a:gd name="connsiteY39" fmla="*/ 303301 h 606722"/>
                <a:gd name="connsiteX40" fmla="*/ 303759 w 607638"/>
                <a:gd name="connsiteY40" fmla="*/ 328624 h 606722"/>
                <a:gd name="connsiteX41" fmla="*/ 227862 w 607638"/>
                <a:gd name="connsiteY41" fmla="*/ 328624 h 606722"/>
                <a:gd name="connsiteX42" fmla="*/ 202593 w 607638"/>
                <a:gd name="connsiteY42" fmla="*/ 303301 h 606722"/>
                <a:gd name="connsiteX43" fmla="*/ 227862 w 607638"/>
                <a:gd name="connsiteY43" fmla="*/ 278066 h 606722"/>
                <a:gd name="connsiteX44" fmla="*/ 278490 w 607638"/>
                <a:gd name="connsiteY44" fmla="*/ 278066 h 606722"/>
                <a:gd name="connsiteX45" fmla="*/ 278490 w 607638"/>
                <a:gd name="connsiteY45" fmla="*/ 176950 h 606722"/>
                <a:gd name="connsiteX46" fmla="*/ 303759 w 607638"/>
                <a:gd name="connsiteY46" fmla="*/ 151716 h 606722"/>
                <a:gd name="connsiteX47" fmla="*/ 303762 w 607638"/>
                <a:gd name="connsiteY47" fmla="*/ 0 h 606722"/>
                <a:gd name="connsiteX48" fmla="*/ 606634 w 607638"/>
                <a:gd name="connsiteY48" fmla="*/ 220667 h 606722"/>
                <a:gd name="connsiteX49" fmla="*/ 589190 w 607638"/>
                <a:gd name="connsiteY49" fmla="*/ 251860 h 606722"/>
                <a:gd name="connsiteX50" fmla="*/ 557950 w 607638"/>
                <a:gd name="connsiteY50" fmla="*/ 234353 h 606722"/>
                <a:gd name="connsiteX51" fmla="*/ 303762 w 607638"/>
                <a:gd name="connsiteY51" fmla="*/ 50568 h 606722"/>
                <a:gd name="connsiteX52" fmla="*/ 50642 w 607638"/>
                <a:gd name="connsiteY52" fmla="*/ 303317 h 606722"/>
                <a:gd name="connsiteX53" fmla="*/ 303762 w 607638"/>
                <a:gd name="connsiteY53" fmla="*/ 556154 h 606722"/>
                <a:gd name="connsiteX54" fmla="*/ 329127 w 607638"/>
                <a:gd name="connsiteY54" fmla="*/ 581394 h 606722"/>
                <a:gd name="connsiteX55" fmla="*/ 303762 w 607638"/>
                <a:gd name="connsiteY55" fmla="*/ 606722 h 606722"/>
                <a:gd name="connsiteX56" fmla="*/ 0 w 607638"/>
                <a:gd name="connsiteY56" fmla="*/ 303317 h 606722"/>
                <a:gd name="connsiteX57" fmla="*/ 303762 w 607638"/>
                <a:gd name="connsiteY5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7638" h="606722">
                  <a:moveTo>
                    <a:pt x="506334" y="455027"/>
                  </a:moveTo>
                  <a:lnTo>
                    <a:pt x="506334" y="505592"/>
                  </a:lnTo>
                  <a:lnTo>
                    <a:pt x="531616" y="505592"/>
                  </a:lnTo>
                  <a:cubicBezTo>
                    <a:pt x="545592" y="505592"/>
                    <a:pt x="556986" y="494217"/>
                    <a:pt x="556986" y="480265"/>
                  </a:cubicBezTo>
                  <a:cubicBezTo>
                    <a:pt x="556986" y="466401"/>
                    <a:pt x="545592" y="455027"/>
                    <a:pt x="531616" y="455027"/>
                  </a:cubicBezTo>
                  <a:close/>
                  <a:moveTo>
                    <a:pt x="430401" y="353896"/>
                  </a:moveTo>
                  <a:cubicBezTo>
                    <a:pt x="416425" y="353896"/>
                    <a:pt x="405031" y="365271"/>
                    <a:pt x="405031" y="379223"/>
                  </a:cubicBezTo>
                  <a:cubicBezTo>
                    <a:pt x="405031" y="393087"/>
                    <a:pt x="416425" y="404461"/>
                    <a:pt x="430401" y="404461"/>
                  </a:cubicBezTo>
                  <a:lnTo>
                    <a:pt x="455683" y="404461"/>
                  </a:lnTo>
                  <a:lnTo>
                    <a:pt x="455683" y="353896"/>
                  </a:lnTo>
                  <a:close/>
                  <a:moveTo>
                    <a:pt x="480964" y="252766"/>
                  </a:moveTo>
                  <a:cubicBezTo>
                    <a:pt x="495029" y="252766"/>
                    <a:pt x="506334" y="264141"/>
                    <a:pt x="506334" y="278093"/>
                  </a:cubicBezTo>
                  <a:lnTo>
                    <a:pt x="506334" y="303331"/>
                  </a:lnTo>
                  <a:lnTo>
                    <a:pt x="556986" y="303331"/>
                  </a:lnTo>
                  <a:cubicBezTo>
                    <a:pt x="570962" y="303331"/>
                    <a:pt x="582268" y="314706"/>
                    <a:pt x="582268" y="328658"/>
                  </a:cubicBezTo>
                  <a:cubicBezTo>
                    <a:pt x="582268" y="342610"/>
                    <a:pt x="570962" y="353896"/>
                    <a:pt x="556986" y="353896"/>
                  </a:cubicBezTo>
                  <a:lnTo>
                    <a:pt x="506334" y="353896"/>
                  </a:lnTo>
                  <a:lnTo>
                    <a:pt x="506334" y="404461"/>
                  </a:lnTo>
                  <a:lnTo>
                    <a:pt x="531616" y="404461"/>
                  </a:lnTo>
                  <a:cubicBezTo>
                    <a:pt x="573544" y="404461"/>
                    <a:pt x="607638" y="438497"/>
                    <a:pt x="607638" y="480265"/>
                  </a:cubicBezTo>
                  <a:cubicBezTo>
                    <a:pt x="607638" y="522121"/>
                    <a:pt x="573544" y="556157"/>
                    <a:pt x="531616" y="556157"/>
                  </a:cubicBezTo>
                  <a:lnTo>
                    <a:pt x="506334" y="556157"/>
                  </a:lnTo>
                  <a:lnTo>
                    <a:pt x="506334" y="581395"/>
                  </a:lnTo>
                  <a:cubicBezTo>
                    <a:pt x="506334" y="595347"/>
                    <a:pt x="495029" y="606722"/>
                    <a:pt x="480964" y="606722"/>
                  </a:cubicBezTo>
                  <a:cubicBezTo>
                    <a:pt x="466988" y="606722"/>
                    <a:pt x="455683" y="595347"/>
                    <a:pt x="455683" y="581395"/>
                  </a:cubicBezTo>
                  <a:lnTo>
                    <a:pt x="455683" y="556157"/>
                  </a:lnTo>
                  <a:lnTo>
                    <a:pt x="405031" y="556157"/>
                  </a:lnTo>
                  <a:cubicBezTo>
                    <a:pt x="391055" y="556157"/>
                    <a:pt x="379749" y="544782"/>
                    <a:pt x="379749" y="530830"/>
                  </a:cubicBezTo>
                  <a:cubicBezTo>
                    <a:pt x="379749" y="516878"/>
                    <a:pt x="391055" y="505592"/>
                    <a:pt x="405031" y="505592"/>
                  </a:cubicBezTo>
                  <a:lnTo>
                    <a:pt x="455683" y="505592"/>
                  </a:lnTo>
                  <a:lnTo>
                    <a:pt x="455683" y="455027"/>
                  </a:lnTo>
                  <a:lnTo>
                    <a:pt x="430401" y="455027"/>
                  </a:lnTo>
                  <a:cubicBezTo>
                    <a:pt x="388473" y="455027"/>
                    <a:pt x="354379" y="420991"/>
                    <a:pt x="354379" y="379223"/>
                  </a:cubicBezTo>
                  <a:cubicBezTo>
                    <a:pt x="354379" y="337367"/>
                    <a:pt x="388473" y="303331"/>
                    <a:pt x="430401" y="303331"/>
                  </a:cubicBezTo>
                  <a:lnTo>
                    <a:pt x="455683" y="303331"/>
                  </a:lnTo>
                  <a:lnTo>
                    <a:pt x="455683" y="278093"/>
                  </a:lnTo>
                  <a:cubicBezTo>
                    <a:pt x="455683" y="264141"/>
                    <a:pt x="466988" y="252766"/>
                    <a:pt x="480964" y="252766"/>
                  </a:cubicBezTo>
                  <a:close/>
                  <a:moveTo>
                    <a:pt x="303759" y="151716"/>
                  </a:moveTo>
                  <a:cubicBezTo>
                    <a:pt x="317817" y="151716"/>
                    <a:pt x="329117" y="163000"/>
                    <a:pt x="329117" y="176950"/>
                  </a:cubicBezTo>
                  <a:lnTo>
                    <a:pt x="329117" y="303301"/>
                  </a:lnTo>
                  <a:cubicBezTo>
                    <a:pt x="329117" y="317251"/>
                    <a:pt x="317817" y="328624"/>
                    <a:pt x="303759" y="328624"/>
                  </a:cubicBezTo>
                  <a:lnTo>
                    <a:pt x="227862" y="328624"/>
                  </a:lnTo>
                  <a:cubicBezTo>
                    <a:pt x="213893" y="328624"/>
                    <a:pt x="202593" y="317251"/>
                    <a:pt x="202593" y="303301"/>
                  </a:cubicBezTo>
                  <a:cubicBezTo>
                    <a:pt x="202593" y="289351"/>
                    <a:pt x="213893" y="278066"/>
                    <a:pt x="227862" y="278066"/>
                  </a:cubicBezTo>
                  <a:lnTo>
                    <a:pt x="278490" y="278066"/>
                  </a:lnTo>
                  <a:lnTo>
                    <a:pt x="278490" y="176950"/>
                  </a:lnTo>
                  <a:cubicBezTo>
                    <a:pt x="278490" y="163000"/>
                    <a:pt x="289790" y="151716"/>
                    <a:pt x="303759" y="151716"/>
                  </a:cubicBezTo>
                  <a:close/>
                  <a:moveTo>
                    <a:pt x="303762" y="0"/>
                  </a:moveTo>
                  <a:cubicBezTo>
                    <a:pt x="443049" y="0"/>
                    <a:pt x="570410" y="92781"/>
                    <a:pt x="606634" y="220667"/>
                  </a:cubicBezTo>
                  <a:cubicBezTo>
                    <a:pt x="610461" y="234086"/>
                    <a:pt x="602629" y="248039"/>
                    <a:pt x="589190" y="251860"/>
                  </a:cubicBezTo>
                  <a:cubicBezTo>
                    <a:pt x="575839" y="255504"/>
                    <a:pt x="561688" y="247861"/>
                    <a:pt x="557950" y="234353"/>
                  </a:cubicBezTo>
                  <a:cubicBezTo>
                    <a:pt x="527779" y="127885"/>
                    <a:pt x="420888" y="50568"/>
                    <a:pt x="303762" y="50568"/>
                  </a:cubicBezTo>
                  <a:cubicBezTo>
                    <a:pt x="164208" y="50568"/>
                    <a:pt x="50642" y="163967"/>
                    <a:pt x="50642" y="303317"/>
                  </a:cubicBezTo>
                  <a:cubicBezTo>
                    <a:pt x="50642" y="442755"/>
                    <a:pt x="164208" y="556154"/>
                    <a:pt x="303762" y="556154"/>
                  </a:cubicBezTo>
                  <a:cubicBezTo>
                    <a:pt x="317824" y="556154"/>
                    <a:pt x="329127" y="567441"/>
                    <a:pt x="329127" y="581394"/>
                  </a:cubicBezTo>
                  <a:cubicBezTo>
                    <a:pt x="329127" y="595347"/>
                    <a:pt x="317824" y="606722"/>
                    <a:pt x="303762" y="606722"/>
                  </a:cubicBezTo>
                  <a:cubicBezTo>
                    <a:pt x="136261" y="606722"/>
                    <a:pt x="0" y="470661"/>
                    <a:pt x="0" y="303317"/>
                  </a:cubicBezTo>
                  <a:cubicBezTo>
                    <a:pt x="0" y="136061"/>
                    <a:pt x="136261" y="0"/>
                    <a:pt x="30376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9105265" y="-4445"/>
            <a:ext cx="796925" cy="28016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31750" cmpd="sng">
            <a:solidFill>
              <a:schemeClr val="accent3">
                <a:lumMod val="75000"/>
                <a:alpha val="75000"/>
              </a:schemeClr>
            </a:solidFill>
            <a:prstDash val="solid"/>
          </a:ln>
        </p:spPr>
        <p:txBody>
          <a:bodyPr vert="horz" wrap="square" rtlCol="0">
            <a:no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04.</a:t>
            </a:r>
            <a:r>
              <a:rPr lang="zh-CN" altLang="en-US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代码介绍</a:t>
            </a:r>
            <a:endParaRPr lang="zh-CN" altLang="en-US" sz="3600">
              <a:solidFill>
                <a:schemeClr val="bg1"/>
              </a:solidFill>
              <a:latin typeface="Algerian" panose="04020705040A02060702" charset="0"/>
              <a:ea typeface="华文行楷" panose="02010800040101010101" charset="-122"/>
              <a:cs typeface="Algerian" panose="04020705040A02060702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21730" y="708025"/>
            <a:ext cx="316674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FAFAFA"/>
                </a:solidFill>
                <a:uFillTx/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(1)</a:t>
            </a:r>
            <a:r>
              <a:rPr lang="zh-CN" altLang="en-US" sz="2400">
                <a:solidFill>
                  <a:srgbClr val="FAFAFA"/>
                </a:solidFill>
                <a:uFillTx/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通过正交分解方法计算每颗行星水平与竖直的受力，得到加速度和速度增量，并进行坐标计算，用于计算行星运动时各变量改变情况；</a:t>
            </a:r>
            <a:endParaRPr lang="zh-CN" altLang="en-US" sz="2400">
              <a:solidFill>
                <a:srgbClr val="FAFAFA"/>
              </a:solidFill>
              <a:uFillTx/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363460" y="3805555"/>
            <a:ext cx="787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279515" y="3560445"/>
            <a:ext cx="2744470" cy="2155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FAFAFA"/>
                </a:solidFill>
                <a:uFillTx/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(2)</a:t>
            </a:r>
            <a:r>
              <a:rPr lang="zh-CN" altLang="en-US" sz="2400">
                <a:solidFill>
                  <a:srgbClr val="FAFAFA"/>
                </a:solidFill>
                <a:uFillTx/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通过for语句循环调用Move函数，计算每一颗行星与其他行星的作用关系，通过easyX画出轨迹，用于计算并画出轨迹模型；</a:t>
            </a:r>
            <a:endParaRPr lang="zh-CN" altLang="en-US" sz="2400">
              <a:solidFill>
                <a:srgbClr val="FAFAFA"/>
              </a:solidFill>
              <a:uFillTx/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135" y="3560445"/>
            <a:ext cx="3073400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FAFAFA"/>
                </a:solidFill>
                <a:uFillTx/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(3)循环调用Multiply函数和画a或v的变化曲线的函数，通过判断是否右键点击跳出循环，用于连续画图；</a:t>
            </a:r>
            <a:endParaRPr lang="en-US" altLang="zh-CN" sz="2400">
              <a:solidFill>
                <a:srgbClr val="FAFAFA"/>
              </a:solidFill>
              <a:uFillTx/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4135" y="1525905"/>
            <a:ext cx="1803400" cy="1271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FAFAFA"/>
                </a:solidFill>
                <a:uFillTx/>
                <a:latin typeface="华文隶书" panose="02010800040101010101" charset="-122"/>
                <a:ea typeface="华文隶书" panose="02010800040101010101" charset="-122"/>
              </a:rPr>
              <a:t>(4)</a:t>
            </a:r>
            <a:r>
              <a:rPr lang="zh-CN" altLang="en-US" sz="2400">
                <a:solidFill>
                  <a:srgbClr val="FAFAFA"/>
                </a:solidFill>
                <a:uFillTx/>
                <a:latin typeface="华文隶书" panose="02010800040101010101" charset="-122"/>
                <a:ea typeface="华文隶书" panose="02010800040101010101" charset="-122"/>
              </a:rPr>
              <a:t>绘制力和速度随时间变化的曲线函数</a:t>
            </a:r>
            <a:endParaRPr lang="zh-CN" altLang="en-US" sz="2400">
              <a:solidFill>
                <a:srgbClr val="FAFAFA"/>
              </a:solidFill>
              <a:uFillTx/>
              <a:latin typeface="华文隶书" panose="02010800040101010101" charset="-122"/>
              <a:ea typeface="华文隶书" panose="02010800040101010101" charset="-122"/>
            </a:endParaRPr>
          </a:p>
        </p:txBody>
      </p:sp>
      <p:pic>
        <p:nvPicPr>
          <p:cNvPr id="11" name="内容占位符 10"/>
          <p:cNvPicPr>
            <a:picLocks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35940" y="64770"/>
            <a:ext cx="5054600" cy="4400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205" y="315278"/>
            <a:ext cx="5274310" cy="37407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9030" y="64770"/>
            <a:ext cx="5409565" cy="64884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095" y="1686560"/>
            <a:ext cx="3067050" cy="262255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9" grpId="0"/>
      <p:bldP spid="29" grpId="1"/>
      <p:bldP spid="31" grpId="0"/>
      <p:bldP spid="31" grpId="1"/>
      <p:bldP spid="21" grpId="1" animBg="1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椭圆 4"/>
          <p:cNvSpPr/>
          <p:nvPr/>
        </p:nvSpPr>
        <p:spPr>
          <a:xfrm rot="10800000">
            <a:off x="-2002155" y="1927860"/>
            <a:ext cx="15783560" cy="1578356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870325" y="0"/>
            <a:ext cx="3771900" cy="79692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31750" cmpd="sng">
            <a:solidFill>
              <a:schemeClr val="accent3">
                <a:lumMod val="75000"/>
                <a:alpha val="75000"/>
              </a:schemeClr>
            </a:solidFill>
            <a:prstDash val="solid"/>
          </a:ln>
        </p:spPr>
        <p:txBody>
          <a:bodyPr vert="horz" wrap="square" rtlCol="0">
            <a:noAutofit/>
          </a:bodyPr>
          <a:p>
            <a:pPr algn="ctr"/>
            <a:r>
              <a:rPr lang="zh-CN" altLang="en-US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运行</a:t>
            </a:r>
            <a:r>
              <a:rPr lang="zh-CN" altLang="en-US" sz="3600">
                <a:solidFill>
                  <a:schemeClr val="bg1"/>
                </a:solidFill>
                <a:latin typeface="Algerian" panose="04020705040A02060702" charset="0"/>
                <a:ea typeface="华文行楷" panose="02010800040101010101" charset="-122"/>
                <a:cs typeface="Algerian" panose="04020705040A02060702" charset="0"/>
              </a:rPr>
              <a:t>结果</a:t>
            </a:r>
            <a:endParaRPr lang="zh-CN" altLang="en-US" sz="3600">
              <a:solidFill>
                <a:schemeClr val="bg1"/>
              </a:solidFill>
              <a:latin typeface="Algerian" panose="04020705040A02060702" charset="0"/>
              <a:ea typeface="华文行楷" panose="02010800040101010101" charset="-122"/>
              <a:cs typeface="Algerian" panose="04020705040A02060702" charset="0"/>
            </a:endParaRPr>
          </a:p>
        </p:txBody>
      </p:sp>
      <p:pic>
        <p:nvPicPr>
          <p:cNvPr id="2" name="演示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任意多边形 5"/>
          <p:cNvSpPr/>
          <p:nvPr/>
        </p:nvSpPr>
        <p:spPr>
          <a:xfrm rot="3240000">
            <a:off x="3476625" y="-411480"/>
            <a:ext cx="6141085" cy="512191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9671" h="8066">
                <a:moveTo>
                  <a:pt x="7755" y="4871"/>
                </a:moveTo>
                <a:lnTo>
                  <a:pt x="9671" y="8066"/>
                </a:lnTo>
                <a:lnTo>
                  <a:pt x="5759" y="8066"/>
                </a:lnTo>
                <a:lnTo>
                  <a:pt x="6014" y="7657"/>
                </a:lnTo>
                <a:lnTo>
                  <a:pt x="8901" y="7657"/>
                </a:lnTo>
                <a:lnTo>
                  <a:pt x="7486" y="5302"/>
                </a:lnTo>
                <a:lnTo>
                  <a:pt x="7755" y="4871"/>
                </a:lnTo>
                <a:close/>
                <a:moveTo>
                  <a:pt x="4836" y="0"/>
                </a:moveTo>
                <a:lnTo>
                  <a:pt x="5951" y="1861"/>
                </a:lnTo>
                <a:lnTo>
                  <a:pt x="5679" y="2296"/>
                </a:lnTo>
                <a:lnTo>
                  <a:pt x="4836" y="892"/>
                </a:lnTo>
                <a:lnTo>
                  <a:pt x="771" y="7657"/>
                </a:lnTo>
                <a:lnTo>
                  <a:pt x="2329" y="7657"/>
                </a:lnTo>
                <a:lnTo>
                  <a:pt x="2074" y="8066"/>
                </a:lnTo>
                <a:lnTo>
                  <a:pt x="0" y="8066"/>
                </a:lnTo>
                <a:lnTo>
                  <a:pt x="48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9" name="文本框 8"/>
          <p:cNvSpPr txBox="1"/>
          <p:nvPr/>
        </p:nvSpPr>
        <p:spPr>
          <a:xfrm rot="21360000">
            <a:off x="2172970" y="1874520"/>
            <a:ext cx="6918960" cy="2658745"/>
          </a:xfrm>
          <a:prstGeom prst="rect">
            <a:avLst/>
          </a:prstGeom>
          <a:solidFill>
            <a:schemeClr val="bg2">
              <a:alpha val="27000"/>
            </a:schemeClr>
          </a:solidFill>
        </p:spPr>
        <p:txBody>
          <a:bodyPr wrap="square" rtlCol="0">
            <a:noAutofit/>
          </a:bodyPr>
          <a:p>
            <a:r>
              <a:rPr lang="en-US" altLang="zh-CN" sz="13800" b="1" i="1">
                <a:solidFill>
                  <a:schemeClr val="accent2">
                    <a:lumMod val="50000"/>
                  </a:schemeClr>
                </a:solidFill>
                <a:latin typeface="华文隶书" panose="02010800040101010101" charset="-122"/>
                <a:ea typeface="华文隶书" panose="02010800040101010101" charset="-122"/>
                <a:cs typeface="Arial" panose="020B0604020202020204" pitchFamily="34" charset="0"/>
              </a:rPr>
              <a:t>THANKS</a:t>
            </a:r>
            <a:endParaRPr lang="en-US" altLang="zh-CN" sz="13800" b="1" i="1">
              <a:solidFill>
                <a:schemeClr val="accent2">
                  <a:lumMod val="50000"/>
                </a:schemeClr>
              </a:solidFill>
              <a:latin typeface="华文隶书" panose="02010800040101010101" charset="-122"/>
              <a:ea typeface="华文隶书" panose="02010800040101010101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 rot="21360000">
            <a:off x="4329430" y="3593465"/>
            <a:ext cx="3148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tx2">
                    <a:lumMod val="75000"/>
                    <a:lumOff val="25000"/>
                  </a:schemeClr>
                </a:solidFill>
                <a:latin typeface="华文隶书" panose="02010800040101010101" charset="-122"/>
                <a:ea typeface="华文隶书" panose="02010800040101010101" charset="-122"/>
              </a:rPr>
              <a:t>中山大学</a:t>
            </a:r>
            <a:endParaRPr lang="zh-CN" altLang="en-US" sz="3200">
              <a:solidFill>
                <a:schemeClr val="tx2">
                  <a:lumMod val="75000"/>
                  <a:lumOff val="25000"/>
                </a:schemeClr>
              </a:solidFill>
              <a:latin typeface="华文隶书" panose="02010800040101010101" charset="-122"/>
              <a:ea typeface="华文隶书" panose="02010800040101010101" charset="-122"/>
            </a:endParaRPr>
          </a:p>
        </p:txBody>
      </p:sp>
      <p:sp>
        <p:nvSpPr>
          <p:cNvPr id="12" name="等腰三角形 11"/>
          <p:cNvSpPr/>
          <p:nvPr/>
        </p:nvSpPr>
        <p:spPr>
          <a:xfrm rot="6120000">
            <a:off x="539115" y="1674495"/>
            <a:ext cx="751205" cy="1205865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等腰三角形 12"/>
          <p:cNvSpPr/>
          <p:nvPr/>
        </p:nvSpPr>
        <p:spPr>
          <a:xfrm rot="2700000">
            <a:off x="2379980" y="3783965"/>
            <a:ext cx="558165" cy="570230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等腰三角形 13"/>
          <p:cNvSpPr/>
          <p:nvPr/>
        </p:nvSpPr>
        <p:spPr>
          <a:xfrm rot="17100000">
            <a:off x="9675495" y="2795270"/>
            <a:ext cx="756920" cy="1266825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等腰三角形 14"/>
          <p:cNvSpPr/>
          <p:nvPr/>
        </p:nvSpPr>
        <p:spPr>
          <a:xfrm rot="14100000">
            <a:off x="11273155" y="-665480"/>
            <a:ext cx="1189355" cy="1861820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等腰三角形 15"/>
          <p:cNvSpPr/>
          <p:nvPr/>
        </p:nvSpPr>
        <p:spPr>
          <a:xfrm rot="2880000">
            <a:off x="-73660" y="5608955"/>
            <a:ext cx="1105535" cy="1679575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770" y="6363970"/>
            <a:ext cx="32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7</a:t>
            </a:r>
            <a:endParaRPr lang="en-US" altLang="zh-CN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3" grpId="0" animBg="1"/>
      <p:bldP spid="9" grpId="0" bldLvl="0" animBg="1"/>
      <p:bldP spid="11" grpId="0"/>
      <p:bldP spid="6" grpId="0" animBg="1"/>
      <p:bldP spid="14" grpId="0" animBg="1"/>
      <p:bldP spid="15" grpId="0" animBg="1"/>
      <p:bldP spid="12" grpId="1" animBg="1"/>
      <p:bldP spid="16" grpId="1" animBg="1"/>
      <p:bldP spid="13" grpId="1" animBg="1"/>
      <p:bldP spid="9" grpId="1"/>
      <p:bldP spid="11" grpId="1"/>
      <p:bldP spid="6" grpId="1" animBg="1"/>
      <p:bldP spid="14" grpId="1" animBg="1"/>
      <p:bldP spid="15" grpId="1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0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9427*5227*344*344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3.xml><?xml version="1.0" encoding="utf-8"?>
<p:tagLst xmlns:p="http://schemas.openxmlformats.org/presentationml/2006/main">
  <p:tag name="COMMONDATA" val="eyJoZGlkIjoiZTg3Mzk3MDJmZWE2YzI0MDI2YWU1NmMzOTQ5M2NjNDYifQ=="/>
  <p:tag name="KSO_WPP_MARK_KEY" val="7263fc93-d71e-4b38-99e9-0a0b04aa5563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WPS 演示</Application>
  <PresentationFormat>宽屏</PresentationFormat>
  <Paragraphs>108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华文隶书</vt:lpstr>
      <vt:lpstr>Algerian</vt:lpstr>
      <vt:lpstr>华文新魏</vt:lpstr>
      <vt:lpstr>Microsoft YaHei UI</vt:lpstr>
      <vt:lpstr>Berlin Sans FB Demi</vt:lpstr>
      <vt:lpstr>华文行楷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浮浮</cp:lastModifiedBy>
  <cp:revision>172</cp:revision>
  <dcterms:created xsi:type="dcterms:W3CDTF">2019-06-19T02:08:00Z</dcterms:created>
  <dcterms:modified xsi:type="dcterms:W3CDTF">2022-12-28T19:17:12Z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2052-11.1.0.13012</vt:lpwstr>
  </property>
  <property fmtid="{D5CDD505-2E9C-101B-9397-08002B2CF9AE}" pid="3" name="ICV">
    <vt:lpwstr>EA05684D99AE40BFB86D99B073DDCC57</vt:lpwstr>
  </property>
</Properties>
</file>