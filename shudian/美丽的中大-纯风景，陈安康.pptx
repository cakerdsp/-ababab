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73" r:id="rId3"/>
    <p:sldId id="26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AC5B6-EA72-02CF-7C15-F45432C62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D73A4E-5501-4435-4521-ACABE77D3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8CE5C6-A432-7DC9-2DD3-8891BC9D0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47F5-E073-45CE-856A-D4CE1FDC29C6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34ABA1-6FEE-5DE0-D5D1-43477875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C423D3-986A-6525-AA36-5421B84D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D818-E135-4353-876A-236DDC1F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544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16731-6F0D-935F-F48B-13B51FD2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7E6271-7325-3792-01CA-EC69939A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8FC630-33A6-D5AA-B966-93A4726AC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47F5-E073-45CE-856A-D4CE1FDC29C6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FFD1F4-BE14-F348-FB57-5E2D7BEAF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EDA296-8544-23B7-3B2E-FE75C7921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D818-E135-4353-876A-236DDC1F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53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E710C-EBC9-1683-646A-CD1C9F3D6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09F1B6-9A01-CBF4-2E91-4D8E67D2A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3D32D4-EA2F-15F0-91A6-BA18253F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47F5-E073-45CE-856A-D4CE1FDC29C6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A02C2B-5FF6-301E-0473-2DFC15DCF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B1019C-6C22-7E53-A35E-D6BA1F1BF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D818-E135-4353-876A-236DDC1F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67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E8054-D4DE-F797-AE14-3DF555F8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14F3D8-3D17-7A8F-7B6B-01A63AC6F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64668D-B87A-B254-BA5C-182038F26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CB71BC-C06C-3579-E95D-7641CB40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47F5-E073-45CE-856A-D4CE1FDC29C6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FB2D56-58B1-110C-EFEA-C1DA5739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E51A2E-6C61-DF63-5BF2-A7869B328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D818-E135-4353-876A-236DDC1F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773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F257C-3ED4-6592-6A31-B5A8A40DD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93A426-78B0-F849-5A70-C3B9B2549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3EB31-4A97-B40C-6E0E-936CFCE1B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8769F6-E021-17D4-CBB2-F1B08DDAA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E9023F-FA79-64A9-735F-E7FB9FAEC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E1704A-28C9-10F2-478A-FEF893441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47F5-E073-45CE-856A-D4CE1FDC29C6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8C62F54-A796-5F74-05D2-3F88516F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136A27-284E-8DC1-3FED-749AE5A9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D818-E135-4353-876A-236DDC1F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98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154D6-D936-7A9D-9029-EF4FE259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53FF26-A70E-652A-BB1F-F020B8E22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47F5-E073-45CE-856A-D4CE1FDC29C6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BD82F7-DB44-E9F7-6610-AADE4500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DE01BA-7482-B3FA-E35C-DCA0F9F6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D818-E135-4353-876A-236DDC1F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63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D389AB-6503-47AA-916E-C2D1EF92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47F5-E073-45CE-856A-D4CE1FDC29C6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60651-BD72-B234-60C7-CBAF29A9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B6D56-E5E5-4CE2-D08D-595E6DD4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D818-E135-4353-876A-236DDC1F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65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3C8A0-B0BB-F331-F15B-834D4198F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1299BA-93E5-535A-0A00-3EB170AB5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4A3D2F-145C-03F5-3A29-E5C5FAEDA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3EEF50-6CD0-AA88-0313-CFE4A1520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47F5-E073-45CE-856A-D4CE1FDC29C6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C07A4C-52FE-DDBB-33ED-536A67B86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6B7380-1F01-AB00-5DD1-031ECDF8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D818-E135-4353-876A-236DDC1F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89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26CE3-5DC0-17B6-35B6-38EADBBA9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6D4338-0AB3-C73C-0EBA-9EC576F21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D53B35-7D24-36D3-1151-EA5E21B5E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F22BF4-2DA9-F2B1-A62F-BDE811499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47F5-E073-45CE-856A-D4CE1FDC29C6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21FC0-292D-8970-9525-659F870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86BB11-6844-DF33-8F8D-08DB0DBC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D818-E135-4353-876A-236DDC1F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1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F7E7B-F41E-65B2-A8F7-39B6C6D1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7BA055-2A31-6B0F-6FF3-E9B89491E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3785AC-E850-5F21-BA86-41BB3BE4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47F5-E073-45CE-856A-D4CE1FDC29C6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5F27BE-F1EC-847B-0939-1A0FD1992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BAF8E4-ED93-7BAD-7B2E-3B9F113C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D818-E135-4353-876A-236DDC1F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430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CA95B0-B6C8-19EA-FCCE-2D1B428B4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9EF825-C3CA-410A-5580-5C8864334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E72110-4478-36C2-D45A-0DF30895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47F5-E073-45CE-856A-D4CE1FDC29C6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B8C39C-B92E-6174-D1C0-08DA62C4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1BB3BD-AF80-5909-612F-1436B596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D818-E135-4353-876A-236DDC1F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8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8A67B0-345F-0490-3564-09C294396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C59873-4CE3-B8E6-7EC8-5AB2593D9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FF4A8F-13F9-933A-CA54-05EF0FE85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547F5-E073-45CE-856A-D4CE1FDC29C6}" type="datetimeFigureOut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97D98C-F8E5-EDB3-9F41-487A448B5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DD3BAE-D6B4-34CE-7666-7058E3415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6D818-E135-4353-876A-236DDC1FDC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92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157A628-5C27-D3DF-BCE4-1FC12C191E1D}"/>
              </a:ext>
            </a:extLst>
          </p:cNvPr>
          <p:cNvSpPr/>
          <p:nvPr/>
        </p:nvSpPr>
        <p:spPr>
          <a:xfrm>
            <a:off x="6432909" y="1847913"/>
            <a:ext cx="4859091" cy="3240659"/>
          </a:xfrm>
          <a:prstGeom prst="roundRect">
            <a:avLst>
              <a:gd name="adj" fmla="val 11237"/>
            </a:avLst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50800" dir="5400000" algn="ctr" rotWithShape="0">
              <a:srgbClr val="C00000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EFE80F69-3978-03DF-04D2-DB7782767A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1091" y="540000"/>
            <a:ext cx="1250909" cy="36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EAB124E-3137-CD73-4566-4B7CA5CE368F}"/>
              </a:ext>
            </a:extLst>
          </p:cNvPr>
          <p:cNvSpPr txBox="1"/>
          <p:nvPr/>
        </p:nvSpPr>
        <p:spPr>
          <a:xfrm>
            <a:off x="810930" y="4865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gradFill>
                  <a:gsLst>
                    <a:gs pos="78000">
                      <a:srgbClr val="A00000"/>
                    </a:gs>
                    <a:gs pos="0">
                      <a:srgbClr val="800000"/>
                    </a:gs>
                  </a:gsLst>
                  <a:lin ang="162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美丽的中大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3B2B041-CE67-0883-1411-21DEDF05B20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98800" y="990000"/>
            <a:ext cx="10393200" cy="108000"/>
            <a:chOff x="2851873" y="1567543"/>
            <a:chExt cx="10393200" cy="10800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CD88783-80EC-39E1-5D9F-CBABD5F1954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851873" y="1621543"/>
              <a:ext cx="10393200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27362C5-E249-1F20-934C-901BC7499E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1873" y="1567543"/>
              <a:ext cx="900000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B63C75B1-D5E1-CEC1-804F-34C0542553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5894592"/>
            <a:ext cx="5222830" cy="1804299"/>
          </a:xfrm>
          <a:custGeom>
            <a:avLst/>
            <a:gdLst>
              <a:gd name="connsiteX0" fmla="*/ 0 w 5222830"/>
              <a:gd name="connsiteY0" fmla="*/ 0 h 1804299"/>
              <a:gd name="connsiteX1" fmla="*/ 209741 w 5222830"/>
              <a:gd name="connsiteY1" fmla="*/ 179356 h 1804299"/>
              <a:gd name="connsiteX2" fmla="*/ 5192837 w 5222830"/>
              <a:gd name="connsiteY2" fmla="*/ 1797057 h 1804299"/>
              <a:gd name="connsiteX3" fmla="*/ 5220690 w 5222830"/>
              <a:gd name="connsiteY3" fmla="*/ 1798453 h 1804299"/>
              <a:gd name="connsiteX4" fmla="*/ 5222830 w 5222830"/>
              <a:gd name="connsiteY4" fmla="*/ 1804299 h 1804299"/>
              <a:gd name="connsiteX5" fmla="*/ 5190055 w 5222830"/>
              <a:gd name="connsiteY5" fmla="*/ 1802985 h 1804299"/>
              <a:gd name="connsiteX6" fmla="*/ 197731 w 5222830"/>
              <a:gd name="connsiteY6" fmla="*/ 505558 h 1804299"/>
              <a:gd name="connsiteX7" fmla="*/ 0 w 5222830"/>
              <a:gd name="connsiteY7" fmla="*/ 368406 h 1804299"/>
              <a:gd name="connsiteX8" fmla="*/ 0 w 5222830"/>
              <a:gd name="connsiteY8" fmla="*/ 0 h 1804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22830" h="1804299">
                <a:moveTo>
                  <a:pt x="0" y="0"/>
                </a:moveTo>
                <a:lnTo>
                  <a:pt x="209741" y="179356"/>
                </a:lnTo>
                <a:cubicBezTo>
                  <a:pt x="1329560" y="1049543"/>
                  <a:pt x="3122418" y="1658432"/>
                  <a:pt x="5192837" y="1797057"/>
                </a:cubicBezTo>
                <a:lnTo>
                  <a:pt x="5220690" y="1798453"/>
                </a:lnTo>
                <a:lnTo>
                  <a:pt x="5222830" y="1804299"/>
                </a:lnTo>
                <a:lnTo>
                  <a:pt x="5190055" y="1802985"/>
                </a:lnTo>
                <a:cubicBezTo>
                  <a:pt x="3113395" y="1691749"/>
                  <a:pt x="1316217" y="1203199"/>
                  <a:pt x="197731" y="505558"/>
                </a:cubicBezTo>
                <a:lnTo>
                  <a:pt x="0" y="36840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100000">
                <a:srgbClr val="FFC000">
                  <a:alpha val="70000"/>
                </a:srgb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438E9603-32E1-BDDF-AAC8-1259C9FCDC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69165" y="5894592"/>
            <a:ext cx="5222834" cy="1804299"/>
          </a:xfrm>
          <a:custGeom>
            <a:avLst/>
            <a:gdLst>
              <a:gd name="connsiteX0" fmla="*/ 5222834 w 5222834"/>
              <a:gd name="connsiteY0" fmla="*/ 0 h 1804299"/>
              <a:gd name="connsiteX1" fmla="*/ 5222834 w 5222834"/>
              <a:gd name="connsiteY1" fmla="*/ 368406 h 1804299"/>
              <a:gd name="connsiteX2" fmla="*/ 5025103 w 5222834"/>
              <a:gd name="connsiteY2" fmla="*/ 505558 h 1804299"/>
              <a:gd name="connsiteX3" fmla="*/ 32779 w 5222834"/>
              <a:gd name="connsiteY3" fmla="*/ 1802985 h 1804299"/>
              <a:gd name="connsiteX4" fmla="*/ 0 w 5222834"/>
              <a:gd name="connsiteY4" fmla="*/ 1804299 h 1804299"/>
              <a:gd name="connsiteX5" fmla="*/ 2140 w 5222834"/>
              <a:gd name="connsiteY5" fmla="*/ 1798453 h 1804299"/>
              <a:gd name="connsiteX6" fmla="*/ 29997 w 5222834"/>
              <a:gd name="connsiteY6" fmla="*/ 1797057 h 1804299"/>
              <a:gd name="connsiteX7" fmla="*/ 5013093 w 5222834"/>
              <a:gd name="connsiteY7" fmla="*/ 179356 h 1804299"/>
              <a:gd name="connsiteX8" fmla="*/ 5222834 w 5222834"/>
              <a:gd name="connsiteY8" fmla="*/ 0 h 1804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22834" h="1804299">
                <a:moveTo>
                  <a:pt x="5222834" y="0"/>
                </a:moveTo>
                <a:lnTo>
                  <a:pt x="5222834" y="368406"/>
                </a:lnTo>
                <a:lnTo>
                  <a:pt x="5025103" y="505558"/>
                </a:lnTo>
                <a:cubicBezTo>
                  <a:pt x="3906617" y="1203199"/>
                  <a:pt x="2109439" y="1691749"/>
                  <a:pt x="32779" y="1802985"/>
                </a:cubicBezTo>
                <a:lnTo>
                  <a:pt x="0" y="1804299"/>
                </a:lnTo>
                <a:lnTo>
                  <a:pt x="2140" y="1798453"/>
                </a:lnTo>
                <a:lnTo>
                  <a:pt x="29997" y="1797057"/>
                </a:lnTo>
                <a:cubicBezTo>
                  <a:pt x="2100417" y="1658432"/>
                  <a:pt x="3893275" y="1049543"/>
                  <a:pt x="5013093" y="179356"/>
                </a:cubicBezTo>
                <a:lnTo>
                  <a:pt x="522283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100000">
                <a:srgbClr val="FFC000">
                  <a:alpha val="70000"/>
                </a:srgbClr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: 圆顶角 2">
            <a:extLst>
              <a:ext uri="{FF2B5EF4-FFF2-40B4-BE49-F238E27FC236}">
                <a16:creationId xmlns:a16="http://schemas.microsoft.com/office/drawing/2014/main" id="{2B41F92C-4026-C2EB-C2FC-0701AE6D0700}"/>
              </a:ext>
            </a:extLst>
          </p:cNvPr>
          <p:cNvSpPr/>
          <p:nvPr/>
        </p:nvSpPr>
        <p:spPr>
          <a:xfrm>
            <a:off x="898799" y="1847913"/>
            <a:ext cx="5197201" cy="3495583"/>
          </a:xfrm>
          <a:prstGeom prst="round2SameRect">
            <a:avLst>
              <a:gd name="adj1" fmla="val 9810"/>
              <a:gd name="adj2" fmla="val 0"/>
            </a:avLst>
          </a:prstGeom>
          <a:gradFill flip="none" rotWithShape="1">
            <a:gsLst>
              <a:gs pos="65000">
                <a:schemeClr val="bg1">
                  <a:alpha val="0"/>
                  <a:lumMod val="98000"/>
                </a:schemeClr>
              </a:gs>
              <a:gs pos="0">
                <a:schemeClr val="accent4">
                  <a:lumMod val="20000"/>
                  <a:lumOff val="80000"/>
                </a:schemeClr>
              </a:gs>
            </a:gsLst>
            <a:lin ang="5400000" scaled="1"/>
            <a:tileRect/>
          </a:gradFill>
          <a:ln w="22225">
            <a:gradFill>
              <a:gsLst>
                <a:gs pos="0">
                  <a:srgbClr val="A00000"/>
                </a:gs>
                <a:gs pos="100000">
                  <a:srgbClr val="FFC000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 descr="一些文字和图案&#10;&#10;中度可信度描述已自动生成">
            <a:extLst>
              <a:ext uri="{FF2B5EF4-FFF2-40B4-BE49-F238E27FC236}">
                <a16:creationId xmlns:a16="http://schemas.microsoft.com/office/drawing/2014/main" id="{DCF6AA06-7DFF-0681-A917-F66D7D12BA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4606" y="5653319"/>
            <a:ext cx="7721587" cy="1204223"/>
          </a:xfrm>
          <a:prstGeom prst="rect">
            <a:avLst/>
          </a:prstGeom>
          <a:effectLst>
            <a:outerShdw blurRad="152400" dir="5400000" algn="ctr" rotWithShape="0">
              <a:schemeClr val="accent4">
                <a:lumMod val="20000"/>
                <a:lumOff val="80000"/>
                <a:alpha val="50000"/>
              </a:schemeClr>
            </a:outerShdw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A46AD77-05E3-0B35-6BD4-2E2E11D0D46B}"/>
              </a:ext>
            </a:extLst>
          </p:cNvPr>
          <p:cNvSpPr txBox="1"/>
          <p:nvPr/>
        </p:nvSpPr>
        <p:spPr>
          <a:xfrm>
            <a:off x="1173008" y="2119659"/>
            <a:ext cx="4648782" cy="238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中大之美，美在校园风光。古木翠色，芳物留香，红砖绿瓦，洗尽铅华。漫步在中大的校园之中，你会陶醉于它的翠色浓烈，满眼生机，你会沉浸于它的古色砖墙，历史流芳。</a:t>
            </a:r>
          </a:p>
          <a:p>
            <a:pPr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在中大的校园里，建筑巍然而立，夺人眼球，它们古朴大方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横看侧看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均在眼底宕开浓墨重彩的一笔。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251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EFE80F69-3978-03DF-04D2-DB7782767A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1091" y="540000"/>
            <a:ext cx="1250909" cy="36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EAB124E-3137-CD73-4566-4B7CA5CE368F}"/>
              </a:ext>
            </a:extLst>
          </p:cNvPr>
          <p:cNvSpPr txBox="1"/>
          <p:nvPr/>
        </p:nvSpPr>
        <p:spPr>
          <a:xfrm>
            <a:off x="810930" y="4865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gradFill>
                  <a:gsLst>
                    <a:gs pos="78000">
                      <a:srgbClr val="A00000"/>
                    </a:gs>
                    <a:gs pos="0">
                      <a:srgbClr val="800000"/>
                    </a:gs>
                  </a:gsLst>
                  <a:lin ang="162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美丽的中大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3B2B041-CE67-0883-1411-21DEDF05B20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98800" y="990000"/>
            <a:ext cx="10393200" cy="108000"/>
            <a:chOff x="2851873" y="1567543"/>
            <a:chExt cx="10393200" cy="10800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CD88783-80EC-39E1-5D9F-CBABD5F1954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851873" y="1621543"/>
              <a:ext cx="10393200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27362C5-E249-1F20-934C-901BC7499E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1873" y="1567543"/>
              <a:ext cx="900000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B63C75B1-D5E1-CEC1-804F-34C0542553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5894592"/>
            <a:ext cx="5222830" cy="1804299"/>
          </a:xfrm>
          <a:custGeom>
            <a:avLst/>
            <a:gdLst>
              <a:gd name="connsiteX0" fmla="*/ 0 w 5222830"/>
              <a:gd name="connsiteY0" fmla="*/ 0 h 1804299"/>
              <a:gd name="connsiteX1" fmla="*/ 209741 w 5222830"/>
              <a:gd name="connsiteY1" fmla="*/ 179356 h 1804299"/>
              <a:gd name="connsiteX2" fmla="*/ 5192837 w 5222830"/>
              <a:gd name="connsiteY2" fmla="*/ 1797057 h 1804299"/>
              <a:gd name="connsiteX3" fmla="*/ 5220690 w 5222830"/>
              <a:gd name="connsiteY3" fmla="*/ 1798453 h 1804299"/>
              <a:gd name="connsiteX4" fmla="*/ 5222830 w 5222830"/>
              <a:gd name="connsiteY4" fmla="*/ 1804299 h 1804299"/>
              <a:gd name="connsiteX5" fmla="*/ 5190055 w 5222830"/>
              <a:gd name="connsiteY5" fmla="*/ 1802985 h 1804299"/>
              <a:gd name="connsiteX6" fmla="*/ 197731 w 5222830"/>
              <a:gd name="connsiteY6" fmla="*/ 505558 h 1804299"/>
              <a:gd name="connsiteX7" fmla="*/ 0 w 5222830"/>
              <a:gd name="connsiteY7" fmla="*/ 368406 h 1804299"/>
              <a:gd name="connsiteX8" fmla="*/ 0 w 5222830"/>
              <a:gd name="connsiteY8" fmla="*/ 0 h 1804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22830" h="1804299">
                <a:moveTo>
                  <a:pt x="0" y="0"/>
                </a:moveTo>
                <a:lnTo>
                  <a:pt x="209741" y="179356"/>
                </a:lnTo>
                <a:cubicBezTo>
                  <a:pt x="1329560" y="1049543"/>
                  <a:pt x="3122418" y="1658432"/>
                  <a:pt x="5192837" y="1797057"/>
                </a:cubicBezTo>
                <a:lnTo>
                  <a:pt x="5220690" y="1798453"/>
                </a:lnTo>
                <a:lnTo>
                  <a:pt x="5222830" y="1804299"/>
                </a:lnTo>
                <a:lnTo>
                  <a:pt x="5190055" y="1802985"/>
                </a:lnTo>
                <a:cubicBezTo>
                  <a:pt x="3113395" y="1691749"/>
                  <a:pt x="1316217" y="1203199"/>
                  <a:pt x="197731" y="505558"/>
                </a:cubicBezTo>
                <a:lnTo>
                  <a:pt x="0" y="36840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100000">
                <a:srgbClr val="FFC000">
                  <a:alpha val="70000"/>
                </a:srgb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438E9603-32E1-BDDF-AAC8-1259C9FCDC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69165" y="5894592"/>
            <a:ext cx="5222834" cy="1804299"/>
          </a:xfrm>
          <a:custGeom>
            <a:avLst/>
            <a:gdLst>
              <a:gd name="connsiteX0" fmla="*/ 5222834 w 5222834"/>
              <a:gd name="connsiteY0" fmla="*/ 0 h 1804299"/>
              <a:gd name="connsiteX1" fmla="*/ 5222834 w 5222834"/>
              <a:gd name="connsiteY1" fmla="*/ 368406 h 1804299"/>
              <a:gd name="connsiteX2" fmla="*/ 5025103 w 5222834"/>
              <a:gd name="connsiteY2" fmla="*/ 505558 h 1804299"/>
              <a:gd name="connsiteX3" fmla="*/ 32779 w 5222834"/>
              <a:gd name="connsiteY3" fmla="*/ 1802985 h 1804299"/>
              <a:gd name="connsiteX4" fmla="*/ 0 w 5222834"/>
              <a:gd name="connsiteY4" fmla="*/ 1804299 h 1804299"/>
              <a:gd name="connsiteX5" fmla="*/ 2140 w 5222834"/>
              <a:gd name="connsiteY5" fmla="*/ 1798453 h 1804299"/>
              <a:gd name="connsiteX6" fmla="*/ 29997 w 5222834"/>
              <a:gd name="connsiteY6" fmla="*/ 1797057 h 1804299"/>
              <a:gd name="connsiteX7" fmla="*/ 5013093 w 5222834"/>
              <a:gd name="connsiteY7" fmla="*/ 179356 h 1804299"/>
              <a:gd name="connsiteX8" fmla="*/ 5222834 w 5222834"/>
              <a:gd name="connsiteY8" fmla="*/ 0 h 1804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22834" h="1804299">
                <a:moveTo>
                  <a:pt x="5222834" y="0"/>
                </a:moveTo>
                <a:lnTo>
                  <a:pt x="5222834" y="368406"/>
                </a:lnTo>
                <a:lnTo>
                  <a:pt x="5025103" y="505558"/>
                </a:lnTo>
                <a:cubicBezTo>
                  <a:pt x="3906617" y="1203199"/>
                  <a:pt x="2109439" y="1691749"/>
                  <a:pt x="32779" y="1802985"/>
                </a:cubicBezTo>
                <a:lnTo>
                  <a:pt x="0" y="1804299"/>
                </a:lnTo>
                <a:lnTo>
                  <a:pt x="2140" y="1798453"/>
                </a:lnTo>
                <a:lnTo>
                  <a:pt x="29997" y="1797057"/>
                </a:lnTo>
                <a:cubicBezTo>
                  <a:pt x="2100417" y="1658432"/>
                  <a:pt x="3893275" y="1049543"/>
                  <a:pt x="5013093" y="179356"/>
                </a:cubicBezTo>
                <a:lnTo>
                  <a:pt x="522283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100000">
                <a:srgbClr val="FFC000">
                  <a:alpha val="70000"/>
                </a:srgbClr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 descr="一些文字和图案&#10;&#10;中度可信度描述已自动生成">
            <a:extLst>
              <a:ext uri="{FF2B5EF4-FFF2-40B4-BE49-F238E27FC236}">
                <a16:creationId xmlns:a16="http://schemas.microsoft.com/office/drawing/2014/main" id="{A14A9DFA-092F-FAAC-8202-A1F0EFFB5B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4606" y="5653319"/>
            <a:ext cx="7721587" cy="1204223"/>
          </a:xfrm>
          <a:prstGeom prst="rect">
            <a:avLst/>
          </a:prstGeom>
          <a:effectLst>
            <a:outerShdw blurRad="152400" dir="5400000" algn="ctr" rotWithShape="0">
              <a:schemeClr val="accent4">
                <a:lumMod val="20000"/>
                <a:lumOff val="80000"/>
                <a:alpha val="50000"/>
              </a:schemeClr>
            </a:outerShdw>
          </a:effectLst>
        </p:spPr>
      </p:pic>
      <p:sp>
        <p:nvSpPr>
          <p:cNvPr id="6" name="矩形: 圆顶角 5">
            <a:extLst>
              <a:ext uri="{FF2B5EF4-FFF2-40B4-BE49-F238E27FC236}">
                <a16:creationId xmlns:a16="http://schemas.microsoft.com/office/drawing/2014/main" id="{A8780287-0FCD-D9E0-4D79-B05DC3CA19D8}"/>
              </a:ext>
            </a:extLst>
          </p:cNvPr>
          <p:cNvSpPr/>
          <p:nvPr/>
        </p:nvSpPr>
        <p:spPr>
          <a:xfrm rot="16200000">
            <a:off x="6657559" y="166157"/>
            <a:ext cx="3199716" cy="6069167"/>
          </a:xfrm>
          <a:prstGeom prst="round2SameRect">
            <a:avLst>
              <a:gd name="adj1" fmla="val 14602"/>
              <a:gd name="adj2" fmla="val 0"/>
            </a:avLst>
          </a:prstGeom>
          <a:gradFill flip="none" rotWithShape="1">
            <a:gsLst>
              <a:gs pos="65000">
                <a:schemeClr val="bg1">
                  <a:lumMod val="98000"/>
                  <a:alpha val="0"/>
                </a:schemeClr>
              </a:gs>
              <a:gs pos="0">
                <a:schemeClr val="accent4">
                  <a:lumMod val="20000"/>
                  <a:lumOff val="80000"/>
                </a:schemeClr>
              </a:gs>
            </a:gsLst>
            <a:lin ang="2700000" scaled="1"/>
            <a:tileRect/>
          </a:gradFill>
          <a:ln w="22225">
            <a:gradFill>
              <a:gsLst>
                <a:gs pos="0">
                  <a:srgbClr val="A00000"/>
                </a:gs>
                <a:gs pos="100000">
                  <a:srgbClr val="FFC000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C1CE532-3EFD-433E-4CF9-3C823B648525}"/>
              </a:ext>
            </a:extLst>
          </p:cNvPr>
          <p:cNvSpPr/>
          <p:nvPr/>
        </p:nvSpPr>
        <p:spPr>
          <a:xfrm>
            <a:off x="898800" y="1600884"/>
            <a:ext cx="3855136" cy="3767266"/>
          </a:xfrm>
          <a:prstGeom prst="roundRect">
            <a:avLst>
              <a:gd name="adj" fmla="val 925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r="5400000" algn="ctr" rotWithShape="0">
              <a:srgbClr val="C00000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672CE5-C3EE-D77E-6A2C-1E33A307EF75}"/>
              </a:ext>
            </a:extLst>
          </p:cNvPr>
          <p:cNvSpPr txBox="1"/>
          <p:nvPr/>
        </p:nvSpPr>
        <p:spPr>
          <a:xfrm>
            <a:off x="5460069" y="1953702"/>
            <a:ext cx="5594684" cy="293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中大之美，美在建筑。</a:t>
            </a:r>
            <a:r>
              <a:rPr lang="zh-CN" altLang="zh-CN" sz="1800" kern="1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孙中山先生发出“要立志做大事，不可立志做大官”的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怀士堂、陪伴钟荣光度过革命岁月的黑石屋、</a:t>
            </a:r>
            <a:r>
              <a:rPr lang="zh-CN" altLang="zh-CN" sz="1800" kern="1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纪念史坚如、区励周、许耀章三位在民主运动中英勇献身的师生而建的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惺亭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……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这些建筑历经岁月洗礼，依旧在中大校园中安静的矗立着，无言地诉说当年那段慷慨激昂的革命历史。</a:t>
            </a:r>
          </a:p>
          <a:p>
            <a:pPr indent="266700" algn="just"/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而新起的建筑依旧沿用红砖绿瓦的用色，不仅仅是为了美学风格的一致，更在于传承当年的建筑精神与风貌，新旧辉映，是历史的回望，未来的招手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971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>
            <a:extLst>
              <a:ext uri="{FF2B5EF4-FFF2-40B4-BE49-F238E27FC236}">
                <a16:creationId xmlns:a16="http://schemas.microsoft.com/office/drawing/2014/main" id="{7722B175-0C5C-E912-A705-465D86E19D7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000" y="540000"/>
            <a:ext cx="1250909" cy="3600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888EE8A7-69A7-559F-0A47-AC4315CC3AE0}"/>
              </a:ext>
            </a:extLst>
          </p:cNvPr>
          <p:cNvSpPr/>
          <p:nvPr/>
        </p:nvSpPr>
        <p:spPr>
          <a:xfrm>
            <a:off x="726380" y="1770179"/>
            <a:ext cx="1980000" cy="10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ADEB6742-376E-2300-26BC-A3D7923FA0C4}"/>
              </a:ext>
            </a:extLst>
          </p:cNvPr>
          <p:cNvSpPr/>
          <p:nvPr/>
        </p:nvSpPr>
        <p:spPr>
          <a:xfrm flipH="1">
            <a:off x="6181204" y="1"/>
            <a:ext cx="1704355" cy="6858000"/>
          </a:xfrm>
          <a:custGeom>
            <a:avLst/>
            <a:gdLst>
              <a:gd name="connsiteX0" fmla="*/ 4 w 1704355"/>
              <a:gd name="connsiteY0" fmla="*/ 0 h 6858000"/>
              <a:gd name="connsiteX1" fmla="*/ 472439 w 1704355"/>
              <a:gd name="connsiteY1" fmla="*/ 0 h 6858000"/>
              <a:gd name="connsiteX2" fmla="*/ 525016 w 1704355"/>
              <a:gd name="connsiteY2" fmla="*/ 53639 h 6858000"/>
              <a:gd name="connsiteX3" fmla="*/ 1704355 w 1704355"/>
              <a:gd name="connsiteY3" fmla="*/ 3428998 h 6858000"/>
              <a:gd name="connsiteX4" fmla="*/ 525016 w 1704355"/>
              <a:gd name="connsiteY4" fmla="*/ 6804357 h 6858000"/>
              <a:gd name="connsiteX5" fmla="*/ 472435 w 1704355"/>
              <a:gd name="connsiteY5" fmla="*/ 6858000 h 6858000"/>
              <a:gd name="connsiteX6" fmla="*/ 0 w 1704355"/>
              <a:gd name="connsiteY6" fmla="*/ 6858000 h 6858000"/>
              <a:gd name="connsiteX7" fmla="*/ 193627 w 1704355"/>
              <a:gd name="connsiteY7" fmla="*/ 6695349 h 6858000"/>
              <a:gd name="connsiteX8" fmla="*/ 1571275 w 1704355"/>
              <a:gd name="connsiteY8" fmla="*/ 3428998 h 6858000"/>
              <a:gd name="connsiteX9" fmla="*/ 193627 w 1704355"/>
              <a:gd name="connsiteY9" fmla="*/ 1626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4355" h="6858000">
                <a:moveTo>
                  <a:pt x="4" y="0"/>
                </a:moveTo>
                <a:lnTo>
                  <a:pt x="472439" y="0"/>
                </a:lnTo>
                <a:lnTo>
                  <a:pt x="525016" y="53639"/>
                </a:lnTo>
                <a:cubicBezTo>
                  <a:pt x="1240947" y="821779"/>
                  <a:pt x="1704355" y="2047748"/>
                  <a:pt x="1704355" y="3428998"/>
                </a:cubicBezTo>
                <a:cubicBezTo>
                  <a:pt x="1704355" y="4810248"/>
                  <a:pt x="1240947" y="6036217"/>
                  <a:pt x="525016" y="6804357"/>
                </a:cubicBezTo>
                <a:lnTo>
                  <a:pt x="472435" y="6858000"/>
                </a:lnTo>
                <a:lnTo>
                  <a:pt x="0" y="6858000"/>
                </a:lnTo>
                <a:lnTo>
                  <a:pt x="193627" y="6695349"/>
                </a:lnTo>
                <a:cubicBezTo>
                  <a:pt x="1034366" y="5922970"/>
                  <a:pt x="1571275" y="4746638"/>
                  <a:pt x="1571275" y="3428998"/>
                </a:cubicBezTo>
                <a:cubicBezTo>
                  <a:pt x="1571275" y="2111358"/>
                  <a:pt x="1034366" y="935026"/>
                  <a:pt x="193627" y="162647"/>
                </a:cubicBezTo>
                <a:close/>
              </a:path>
            </a:pathLst>
          </a:custGeom>
          <a:gradFill flip="none" rotWithShape="1">
            <a:gsLst>
              <a:gs pos="35000">
                <a:srgbClr val="FFC000"/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2F40617-66A5-A2BC-18DD-DBB2E672C902}"/>
              </a:ext>
            </a:extLst>
          </p:cNvPr>
          <p:cNvSpPr/>
          <p:nvPr/>
        </p:nvSpPr>
        <p:spPr>
          <a:xfrm>
            <a:off x="2917884" y="44478"/>
            <a:ext cx="63447" cy="47338"/>
          </a:xfrm>
          <a:custGeom>
            <a:avLst/>
            <a:gdLst>
              <a:gd name="connsiteX0" fmla="*/ 0 w 63447"/>
              <a:gd name="connsiteY0" fmla="*/ 0 h 47338"/>
              <a:gd name="connsiteX1" fmla="*/ 63447 w 63447"/>
              <a:gd name="connsiteY1" fmla="*/ 0 h 47338"/>
              <a:gd name="connsiteX2" fmla="*/ 0 w 63447"/>
              <a:gd name="connsiteY2" fmla="*/ 47338 h 47338"/>
              <a:gd name="connsiteX3" fmla="*/ 0 w 63447"/>
              <a:gd name="connsiteY3" fmla="*/ 0 h 47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47" h="47338">
                <a:moveTo>
                  <a:pt x="0" y="0"/>
                </a:moveTo>
                <a:lnTo>
                  <a:pt x="63447" y="0"/>
                </a:lnTo>
                <a:lnTo>
                  <a:pt x="0" y="4733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C57E1008-6B60-6BE1-866B-F5AFAC623A4F}"/>
              </a:ext>
            </a:extLst>
          </p:cNvPr>
          <p:cNvSpPr/>
          <p:nvPr/>
        </p:nvSpPr>
        <p:spPr>
          <a:xfrm>
            <a:off x="2917883" y="6902477"/>
            <a:ext cx="3926010" cy="23669"/>
          </a:xfrm>
          <a:custGeom>
            <a:avLst/>
            <a:gdLst>
              <a:gd name="connsiteX0" fmla="*/ 0 w 3926010"/>
              <a:gd name="connsiteY0" fmla="*/ 0 h 23669"/>
              <a:gd name="connsiteX1" fmla="*/ 3926010 w 3926010"/>
              <a:gd name="connsiteY1" fmla="*/ 0 h 23669"/>
              <a:gd name="connsiteX2" fmla="*/ 3922393 w 3926010"/>
              <a:gd name="connsiteY2" fmla="*/ 2993 h 23669"/>
              <a:gd name="connsiteX3" fmla="*/ 3893931 w 3926010"/>
              <a:gd name="connsiteY3" fmla="*/ 23669 h 23669"/>
              <a:gd name="connsiteX4" fmla="*/ 10135 w 3926010"/>
              <a:gd name="connsiteY4" fmla="*/ 23669 h 23669"/>
              <a:gd name="connsiteX5" fmla="*/ 0 w 3926010"/>
              <a:gd name="connsiteY5" fmla="*/ 16107 h 23669"/>
              <a:gd name="connsiteX6" fmla="*/ 0 w 3926010"/>
              <a:gd name="connsiteY6" fmla="*/ 0 h 2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26010" h="23669">
                <a:moveTo>
                  <a:pt x="0" y="0"/>
                </a:moveTo>
                <a:lnTo>
                  <a:pt x="3926010" y="0"/>
                </a:lnTo>
                <a:lnTo>
                  <a:pt x="3922393" y="2993"/>
                </a:lnTo>
                <a:lnTo>
                  <a:pt x="3893931" y="23669"/>
                </a:lnTo>
                <a:lnTo>
                  <a:pt x="10135" y="23669"/>
                </a:lnTo>
                <a:lnTo>
                  <a:pt x="0" y="161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3E65C585-C665-5C45-3AAC-1A0FF3F9A3FE}"/>
              </a:ext>
            </a:extLst>
          </p:cNvPr>
          <p:cNvSpPr/>
          <p:nvPr/>
        </p:nvSpPr>
        <p:spPr>
          <a:xfrm>
            <a:off x="6277457" y="13036"/>
            <a:ext cx="5914543" cy="6857999"/>
          </a:xfrm>
          <a:custGeom>
            <a:avLst/>
            <a:gdLst>
              <a:gd name="connsiteX0" fmla="*/ 1634472 w 5914543"/>
              <a:gd name="connsiteY0" fmla="*/ 0 h 6857999"/>
              <a:gd name="connsiteX1" fmla="*/ 5412394 w 5914543"/>
              <a:gd name="connsiteY1" fmla="*/ 0 h 6857999"/>
              <a:gd name="connsiteX2" fmla="*/ 5417611 w 5914543"/>
              <a:gd name="connsiteY2" fmla="*/ 3892 h 6857999"/>
              <a:gd name="connsiteX3" fmla="*/ 5417611 w 5914543"/>
              <a:gd name="connsiteY3" fmla="*/ 3892 h 6857999"/>
              <a:gd name="connsiteX4" fmla="*/ 5417611 w 5914543"/>
              <a:gd name="connsiteY4" fmla="*/ 3892 h 6857999"/>
              <a:gd name="connsiteX5" fmla="*/ 5914543 w 5914543"/>
              <a:gd name="connsiteY5" fmla="*/ 3892 h 6857999"/>
              <a:gd name="connsiteX6" fmla="*/ 5914543 w 5914543"/>
              <a:gd name="connsiteY6" fmla="*/ 450433 h 6857999"/>
              <a:gd name="connsiteX7" fmla="*/ 5914543 w 5914543"/>
              <a:gd name="connsiteY7" fmla="*/ 450433 h 6857999"/>
              <a:gd name="connsiteX8" fmla="*/ 5914543 w 5914543"/>
              <a:gd name="connsiteY8" fmla="*/ 6470655 h 6857999"/>
              <a:gd name="connsiteX9" fmla="*/ 5914543 w 5914543"/>
              <a:gd name="connsiteY9" fmla="*/ 6834329 h 6857999"/>
              <a:gd name="connsiteX10" fmla="*/ 5525636 w 5914543"/>
              <a:gd name="connsiteY10" fmla="*/ 6834329 h 6857999"/>
              <a:gd name="connsiteX11" fmla="*/ 5497035 w 5914543"/>
              <a:gd name="connsiteY11" fmla="*/ 6857999 h 6857999"/>
              <a:gd name="connsiteX12" fmla="*/ 5464956 w 5914543"/>
              <a:gd name="connsiteY12" fmla="*/ 6857999 h 6857999"/>
              <a:gd name="connsiteX13" fmla="*/ 5493418 w 5914543"/>
              <a:gd name="connsiteY13" fmla="*/ 6837323 h 6857999"/>
              <a:gd name="connsiteX14" fmla="*/ 5497035 w 5914543"/>
              <a:gd name="connsiteY14" fmla="*/ 6834330 h 6857999"/>
              <a:gd name="connsiteX15" fmla="*/ 1571025 w 5914543"/>
              <a:gd name="connsiteY15" fmla="*/ 6834330 h 6857999"/>
              <a:gd name="connsiteX16" fmla="*/ 1571025 w 5914543"/>
              <a:gd name="connsiteY16" fmla="*/ 6850437 h 6857999"/>
              <a:gd name="connsiteX17" fmla="*/ 1553448 w 5914543"/>
              <a:gd name="connsiteY17" fmla="*/ 6837323 h 6857999"/>
              <a:gd name="connsiteX18" fmla="*/ 0 w 5914543"/>
              <a:gd name="connsiteY18" fmla="*/ 3437053 h 6857999"/>
              <a:gd name="connsiteX19" fmla="*/ 1553448 w 5914543"/>
              <a:gd name="connsiteY19" fmla="*/ 36783 h 6857999"/>
              <a:gd name="connsiteX20" fmla="*/ 1571025 w 5914543"/>
              <a:gd name="connsiteY20" fmla="*/ 23669 h 6857999"/>
              <a:gd name="connsiteX21" fmla="*/ 1571025 w 5914543"/>
              <a:gd name="connsiteY21" fmla="*/ 4733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914543" h="6857999">
                <a:moveTo>
                  <a:pt x="1634472" y="0"/>
                </a:moveTo>
                <a:lnTo>
                  <a:pt x="5412394" y="0"/>
                </a:lnTo>
                <a:lnTo>
                  <a:pt x="5417611" y="3892"/>
                </a:lnTo>
                <a:lnTo>
                  <a:pt x="5417611" y="3892"/>
                </a:lnTo>
                <a:lnTo>
                  <a:pt x="5417611" y="3892"/>
                </a:lnTo>
                <a:lnTo>
                  <a:pt x="5914543" y="3892"/>
                </a:lnTo>
                <a:lnTo>
                  <a:pt x="5914543" y="450433"/>
                </a:lnTo>
                <a:lnTo>
                  <a:pt x="5914543" y="450433"/>
                </a:lnTo>
                <a:lnTo>
                  <a:pt x="5914543" y="6470655"/>
                </a:lnTo>
                <a:lnTo>
                  <a:pt x="5914543" y="6834329"/>
                </a:lnTo>
                <a:lnTo>
                  <a:pt x="5525636" y="6834329"/>
                </a:lnTo>
                <a:lnTo>
                  <a:pt x="5497035" y="6857999"/>
                </a:lnTo>
                <a:lnTo>
                  <a:pt x="5464956" y="6857999"/>
                </a:lnTo>
                <a:lnTo>
                  <a:pt x="5493418" y="6837323"/>
                </a:lnTo>
                <a:lnTo>
                  <a:pt x="5497035" y="6834330"/>
                </a:lnTo>
                <a:lnTo>
                  <a:pt x="1571025" y="6834330"/>
                </a:lnTo>
                <a:lnTo>
                  <a:pt x="1571025" y="6850437"/>
                </a:lnTo>
                <a:lnTo>
                  <a:pt x="1553448" y="6837323"/>
                </a:lnTo>
                <a:cubicBezTo>
                  <a:pt x="616209" y="6100418"/>
                  <a:pt x="0" y="4852485"/>
                  <a:pt x="0" y="3437053"/>
                </a:cubicBezTo>
                <a:cubicBezTo>
                  <a:pt x="0" y="2021621"/>
                  <a:pt x="616209" y="773688"/>
                  <a:pt x="1553448" y="36783"/>
                </a:cubicBezTo>
                <a:lnTo>
                  <a:pt x="1571025" y="23669"/>
                </a:lnTo>
                <a:lnTo>
                  <a:pt x="1571025" y="4733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2F21E68C-2144-758A-A18F-8E0C803622E4}"/>
              </a:ext>
            </a:extLst>
          </p:cNvPr>
          <p:cNvSpPr/>
          <p:nvPr/>
        </p:nvSpPr>
        <p:spPr>
          <a:xfrm>
            <a:off x="2917883" y="6918584"/>
            <a:ext cx="10135" cy="7562"/>
          </a:xfrm>
          <a:custGeom>
            <a:avLst/>
            <a:gdLst>
              <a:gd name="connsiteX0" fmla="*/ 0 w 10135"/>
              <a:gd name="connsiteY0" fmla="*/ 0 h 7562"/>
              <a:gd name="connsiteX1" fmla="*/ 10135 w 10135"/>
              <a:gd name="connsiteY1" fmla="*/ 7562 h 7562"/>
              <a:gd name="connsiteX2" fmla="*/ 0 w 10135"/>
              <a:gd name="connsiteY2" fmla="*/ 7562 h 7562"/>
              <a:gd name="connsiteX3" fmla="*/ 0 w 10135"/>
              <a:gd name="connsiteY3" fmla="*/ 0 h 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35" h="7562">
                <a:moveTo>
                  <a:pt x="0" y="0"/>
                </a:moveTo>
                <a:lnTo>
                  <a:pt x="10135" y="7562"/>
                </a:lnTo>
                <a:lnTo>
                  <a:pt x="0" y="75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9655241-45FB-47B2-3B15-24933CF76B32}"/>
              </a:ext>
            </a:extLst>
          </p:cNvPr>
          <p:cNvSpPr txBox="1"/>
          <p:nvPr/>
        </p:nvSpPr>
        <p:spPr>
          <a:xfrm>
            <a:off x="628724" y="1897316"/>
            <a:ext cx="41553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中大之美，美在自然环境。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绿树婀娜，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百鸟啼鸣，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千花竞放，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走在中大校园里，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仿佛置身于植物园中，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身上的疲惫与焦虑，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在翠绿色的自然的润泽下，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烟消云散。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2099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288</Words>
  <Application>Microsoft Office PowerPoint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思源宋体 CN Heavy</vt:lpstr>
      <vt:lpstr>思源宋体 CN Medium</vt:lpstr>
      <vt:lpstr>微软雅黑</vt:lpstr>
      <vt:lpstr>Arial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安康 陈</dc:creator>
  <cp:lastModifiedBy>安康 陈</cp:lastModifiedBy>
  <cp:revision>1</cp:revision>
  <dcterms:created xsi:type="dcterms:W3CDTF">2024-04-13T06:18:07Z</dcterms:created>
  <dcterms:modified xsi:type="dcterms:W3CDTF">2024-04-13T06:37:52Z</dcterms:modified>
</cp:coreProperties>
</file>