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430" r:id="rId2"/>
    <p:sldId id="262" r:id="rId3"/>
    <p:sldId id="456" r:id="rId4"/>
    <p:sldId id="256" r:id="rId5"/>
    <p:sldId id="276" r:id="rId6"/>
    <p:sldId id="281" r:id="rId7"/>
    <p:sldId id="264" r:id="rId8"/>
    <p:sldId id="442" r:id="rId9"/>
    <p:sldId id="459" r:id="rId10"/>
    <p:sldId id="460" r:id="rId11"/>
    <p:sldId id="439" r:id="rId12"/>
    <p:sldId id="446" r:id="rId13"/>
    <p:sldId id="431" r:id="rId14"/>
    <p:sldId id="263" r:id="rId15"/>
    <p:sldId id="435" r:id="rId16"/>
    <p:sldId id="436" r:id="rId17"/>
    <p:sldId id="265" r:id="rId18"/>
    <p:sldId id="448" r:id="rId19"/>
    <p:sldId id="449" r:id="rId20"/>
    <p:sldId id="450" r:id="rId21"/>
    <p:sldId id="451" r:id="rId22"/>
    <p:sldId id="452" r:id="rId23"/>
    <p:sldId id="453" r:id="rId24"/>
    <p:sldId id="454" r:id="rId25"/>
    <p:sldId id="443" r:id="rId26"/>
    <p:sldId id="283" r:id="rId27"/>
    <p:sldId id="444" r:id="rId28"/>
    <p:sldId id="437" r:id="rId29"/>
    <p:sldId id="440" r:id="rId30"/>
    <p:sldId id="441" r:id="rId31"/>
    <p:sldId id="266" r:id="rId32"/>
    <p:sldId id="45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6F22EC-6528-2647-A1D1-9C2837276CEA}" v="340" dt="2023-04-14T09:18:21.765"/>
    <p1510:client id="{D56CE98E-49DB-E646-8359-EDEDAF8B9F60}" v="279" dt="2023-04-15T07:20:34.55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58"/>
    <p:restoredTop sz="94692"/>
  </p:normalViewPr>
  <p:slideViewPr>
    <p:cSldViewPr snapToGrid="0">
      <p:cViewPr varScale="1">
        <p:scale>
          <a:sx n="144" d="100"/>
          <a:sy n="144" d="100"/>
        </p:scale>
        <p:origin x="208" y="224"/>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ng Fei" userId="d19317889db4c986" providerId="LiveId" clId="{060B1502-BA87-4B44-909A-FF4436D98D31}"/>
    <pc:docChg chg="undo custSel addSld delSld modSld sldOrd">
      <pc:chgData name="Zheng Fei" userId="d19317889db4c986" providerId="LiveId" clId="{060B1502-BA87-4B44-909A-FF4436D98D31}" dt="2022-05-24T08:24:16.275" v="204" actId="20577"/>
      <pc:docMkLst>
        <pc:docMk/>
      </pc:docMkLst>
      <pc:sldChg chg="modSp">
        <pc:chgData name="Zheng Fei" userId="d19317889db4c986" providerId="LiveId" clId="{060B1502-BA87-4B44-909A-FF4436D98D31}" dt="2022-05-24T07:36:00.649" v="4" actId="207"/>
        <pc:sldMkLst>
          <pc:docMk/>
          <pc:sldMk cId="4282182594" sldId="258"/>
        </pc:sldMkLst>
        <pc:spChg chg="mod">
          <ac:chgData name="Zheng Fei" userId="d19317889db4c986" providerId="LiveId" clId="{060B1502-BA87-4B44-909A-FF4436D98D31}" dt="2022-05-24T07:36:00.649" v="4" actId="207"/>
          <ac:spMkLst>
            <pc:docMk/>
            <pc:sldMk cId="4282182594" sldId="258"/>
            <ac:spMk id="4" creationId="{94122086-8B36-9DC7-8611-CB1AEE1CA682}"/>
          </ac:spMkLst>
        </pc:spChg>
      </pc:sldChg>
      <pc:sldChg chg="modSp">
        <pc:chgData name="Zheng Fei" userId="d19317889db4c986" providerId="LiveId" clId="{060B1502-BA87-4B44-909A-FF4436D98D31}" dt="2022-05-24T07:48:27.212" v="32" actId="113"/>
        <pc:sldMkLst>
          <pc:docMk/>
          <pc:sldMk cId="3845850111" sldId="260"/>
        </pc:sldMkLst>
        <pc:spChg chg="mod">
          <ac:chgData name="Zheng Fei" userId="d19317889db4c986" providerId="LiveId" clId="{060B1502-BA87-4B44-909A-FF4436D98D31}" dt="2022-05-24T07:48:27.212" v="32" actId="113"/>
          <ac:spMkLst>
            <pc:docMk/>
            <pc:sldMk cId="3845850111" sldId="260"/>
            <ac:spMk id="4" creationId="{56101FCB-1030-32FB-62F4-1819AF7DBA76}"/>
          </ac:spMkLst>
        </pc:spChg>
      </pc:sldChg>
      <pc:sldChg chg="modSp mod">
        <pc:chgData name="Zheng Fei" userId="d19317889db4c986" providerId="LiveId" clId="{060B1502-BA87-4B44-909A-FF4436D98D31}" dt="2022-05-24T08:10:39.578" v="67" actId="207"/>
        <pc:sldMkLst>
          <pc:docMk/>
          <pc:sldMk cId="2775391666" sldId="263"/>
        </pc:sldMkLst>
        <pc:spChg chg="mod">
          <ac:chgData name="Zheng Fei" userId="d19317889db4c986" providerId="LiveId" clId="{060B1502-BA87-4B44-909A-FF4436D98D31}" dt="2022-05-24T08:10:39.578" v="67" actId="207"/>
          <ac:spMkLst>
            <pc:docMk/>
            <pc:sldMk cId="2775391666" sldId="263"/>
            <ac:spMk id="3" creationId="{2F844906-05F1-87FE-9B4D-735A13034A14}"/>
          </ac:spMkLst>
        </pc:spChg>
      </pc:sldChg>
      <pc:sldChg chg="delSp mod">
        <pc:chgData name="Zheng Fei" userId="d19317889db4c986" providerId="LiveId" clId="{060B1502-BA87-4B44-909A-FF4436D98D31}" dt="2022-05-24T08:07:46.675" v="50" actId="478"/>
        <pc:sldMkLst>
          <pc:docMk/>
          <pc:sldMk cId="3902313652" sldId="264"/>
        </pc:sldMkLst>
        <pc:spChg chg="del">
          <ac:chgData name="Zheng Fei" userId="d19317889db4c986" providerId="LiveId" clId="{060B1502-BA87-4B44-909A-FF4436D98D31}" dt="2022-05-24T08:07:46.675" v="50" actId="478"/>
          <ac:spMkLst>
            <pc:docMk/>
            <pc:sldMk cId="3902313652" sldId="264"/>
            <ac:spMk id="3" creationId="{E5E3EA06-FA96-2A62-2C83-E0AF8A70AC22}"/>
          </ac:spMkLst>
        </pc:spChg>
        <pc:spChg chg="del">
          <ac:chgData name="Zheng Fei" userId="d19317889db4c986" providerId="LiveId" clId="{060B1502-BA87-4B44-909A-FF4436D98D31}" dt="2022-05-24T08:07:44.405" v="49" actId="478"/>
          <ac:spMkLst>
            <pc:docMk/>
            <pc:sldMk cId="3902313652" sldId="264"/>
            <ac:spMk id="6" creationId="{D3A205E3-8668-0717-470C-5596F83F8C94}"/>
          </ac:spMkLst>
        </pc:spChg>
      </pc:sldChg>
      <pc:sldChg chg="ord">
        <pc:chgData name="Zheng Fei" userId="d19317889db4c986" providerId="LiveId" clId="{060B1502-BA87-4B44-909A-FF4436D98D31}" dt="2022-05-24T08:12:01.174" v="71" actId="20578"/>
        <pc:sldMkLst>
          <pc:docMk/>
          <pc:sldMk cId="3679873536" sldId="265"/>
        </pc:sldMkLst>
      </pc:sldChg>
      <pc:sldChg chg="modSp mod">
        <pc:chgData name="Zheng Fei" userId="d19317889db4c986" providerId="LiveId" clId="{060B1502-BA87-4B44-909A-FF4436D98D31}" dt="2022-05-24T08:19:24.076" v="154" actId="20577"/>
        <pc:sldMkLst>
          <pc:docMk/>
          <pc:sldMk cId="1676781785" sldId="266"/>
        </pc:sldMkLst>
        <pc:spChg chg="mod">
          <ac:chgData name="Zheng Fei" userId="d19317889db4c986" providerId="LiveId" clId="{060B1502-BA87-4B44-909A-FF4436D98D31}" dt="2022-05-24T08:19:24.076" v="154" actId="20577"/>
          <ac:spMkLst>
            <pc:docMk/>
            <pc:sldMk cId="1676781785" sldId="266"/>
            <ac:spMk id="4" creationId="{527F980E-2CD7-E6CD-831D-20BF3E14B865}"/>
          </ac:spMkLst>
        </pc:spChg>
      </pc:sldChg>
      <pc:sldChg chg="addSp delSp modSp mod">
        <pc:chgData name="Zheng Fei" userId="d19317889db4c986" providerId="LiveId" clId="{060B1502-BA87-4B44-909A-FF4436D98D31}" dt="2022-05-24T08:21:32.950" v="178" actId="1076"/>
        <pc:sldMkLst>
          <pc:docMk/>
          <pc:sldMk cId="1946586258" sldId="267"/>
        </pc:sldMkLst>
        <pc:spChg chg="mod">
          <ac:chgData name="Zheng Fei" userId="d19317889db4c986" providerId="LiveId" clId="{060B1502-BA87-4B44-909A-FF4436D98D31}" dt="2022-05-24T08:19:37.072" v="157" actId="2711"/>
          <ac:spMkLst>
            <pc:docMk/>
            <pc:sldMk cId="1946586258" sldId="267"/>
            <ac:spMk id="2" creationId="{1B503C03-A1D1-9446-872F-FA5ACB4CAA32}"/>
          </ac:spMkLst>
        </pc:spChg>
        <pc:spChg chg="mod">
          <ac:chgData name="Zheng Fei" userId="d19317889db4c986" providerId="LiveId" clId="{060B1502-BA87-4B44-909A-FF4436D98D31}" dt="2022-05-24T08:21:28.587" v="177" actId="20577"/>
          <ac:spMkLst>
            <pc:docMk/>
            <pc:sldMk cId="1946586258" sldId="267"/>
            <ac:spMk id="3" creationId="{EB565B5E-1F5F-A8B4-E885-99B5E93C4542}"/>
          </ac:spMkLst>
        </pc:spChg>
        <pc:spChg chg="add del mod">
          <ac:chgData name="Zheng Fei" userId="d19317889db4c986" providerId="LiveId" clId="{060B1502-BA87-4B44-909A-FF4436D98D31}" dt="2022-05-24T08:21:24.458" v="174" actId="21"/>
          <ac:spMkLst>
            <pc:docMk/>
            <pc:sldMk cId="1946586258" sldId="267"/>
            <ac:spMk id="4" creationId="{B196EAC1-7FEC-0D74-3035-0F50DA2EE2F6}"/>
          </ac:spMkLst>
        </pc:spChg>
        <pc:spChg chg="add mod">
          <ac:chgData name="Zheng Fei" userId="d19317889db4c986" providerId="LiveId" clId="{060B1502-BA87-4B44-909A-FF4436D98D31}" dt="2022-05-24T08:21:32.950" v="178" actId="1076"/>
          <ac:spMkLst>
            <pc:docMk/>
            <pc:sldMk cId="1946586258" sldId="267"/>
            <ac:spMk id="5" creationId="{EFB1EF3C-2AF5-A24C-0CCE-F737C1ABFA12}"/>
          </ac:spMkLst>
        </pc:spChg>
      </pc:sldChg>
      <pc:sldChg chg="delSp modSp mod">
        <pc:chgData name="Zheng Fei" userId="d19317889db4c986" providerId="LiveId" clId="{060B1502-BA87-4B44-909A-FF4436D98D31}" dt="2022-05-24T08:14:17.610" v="85" actId="478"/>
        <pc:sldMkLst>
          <pc:docMk/>
          <pc:sldMk cId="3890819885" sldId="283"/>
        </pc:sldMkLst>
        <pc:spChg chg="del">
          <ac:chgData name="Zheng Fei" userId="d19317889db4c986" providerId="LiveId" clId="{060B1502-BA87-4B44-909A-FF4436D98D31}" dt="2022-05-24T08:14:17.610" v="85" actId="478"/>
          <ac:spMkLst>
            <pc:docMk/>
            <pc:sldMk cId="3890819885" sldId="283"/>
            <ac:spMk id="2" creationId="{4E5CDEEE-4515-99FD-7F0E-21EEE6C32833}"/>
          </ac:spMkLst>
        </pc:spChg>
        <pc:picChg chg="mod">
          <ac:chgData name="Zheng Fei" userId="d19317889db4c986" providerId="LiveId" clId="{060B1502-BA87-4B44-909A-FF4436D98D31}" dt="2022-05-24T08:14:16.321" v="84" actId="1076"/>
          <ac:picMkLst>
            <pc:docMk/>
            <pc:sldMk cId="3890819885" sldId="283"/>
            <ac:picMk id="5" creationId="{B7401653-45B9-8FFC-941D-9509960D29EB}"/>
          </ac:picMkLst>
        </pc:picChg>
      </pc:sldChg>
      <pc:sldChg chg="modSp mod">
        <pc:chgData name="Zheng Fei" userId="d19317889db4c986" providerId="LiveId" clId="{060B1502-BA87-4B44-909A-FF4436D98D31}" dt="2022-05-24T07:38:10.480" v="31" actId="1035"/>
        <pc:sldMkLst>
          <pc:docMk/>
          <pc:sldMk cId="2143558873" sldId="413"/>
        </pc:sldMkLst>
        <pc:spChg chg="mod">
          <ac:chgData name="Zheng Fei" userId="d19317889db4c986" providerId="LiveId" clId="{060B1502-BA87-4B44-909A-FF4436D98D31}" dt="2022-05-24T07:38:10.480" v="31" actId="1035"/>
          <ac:spMkLst>
            <pc:docMk/>
            <pc:sldMk cId="2143558873" sldId="413"/>
            <ac:spMk id="3" creationId="{EFE00AAA-8230-BA09-40C6-2AEB1EF88914}"/>
          </ac:spMkLst>
        </pc:spChg>
        <pc:spChg chg="mod">
          <ac:chgData name="Zheng Fei" userId="d19317889db4c986" providerId="LiveId" clId="{060B1502-BA87-4B44-909A-FF4436D98D31}" dt="2022-05-24T07:37:18.654" v="5"/>
          <ac:spMkLst>
            <pc:docMk/>
            <pc:sldMk cId="2143558873" sldId="413"/>
            <ac:spMk id="4" creationId="{94122086-8B36-9DC7-8611-CB1AEE1CA682}"/>
          </ac:spMkLst>
        </pc:spChg>
        <pc:graphicFrameChg chg="mod">
          <ac:chgData name="Zheng Fei" userId="d19317889db4c986" providerId="LiveId" clId="{060B1502-BA87-4B44-909A-FF4436D98D31}" dt="2022-05-24T07:38:10.480" v="31" actId="1035"/>
          <ac:graphicFrameMkLst>
            <pc:docMk/>
            <pc:sldMk cId="2143558873" sldId="413"/>
            <ac:graphicFrameMk id="2" creationId="{A3699759-089C-4307-E574-353C277EA29F}"/>
          </ac:graphicFrameMkLst>
        </pc:graphicFrameChg>
      </pc:sldChg>
      <pc:sldChg chg="modSp mod">
        <pc:chgData name="Zheng Fei" userId="d19317889db4c986" providerId="LiveId" clId="{060B1502-BA87-4B44-909A-FF4436D98D31}" dt="2022-05-24T07:55:59.282" v="45" actId="1035"/>
        <pc:sldMkLst>
          <pc:docMk/>
          <pc:sldMk cId="867047197" sldId="416"/>
        </pc:sldMkLst>
        <pc:spChg chg="mod">
          <ac:chgData name="Zheng Fei" userId="d19317889db4c986" providerId="LiveId" clId="{060B1502-BA87-4B44-909A-FF4436D98D31}" dt="2022-05-24T07:55:59.282" v="45" actId="1035"/>
          <ac:spMkLst>
            <pc:docMk/>
            <pc:sldMk cId="867047197" sldId="416"/>
            <ac:spMk id="2" creationId="{3A67ED50-435D-E720-2BD7-B7E1EF99770F}"/>
          </ac:spMkLst>
        </pc:spChg>
      </pc:sldChg>
      <pc:sldChg chg="add">
        <pc:chgData name="Zheng Fei" userId="d19317889db4c986" providerId="LiveId" clId="{060B1502-BA87-4B44-909A-FF4436D98D31}" dt="2022-05-24T07:56:14.452" v="47"/>
        <pc:sldMkLst>
          <pc:docMk/>
          <pc:sldMk cId="203695466" sldId="428"/>
        </pc:sldMkLst>
      </pc:sldChg>
      <pc:sldChg chg="del">
        <pc:chgData name="Zheng Fei" userId="d19317889db4c986" providerId="LiveId" clId="{060B1502-BA87-4B44-909A-FF4436D98D31}" dt="2022-05-24T07:56:10.905" v="46" actId="2696"/>
        <pc:sldMkLst>
          <pc:docMk/>
          <pc:sldMk cId="1350384850" sldId="428"/>
        </pc:sldMkLst>
      </pc:sldChg>
      <pc:sldChg chg="del">
        <pc:chgData name="Zheng Fei" userId="d19317889db4c986" providerId="LiveId" clId="{060B1502-BA87-4B44-909A-FF4436D98D31}" dt="2022-05-24T07:56:10.905" v="46" actId="2696"/>
        <pc:sldMkLst>
          <pc:docMk/>
          <pc:sldMk cId="1551269373" sldId="429"/>
        </pc:sldMkLst>
      </pc:sldChg>
      <pc:sldChg chg="add">
        <pc:chgData name="Zheng Fei" userId="d19317889db4c986" providerId="LiveId" clId="{060B1502-BA87-4B44-909A-FF4436D98D31}" dt="2022-05-24T07:56:14.452" v="47"/>
        <pc:sldMkLst>
          <pc:docMk/>
          <pc:sldMk cId="1879757636" sldId="429"/>
        </pc:sldMkLst>
      </pc:sldChg>
      <pc:sldChg chg="modSp">
        <pc:chgData name="Zheng Fei" userId="d19317889db4c986" providerId="LiveId" clId="{060B1502-BA87-4B44-909A-FF4436D98D31}" dt="2022-05-24T08:10:05.708" v="64" actId="207"/>
        <pc:sldMkLst>
          <pc:docMk/>
          <pc:sldMk cId="1888292715" sldId="431"/>
        </pc:sldMkLst>
        <pc:spChg chg="mod">
          <ac:chgData name="Zheng Fei" userId="d19317889db4c986" providerId="LiveId" clId="{060B1502-BA87-4B44-909A-FF4436D98D31}" dt="2022-05-24T08:10:05.708" v="64" actId="207"/>
          <ac:spMkLst>
            <pc:docMk/>
            <pc:sldMk cId="1888292715" sldId="431"/>
            <ac:spMk id="5" creationId="{405922E4-8D9D-2AFF-27F8-F04E74295AD8}"/>
          </ac:spMkLst>
        </pc:spChg>
      </pc:sldChg>
      <pc:sldChg chg="modSp">
        <pc:chgData name="Zheng Fei" userId="d19317889db4c986" providerId="LiveId" clId="{060B1502-BA87-4B44-909A-FF4436D98D31}" dt="2022-05-24T08:12:39.190" v="74" actId="20577"/>
        <pc:sldMkLst>
          <pc:docMk/>
          <pc:sldMk cId="360062277" sldId="436"/>
        </pc:sldMkLst>
        <pc:spChg chg="mod">
          <ac:chgData name="Zheng Fei" userId="d19317889db4c986" providerId="LiveId" clId="{060B1502-BA87-4B44-909A-FF4436D98D31}" dt="2022-05-24T08:12:39.190" v="74" actId="20577"/>
          <ac:spMkLst>
            <pc:docMk/>
            <pc:sldMk cId="360062277" sldId="436"/>
            <ac:spMk id="4" creationId="{24AAB5E0-E891-15FC-03E0-585F8C68753A}"/>
          </ac:spMkLst>
        </pc:spChg>
      </pc:sldChg>
      <pc:sldChg chg="addSp delSp modSp mod">
        <pc:chgData name="Zheng Fei" userId="d19317889db4c986" providerId="LiveId" clId="{060B1502-BA87-4B44-909A-FF4436D98D31}" dt="2022-05-24T08:24:16.275" v="204" actId="20577"/>
        <pc:sldMkLst>
          <pc:docMk/>
          <pc:sldMk cId="490015169" sldId="438"/>
        </pc:sldMkLst>
        <pc:spChg chg="del">
          <ac:chgData name="Zheng Fei" userId="d19317889db4c986" providerId="LiveId" clId="{060B1502-BA87-4B44-909A-FF4436D98D31}" dt="2022-05-24T08:19:53.263" v="158" actId="478"/>
          <ac:spMkLst>
            <pc:docMk/>
            <pc:sldMk cId="490015169" sldId="438"/>
            <ac:spMk id="2" creationId="{1B503C03-A1D1-9446-872F-FA5ACB4CAA32}"/>
          </ac:spMkLst>
        </pc:spChg>
        <pc:spChg chg="mod">
          <ac:chgData name="Zheng Fei" userId="d19317889db4c986" providerId="LiveId" clId="{060B1502-BA87-4B44-909A-FF4436D98D31}" dt="2022-05-24T08:24:16.275" v="204" actId="20577"/>
          <ac:spMkLst>
            <pc:docMk/>
            <pc:sldMk cId="490015169" sldId="438"/>
            <ac:spMk id="3" creationId="{EB565B5E-1F5F-A8B4-E885-99B5E93C4542}"/>
          </ac:spMkLst>
        </pc:spChg>
        <pc:spChg chg="add del mod">
          <ac:chgData name="Zheng Fei" userId="d19317889db4c986" providerId="LiveId" clId="{060B1502-BA87-4B44-909A-FF4436D98D31}" dt="2022-05-24T08:19:56.167" v="159" actId="478"/>
          <ac:spMkLst>
            <pc:docMk/>
            <pc:sldMk cId="490015169" sldId="438"/>
            <ac:spMk id="5" creationId="{4654C66E-17DE-8B90-EA21-072BBE0919BA}"/>
          </ac:spMkLst>
        </pc:spChg>
        <pc:spChg chg="add mod">
          <ac:chgData name="Zheng Fei" userId="d19317889db4c986" providerId="LiveId" clId="{060B1502-BA87-4B44-909A-FF4436D98D31}" dt="2022-05-24T08:20:01.744" v="160"/>
          <ac:spMkLst>
            <pc:docMk/>
            <pc:sldMk cId="490015169" sldId="438"/>
            <ac:spMk id="6" creationId="{83752A43-059B-431B-16B6-7548A5B32ED6}"/>
          </ac:spMkLst>
        </pc:spChg>
      </pc:sldChg>
      <pc:sldChg chg="modSp">
        <pc:chgData name="Zheng Fei" userId="d19317889db4c986" providerId="LiveId" clId="{060B1502-BA87-4B44-909A-FF4436D98D31}" dt="2022-05-24T08:18:38.272" v="147"/>
        <pc:sldMkLst>
          <pc:docMk/>
          <pc:sldMk cId="588134162" sldId="441"/>
        </pc:sldMkLst>
        <pc:spChg chg="mod">
          <ac:chgData name="Zheng Fei" userId="d19317889db4c986" providerId="LiveId" clId="{060B1502-BA87-4B44-909A-FF4436D98D31}" dt="2022-05-24T08:18:38.272" v="147"/>
          <ac:spMkLst>
            <pc:docMk/>
            <pc:sldMk cId="588134162" sldId="441"/>
            <ac:spMk id="4" creationId="{527F980E-2CD7-E6CD-831D-20BF3E14B865}"/>
          </ac:spMkLst>
        </pc:spChg>
      </pc:sldChg>
      <pc:sldChg chg="addSp delSp modSp mod">
        <pc:chgData name="Zheng Fei" userId="d19317889db4c986" providerId="LiveId" clId="{060B1502-BA87-4B44-909A-FF4436D98D31}" dt="2022-05-24T08:08:18.509" v="58" actId="14100"/>
        <pc:sldMkLst>
          <pc:docMk/>
          <pc:sldMk cId="749143287" sldId="442"/>
        </pc:sldMkLst>
        <pc:spChg chg="del">
          <ac:chgData name="Zheng Fei" userId="d19317889db4c986" providerId="LiveId" clId="{060B1502-BA87-4B44-909A-FF4436D98D31}" dt="2022-05-24T08:07:53.568" v="51" actId="478"/>
          <ac:spMkLst>
            <pc:docMk/>
            <pc:sldMk cId="749143287" sldId="442"/>
            <ac:spMk id="6" creationId="{81C3D007-9B8A-19A1-03E5-C7D0F2BA311D}"/>
          </ac:spMkLst>
        </pc:spChg>
        <pc:spChg chg="mod">
          <ac:chgData name="Zheng Fei" userId="d19317889db4c986" providerId="LiveId" clId="{060B1502-BA87-4B44-909A-FF4436D98D31}" dt="2022-05-24T08:08:13.724" v="56" actId="14100"/>
          <ac:spMkLst>
            <pc:docMk/>
            <pc:sldMk cId="749143287" sldId="442"/>
            <ac:spMk id="9" creationId="{C12CFF99-BDEC-6A69-685A-7DA7F23983EC}"/>
          </ac:spMkLst>
        </pc:spChg>
        <pc:spChg chg="mod">
          <ac:chgData name="Zheng Fei" userId="d19317889db4c986" providerId="LiveId" clId="{060B1502-BA87-4B44-909A-FF4436D98D31}" dt="2022-05-24T08:08:18.509" v="58" actId="14100"/>
          <ac:spMkLst>
            <pc:docMk/>
            <pc:sldMk cId="749143287" sldId="442"/>
            <ac:spMk id="10" creationId="{FEAFE1D3-F65E-7C6B-DF7B-FE6B752CCA7A}"/>
          </ac:spMkLst>
        </pc:spChg>
        <pc:spChg chg="add mod">
          <ac:chgData name="Zheng Fei" userId="d19317889db4c986" providerId="LiveId" clId="{060B1502-BA87-4B44-909A-FF4436D98D31}" dt="2022-05-24T08:07:57.789" v="52"/>
          <ac:spMkLst>
            <pc:docMk/>
            <pc:sldMk cId="749143287" sldId="442"/>
            <ac:spMk id="11" creationId="{BE2F8369-8BD2-583B-DFE3-FA9A025F79F9}"/>
          </ac:spMkLst>
        </pc:spChg>
        <pc:grpChg chg="mod">
          <ac:chgData name="Zheng Fei" userId="d19317889db4c986" providerId="LiveId" clId="{060B1502-BA87-4B44-909A-FF4436D98D31}" dt="2022-05-24T08:08:04.259" v="54" actId="1076"/>
          <ac:grpSpMkLst>
            <pc:docMk/>
            <pc:sldMk cId="749143287" sldId="442"/>
            <ac:grpSpMk id="7" creationId="{F8F5963D-806B-856D-70D2-4FC4F91EECA5}"/>
          </ac:grpSpMkLst>
        </pc:grpChg>
      </pc:sldChg>
      <pc:sldChg chg="addSp delSp modSp mod">
        <pc:chgData name="Zheng Fei" userId="d19317889db4c986" providerId="LiveId" clId="{060B1502-BA87-4B44-909A-FF4436D98D31}" dt="2022-05-24T08:13:18.588" v="82" actId="14100"/>
        <pc:sldMkLst>
          <pc:docMk/>
          <pc:sldMk cId="3494439301" sldId="443"/>
        </pc:sldMkLst>
        <pc:spChg chg="del">
          <ac:chgData name="Zheng Fei" userId="d19317889db4c986" providerId="LiveId" clId="{060B1502-BA87-4B44-909A-FF4436D98D31}" dt="2022-05-24T08:12:55.650" v="75" actId="478"/>
          <ac:spMkLst>
            <pc:docMk/>
            <pc:sldMk cId="3494439301" sldId="443"/>
            <ac:spMk id="4" creationId="{519C04D5-A98D-4237-9E1F-03EDB02F7398}"/>
          </ac:spMkLst>
        </pc:spChg>
        <pc:spChg chg="mod">
          <ac:chgData name="Zheng Fei" userId="d19317889db4c986" providerId="LiveId" clId="{060B1502-BA87-4B44-909A-FF4436D98D31}" dt="2022-05-24T08:13:13.021" v="80" actId="14100"/>
          <ac:spMkLst>
            <pc:docMk/>
            <pc:sldMk cId="3494439301" sldId="443"/>
            <ac:spMk id="6" creationId="{266358F7-AC12-09ED-8935-A0773E9F7401}"/>
          </ac:spMkLst>
        </pc:spChg>
        <pc:spChg chg="mod">
          <ac:chgData name="Zheng Fei" userId="d19317889db4c986" providerId="LiveId" clId="{060B1502-BA87-4B44-909A-FF4436D98D31}" dt="2022-05-24T08:13:18.588" v="82" actId="14100"/>
          <ac:spMkLst>
            <pc:docMk/>
            <pc:sldMk cId="3494439301" sldId="443"/>
            <ac:spMk id="7" creationId="{546379B8-12AE-D3FF-CEF0-BEF899D0E93B}"/>
          </ac:spMkLst>
        </pc:spChg>
        <pc:spChg chg="add mod">
          <ac:chgData name="Zheng Fei" userId="d19317889db4c986" providerId="LiveId" clId="{060B1502-BA87-4B44-909A-FF4436D98D31}" dt="2022-05-24T08:13:00.177" v="76"/>
          <ac:spMkLst>
            <pc:docMk/>
            <pc:sldMk cId="3494439301" sldId="443"/>
            <ac:spMk id="8" creationId="{4229C94B-64D1-0C32-260D-E002E4AB3C84}"/>
          </ac:spMkLst>
        </pc:spChg>
        <pc:picChg chg="mod">
          <ac:chgData name="Zheng Fei" userId="d19317889db4c986" providerId="LiveId" clId="{060B1502-BA87-4B44-909A-FF4436D98D31}" dt="2022-05-24T08:13:05.654" v="78" actId="1076"/>
          <ac:picMkLst>
            <pc:docMk/>
            <pc:sldMk cId="3494439301" sldId="443"/>
            <ac:picMk id="5" creationId="{07CF9D4A-6C79-80AC-6DD0-6C6451AB2848}"/>
          </ac:picMkLst>
        </pc:picChg>
      </pc:sldChg>
      <pc:sldChg chg="new del">
        <pc:chgData name="Zheng Fei" userId="d19317889db4c986" providerId="LiveId" clId="{060B1502-BA87-4B44-909A-FF4436D98D31}" dt="2022-05-24T08:07:07.984" v="48" actId="2696"/>
        <pc:sldMkLst>
          <pc:docMk/>
          <pc:sldMk cId="2519366109" sldId="444"/>
        </pc:sldMkLst>
      </pc:sldChg>
      <pc:sldChg chg="delSp modSp new mod">
        <pc:chgData name="Zheng Fei" userId="d19317889db4c986" providerId="LiveId" clId="{060B1502-BA87-4B44-909A-FF4436D98D31}" dt="2022-05-24T08:18:03.014" v="145" actId="478"/>
        <pc:sldMkLst>
          <pc:docMk/>
          <pc:sldMk cId="2816529048" sldId="444"/>
        </pc:sldMkLst>
        <pc:spChg chg="del">
          <ac:chgData name="Zheng Fei" userId="d19317889db4c986" providerId="LiveId" clId="{060B1502-BA87-4B44-909A-FF4436D98D31}" dt="2022-05-24T08:18:03.014" v="145" actId="478"/>
          <ac:spMkLst>
            <pc:docMk/>
            <pc:sldMk cId="2816529048" sldId="444"/>
            <ac:spMk id="2" creationId="{DBA6A337-AB90-8A72-22BD-23FDDC290793}"/>
          </ac:spMkLst>
        </pc:spChg>
        <pc:spChg chg="mod">
          <ac:chgData name="Zheng Fei" userId="d19317889db4c986" providerId="LiveId" clId="{060B1502-BA87-4B44-909A-FF4436D98D31}" dt="2022-05-24T08:17:57.038" v="144" actId="27636"/>
          <ac:spMkLst>
            <pc:docMk/>
            <pc:sldMk cId="2816529048" sldId="444"/>
            <ac:spMk id="3" creationId="{671D1540-96A4-1ADD-4FF0-37A7AE4C07BC}"/>
          </ac:spMkLst>
        </pc:spChg>
      </pc:sldChg>
      <pc:sldChg chg="modSp add mod">
        <pc:chgData name="Zheng Fei" userId="d19317889db4c986" providerId="LiveId" clId="{060B1502-BA87-4B44-909A-FF4436D98D31}" dt="2022-05-24T08:20:13.485" v="163" actId="20577"/>
        <pc:sldMkLst>
          <pc:docMk/>
          <pc:sldMk cId="3009351744" sldId="445"/>
        </pc:sldMkLst>
        <pc:spChg chg="mod">
          <ac:chgData name="Zheng Fei" userId="d19317889db4c986" providerId="LiveId" clId="{060B1502-BA87-4B44-909A-FF4436D98D31}" dt="2022-05-24T08:20:13.485" v="163" actId="20577"/>
          <ac:spMkLst>
            <pc:docMk/>
            <pc:sldMk cId="3009351744" sldId="445"/>
            <ac:spMk id="3" creationId="{EB565B5E-1F5F-A8B4-E885-99B5E93C4542}"/>
          </ac:spMkLst>
        </pc:spChg>
      </pc:sldChg>
      <pc:sldChg chg="addSp delSp modSp add mod">
        <pc:chgData name="Zheng Fei" userId="d19317889db4c986" providerId="LiveId" clId="{060B1502-BA87-4B44-909A-FF4436D98D31}" dt="2022-05-24T08:22:32.811" v="191" actId="255"/>
        <pc:sldMkLst>
          <pc:docMk/>
          <pc:sldMk cId="260859955" sldId="446"/>
        </pc:sldMkLst>
        <pc:spChg chg="del">
          <ac:chgData name="Zheng Fei" userId="d19317889db4c986" providerId="LiveId" clId="{060B1502-BA87-4B44-909A-FF4436D98D31}" dt="2022-05-24T08:21:39.027" v="179" actId="478"/>
          <ac:spMkLst>
            <pc:docMk/>
            <pc:sldMk cId="260859955" sldId="446"/>
            <ac:spMk id="2" creationId="{911E2F3C-AD53-4D88-B1E1-92640C65F1A7}"/>
          </ac:spMkLst>
        </pc:spChg>
        <pc:spChg chg="add mod">
          <ac:chgData name="Zheng Fei" userId="d19317889db4c986" providerId="LiveId" clId="{060B1502-BA87-4B44-909A-FF4436D98D31}" dt="2022-05-24T08:22:32.811" v="191" actId="255"/>
          <ac:spMkLst>
            <pc:docMk/>
            <pc:sldMk cId="260859955" sldId="446"/>
            <ac:spMk id="4" creationId="{B1AC7672-261A-A23B-A804-8EFF8C8CAD09}"/>
          </ac:spMkLst>
        </pc:spChg>
        <pc:spChg chg="mod">
          <ac:chgData name="Zheng Fei" userId="d19317889db4c986" providerId="LiveId" clId="{060B1502-BA87-4B44-909A-FF4436D98D31}" dt="2022-05-24T08:22:13.400" v="189" actId="1076"/>
          <ac:spMkLst>
            <pc:docMk/>
            <pc:sldMk cId="260859955" sldId="446"/>
            <ac:spMk id="5" creationId="{3AF664BF-7DCD-674E-6C91-40C6EE70A5C2}"/>
          </ac:spMkLst>
        </pc:spChg>
      </pc:sldChg>
    </pc:docChg>
  </pc:docChgLst>
  <pc:docChgLst>
    <pc:chgData name="Fei Zheng" userId="d19317889db4c986" providerId="LiveId" clId="{32F134A9-F2A6-DE44-BD1C-D2EC87EECD05}"/>
    <pc:docChg chg="delSld">
      <pc:chgData name="Fei Zheng" userId="d19317889db4c986" providerId="LiveId" clId="{32F134A9-F2A6-DE44-BD1C-D2EC87EECD05}" dt="2023-04-12T09:08:28.603" v="13" actId="2696"/>
      <pc:docMkLst>
        <pc:docMk/>
      </pc:docMkLst>
      <pc:sldChg chg="del">
        <pc:chgData name="Fei Zheng" userId="d19317889db4c986" providerId="LiveId" clId="{32F134A9-F2A6-DE44-BD1C-D2EC87EECD05}" dt="2023-04-12T09:08:27.772" v="0" actId="2696"/>
        <pc:sldMkLst>
          <pc:docMk/>
          <pc:sldMk cId="1946586258" sldId="267"/>
        </pc:sldMkLst>
      </pc:sldChg>
      <pc:sldChg chg="del">
        <pc:chgData name="Fei Zheng" userId="d19317889db4c986" providerId="LiveId" clId="{32F134A9-F2A6-DE44-BD1C-D2EC87EECD05}" dt="2023-04-12T09:08:28.475" v="11" actId="2696"/>
        <pc:sldMkLst>
          <pc:docMk/>
          <pc:sldMk cId="1918821003" sldId="268"/>
        </pc:sldMkLst>
      </pc:sldChg>
      <pc:sldChg chg="del">
        <pc:chgData name="Fei Zheng" userId="d19317889db4c986" providerId="LiveId" clId="{32F134A9-F2A6-DE44-BD1C-D2EC87EECD05}" dt="2023-04-12T09:08:27.971" v="3" actId="2696"/>
        <pc:sldMkLst>
          <pc:docMk/>
          <pc:sldMk cId="3073396532" sldId="269"/>
        </pc:sldMkLst>
      </pc:sldChg>
      <pc:sldChg chg="del">
        <pc:chgData name="Fei Zheng" userId="d19317889db4c986" providerId="LiveId" clId="{32F134A9-F2A6-DE44-BD1C-D2EC87EECD05}" dt="2023-04-12T09:08:28.543" v="12" actId="2696"/>
        <pc:sldMkLst>
          <pc:docMk/>
          <pc:sldMk cId="455573110" sldId="270"/>
        </pc:sldMkLst>
      </pc:sldChg>
      <pc:sldChg chg="del">
        <pc:chgData name="Fei Zheng" userId="d19317889db4c986" providerId="LiveId" clId="{32F134A9-F2A6-DE44-BD1C-D2EC87EECD05}" dt="2023-04-12T09:08:28.059" v="4" actId="2696"/>
        <pc:sldMkLst>
          <pc:docMk/>
          <pc:sldMk cId="2323714292" sldId="271"/>
        </pc:sldMkLst>
      </pc:sldChg>
      <pc:sldChg chg="del">
        <pc:chgData name="Fei Zheng" userId="d19317889db4c986" providerId="LiveId" clId="{32F134A9-F2A6-DE44-BD1C-D2EC87EECD05}" dt="2023-04-12T09:08:28.394" v="10" actId="2696"/>
        <pc:sldMkLst>
          <pc:docMk/>
          <pc:sldMk cId="1253038686" sldId="272"/>
        </pc:sldMkLst>
      </pc:sldChg>
      <pc:sldChg chg="del">
        <pc:chgData name="Fei Zheng" userId="d19317889db4c986" providerId="LiveId" clId="{32F134A9-F2A6-DE44-BD1C-D2EC87EECD05}" dt="2023-04-12T09:08:28.603" v="13" actId="2696"/>
        <pc:sldMkLst>
          <pc:docMk/>
          <pc:sldMk cId="1545718604" sldId="273"/>
        </pc:sldMkLst>
      </pc:sldChg>
      <pc:sldChg chg="del">
        <pc:chgData name="Fei Zheng" userId="d19317889db4c986" providerId="LiveId" clId="{32F134A9-F2A6-DE44-BD1C-D2EC87EECD05}" dt="2023-04-12T09:08:28.256" v="7" actId="2696"/>
        <pc:sldMkLst>
          <pc:docMk/>
          <pc:sldMk cId="2371827410" sldId="274"/>
        </pc:sldMkLst>
      </pc:sldChg>
      <pc:sldChg chg="del">
        <pc:chgData name="Fei Zheng" userId="d19317889db4c986" providerId="LiveId" clId="{32F134A9-F2A6-DE44-BD1C-D2EC87EECD05}" dt="2023-04-12T09:08:27.855" v="1" actId="2696"/>
        <pc:sldMkLst>
          <pc:docMk/>
          <pc:sldMk cId="1626658510" sldId="275"/>
        </pc:sldMkLst>
      </pc:sldChg>
      <pc:sldChg chg="del">
        <pc:chgData name="Fei Zheng" userId="d19317889db4c986" providerId="LiveId" clId="{32F134A9-F2A6-DE44-BD1C-D2EC87EECD05}" dt="2023-04-12T09:08:28.286" v="8" actId="2696"/>
        <pc:sldMkLst>
          <pc:docMk/>
          <pc:sldMk cId="203695466" sldId="428"/>
        </pc:sldMkLst>
      </pc:sldChg>
      <pc:sldChg chg="del">
        <pc:chgData name="Fei Zheng" userId="d19317889db4c986" providerId="LiveId" clId="{32F134A9-F2A6-DE44-BD1C-D2EC87EECD05}" dt="2023-04-12T09:08:28.200" v="6" actId="2696"/>
        <pc:sldMkLst>
          <pc:docMk/>
          <pc:sldMk cId="1879757636" sldId="429"/>
        </pc:sldMkLst>
      </pc:sldChg>
      <pc:sldChg chg="del">
        <pc:chgData name="Fei Zheng" userId="d19317889db4c986" providerId="LiveId" clId="{32F134A9-F2A6-DE44-BD1C-D2EC87EECD05}" dt="2023-04-12T09:08:28.152" v="5" actId="2696"/>
        <pc:sldMkLst>
          <pc:docMk/>
          <pc:sldMk cId="490015169" sldId="438"/>
        </pc:sldMkLst>
      </pc:sldChg>
      <pc:sldChg chg="del">
        <pc:chgData name="Fei Zheng" userId="d19317889db4c986" providerId="LiveId" clId="{32F134A9-F2A6-DE44-BD1C-D2EC87EECD05}" dt="2023-04-12T09:08:27.855" v="2" actId="2696"/>
        <pc:sldMkLst>
          <pc:docMk/>
          <pc:sldMk cId="3009351744" sldId="445"/>
        </pc:sldMkLst>
      </pc:sldChg>
      <pc:sldChg chg="del">
        <pc:chgData name="Fei Zheng" userId="d19317889db4c986" providerId="LiveId" clId="{32F134A9-F2A6-DE44-BD1C-D2EC87EECD05}" dt="2023-04-12T09:08:28.312" v="9" actId="2696"/>
        <pc:sldMkLst>
          <pc:docMk/>
          <pc:sldMk cId="260859955" sldId="446"/>
        </pc:sldMkLst>
      </pc:sldChg>
    </pc:docChg>
  </pc:docChgLst>
  <pc:docChgLst>
    <pc:chgData name="Zheng Fei" userId="d19317889db4c986" providerId="LiveId" clId="{45DF4AD5-9C6A-484A-80EE-EA4D9174ED56}"/>
    <pc:docChg chg="undo custSel addSld delSld modSld sldOrd">
      <pc:chgData name="Zheng Fei" userId="d19317889db4c986" providerId="LiveId" clId="{45DF4AD5-9C6A-484A-80EE-EA4D9174ED56}" dt="2022-05-23T14:37:47.399" v="1446"/>
      <pc:docMkLst>
        <pc:docMk/>
      </pc:docMkLst>
      <pc:sldChg chg="addSp delSp modSp add mod">
        <pc:chgData name="Zheng Fei" userId="d19317889db4c986" providerId="LiveId" clId="{45DF4AD5-9C6A-484A-80EE-EA4D9174ED56}" dt="2022-05-23T14:24:24.149" v="1353" actId="1076"/>
        <pc:sldMkLst>
          <pc:docMk/>
          <pc:sldMk cId="2133402409" sldId="256"/>
        </pc:sldMkLst>
        <pc:spChg chg="mod">
          <ac:chgData name="Zheng Fei" userId="d19317889db4c986" providerId="LiveId" clId="{45DF4AD5-9C6A-484A-80EE-EA4D9174ED56}" dt="2022-05-23T14:24:10.209" v="1351" actId="255"/>
          <ac:spMkLst>
            <pc:docMk/>
            <pc:sldMk cId="2133402409" sldId="256"/>
            <ac:spMk id="2" creationId="{364900BA-061C-410E-874C-DEF276812CFF}"/>
          </ac:spMkLst>
        </pc:spChg>
        <pc:spChg chg="mod">
          <ac:chgData name="Zheng Fei" userId="d19317889db4c986" providerId="LiveId" clId="{45DF4AD5-9C6A-484A-80EE-EA4D9174ED56}" dt="2022-05-23T14:24:16.539" v="1352" actId="1076"/>
          <ac:spMkLst>
            <pc:docMk/>
            <pc:sldMk cId="2133402409" sldId="256"/>
            <ac:spMk id="3" creationId="{37E17C5D-289C-4765-994B-68EA2D30AF6B}"/>
          </ac:spMkLst>
        </pc:spChg>
        <pc:spChg chg="del">
          <ac:chgData name="Zheng Fei" userId="d19317889db4c986" providerId="LiveId" clId="{45DF4AD5-9C6A-484A-80EE-EA4D9174ED56}" dt="2022-05-23T14:23:40.695" v="1345" actId="478"/>
          <ac:spMkLst>
            <pc:docMk/>
            <pc:sldMk cId="2133402409" sldId="256"/>
            <ac:spMk id="4" creationId="{E7811146-DE92-04DF-39C9-62AEC6DDAD41}"/>
          </ac:spMkLst>
        </pc:spChg>
        <pc:spChg chg="add del mod">
          <ac:chgData name="Zheng Fei" userId="d19317889db4c986" providerId="LiveId" clId="{45DF4AD5-9C6A-484A-80EE-EA4D9174ED56}" dt="2022-05-23T14:24:24.149" v="1353" actId="1076"/>
          <ac:spMkLst>
            <pc:docMk/>
            <pc:sldMk cId="2133402409" sldId="256"/>
            <ac:spMk id="5" creationId="{3AF664BF-7DCD-674E-6C91-40C6EE70A5C2}"/>
          </ac:spMkLst>
        </pc:spChg>
        <pc:spChg chg="mod">
          <ac:chgData name="Zheng Fei" userId="d19317889db4c986" providerId="LiveId" clId="{45DF4AD5-9C6A-484A-80EE-EA4D9174ED56}" dt="2022-05-23T14:24:16.539" v="1352" actId="1076"/>
          <ac:spMkLst>
            <pc:docMk/>
            <pc:sldMk cId="2133402409" sldId="256"/>
            <ac:spMk id="6" creationId="{F01DE26C-8D88-4459-99A2-50E690952483}"/>
          </ac:spMkLst>
        </pc:spChg>
        <pc:spChg chg="add del mod">
          <ac:chgData name="Zheng Fei" userId="d19317889db4c986" providerId="LiveId" clId="{45DF4AD5-9C6A-484A-80EE-EA4D9174ED56}" dt="2022-05-23T14:23:43.451" v="1346" actId="478"/>
          <ac:spMkLst>
            <pc:docMk/>
            <pc:sldMk cId="2133402409" sldId="256"/>
            <ac:spMk id="8" creationId="{649FEBC3-F375-2EB6-FF4C-210904A22DD5}"/>
          </ac:spMkLst>
        </pc:spChg>
        <pc:spChg chg="add mod">
          <ac:chgData name="Zheng Fei" userId="d19317889db4c986" providerId="LiveId" clId="{45DF4AD5-9C6A-484A-80EE-EA4D9174ED56}" dt="2022-05-23T14:24:00.883" v="1350"/>
          <ac:spMkLst>
            <pc:docMk/>
            <pc:sldMk cId="2133402409" sldId="256"/>
            <ac:spMk id="9" creationId="{6633535D-F9C5-885F-82CE-25E276054DCA}"/>
          </ac:spMkLst>
        </pc:spChg>
      </pc:sldChg>
      <pc:sldChg chg="modSp mod">
        <pc:chgData name="Zheng Fei" userId="d19317889db4c986" providerId="LiveId" clId="{45DF4AD5-9C6A-484A-80EE-EA4D9174ED56}" dt="2022-05-23T12:28:40.400" v="220" actId="20577"/>
        <pc:sldMkLst>
          <pc:docMk/>
          <pc:sldMk cId="1671800912" sldId="257"/>
        </pc:sldMkLst>
        <pc:spChg chg="mod">
          <ac:chgData name="Zheng Fei" userId="d19317889db4c986" providerId="LiveId" clId="{45DF4AD5-9C6A-484A-80EE-EA4D9174ED56}" dt="2022-05-23T12:19:04.863" v="132" actId="20577"/>
          <ac:spMkLst>
            <pc:docMk/>
            <pc:sldMk cId="1671800912" sldId="257"/>
            <ac:spMk id="2" creationId="{3C6D158B-ADF3-32F7-89D4-4853303994E4}"/>
          </ac:spMkLst>
        </pc:spChg>
        <pc:spChg chg="mod">
          <ac:chgData name="Zheng Fei" userId="d19317889db4c986" providerId="LiveId" clId="{45DF4AD5-9C6A-484A-80EE-EA4D9174ED56}" dt="2022-05-23T12:28:40.400" v="220" actId="20577"/>
          <ac:spMkLst>
            <pc:docMk/>
            <pc:sldMk cId="1671800912" sldId="257"/>
            <ac:spMk id="3" creationId="{AF0964D1-11E1-10CF-1FD4-561E5DABBFE9}"/>
          </ac:spMkLst>
        </pc:spChg>
      </pc:sldChg>
      <pc:sldChg chg="addSp delSp modSp mod modAnim">
        <pc:chgData name="Zheng Fei" userId="d19317889db4c986" providerId="LiveId" clId="{45DF4AD5-9C6A-484A-80EE-EA4D9174ED56}" dt="2022-05-23T12:31:17.456" v="231" actId="1076"/>
        <pc:sldMkLst>
          <pc:docMk/>
          <pc:sldMk cId="4282182594" sldId="258"/>
        </pc:sldMkLst>
        <pc:spChg chg="add mod">
          <ac:chgData name="Zheng Fei" userId="d19317889db4c986" providerId="LiveId" clId="{45DF4AD5-9C6A-484A-80EE-EA4D9174ED56}" dt="2022-05-23T12:30:48.910" v="222" actId="1076"/>
          <ac:spMkLst>
            <pc:docMk/>
            <pc:sldMk cId="4282182594" sldId="258"/>
            <ac:spMk id="2" creationId="{8D8581B3-20D0-0F72-9D32-F66D5F214598}"/>
          </ac:spMkLst>
        </pc:spChg>
        <pc:spChg chg="mod">
          <ac:chgData name="Zheng Fei" userId="d19317889db4c986" providerId="LiveId" clId="{45DF4AD5-9C6A-484A-80EE-EA4D9174ED56}" dt="2022-05-23T12:31:08.329" v="230" actId="20577"/>
          <ac:spMkLst>
            <pc:docMk/>
            <pc:sldMk cId="4282182594" sldId="258"/>
            <ac:spMk id="4" creationId="{94122086-8B36-9DC7-8611-CB1AEE1CA682}"/>
          </ac:spMkLst>
        </pc:spChg>
        <pc:spChg chg="add mod">
          <ac:chgData name="Zheng Fei" userId="d19317889db4c986" providerId="LiveId" clId="{45DF4AD5-9C6A-484A-80EE-EA4D9174ED56}" dt="2022-05-23T12:19:31.845" v="169" actId="20577"/>
          <ac:spMkLst>
            <pc:docMk/>
            <pc:sldMk cId="4282182594" sldId="258"/>
            <ac:spMk id="5" creationId="{FC228DDD-66E1-E83E-3AA0-6B41DA28FADF}"/>
          </ac:spMkLst>
        </pc:spChg>
        <pc:spChg chg="add mod">
          <ac:chgData name="Zheng Fei" userId="d19317889db4c986" providerId="LiveId" clId="{45DF4AD5-9C6A-484A-80EE-EA4D9174ED56}" dt="2022-05-23T12:31:17.456" v="231" actId="1076"/>
          <ac:spMkLst>
            <pc:docMk/>
            <pc:sldMk cId="4282182594" sldId="258"/>
            <ac:spMk id="7" creationId="{6EE97392-83E2-A5DF-CA4D-6C64D921BD8B}"/>
          </ac:spMkLst>
        </pc:spChg>
        <pc:picChg chg="del">
          <ac:chgData name="Zheng Fei" userId="d19317889db4c986" providerId="LiveId" clId="{45DF4AD5-9C6A-484A-80EE-EA4D9174ED56}" dt="2022-05-23T12:20:03.292" v="174" actId="478"/>
          <ac:picMkLst>
            <pc:docMk/>
            <pc:sldMk cId="4282182594" sldId="258"/>
            <ac:picMk id="6" creationId="{5203B147-7E67-A764-6530-AB7DBABAD2ED}"/>
          </ac:picMkLst>
        </pc:picChg>
      </pc:sldChg>
      <pc:sldChg chg="addSp delSp modSp mod">
        <pc:chgData name="Zheng Fei" userId="d19317889db4c986" providerId="LiveId" clId="{45DF4AD5-9C6A-484A-80EE-EA4D9174ED56}" dt="2022-05-23T13:26:40.911" v="743" actId="207"/>
        <pc:sldMkLst>
          <pc:docMk/>
          <pc:sldMk cId="1492498360" sldId="259"/>
        </pc:sldMkLst>
        <pc:spChg chg="add del mod">
          <ac:chgData name="Zheng Fei" userId="d19317889db4c986" providerId="LiveId" clId="{45DF4AD5-9C6A-484A-80EE-EA4D9174ED56}" dt="2022-05-23T13:26:26.904" v="740" actId="478"/>
          <ac:spMkLst>
            <pc:docMk/>
            <pc:sldMk cId="1492498360" sldId="259"/>
            <ac:spMk id="3" creationId="{47E3BAC1-6D9D-ADA0-1D2B-A2CF808F0B5F}"/>
          </ac:spMkLst>
        </pc:spChg>
        <pc:spChg chg="mod">
          <ac:chgData name="Zheng Fei" userId="d19317889db4c986" providerId="LiveId" clId="{45DF4AD5-9C6A-484A-80EE-EA4D9174ED56}" dt="2022-05-23T13:26:40.911" v="743" actId="207"/>
          <ac:spMkLst>
            <pc:docMk/>
            <pc:sldMk cId="1492498360" sldId="259"/>
            <ac:spMk id="4" creationId="{C1B86543-F995-B7C1-325A-12F8D1F44CE0}"/>
          </ac:spMkLst>
        </pc:spChg>
        <pc:spChg chg="add del mod">
          <ac:chgData name="Zheng Fei" userId="d19317889db4c986" providerId="LiveId" clId="{45DF4AD5-9C6A-484A-80EE-EA4D9174ED56}" dt="2022-05-23T13:26:29.301" v="741" actId="478"/>
          <ac:spMkLst>
            <pc:docMk/>
            <pc:sldMk cId="1492498360" sldId="259"/>
            <ac:spMk id="5" creationId="{63F9F7D3-EDCC-64C6-F513-C8E93123580F}"/>
          </ac:spMkLst>
        </pc:spChg>
        <pc:spChg chg="add mod">
          <ac:chgData name="Zheng Fei" userId="d19317889db4c986" providerId="LiveId" clId="{45DF4AD5-9C6A-484A-80EE-EA4D9174ED56}" dt="2022-05-23T13:26:29.863" v="742"/>
          <ac:spMkLst>
            <pc:docMk/>
            <pc:sldMk cId="1492498360" sldId="259"/>
            <ac:spMk id="6" creationId="{3BD30339-6B0B-F80D-CD19-E455FA5F5E1F}"/>
          </ac:spMkLst>
        </pc:spChg>
      </pc:sldChg>
      <pc:sldChg chg="addSp delSp modSp mod">
        <pc:chgData name="Zheng Fei" userId="d19317889db4c986" providerId="LiveId" clId="{45DF4AD5-9C6A-484A-80EE-EA4D9174ED56}" dt="2022-05-23T13:26:59.493" v="745" actId="478"/>
        <pc:sldMkLst>
          <pc:docMk/>
          <pc:sldMk cId="3845850111" sldId="260"/>
        </pc:sldMkLst>
        <pc:spChg chg="add del mod">
          <ac:chgData name="Zheng Fei" userId="d19317889db4c986" providerId="LiveId" clId="{45DF4AD5-9C6A-484A-80EE-EA4D9174ED56}" dt="2022-05-23T13:26:55.941" v="744" actId="478"/>
          <ac:spMkLst>
            <pc:docMk/>
            <pc:sldMk cId="3845850111" sldId="260"/>
            <ac:spMk id="3" creationId="{C0C385E5-CC12-1B9B-FFE1-21DC3BE59B11}"/>
          </ac:spMkLst>
        </pc:spChg>
        <pc:spChg chg="mod">
          <ac:chgData name="Zheng Fei" userId="d19317889db4c986" providerId="LiveId" clId="{45DF4AD5-9C6A-484A-80EE-EA4D9174ED56}" dt="2022-05-23T13:01:17.454" v="503" actId="20577"/>
          <ac:spMkLst>
            <pc:docMk/>
            <pc:sldMk cId="3845850111" sldId="260"/>
            <ac:spMk id="4" creationId="{56101FCB-1030-32FB-62F4-1819AF7DBA76}"/>
          </ac:spMkLst>
        </pc:spChg>
        <pc:spChg chg="add del mod">
          <ac:chgData name="Zheng Fei" userId="d19317889db4c986" providerId="LiveId" clId="{45DF4AD5-9C6A-484A-80EE-EA4D9174ED56}" dt="2022-05-23T13:26:59.493" v="745" actId="478"/>
          <ac:spMkLst>
            <pc:docMk/>
            <pc:sldMk cId="3845850111" sldId="260"/>
            <ac:spMk id="5" creationId="{1A328CED-8C80-D835-767C-4D2BE352C850}"/>
          </ac:spMkLst>
        </pc:spChg>
      </pc:sldChg>
      <pc:sldChg chg="addSp modSp mod ord">
        <pc:chgData name="Zheng Fei" userId="d19317889db4c986" providerId="LiveId" clId="{45DF4AD5-9C6A-484A-80EE-EA4D9174ED56}" dt="2022-05-23T13:25:49.995" v="739"/>
        <pc:sldMkLst>
          <pc:docMk/>
          <pc:sldMk cId="1511345848" sldId="261"/>
        </pc:sldMkLst>
        <pc:spChg chg="add mod">
          <ac:chgData name="Zheng Fei" userId="d19317889db4c986" providerId="LiveId" clId="{45DF4AD5-9C6A-484A-80EE-EA4D9174ED56}" dt="2022-05-23T13:25:34.203" v="737" actId="1076"/>
          <ac:spMkLst>
            <pc:docMk/>
            <pc:sldMk cId="1511345848" sldId="261"/>
            <ac:spMk id="2" creationId="{E19A3F5E-96FE-A394-6074-5041E7DB4E2B}"/>
          </ac:spMkLst>
        </pc:spChg>
        <pc:spChg chg="mod">
          <ac:chgData name="Zheng Fei" userId="d19317889db4c986" providerId="LiveId" clId="{45DF4AD5-9C6A-484A-80EE-EA4D9174ED56}" dt="2022-05-23T13:25:49.995" v="739"/>
          <ac:spMkLst>
            <pc:docMk/>
            <pc:sldMk cId="1511345848" sldId="261"/>
            <ac:spMk id="3" creationId="{9C2D52B2-DE1C-FD0E-0FEC-75E26987E1B2}"/>
          </ac:spMkLst>
        </pc:spChg>
      </pc:sldChg>
      <pc:sldChg chg="addSp delSp modSp mod">
        <pc:chgData name="Zheng Fei" userId="d19317889db4c986" providerId="LiveId" clId="{45DF4AD5-9C6A-484A-80EE-EA4D9174ED56}" dt="2022-05-23T13:43:10.362" v="1177" actId="113"/>
        <pc:sldMkLst>
          <pc:docMk/>
          <pc:sldMk cId="885761587" sldId="262"/>
        </pc:sldMkLst>
        <pc:spChg chg="del">
          <ac:chgData name="Zheng Fei" userId="d19317889db4c986" providerId="LiveId" clId="{45DF4AD5-9C6A-484A-80EE-EA4D9174ED56}" dt="2022-05-23T13:41:19.464" v="1153" actId="478"/>
          <ac:spMkLst>
            <pc:docMk/>
            <pc:sldMk cId="885761587" sldId="262"/>
            <ac:spMk id="2" creationId="{42C12A74-AEF7-D4EA-A024-C16245DED6C1}"/>
          </ac:spMkLst>
        </pc:spChg>
        <pc:spChg chg="mod">
          <ac:chgData name="Zheng Fei" userId="d19317889db4c986" providerId="LiveId" clId="{45DF4AD5-9C6A-484A-80EE-EA4D9174ED56}" dt="2022-05-23T13:43:10.362" v="1177" actId="113"/>
          <ac:spMkLst>
            <pc:docMk/>
            <pc:sldMk cId="885761587" sldId="262"/>
            <ac:spMk id="3" creationId="{F24BA370-3E52-0624-2F77-C75EF3EA35E3}"/>
          </ac:spMkLst>
        </pc:spChg>
        <pc:spChg chg="del">
          <ac:chgData name="Zheng Fei" userId="d19317889db4c986" providerId="LiveId" clId="{45DF4AD5-9C6A-484A-80EE-EA4D9174ED56}" dt="2022-05-23T13:41:37.311" v="1156" actId="478"/>
          <ac:spMkLst>
            <pc:docMk/>
            <pc:sldMk cId="885761587" sldId="262"/>
            <ac:spMk id="4" creationId="{170B6785-417A-11DE-E61A-9D9A98EBF4CD}"/>
          </ac:spMkLst>
        </pc:spChg>
        <pc:spChg chg="del">
          <ac:chgData name="Zheng Fei" userId="d19317889db4c986" providerId="LiveId" clId="{45DF4AD5-9C6A-484A-80EE-EA4D9174ED56}" dt="2022-05-23T13:41:39.291" v="1157" actId="478"/>
          <ac:spMkLst>
            <pc:docMk/>
            <pc:sldMk cId="885761587" sldId="262"/>
            <ac:spMk id="5" creationId="{405922E4-8D9D-2AFF-27F8-F04E74295AD8}"/>
          </ac:spMkLst>
        </pc:spChg>
        <pc:spChg chg="add del mod">
          <ac:chgData name="Zheng Fei" userId="d19317889db4c986" providerId="LiveId" clId="{45DF4AD5-9C6A-484A-80EE-EA4D9174ED56}" dt="2022-05-23T13:41:20.917" v="1154" actId="478"/>
          <ac:spMkLst>
            <pc:docMk/>
            <pc:sldMk cId="885761587" sldId="262"/>
            <ac:spMk id="7" creationId="{E14A5F12-BB88-C18D-266F-6B22D663BA42}"/>
          </ac:spMkLst>
        </pc:spChg>
      </pc:sldChg>
      <pc:sldChg chg="modSp mod">
        <pc:chgData name="Zheng Fei" userId="d19317889db4c986" providerId="LiveId" clId="{45DF4AD5-9C6A-484A-80EE-EA4D9174ED56}" dt="2022-05-23T14:28:10.826" v="1386" actId="20577"/>
        <pc:sldMkLst>
          <pc:docMk/>
          <pc:sldMk cId="2775391666" sldId="263"/>
        </pc:sldMkLst>
        <pc:spChg chg="mod">
          <ac:chgData name="Zheng Fei" userId="d19317889db4c986" providerId="LiveId" clId="{45DF4AD5-9C6A-484A-80EE-EA4D9174ED56}" dt="2022-05-23T14:28:10.826" v="1386" actId="20577"/>
          <ac:spMkLst>
            <pc:docMk/>
            <pc:sldMk cId="2775391666" sldId="263"/>
            <ac:spMk id="3" creationId="{2F844906-05F1-87FE-9B4D-735A13034A14}"/>
          </ac:spMkLst>
        </pc:spChg>
      </pc:sldChg>
      <pc:sldChg chg="addSp delSp modSp del mod ord">
        <pc:chgData name="Zheng Fei" userId="d19317889db4c986" providerId="LiveId" clId="{45DF4AD5-9C6A-484A-80EE-EA4D9174ED56}" dt="2022-05-23T14:15:22.745" v="1304" actId="2696"/>
        <pc:sldMkLst>
          <pc:docMk/>
          <pc:sldMk cId="3885701239" sldId="264"/>
        </pc:sldMkLst>
        <pc:spChg chg="mod">
          <ac:chgData name="Zheng Fei" userId="d19317889db4c986" providerId="LiveId" clId="{45DF4AD5-9C6A-484A-80EE-EA4D9174ED56}" dt="2022-05-23T14:15:05.794" v="1279" actId="1076"/>
          <ac:spMkLst>
            <pc:docMk/>
            <pc:sldMk cId="3885701239" sldId="264"/>
            <ac:spMk id="4" creationId="{24AAB5E0-E891-15FC-03E0-585F8C68753A}"/>
          </ac:spMkLst>
        </pc:spChg>
        <pc:spChg chg="add mod">
          <ac:chgData name="Zheng Fei" userId="d19317889db4c986" providerId="LiveId" clId="{45DF4AD5-9C6A-484A-80EE-EA4D9174ED56}" dt="2022-05-23T14:15:12.765" v="1303" actId="20577"/>
          <ac:spMkLst>
            <pc:docMk/>
            <pc:sldMk cId="3885701239" sldId="264"/>
            <ac:spMk id="10" creationId="{5BBB225C-8481-3BC4-9B80-8F43161583A9}"/>
          </ac:spMkLst>
        </pc:spChg>
        <pc:picChg chg="del">
          <ac:chgData name="Zheng Fei" userId="d19317889db4c986" providerId="LiveId" clId="{45DF4AD5-9C6A-484A-80EE-EA4D9174ED56}" dt="2022-05-23T14:13:29.599" v="1250" actId="478"/>
          <ac:picMkLst>
            <pc:docMk/>
            <pc:sldMk cId="3885701239" sldId="264"/>
            <ac:picMk id="6" creationId="{6B4D722A-8AB7-AEB9-FE57-06CF7127ABA0}"/>
          </ac:picMkLst>
        </pc:picChg>
        <pc:picChg chg="del">
          <ac:chgData name="Zheng Fei" userId="d19317889db4c986" providerId="LiveId" clId="{45DF4AD5-9C6A-484A-80EE-EA4D9174ED56}" dt="2022-05-23T14:13:26.336" v="1248" actId="478"/>
          <ac:picMkLst>
            <pc:docMk/>
            <pc:sldMk cId="3885701239" sldId="264"/>
            <ac:picMk id="7" creationId="{3AFE8722-50D7-1A99-A020-675B122A55A7}"/>
          </ac:picMkLst>
        </pc:picChg>
        <pc:picChg chg="del">
          <ac:chgData name="Zheng Fei" userId="d19317889db4c986" providerId="LiveId" clId="{45DF4AD5-9C6A-484A-80EE-EA4D9174ED56}" dt="2022-05-23T14:13:27.950" v="1249" actId="478"/>
          <ac:picMkLst>
            <pc:docMk/>
            <pc:sldMk cId="3885701239" sldId="264"/>
            <ac:picMk id="8" creationId="{7946114C-BA6A-FA89-8443-0ED7DABFBD1E}"/>
          </ac:picMkLst>
        </pc:picChg>
        <pc:picChg chg="del mod">
          <ac:chgData name="Zheng Fei" userId="d19317889db4c986" providerId="LiveId" clId="{45DF4AD5-9C6A-484A-80EE-EA4D9174ED56}" dt="2022-05-23T14:13:08.153" v="1246" actId="478"/>
          <ac:picMkLst>
            <pc:docMk/>
            <pc:sldMk cId="3885701239" sldId="264"/>
            <ac:picMk id="9" creationId="{41F25B7B-7A41-8C58-DA02-A15F53360928}"/>
          </ac:picMkLst>
        </pc:picChg>
      </pc:sldChg>
      <pc:sldChg chg="addSp modSp add mod">
        <pc:chgData name="Zheng Fei" userId="d19317889db4c986" providerId="LiveId" clId="{45DF4AD5-9C6A-484A-80EE-EA4D9174ED56}" dt="2022-05-23T14:30:54.615" v="1407" actId="1076"/>
        <pc:sldMkLst>
          <pc:docMk/>
          <pc:sldMk cId="3902313652" sldId="264"/>
        </pc:sldMkLst>
        <pc:spChg chg="add mod">
          <ac:chgData name="Zheng Fei" userId="d19317889db4c986" providerId="LiveId" clId="{45DF4AD5-9C6A-484A-80EE-EA4D9174ED56}" dt="2022-05-23T14:26:47.291" v="1374" actId="1037"/>
          <ac:spMkLst>
            <pc:docMk/>
            <pc:sldMk cId="3902313652" sldId="264"/>
            <ac:spMk id="2" creationId="{50B36913-FAED-9416-B281-6712084B22DE}"/>
          </ac:spMkLst>
        </pc:spChg>
        <pc:spChg chg="add mod">
          <ac:chgData name="Zheng Fei" userId="d19317889db4c986" providerId="LiveId" clId="{45DF4AD5-9C6A-484A-80EE-EA4D9174ED56}" dt="2022-05-23T14:30:46.397" v="1405" actId="20577"/>
          <ac:spMkLst>
            <pc:docMk/>
            <pc:sldMk cId="3902313652" sldId="264"/>
            <ac:spMk id="3" creationId="{E5E3EA06-FA96-2A62-2C83-E0AF8A70AC22}"/>
          </ac:spMkLst>
        </pc:spChg>
        <pc:spChg chg="mod">
          <ac:chgData name="Zheng Fei" userId="d19317889db4c986" providerId="LiveId" clId="{45DF4AD5-9C6A-484A-80EE-EA4D9174ED56}" dt="2022-05-23T14:26:22.588" v="1365" actId="2710"/>
          <ac:spMkLst>
            <pc:docMk/>
            <pc:sldMk cId="3902313652" sldId="264"/>
            <ac:spMk id="4" creationId="{24AAB5E0-E891-15FC-03E0-585F8C68753A}"/>
          </ac:spMkLst>
        </pc:spChg>
        <pc:spChg chg="add mod">
          <ac:chgData name="Zheng Fei" userId="d19317889db4c986" providerId="LiveId" clId="{45DF4AD5-9C6A-484A-80EE-EA4D9174ED56}" dt="2022-05-23T14:30:54.615" v="1407" actId="1076"/>
          <ac:spMkLst>
            <pc:docMk/>
            <pc:sldMk cId="3902313652" sldId="264"/>
            <ac:spMk id="6" creationId="{D3A205E3-8668-0717-470C-5596F83F8C94}"/>
          </ac:spMkLst>
        </pc:spChg>
      </pc:sldChg>
      <pc:sldChg chg="addSp delSp modSp mod">
        <pc:chgData name="Zheng Fei" userId="d19317889db4c986" providerId="LiveId" clId="{45DF4AD5-9C6A-484A-80EE-EA4D9174ED56}" dt="2022-05-23T14:32:07.305" v="1414"/>
        <pc:sldMkLst>
          <pc:docMk/>
          <pc:sldMk cId="3679873536" sldId="265"/>
        </pc:sldMkLst>
        <pc:spChg chg="mod">
          <ac:chgData name="Zheng Fei" userId="d19317889db4c986" providerId="LiveId" clId="{45DF4AD5-9C6A-484A-80EE-EA4D9174ED56}" dt="2022-05-23T14:31:33.534" v="1410"/>
          <ac:spMkLst>
            <pc:docMk/>
            <pc:sldMk cId="3679873536" sldId="265"/>
            <ac:spMk id="4" creationId="{E6124144-AE99-DAC2-7AD8-76D0719E8185}"/>
          </ac:spMkLst>
        </pc:spChg>
        <pc:spChg chg="add mod">
          <ac:chgData name="Zheng Fei" userId="d19317889db4c986" providerId="LiveId" clId="{45DF4AD5-9C6A-484A-80EE-EA4D9174ED56}" dt="2022-05-23T14:16:07.458" v="1312"/>
          <ac:spMkLst>
            <pc:docMk/>
            <pc:sldMk cId="3679873536" sldId="265"/>
            <ac:spMk id="5" creationId="{5AD6AAEB-AC38-15ED-BE50-DACC222C1186}"/>
          </ac:spMkLst>
        </pc:spChg>
        <pc:spChg chg="add mod">
          <ac:chgData name="Zheng Fei" userId="d19317889db4c986" providerId="LiveId" clId="{45DF4AD5-9C6A-484A-80EE-EA4D9174ED56}" dt="2022-05-23T14:32:07.305" v="1414"/>
          <ac:spMkLst>
            <pc:docMk/>
            <pc:sldMk cId="3679873536" sldId="265"/>
            <ac:spMk id="7" creationId="{6C637037-45B7-E6BF-63F5-43918313F1D1}"/>
          </ac:spMkLst>
        </pc:spChg>
        <pc:spChg chg="add mod">
          <ac:chgData name="Zheng Fei" userId="d19317889db4c986" providerId="LiveId" clId="{45DF4AD5-9C6A-484A-80EE-EA4D9174ED56}" dt="2022-05-23T14:31:04.382" v="1409" actId="1076"/>
          <ac:spMkLst>
            <pc:docMk/>
            <pc:sldMk cId="3679873536" sldId="265"/>
            <ac:spMk id="9" creationId="{F2D51A34-392D-C3EB-9F38-97ED0E48F85A}"/>
          </ac:spMkLst>
        </pc:spChg>
        <pc:picChg chg="del">
          <ac:chgData name="Zheng Fei" userId="d19317889db4c986" providerId="LiveId" clId="{45DF4AD5-9C6A-484A-80EE-EA4D9174ED56}" dt="2022-05-23T14:16:11.998" v="1314" actId="478"/>
          <ac:picMkLst>
            <pc:docMk/>
            <pc:sldMk cId="3679873536" sldId="265"/>
            <ac:picMk id="6" creationId="{5D868FD2-2AAB-DBE2-4269-95ADBD6A5527}"/>
          </ac:picMkLst>
        </pc:picChg>
        <pc:picChg chg="del">
          <ac:chgData name="Zheng Fei" userId="d19317889db4c986" providerId="LiveId" clId="{45DF4AD5-9C6A-484A-80EE-EA4D9174ED56}" dt="2022-05-23T14:28:41.545" v="1387" actId="478"/>
          <ac:picMkLst>
            <pc:docMk/>
            <pc:sldMk cId="3679873536" sldId="265"/>
            <ac:picMk id="8" creationId="{6ABAAD05-0790-7832-F384-3A928A36F5A1}"/>
          </ac:picMkLst>
        </pc:picChg>
      </pc:sldChg>
      <pc:sldChg chg="addSp modSp mod">
        <pc:chgData name="Zheng Fei" userId="d19317889db4c986" providerId="LiveId" clId="{45DF4AD5-9C6A-484A-80EE-EA4D9174ED56}" dt="2022-05-23T14:34:33.345" v="1443" actId="2710"/>
        <pc:sldMkLst>
          <pc:docMk/>
          <pc:sldMk cId="1676781785" sldId="266"/>
        </pc:sldMkLst>
        <pc:spChg chg="add mod">
          <ac:chgData name="Zheng Fei" userId="d19317889db4c986" providerId="LiveId" clId="{45DF4AD5-9C6A-484A-80EE-EA4D9174ED56}" dt="2022-05-23T14:16:31.275" v="1330"/>
          <ac:spMkLst>
            <pc:docMk/>
            <pc:sldMk cId="1676781785" sldId="266"/>
            <ac:spMk id="3" creationId="{9C39E9C3-9B84-774A-6D3F-8BCDE0711F48}"/>
          </ac:spMkLst>
        </pc:spChg>
        <pc:spChg chg="mod">
          <ac:chgData name="Zheng Fei" userId="d19317889db4c986" providerId="LiveId" clId="{45DF4AD5-9C6A-484A-80EE-EA4D9174ED56}" dt="2022-05-23T14:34:33.345" v="1443" actId="2710"/>
          <ac:spMkLst>
            <pc:docMk/>
            <pc:sldMk cId="1676781785" sldId="266"/>
            <ac:spMk id="4" creationId="{527F980E-2CD7-E6CD-831D-20BF3E14B865}"/>
          </ac:spMkLst>
        </pc:spChg>
      </pc:sldChg>
      <pc:sldChg chg="modSp mod">
        <pc:chgData name="Zheng Fei" userId="d19317889db4c986" providerId="LiveId" clId="{45DF4AD5-9C6A-484A-80EE-EA4D9174ED56}" dt="2022-05-23T14:16:52.325" v="1336" actId="1076"/>
        <pc:sldMkLst>
          <pc:docMk/>
          <pc:sldMk cId="1946586258" sldId="267"/>
        </pc:sldMkLst>
        <pc:spChg chg="mod">
          <ac:chgData name="Zheng Fei" userId="d19317889db4c986" providerId="LiveId" clId="{45DF4AD5-9C6A-484A-80EE-EA4D9174ED56}" dt="2022-05-23T14:16:52.325" v="1336" actId="1076"/>
          <ac:spMkLst>
            <pc:docMk/>
            <pc:sldMk cId="1946586258" sldId="267"/>
            <ac:spMk id="3" creationId="{EB565B5E-1F5F-A8B4-E885-99B5E93C4542}"/>
          </ac:spMkLst>
        </pc:spChg>
      </pc:sldChg>
      <pc:sldChg chg="del">
        <pc:chgData name="Zheng Fei" userId="d19317889db4c986" providerId="LiveId" clId="{45DF4AD5-9C6A-484A-80EE-EA4D9174ED56}" dt="2022-05-23T11:54:20.232" v="0" actId="2696"/>
        <pc:sldMkLst>
          <pc:docMk/>
          <pc:sldMk cId="2714237772" sldId="276"/>
        </pc:sldMkLst>
      </pc:sldChg>
      <pc:sldChg chg="addSp delSp modSp add mod">
        <pc:chgData name="Zheng Fei" userId="d19317889db4c986" providerId="LiveId" clId="{45DF4AD5-9C6A-484A-80EE-EA4D9174ED56}" dt="2022-05-23T14:24:48.906" v="1358" actId="1076"/>
        <pc:sldMkLst>
          <pc:docMk/>
          <pc:sldMk cId="3728313676" sldId="276"/>
        </pc:sldMkLst>
        <pc:spChg chg="add del mod">
          <ac:chgData name="Zheng Fei" userId="d19317889db4c986" providerId="LiveId" clId="{45DF4AD5-9C6A-484A-80EE-EA4D9174ED56}" dt="2022-05-23T14:24:33.835" v="1356" actId="478"/>
          <ac:spMkLst>
            <pc:docMk/>
            <pc:sldMk cId="3728313676" sldId="276"/>
            <ac:spMk id="3" creationId="{985A2467-F404-AA77-4711-08DECBA9AF6A}"/>
          </ac:spMkLst>
        </pc:spChg>
        <pc:spChg chg="del">
          <ac:chgData name="Zheng Fei" userId="d19317889db4c986" providerId="LiveId" clId="{45DF4AD5-9C6A-484A-80EE-EA4D9174ED56}" dt="2022-05-23T14:24:27.719" v="1354" actId="478"/>
          <ac:spMkLst>
            <pc:docMk/>
            <pc:sldMk cId="3728313676" sldId="276"/>
            <ac:spMk id="4" creationId="{E7811146-DE92-04DF-39C9-62AEC6DDAD41}"/>
          </ac:spMkLst>
        </pc:spChg>
        <pc:spChg chg="mod">
          <ac:chgData name="Zheng Fei" userId="d19317889db4c986" providerId="LiveId" clId="{45DF4AD5-9C6A-484A-80EE-EA4D9174ED56}" dt="2022-05-23T14:24:43.460" v="1357" actId="255"/>
          <ac:spMkLst>
            <pc:docMk/>
            <pc:sldMk cId="3728313676" sldId="276"/>
            <ac:spMk id="7" creationId="{C98971FA-F08A-4F57-AD38-EAA7412DB244}"/>
          </ac:spMkLst>
        </pc:spChg>
        <pc:spChg chg="mod">
          <ac:chgData name="Zheng Fei" userId="d19317889db4c986" providerId="LiveId" clId="{45DF4AD5-9C6A-484A-80EE-EA4D9174ED56}" dt="2022-05-23T14:24:48.906" v="1358" actId="1076"/>
          <ac:spMkLst>
            <pc:docMk/>
            <pc:sldMk cId="3728313676" sldId="276"/>
            <ac:spMk id="8" creationId="{9B25847B-E86D-478D-AC6C-1C3F9F7A3C4A}"/>
          </ac:spMkLst>
        </pc:spChg>
        <pc:spChg chg="add mod">
          <ac:chgData name="Zheng Fei" userId="d19317889db4c986" providerId="LiveId" clId="{45DF4AD5-9C6A-484A-80EE-EA4D9174ED56}" dt="2022-05-23T14:24:31.397" v="1355"/>
          <ac:spMkLst>
            <pc:docMk/>
            <pc:sldMk cId="3728313676" sldId="276"/>
            <ac:spMk id="9" creationId="{CB70EB86-094D-B252-7F7F-47CE36345A6C}"/>
          </ac:spMkLst>
        </pc:spChg>
      </pc:sldChg>
      <pc:sldChg chg="modAnim">
        <pc:chgData name="Zheng Fei" userId="d19317889db4c986" providerId="LiveId" clId="{45DF4AD5-9C6A-484A-80EE-EA4D9174ED56}" dt="2022-05-23T12:00:36.355" v="22"/>
        <pc:sldMkLst>
          <pc:docMk/>
          <pc:sldMk cId="3091142409" sldId="279"/>
        </pc:sldMkLst>
      </pc:sldChg>
      <pc:sldChg chg="addSp delSp modSp mod">
        <pc:chgData name="Zheng Fei" userId="d19317889db4c986" providerId="LiveId" clId="{45DF4AD5-9C6A-484A-80EE-EA4D9174ED56}" dt="2022-05-23T12:15:25.487" v="119" actId="20577"/>
        <pc:sldMkLst>
          <pc:docMk/>
          <pc:sldMk cId="2050171829" sldId="280"/>
        </pc:sldMkLst>
        <pc:spChg chg="add del mod">
          <ac:chgData name="Zheng Fei" userId="d19317889db4c986" providerId="LiveId" clId="{45DF4AD5-9C6A-484A-80EE-EA4D9174ED56}" dt="2022-05-23T12:15:25.487" v="119" actId="20577"/>
          <ac:spMkLst>
            <pc:docMk/>
            <pc:sldMk cId="2050171829" sldId="280"/>
            <ac:spMk id="3" creationId="{A0F1B26D-C89A-B84D-9C6A-9D8BD9859A00}"/>
          </ac:spMkLst>
        </pc:spChg>
        <pc:spChg chg="del">
          <ac:chgData name="Zheng Fei" userId="d19317889db4c986" providerId="LiveId" clId="{45DF4AD5-9C6A-484A-80EE-EA4D9174ED56}" dt="2022-05-23T11:54:39.601" v="5" actId="478"/>
          <ac:spMkLst>
            <pc:docMk/>
            <pc:sldMk cId="2050171829" sldId="280"/>
            <ac:spMk id="4" creationId="{4EFEB556-FB59-A89D-0621-813FDE96AF98}"/>
          </ac:spMkLst>
        </pc:spChg>
        <pc:spChg chg="add del mod">
          <ac:chgData name="Zheng Fei" userId="d19317889db4c986" providerId="LiveId" clId="{45DF4AD5-9C6A-484A-80EE-EA4D9174ED56}" dt="2022-05-23T11:54:29.139" v="2" actId="478"/>
          <ac:spMkLst>
            <pc:docMk/>
            <pc:sldMk cId="2050171829" sldId="280"/>
            <ac:spMk id="6" creationId="{73F4BB92-E57E-E3A0-93E7-7171F17CD82E}"/>
          </ac:spMkLst>
        </pc:spChg>
      </pc:sldChg>
      <pc:sldChg chg="addSp delSp modSp add mod">
        <pc:chgData name="Zheng Fei" userId="d19317889db4c986" providerId="LiveId" clId="{45DF4AD5-9C6A-484A-80EE-EA4D9174ED56}" dt="2022-05-23T14:25:56.903" v="1362" actId="255"/>
        <pc:sldMkLst>
          <pc:docMk/>
          <pc:sldMk cId="2258431907" sldId="281"/>
        </pc:sldMkLst>
        <pc:spChg chg="add del mod">
          <ac:chgData name="Zheng Fei" userId="d19317889db4c986" providerId="LiveId" clId="{45DF4AD5-9C6A-484A-80EE-EA4D9174ED56}" dt="2022-05-23T14:25:49.227" v="1360" actId="478"/>
          <ac:spMkLst>
            <pc:docMk/>
            <pc:sldMk cId="2258431907" sldId="281"/>
            <ac:spMk id="3" creationId="{8FEF7383-42C9-B83B-E59C-99C38C25593A}"/>
          </ac:spMkLst>
        </pc:spChg>
        <pc:spChg chg="del">
          <ac:chgData name="Zheng Fei" userId="d19317889db4c986" providerId="LiveId" clId="{45DF4AD5-9C6A-484A-80EE-EA4D9174ED56}" dt="2022-05-23T14:25:47.219" v="1359" actId="478"/>
          <ac:spMkLst>
            <pc:docMk/>
            <pc:sldMk cId="2258431907" sldId="281"/>
            <ac:spMk id="4" creationId="{E7811146-DE92-04DF-39C9-62AEC6DDAD41}"/>
          </ac:spMkLst>
        </pc:spChg>
        <pc:spChg chg="add mod">
          <ac:chgData name="Zheng Fei" userId="d19317889db4c986" providerId="LiveId" clId="{45DF4AD5-9C6A-484A-80EE-EA4D9174ED56}" dt="2022-05-23T14:25:52.818" v="1361"/>
          <ac:spMkLst>
            <pc:docMk/>
            <pc:sldMk cId="2258431907" sldId="281"/>
            <ac:spMk id="7" creationId="{063E2E97-E0A8-E26A-782D-E55EFBC49AD8}"/>
          </ac:spMkLst>
        </pc:spChg>
        <pc:spChg chg="mod">
          <ac:chgData name="Zheng Fei" userId="d19317889db4c986" providerId="LiveId" clId="{45DF4AD5-9C6A-484A-80EE-EA4D9174ED56}" dt="2022-05-23T14:25:56.903" v="1362" actId="255"/>
          <ac:spMkLst>
            <pc:docMk/>
            <pc:sldMk cId="2258431907" sldId="281"/>
            <ac:spMk id="8" creationId="{9B25847B-E86D-478D-AC6C-1C3F9F7A3C4A}"/>
          </ac:spMkLst>
        </pc:spChg>
        <pc:spChg chg="mod">
          <ac:chgData name="Zheng Fei" userId="d19317889db4c986" providerId="LiveId" clId="{45DF4AD5-9C6A-484A-80EE-EA4D9174ED56}" dt="2022-05-23T14:25:56.903" v="1362" actId="255"/>
          <ac:spMkLst>
            <pc:docMk/>
            <pc:sldMk cId="2258431907" sldId="281"/>
            <ac:spMk id="10" creationId="{3F9E47FF-7EAC-46EE-A9D1-94804DBBA401}"/>
          </ac:spMkLst>
        </pc:spChg>
      </pc:sldChg>
      <pc:sldChg chg="add del">
        <pc:chgData name="Zheng Fei" userId="d19317889db4c986" providerId="LiveId" clId="{45DF4AD5-9C6A-484A-80EE-EA4D9174ED56}" dt="2022-05-23T14:37:39.974" v="1445" actId="2696"/>
        <pc:sldMkLst>
          <pc:docMk/>
          <pc:sldMk cId="3602601868" sldId="283"/>
        </pc:sldMkLst>
      </pc:sldChg>
      <pc:sldChg chg="add">
        <pc:chgData name="Zheng Fei" userId="d19317889db4c986" providerId="LiveId" clId="{45DF4AD5-9C6A-484A-80EE-EA4D9174ED56}" dt="2022-05-23T14:37:47.399" v="1446"/>
        <pc:sldMkLst>
          <pc:docMk/>
          <pc:sldMk cId="3890819885" sldId="283"/>
        </pc:sldMkLst>
      </pc:sldChg>
      <pc:sldChg chg="modSp add mod">
        <pc:chgData name="Zheng Fei" userId="d19317889db4c986" providerId="LiveId" clId="{45DF4AD5-9C6A-484A-80EE-EA4D9174ED56}" dt="2022-05-23T13:27:50.820" v="746" actId="2711"/>
        <pc:sldMkLst>
          <pc:docMk/>
          <pc:sldMk cId="0" sldId="289"/>
        </pc:sldMkLst>
        <pc:spChg chg="mod">
          <ac:chgData name="Zheng Fei" userId="d19317889db4c986" providerId="LiveId" clId="{45DF4AD5-9C6A-484A-80EE-EA4D9174ED56}" dt="2022-05-23T13:27:50.820" v="746" actId="2711"/>
          <ac:spMkLst>
            <pc:docMk/>
            <pc:sldMk cId="0" sldId="289"/>
            <ac:spMk id="9" creationId="{A2A32693-FA85-46ED-9F52-424F364119E5}"/>
          </ac:spMkLst>
        </pc:spChg>
        <pc:spChg chg="mod">
          <ac:chgData name="Zheng Fei" userId="d19317889db4c986" providerId="LiveId" clId="{45DF4AD5-9C6A-484A-80EE-EA4D9174ED56}" dt="2022-05-23T13:27:50.820" v="746" actId="2711"/>
          <ac:spMkLst>
            <pc:docMk/>
            <pc:sldMk cId="0" sldId="289"/>
            <ac:spMk id="61444" creationId="{601F1377-4EC1-A648-9D08-93B0CEF44388}"/>
          </ac:spMkLst>
        </pc:spChg>
        <pc:spChg chg="mod">
          <ac:chgData name="Zheng Fei" userId="d19317889db4c986" providerId="LiveId" clId="{45DF4AD5-9C6A-484A-80EE-EA4D9174ED56}" dt="2022-05-23T13:27:50.820" v="746" actId="2711"/>
          <ac:spMkLst>
            <pc:docMk/>
            <pc:sldMk cId="0" sldId="289"/>
            <ac:spMk id="61445" creationId="{D75E15BB-A7A5-2C46-90D2-B9B92ACCDED9}"/>
          </ac:spMkLst>
        </pc:spChg>
        <pc:spChg chg="mod">
          <ac:chgData name="Zheng Fei" userId="d19317889db4c986" providerId="LiveId" clId="{45DF4AD5-9C6A-484A-80EE-EA4D9174ED56}" dt="2022-05-23T13:27:50.820" v="746" actId="2711"/>
          <ac:spMkLst>
            <pc:docMk/>
            <pc:sldMk cId="0" sldId="289"/>
            <ac:spMk id="61446" creationId="{3CA5D0EF-1412-D449-86E5-3BEFAEB9289A}"/>
          </ac:spMkLst>
        </pc:spChg>
      </pc:sldChg>
      <pc:sldChg chg="modSp mod">
        <pc:chgData name="Zheng Fei" userId="d19317889db4c986" providerId="LiveId" clId="{45DF4AD5-9C6A-484A-80EE-EA4D9174ED56}" dt="2022-05-23T12:15:33.948" v="122"/>
        <pc:sldMkLst>
          <pc:docMk/>
          <pc:sldMk cId="3572720350" sldId="380"/>
        </pc:sldMkLst>
        <pc:spChg chg="mod">
          <ac:chgData name="Zheng Fei" userId="d19317889db4c986" providerId="LiveId" clId="{45DF4AD5-9C6A-484A-80EE-EA4D9174ED56}" dt="2022-05-23T12:15:33.948" v="122"/>
          <ac:spMkLst>
            <pc:docMk/>
            <pc:sldMk cId="3572720350" sldId="380"/>
            <ac:spMk id="21" creationId="{5FAF19E4-6E37-738D-464D-D7D2A34F5181}"/>
          </ac:spMkLst>
        </pc:spChg>
        <pc:grpChg chg="mod">
          <ac:chgData name="Zheng Fei" userId="d19317889db4c986" providerId="LiveId" clId="{45DF4AD5-9C6A-484A-80EE-EA4D9174ED56}" dt="2022-05-23T12:00:00.568" v="19" actId="1076"/>
          <ac:grpSpMkLst>
            <pc:docMk/>
            <pc:sldMk cId="3572720350" sldId="380"/>
            <ac:grpSpMk id="6" creationId="{BCCDFD90-040C-D85B-D200-28851D83EAEE}"/>
          </ac:grpSpMkLst>
        </pc:grpChg>
      </pc:sldChg>
      <pc:sldChg chg="modSp">
        <pc:chgData name="Zheng Fei" userId="d19317889db4c986" providerId="LiveId" clId="{45DF4AD5-9C6A-484A-80EE-EA4D9174ED56}" dt="2022-05-23T12:02:50.119" v="28" actId="20577"/>
        <pc:sldMkLst>
          <pc:docMk/>
          <pc:sldMk cId="577393801" sldId="408"/>
        </pc:sldMkLst>
        <pc:spChg chg="mod">
          <ac:chgData name="Zheng Fei" userId="d19317889db4c986" providerId="LiveId" clId="{45DF4AD5-9C6A-484A-80EE-EA4D9174ED56}" dt="2022-05-23T12:02:50.119" v="28" actId="20577"/>
          <ac:spMkLst>
            <pc:docMk/>
            <pc:sldMk cId="577393801" sldId="408"/>
            <ac:spMk id="4" creationId="{55CDE8FD-2E32-E8D0-A305-3E495F401DFD}"/>
          </ac:spMkLst>
        </pc:spChg>
      </pc:sldChg>
      <pc:sldChg chg="modSp add mod">
        <pc:chgData name="Zheng Fei" userId="d19317889db4c986" providerId="LiveId" clId="{45DF4AD5-9C6A-484A-80EE-EA4D9174ED56}" dt="2022-05-23T12:28:28.627" v="211" actId="20577"/>
        <pc:sldMkLst>
          <pc:docMk/>
          <pc:sldMk cId="3233283572" sldId="412"/>
        </pc:sldMkLst>
        <pc:spChg chg="mod">
          <ac:chgData name="Zheng Fei" userId="d19317889db4c986" providerId="LiveId" clId="{45DF4AD5-9C6A-484A-80EE-EA4D9174ED56}" dt="2022-05-23T12:19:07.610" v="133" actId="20577"/>
          <ac:spMkLst>
            <pc:docMk/>
            <pc:sldMk cId="3233283572" sldId="412"/>
            <ac:spMk id="2" creationId="{3C6D158B-ADF3-32F7-89D4-4853303994E4}"/>
          </ac:spMkLst>
        </pc:spChg>
        <pc:spChg chg="mod">
          <ac:chgData name="Zheng Fei" userId="d19317889db4c986" providerId="LiveId" clId="{45DF4AD5-9C6A-484A-80EE-EA4D9174ED56}" dt="2022-05-23T12:28:28.627" v="211" actId="20577"/>
          <ac:spMkLst>
            <pc:docMk/>
            <pc:sldMk cId="3233283572" sldId="412"/>
            <ac:spMk id="3" creationId="{AF0964D1-11E1-10CF-1FD4-561E5DABBFE9}"/>
          </ac:spMkLst>
        </pc:spChg>
      </pc:sldChg>
      <pc:sldChg chg="addSp delSp modSp add mod">
        <pc:chgData name="Zheng Fei" userId="d19317889db4c986" providerId="LiveId" clId="{45DF4AD5-9C6A-484A-80EE-EA4D9174ED56}" dt="2022-05-23T13:32:44.406" v="814" actId="167"/>
        <pc:sldMkLst>
          <pc:docMk/>
          <pc:sldMk cId="2143558873" sldId="413"/>
        </pc:sldMkLst>
        <pc:spChg chg="add mod">
          <ac:chgData name="Zheng Fei" userId="d19317889db4c986" providerId="LiveId" clId="{45DF4AD5-9C6A-484A-80EE-EA4D9174ED56}" dt="2022-05-23T12:39:04.182" v="422" actId="167"/>
          <ac:spMkLst>
            <pc:docMk/>
            <pc:sldMk cId="2143558873" sldId="413"/>
            <ac:spMk id="3" creationId="{EFE00AAA-8230-BA09-40C6-2AEB1EF88914}"/>
          </ac:spMkLst>
        </pc:spChg>
        <pc:spChg chg="mod">
          <ac:chgData name="Zheng Fei" userId="d19317889db4c986" providerId="LiveId" clId="{45DF4AD5-9C6A-484A-80EE-EA4D9174ED56}" dt="2022-05-23T13:32:44.406" v="814" actId="167"/>
          <ac:spMkLst>
            <pc:docMk/>
            <pc:sldMk cId="2143558873" sldId="413"/>
            <ac:spMk id="4" creationId="{94122086-8B36-9DC7-8611-CB1AEE1CA682}"/>
          </ac:spMkLst>
        </pc:spChg>
        <pc:graphicFrameChg chg="add mod modGraphic">
          <ac:chgData name="Zheng Fei" userId="d19317889db4c986" providerId="LiveId" clId="{45DF4AD5-9C6A-484A-80EE-EA4D9174ED56}" dt="2022-05-23T12:40:13.371" v="449" actId="113"/>
          <ac:graphicFrameMkLst>
            <pc:docMk/>
            <pc:sldMk cId="2143558873" sldId="413"/>
            <ac:graphicFrameMk id="2" creationId="{A3699759-089C-4307-E574-353C277EA29F}"/>
          </ac:graphicFrameMkLst>
        </pc:graphicFrameChg>
        <pc:picChg chg="del mod">
          <ac:chgData name="Zheng Fei" userId="d19317889db4c986" providerId="LiveId" clId="{45DF4AD5-9C6A-484A-80EE-EA4D9174ED56}" dt="2022-05-23T12:38:43.891" v="418" actId="478"/>
          <ac:picMkLst>
            <pc:docMk/>
            <pc:sldMk cId="2143558873" sldId="413"/>
            <ac:picMk id="6" creationId="{5203B147-7E67-A764-6530-AB7DBABAD2ED}"/>
          </ac:picMkLst>
        </pc:picChg>
      </pc:sldChg>
      <pc:sldChg chg="addSp modSp add mod">
        <pc:chgData name="Zheng Fei" userId="d19317889db4c986" providerId="LiveId" clId="{45DF4AD5-9C6A-484A-80EE-EA4D9174ED56}" dt="2022-05-23T13:13:03.321" v="632" actId="1076"/>
        <pc:sldMkLst>
          <pc:docMk/>
          <pc:sldMk cId="2483495714" sldId="414"/>
        </pc:sldMkLst>
        <pc:spChg chg="add mod">
          <ac:chgData name="Zheng Fei" userId="d19317889db4c986" providerId="LiveId" clId="{45DF4AD5-9C6A-484A-80EE-EA4D9174ED56}" dt="2022-05-23T13:13:03.321" v="632" actId="1076"/>
          <ac:spMkLst>
            <pc:docMk/>
            <pc:sldMk cId="2483495714" sldId="414"/>
            <ac:spMk id="3" creationId="{78EC0419-CC0C-1BD6-3C95-FAB45F584215}"/>
          </ac:spMkLst>
        </pc:spChg>
        <pc:spChg chg="mod">
          <ac:chgData name="Zheng Fei" userId="d19317889db4c986" providerId="LiveId" clId="{45DF4AD5-9C6A-484A-80EE-EA4D9174ED56}" dt="2022-05-23T13:12:28.011" v="626"/>
          <ac:spMkLst>
            <pc:docMk/>
            <pc:sldMk cId="2483495714" sldId="414"/>
            <ac:spMk id="4" creationId="{56101FCB-1030-32FB-62F4-1819AF7DBA76}"/>
          </ac:spMkLst>
        </pc:spChg>
      </pc:sldChg>
      <pc:sldChg chg="addSp delSp modSp add mod">
        <pc:chgData name="Zheng Fei" userId="d19317889db4c986" providerId="LiveId" clId="{45DF4AD5-9C6A-484A-80EE-EA4D9174ED56}" dt="2022-05-23T13:19:37.160" v="732"/>
        <pc:sldMkLst>
          <pc:docMk/>
          <pc:sldMk cId="2514811679" sldId="415"/>
        </pc:sldMkLst>
        <pc:spChg chg="mod">
          <ac:chgData name="Zheng Fei" userId="d19317889db4c986" providerId="LiveId" clId="{45DF4AD5-9C6A-484A-80EE-EA4D9174ED56}" dt="2022-05-23T13:19:37.160" v="732"/>
          <ac:spMkLst>
            <pc:docMk/>
            <pc:sldMk cId="2514811679" sldId="415"/>
            <ac:spMk id="3" creationId="{9C2D52B2-DE1C-FD0E-0FEC-75E26987E1B2}"/>
          </ac:spMkLst>
        </pc:spChg>
        <pc:spChg chg="add del mod">
          <ac:chgData name="Zheng Fei" userId="d19317889db4c986" providerId="LiveId" clId="{45DF4AD5-9C6A-484A-80EE-EA4D9174ED56}" dt="2022-05-23T13:18:31.943" v="727"/>
          <ac:spMkLst>
            <pc:docMk/>
            <pc:sldMk cId="2514811679" sldId="415"/>
            <ac:spMk id="4" creationId="{8CFF28C4-27C1-DFE8-112E-242F9358FCF5}"/>
          </ac:spMkLst>
        </pc:spChg>
      </pc:sldChg>
      <pc:sldChg chg="addSp modSp add mod modAnim">
        <pc:chgData name="Zheng Fei" userId="d19317889db4c986" providerId="LiveId" clId="{45DF4AD5-9C6A-484A-80EE-EA4D9174ED56}" dt="2022-05-23T13:38:43.137" v="1038" actId="1076"/>
        <pc:sldMkLst>
          <pc:docMk/>
          <pc:sldMk cId="867047197" sldId="416"/>
        </pc:sldMkLst>
        <pc:spChg chg="add mod">
          <ac:chgData name="Zheng Fei" userId="d19317889db4c986" providerId="LiveId" clId="{45DF4AD5-9C6A-484A-80EE-EA4D9174ED56}" dt="2022-05-23T13:38:43.137" v="1038" actId="1076"/>
          <ac:spMkLst>
            <pc:docMk/>
            <pc:sldMk cId="867047197" sldId="416"/>
            <ac:spMk id="2" creationId="{3A67ED50-435D-E720-2BD7-B7E1EF99770F}"/>
          </ac:spMkLst>
        </pc:spChg>
        <pc:spChg chg="add mod">
          <ac:chgData name="Zheng Fei" userId="d19317889db4c986" providerId="LiveId" clId="{45DF4AD5-9C6A-484A-80EE-EA4D9174ED56}" dt="2022-05-23T13:32:56.503" v="816" actId="1076"/>
          <ac:spMkLst>
            <pc:docMk/>
            <pc:sldMk cId="867047197" sldId="416"/>
            <ac:spMk id="7" creationId="{4276B501-8629-E31F-47BB-BBDAA232E98A}"/>
          </ac:spMkLst>
        </pc:spChg>
        <pc:spChg chg="mod">
          <ac:chgData name="Zheng Fei" userId="d19317889db4c986" providerId="LiveId" clId="{45DF4AD5-9C6A-484A-80EE-EA4D9174ED56}" dt="2022-05-23T13:33:12.606" v="838" actId="1035"/>
          <ac:spMkLst>
            <pc:docMk/>
            <pc:sldMk cId="867047197" sldId="416"/>
            <ac:spMk id="9" creationId="{A2A32693-FA85-46ED-9F52-424F364119E5}"/>
          </ac:spMkLst>
        </pc:spChg>
        <pc:spChg chg="mod">
          <ac:chgData name="Zheng Fei" userId="d19317889db4c986" providerId="LiveId" clId="{45DF4AD5-9C6A-484A-80EE-EA4D9174ED56}" dt="2022-05-23T13:33:12.606" v="838" actId="1035"/>
          <ac:spMkLst>
            <pc:docMk/>
            <pc:sldMk cId="867047197" sldId="416"/>
            <ac:spMk id="61444" creationId="{601F1377-4EC1-A648-9D08-93B0CEF44388}"/>
          </ac:spMkLst>
        </pc:spChg>
        <pc:spChg chg="mod">
          <ac:chgData name="Zheng Fei" userId="d19317889db4c986" providerId="LiveId" clId="{45DF4AD5-9C6A-484A-80EE-EA4D9174ED56}" dt="2022-05-23T13:32:59.289" v="817" actId="179"/>
          <ac:spMkLst>
            <pc:docMk/>
            <pc:sldMk cId="867047197" sldId="416"/>
            <ac:spMk id="61445" creationId="{D75E15BB-A7A5-2C46-90D2-B9B92ACCDED9}"/>
          </ac:spMkLst>
        </pc:spChg>
        <pc:spChg chg="mod">
          <ac:chgData name="Zheng Fei" userId="d19317889db4c986" providerId="LiveId" clId="{45DF4AD5-9C6A-484A-80EE-EA4D9174ED56}" dt="2022-05-23T13:33:16.822" v="849" actId="1035"/>
          <ac:spMkLst>
            <pc:docMk/>
            <pc:sldMk cId="867047197" sldId="416"/>
            <ac:spMk id="61446" creationId="{3CA5D0EF-1412-D449-86E5-3BEFAEB9289A}"/>
          </ac:spMkLst>
        </pc:spChg>
        <pc:graphicFrameChg chg="add mod">
          <ac:chgData name="Zheng Fei" userId="d19317889db4c986" providerId="LiveId" clId="{45DF4AD5-9C6A-484A-80EE-EA4D9174ED56}" dt="2022-05-23T13:33:44.310" v="860" actId="1035"/>
          <ac:graphicFrameMkLst>
            <pc:docMk/>
            <pc:sldMk cId="867047197" sldId="416"/>
            <ac:graphicFrameMk id="8" creationId="{91FD2449-4CBB-BA71-41EA-A1DF6CE4C6CF}"/>
          </ac:graphicFrameMkLst>
        </pc:graphicFrameChg>
      </pc:sldChg>
      <pc:sldChg chg="add del">
        <pc:chgData name="Zheng Fei" userId="d19317889db4c986" providerId="LiveId" clId="{45DF4AD5-9C6A-484A-80EE-EA4D9174ED56}" dt="2022-05-23T13:27:55.860" v="748" actId="2696"/>
        <pc:sldMkLst>
          <pc:docMk/>
          <pc:sldMk cId="3533553745" sldId="416"/>
        </pc:sldMkLst>
      </pc:sldChg>
      <pc:sldChg chg="new del">
        <pc:chgData name="Zheng Fei" userId="d19317889db4c986" providerId="LiveId" clId="{45DF4AD5-9C6A-484A-80EE-EA4D9174ED56}" dt="2022-05-23T13:39:47.488" v="1041" actId="2696"/>
        <pc:sldMkLst>
          <pc:docMk/>
          <pc:sldMk cId="4110393865" sldId="417"/>
        </pc:sldMkLst>
      </pc:sldChg>
      <pc:sldChg chg="add">
        <pc:chgData name="Zheng Fei" userId="d19317889db4c986" providerId="LiveId" clId="{45DF4AD5-9C6A-484A-80EE-EA4D9174ED56}" dt="2022-05-23T13:39:43.904" v="1040"/>
        <pc:sldMkLst>
          <pc:docMk/>
          <pc:sldMk cId="1350384850" sldId="428"/>
        </pc:sldMkLst>
      </pc:sldChg>
      <pc:sldChg chg="delSp add mod">
        <pc:chgData name="Zheng Fei" userId="d19317889db4c986" providerId="LiveId" clId="{45DF4AD5-9C6A-484A-80EE-EA4D9174ED56}" dt="2022-05-23T13:39:55.054" v="1042" actId="478"/>
        <pc:sldMkLst>
          <pc:docMk/>
          <pc:sldMk cId="1551269373" sldId="429"/>
        </pc:sldMkLst>
        <pc:spChg chg="del">
          <ac:chgData name="Zheng Fei" userId="d19317889db4c986" providerId="LiveId" clId="{45DF4AD5-9C6A-484A-80EE-EA4D9174ED56}" dt="2022-05-23T13:39:55.054" v="1042" actId="478"/>
          <ac:spMkLst>
            <pc:docMk/>
            <pc:sldMk cId="1551269373" sldId="429"/>
            <ac:spMk id="6" creationId="{1087AB2E-4026-826A-A958-0BFAD950C8AB}"/>
          </ac:spMkLst>
        </pc:spChg>
      </pc:sldChg>
      <pc:sldChg chg="delSp modSp add mod">
        <pc:chgData name="Zheng Fei" userId="d19317889db4c986" providerId="LiveId" clId="{45DF4AD5-9C6A-484A-80EE-EA4D9174ED56}" dt="2022-05-23T13:41:13.999" v="1152" actId="1076"/>
        <pc:sldMkLst>
          <pc:docMk/>
          <pc:sldMk cId="3355953997" sldId="430"/>
        </pc:sldMkLst>
        <pc:spChg chg="del">
          <ac:chgData name="Zheng Fei" userId="d19317889db4c986" providerId="LiveId" clId="{45DF4AD5-9C6A-484A-80EE-EA4D9174ED56}" dt="2022-05-23T13:40:44.753" v="1094" actId="478"/>
          <ac:spMkLst>
            <pc:docMk/>
            <pc:sldMk cId="3355953997" sldId="430"/>
            <ac:spMk id="9" creationId="{A2A32693-FA85-46ED-9F52-424F364119E5}"/>
          </ac:spMkLst>
        </pc:spChg>
        <pc:spChg chg="mod">
          <ac:chgData name="Zheng Fei" userId="d19317889db4c986" providerId="LiveId" clId="{45DF4AD5-9C6A-484A-80EE-EA4D9174ED56}" dt="2022-05-23T13:41:09.930" v="1151" actId="14100"/>
          <ac:spMkLst>
            <pc:docMk/>
            <pc:sldMk cId="3355953997" sldId="430"/>
            <ac:spMk id="61442" creationId="{9979D594-9100-0446-A19F-7140E5533581}"/>
          </ac:spMkLst>
        </pc:spChg>
        <pc:spChg chg="mod">
          <ac:chgData name="Zheng Fei" userId="d19317889db4c986" providerId="LiveId" clId="{45DF4AD5-9C6A-484A-80EE-EA4D9174ED56}" dt="2022-05-23T13:41:13.999" v="1152" actId="1076"/>
          <ac:spMkLst>
            <pc:docMk/>
            <pc:sldMk cId="3355953997" sldId="430"/>
            <ac:spMk id="61444" creationId="{601F1377-4EC1-A648-9D08-93B0CEF44388}"/>
          </ac:spMkLst>
        </pc:spChg>
        <pc:spChg chg="del">
          <ac:chgData name="Zheng Fei" userId="d19317889db4c986" providerId="LiveId" clId="{45DF4AD5-9C6A-484A-80EE-EA4D9174ED56}" dt="2022-05-23T13:40:43.943" v="1093" actId="478"/>
          <ac:spMkLst>
            <pc:docMk/>
            <pc:sldMk cId="3355953997" sldId="430"/>
            <ac:spMk id="61445" creationId="{D75E15BB-A7A5-2C46-90D2-B9B92ACCDED9}"/>
          </ac:spMkLst>
        </pc:spChg>
        <pc:spChg chg="mod">
          <ac:chgData name="Zheng Fei" userId="d19317889db4c986" providerId="LiveId" clId="{45DF4AD5-9C6A-484A-80EE-EA4D9174ED56}" dt="2022-05-23T13:41:05.155" v="1150" actId="20577"/>
          <ac:spMkLst>
            <pc:docMk/>
            <pc:sldMk cId="3355953997" sldId="430"/>
            <ac:spMk id="61446" creationId="{3CA5D0EF-1412-D449-86E5-3BEFAEB9289A}"/>
          </ac:spMkLst>
        </pc:spChg>
      </pc:sldChg>
      <pc:sldChg chg="addSp delSp modSp add mod">
        <pc:chgData name="Zheng Fei" userId="d19317889db4c986" providerId="LiveId" clId="{45DF4AD5-9C6A-484A-80EE-EA4D9174ED56}" dt="2022-05-23T14:27:54.014" v="1385" actId="20577"/>
        <pc:sldMkLst>
          <pc:docMk/>
          <pc:sldMk cId="1888292715" sldId="431"/>
        </pc:sldMkLst>
        <pc:spChg chg="del">
          <ac:chgData name="Zheng Fei" userId="d19317889db4c986" providerId="LiveId" clId="{45DF4AD5-9C6A-484A-80EE-EA4D9174ED56}" dt="2022-05-23T13:43:26.808" v="1178" actId="478"/>
          <ac:spMkLst>
            <pc:docMk/>
            <pc:sldMk cId="1888292715" sldId="431"/>
            <ac:spMk id="3" creationId="{F24BA370-3E52-0624-2F77-C75EF3EA35E3}"/>
          </ac:spMkLst>
        </pc:spChg>
        <pc:spChg chg="del">
          <ac:chgData name="Zheng Fei" userId="d19317889db4c986" providerId="LiveId" clId="{45DF4AD5-9C6A-484A-80EE-EA4D9174ED56}" dt="2022-05-23T13:44:11.880" v="1180" actId="478"/>
          <ac:spMkLst>
            <pc:docMk/>
            <pc:sldMk cId="1888292715" sldId="431"/>
            <ac:spMk id="4" creationId="{170B6785-417A-11DE-E61A-9D9A98EBF4CD}"/>
          </ac:spMkLst>
        </pc:spChg>
        <pc:spChg chg="mod">
          <ac:chgData name="Zheng Fei" userId="d19317889db4c986" providerId="LiveId" clId="{45DF4AD5-9C6A-484A-80EE-EA4D9174ED56}" dt="2022-05-23T14:27:54.014" v="1385" actId="20577"/>
          <ac:spMkLst>
            <pc:docMk/>
            <pc:sldMk cId="1888292715" sldId="431"/>
            <ac:spMk id="5" creationId="{405922E4-8D9D-2AFF-27F8-F04E74295AD8}"/>
          </ac:spMkLst>
        </pc:spChg>
        <pc:spChg chg="add del mod">
          <ac:chgData name="Zheng Fei" userId="d19317889db4c986" providerId="LiveId" clId="{45DF4AD5-9C6A-484A-80EE-EA4D9174ED56}" dt="2022-05-23T13:43:29.131" v="1179" actId="478"/>
          <ac:spMkLst>
            <pc:docMk/>
            <pc:sldMk cId="1888292715" sldId="431"/>
            <ac:spMk id="6" creationId="{0A1528B3-7A1E-35ED-539F-E8C08CEB4737}"/>
          </ac:spMkLst>
        </pc:spChg>
        <pc:spChg chg="add mod">
          <ac:chgData name="Zheng Fei" userId="d19317889db4c986" providerId="LiveId" clId="{45DF4AD5-9C6A-484A-80EE-EA4D9174ED56}" dt="2022-05-23T14:14:54.486" v="1278" actId="20577"/>
          <ac:spMkLst>
            <pc:docMk/>
            <pc:sldMk cId="1888292715" sldId="431"/>
            <ac:spMk id="7" creationId="{9829FC2A-B3CC-7043-A7DE-B90837E66598}"/>
          </ac:spMkLst>
        </pc:spChg>
      </pc:sldChg>
      <pc:sldChg chg="addSp delSp modSp new mod setBg">
        <pc:chgData name="Zheng Fei" userId="d19317889db4c986" providerId="LiveId" clId="{45DF4AD5-9C6A-484A-80EE-EA4D9174ED56}" dt="2022-05-23T14:00:39.335" v="1192" actId="26606"/>
        <pc:sldMkLst>
          <pc:docMk/>
          <pc:sldMk cId="281949815" sldId="432"/>
        </pc:sldMkLst>
        <pc:spChg chg="del">
          <ac:chgData name="Zheng Fei" userId="d19317889db4c986" providerId="LiveId" clId="{45DF4AD5-9C6A-484A-80EE-EA4D9174ED56}" dt="2022-05-23T14:00:11.056" v="1182" actId="478"/>
          <ac:spMkLst>
            <pc:docMk/>
            <pc:sldMk cId="281949815" sldId="432"/>
            <ac:spMk id="2" creationId="{49CF1C0D-E5F8-0CFF-2298-A6A316069248}"/>
          </ac:spMkLst>
        </pc:spChg>
        <pc:spChg chg="del">
          <ac:chgData name="Zheng Fei" userId="d19317889db4c986" providerId="LiveId" clId="{45DF4AD5-9C6A-484A-80EE-EA4D9174ED56}" dt="2022-05-23T14:00:12.150" v="1183" actId="478"/>
          <ac:spMkLst>
            <pc:docMk/>
            <pc:sldMk cId="281949815" sldId="432"/>
            <ac:spMk id="3" creationId="{E99B32B0-9852-377B-789C-63F9FFDABEBE}"/>
          </ac:spMkLst>
        </pc:spChg>
        <pc:spChg chg="add del">
          <ac:chgData name="Zheng Fei" userId="d19317889db4c986" providerId="LiveId" clId="{45DF4AD5-9C6A-484A-80EE-EA4D9174ED56}" dt="2022-05-23T14:00:39.334" v="1191" actId="26606"/>
          <ac:spMkLst>
            <pc:docMk/>
            <pc:sldMk cId="281949815" sldId="432"/>
            <ac:spMk id="7" creationId="{F3060C83-F051-4F0E-ABAD-AA0DFC48B218}"/>
          </ac:spMkLst>
        </pc:spChg>
        <pc:spChg chg="add del">
          <ac:chgData name="Zheng Fei" userId="d19317889db4c986" providerId="LiveId" clId="{45DF4AD5-9C6A-484A-80EE-EA4D9174ED56}" dt="2022-05-23T14:00:39.334" v="1191" actId="26606"/>
          <ac:spMkLst>
            <pc:docMk/>
            <pc:sldMk cId="281949815" sldId="432"/>
            <ac:spMk id="8" creationId="{83C98ABE-055B-441F-B07E-44F97F083C39}"/>
          </ac:spMkLst>
        </pc:spChg>
        <pc:spChg chg="add del">
          <ac:chgData name="Zheng Fei" userId="d19317889db4c986" providerId="LiveId" clId="{45DF4AD5-9C6A-484A-80EE-EA4D9174ED56}" dt="2022-05-23T14:00:39.334" v="1191" actId="26606"/>
          <ac:spMkLst>
            <pc:docMk/>
            <pc:sldMk cId="281949815" sldId="432"/>
            <ac:spMk id="9" creationId="{3783CA14-24A1-485C-8B30-D6A5D87987AD}"/>
          </ac:spMkLst>
        </pc:spChg>
        <pc:spChg chg="add del">
          <ac:chgData name="Zheng Fei" userId="d19317889db4c986" providerId="LiveId" clId="{45DF4AD5-9C6A-484A-80EE-EA4D9174ED56}" dt="2022-05-23T14:00:37.355" v="1187" actId="26606"/>
          <ac:spMkLst>
            <pc:docMk/>
            <pc:sldMk cId="281949815" sldId="432"/>
            <ac:spMk id="10" creationId="{0D1D8088-559A-46A5-A801-CDF0B9476BED}"/>
          </ac:spMkLst>
        </pc:spChg>
        <pc:spChg chg="add del">
          <ac:chgData name="Zheng Fei" userId="d19317889db4c986" providerId="LiveId" clId="{45DF4AD5-9C6A-484A-80EE-EA4D9174ED56}" dt="2022-05-23T14:00:39.334" v="1191" actId="26606"/>
          <ac:spMkLst>
            <pc:docMk/>
            <pc:sldMk cId="281949815" sldId="432"/>
            <ac:spMk id="14" creationId="{29FDB030-9B49-4CED-8CCD-4D99382388AC}"/>
          </ac:spMkLst>
        </pc:spChg>
        <pc:spChg chg="add del">
          <ac:chgData name="Zheng Fei" userId="d19317889db4c986" providerId="LiveId" clId="{45DF4AD5-9C6A-484A-80EE-EA4D9174ED56}" dt="2022-05-23T14:00:37.355" v="1187" actId="26606"/>
          <ac:spMkLst>
            <pc:docMk/>
            <pc:sldMk cId="281949815" sldId="432"/>
            <ac:spMk id="16" creationId="{3776B14B-F2F4-4825-8DA8-8C7A0F2B3960}"/>
          </ac:spMkLst>
        </pc:spChg>
        <pc:spChg chg="add del">
          <ac:chgData name="Zheng Fei" userId="d19317889db4c986" providerId="LiveId" clId="{45DF4AD5-9C6A-484A-80EE-EA4D9174ED56}" dt="2022-05-23T14:00:39.334" v="1191" actId="26606"/>
          <ac:spMkLst>
            <pc:docMk/>
            <pc:sldMk cId="281949815" sldId="432"/>
            <ac:spMk id="18" creationId="{9A97C86A-04D6-40F7-AE84-31AB43E6A846}"/>
          </ac:spMkLst>
        </pc:spChg>
        <pc:spChg chg="add del">
          <ac:chgData name="Zheng Fei" userId="d19317889db4c986" providerId="LiveId" clId="{45DF4AD5-9C6A-484A-80EE-EA4D9174ED56}" dt="2022-05-23T14:00:39.334" v="1191" actId="26606"/>
          <ac:spMkLst>
            <pc:docMk/>
            <pc:sldMk cId="281949815" sldId="432"/>
            <ac:spMk id="20" creationId="{FF9F2414-84E8-453E-B1F3-389FDE8192D9}"/>
          </ac:spMkLst>
        </pc:spChg>
        <pc:spChg chg="add del">
          <ac:chgData name="Zheng Fei" userId="d19317889db4c986" providerId="LiveId" clId="{45DF4AD5-9C6A-484A-80EE-EA4D9174ED56}" dt="2022-05-23T14:00:39.334" v="1191" actId="26606"/>
          <ac:spMkLst>
            <pc:docMk/>
            <pc:sldMk cId="281949815" sldId="432"/>
            <ac:spMk id="22" creationId="{3ECA69A1-7536-43AC-85EF-C7106179F5ED}"/>
          </ac:spMkLst>
        </pc:spChg>
        <pc:grpChg chg="add del">
          <ac:chgData name="Zheng Fei" userId="d19317889db4c986" providerId="LiveId" clId="{45DF4AD5-9C6A-484A-80EE-EA4D9174ED56}" dt="2022-05-23T14:00:37.355" v="1187" actId="26606"/>
          <ac:grpSpMkLst>
            <pc:docMk/>
            <pc:sldMk cId="281949815" sldId="432"/>
            <ac:grpSpMk id="12" creationId="{83E2E96F-17F7-4C8C-BDF1-6BB90A0C1D7F}"/>
          </ac:grpSpMkLst>
        </pc:grpChg>
        <pc:picChg chg="add mod">
          <ac:chgData name="Zheng Fei" userId="d19317889db4c986" providerId="LiveId" clId="{45DF4AD5-9C6A-484A-80EE-EA4D9174ED56}" dt="2022-05-23T14:00:39.335" v="1192" actId="26606"/>
          <ac:picMkLst>
            <pc:docMk/>
            <pc:sldMk cId="281949815" sldId="432"/>
            <ac:picMk id="5" creationId="{85C0B2EB-FB46-6F86-62A9-ADEC2FCE478B}"/>
          </ac:picMkLst>
        </pc:picChg>
      </pc:sldChg>
      <pc:sldChg chg="addSp delSp modSp new mod">
        <pc:chgData name="Zheng Fei" userId="d19317889db4c986" providerId="LiveId" clId="{45DF4AD5-9C6A-484A-80EE-EA4D9174ED56}" dt="2022-05-23T14:01:58.557" v="1208" actId="1076"/>
        <pc:sldMkLst>
          <pc:docMk/>
          <pc:sldMk cId="1719930304" sldId="433"/>
        </pc:sldMkLst>
        <pc:spChg chg="del">
          <ac:chgData name="Zheng Fei" userId="d19317889db4c986" providerId="LiveId" clId="{45DF4AD5-9C6A-484A-80EE-EA4D9174ED56}" dt="2022-05-23T14:00:54.956" v="1194" actId="478"/>
          <ac:spMkLst>
            <pc:docMk/>
            <pc:sldMk cId="1719930304" sldId="433"/>
            <ac:spMk id="2" creationId="{0BB348C9-915D-D11D-E60D-49627208E0FC}"/>
          </ac:spMkLst>
        </pc:spChg>
        <pc:spChg chg="del">
          <ac:chgData name="Zheng Fei" userId="d19317889db4c986" providerId="LiveId" clId="{45DF4AD5-9C6A-484A-80EE-EA4D9174ED56}" dt="2022-05-23T14:00:55.947" v="1195" actId="478"/>
          <ac:spMkLst>
            <pc:docMk/>
            <pc:sldMk cId="1719930304" sldId="433"/>
            <ac:spMk id="3" creationId="{47333001-5307-F96A-4878-44B744B2E73C}"/>
          </ac:spMkLst>
        </pc:spChg>
        <pc:picChg chg="add mod modCrop">
          <ac:chgData name="Zheng Fei" userId="d19317889db4c986" providerId="LiveId" clId="{45DF4AD5-9C6A-484A-80EE-EA4D9174ED56}" dt="2022-05-23T14:01:58.557" v="1208" actId="1076"/>
          <ac:picMkLst>
            <pc:docMk/>
            <pc:sldMk cId="1719930304" sldId="433"/>
            <ac:picMk id="5" creationId="{0178CA3B-0C66-4A7C-2BE3-782CE37E411C}"/>
          </ac:picMkLst>
        </pc:picChg>
        <pc:picChg chg="add mod">
          <ac:chgData name="Zheng Fei" userId="d19317889db4c986" providerId="LiveId" clId="{45DF4AD5-9C6A-484A-80EE-EA4D9174ED56}" dt="2022-05-23T14:01:55.218" v="1207" actId="1076"/>
          <ac:picMkLst>
            <pc:docMk/>
            <pc:sldMk cId="1719930304" sldId="433"/>
            <ac:picMk id="7" creationId="{8983B368-31B6-9219-3974-F13E685CF8D3}"/>
          </ac:picMkLst>
        </pc:picChg>
      </pc:sldChg>
      <pc:sldChg chg="add del">
        <pc:chgData name="Zheng Fei" userId="d19317889db4c986" providerId="LiveId" clId="{45DF4AD5-9C6A-484A-80EE-EA4D9174ED56}" dt="2022-05-23T14:14:12.855" v="1255" actId="2696"/>
        <pc:sldMkLst>
          <pc:docMk/>
          <pc:sldMk cId="2423694956" sldId="434"/>
        </pc:sldMkLst>
      </pc:sldChg>
      <pc:sldChg chg="add del">
        <pc:chgData name="Zheng Fei" userId="d19317889db4c986" providerId="LiveId" clId="{45DF4AD5-9C6A-484A-80EE-EA4D9174ED56}" dt="2022-05-23T14:09:17.293" v="1210" actId="2696"/>
        <pc:sldMkLst>
          <pc:docMk/>
          <pc:sldMk cId="2510892473" sldId="434"/>
        </pc:sldMkLst>
      </pc:sldChg>
      <pc:sldChg chg="addSp modSp add mod">
        <pc:chgData name="Zheng Fei" userId="d19317889db4c986" providerId="LiveId" clId="{45DF4AD5-9C6A-484A-80EE-EA4D9174ED56}" dt="2022-05-23T14:15:59.256" v="1310" actId="1076"/>
        <pc:sldMkLst>
          <pc:docMk/>
          <pc:sldMk cId="1171882595" sldId="435"/>
        </pc:sldMkLst>
        <pc:spChg chg="mod">
          <ac:chgData name="Zheng Fei" userId="d19317889db4c986" providerId="LiveId" clId="{45DF4AD5-9C6A-484A-80EE-EA4D9174ED56}" dt="2022-05-23T14:15:59.256" v="1310" actId="1076"/>
          <ac:spMkLst>
            <pc:docMk/>
            <pc:sldMk cId="1171882595" sldId="435"/>
            <ac:spMk id="3" creationId="{2F844906-05F1-87FE-9B4D-735A13034A14}"/>
          </ac:spMkLst>
        </pc:spChg>
        <pc:spChg chg="add mod">
          <ac:chgData name="Zheng Fei" userId="d19317889db4c986" providerId="LiveId" clId="{45DF4AD5-9C6A-484A-80EE-EA4D9174ED56}" dt="2022-05-23T14:15:57.137" v="1309" actId="1076"/>
          <ac:spMkLst>
            <pc:docMk/>
            <pc:sldMk cId="1171882595" sldId="435"/>
            <ac:spMk id="4" creationId="{B4166374-D299-4C83-712A-B65637C78DDD}"/>
          </ac:spMkLst>
        </pc:spChg>
      </pc:sldChg>
      <pc:sldChg chg="addSp delSp modSp add mod">
        <pc:chgData name="Zheng Fei" userId="d19317889db4c986" providerId="LiveId" clId="{45DF4AD5-9C6A-484A-80EE-EA4D9174ED56}" dt="2022-05-23T14:16:01.344" v="1311"/>
        <pc:sldMkLst>
          <pc:docMk/>
          <pc:sldMk cId="360062277" sldId="436"/>
        </pc:sldMkLst>
        <pc:spChg chg="mod">
          <ac:chgData name="Zheng Fei" userId="d19317889db4c986" providerId="LiveId" clId="{45DF4AD5-9C6A-484A-80EE-EA4D9174ED56}" dt="2022-05-23T14:12:19.283" v="1242" actId="20577"/>
          <ac:spMkLst>
            <pc:docMk/>
            <pc:sldMk cId="360062277" sldId="436"/>
            <ac:spMk id="4" creationId="{24AAB5E0-E891-15FC-03E0-585F8C68753A}"/>
          </ac:spMkLst>
        </pc:spChg>
        <pc:spChg chg="add mod">
          <ac:chgData name="Zheng Fei" userId="d19317889db4c986" providerId="LiveId" clId="{45DF4AD5-9C6A-484A-80EE-EA4D9174ED56}" dt="2022-05-23T14:16:01.344" v="1311"/>
          <ac:spMkLst>
            <pc:docMk/>
            <pc:sldMk cId="360062277" sldId="436"/>
            <ac:spMk id="10" creationId="{5DA1289A-EA1D-D34E-0BDF-8C7F73A59E7F}"/>
          </ac:spMkLst>
        </pc:spChg>
        <pc:picChg chg="del">
          <ac:chgData name="Zheng Fei" userId="d19317889db4c986" providerId="LiveId" clId="{45DF4AD5-9C6A-484A-80EE-EA4D9174ED56}" dt="2022-05-23T14:11:56.964" v="1233" actId="478"/>
          <ac:picMkLst>
            <pc:docMk/>
            <pc:sldMk cId="360062277" sldId="436"/>
            <ac:picMk id="6" creationId="{6B4D722A-8AB7-AEB9-FE57-06CF7127ABA0}"/>
          </ac:picMkLst>
        </pc:picChg>
        <pc:picChg chg="del">
          <ac:chgData name="Zheng Fei" userId="d19317889db4c986" providerId="LiveId" clId="{45DF4AD5-9C6A-484A-80EE-EA4D9174ED56}" dt="2022-05-23T14:11:58.917" v="1235" actId="478"/>
          <ac:picMkLst>
            <pc:docMk/>
            <pc:sldMk cId="360062277" sldId="436"/>
            <ac:picMk id="7" creationId="{3AFE8722-50D7-1A99-A020-675B122A55A7}"/>
          </ac:picMkLst>
        </pc:picChg>
        <pc:picChg chg="del">
          <ac:chgData name="Zheng Fei" userId="d19317889db4c986" providerId="LiveId" clId="{45DF4AD5-9C6A-484A-80EE-EA4D9174ED56}" dt="2022-05-23T14:11:57.946" v="1234" actId="478"/>
          <ac:picMkLst>
            <pc:docMk/>
            <pc:sldMk cId="360062277" sldId="436"/>
            <ac:picMk id="8" creationId="{7946114C-BA6A-FA89-8443-0ED7DABFBD1E}"/>
          </ac:picMkLst>
        </pc:picChg>
        <pc:picChg chg="del">
          <ac:chgData name="Zheng Fei" userId="d19317889db4c986" providerId="LiveId" clId="{45DF4AD5-9C6A-484A-80EE-EA4D9174ED56}" dt="2022-05-23T14:11:55.990" v="1232" actId="478"/>
          <ac:picMkLst>
            <pc:docMk/>
            <pc:sldMk cId="360062277" sldId="436"/>
            <ac:picMk id="9" creationId="{41F25B7B-7A41-8C58-DA02-A15F53360928}"/>
          </ac:picMkLst>
        </pc:picChg>
      </pc:sldChg>
      <pc:sldChg chg="addSp delSp modSp add mod">
        <pc:chgData name="Zheng Fei" userId="d19317889db4c986" providerId="LiveId" clId="{45DF4AD5-9C6A-484A-80EE-EA4D9174ED56}" dt="2022-05-23T14:32:41.896" v="1422" actId="20577"/>
        <pc:sldMkLst>
          <pc:docMk/>
          <pc:sldMk cId="1501252830" sldId="437"/>
        </pc:sldMkLst>
        <pc:spChg chg="mod">
          <ac:chgData name="Zheng Fei" userId="d19317889db4c986" providerId="LiveId" clId="{45DF4AD5-9C6A-484A-80EE-EA4D9174ED56}" dt="2022-05-23T14:32:41.896" v="1422" actId="20577"/>
          <ac:spMkLst>
            <pc:docMk/>
            <pc:sldMk cId="1501252830" sldId="437"/>
            <ac:spMk id="4" creationId="{E6124144-AE99-DAC2-7AD8-76D0719E8185}"/>
          </ac:spMkLst>
        </pc:spChg>
        <pc:spChg chg="add mod">
          <ac:chgData name="Zheng Fei" userId="d19317889db4c986" providerId="LiveId" clId="{45DF4AD5-9C6A-484A-80EE-EA4D9174ED56}" dt="2022-05-23T14:16:25.683" v="1329" actId="20577"/>
          <ac:spMkLst>
            <pc:docMk/>
            <pc:sldMk cId="1501252830" sldId="437"/>
            <ac:spMk id="5" creationId="{43EFC579-04D3-0D2D-51AB-E42DE48242F2}"/>
          </ac:spMkLst>
        </pc:spChg>
        <pc:picChg chg="del">
          <ac:chgData name="Zheng Fei" userId="d19317889db4c986" providerId="LiveId" clId="{45DF4AD5-9C6A-484A-80EE-EA4D9174ED56}" dt="2022-05-23T14:32:13.793" v="1415" actId="478"/>
          <ac:picMkLst>
            <pc:docMk/>
            <pc:sldMk cId="1501252830" sldId="437"/>
            <ac:picMk id="6" creationId="{5D868FD2-2AAB-DBE2-4269-95ADBD6A5527}"/>
          </ac:picMkLst>
        </pc:picChg>
        <pc:picChg chg="del">
          <ac:chgData name="Zheng Fei" userId="d19317889db4c986" providerId="LiveId" clId="{45DF4AD5-9C6A-484A-80EE-EA4D9174ED56}" dt="2022-05-23T14:13:49.699" v="1254" actId="478"/>
          <ac:picMkLst>
            <pc:docMk/>
            <pc:sldMk cId="1501252830" sldId="437"/>
            <ac:picMk id="8" creationId="{6ABAAD05-0790-7832-F384-3A928A36F5A1}"/>
          </ac:picMkLst>
        </pc:picChg>
      </pc:sldChg>
      <pc:sldChg chg="modSp add mod">
        <pc:chgData name="Zheng Fei" userId="d19317889db4c986" providerId="LiveId" clId="{45DF4AD5-9C6A-484A-80EE-EA4D9174ED56}" dt="2022-05-23T14:17:12.584" v="1341" actId="1076"/>
        <pc:sldMkLst>
          <pc:docMk/>
          <pc:sldMk cId="490015169" sldId="438"/>
        </pc:sldMkLst>
        <pc:spChg chg="mod">
          <ac:chgData name="Zheng Fei" userId="d19317889db4c986" providerId="LiveId" clId="{45DF4AD5-9C6A-484A-80EE-EA4D9174ED56}" dt="2022-05-23T14:17:12.584" v="1341" actId="1076"/>
          <ac:spMkLst>
            <pc:docMk/>
            <pc:sldMk cId="490015169" sldId="438"/>
            <ac:spMk id="3" creationId="{EB565B5E-1F5F-A8B4-E885-99B5E93C4542}"/>
          </ac:spMkLst>
        </pc:spChg>
      </pc:sldChg>
      <pc:sldChg chg="add del">
        <pc:chgData name="Zheng Fei" userId="d19317889db4c986" providerId="LiveId" clId="{45DF4AD5-9C6A-484A-80EE-EA4D9174ED56}" dt="2022-05-23T14:15:47.854" v="1307" actId="2696"/>
        <pc:sldMkLst>
          <pc:docMk/>
          <pc:sldMk cId="3764055007" sldId="438"/>
        </pc:sldMkLst>
      </pc:sldChg>
      <pc:sldChg chg="addSp modSp add mod">
        <pc:chgData name="Zheng Fei" userId="d19317889db4c986" providerId="LiveId" clId="{45DF4AD5-9C6A-484A-80EE-EA4D9174ED56}" dt="2022-05-23T14:27:45.677" v="1383"/>
        <pc:sldMkLst>
          <pc:docMk/>
          <pc:sldMk cId="3794240120" sldId="439"/>
        </pc:sldMkLst>
        <pc:spChg chg="mod">
          <ac:chgData name="Zheng Fei" userId="d19317889db4c986" providerId="LiveId" clId="{45DF4AD5-9C6A-484A-80EE-EA4D9174ED56}" dt="2022-05-23T14:27:45.677" v="1383"/>
          <ac:spMkLst>
            <pc:docMk/>
            <pc:sldMk cId="3794240120" sldId="439"/>
            <ac:spMk id="4" creationId="{24AAB5E0-E891-15FC-03E0-585F8C68753A}"/>
          </ac:spMkLst>
        </pc:spChg>
        <pc:spChg chg="add mod">
          <ac:chgData name="Zheng Fei" userId="d19317889db4c986" providerId="LiveId" clId="{45DF4AD5-9C6A-484A-80EE-EA4D9174ED56}" dt="2022-05-23T14:27:14.343" v="1378" actId="1076"/>
          <ac:spMkLst>
            <pc:docMk/>
            <pc:sldMk cId="3794240120" sldId="439"/>
            <ac:spMk id="5" creationId="{E6B45466-ECCA-81E4-0769-7B1D11793604}"/>
          </ac:spMkLst>
        </pc:spChg>
        <pc:spChg chg="add mod">
          <ac:chgData name="Zheng Fei" userId="d19317889db4c986" providerId="LiveId" clId="{45DF4AD5-9C6A-484A-80EE-EA4D9174ED56}" dt="2022-05-23T14:27:20.003" v="1380" actId="1076"/>
          <ac:spMkLst>
            <pc:docMk/>
            <pc:sldMk cId="3794240120" sldId="439"/>
            <ac:spMk id="6" creationId="{7FDFD667-F360-A775-C263-443076E75B02}"/>
          </ac:spMkLst>
        </pc:spChg>
        <pc:spChg chg="add mod">
          <ac:chgData name="Zheng Fei" userId="d19317889db4c986" providerId="LiveId" clId="{45DF4AD5-9C6A-484A-80EE-EA4D9174ED56}" dt="2022-05-23T14:27:25.323" v="1382" actId="1076"/>
          <ac:spMkLst>
            <pc:docMk/>
            <pc:sldMk cId="3794240120" sldId="439"/>
            <ac:spMk id="7" creationId="{670C9E6D-AC13-0F84-7747-AF4AB0BAF392}"/>
          </ac:spMkLst>
        </pc:spChg>
      </pc:sldChg>
      <pc:sldChg chg="modSp add">
        <pc:chgData name="Zheng Fei" userId="d19317889db4c986" providerId="LiveId" clId="{45DF4AD5-9C6A-484A-80EE-EA4D9174ED56}" dt="2022-05-23T14:32:45.557" v="1423" actId="20577"/>
        <pc:sldMkLst>
          <pc:docMk/>
          <pc:sldMk cId="2482988229" sldId="440"/>
        </pc:sldMkLst>
        <pc:spChg chg="mod">
          <ac:chgData name="Zheng Fei" userId="d19317889db4c986" providerId="LiveId" clId="{45DF4AD5-9C6A-484A-80EE-EA4D9174ED56}" dt="2022-05-23T14:32:45.557" v="1423" actId="20577"/>
          <ac:spMkLst>
            <pc:docMk/>
            <pc:sldMk cId="2482988229" sldId="440"/>
            <ac:spMk id="4" creationId="{E6124144-AE99-DAC2-7AD8-76D0719E8185}"/>
          </ac:spMkLst>
        </pc:spChg>
      </pc:sldChg>
      <pc:sldChg chg="modSp add mod ord">
        <pc:chgData name="Zheng Fei" userId="d19317889db4c986" providerId="LiveId" clId="{45DF4AD5-9C6A-484A-80EE-EA4D9174ED56}" dt="2022-05-23T14:34:20.260" v="1439" actId="20578"/>
        <pc:sldMkLst>
          <pc:docMk/>
          <pc:sldMk cId="588134162" sldId="441"/>
        </pc:sldMkLst>
        <pc:spChg chg="mod">
          <ac:chgData name="Zheng Fei" userId="d19317889db4c986" providerId="LiveId" clId="{45DF4AD5-9C6A-484A-80EE-EA4D9174ED56}" dt="2022-05-23T14:34:16.471" v="1438" actId="255"/>
          <ac:spMkLst>
            <pc:docMk/>
            <pc:sldMk cId="588134162" sldId="441"/>
            <ac:spMk id="4" creationId="{527F980E-2CD7-E6CD-831D-20BF3E14B865}"/>
          </ac:spMkLst>
        </pc:spChg>
      </pc:sldChg>
      <pc:sldChg chg="add">
        <pc:chgData name="Zheng Fei" userId="d19317889db4c986" providerId="LiveId" clId="{45DF4AD5-9C6A-484A-80EE-EA4D9174ED56}" dt="2022-05-23T14:37:26.356" v="1444"/>
        <pc:sldMkLst>
          <pc:docMk/>
          <pc:sldMk cId="749143287" sldId="442"/>
        </pc:sldMkLst>
      </pc:sldChg>
      <pc:sldChg chg="add">
        <pc:chgData name="Zheng Fei" userId="d19317889db4c986" providerId="LiveId" clId="{45DF4AD5-9C6A-484A-80EE-EA4D9174ED56}" dt="2022-05-23T14:37:47.399" v="1446"/>
        <pc:sldMkLst>
          <pc:docMk/>
          <pc:sldMk cId="3494439301" sldId="443"/>
        </pc:sldMkLst>
      </pc:sldChg>
      <pc:sldChg chg="add del">
        <pc:chgData name="Zheng Fei" userId="d19317889db4c986" providerId="LiveId" clId="{45DF4AD5-9C6A-484A-80EE-EA4D9174ED56}" dt="2022-05-23T14:37:39.974" v="1445" actId="2696"/>
        <pc:sldMkLst>
          <pc:docMk/>
          <pc:sldMk cId="3635444600" sldId="443"/>
        </pc:sldMkLst>
      </pc:sldChg>
      <pc:sldChg chg="delSp add del mod">
        <pc:chgData name="Zheng Fei" userId="d19317889db4c986" providerId="LiveId" clId="{45DF4AD5-9C6A-484A-80EE-EA4D9174ED56}" dt="2022-05-23T13:40:01.334" v="1044" actId="2696"/>
        <pc:sldMkLst>
          <pc:docMk/>
          <pc:sldMk cId="4005447236" sldId="446"/>
        </pc:sldMkLst>
        <pc:spChg chg="del">
          <ac:chgData name="Zheng Fei" userId="d19317889db4c986" providerId="LiveId" clId="{45DF4AD5-9C6A-484A-80EE-EA4D9174ED56}" dt="2022-05-23T13:39:58.190" v="1043" actId="478"/>
          <ac:spMkLst>
            <pc:docMk/>
            <pc:sldMk cId="4005447236" sldId="446"/>
            <ac:spMk id="5" creationId="{5BB1F458-681C-27F8-27E8-A6336806FCC6}"/>
          </ac:spMkLst>
        </pc:spChg>
      </pc:sldChg>
    </pc:docChg>
  </pc:docChgLst>
  <pc:docChgLst>
    <pc:chgData name="Zheng Fei" userId="d19317889db4c986" providerId="LiveId" clId="{48B551D5-6F15-4B45-B3D1-4EBDD7F6E8DE}"/>
    <pc:docChg chg="delSld">
      <pc:chgData name="Zheng Fei" userId="d19317889db4c986" providerId="LiveId" clId="{48B551D5-6F15-4B45-B3D1-4EBDD7F6E8DE}" dt="2023-04-12T07:18:28.813" v="26" actId="2696"/>
      <pc:docMkLst>
        <pc:docMk/>
      </pc:docMkLst>
      <pc:sldChg chg="del">
        <pc:chgData name="Zheng Fei" userId="d19317889db4c986" providerId="LiveId" clId="{48B551D5-6F15-4B45-B3D1-4EBDD7F6E8DE}" dt="2023-04-12T07:18:28.529" v="17" actId="2696"/>
        <pc:sldMkLst>
          <pc:docMk/>
          <pc:sldMk cId="1671800912" sldId="257"/>
        </pc:sldMkLst>
      </pc:sldChg>
      <pc:sldChg chg="del">
        <pc:chgData name="Zheng Fei" userId="d19317889db4c986" providerId="LiveId" clId="{48B551D5-6F15-4B45-B3D1-4EBDD7F6E8DE}" dt="2023-04-12T07:18:28.501" v="16" actId="2696"/>
        <pc:sldMkLst>
          <pc:docMk/>
          <pc:sldMk cId="4282182594" sldId="258"/>
        </pc:sldMkLst>
      </pc:sldChg>
      <pc:sldChg chg="del">
        <pc:chgData name="Zheng Fei" userId="d19317889db4c986" providerId="LiveId" clId="{48B551D5-6F15-4B45-B3D1-4EBDD7F6E8DE}" dt="2023-04-12T07:18:28.362" v="7" actId="2696"/>
        <pc:sldMkLst>
          <pc:docMk/>
          <pc:sldMk cId="1492498360" sldId="259"/>
        </pc:sldMkLst>
      </pc:sldChg>
      <pc:sldChg chg="del">
        <pc:chgData name="Zheng Fei" userId="d19317889db4c986" providerId="LiveId" clId="{48B551D5-6F15-4B45-B3D1-4EBDD7F6E8DE}" dt="2023-04-12T07:18:28.151" v="2" actId="2696"/>
        <pc:sldMkLst>
          <pc:docMk/>
          <pc:sldMk cId="3845850111" sldId="260"/>
        </pc:sldMkLst>
      </pc:sldChg>
      <pc:sldChg chg="del">
        <pc:chgData name="Zheng Fei" userId="d19317889db4c986" providerId="LiveId" clId="{48B551D5-6F15-4B45-B3D1-4EBDD7F6E8DE}" dt="2023-04-12T07:18:28.393" v="9" actId="2696"/>
        <pc:sldMkLst>
          <pc:docMk/>
          <pc:sldMk cId="1511345848" sldId="261"/>
        </pc:sldMkLst>
      </pc:sldChg>
      <pc:sldChg chg="del">
        <pc:chgData name="Zheng Fei" userId="d19317889db4c986" providerId="LiveId" clId="{48B551D5-6F15-4B45-B3D1-4EBDD7F6E8DE}" dt="2023-04-12T07:18:28.055" v="1" actId="2696"/>
        <pc:sldMkLst>
          <pc:docMk/>
          <pc:sldMk cId="1398103300" sldId="277"/>
        </pc:sldMkLst>
      </pc:sldChg>
      <pc:sldChg chg="del">
        <pc:chgData name="Zheng Fei" userId="d19317889db4c986" providerId="LiveId" clId="{48B551D5-6F15-4B45-B3D1-4EBDD7F6E8DE}" dt="2023-04-12T07:18:28.813" v="26" actId="2696"/>
        <pc:sldMkLst>
          <pc:docMk/>
          <pc:sldMk cId="1801029432" sldId="278"/>
        </pc:sldMkLst>
      </pc:sldChg>
      <pc:sldChg chg="del">
        <pc:chgData name="Zheng Fei" userId="d19317889db4c986" providerId="LiveId" clId="{48B551D5-6F15-4B45-B3D1-4EBDD7F6E8DE}" dt="2023-04-12T07:18:28.572" v="20" actId="2696"/>
        <pc:sldMkLst>
          <pc:docMk/>
          <pc:sldMk cId="3091142409" sldId="279"/>
        </pc:sldMkLst>
      </pc:sldChg>
      <pc:sldChg chg="del">
        <pc:chgData name="Zheng Fei" userId="d19317889db4c986" providerId="LiveId" clId="{48B551D5-6F15-4B45-B3D1-4EBDD7F6E8DE}" dt="2023-04-12T07:18:28.051" v="0" actId="2696"/>
        <pc:sldMkLst>
          <pc:docMk/>
          <pc:sldMk cId="2050171829" sldId="280"/>
        </pc:sldMkLst>
      </pc:sldChg>
      <pc:sldChg chg="del">
        <pc:chgData name="Zheng Fei" userId="d19317889db4c986" providerId="LiveId" clId="{48B551D5-6F15-4B45-B3D1-4EBDD7F6E8DE}" dt="2023-04-12T07:18:28.435" v="14" actId="2696"/>
        <pc:sldMkLst>
          <pc:docMk/>
          <pc:sldMk cId="0" sldId="289"/>
        </pc:sldMkLst>
      </pc:sldChg>
      <pc:sldChg chg="del">
        <pc:chgData name="Zheng Fei" userId="d19317889db4c986" providerId="LiveId" clId="{48B551D5-6F15-4B45-B3D1-4EBDD7F6E8DE}" dt="2023-04-12T07:18:28.229" v="4" actId="2696"/>
        <pc:sldMkLst>
          <pc:docMk/>
          <pc:sldMk cId="1384931503" sldId="300"/>
        </pc:sldMkLst>
      </pc:sldChg>
      <pc:sldChg chg="del">
        <pc:chgData name="Zheng Fei" userId="d19317889db4c986" providerId="LiveId" clId="{48B551D5-6F15-4B45-B3D1-4EBDD7F6E8DE}" dt="2023-04-12T07:18:28.365" v="8" actId="2696"/>
        <pc:sldMkLst>
          <pc:docMk/>
          <pc:sldMk cId="1761234992" sldId="302"/>
        </pc:sldMkLst>
      </pc:sldChg>
      <pc:sldChg chg="del">
        <pc:chgData name="Zheng Fei" userId="d19317889db4c986" providerId="LiveId" clId="{48B551D5-6F15-4B45-B3D1-4EBDD7F6E8DE}" dt="2023-04-12T07:18:28.395" v="10" actId="2696"/>
        <pc:sldMkLst>
          <pc:docMk/>
          <pc:sldMk cId="0" sldId="320"/>
        </pc:sldMkLst>
      </pc:sldChg>
      <pc:sldChg chg="del">
        <pc:chgData name="Zheng Fei" userId="d19317889db4c986" providerId="LiveId" clId="{48B551D5-6F15-4B45-B3D1-4EBDD7F6E8DE}" dt="2023-04-12T07:18:28.438" v="15" actId="2696"/>
        <pc:sldMkLst>
          <pc:docMk/>
          <pc:sldMk cId="749297111" sldId="371"/>
        </pc:sldMkLst>
      </pc:sldChg>
      <pc:sldChg chg="del">
        <pc:chgData name="Zheng Fei" userId="d19317889db4c986" providerId="LiveId" clId="{48B551D5-6F15-4B45-B3D1-4EBDD7F6E8DE}" dt="2023-04-12T07:18:28.434" v="13" actId="2696"/>
        <pc:sldMkLst>
          <pc:docMk/>
          <pc:sldMk cId="2034983812" sldId="375"/>
        </pc:sldMkLst>
      </pc:sldChg>
      <pc:sldChg chg="del">
        <pc:chgData name="Zheng Fei" userId="d19317889db4c986" providerId="LiveId" clId="{48B551D5-6F15-4B45-B3D1-4EBDD7F6E8DE}" dt="2023-04-12T07:18:28.405" v="11" actId="2696"/>
        <pc:sldMkLst>
          <pc:docMk/>
          <pc:sldMk cId="3572720350" sldId="380"/>
        </pc:sldMkLst>
      </pc:sldChg>
      <pc:sldChg chg="del">
        <pc:chgData name="Zheng Fei" userId="d19317889db4c986" providerId="LiveId" clId="{48B551D5-6F15-4B45-B3D1-4EBDD7F6E8DE}" dt="2023-04-12T07:18:28.257" v="6" actId="2696"/>
        <pc:sldMkLst>
          <pc:docMk/>
          <pc:sldMk cId="2547021445" sldId="388"/>
        </pc:sldMkLst>
      </pc:sldChg>
      <pc:sldChg chg="del">
        <pc:chgData name="Zheng Fei" userId="d19317889db4c986" providerId="LiveId" clId="{48B551D5-6F15-4B45-B3D1-4EBDD7F6E8DE}" dt="2023-04-12T07:18:28.672" v="23" actId="2696"/>
        <pc:sldMkLst>
          <pc:docMk/>
          <pc:sldMk cId="577393801" sldId="408"/>
        </pc:sldMkLst>
      </pc:sldChg>
      <pc:sldChg chg="del">
        <pc:chgData name="Zheng Fei" userId="d19317889db4c986" providerId="LiveId" clId="{48B551D5-6F15-4B45-B3D1-4EBDD7F6E8DE}" dt="2023-04-12T07:18:28.654" v="22" actId="2696"/>
        <pc:sldMkLst>
          <pc:docMk/>
          <pc:sldMk cId="1718109064" sldId="410"/>
        </pc:sldMkLst>
      </pc:sldChg>
      <pc:sldChg chg="del">
        <pc:chgData name="Zheng Fei" userId="d19317889db4c986" providerId="LiveId" clId="{48B551D5-6F15-4B45-B3D1-4EBDD7F6E8DE}" dt="2023-04-12T07:18:28.569" v="19" actId="2696"/>
        <pc:sldMkLst>
          <pc:docMk/>
          <pc:sldMk cId="35701581" sldId="411"/>
        </pc:sldMkLst>
      </pc:sldChg>
      <pc:sldChg chg="del">
        <pc:chgData name="Zheng Fei" userId="d19317889db4c986" providerId="LiveId" clId="{48B551D5-6F15-4B45-B3D1-4EBDD7F6E8DE}" dt="2023-04-12T07:18:28.561" v="18" actId="2696"/>
        <pc:sldMkLst>
          <pc:docMk/>
          <pc:sldMk cId="3233283572" sldId="412"/>
        </pc:sldMkLst>
      </pc:sldChg>
      <pc:sldChg chg="del">
        <pc:chgData name="Zheng Fei" userId="d19317889db4c986" providerId="LiveId" clId="{48B551D5-6F15-4B45-B3D1-4EBDD7F6E8DE}" dt="2023-04-12T07:18:28.746" v="24" actId="2696"/>
        <pc:sldMkLst>
          <pc:docMk/>
          <pc:sldMk cId="2143558873" sldId="413"/>
        </pc:sldMkLst>
      </pc:sldChg>
      <pc:sldChg chg="del">
        <pc:chgData name="Zheng Fei" userId="d19317889db4c986" providerId="LiveId" clId="{48B551D5-6F15-4B45-B3D1-4EBDD7F6E8DE}" dt="2023-04-12T07:18:28.223" v="3" actId="2696"/>
        <pc:sldMkLst>
          <pc:docMk/>
          <pc:sldMk cId="2483495714" sldId="414"/>
        </pc:sldMkLst>
      </pc:sldChg>
      <pc:sldChg chg="del">
        <pc:chgData name="Zheng Fei" userId="d19317889db4c986" providerId="LiveId" clId="{48B551D5-6F15-4B45-B3D1-4EBDD7F6E8DE}" dt="2023-04-12T07:18:28.647" v="21" actId="2696"/>
        <pc:sldMkLst>
          <pc:docMk/>
          <pc:sldMk cId="2514811679" sldId="415"/>
        </pc:sldMkLst>
      </pc:sldChg>
      <pc:sldChg chg="del">
        <pc:chgData name="Zheng Fei" userId="d19317889db4c986" providerId="LiveId" clId="{48B551D5-6F15-4B45-B3D1-4EBDD7F6E8DE}" dt="2023-04-12T07:18:28.808" v="25" actId="2696"/>
        <pc:sldMkLst>
          <pc:docMk/>
          <pc:sldMk cId="867047197" sldId="416"/>
        </pc:sldMkLst>
      </pc:sldChg>
      <pc:sldChg chg="del">
        <pc:chgData name="Zheng Fei" userId="d19317889db4c986" providerId="LiveId" clId="{48B551D5-6F15-4B45-B3D1-4EBDD7F6E8DE}" dt="2023-04-12T07:18:28.405" v="12" actId="2696"/>
        <pc:sldMkLst>
          <pc:docMk/>
          <pc:sldMk cId="281949815" sldId="432"/>
        </pc:sldMkLst>
      </pc:sldChg>
      <pc:sldChg chg="del">
        <pc:chgData name="Zheng Fei" userId="d19317889db4c986" providerId="LiveId" clId="{48B551D5-6F15-4B45-B3D1-4EBDD7F6E8DE}" dt="2023-04-12T07:18:28.230" v="5" actId="2696"/>
        <pc:sldMkLst>
          <pc:docMk/>
          <pc:sldMk cId="1719930304" sldId="433"/>
        </pc:sldMkLst>
      </pc:sldChg>
    </pc:docChg>
  </pc:docChgLst>
  <pc:docChgLst>
    <pc:chgData name="Fei Zheng" userId="d19317889db4c986" providerId="LiveId" clId="{D56CE98E-49DB-E646-8359-EDEDAF8B9F60}"/>
    <pc:docChg chg="custSel addSld modSld">
      <pc:chgData name="Fei Zheng" userId="d19317889db4c986" providerId="LiveId" clId="{D56CE98E-49DB-E646-8359-EDEDAF8B9F60}" dt="2023-04-15T07:21:47.019" v="414" actId="20577"/>
      <pc:docMkLst>
        <pc:docMk/>
      </pc:docMkLst>
      <pc:sldChg chg="modSp mod">
        <pc:chgData name="Fei Zheng" userId="d19317889db4c986" providerId="LiveId" clId="{D56CE98E-49DB-E646-8359-EDEDAF8B9F60}" dt="2023-04-15T07:21:47.019" v="414" actId="20577"/>
        <pc:sldMkLst>
          <pc:docMk/>
          <pc:sldMk cId="3890819885" sldId="283"/>
        </pc:sldMkLst>
        <pc:spChg chg="mod">
          <ac:chgData name="Fei Zheng" userId="d19317889db4c986" providerId="LiveId" clId="{D56CE98E-49DB-E646-8359-EDEDAF8B9F60}" dt="2023-04-15T07:21:47.019" v="414" actId="20577"/>
          <ac:spMkLst>
            <pc:docMk/>
            <pc:sldMk cId="3890819885" sldId="283"/>
            <ac:spMk id="2" creationId="{0EFA232A-1ACB-7783-4218-4180D8019FF1}"/>
          </ac:spMkLst>
        </pc:spChg>
      </pc:sldChg>
      <pc:sldChg chg="modSp mod">
        <pc:chgData name="Fei Zheng" userId="d19317889db4c986" providerId="LiveId" clId="{D56CE98E-49DB-E646-8359-EDEDAF8B9F60}" dt="2023-04-15T07:21:42.346" v="411" actId="20577"/>
        <pc:sldMkLst>
          <pc:docMk/>
          <pc:sldMk cId="3494439301" sldId="443"/>
        </pc:sldMkLst>
        <pc:spChg chg="mod">
          <ac:chgData name="Fei Zheng" userId="d19317889db4c986" providerId="LiveId" clId="{D56CE98E-49DB-E646-8359-EDEDAF8B9F60}" dt="2023-04-15T07:21:42.346" v="411" actId="20577"/>
          <ac:spMkLst>
            <pc:docMk/>
            <pc:sldMk cId="3494439301" sldId="443"/>
            <ac:spMk id="8" creationId="{4229C94B-64D1-0C32-260D-E002E4AB3C84}"/>
          </ac:spMkLst>
        </pc:spChg>
      </pc:sldChg>
      <pc:sldChg chg="addSp modSp mod modAnim">
        <pc:chgData name="Fei Zheng" userId="d19317889db4c986" providerId="LiveId" clId="{D56CE98E-49DB-E646-8359-EDEDAF8B9F60}" dt="2023-04-15T07:20:34.559" v="408" actId="20577"/>
        <pc:sldMkLst>
          <pc:docMk/>
          <pc:sldMk cId="2911811801" sldId="446"/>
        </pc:sldMkLst>
        <pc:spChg chg="add mod">
          <ac:chgData name="Fei Zheng" userId="d19317889db4c986" providerId="LiveId" clId="{D56CE98E-49DB-E646-8359-EDEDAF8B9F60}" dt="2023-04-15T07:20:34.559" v="408" actId="20577"/>
          <ac:spMkLst>
            <pc:docMk/>
            <pc:sldMk cId="2911811801" sldId="446"/>
            <ac:spMk id="4" creationId="{3D493EB5-6CFF-C85E-E4B6-EFE5044AB5DA}"/>
          </ac:spMkLst>
        </pc:spChg>
        <pc:spChg chg="add mod">
          <ac:chgData name="Fei Zheng" userId="d19317889db4c986" providerId="LiveId" clId="{D56CE98E-49DB-E646-8359-EDEDAF8B9F60}" dt="2023-04-15T04:03:51.605" v="391" actId="20577"/>
          <ac:spMkLst>
            <pc:docMk/>
            <pc:sldMk cId="2911811801" sldId="446"/>
            <ac:spMk id="5" creationId="{4A9E7F10-915F-ED7B-888B-3DD728DAF1BA}"/>
          </ac:spMkLst>
        </pc:spChg>
      </pc:sldChg>
      <pc:sldChg chg="addSp delSp modSp add mod delAnim modAnim">
        <pc:chgData name="Fei Zheng" userId="d19317889db4c986" providerId="LiveId" clId="{D56CE98E-49DB-E646-8359-EDEDAF8B9F60}" dt="2023-04-15T04:02:04.883" v="328" actId="1076"/>
        <pc:sldMkLst>
          <pc:docMk/>
          <pc:sldMk cId="48082805" sldId="460"/>
        </pc:sldMkLst>
        <pc:spChg chg="add mod">
          <ac:chgData name="Fei Zheng" userId="d19317889db4c986" providerId="LiveId" clId="{D56CE98E-49DB-E646-8359-EDEDAF8B9F60}" dt="2023-04-15T03:54:44.562" v="170" actId="1076"/>
          <ac:spMkLst>
            <pc:docMk/>
            <pc:sldMk cId="48082805" sldId="460"/>
            <ac:spMk id="6" creationId="{48490B12-646A-EB08-40C9-E84BBBF2B413}"/>
          </ac:spMkLst>
        </pc:spChg>
        <pc:spChg chg="del">
          <ac:chgData name="Fei Zheng" userId="d19317889db4c986" providerId="LiveId" clId="{D56CE98E-49DB-E646-8359-EDEDAF8B9F60}" dt="2023-04-15T03:50:55.087" v="4" actId="478"/>
          <ac:spMkLst>
            <pc:docMk/>
            <pc:sldMk cId="48082805" sldId="460"/>
            <ac:spMk id="8" creationId="{0F324F01-1012-5C4E-5737-BDBF5BC15547}"/>
          </ac:spMkLst>
        </pc:spChg>
        <pc:spChg chg="del">
          <ac:chgData name="Fei Zheng" userId="d19317889db4c986" providerId="LiveId" clId="{D56CE98E-49DB-E646-8359-EDEDAF8B9F60}" dt="2023-04-15T03:50:53.334" v="2" actId="478"/>
          <ac:spMkLst>
            <pc:docMk/>
            <pc:sldMk cId="48082805" sldId="460"/>
            <ac:spMk id="9" creationId="{C12CFF99-BDEC-6A69-685A-7DA7F23983EC}"/>
          </ac:spMkLst>
        </pc:spChg>
        <pc:spChg chg="del">
          <ac:chgData name="Fei Zheng" userId="d19317889db4c986" providerId="LiveId" clId="{D56CE98E-49DB-E646-8359-EDEDAF8B9F60}" dt="2023-04-15T03:50:54.052" v="3" actId="478"/>
          <ac:spMkLst>
            <pc:docMk/>
            <pc:sldMk cId="48082805" sldId="460"/>
            <ac:spMk id="10" creationId="{FEAFE1D3-F65E-7C6B-DF7B-FE6B752CCA7A}"/>
          </ac:spMkLst>
        </pc:spChg>
        <pc:spChg chg="add mod">
          <ac:chgData name="Fei Zheng" userId="d19317889db4c986" providerId="LiveId" clId="{D56CE98E-49DB-E646-8359-EDEDAF8B9F60}" dt="2023-04-15T03:59:34.169" v="295" actId="20577"/>
          <ac:spMkLst>
            <pc:docMk/>
            <pc:sldMk cId="48082805" sldId="460"/>
            <ac:spMk id="12" creationId="{338D5037-C332-D9A6-5AC5-CDC11BFFEE66}"/>
          </ac:spMkLst>
        </pc:spChg>
        <pc:spChg chg="add mod">
          <ac:chgData name="Fei Zheng" userId="d19317889db4c986" providerId="LiveId" clId="{D56CE98E-49DB-E646-8359-EDEDAF8B9F60}" dt="2023-04-15T04:01:12.886" v="323" actId="1076"/>
          <ac:spMkLst>
            <pc:docMk/>
            <pc:sldMk cId="48082805" sldId="460"/>
            <ac:spMk id="14" creationId="{1008A98D-2CE7-4588-B6CA-B27ED5720F94}"/>
          </ac:spMkLst>
        </pc:spChg>
        <pc:spChg chg="add mod">
          <ac:chgData name="Fei Zheng" userId="d19317889db4c986" providerId="LiveId" clId="{D56CE98E-49DB-E646-8359-EDEDAF8B9F60}" dt="2023-04-15T04:02:04.883" v="328" actId="1076"/>
          <ac:spMkLst>
            <pc:docMk/>
            <pc:sldMk cId="48082805" sldId="460"/>
            <ac:spMk id="16" creationId="{05F4BF2A-01F0-E057-F998-5087A5DD44E3}"/>
          </ac:spMkLst>
        </pc:spChg>
        <pc:grpChg chg="del">
          <ac:chgData name="Fei Zheng" userId="d19317889db4c986" providerId="LiveId" clId="{D56CE98E-49DB-E646-8359-EDEDAF8B9F60}" dt="2023-04-15T03:50:52.210" v="1" actId="478"/>
          <ac:grpSpMkLst>
            <pc:docMk/>
            <pc:sldMk cId="48082805" sldId="460"/>
            <ac:grpSpMk id="7" creationId="{F8F5963D-806B-856D-70D2-4FC4F91EECA5}"/>
          </ac:grpSpMkLst>
        </pc:grpChg>
      </pc:sldChg>
    </pc:docChg>
  </pc:docChgLst>
  <pc:docChgLst>
    <pc:chgData name="Fei" userId="d19317889db4c986" providerId="LiveId" clId="{1B23C512-DF15-4145-816A-3299F540025E}"/>
    <pc:docChg chg="undo custSel addSld delSld modSld sldOrd modMainMaster modNotesMaster">
      <pc:chgData name="Fei" userId="d19317889db4c986" providerId="LiveId" clId="{1B23C512-DF15-4145-816A-3299F540025E}" dt="2022-05-23T08:47:49.114" v="346"/>
      <pc:docMkLst>
        <pc:docMk/>
      </pc:docMkLst>
      <pc:sldChg chg="modSp mod">
        <pc:chgData name="Fei" userId="d19317889db4c986" providerId="LiveId" clId="{1B23C512-DF15-4145-816A-3299F540025E}" dt="2022-05-23T08:16:08.604" v="10" actId="27636"/>
        <pc:sldMkLst>
          <pc:docMk/>
          <pc:sldMk cId="1671800912" sldId="257"/>
        </pc:sldMkLst>
        <pc:spChg chg="mod">
          <ac:chgData name="Fei" userId="d19317889db4c986" providerId="LiveId" clId="{1B23C512-DF15-4145-816A-3299F540025E}" dt="2022-05-23T08:16:07.199" v="3"/>
          <ac:spMkLst>
            <pc:docMk/>
            <pc:sldMk cId="1671800912" sldId="257"/>
            <ac:spMk id="2" creationId="{3C6D158B-ADF3-32F7-89D4-4853303994E4}"/>
          </ac:spMkLst>
        </pc:spChg>
        <pc:spChg chg="mod">
          <ac:chgData name="Fei" userId="d19317889db4c986" providerId="LiveId" clId="{1B23C512-DF15-4145-816A-3299F540025E}" dt="2022-05-23T08:16:08.604" v="10" actId="27636"/>
          <ac:spMkLst>
            <pc:docMk/>
            <pc:sldMk cId="1671800912" sldId="257"/>
            <ac:spMk id="3" creationId="{AF0964D1-11E1-10CF-1FD4-561E5DABBFE9}"/>
          </ac:spMkLst>
        </pc:spChg>
      </pc:sldChg>
      <pc:sldChg chg="modSp mod">
        <pc:chgData name="Fei" userId="d19317889db4c986" providerId="LiveId" clId="{1B23C512-DF15-4145-816A-3299F540025E}" dt="2022-05-23T08:16:07.455" v="4" actId="27636"/>
        <pc:sldMkLst>
          <pc:docMk/>
          <pc:sldMk cId="4282182594" sldId="258"/>
        </pc:sldMkLst>
        <pc:spChg chg="mod">
          <ac:chgData name="Fei" userId="d19317889db4c986" providerId="LiveId" clId="{1B23C512-DF15-4145-816A-3299F540025E}" dt="2022-05-23T08:16:07.455" v="4" actId="27636"/>
          <ac:spMkLst>
            <pc:docMk/>
            <pc:sldMk cId="4282182594" sldId="258"/>
            <ac:spMk id="4" creationId="{94122086-8B36-9DC7-8611-CB1AEE1CA682}"/>
          </ac:spMkLst>
        </pc:spChg>
        <pc:picChg chg="mod">
          <ac:chgData name="Fei" userId="d19317889db4c986" providerId="LiveId" clId="{1B23C512-DF15-4145-816A-3299F540025E}" dt="2022-05-23T08:16:07.199" v="3"/>
          <ac:picMkLst>
            <pc:docMk/>
            <pc:sldMk cId="4282182594" sldId="258"/>
            <ac:picMk id="6" creationId="{5203B147-7E67-A764-6530-AB7DBABAD2ED}"/>
          </ac:picMkLst>
        </pc:picChg>
      </pc:sldChg>
      <pc:sldChg chg="modSp mod">
        <pc:chgData name="Fei" userId="d19317889db4c986" providerId="LiveId" clId="{1B23C512-DF15-4145-816A-3299F540025E}" dt="2022-05-23T08:16:07.704" v="5" actId="27636"/>
        <pc:sldMkLst>
          <pc:docMk/>
          <pc:sldMk cId="1492498360" sldId="259"/>
        </pc:sldMkLst>
        <pc:spChg chg="mod">
          <ac:chgData name="Fei" userId="d19317889db4c986" providerId="LiveId" clId="{1B23C512-DF15-4145-816A-3299F540025E}" dt="2022-05-23T08:16:07.704" v="5" actId="27636"/>
          <ac:spMkLst>
            <pc:docMk/>
            <pc:sldMk cId="1492498360" sldId="259"/>
            <ac:spMk id="4" creationId="{C1B86543-F995-B7C1-325A-12F8D1F44CE0}"/>
          </ac:spMkLst>
        </pc:spChg>
      </pc:sldChg>
      <pc:sldChg chg="modSp mod">
        <pc:chgData name="Fei" userId="d19317889db4c986" providerId="LiveId" clId="{1B23C512-DF15-4145-816A-3299F540025E}" dt="2022-05-23T08:16:07.856" v="6" actId="27636"/>
        <pc:sldMkLst>
          <pc:docMk/>
          <pc:sldMk cId="3845850111" sldId="260"/>
        </pc:sldMkLst>
        <pc:spChg chg="mod">
          <ac:chgData name="Fei" userId="d19317889db4c986" providerId="LiveId" clId="{1B23C512-DF15-4145-816A-3299F540025E}" dt="2022-05-23T08:16:07.856" v="6" actId="27636"/>
          <ac:spMkLst>
            <pc:docMk/>
            <pc:sldMk cId="3845850111" sldId="260"/>
            <ac:spMk id="4" creationId="{56101FCB-1030-32FB-62F4-1819AF7DBA76}"/>
          </ac:spMkLst>
        </pc:spChg>
      </pc:sldChg>
      <pc:sldChg chg="modSp mod">
        <pc:chgData name="Fei" userId="d19317889db4c986" providerId="LiveId" clId="{1B23C512-DF15-4145-816A-3299F540025E}" dt="2022-05-23T08:16:21.858" v="11" actId="27636"/>
        <pc:sldMkLst>
          <pc:docMk/>
          <pc:sldMk cId="1511345848" sldId="261"/>
        </pc:sldMkLst>
        <pc:spChg chg="mod">
          <ac:chgData name="Fei" userId="d19317889db4c986" providerId="LiveId" clId="{1B23C512-DF15-4145-816A-3299F540025E}" dt="2022-05-23T08:16:21.858" v="11" actId="27636"/>
          <ac:spMkLst>
            <pc:docMk/>
            <pc:sldMk cId="1511345848" sldId="261"/>
            <ac:spMk id="3" creationId="{9C2D52B2-DE1C-FD0E-0FEC-75E26987E1B2}"/>
          </ac:spMkLst>
        </pc:spChg>
      </pc:sldChg>
      <pc:sldChg chg="modSp">
        <pc:chgData name="Fei" userId="d19317889db4c986" providerId="LiveId" clId="{1B23C512-DF15-4145-816A-3299F540025E}" dt="2022-05-23T08:16:07.199" v="3"/>
        <pc:sldMkLst>
          <pc:docMk/>
          <pc:sldMk cId="885761587" sldId="262"/>
        </pc:sldMkLst>
        <pc:spChg chg="mod">
          <ac:chgData name="Fei" userId="d19317889db4c986" providerId="LiveId" clId="{1B23C512-DF15-4145-816A-3299F540025E}" dt="2022-05-23T08:16:07.199" v="3"/>
          <ac:spMkLst>
            <pc:docMk/>
            <pc:sldMk cId="885761587" sldId="262"/>
            <ac:spMk id="2" creationId="{42C12A74-AEF7-D4EA-A024-C16245DED6C1}"/>
          </ac:spMkLst>
        </pc:spChg>
        <pc:spChg chg="mod">
          <ac:chgData name="Fei" userId="d19317889db4c986" providerId="LiveId" clId="{1B23C512-DF15-4145-816A-3299F540025E}" dt="2022-05-23T08:16:07.199" v="3"/>
          <ac:spMkLst>
            <pc:docMk/>
            <pc:sldMk cId="885761587" sldId="262"/>
            <ac:spMk id="3" creationId="{F24BA370-3E52-0624-2F77-C75EF3EA35E3}"/>
          </ac:spMkLst>
        </pc:spChg>
        <pc:spChg chg="mod">
          <ac:chgData name="Fei" userId="d19317889db4c986" providerId="LiveId" clId="{1B23C512-DF15-4145-816A-3299F540025E}" dt="2022-05-23T08:16:07.199" v="3"/>
          <ac:spMkLst>
            <pc:docMk/>
            <pc:sldMk cId="885761587" sldId="262"/>
            <ac:spMk id="4" creationId="{170B6785-417A-11DE-E61A-9D9A98EBF4CD}"/>
          </ac:spMkLst>
        </pc:spChg>
        <pc:spChg chg="mod">
          <ac:chgData name="Fei" userId="d19317889db4c986" providerId="LiveId" clId="{1B23C512-DF15-4145-816A-3299F540025E}" dt="2022-05-23T08:16:07.199" v="3"/>
          <ac:spMkLst>
            <pc:docMk/>
            <pc:sldMk cId="885761587" sldId="262"/>
            <ac:spMk id="5" creationId="{405922E4-8D9D-2AFF-27F8-F04E74295AD8}"/>
          </ac:spMkLst>
        </pc:spChg>
      </pc:sldChg>
      <pc:sldChg chg="modSp mod">
        <pc:chgData name="Fei" userId="d19317889db4c986" providerId="LiveId" clId="{1B23C512-DF15-4145-816A-3299F540025E}" dt="2022-05-23T08:16:08.163" v="8" actId="27636"/>
        <pc:sldMkLst>
          <pc:docMk/>
          <pc:sldMk cId="2775391666" sldId="263"/>
        </pc:sldMkLst>
        <pc:spChg chg="mod">
          <ac:chgData name="Fei" userId="d19317889db4c986" providerId="LiveId" clId="{1B23C512-DF15-4145-816A-3299F540025E}" dt="2022-05-23T08:16:08.163" v="8" actId="27636"/>
          <ac:spMkLst>
            <pc:docMk/>
            <pc:sldMk cId="2775391666" sldId="263"/>
            <ac:spMk id="3" creationId="{2F844906-05F1-87FE-9B4D-735A13034A14}"/>
          </ac:spMkLst>
        </pc:spChg>
      </pc:sldChg>
      <pc:sldChg chg="modSp modNotes">
        <pc:chgData name="Fei" userId="d19317889db4c986" providerId="LiveId" clId="{1B23C512-DF15-4145-816A-3299F540025E}" dt="2022-05-23T08:16:07.199" v="3"/>
        <pc:sldMkLst>
          <pc:docMk/>
          <pc:sldMk cId="3885701239" sldId="264"/>
        </pc:sldMkLst>
        <pc:spChg chg="mod">
          <ac:chgData name="Fei" userId="d19317889db4c986" providerId="LiveId" clId="{1B23C512-DF15-4145-816A-3299F540025E}" dt="2022-05-23T08:16:07.199" v="3"/>
          <ac:spMkLst>
            <pc:docMk/>
            <pc:sldMk cId="3885701239" sldId="264"/>
            <ac:spMk id="4" creationId="{24AAB5E0-E891-15FC-03E0-585F8C68753A}"/>
          </ac:spMkLst>
        </pc:spChg>
        <pc:picChg chg="mod">
          <ac:chgData name="Fei" userId="d19317889db4c986" providerId="LiveId" clId="{1B23C512-DF15-4145-816A-3299F540025E}" dt="2022-05-23T08:16:07.199" v="3"/>
          <ac:picMkLst>
            <pc:docMk/>
            <pc:sldMk cId="3885701239" sldId="264"/>
            <ac:picMk id="6" creationId="{6B4D722A-8AB7-AEB9-FE57-06CF7127ABA0}"/>
          </ac:picMkLst>
        </pc:picChg>
        <pc:picChg chg="mod">
          <ac:chgData name="Fei" userId="d19317889db4c986" providerId="LiveId" clId="{1B23C512-DF15-4145-816A-3299F540025E}" dt="2022-05-23T08:16:07.199" v="3"/>
          <ac:picMkLst>
            <pc:docMk/>
            <pc:sldMk cId="3885701239" sldId="264"/>
            <ac:picMk id="7" creationId="{3AFE8722-50D7-1A99-A020-675B122A55A7}"/>
          </ac:picMkLst>
        </pc:picChg>
        <pc:picChg chg="mod">
          <ac:chgData name="Fei" userId="d19317889db4c986" providerId="LiveId" clId="{1B23C512-DF15-4145-816A-3299F540025E}" dt="2022-05-23T08:16:07.199" v="3"/>
          <ac:picMkLst>
            <pc:docMk/>
            <pc:sldMk cId="3885701239" sldId="264"/>
            <ac:picMk id="8" creationId="{7946114C-BA6A-FA89-8443-0ED7DABFBD1E}"/>
          </ac:picMkLst>
        </pc:picChg>
        <pc:picChg chg="mod">
          <ac:chgData name="Fei" userId="d19317889db4c986" providerId="LiveId" clId="{1B23C512-DF15-4145-816A-3299F540025E}" dt="2022-05-23T08:16:07.199" v="3"/>
          <ac:picMkLst>
            <pc:docMk/>
            <pc:sldMk cId="3885701239" sldId="264"/>
            <ac:picMk id="9" creationId="{41F25B7B-7A41-8C58-DA02-A15F53360928}"/>
          </ac:picMkLst>
        </pc:picChg>
      </pc:sldChg>
      <pc:sldChg chg="modSp">
        <pc:chgData name="Fei" userId="d19317889db4c986" providerId="LiveId" clId="{1B23C512-DF15-4145-816A-3299F540025E}" dt="2022-05-23T08:16:07.199" v="3"/>
        <pc:sldMkLst>
          <pc:docMk/>
          <pc:sldMk cId="3679873536" sldId="265"/>
        </pc:sldMkLst>
        <pc:spChg chg="mod">
          <ac:chgData name="Fei" userId="d19317889db4c986" providerId="LiveId" clId="{1B23C512-DF15-4145-816A-3299F540025E}" dt="2022-05-23T08:16:07.199" v="3"/>
          <ac:spMkLst>
            <pc:docMk/>
            <pc:sldMk cId="3679873536" sldId="265"/>
            <ac:spMk id="4" creationId="{E6124144-AE99-DAC2-7AD8-76D0719E8185}"/>
          </ac:spMkLst>
        </pc:spChg>
        <pc:picChg chg="mod">
          <ac:chgData name="Fei" userId="d19317889db4c986" providerId="LiveId" clId="{1B23C512-DF15-4145-816A-3299F540025E}" dt="2022-05-23T08:16:07.199" v="3"/>
          <ac:picMkLst>
            <pc:docMk/>
            <pc:sldMk cId="3679873536" sldId="265"/>
            <ac:picMk id="6" creationId="{5D868FD2-2AAB-DBE2-4269-95ADBD6A5527}"/>
          </ac:picMkLst>
        </pc:picChg>
        <pc:picChg chg="mod">
          <ac:chgData name="Fei" userId="d19317889db4c986" providerId="LiveId" clId="{1B23C512-DF15-4145-816A-3299F540025E}" dt="2022-05-23T08:16:07.199" v="3"/>
          <ac:picMkLst>
            <pc:docMk/>
            <pc:sldMk cId="3679873536" sldId="265"/>
            <ac:picMk id="8" creationId="{6ABAAD05-0790-7832-F384-3A928A36F5A1}"/>
          </ac:picMkLst>
        </pc:picChg>
      </pc:sldChg>
      <pc:sldChg chg="modSp">
        <pc:chgData name="Fei" userId="d19317889db4c986" providerId="LiveId" clId="{1B23C512-DF15-4145-816A-3299F540025E}" dt="2022-05-23T08:16:07.199" v="3"/>
        <pc:sldMkLst>
          <pc:docMk/>
          <pc:sldMk cId="1676781785" sldId="266"/>
        </pc:sldMkLst>
        <pc:spChg chg="mod">
          <ac:chgData name="Fei" userId="d19317889db4c986" providerId="LiveId" clId="{1B23C512-DF15-4145-816A-3299F540025E}" dt="2022-05-23T08:16:07.199" v="3"/>
          <ac:spMkLst>
            <pc:docMk/>
            <pc:sldMk cId="1676781785" sldId="266"/>
            <ac:spMk id="4" creationId="{527F980E-2CD7-E6CD-831D-20BF3E14B865}"/>
          </ac:spMkLst>
        </pc:spChg>
      </pc:sldChg>
      <pc:sldChg chg="modSp mod">
        <pc:chgData name="Fei" userId="d19317889db4c986" providerId="LiveId" clId="{1B23C512-DF15-4145-816A-3299F540025E}" dt="2022-05-23T08:16:08.496" v="9" actId="27636"/>
        <pc:sldMkLst>
          <pc:docMk/>
          <pc:sldMk cId="1946586258" sldId="267"/>
        </pc:sldMkLst>
        <pc:spChg chg="mod">
          <ac:chgData name="Fei" userId="d19317889db4c986" providerId="LiveId" clId="{1B23C512-DF15-4145-816A-3299F540025E}" dt="2022-05-23T08:16:07.199" v="3"/>
          <ac:spMkLst>
            <pc:docMk/>
            <pc:sldMk cId="1946586258" sldId="267"/>
            <ac:spMk id="2" creationId="{1B503C03-A1D1-9446-872F-FA5ACB4CAA32}"/>
          </ac:spMkLst>
        </pc:spChg>
        <pc:spChg chg="mod">
          <ac:chgData name="Fei" userId="d19317889db4c986" providerId="LiveId" clId="{1B23C512-DF15-4145-816A-3299F540025E}" dt="2022-05-23T08:16:08.496" v="9" actId="27636"/>
          <ac:spMkLst>
            <pc:docMk/>
            <pc:sldMk cId="1946586258" sldId="267"/>
            <ac:spMk id="3" creationId="{EB565B5E-1F5F-A8B4-E885-99B5E93C4542}"/>
          </ac:spMkLst>
        </pc:spChg>
      </pc:sldChg>
      <pc:sldChg chg="modSp">
        <pc:chgData name="Fei" userId="d19317889db4c986" providerId="LiveId" clId="{1B23C512-DF15-4145-816A-3299F540025E}" dt="2022-05-23T08:16:07.199" v="3"/>
        <pc:sldMkLst>
          <pc:docMk/>
          <pc:sldMk cId="1918821003" sldId="268"/>
        </pc:sldMkLst>
        <pc:spChg chg="mod">
          <ac:chgData name="Fei" userId="d19317889db4c986" providerId="LiveId" clId="{1B23C512-DF15-4145-816A-3299F540025E}" dt="2022-05-23T08:16:07.199" v="3"/>
          <ac:spMkLst>
            <pc:docMk/>
            <pc:sldMk cId="1918821003" sldId="268"/>
            <ac:spMk id="4" creationId="{F67F5463-7CF1-6038-C7A8-B818227BA249}"/>
          </ac:spMkLst>
        </pc:spChg>
        <pc:picChg chg="mod">
          <ac:chgData name="Fei" userId="d19317889db4c986" providerId="LiveId" clId="{1B23C512-DF15-4145-816A-3299F540025E}" dt="2022-05-23T08:16:07.199" v="3"/>
          <ac:picMkLst>
            <pc:docMk/>
            <pc:sldMk cId="1918821003" sldId="268"/>
            <ac:picMk id="5" creationId="{43B0ECFB-DA0A-D651-C1DE-17B481571056}"/>
          </ac:picMkLst>
        </pc:picChg>
        <pc:picChg chg="mod">
          <ac:chgData name="Fei" userId="d19317889db4c986" providerId="LiveId" clId="{1B23C512-DF15-4145-816A-3299F540025E}" dt="2022-05-23T08:16:07.199" v="3"/>
          <ac:picMkLst>
            <pc:docMk/>
            <pc:sldMk cId="1918821003" sldId="268"/>
            <ac:picMk id="6" creationId="{78C018DE-207B-A5FF-C402-AEBBFDC83E41}"/>
          </ac:picMkLst>
        </pc:picChg>
        <pc:picChg chg="mod">
          <ac:chgData name="Fei" userId="d19317889db4c986" providerId="LiveId" clId="{1B23C512-DF15-4145-816A-3299F540025E}" dt="2022-05-23T08:16:07.199" v="3"/>
          <ac:picMkLst>
            <pc:docMk/>
            <pc:sldMk cId="1918821003" sldId="268"/>
            <ac:picMk id="7" creationId="{36B0A5F9-D692-FB46-FEAE-97B07A902F45}"/>
          </ac:picMkLst>
        </pc:picChg>
        <pc:picChg chg="mod">
          <ac:chgData name="Fei" userId="d19317889db4c986" providerId="LiveId" clId="{1B23C512-DF15-4145-816A-3299F540025E}" dt="2022-05-23T08:16:07.199" v="3"/>
          <ac:picMkLst>
            <pc:docMk/>
            <pc:sldMk cId="1918821003" sldId="268"/>
            <ac:picMk id="8" creationId="{22C4A2BE-F42B-95D8-0939-93E322B03AF7}"/>
          </ac:picMkLst>
        </pc:picChg>
      </pc:sldChg>
      <pc:sldChg chg="modSp">
        <pc:chgData name="Fei" userId="d19317889db4c986" providerId="LiveId" clId="{1B23C512-DF15-4145-816A-3299F540025E}" dt="2022-05-23T08:16:07.199" v="3"/>
        <pc:sldMkLst>
          <pc:docMk/>
          <pc:sldMk cId="3073396532" sldId="269"/>
        </pc:sldMkLst>
        <pc:spChg chg="mod">
          <ac:chgData name="Fei" userId="d19317889db4c986" providerId="LiveId" clId="{1B23C512-DF15-4145-816A-3299F540025E}" dt="2022-05-23T08:16:07.199" v="3"/>
          <ac:spMkLst>
            <pc:docMk/>
            <pc:sldMk cId="3073396532" sldId="269"/>
            <ac:spMk id="4" creationId="{4C9FFAA2-DCAE-DE45-3145-E1617F2CB33F}"/>
          </ac:spMkLst>
        </pc:spChg>
      </pc:sldChg>
      <pc:sldChg chg="modSp modNotes">
        <pc:chgData name="Fei" userId="d19317889db4c986" providerId="LiveId" clId="{1B23C512-DF15-4145-816A-3299F540025E}" dt="2022-05-23T08:16:07.199" v="3"/>
        <pc:sldMkLst>
          <pc:docMk/>
          <pc:sldMk cId="455573110" sldId="270"/>
        </pc:sldMkLst>
        <pc:spChg chg="mod">
          <ac:chgData name="Fei" userId="d19317889db4c986" providerId="LiveId" clId="{1B23C512-DF15-4145-816A-3299F540025E}" dt="2022-05-23T08:16:07.199" v="3"/>
          <ac:spMkLst>
            <pc:docMk/>
            <pc:sldMk cId="455573110" sldId="270"/>
            <ac:spMk id="4" creationId="{CCE05973-FB0B-E121-D4D8-B5AAC1A75E73}"/>
          </ac:spMkLst>
        </pc:spChg>
      </pc:sldChg>
      <pc:sldChg chg="modSp">
        <pc:chgData name="Fei" userId="d19317889db4c986" providerId="LiveId" clId="{1B23C512-DF15-4145-816A-3299F540025E}" dt="2022-05-23T08:16:07.199" v="3"/>
        <pc:sldMkLst>
          <pc:docMk/>
          <pc:sldMk cId="2323714292" sldId="271"/>
        </pc:sldMkLst>
        <pc:spChg chg="mod">
          <ac:chgData name="Fei" userId="d19317889db4c986" providerId="LiveId" clId="{1B23C512-DF15-4145-816A-3299F540025E}" dt="2022-05-23T08:16:07.199" v="3"/>
          <ac:spMkLst>
            <pc:docMk/>
            <pc:sldMk cId="2323714292" sldId="271"/>
            <ac:spMk id="4" creationId="{08F7D353-17F0-E592-2713-BDCDC5F85873}"/>
          </ac:spMkLst>
        </pc:spChg>
      </pc:sldChg>
      <pc:sldChg chg="modSp">
        <pc:chgData name="Fei" userId="d19317889db4c986" providerId="LiveId" clId="{1B23C512-DF15-4145-816A-3299F540025E}" dt="2022-05-23T08:16:07.199" v="3"/>
        <pc:sldMkLst>
          <pc:docMk/>
          <pc:sldMk cId="1253038686" sldId="272"/>
        </pc:sldMkLst>
        <pc:spChg chg="mod">
          <ac:chgData name="Fei" userId="d19317889db4c986" providerId="LiveId" clId="{1B23C512-DF15-4145-816A-3299F540025E}" dt="2022-05-23T08:16:07.199" v="3"/>
          <ac:spMkLst>
            <pc:docMk/>
            <pc:sldMk cId="1253038686" sldId="272"/>
            <ac:spMk id="4" creationId="{C20440ED-1729-D85B-C2B0-3D3C805BEA2A}"/>
          </ac:spMkLst>
        </pc:spChg>
      </pc:sldChg>
      <pc:sldChg chg="modSp">
        <pc:chgData name="Fei" userId="d19317889db4c986" providerId="LiveId" clId="{1B23C512-DF15-4145-816A-3299F540025E}" dt="2022-05-23T08:16:07.199" v="3"/>
        <pc:sldMkLst>
          <pc:docMk/>
          <pc:sldMk cId="1545718604" sldId="273"/>
        </pc:sldMkLst>
        <pc:spChg chg="mod">
          <ac:chgData name="Fei" userId="d19317889db4c986" providerId="LiveId" clId="{1B23C512-DF15-4145-816A-3299F540025E}" dt="2022-05-23T08:16:07.199" v="3"/>
          <ac:spMkLst>
            <pc:docMk/>
            <pc:sldMk cId="1545718604" sldId="273"/>
            <ac:spMk id="4" creationId="{90737AAB-80BE-DC56-000D-0D9DA88811A9}"/>
          </ac:spMkLst>
        </pc:spChg>
      </pc:sldChg>
      <pc:sldChg chg="modSp">
        <pc:chgData name="Fei" userId="d19317889db4c986" providerId="LiveId" clId="{1B23C512-DF15-4145-816A-3299F540025E}" dt="2022-05-23T08:16:07.199" v="3"/>
        <pc:sldMkLst>
          <pc:docMk/>
          <pc:sldMk cId="2371827410" sldId="274"/>
        </pc:sldMkLst>
        <pc:spChg chg="mod">
          <ac:chgData name="Fei" userId="d19317889db4c986" providerId="LiveId" clId="{1B23C512-DF15-4145-816A-3299F540025E}" dt="2022-05-23T08:16:07.199" v="3"/>
          <ac:spMkLst>
            <pc:docMk/>
            <pc:sldMk cId="2371827410" sldId="274"/>
            <ac:spMk id="4" creationId="{1BEA2F31-BEBA-DF49-6203-2453C63D258D}"/>
          </ac:spMkLst>
        </pc:spChg>
        <pc:picChg chg="mod">
          <ac:chgData name="Fei" userId="d19317889db4c986" providerId="LiveId" clId="{1B23C512-DF15-4145-816A-3299F540025E}" dt="2022-05-23T08:16:07.199" v="3"/>
          <ac:picMkLst>
            <pc:docMk/>
            <pc:sldMk cId="2371827410" sldId="274"/>
            <ac:picMk id="6" creationId="{4644FE14-8A3D-D41A-D4C4-47D87EE0A057}"/>
          </ac:picMkLst>
        </pc:picChg>
      </pc:sldChg>
      <pc:sldChg chg="modSp">
        <pc:chgData name="Fei" userId="d19317889db4c986" providerId="LiveId" clId="{1B23C512-DF15-4145-816A-3299F540025E}" dt="2022-05-23T08:16:07.199" v="3"/>
        <pc:sldMkLst>
          <pc:docMk/>
          <pc:sldMk cId="1626658510" sldId="275"/>
        </pc:sldMkLst>
        <pc:spChg chg="mod">
          <ac:chgData name="Fei" userId="d19317889db4c986" providerId="LiveId" clId="{1B23C512-DF15-4145-816A-3299F540025E}" dt="2022-05-23T08:16:07.199" v="3"/>
          <ac:spMkLst>
            <pc:docMk/>
            <pc:sldMk cId="1626658510" sldId="275"/>
            <ac:spMk id="4" creationId="{E56F4F5B-BE10-3C81-105D-41D6B379948F}"/>
          </ac:spMkLst>
        </pc:spChg>
      </pc:sldChg>
      <pc:sldChg chg="new">
        <pc:chgData name="Fei" userId="d19317889db4c986" providerId="LiveId" clId="{1B23C512-DF15-4145-816A-3299F540025E}" dt="2022-05-23T08:16:34.370" v="12" actId="680"/>
        <pc:sldMkLst>
          <pc:docMk/>
          <pc:sldMk cId="2714237772" sldId="276"/>
        </pc:sldMkLst>
      </pc:sldChg>
      <pc:sldChg chg="addSp delSp modSp new del mod modAnim">
        <pc:chgData name="Fei" userId="d19317889db4c986" providerId="LiveId" clId="{1B23C512-DF15-4145-816A-3299F540025E}" dt="2022-05-23T08:34:25.965" v="219" actId="2696"/>
        <pc:sldMkLst>
          <pc:docMk/>
          <pc:sldMk cId="873454009" sldId="277"/>
        </pc:sldMkLst>
        <pc:spChg chg="del">
          <ac:chgData name="Fei" userId="d19317889db4c986" providerId="LiveId" clId="{1B23C512-DF15-4145-816A-3299F540025E}" dt="2022-05-23T08:18:24.235" v="18" actId="478"/>
          <ac:spMkLst>
            <pc:docMk/>
            <pc:sldMk cId="873454009" sldId="277"/>
            <ac:spMk id="2" creationId="{5B85E9A6-2B15-503F-894F-924D00FD4E2D}"/>
          </ac:spMkLst>
        </pc:spChg>
        <pc:spChg chg="del">
          <ac:chgData name="Fei" userId="d19317889db4c986" providerId="LiveId" clId="{1B23C512-DF15-4145-816A-3299F540025E}" dt="2022-05-23T08:18:25.755" v="19" actId="478"/>
          <ac:spMkLst>
            <pc:docMk/>
            <pc:sldMk cId="873454009" sldId="277"/>
            <ac:spMk id="3" creationId="{1DEFF822-AB1B-E169-3E1A-92293DB35451}"/>
          </ac:spMkLst>
        </pc:spChg>
        <pc:spChg chg="add mod">
          <ac:chgData name="Fei" userId="d19317889db4c986" providerId="LiveId" clId="{1B23C512-DF15-4145-816A-3299F540025E}" dt="2022-05-23T08:20:23.581" v="33" actId="14100"/>
          <ac:spMkLst>
            <pc:docMk/>
            <pc:sldMk cId="873454009" sldId="277"/>
            <ac:spMk id="10" creationId="{2F254179-0B94-FA7A-B934-A4028CB3C2F9}"/>
          </ac:spMkLst>
        </pc:spChg>
        <pc:spChg chg="add mod">
          <ac:chgData name="Fei" userId="d19317889db4c986" providerId="LiveId" clId="{1B23C512-DF15-4145-816A-3299F540025E}" dt="2022-05-23T08:20:27.453" v="35" actId="1076"/>
          <ac:spMkLst>
            <pc:docMk/>
            <pc:sldMk cId="873454009" sldId="277"/>
            <ac:spMk id="11" creationId="{FF28B85E-3B2D-AECC-5087-0B6E77F54724}"/>
          </ac:spMkLst>
        </pc:spChg>
        <pc:spChg chg="add mod">
          <ac:chgData name="Fei" userId="d19317889db4c986" providerId="LiveId" clId="{1B23C512-DF15-4145-816A-3299F540025E}" dt="2022-05-23T08:20:30.459" v="37" actId="1076"/>
          <ac:spMkLst>
            <pc:docMk/>
            <pc:sldMk cId="873454009" sldId="277"/>
            <ac:spMk id="12" creationId="{EBD394BA-82D6-8A90-C61C-AAB3E42A2472}"/>
          </ac:spMkLst>
        </pc:spChg>
        <pc:spChg chg="add mod">
          <ac:chgData name="Fei" userId="d19317889db4c986" providerId="LiveId" clId="{1B23C512-DF15-4145-816A-3299F540025E}" dt="2022-05-23T08:20:41.099" v="72" actId="1035"/>
          <ac:spMkLst>
            <pc:docMk/>
            <pc:sldMk cId="873454009" sldId="277"/>
            <ac:spMk id="13" creationId="{E40C791C-DE05-ED25-8839-C92F0EEE3C26}"/>
          </ac:spMkLst>
        </pc:spChg>
        <pc:spChg chg="add mod">
          <ac:chgData name="Fei" userId="d19317889db4c986" providerId="LiveId" clId="{1B23C512-DF15-4145-816A-3299F540025E}" dt="2022-05-23T08:20:41.099" v="72" actId="1035"/>
          <ac:spMkLst>
            <pc:docMk/>
            <pc:sldMk cId="873454009" sldId="277"/>
            <ac:spMk id="14" creationId="{60415584-5C4D-5D75-3995-6D276358DE10}"/>
          </ac:spMkLst>
        </pc:spChg>
        <pc:spChg chg="add mod">
          <ac:chgData name="Fei" userId="d19317889db4c986" providerId="LiveId" clId="{1B23C512-DF15-4145-816A-3299F540025E}" dt="2022-05-23T08:20:41.099" v="72" actId="1035"/>
          <ac:spMkLst>
            <pc:docMk/>
            <pc:sldMk cId="873454009" sldId="277"/>
            <ac:spMk id="15" creationId="{8FB3E749-67F4-D5A2-6529-64B5EFCA70B0}"/>
          </ac:spMkLst>
        </pc:spChg>
        <pc:spChg chg="add mod">
          <ac:chgData name="Fei" userId="d19317889db4c986" providerId="LiveId" clId="{1B23C512-DF15-4145-816A-3299F540025E}" dt="2022-05-23T08:20:49.086" v="121" actId="1038"/>
          <ac:spMkLst>
            <pc:docMk/>
            <pc:sldMk cId="873454009" sldId="277"/>
            <ac:spMk id="16" creationId="{9F37C7A4-9EB3-B70C-E215-01FE818DCB07}"/>
          </ac:spMkLst>
        </pc:spChg>
        <pc:spChg chg="add mod">
          <ac:chgData name="Fei" userId="d19317889db4c986" providerId="LiveId" clId="{1B23C512-DF15-4145-816A-3299F540025E}" dt="2022-05-23T08:20:49.086" v="121" actId="1038"/>
          <ac:spMkLst>
            <pc:docMk/>
            <pc:sldMk cId="873454009" sldId="277"/>
            <ac:spMk id="17" creationId="{9FF876B4-71B0-AC07-5094-CDF81F64F568}"/>
          </ac:spMkLst>
        </pc:spChg>
        <pc:spChg chg="add mod">
          <ac:chgData name="Fei" userId="d19317889db4c986" providerId="LiveId" clId="{1B23C512-DF15-4145-816A-3299F540025E}" dt="2022-05-23T08:20:49.086" v="121" actId="1038"/>
          <ac:spMkLst>
            <pc:docMk/>
            <pc:sldMk cId="873454009" sldId="277"/>
            <ac:spMk id="18" creationId="{1F437EED-00DF-E4DF-FDF9-4F8C8D1D3EA3}"/>
          </ac:spMkLst>
        </pc:spChg>
        <pc:picChg chg="add mod">
          <ac:chgData name="Fei" userId="d19317889db4c986" providerId="LiveId" clId="{1B23C512-DF15-4145-816A-3299F540025E}" dt="2022-05-23T08:20:59.587" v="123" actId="1076"/>
          <ac:picMkLst>
            <pc:docMk/>
            <pc:sldMk cId="873454009" sldId="277"/>
            <ac:picMk id="5" creationId="{CDDDDC88-EAA2-33FB-133C-9368497343C3}"/>
          </ac:picMkLst>
        </pc:picChg>
        <pc:picChg chg="add mod">
          <ac:chgData name="Fei" userId="d19317889db4c986" providerId="LiveId" clId="{1B23C512-DF15-4145-816A-3299F540025E}" dt="2022-05-23T08:19:13.746" v="23" actId="1076"/>
          <ac:picMkLst>
            <pc:docMk/>
            <pc:sldMk cId="873454009" sldId="277"/>
            <ac:picMk id="7" creationId="{30290C85-92D6-0EF6-A03A-E1179EA0783B}"/>
          </ac:picMkLst>
        </pc:picChg>
        <pc:picChg chg="add mod modCrop">
          <ac:chgData name="Fei" userId="d19317889db4c986" providerId="LiveId" clId="{1B23C512-DF15-4145-816A-3299F540025E}" dt="2022-05-23T08:21:57.372" v="127" actId="732"/>
          <ac:picMkLst>
            <pc:docMk/>
            <pc:sldMk cId="873454009" sldId="277"/>
            <ac:picMk id="9" creationId="{E7383530-B6DD-21FF-2284-E5D497707C8B}"/>
          </ac:picMkLst>
        </pc:picChg>
        <pc:picChg chg="add mod modCrop">
          <ac:chgData name="Fei" userId="d19317889db4c986" providerId="LiveId" clId="{1B23C512-DF15-4145-816A-3299F540025E}" dt="2022-05-23T08:22:16.283" v="135" actId="1037"/>
          <ac:picMkLst>
            <pc:docMk/>
            <pc:sldMk cId="873454009" sldId="277"/>
            <ac:picMk id="19" creationId="{1938E966-2E27-2C80-0E45-A89D6C8822E0}"/>
          </ac:picMkLst>
        </pc:picChg>
        <pc:picChg chg="add mod">
          <ac:chgData name="Fei" userId="d19317889db4c986" providerId="LiveId" clId="{1B23C512-DF15-4145-816A-3299F540025E}" dt="2022-05-23T08:22:39.129" v="139" actId="14100"/>
          <ac:picMkLst>
            <pc:docMk/>
            <pc:sldMk cId="873454009" sldId="277"/>
            <ac:picMk id="21" creationId="{23974103-02BA-A3F4-4402-50E5CFCE0913}"/>
          </ac:picMkLst>
        </pc:picChg>
        <pc:picChg chg="add mod">
          <ac:chgData name="Fei" userId="d19317889db4c986" providerId="LiveId" clId="{1B23C512-DF15-4145-816A-3299F540025E}" dt="2022-05-23T08:23:35.969" v="154" actId="1038"/>
          <ac:picMkLst>
            <pc:docMk/>
            <pc:sldMk cId="873454009" sldId="277"/>
            <ac:picMk id="23" creationId="{7B529663-C5FD-C674-09EC-B611FB12850F}"/>
          </ac:picMkLst>
        </pc:picChg>
      </pc:sldChg>
      <pc:sldChg chg="addSp modSp add">
        <pc:chgData name="Fei" userId="d19317889db4c986" providerId="LiveId" clId="{1B23C512-DF15-4145-816A-3299F540025E}" dt="2022-05-23T08:34:36.979" v="221"/>
        <pc:sldMkLst>
          <pc:docMk/>
          <pc:sldMk cId="1398103300" sldId="277"/>
        </pc:sldMkLst>
        <pc:spChg chg="add mod">
          <ac:chgData name="Fei" userId="d19317889db4c986" providerId="LiveId" clId="{1B23C512-DF15-4145-816A-3299F540025E}" dt="2022-05-23T08:34:36.979" v="221"/>
          <ac:spMkLst>
            <pc:docMk/>
            <pc:sldMk cId="1398103300" sldId="277"/>
            <ac:spMk id="20" creationId="{86B6CB24-4AF9-AD63-780C-B97758CA3CFA}"/>
          </ac:spMkLst>
        </pc:spChg>
      </pc:sldChg>
      <pc:sldChg chg="addSp delSp modSp add del mod delAnim modAnim">
        <pc:chgData name="Fei" userId="d19317889db4c986" providerId="LiveId" clId="{1B23C512-DF15-4145-816A-3299F540025E}" dt="2022-05-23T08:34:25.965" v="219" actId="2696"/>
        <pc:sldMkLst>
          <pc:docMk/>
          <pc:sldMk cId="195943042" sldId="278"/>
        </pc:sldMkLst>
        <pc:spChg chg="del">
          <ac:chgData name="Fei" userId="d19317889db4c986" providerId="LiveId" clId="{1B23C512-DF15-4145-816A-3299F540025E}" dt="2022-05-23T08:25:23.400" v="161" actId="478"/>
          <ac:spMkLst>
            <pc:docMk/>
            <pc:sldMk cId="195943042" sldId="278"/>
            <ac:spMk id="10" creationId="{2F254179-0B94-FA7A-B934-A4028CB3C2F9}"/>
          </ac:spMkLst>
        </pc:spChg>
        <pc:spChg chg="del">
          <ac:chgData name="Fei" userId="d19317889db4c986" providerId="LiveId" clId="{1B23C512-DF15-4145-816A-3299F540025E}" dt="2022-05-23T08:25:23.400" v="161" actId="478"/>
          <ac:spMkLst>
            <pc:docMk/>
            <pc:sldMk cId="195943042" sldId="278"/>
            <ac:spMk id="11" creationId="{FF28B85E-3B2D-AECC-5087-0B6E77F54724}"/>
          </ac:spMkLst>
        </pc:spChg>
        <pc:spChg chg="del">
          <ac:chgData name="Fei" userId="d19317889db4c986" providerId="LiveId" clId="{1B23C512-DF15-4145-816A-3299F540025E}" dt="2022-05-23T08:25:23.400" v="161" actId="478"/>
          <ac:spMkLst>
            <pc:docMk/>
            <pc:sldMk cId="195943042" sldId="278"/>
            <ac:spMk id="12" creationId="{EBD394BA-82D6-8A90-C61C-AAB3E42A2472}"/>
          </ac:spMkLst>
        </pc:spChg>
        <pc:spChg chg="del">
          <ac:chgData name="Fei" userId="d19317889db4c986" providerId="LiveId" clId="{1B23C512-DF15-4145-816A-3299F540025E}" dt="2022-05-23T08:25:23.400" v="161" actId="478"/>
          <ac:spMkLst>
            <pc:docMk/>
            <pc:sldMk cId="195943042" sldId="278"/>
            <ac:spMk id="13" creationId="{E40C791C-DE05-ED25-8839-C92F0EEE3C26}"/>
          </ac:spMkLst>
        </pc:spChg>
        <pc:spChg chg="del">
          <ac:chgData name="Fei" userId="d19317889db4c986" providerId="LiveId" clId="{1B23C512-DF15-4145-816A-3299F540025E}" dt="2022-05-23T08:25:23.400" v="161" actId="478"/>
          <ac:spMkLst>
            <pc:docMk/>
            <pc:sldMk cId="195943042" sldId="278"/>
            <ac:spMk id="14" creationId="{60415584-5C4D-5D75-3995-6D276358DE10}"/>
          </ac:spMkLst>
        </pc:spChg>
        <pc:spChg chg="del">
          <ac:chgData name="Fei" userId="d19317889db4c986" providerId="LiveId" clId="{1B23C512-DF15-4145-816A-3299F540025E}" dt="2022-05-23T08:25:23.400" v="161" actId="478"/>
          <ac:spMkLst>
            <pc:docMk/>
            <pc:sldMk cId="195943042" sldId="278"/>
            <ac:spMk id="15" creationId="{8FB3E749-67F4-D5A2-6529-64B5EFCA70B0}"/>
          </ac:spMkLst>
        </pc:spChg>
        <pc:spChg chg="del">
          <ac:chgData name="Fei" userId="d19317889db4c986" providerId="LiveId" clId="{1B23C512-DF15-4145-816A-3299F540025E}" dt="2022-05-23T08:25:23.400" v="161" actId="478"/>
          <ac:spMkLst>
            <pc:docMk/>
            <pc:sldMk cId="195943042" sldId="278"/>
            <ac:spMk id="16" creationId="{9F37C7A4-9EB3-B70C-E215-01FE818DCB07}"/>
          </ac:spMkLst>
        </pc:spChg>
        <pc:spChg chg="del">
          <ac:chgData name="Fei" userId="d19317889db4c986" providerId="LiveId" clId="{1B23C512-DF15-4145-816A-3299F540025E}" dt="2022-05-23T08:25:23.400" v="161" actId="478"/>
          <ac:spMkLst>
            <pc:docMk/>
            <pc:sldMk cId="195943042" sldId="278"/>
            <ac:spMk id="17" creationId="{9FF876B4-71B0-AC07-5094-CDF81F64F568}"/>
          </ac:spMkLst>
        </pc:spChg>
        <pc:spChg chg="del">
          <ac:chgData name="Fei" userId="d19317889db4c986" providerId="LiveId" clId="{1B23C512-DF15-4145-816A-3299F540025E}" dt="2022-05-23T08:25:23.400" v="161" actId="478"/>
          <ac:spMkLst>
            <pc:docMk/>
            <pc:sldMk cId="195943042" sldId="278"/>
            <ac:spMk id="18" creationId="{1F437EED-00DF-E4DF-FDF9-4F8C8D1D3EA3}"/>
          </ac:spMkLst>
        </pc:spChg>
        <pc:picChg chg="add mod">
          <ac:chgData name="Fei" userId="d19317889db4c986" providerId="LiveId" clId="{1B23C512-DF15-4145-816A-3299F540025E}" dt="2022-05-23T08:25:34.525" v="164" actId="1076"/>
          <ac:picMkLst>
            <pc:docMk/>
            <pc:sldMk cId="195943042" sldId="278"/>
            <ac:picMk id="3" creationId="{1ACAB450-A97A-BC86-A693-F67BE0263D1B}"/>
          </ac:picMkLst>
        </pc:picChg>
        <pc:picChg chg="del">
          <ac:chgData name="Fei" userId="d19317889db4c986" providerId="LiveId" clId="{1B23C512-DF15-4145-816A-3299F540025E}" dt="2022-05-23T08:25:23.400" v="161" actId="478"/>
          <ac:picMkLst>
            <pc:docMk/>
            <pc:sldMk cId="195943042" sldId="278"/>
            <ac:picMk id="5" creationId="{CDDDDC88-EAA2-33FB-133C-9368497343C3}"/>
          </ac:picMkLst>
        </pc:picChg>
        <pc:picChg chg="add mod modCrop">
          <ac:chgData name="Fei" userId="d19317889db4c986" providerId="LiveId" clId="{1B23C512-DF15-4145-816A-3299F540025E}" dt="2022-05-23T08:26:58.686" v="189" actId="1037"/>
          <ac:picMkLst>
            <pc:docMk/>
            <pc:sldMk cId="195943042" sldId="278"/>
            <ac:picMk id="6" creationId="{6A0C5A43-9862-3A56-DB75-C4FB618A67EE}"/>
          </ac:picMkLst>
        </pc:picChg>
        <pc:picChg chg="del">
          <ac:chgData name="Fei" userId="d19317889db4c986" providerId="LiveId" clId="{1B23C512-DF15-4145-816A-3299F540025E}" dt="2022-05-23T08:25:23.400" v="161" actId="478"/>
          <ac:picMkLst>
            <pc:docMk/>
            <pc:sldMk cId="195943042" sldId="278"/>
            <ac:picMk id="7" creationId="{30290C85-92D6-0EF6-A03A-E1179EA0783B}"/>
          </ac:picMkLst>
        </pc:picChg>
        <pc:picChg chg="del">
          <ac:chgData name="Fei" userId="d19317889db4c986" providerId="LiveId" clId="{1B23C512-DF15-4145-816A-3299F540025E}" dt="2022-05-23T08:25:23.400" v="161" actId="478"/>
          <ac:picMkLst>
            <pc:docMk/>
            <pc:sldMk cId="195943042" sldId="278"/>
            <ac:picMk id="9" creationId="{E7383530-B6DD-21FF-2284-E5D497707C8B}"/>
          </ac:picMkLst>
        </pc:picChg>
        <pc:picChg chg="del">
          <ac:chgData name="Fei" userId="d19317889db4c986" providerId="LiveId" clId="{1B23C512-DF15-4145-816A-3299F540025E}" dt="2022-05-23T08:25:23.400" v="161" actId="478"/>
          <ac:picMkLst>
            <pc:docMk/>
            <pc:sldMk cId="195943042" sldId="278"/>
            <ac:picMk id="19" creationId="{1938E966-2E27-2C80-0E45-A89D6C8822E0}"/>
          </ac:picMkLst>
        </pc:picChg>
        <pc:picChg chg="add mod">
          <ac:chgData name="Fei" userId="d19317889db4c986" providerId="LiveId" clId="{1B23C512-DF15-4145-816A-3299F540025E}" dt="2022-05-23T08:26:54.052" v="185" actId="1076"/>
          <ac:picMkLst>
            <pc:docMk/>
            <pc:sldMk cId="195943042" sldId="278"/>
            <ac:picMk id="20" creationId="{E0E5B89B-F3B4-4541-6EEE-415A1F78E41F}"/>
          </ac:picMkLst>
        </pc:picChg>
        <pc:picChg chg="del">
          <ac:chgData name="Fei" userId="d19317889db4c986" providerId="LiveId" clId="{1B23C512-DF15-4145-816A-3299F540025E}" dt="2022-05-23T08:25:23.400" v="161" actId="478"/>
          <ac:picMkLst>
            <pc:docMk/>
            <pc:sldMk cId="195943042" sldId="278"/>
            <ac:picMk id="21" creationId="{23974103-02BA-A3F4-4402-50E5CFCE0913}"/>
          </ac:picMkLst>
        </pc:picChg>
        <pc:picChg chg="del">
          <ac:chgData name="Fei" userId="d19317889db4c986" providerId="LiveId" clId="{1B23C512-DF15-4145-816A-3299F540025E}" dt="2022-05-23T08:25:23.400" v="161" actId="478"/>
          <ac:picMkLst>
            <pc:docMk/>
            <pc:sldMk cId="195943042" sldId="278"/>
            <ac:picMk id="23" creationId="{7B529663-C5FD-C674-09EC-B611FB12850F}"/>
          </ac:picMkLst>
        </pc:picChg>
        <pc:picChg chg="add mod">
          <ac:chgData name="Fei" userId="d19317889db4c986" providerId="LiveId" clId="{1B23C512-DF15-4145-816A-3299F540025E}" dt="2022-05-23T08:27:04.730" v="194" actId="1037"/>
          <ac:picMkLst>
            <pc:docMk/>
            <pc:sldMk cId="195943042" sldId="278"/>
            <ac:picMk id="24" creationId="{B31688D7-9BE2-28EB-72F8-04F0967263D0}"/>
          </ac:picMkLst>
        </pc:picChg>
      </pc:sldChg>
      <pc:sldChg chg="addSp modSp add">
        <pc:chgData name="Fei" userId="d19317889db4c986" providerId="LiveId" clId="{1B23C512-DF15-4145-816A-3299F540025E}" dt="2022-05-23T08:34:38.298" v="222"/>
        <pc:sldMkLst>
          <pc:docMk/>
          <pc:sldMk cId="1801029432" sldId="278"/>
        </pc:sldMkLst>
        <pc:spChg chg="add mod">
          <ac:chgData name="Fei" userId="d19317889db4c986" providerId="LiveId" clId="{1B23C512-DF15-4145-816A-3299F540025E}" dt="2022-05-23T08:34:38.298" v="222"/>
          <ac:spMkLst>
            <pc:docMk/>
            <pc:sldMk cId="1801029432" sldId="278"/>
            <ac:spMk id="7" creationId="{4E665B54-C7D7-40C5-B03D-4763781A5CC7}"/>
          </ac:spMkLst>
        </pc:spChg>
      </pc:sldChg>
      <pc:sldChg chg="addSp delSp modSp new mod ord">
        <pc:chgData name="Fei" userId="d19317889db4c986" providerId="LiveId" clId="{1B23C512-DF15-4145-816A-3299F540025E}" dt="2022-05-23T08:34:48.094" v="225"/>
        <pc:sldMkLst>
          <pc:docMk/>
          <pc:sldMk cId="3091142409" sldId="279"/>
        </pc:sldMkLst>
        <pc:spChg chg="del">
          <ac:chgData name="Fei" userId="d19317889db4c986" providerId="LiveId" clId="{1B23C512-DF15-4145-816A-3299F540025E}" dt="2022-05-23T08:28:06.412" v="198" actId="478"/>
          <ac:spMkLst>
            <pc:docMk/>
            <pc:sldMk cId="3091142409" sldId="279"/>
            <ac:spMk id="2" creationId="{92FC8100-8256-98AF-CCBE-EF76E4383AB2}"/>
          </ac:spMkLst>
        </pc:spChg>
        <pc:spChg chg="del">
          <ac:chgData name="Fei" userId="d19317889db4c986" providerId="LiveId" clId="{1B23C512-DF15-4145-816A-3299F540025E}" dt="2022-05-23T08:28:05.500" v="197" actId="478"/>
          <ac:spMkLst>
            <pc:docMk/>
            <pc:sldMk cId="3091142409" sldId="279"/>
            <ac:spMk id="3" creationId="{FFDF5851-DD0C-7AFE-3616-25DA91F30137}"/>
          </ac:spMkLst>
        </pc:spChg>
        <pc:spChg chg="add mod">
          <ac:chgData name="Fei" userId="d19317889db4c986" providerId="LiveId" clId="{1B23C512-DF15-4145-816A-3299F540025E}" dt="2022-05-23T08:34:48.094" v="225"/>
          <ac:spMkLst>
            <pc:docMk/>
            <pc:sldMk cId="3091142409" sldId="279"/>
            <ac:spMk id="9" creationId="{CB6614E3-399E-D00C-57FE-1BF93FAA2BE3}"/>
          </ac:spMkLst>
        </pc:spChg>
        <pc:picChg chg="add mod">
          <ac:chgData name="Fei" userId="d19317889db4c986" providerId="LiveId" clId="{1B23C512-DF15-4145-816A-3299F540025E}" dt="2022-05-23T08:28:31.250" v="207" actId="1076"/>
          <ac:picMkLst>
            <pc:docMk/>
            <pc:sldMk cId="3091142409" sldId="279"/>
            <ac:picMk id="5" creationId="{FC91127A-F18D-C95D-937F-D0483F830D25}"/>
          </ac:picMkLst>
        </pc:picChg>
        <pc:picChg chg="add mod">
          <ac:chgData name="Fei" userId="d19317889db4c986" providerId="LiveId" clId="{1B23C512-DF15-4145-816A-3299F540025E}" dt="2022-05-23T08:28:15.155" v="202"/>
          <ac:picMkLst>
            <pc:docMk/>
            <pc:sldMk cId="3091142409" sldId="279"/>
            <ac:picMk id="6" creationId="{9B8B04B2-9612-F938-BC43-4410E034570C}"/>
          </ac:picMkLst>
        </pc:picChg>
        <pc:picChg chg="add mod">
          <ac:chgData name="Fei" userId="d19317889db4c986" providerId="LiveId" clId="{1B23C512-DF15-4145-816A-3299F540025E}" dt="2022-05-23T08:28:29.116" v="206" actId="1076"/>
          <ac:picMkLst>
            <pc:docMk/>
            <pc:sldMk cId="3091142409" sldId="279"/>
            <ac:picMk id="8" creationId="{576ACFE6-E3DA-D6EE-F474-79483740A1CB}"/>
          </ac:picMkLst>
        </pc:picChg>
      </pc:sldChg>
      <pc:sldChg chg="add">
        <pc:chgData name="Fei" userId="d19317889db4c986" providerId="LiveId" clId="{1B23C512-DF15-4145-816A-3299F540025E}" dt="2022-05-23T08:31:23.692" v="208"/>
        <pc:sldMkLst>
          <pc:docMk/>
          <pc:sldMk cId="2050171829" sldId="280"/>
        </pc:sldMkLst>
      </pc:sldChg>
      <pc:sldChg chg="addSp delSp modSp add mod">
        <pc:chgData name="Fei" userId="d19317889db4c986" providerId="LiveId" clId="{1B23C512-DF15-4145-816A-3299F540025E}" dt="2022-05-23T08:43:10.912" v="242"/>
        <pc:sldMkLst>
          <pc:docMk/>
          <pc:sldMk cId="1384931503" sldId="300"/>
        </pc:sldMkLst>
        <pc:spChg chg="del">
          <ac:chgData name="Fei" userId="d19317889db4c986" providerId="LiveId" clId="{1B23C512-DF15-4145-816A-3299F540025E}" dt="2022-05-23T08:42:54.480" v="239" actId="478"/>
          <ac:spMkLst>
            <pc:docMk/>
            <pc:sldMk cId="1384931503" sldId="300"/>
            <ac:spMk id="8" creationId="{4C3F5430-FCAE-493C-DC30-9F50E9117ECC}"/>
          </ac:spMkLst>
        </pc:spChg>
        <pc:spChg chg="add del mod">
          <ac:chgData name="Fei" userId="d19317889db4c986" providerId="LiveId" clId="{1B23C512-DF15-4145-816A-3299F540025E}" dt="2022-05-23T08:43:10.443" v="241" actId="478"/>
          <ac:spMkLst>
            <pc:docMk/>
            <pc:sldMk cId="1384931503" sldId="300"/>
            <ac:spMk id="10" creationId="{EE50E4FD-FF47-8DCE-5977-465FC0C1AF01}"/>
          </ac:spMkLst>
        </pc:spChg>
        <pc:spChg chg="add mod">
          <ac:chgData name="Fei" userId="d19317889db4c986" providerId="LiveId" clId="{1B23C512-DF15-4145-816A-3299F540025E}" dt="2022-05-23T08:43:10.912" v="242"/>
          <ac:spMkLst>
            <pc:docMk/>
            <pc:sldMk cId="1384931503" sldId="300"/>
            <ac:spMk id="12" creationId="{60032ABA-D448-2CFB-AD09-4953CFBD5B59}"/>
          </ac:spMkLst>
        </pc:spChg>
      </pc:sldChg>
      <pc:sldChg chg="addSp delSp modSp add mod">
        <pc:chgData name="Fei" userId="d19317889db4c986" providerId="LiveId" clId="{1B23C512-DF15-4145-816A-3299F540025E}" dt="2022-05-23T08:43:15.514" v="245"/>
        <pc:sldMkLst>
          <pc:docMk/>
          <pc:sldMk cId="1761234992" sldId="302"/>
        </pc:sldMkLst>
        <pc:spChg chg="del">
          <ac:chgData name="Fei" userId="d19317889db4c986" providerId="LiveId" clId="{1B23C512-DF15-4145-816A-3299F540025E}" dt="2022-05-23T08:43:15.247" v="244" actId="478"/>
          <ac:spMkLst>
            <pc:docMk/>
            <pc:sldMk cId="1761234992" sldId="302"/>
            <ac:spMk id="4" creationId="{4C3F5430-FCAE-493C-DC30-9F50E9117ECC}"/>
          </ac:spMkLst>
        </pc:spChg>
        <pc:spChg chg="add mod">
          <ac:chgData name="Fei" userId="d19317889db4c986" providerId="LiveId" clId="{1B23C512-DF15-4145-816A-3299F540025E}" dt="2022-05-23T08:43:15.514" v="245"/>
          <ac:spMkLst>
            <pc:docMk/>
            <pc:sldMk cId="1761234992" sldId="302"/>
            <ac:spMk id="11" creationId="{E3F54FE2-3B0F-C39E-7E76-536058D9ACD8}"/>
          </ac:spMkLst>
        </pc:spChg>
      </pc:sldChg>
      <pc:sldChg chg="addSp delSp modSp add mod">
        <pc:chgData name="Fei" userId="d19317889db4c986" providerId="LiveId" clId="{1B23C512-DF15-4145-816A-3299F540025E}" dt="2022-05-23T08:45:44.986" v="291" actId="164"/>
        <pc:sldMkLst>
          <pc:docMk/>
          <pc:sldMk cId="0" sldId="320"/>
        </pc:sldMkLst>
        <pc:spChg chg="add mod">
          <ac:chgData name="Fei" userId="d19317889db4c986" providerId="LiveId" clId="{1B23C512-DF15-4145-816A-3299F540025E}" dt="2022-05-23T08:44:20.160" v="260" actId="14100"/>
          <ac:spMkLst>
            <pc:docMk/>
            <pc:sldMk cId="0" sldId="320"/>
            <ac:spMk id="2" creationId="{800E27AC-6E69-D05A-CCDA-983530DEC4A1}"/>
          </ac:spMkLst>
        </pc:spChg>
        <pc:spChg chg="add mod">
          <ac:chgData name="Fei" userId="d19317889db4c986" providerId="LiveId" clId="{1B23C512-DF15-4145-816A-3299F540025E}" dt="2022-05-23T08:44:24.833" v="261" actId="14100"/>
          <ac:spMkLst>
            <pc:docMk/>
            <pc:sldMk cId="0" sldId="320"/>
            <ac:spMk id="18" creationId="{5AB03FD5-B773-F5B5-2099-20F826287DF3}"/>
          </ac:spMkLst>
        </pc:spChg>
        <pc:spChg chg="add mod">
          <ac:chgData name="Fei" userId="d19317889db4c986" providerId="LiveId" clId="{1B23C512-DF15-4145-816A-3299F540025E}" dt="2022-05-23T08:45:44.986" v="291" actId="164"/>
          <ac:spMkLst>
            <pc:docMk/>
            <pc:sldMk cId="0" sldId="320"/>
            <ac:spMk id="20" creationId="{22CDB2E6-78A0-C2BC-F1B6-D5C58F6A21DB}"/>
          </ac:spMkLst>
        </pc:spChg>
        <pc:spChg chg="add mod">
          <ac:chgData name="Fei" userId="d19317889db4c986" providerId="LiveId" clId="{1B23C512-DF15-4145-816A-3299F540025E}" dt="2022-05-23T08:45:44.986" v="291" actId="164"/>
          <ac:spMkLst>
            <pc:docMk/>
            <pc:sldMk cId="0" sldId="320"/>
            <ac:spMk id="21" creationId="{3D7FD862-7A63-48E1-26A0-83B589E07B7E}"/>
          </ac:spMkLst>
        </pc:spChg>
        <pc:spChg chg="mod">
          <ac:chgData name="Fei" userId="d19317889db4c986" providerId="LiveId" clId="{1B23C512-DF15-4145-816A-3299F540025E}" dt="2022-05-23T08:44:34.584" v="262" actId="1076"/>
          <ac:spMkLst>
            <pc:docMk/>
            <pc:sldMk cId="0" sldId="320"/>
            <ac:spMk id="47111" creationId="{799BE755-CF94-4B5C-7BEC-7C2C25F38A1B}"/>
          </ac:spMkLst>
        </pc:spChg>
        <pc:spChg chg="add del mod">
          <ac:chgData name="Fei" userId="d19317889db4c986" providerId="LiveId" clId="{1B23C512-DF15-4145-816A-3299F540025E}" dt="2022-05-23T08:44:16.531" v="259" actId="1076"/>
          <ac:spMkLst>
            <pc:docMk/>
            <pc:sldMk cId="0" sldId="320"/>
            <ac:spMk id="47114" creationId="{E88CBE42-C0EA-ACF9-CB71-DF24138410D4}"/>
          </ac:spMkLst>
        </pc:spChg>
        <pc:spChg chg="del">
          <ac:chgData name="Fei" userId="d19317889db4c986" providerId="LiveId" clId="{1B23C512-DF15-4145-816A-3299F540025E}" dt="2022-05-23T08:44:07.491" v="255" actId="478"/>
          <ac:spMkLst>
            <pc:docMk/>
            <pc:sldMk cId="0" sldId="320"/>
            <ac:spMk id="47118" creationId="{13480155-BB0E-4BB9-5023-E227B3362E49}"/>
          </ac:spMkLst>
        </pc:spChg>
        <pc:grpChg chg="add mod">
          <ac:chgData name="Fei" userId="d19317889db4c986" providerId="LiveId" clId="{1B23C512-DF15-4145-816A-3299F540025E}" dt="2022-05-23T08:45:44.986" v="291" actId="164"/>
          <ac:grpSpMkLst>
            <pc:docMk/>
            <pc:sldMk cId="0" sldId="320"/>
            <ac:grpSpMk id="4" creationId="{81C1AAEF-BDC5-09D5-324A-6F9AC50B5913}"/>
          </ac:grpSpMkLst>
        </pc:grpChg>
        <pc:grpChg chg="del mod">
          <ac:chgData name="Fei" userId="d19317889db4c986" providerId="LiveId" clId="{1B23C512-DF15-4145-816A-3299F540025E}" dt="2022-05-23T08:44:07.491" v="255" actId="478"/>
          <ac:grpSpMkLst>
            <pc:docMk/>
            <pc:sldMk cId="0" sldId="320"/>
            <ac:grpSpMk id="47108" creationId="{0660B02F-2E09-F613-ACF4-107B1D465905}"/>
          </ac:grpSpMkLst>
        </pc:grpChg>
        <pc:grpChg chg="add del mod">
          <ac:chgData name="Fei" userId="d19317889db4c986" providerId="LiveId" clId="{1B23C512-DF15-4145-816A-3299F540025E}" dt="2022-05-23T08:44:16.531" v="259" actId="1076"/>
          <ac:grpSpMkLst>
            <pc:docMk/>
            <pc:sldMk cId="0" sldId="320"/>
            <ac:grpSpMk id="47109" creationId="{3FB55FF2-7D3B-FBA7-13DA-E85CD88509F4}"/>
          </ac:grpSpMkLst>
        </pc:grpChg>
        <pc:grpChg chg="mod">
          <ac:chgData name="Fei" userId="d19317889db4c986" providerId="LiveId" clId="{1B23C512-DF15-4145-816A-3299F540025E}" dt="2022-05-23T08:44:16.531" v="259" actId="1076"/>
          <ac:grpSpMkLst>
            <pc:docMk/>
            <pc:sldMk cId="0" sldId="320"/>
            <ac:grpSpMk id="47115" creationId="{761CAB4F-7768-DF43-5C4B-FB9F0369CD26}"/>
          </ac:grpSpMkLst>
        </pc:grpChg>
        <pc:graphicFrameChg chg="mod">
          <ac:chgData name="Fei" userId="d19317889db4c986" providerId="LiveId" clId="{1B23C512-DF15-4145-816A-3299F540025E}" dt="2022-05-23T08:45:44.986" v="291" actId="164"/>
          <ac:graphicFrameMkLst>
            <pc:docMk/>
            <pc:sldMk cId="0" sldId="320"/>
            <ac:graphicFrameMk id="47113" creationId="{7FC5D313-2001-9A5E-81F4-2E5DD3B6BF57}"/>
          </ac:graphicFrameMkLst>
        </pc:graphicFrameChg>
        <pc:graphicFrameChg chg="mod">
          <ac:chgData name="Fei" userId="d19317889db4c986" providerId="LiveId" clId="{1B23C512-DF15-4145-816A-3299F540025E}" dt="2022-05-23T08:44:16.531" v="259" actId="1076"/>
          <ac:graphicFrameMkLst>
            <pc:docMk/>
            <pc:sldMk cId="0" sldId="320"/>
            <ac:graphicFrameMk id="47116" creationId="{3D95A82E-5039-D055-0D2B-BC4A03901761}"/>
          </ac:graphicFrameMkLst>
        </pc:graphicFrameChg>
        <pc:graphicFrameChg chg="mod">
          <ac:chgData name="Fei" userId="d19317889db4c986" providerId="LiveId" clId="{1B23C512-DF15-4145-816A-3299F540025E}" dt="2022-05-23T08:44:16.531" v="259" actId="1076"/>
          <ac:graphicFrameMkLst>
            <pc:docMk/>
            <pc:sldMk cId="0" sldId="320"/>
            <ac:graphicFrameMk id="47117" creationId="{7EBC9924-6CA5-88AB-4B75-A89DD844B19C}"/>
          </ac:graphicFrameMkLst>
        </pc:graphicFrameChg>
        <pc:graphicFrameChg chg="mod">
          <ac:chgData name="Fei" userId="d19317889db4c986" providerId="LiveId" clId="{1B23C512-DF15-4145-816A-3299F540025E}" dt="2022-05-23T08:44:07.491" v="255" actId="478"/>
          <ac:graphicFrameMkLst>
            <pc:docMk/>
            <pc:sldMk cId="0" sldId="320"/>
            <ac:graphicFrameMk id="47119" creationId="{592D92ED-A1A6-0D71-E056-0EB7B872A0FE}"/>
          </ac:graphicFrameMkLst>
        </pc:graphicFrameChg>
      </pc:sldChg>
      <pc:sldChg chg="add">
        <pc:chgData name="Fei" userId="d19317889db4c986" providerId="LiveId" clId="{1B23C512-DF15-4145-816A-3299F540025E}" dt="2022-05-23T08:31:23.692" v="208"/>
        <pc:sldMkLst>
          <pc:docMk/>
          <pc:sldMk cId="749297111" sldId="371"/>
        </pc:sldMkLst>
      </pc:sldChg>
      <pc:sldChg chg="add">
        <pc:chgData name="Fei" userId="d19317889db4c986" providerId="LiveId" clId="{1B23C512-DF15-4145-816A-3299F540025E}" dt="2022-05-23T08:31:23.692" v="208"/>
        <pc:sldMkLst>
          <pc:docMk/>
          <pc:sldMk cId="2034983812" sldId="375"/>
        </pc:sldMkLst>
      </pc:sldChg>
      <pc:sldChg chg="add">
        <pc:chgData name="Fei" userId="d19317889db4c986" providerId="LiveId" clId="{1B23C512-DF15-4145-816A-3299F540025E}" dt="2022-05-23T08:31:23.692" v="208"/>
        <pc:sldMkLst>
          <pc:docMk/>
          <pc:sldMk cId="3572720350" sldId="380"/>
        </pc:sldMkLst>
      </pc:sldChg>
      <pc:sldChg chg="add">
        <pc:chgData name="Fei" userId="d19317889db4c986" providerId="LiveId" clId="{1B23C512-DF15-4145-816A-3299F540025E}" dt="2022-05-23T08:31:23.692" v="208"/>
        <pc:sldMkLst>
          <pc:docMk/>
          <pc:sldMk cId="2547021445" sldId="388"/>
        </pc:sldMkLst>
      </pc:sldChg>
      <pc:sldChg chg="add del">
        <pc:chgData name="Fei" userId="d19317889db4c986" providerId="LiveId" clId="{1B23C512-DF15-4145-816A-3299F540025E}" dt="2022-05-23T08:32:15.049" v="210" actId="47"/>
        <pc:sldMkLst>
          <pc:docMk/>
          <pc:sldMk cId="2795812651" sldId="393"/>
        </pc:sldMkLst>
      </pc:sldChg>
      <pc:sldChg chg="add del">
        <pc:chgData name="Fei" userId="d19317889db4c986" providerId="LiveId" clId="{1B23C512-DF15-4145-816A-3299F540025E}" dt="2022-05-23T08:32:13.349" v="209" actId="47"/>
        <pc:sldMkLst>
          <pc:docMk/>
          <pc:sldMk cId="2796587831" sldId="407"/>
        </pc:sldMkLst>
      </pc:sldChg>
      <pc:sldChg chg="modSp add mod">
        <pc:chgData name="Fei" userId="d19317889db4c986" providerId="LiveId" clId="{1B23C512-DF15-4145-816A-3299F540025E}" dt="2022-05-23T08:33:04.321" v="214" actId="14100"/>
        <pc:sldMkLst>
          <pc:docMk/>
          <pc:sldMk cId="577393801" sldId="408"/>
        </pc:sldMkLst>
        <pc:spChg chg="mod">
          <ac:chgData name="Fei" userId="d19317889db4c986" providerId="LiveId" clId="{1B23C512-DF15-4145-816A-3299F540025E}" dt="2022-05-23T08:32:59.091" v="213" actId="20577"/>
          <ac:spMkLst>
            <pc:docMk/>
            <pc:sldMk cId="577393801" sldId="408"/>
            <ac:spMk id="4" creationId="{55CDE8FD-2E32-E8D0-A305-3E495F401DFD}"/>
          </ac:spMkLst>
        </pc:spChg>
        <pc:picChg chg="mod">
          <ac:chgData name="Fei" userId="d19317889db4c986" providerId="LiveId" clId="{1B23C512-DF15-4145-816A-3299F540025E}" dt="2022-05-23T08:33:04.321" v="214" actId="14100"/>
          <ac:picMkLst>
            <pc:docMk/>
            <pc:sldMk cId="577393801" sldId="408"/>
            <ac:picMk id="5" creationId="{F11D986D-E896-D629-C220-FB6359F9A993}"/>
          </ac:picMkLst>
        </pc:picChg>
      </pc:sldChg>
      <pc:sldChg chg="add del">
        <pc:chgData name="Fei" userId="d19317889db4c986" providerId="LiveId" clId="{1B23C512-DF15-4145-816A-3299F540025E}" dt="2022-05-23T08:33:34.152" v="217" actId="47"/>
        <pc:sldMkLst>
          <pc:docMk/>
          <pc:sldMk cId="719106459" sldId="409"/>
        </pc:sldMkLst>
      </pc:sldChg>
      <pc:sldChg chg="new del">
        <pc:chgData name="Fei" userId="d19317889db4c986" providerId="LiveId" clId="{1B23C512-DF15-4145-816A-3299F540025E}" dt="2022-05-23T08:45:54.421" v="292" actId="47"/>
        <pc:sldMkLst>
          <pc:docMk/>
          <pc:sldMk cId="1170698713" sldId="409"/>
        </pc:sldMkLst>
      </pc:sldChg>
      <pc:sldChg chg="add del">
        <pc:chgData name="Fei" userId="d19317889db4c986" providerId="LiveId" clId="{1B23C512-DF15-4145-816A-3299F540025E}" dt="2022-05-23T08:33:18.677" v="215" actId="47"/>
        <pc:sldMkLst>
          <pc:docMk/>
          <pc:sldMk cId="1639350420" sldId="410"/>
        </pc:sldMkLst>
      </pc:sldChg>
      <pc:sldChg chg="addSp delSp modSp new mod">
        <pc:chgData name="Fei" userId="d19317889db4c986" providerId="LiveId" clId="{1B23C512-DF15-4145-816A-3299F540025E}" dt="2022-05-23T08:47:35.260" v="340"/>
        <pc:sldMkLst>
          <pc:docMk/>
          <pc:sldMk cId="1718109064" sldId="410"/>
        </pc:sldMkLst>
        <pc:spChg chg="del">
          <ac:chgData name="Fei" userId="d19317889db4c986" providerId="LiveId" clId="{1B23C512-DF15-4145-816A-3299F540025E}" dt="2022-05-23T08:37:58.906" v="229" actId="478"/>
          <ac:spMkLst>
            <pc:docMk/>
            <pc:sldMk cId="1718109064" sldId="410"/>
            <ac:spMk id="2" creationId="{9002640A-5BA3-F4BA-6460-6BC8729BF9A8}"/>
          </ac:spMkLst>
        </pc:spChg>
        <pc:spChg chg="del">
          <ac:chgData name="Fei" userId="d19317889db4c986" providerId="LiveId" clId="{1B23C512-DF15-4145-816A-3299F540025E}" dt="2022-05-23T08:37:59.889" v="230" actId="478"/>
          <ac:spMkLst>
            <pc:docMk/>
            <pc:sldMk cId="1718109064" sldId="410"/>
            <ac:spMk id="3" creationId="{DE76A590-08B5-896E-2A98-FC6C7F5546A8}"/>
          </ac:spMkLst>
        </pc:spChg>
        <pc:spChg chg="add mod">
          <ac:chgData name="Fei" userId="d19317889db4c986" providerId="LiveId" clId="{1B23C512-DF15-4145-816A-3299F540025E}" dt="2022-05-23T08:43:12.670" v="243"/>
          <ac:spMkLst>
            <pc:docMk/>
            <pc:sldMk cId="1718109064" sldId="410"/>
            <ac:spMk id="5" creationId="{F309C36E-63D8-726E-CB7D-53D2E9E1948F}"/>
          </ac:spMkLst>
        </pc:spChg>
        <pc:spChg chg="add mod">
          <ac:chgData name="Fei" userId="d19317889db4c986" providerId="LiveId" clId="{1B23C512-DF15-4145-816A-3299F540025E}" dt="2022-05-23T08:47:35.260" v="340"/>
          <ac:spMkLst>
            <pc:docMk/>
            <pc:sldMk cId="1718109064" sldId="410"/>
            <ac:spMk id="6" creationId="{55A1CC55-D2B3-7896-4D4F-73EC0DCD0F9B}"/>
          </ac:spMkLst>
        </pc:spChg>
        <pc:picChg chg="add mod">
          <ac:chgData name="Fei" userId="d19317889db4c986" providerId="LiveId" clId="{1B23C512-DF15-4145-816A-3299F540025E}" dt="2022-05-23T08:47:14.462" v="310" actId="1076"/>
          <ac:picMkLst>
            <pc:docMk/>
            <pc:sldMk cId="1718109064" sldId="410"/>
            <ac:picMk id="2050" creationId="{93D88EA7-F2F3-A820-ECD9-B08EF2B7B89A}"/>
          </ac:picMkLst>
        </pc:picChg>
      </pc:sldChg>
      <pc:sldChg chg="addSp delSp modSp new mod">
        <pc:chgData name="Fei" userId="d19317889db4c986" providerId="LiveId" clId="{1B23C512-DF15-4145-816A-3299F540025E}" dt="2022-05-23T08:47:49.114" v="346"/>
        <pc:sldMkLst>
          <pc:docMk/>
          <pc:sldMk cId="35701581" sldId="411"/>
        </pc:sldMkLst>
        <pc:spChg chg="del">
          <ac:chgData name="Fei" userId="d19317889db4c986" providerId="LiveId" clId="{1B23C512-DF15-4145-816A-3299F540025E}" dt="2022-05-23T08:46:31.957" v="295" actId="478"/>
          <ac:spMkLst>
            <pc:docMk/>
            <pc:sldMk cId="35701581" sldId="411"/>
            <ac:spMk id="2" creationId="{A35FC737-B3C2-B560-CDA3-D530870BF571}"/>
          </ac:spMkLst>
        </pc:spChg>
        <pc:spChg chg="del">
          <ac:chgData name="Fei" userId="d19317889db4c986" providerId="LiveId" clId="{1B23C512-DF15-4145-816A-3299F540025E}" dt="2022-05-23T08:46:30.882" v="294" actId="478"/>
          <ac:spMkLst>
            <pc:docMk/>
            <pc:sldMk cId="35701581" sldId="411"/>
            <ac:spMk id="3" creationId="{5FA491DC-84DA-7F9B-D349-FEE35F6126B5}"/>
          </ac:spMkLst>
        </pc:spChg>
        <pc:spChg chg="mod">
          <ac:chgData name="Fei" userId="d19317889db4c986" providerId="LiveId" clId="{1B23C512-DF15-4145-816A-3299F540025E}" dt="2022-05-23T08:46:33.017" v="296"/>
          <ac:spMkLst>
            <pc:docMk/>
            <pc:sldMk cId="35701581" sldId="411"/>
            <ac:spMk id="7" creationId="{1123D7E0-91BF-4770-1684-2D3FA95F6A29}"/>
          </ac:spMkLst>
        </pc:spChg>
        <pc:spChg chg="mod">
          <ac:chgData name="Fei" userId="d19317889db4c986" providerId="LiveId" clId="{1B23C512-DF15-4145-816A-3299F540025E}" dt="2022-05-23T08:46:33.017" v="296"/>
          <ac:spMkLst>
            <pc:docMk/>
            <pc:sldMk cId="35701581" sldId="411"/>
            <ac:spMk id="8" creationId="{E9B55D60-8976-A8C5-418B-4A338FB76427}"/>
          </ac:spMkLst>
        </pc:spChg>
        <pc:spChg chg="mod">
          <ac:chgData name="Fei" userId="d19317889db4c986" providerId="LiveId" clId="{1B23C512-DF15-4145-816A-3299F540025E}" dt="2022-05-23T08:46:33.017" v="296"/>
          <ac:spMkLst>
            <pc:docMk/>
            <pc:sldMk cId="35701581" sldId="411"/>
            <ac:spMk id="9" creationId="{F94FF55B-E8C6-4866-253D-06EEBCB28BB3}"/>
          </ac:spMkLst>
        </pc:spChg>
        <pc:spChg chg="add mod">
          <ac:chgData name="Fei" userId="d19317889db4c986" providerId="LiveId" clId="{1B23C512-DF15-4145-816A-3299F540025E}" dt="2022-05-23T08:47:49.114" v="346"/>
          <ac:spMkLst>
            <pc:docMk/>
            <pc:sldMk cId="35701581" sldId="411"/>
            <ac:spMk id="10" creationId="{2C8AA971-AA2F-36D5-ACEC-FC954288224C}"/>
          </ac:spMkLst>
        </pc:spChg>
        <pc:grpChg chg="add mod">
          <ac:chgData name="Fei" userId="d19317889db4c986" providerId="LiveId" clId="{1B23C512-DF15-4145-816A-3299F540025E}" dt="2022-05-23T08:47:42.167" v="341" actId="1076"/>
          <ac:grpSpMkLst>
            <pc:docMk/>
            <pc:sldMk cId="35701581" sldId="411"/>
            <ac:grpSpMk id="4" creationId="{D1045787-0FB9-2720-6A6D-6B6AF1161F4C}"/>
          </ac:grpSpMkLst>
        </pc:grpChg>
        <pc:cxnChg chg="mod">
          <ac:chgData name="Fei" userId="d19317889db4c986" providerId="LiveId" clId="{1B23C512-DF15-4145-816A-3299F540025E}" dt="2022-05-23T08:46:33.017" v="296"/>
          <ac:cxnSpMkLst>
            <pc:docMk/>
            <pc:sldMk cId="35701581" sldId="411"/>
            <ac:cxnSpMk id="5" creationId="{C1D2090A-81F2-3A24-6F06-A6AEA3519FAF}"/>
          </ac:cxnSpMkLst>
        </pc:cxnChg>
        <pc:cxnChg chg="mod">
          <ac:chgData name="Fei" userId="d19317889db4c986" providerId="LiveId" clId="{1B23C512-DF15-4145-816A-3299F540025E}" dt="2022-05-23T08:46:33.017" v="296"/>
          <ac:cxnSpMkLst>
            <pc:docMk/>
            <pc:sldMk cId="35701581" sldId="411"/>
            <ac:cxnSpMk id="6" creationId="{9EAC09AA-7B81-3E23-C73B-88BEBDD500FA}"/>
          </ac:cxnSpMkLst>
        </pc:cxnChg>
      </pc:sldChg>
      <pc:sldChg chg="add del">
        <pc:chgData name="Fei" userId="d19317889db4c986" providerId="LiveId" clId="{1B23C512-DF15-4145-816A-3299F540025E}" dt="2022-05-23T08:33:18.782" v="216" actId="47"/>
        <pc:sldMkLst>
          <pc:docMk/>
          <pc:sldMk cId="1377848568" sldId="411"/>
        </pc:sldMkLst>
      </pc:sldChg>
      <pc:sldMasterChg chg="modSp modSldLayout">
        <pc:chgData name="Fei" userId="d19317889db4c986" providerId="LiveId" clId="{1B23C512-DF15-4145-816A-3299F540025E}" dt="2022-05-23T08:16:07.199" v="3"/>
        <pc:sldMasterMkLst>
          <pc:docMk/>
          <pc:sldMasterMk cId="2003094035" sldId="2147483648"/>
        </pc:sldMasterMkLst>
        <pc:spChg chg="mod">
          <ac:chgData name="Fei" userId="d19317889db4c986" providerId="LiveId" clId="{1B23C512-DF15-4145-816A-3299F540025E}" dt="2022-05-23T08:16:07.199" v="3"/>
          <ac:spMkLst>
            <pc:docMk/>
            <pc:sldMasterMk cId="2003094035" sldId="2147483648"/>
            <ac:spMk id="2" creationId="{00000000-0000-0000-0000-000000000000}"/>
          </ac:spMkLst>
        </pc:spChg>
        <pc:spChg chg="mod">
          <ac:chgData name="Fei" userId="d19317889db4c986" providerId="LiveId" clId="{1B23C512-DF15-4145-816A-3299F540025E}" dt="2022-05-23T08:16:07.199" v="3"/>
          <ac:spMkLst>
            <pc:docMk/>
            <pc:sldMasterMk cId="2003094035" sldId="2147483648"/>
            <ac:spMk id="3" creationId="{00000000-0000-0000-0000-000000000000}"/>
          </ac:spMkLst>
        </pc:spChg>
        <pc:spChg chg="mod">
          <ac:chgData name="Fei" userId="d19317889db4c986" providerId="LiveId" clId="{1B23C512-DF15-4145-816A-3299F540025E}" dt="2022-05-23T08:16:07.199" v="3"/>
          <ac:spMkLst>
            <pc:docMk/>
            <pc:sldMasterMk cId="2003094035" sldId="2147483648"/>
            <ac:spMk id="4" creationId="{00000000-0000-0000-0000-000000000000}"/>
          </ac:spMkLst>
        </pc:spChg>
        <pc:spChg chg="mod">
          <ac:chgData name="Fei" userId="d19317889db4c986" providerId="LiveId" clId="{1B23C512-DF15-4145-816A-3299F540025E}" dt="2022-05-23T08:16:07.199" v="3"/>
          <ac:spMkLst>
            <pc:docMk/>
            <pc:sldMasterMk cId="2003094035" sldId="2147483648"/>
            <ac:spMk id="5" creationId="{00000000-0000-0000-0000-000000000000}"/>
          </ac:spMkLst>
        </pc:spChg>
        <pc:spChg chg="mod">
          <ac:chgData name="Fei" userId="d19317889db4c986" providerId="LiveId" clId="{1B23C512-DF15-4145-816A-3299F540025E}" dt="2022-05-23T08:16:07.199" v="3"/>
          <ac:spMkLst>
            <pc:docMk/>
            <pc:sldMasterMk cId="2003094035" sldId="2147483648"/>
            <ac:spMk id="6" creationId="{00000000-0000-0000-0000-000000000000}"/>
          </ac:spMkLst>
        </pc:spChg>
        <pc:sldLayoutChg chg="modSp">
          <pc:chgData name="Fei" userId="d19317889db4c986" providerId="LiveId" clId="{1B23C512-DF15-4145-816A-3299F540025E}" dt="2022-05-23T08:16:07.199" v="3"/>
          <pc:sldLayoutMkLst>
            <pc:docMk/>
            <pc:sldMasterMk cId="2003094035" sldId="2147483648"/>
            <pc:sldLayoutMk cId="3051827620" sldId="2147483649"/>
          </pc:sldLayoutMkLst>
          <pc:spChg chg="mod">
            <ac:chgData name="Fei" userId="d19317889db4c986" providerId="LiveId" clId="{1B23C512-DF15-4145-816A-3299F540025E}" dt="2022-05-23T08:16:07.199" v="3"/>
            <ac:spMkLst>
              <pc:docMk/>
              <pc:sldMasterMk cId="2003094035" sldId="2147483648"/>
              <pc:sldLayoutMk cId="3051827620" sldId="2147483649"/>
              <ac:spMk id="2" creationId="{00000000-0000-0000-0000-000000000000}"/>
            </ac:spMkLst>
          </pc:spChg>
          <pc:spChg chg="mod">
            <ac:chgData name="Fei" userId="d19317889db4c986" providerId="LiveId" clId="{1B23C512-DF15-4145-816A-3299F540025E}" dt="2022-05-23T08:16:07.199" v="3"/>
            <ac:spMkLst>
              <pc:docMk/>
              <pc:sldMasterMk cId="2003094035" sldId="2147483648"/>
              <pc:sldLayoutMk cId="3051827620" sldId="2147483649"/>
              <ac:spMk id="3" creationId="{00000000-0000-0000-0000-000000000000}"/>
            </ac:spMkLst>
          </pc:spChg>
        </pc:sldLayoutChg>
        <pc:sldLayoutChg chg="modSp">
          <pc:chgData name="Fei" userId="d19317889db4c986" providerId="LiveId" clId="{1B23C512-DF15-4145-816A-3299F540025E}" dt="2022-05-23T08:16:07.199" v="3"/>
          <pc:sldLayoutMkLst>
            <pc:docMk/>
            <pc:sldMasterMk cId="2003094035" sldId="2147483648"/>
            <pc:sldLayoutMk cId="1612184157" sldId="2147483651"/>
          </pc:sldLayoutMkLst>
          <pc:spChg chg="mod">
            <ac:chgData name="Fei" userId="d19317889db4c986" providerId="LiveId" clId="{1B23C512-DF15-4145-816A-3299F540025E}" dt="2022-05-23T08:16:07.199" v="3"/>
            <ac:spMkLst>
              <pc:docMk/>
              <pc:sldMasterMk cId="2003094035" sldId="2147483648"/>
              <pc:sldLayoutMk cId="1612184157" sldId="2147483651"/>
              <ac:spMk id="2" creationId="{00000000-0000-0000-0000-000000000000}"/>
            </ac:spMkLst>
          </pc:spChg>
          <pc:spChg chg="mod">
            <ac:chgData name="Fei" userId="d19317889db4c986" providerId="LiveId" clId="{1B23C512-DF15-4145-816A-3299F540025E}" dt="2022-05-23T08:16:07.199" v="3"/>
            <ac:spMkLst>
              <pc:docMk/>
              <pc:sldMasterMk cId="2003094035" sldId="2147483648"/>
              <pc:sldLayoutMk cId="1612184157" sldId="2147483651"/>
              <ac:spMk id="3" creationId="{00000000-0000-0000-0000-000000000000}"/>
            </ac:spMkLst>
          </pc:spChg>
        </pc:sldLayoutChg>
        <pc:sldLayoutChg chg="modSp">
          <pc:chgData name="Fei" userId="d19317889db4c986" providerId="LiveId" clId="{1B23C512-DF15-4145-816A-3299F540025E}" dt="2022-05-23T08:16:07.199" v="3"/>
          <pc:sldLayoutMkLst>
            <pc:docMk/>
            <pc:sldMasterMk cId="2003094035" sldId="2147483648"/>
            <pc:sldLayoutMk cId="2905825717" sldId="2147483652"/>
          </pc:sldLayoutMkLst>
          <pc:spChg chg="mod">
            <ac:chgData name="Fei" userId="d19317889db4c986" providerId="LiveId" clId="{1B23C512-DF15-4145-816A-3299F540025E}" dt="2022-05-23T08:16:07.199" v="3"/>
            <ac:spMkLst>
              <pc:docMk/>
              <pc:sldMasterMk cId="2003094035" sldId="2147483648"/>
              <pc:sldLayoutMk cId="2905825717" sldId="2147483652"/>
              <ac:spMk id="3" creationId="{00000000-0000-0000-0000-000000000000}"/>
            </ac:spMkLst>
          </pc:spChg>
          <pc:spChg chg="mod">
            <ac:chgData name="Fei" userId="d19317889db4c986" providerId="LiveId" clId="{1B23C512-DF15-4145-816A-3299F540025E}" dt="2022-05-23T08:16:07.199" v="3"/>
            <ac:spMkLst>
              <pc:docMk/>
              <pc:sldMasterMk cId="2003094035" sldId="2147483648"/>
              <pc:sldLayoutMk cId="2905825717" sldId="2147483652"/>
              <ac:spMk id="4" creationId="{00000000-0000-0000-0000-000000000000}"/>
            </ac:spMkLst>
          </pc:spChg>
        </pc:sldLayoutChg>
        <pc:sldLayoutChg chg="modSp">
          <pc:chgData name="Fei" userId="d19317889db4c986" providerId="LiveId" clId="{1B23C512-DF15-4145-816A-3299F540025E}" dt="2022-05-23T08:16:07.199" v="3"/>
          <pc:sldLayoutMkLst>
            <pc:docMk/>
            <pc:sldMasterMk cId="2003094035" sldId="2147483648"/>
            <pc:sldLayoutMk cId="168117047" sldId="2147483653"/>
          </pc:sldLayoutMkLst>
          <pc:spChg chg="mod">
            <ac:chgData name="Fei" userId="d19317889db4c986" providerId="LiveId" clId="{1B23C512-DF15-4145-816A-3299F540025E}" dt="2022-05-23T08:16:07.199" v="3"/>
            <ac:spMkLst>
              <pc:docMk/>
              <pc:sldMasterMk cId="2003094035" sldId="2147483648"/>
              <pc:sldLayoutMk cId="168117047" sldId="2147483653"/>
              <ac:spMk id="2" creationId="{00000000-0000-0000-0000-000000000000}"/>
            </ac:spMkLst>
          </pc:spChg>
          <pc:spChg chg="mod">
            <ac:chgData name="Fei" userId="d19317889db4c986" providerId="LiveId" clId="{1B23C512-DF15-4145-816A-3299F540025E}" dt="2022-05-23T08:16:07.199" v="3"/>
            <ac:spMkLst>
              <pc:docMk/>
              <pc:sldMasterMk cId="2003094035" sldId="2147483648"/>
              <pc:sldLayoutMk cId="168117047" sldId="2147483653"/>
              <ac:spMk id="3" creationId="{00000000-0000-0000-0000-000000000000}"/>
            </ac:spMkLst>
          </pc:spChg>
          <pc:spChg chg="mod">
            <ac:chgData name="Fei" userId="d19317889db4c986" providerId="LiveId" clId="{1B23C512-DF15-4145-816A-3299F540025E}" dt="2022-05-23T08:16:07.199" v="3"/>
            <ac:spMkLst>
              <pc:docMk/>
              <pc:sldMasterMk cId="2003094035" sldId="2147483648"/>
              <pc:sldLayoutMk cId="168117047" sldId="2147483653"/>
              <ac:spMk id="4" creationId="{00000000-0000-0000-0000-000000000000}"/>
            </ac:spMkLst>
          </pc:spChg>
          <pc:spChg chg="mod">
            <ac:chgData name="Fei" userId="d19317889db4c986" providerId="LiveId" clId="{1B23C512-DF15-4145-816A-3299F540025E}" dt="2022-05-23T08:16:07.199" v="3"/>
            <ac:spMkLst>
              <pc:docMk/>
              <pc:sldMasterMk cId="2003094035" sldId="2147483648"/>
              <pc:sldLayoutMk cId="168117047" sldId="2147483653"/>
              <ac:spMk id="5" creationId="{00000000-0000-0000-0000-000000000000}"/>
            </ac:spMkLst>
          </pc:spChg>
          <pc:spChg chg="mod">
            <ac:chgData name="Fei" userId="d19317889db4c986" providerId="LiveId" clId="{1B23C512-DF15-4145-816A-3299F540025E}" dt="2022-05-23T08:16:07.199" v="3"/>
            <ac:spMkLst>
              <pc:docMk/>
              <pc:sldMasterMk cId="2003094035" sldId="2147483648"/>
              <pc:sldLayoutMk cId="168117047" sldId="2147483653"/>
              <ac:spMk id="6" creationId="{00000000-0000-0000-0000-000000000000}"/>
            </ac:spMkLst>
          </pc:spChg>
        </pc:sldLayoutChg>
        <pc:sldLayoutChg chg="modSp">
          <pc:chgData name="Fei" userId="d19317889db4c986" providerId="LiveId" clId="{1B23C512-DF15-4145-816A-3299F540025E}" dt="2022-05-23T08:16:07.199" v="3"/>
          <pc:sldLayoutMkLst>
            <pc:docMk/>
            <pc:sldMasterMk cId="2003094035" sldId="2147483648"/>
            <pc:sldLayoutMk cId="694758376" sldId="2147483656"/>
          </pc:sldLayoutMkLst>
          <pc:spChg chg="mod">
            <ac:chgData name="Fei" userId="d19317889db4c986" providerId="LiveId" clId="{1B23C512-DF15-4145-816A-3299F540025E}" dt="2022-05-23T08:16:07.199" v="3"/>
            <ac:spMkLst>
              <pc:docMk/>
              <pc:sldMasterMk cId="2003094035" sldId="2147483648"/>
              <pc:sldLayoutMk cId="694758376" sldId="2147483656"/>
              <ac:spMk id="2" creationId="{00000000-0000-0000-0000-000000000000}"/>
            </ac:spMkLst>
          </pc:spChg>
          <pc:spChg chg="mod">
            <ac:chgData name="Fei" userId="d19317889db4c986" providerId="LiveId" clId="{1B23C512-DF15-4145-816A-3299F540025E}" dt="2022-05-23T08:16:07.199" v="3"/>
            <ac:spMkLst>
              <pc:docMk/>
              <pc:sldMasterMk cId="2003094035" sldId="2147483648"/>
              <pc:sldLayoutMk cId="694758376" sldId="2147483656"/>
              <ac:spMk id="3" creationId="{00000000-0000-0000-0000-000000000000}"/>
            </ac:spMkLst>
          </pc:spChg>
          <pc:spChg chg="mod">
            <ac:chgData name="Fei" userId="d19317889db4c986" providerId="LiveId" clId="{1B23C512-DF15-4145-816A-3299F540025E}" dt="2022-05-23T08:16:07.199" v="3"/>
            <ac:spMkLst>
              <pc:docMk/>
              <pc:sldMasterMk cId="2003094035" sldId="2147483648"/>
              <pc:sldLayoutMk cId="694758376" sldId="2147483656"/>
              <ac:spMk id="4" creationId="{00000000-0000-0000-0000-000000000000}"/>
            </ac:spMkLst>
          </pc:spChg>
        </pc:sldLayoutChg>
        <pc:sldLayoutChg chg="modSp">
          <pc:chgData name="Fei" userId="d19317889db4c986" providerId="LiveId" clId="{1B23C512-DF15-4145-816A-3299F540025E}" dt="2022-05-23T08:16:07.199" v="3"/>
          <pc:sldLayoutMkLst>
            <pc:docMk/>
            <pc:sldMasterMk cId="2003094035" sldId="2147483648"/>
            <pc:sldLayoutMk cId="477805659" sldId="2147483657"/>
          </pc:sldLayoutMkLst>
          <pc:spChg chg="mod">
            <ac:chgData name="Fei" userId="d19317889db4c986" providerId="LiveId" clId="{1B23C512-DF15-4145-816A-3299F540025E}" dt="2022-05-23T08:16:07.199" v="3"/>
            <ac:spMkLst>
              <pc:docMk/>
              <pc:sldMasterMk cId="2003094035" sldId="2147483648"/>
              <pc:sldLayoutMk cId="477805659" sldId="2147483657"/>
              <ac:spMk id="2" creationId="{00000000-0000-0000-0000-000000000000}"/>
            </ac:spMkLst>
          </pc:spChg>
          <pc:spChg chg="mod">
            <ac:chgData name="Fei" userId="d19317889db4c986" providerId="LiveId" clId="{1B23C512-DF15-4145-816A-3299F540025E}" dt="2022-05-23T08:16:07.199" v="3"/>
            <ac:spMkLst>
              <pc:docMk/>
              <pc:sldMasterMk cId="2003094035" sldId="2147483648"/>
              <pc:sldLayoutMk cId="477805659" sldId="2147483657"/>
              <ac:spMk id="3" creationId="{00000000-0000-0000-0000-000000000000}"/>
            </ac:spMkLst>
          </pc:spChg>
          <pc:spChg chg="mod">
            <ac:chgData name="Fei" userId="d19317889db4c986" providerId="LiveId" clId="{1B23C512-DF15-4145-816A-3299F540025E}" dt="2022-05-23T08:16:07.199" v="3"/>
            <ac:spMkLst>
              <pc:docMk/>
              <pc:sldMasterMk cId="2003094035" sldId="2147483648"/>
              <pc:sldLayoutMk cId="477805659" sldId="2147483657"/>
              <ac:spMk id="4" creationId="{00000000-0000-0000-0000-000000000000}"/>
            </ac:spMkLst>
          </pc:spChg>
        </pc:sldLayoutChg>
        <pc:sldLayoutChg chg="modSp">
          <pc:chgData name="Fei" userId="d19317889db4c986" providerId="LiveId" clId="{1B23C512-DF15-4145-816A-3299F540025E}" dt="2022-05-23T08:16:07.199" v="3"/>
          <pc:sldLayoutMkLst>
            <pc:docMk/>
            <pc:sldMasterMk cId="2003094035" sldId="2147483648"/>
            <pc:sldLayoutMk cId="4025501431" sldId="2147483659"/>
          </pc:sldLayoutMkLst>
          <pc:spChg chg="mod">
            <ac:chgData name="Fei" userId="d19317889db4c986" providerId="LiveId" clId="{1B23C512-DF15-4145-816A-3299F540025E}" dt="2022-05-23T08:16:07.199" v="3"/>
            <ac:spMkLst>
              <pc:docMk/>
              <pc:sldMasterMk cId="2003094035" sldId="2147483648"/>
              <pc:sldLayoutMk cId="4025501431" sldId="2147483659"/>
              <ac:spMk id="2" creationId="{00000000-0000-0000-0000-000000000000}"/>
            </ac:spMkLst>
          </pc:spChg>
          <pc:spChg chg="mod">
            <ac:chgData name="Fei" userId="d19317889db4c986" providerId="LiveId" clId="{1B23C512-DF15-4145-816A-3299F540025E}" dt="2022-05-23T08:16:07.199" v="3"/>
            <ac:spMkLst>
              <pc:docMk/>
              <pc:sldMasterMk cId="2003094035" sldId="2147483648"/>
              <pc:sldLayoutMk cId="4025501431" sldId="2147483659"/>
              <ac:spMk id="3" creationId="{00000000-0000-0000-0000-000000000000}"/>
            </ac:spMkLst>
          </pc:spChg>
        </pc:sldLayoutChg>
      </pc:sldMasterChg>
    </pc:docChg>
  </pc:docChgLst>
  <pc:docChgLst>
    <pc:chgData name="Zheng Fei" userId="d19317889db4c986" providerId="LiveId" clId="{3A6F22EC-6528-2647-A1D1-9C2837276CEA}"/>
    <pc:docChg chg="undo custSel addSld delSld modSld sldOrd">
      <pc:chgData name="Zheng Fei" userId="d19317889db4c986" providerId="LiveId" clId="{3A6F22EC-6528-2647-A1D1-9C2837276CEA}" dt="2023-04-14T09:18:21.765" v="659"/>
      <pc:docMkLst>
        <pc:docMk/>
      </pc:docMkLst>
      <pc:sldChg chg="addSp modSp mod ord modAnim">
        <pc:chgData name="Zheng Fei" userId="d19317889db4c986" providerId="LiveId" clId="{3A6F22EC-6528-2647-A1D1-9C2837276CEA}" dt="2023-04-14T06:50:00.035" v="300"/>
        <pc:sldMkLst>
          <pc:docMk/>
          <pc:sldMk cId="885761587" sldId="262"/>
        </pc:sldMkLst>
        <pc:spChg chg="add mod">
          <ac:chgData name="Zheng Fei" userId="d19317889db4c986" providerId="LiveId" clId="{3A6F22EC-6528-2647-A1D1-9C2837276CEA}" dt="2023-04-14T06:49:25.897" v="298" actId="20577"/>
          <ac:spMkLst>
            <pc:docMk/>
            <pc:sldMk cId="885761587" sldId="262"/>
            <ac:spMk id="2" creationId="{82D663D0-4787-2999-906E-DFEF63C020A2}"/>
          </ac:spMkLst>
        </pc:spChg>
        <pc:spChg chg="mod">
          <ac:chgData name="Zheng Fei" userId="d19317889db4c986" providerId="LiveId" clId="{3A6F22EC-6528-2647-A1D1-9C2837276CEA}" dt="2023-04-14T06:48:48.806" v="288" actId="1076"/>
          <ac:spMkLst>
            <pc:docMk/>
            <pc:sldMk cId="885761587" sldId="262"/>
            <ac:spMk id="3" creationId="{F24BA370-3E52-0624-2F77-C75EF3EA35E3}"/>
          </ac:spMkLst>
        </pc:spChg>
        <pc:spChg chg="add mod">
          <ac:chgData name="Zheng Fei" userId="d19317889db4c986" providerId="LiveId" clId="{3A6F22EC-6528-2647-A1D1-9C2837276CEA}" dt="2023-04-14T06:49:12.481" v="293" actId="207"/>
          <ac:spMkLst>
            <pc:docMk/>
            <pc:sldMk cId="885761587" sldId="262"/>
            <ac:spMk id="4" creationId="{BFBF7286-C89E-7F86-4116-DFAF9C03FF5B}"/>
          </ac:spMkLst>
        </pc:spChg>
        <pc:spChg chg="add mod">
          <ac:chgData name="Zheng Fei" userId="d19317889db4c986" providerId="LiveId" clId="{3A6F22EC-6528-2647-A1D1-9C2837276CEA}" dt="2023-04-14T06:49:15.205" v="294" actId="207"/>
          <ac:spMkLst>
            <pc:docMk/>
            <pc:sldMk cId="885761587" sldId="262"/>
            <ac:spMk id="5" creationId="{A3F738DA-D724-3DA4-74D3-10B84242144C}"/>
          </ac:spMkLst>
        </pc:spChg>
        <pc:spChg chg="add mod">
          <ac:chgData name="Zheng Fei" userId="d19317889db4c986" providerId="LiveId" clId="{3A6F22EC-6528-2647-A1D1-9C2837276CEA}" dt="2023-04-14T06:48:57.809" v="290" actId="1076"/>
          <ac:spMkLst>
            <pc:docMk/>
            <pc:sldMk cId="885761587" sldId="262"/>
            <ac:spMk id="6" creationId="{CE2D7ECB-2D79-03B7-9BDE-E68C7BA8D64C}"/>
          </ac:spMkLst>
        </pc:spChg>
      </pc:sldChg>
      <pc:sldChg chg="modSp">
        <pc:chgData name="Zheng Fei" userId="d19317889db4c986" providerId="LiveId" clId="{3A6F22EC-6528-2647-A1D1-9C2837276CEA}" dt="2023-04-14T08:23:53.689" v="395"/>
        <pc:sldMkLst>
          <pc:docMk/>
          <pc:sldMk cId="3902313652" sldId="264"/>
        </pc:sldMkLst>
        <pc:spChg chg="mod">
          <ac:chgData name="Zheng Fei" userId="d19317889db4c986" providerId="LiveId" clId="{3A6F22EC-6528-2647-A1D1-9C2837276CEA}" dt="2023-04-14T08:23:53.689" v="395"/>
          <ac:spMkLst>
            <pc:docMk/>
            <pc:sldMk cId="3902313652" sldId="264"/>
            <ac:spMk id="4" creationId="{24AAB5E0-E891-15FC-03E0-585F8C68753A}"/>
          </ac:spMkLst>
        </pc:spChg>
      </pc:sldChg>
      <pc:sldChg chg="addSp modSp mod">
        <pc:chgData name="Zheng Fei" userId="d19317889db4c986" providerId="LiveId" clId="{3A6F22EC-6528-2647-A1D1-9C2837276CEA}" dt="2023-04-14T05:19:33.953" v="172" actId="1076"/>
        <pc:sldMkLst>
          <pc:docMk/>
          <pc:sldMk cId="3679873536" sldId="265"/>
        </pc:sldMkLst>
        <pc:spChg chg="add mod">
          <ac:chgData name="Zheng Fei" userId="d19317889db4c986" providerId="LiveId" clId="{3A6F22EC-6528-2647-A1D1-9C2837276CEA}" dt="2023-04-14T05:19:33.953" v="172" actId="1076"/>
          <ac:spMkLst>
            <pc:docMk/>
            <pc:sldMk cId="3679873536" sldId="265"/>
            <ac:spMk id="3" creationId="{4FF83784-D02D-6332-72B2-C09D318F70AA}"/>
          </ac:spMkLst>
        </pc:spChg>
        <pc:spChg chg="mod">
          <ac:chgData name="Zheng Fei" userId="d19317889db4c986" providerId="LiveId" clId="{3A6F22EC-6528-2647-A1D1-9C2837276CEA}" dt="2023-04-14T05:19:18.324" v="166" actId="20577"/>
          <ac:spMkLst>
            <pc:docMk/>
            <pc:sldMk cId="3679873536" sldId="265"/>
            <ac:spMk id="4" creationId="{E6124144-AE99-DAC2-7AD8-76D0719E8185}"/>
          </ac:spMkLst>
        </pc:spChg>
      </pc:sldChg>
      <pc:sldChg chg="modSp">
        <pc:chgData name="Zheng Fei" userId="d19317889db4c986" providerId="LiveId" clId="{3A6F22EC-6528-2647-A1D1-9C2837276CEA}" dt="2023-04-14T08:23:25.208" v="390"/>
        <pc:sldMkLst>
          <pc:docMk/>
          <pc:sldMk cId="3728313676" sldId="276"/>
        </pc:sldMkLst>
        <pc:spChg chg="mod">
          <ac:chgData name="Zheng Fei" userId="d19317889db4c986" providerId="LiveId" clId="{3A6F22EC-6528-2647-A1D1-9C2837276CEA}" dt="2023-04-14T08:23:13.243" v="388" actId="20577"/>
          <ac:spMkLst>
            <pc:docMk/>
            <pc:sldMk cId="3728313676" sldId="276"/>
            <ac:spMk id="7" creationId="{C98971FA-F08A-4F57-AD38-EAA7412DB244}"/>
          </ac:spMkLst>
        </pc:spChg>
        <pc:spChg chg="mod">
          <ac:chgData name="Zheng Fei" userId="d19317889db4c986" providerId="LiveId" clId="{3A6F22EC-6528-2647-A1D1-9C2837276CEA}" dt="2023-04-14T08:23:25.208" v="390"/>
          <ac:spMkLst>
            <pc:docMk/>
            <pc:sldMk cId="3728313676" sldId="276"/>
            <ac:spMk id="8" creationId="{9B25847B-E86D-478D-AC6C-1C3F9F7A3C4A}"/>
          </ac:spMkLst>
        </pc:spChg>
      </pc:sldChg>
      <pc:sldChg chg="modSp">
        <pc:chgData name="Zheng Fei" userId="d19317889db4c986" providerId="LiveId" clId="{3A6F22EC-6528-2647-A1D1-9C2837276CEA}" dt="2023-04-14T08:23:36.870" v="394"/>
        <pc:sldMkLst>
          <pc:docMk/>
          <pc:sldMk cId="2258431907" sldId="281"/>
        </pc:sldMkLst>
        <pc:spChg chg="mod">
          <ac:chgData name="Zheng Fei" userId="d19317889db4c986" providerId="LiveId" clId="{3A6F22EC-6528-2647-A1D1-9C2837276CEA}" dt="2023-04-14T08:23:32.775" v="392"/>
          <ac:spMkLst>
            <pc:docMk/>
            <pc:sldMk cId="2258431907" sldId="281"/>
            <ac:spMk id="8" creationId="{9B25847B-E86D-478D-AC6C-1C3F9F7A3C4A}"/>
          </ac:spMkLst>
        </pc:spChg>
        <pc:spChg chg="mod">
          <ac:chgData name="Zheng Fei" userId="d19317889db4c986" providerId="LiveId" clId="{3A6F22EC-6528-2647-A1D1-9C2837276CEA}" dt="2023-04-14T08:23:36.870" v="394"/>
          <ac:spMkLst>
            <pc:docMk/>
            <pc:sldMk cId="2258431907" sldId="281"/>
            <ac:spMk id="10" creationId="{3F9E47FF-7EAC-46EE-A9D1-94804DBBA401}"/>
          </ac:spMkLst>
        </pc:spChg>
      </pc:sldChg>
      <pc:sldChg chg="modSp mod ord">
        <pc:chgData name="Zheng Fei" userId="d19317889db4c986" providerId="LiveId" clId="{3A6F22EC-6528-2647-A1D1-9C2837276CEA}" dt="2023-04-14T06:48:10.932" v="284" actId="20578"/>
        <pc:sldMkLst>
          <pc:docMk/>
          <pc:sldMk cId="3355953997" sldId="430"/>
        </pc:sldMkLst>
        <pc:spChg chg="mod">
          <ac:chgData name="Zheng Fei" userId="d19317889db4c986" providerId="LiveId" clId="{3A6F22EC-6528-2647-A1D1-9C2837276CEA}" dt="2023-04-14T06:48:09.007" v="283" actId="207"/>
          <ac:spMkLst>
            <pc:docMk/>
            <pc:sldMk cId="3355953997" sldId="430"/>
            <ac:spMk id="61446" creationId="{3CA5D0EF-1412-D449-86E5-3BEFAEB9289A}"/>
          </ac:spMkLst>
        </pc:spChg>
      </pc:sldChg>
      <pc:sldChg chg="addSp modSp mod">
        <pc:chgData name="Zheng Fei" userId="d19317889db4c986" providerId="LiveId" clId="{3A6F22EC-6528-2647-A1D1-9C2837276CEA}" dt="2023-04-14T05:17:17.198" v="15" actId="403"/>
        <pc:sldMkLst>
          <pc:docMk/>
          <pc:sldMk cId="1888292715" sldId="431"/>
        </pc:sldMkLst>
        <pc:spChg chg="add mod">
          <ac:chgData name="Zheng Fei" userId="d19317889db4c986" providerId="LiveId" clId="{3A6F22EC-6528-2647-A1D1-9C2837276CEA}" dt="2023-04-14T05:17:17.198" v="15" actId="403"/>
          <ac:spMkLst>
            <pc:docMk/>
            <pc:sldMk cId="1888292715" sldId="431"/>
            <ac:spMk id="3" creationId="{ABE1195D-7D9D-BA24-C462-BDBE668F8AF2}"/>
          </ac:spMkLst>
        </pc:spChg>
        <pc:spChg chg="add mod">
          <ac:chgData name="Zheng Fei" userId="d19317889db4c986" providerId="LiveId" clId="{3A6F22EC-6528-2647-A1D1-9C2837276CEA}" dt="2023-04-14T05:17:11.902" v="13" actId="255"/>
          <ac:spMkLst>
            <pc:docMk/>
            <pc:sldMk cId="1888292715" sldId="431"/>
            <ac:spMk id="4" creationId="{DC512E14-610B-2E2A-CA03-B698AD33AA05}"/>
          </ac:spMkLst>
        </pc:spChg>
        <pc:spChg chg="mod">
          <ac:chgData name="Zheng Fei" userId="d19317889db4c986" providerId="LiveId" clId="{3A6F22EC-6528-2647-A1D1-9C2837276CEA}" dt="2023-04-14T05:17:11.902" v="13" actId="255"/>
          <ac:spMkLst>
            <pc:docMk/>
            <pc:sldMk cId="1888292715" sldId="431"/>
            <ac:spMk id="5" creationId="{405922E4-8D9D-2AFF-27F8-F04E74295AD8}"/>
          </ac:spMkLst>
        </pc:spChg>
      </pc:sldChg>
      <pc:sldChg chg="addSp modSp mod">
        <pc:chgData name="Zheng Fei" userId="d19317889db4c986" providerId="LiveId" clId="{3A6F22EC-6528-2647-A1D1-9C2837276CEA}" dt="2023-04-14T08:58:19.162" v="472" actId="114"/>
        <pc:sldMkLst>
          <pc:docMk/>
          <pc:sldMk cId="360062277" sldId="436"/>
        </pc:sldMkLst>
        <pc:spChg chg="add mod">
          <ac:chgData name="Zheng Fei" userId="d19317889db4c986" providerId="LiveId" clId="{3A6F22EC-6528-2647-A1D1-9C2837276CEA}" dt="2023-04-14T08:58:15.997" v="471" actId="114"/>
          <ac:spMkLst>
            <pc:docMk/>
            <pc:sldMk cId="360062277" sldId="436"/>
            <ac:spMk id="3" creationId="{EF558F72-B742-8636-C478-C96717D6D435}"/>
          </ac:spMkLst>
        </pc:spChg>
        <pc:spChg chg="mod">
          <ac:chgData name="Zheng Fei" userId="d19317889db4c986" providerId="LiveId" clId="{3A6F22EC-6528-2647-A1D1-9C2837276CEA}" dt="2023-04-14T08:58:02.987" v="465" actId="20577"/>
          <ac:spMkLst>
            <pc:docMk/>
            <pc:sldMk cId="360062277" sldId="436"/>
            <ac:spMk id="4" creationId="{24AAB5E0-E891-15FC-03E0-585F8C68753A}"/>
          </ac:spMkLst>
        </pc:spChg>
        <pc:spChg chg="add mod">
          <ac:chgData name="Zheng Fei" userId="d19317889db4c986" providerId="LiveId" clId="{3A6F22EC-6528-2647-A1D1-9C2837276CEA}" dt="2023-04-14T05:18:59.799" v="134" actId="1038"/>
          <ac:spMkLst>
            <pc:docMk/>
            <pc:sldMk cId="360062277" sldId="436"/>
            <ac:spMk id="5" creationId="{41B3866B-9DB8-C1F5-F178-907BB2F433F2}"/>
          </ac:spMkLst>
        </pc:spChg>
        <pc:spChg chg="add mod">
          <ac:chgData name="Zheng Fei" userId="d19317889db4c986" providerId="LiveId" clId="{3A6F22EC-6528-2647-A1D1-9C2837276CEA}" dt="2023-04-14T08:58:19.162" v="472" actId="114"/>
          <ac:spMkLst>
            <pc:docMk/>
            <pc:sldMk cId="360062277" sldId="436"/>
            <ac:spMk id="7" creationId="{E6F0A269-D093-F6BC-0E60-4361EEE6D04A}"/>
          </ac:spMkLst>
        </pc:spChg>
      </pc:sldChg>
      <pc:sldChg chg="modSp mod">
        <pc:chgData name="Zheng Fei" userId="d19317889db4c986" providerId="LiveId" clId="{3A6F22EC-6528-2647-A1D1-9C2837276CEA}" dt="2023-04-14T08:57:15.638" v="427" actId="1076"/>
        <pc:sldMkLst>
          <pc:docMk/>
          <pc:sldMk cId="3794240120" sldId="439"/>
        </pc:sldMkLst>
        <pc:spChg chg="mod">
          <ac:chgData name="Zheng Fei" userId="d19317889db4c986" providerId="LiveId" clId="{3A6F22EC-6528-2647-A1D1-9C2837276CEA}" dt="2023-04-14T06:15:30.132" v="248" actId="255"/>
          <ac:spMkLst>
            <pc:docMk/>
            <pc:sldMk cId="3794240120" sldId="439"/>
            <ac:spMk id="4" creationId="{24AAB5E0-E891-15FC-03E0-585F8C68753A}"/>
          </ac:spMkLst>
        </pc:spChg>
        <pc:spChg chg="mod">
          <ac:chgData name="Zheng Fei" userId="d19317889db4c986" providerId="LiveId" clId="{3A6F22EC-6528-2647-A1D1-9C2837276CEA}" dt="2023-04-14T08:57:12.571" v="426" actId="1076"/>
          <ac:spMkLst>
            <pc:docMk/>
            <pc:sldMk cId="3794240120" sldId="439"/>
            <ac:spMk id="5" creationId="{E6B45466-ECCA-81E4-0769-7B1D11793604}"/>
          </ac:spMkLst>
        </pc:spChg>
        <pc:spChg chg="mod">
          <ac:chgData name="Zheng Fei" userId="d19317889db4c986" providerId="LiveId" clId="{3A6F22EC-6528-2647-A1D1-9C2837276CEA}" dt="2023-04-14T08:57:15.638" v="427" actId="1076"/>
          <ac:spMkLst>
            <pc:docMk/>
            <pc:sldMk cId="3794240120" sldId="439"/>
            <ac:spMk id="6" creationId="{7FDFD667-F360-A775-C263-443076E75B02}"/>
          </ac:spMkLst>
        </pc:spChg>
        <pc:spChg chg="mod">
          <ac:chgData name="Zheng Fei" userId="d19317889db4c986" providerId="LiveId" clId="{3A6F22EC-6528-2647-A1D1-9C2837276CEA}" dt="2023-04-14T06:15:36.081" v="249" actId="1076"/>
          <ac:spMkLst>
            <pc:docMk/>
            <pc:sldMk cId="3794240120" sldId="439"/>
            <ac:spMk id="7" creationId="{670C9E6D-AC13-0F84-7747-AF4AB0BAF392}"/>
          </ac:spMkLst>
        </pc:spChg>
      </pc:sldChg>
      <pc:sldChg chg="modSp">
        <pc:chgData name="Zheng Fei" userId="d19317889db4c986" providerId="LiveId" clId="{3A6F22EC-6528-2647-A1D1-9C2837276CEA}" dt="2023-04-14T06:18:15.969" v="256" actId="20577"/>
        <pc:sldMkLst>
          <pc:docMk/>
          <pc:sldMk cId="588134162" sldId="441"/>
        </pc:sldMkLst>
        <pc:spChg chg="mod">
          <ac:chgData name="Zheng Fei" userId="d19317889db4c986" providerId="LiveId" clId="{3A6F22EC-6528-2647-A1D1-9C2837276CEA}" dt="2023-04-14T06:18:15.969" v="256" actId="20577"/>
          <ac:spMkLst>
            <pc:docMk/>
            <pc:sldMk cId="588134162" sldId="441"/>
            <ac:spMk id="4" creationId="{527F980E-2CD7-E6CD-831D-20BF3E14B865}"/>
          </ac:spMkLst>
        </pc:spChg>
      </pc:sldChg>
      <pc:sldChg chg="addSp modSp mod ord">
        <pc:chgData name="Zheng Fei" userId="d19317889db4c986" providerId="LiveId" clId="{3A6F22EC-6528-2647-A1D1-9C2837276CEA}" dt="2023-04-14T06:15:18.133" v="246" actId="1076"/>
        <pc:sldMkLst>
          <pc:docMk/>
          <pc:sldMk cId="749143287" sldId="442"/>
        </pc:sldMkLst>
        <pc:spChg chg="add mod">
          <ac:chgData name="Zheng Fei" userId="d19317889db4c986" providerId="LiveId" clId="{3A6F22EC-6528-2647-A1D1-9C2837276CEA}" dt="2023-04-14T06:14:41.878" v="225"/>
          <ac:spMkLst>
            <pc:docMk/>
            <pc:sldMk cId="749143287" sldId="442"/>
            <ac:spMk id="3" creationId="{D350C86F-C442-9ACC-DDE3-F91DC09DFA58}"/>
          </ac:spMkLst>
        </pc:spChg>
        <pc:spChg chg="mod">
          <ac:chgData name="Zheng Fei" userId="d19317889db4c986" providerId="LiveId" clId="{3A6F22EC-6528-2647-A1D1-9C2837276CEA}" dt="2023-04-14T06:15:18.133" v="246" actId="1076"/>
          <ac:spMkLst>
            <pc:docMk/>
            <pc:sldMk cId="749143287" sldId="442"/>
            <ac:spMk id="11" creationId="{BE2F8369-8BD2-583B-DFE3-FA9A025F79F9}"/>
          </ac:spMkLst>
        </pc:spChg>
      </pc:sldChg>
      <pc:sldChg chg="addSp modSp mod">
        <pc:chgData name="Zheng Fei" userId="d19317889db4c986" providerId="LiveId" clId="{3A6F22EC-6528-2647-A1D1-9C2837276CEA}" dt="2023-04-14T05:20:16.563" v="185" actId="403"/>
        <pc:sldMkLst>
          <pc:docMk/>
          <pc:sldMk cId="2816529048" sldId="444"/>
        </pc:sldMkLst>
        <pc:spChg chg="add mod">
          <ac:chgData name="Zheng Fei" userId="d19317889db4c986" providerId="LiveId" clId="{3A6F22EC-6528-2647-A1D1-9C2837276CEA}" dt="2023-04-14T05:20:16.563" v="185" actId="403"/>
          <ac:spMkLst>
            <pc:docMk/>
            <pc:sldMk cId="2816529048" sldId="444"/>
            <ac:spMk id="2" creationId="{8A02DDAB-FBF6-BFF6-6083-ABF4318AA0CD}"/>
          </ac:spMkLst>
        </pc:spChg>
        <pc:spChg chg="mod">
          <ac:chgData name="Zheng Fei" userId="d19317889db4c986" providerId="LiveId" clId="{3A6F22EC-6528-2647-A1D1-9C2837276CEA}" dt="2023-04-14T05:20:13.098" v="184" actId="27636"/>
          <ac:spMkLst>
            <pc:docMk/>
            <pc:sldMk cId="2816529048" sldId="444"/>
            <ac:spMk id="3" creationId="{671D1540-96A4-1ADD-4FF0-37A7AE4C07BC}"/>
          </ac:spMkLst>
        </pc:spChg>
      </pc:sldChg>
      <pc:sldChg chg="addSp delSp modSp new del mod modAnim">
        <pc:chgData name="Zheng Fei" userId="d19317889db4c986" providerId="LiveId" clId="{3A6F22EC-6528-2647-A1D1-9C2837276CEA}" dt="2023-04-14T06:51:25.154" v="301" actId="2696"/>
        <pc:sldMkLst>
          <pc:docMk/>
          <pc:sldMk cId="1340535651" sldId="445"/>
        </pc:sldMkLst>
        <pc:spChg chg="del">
          <ac:chgData name="Zheng Fei" userId="d19317889db4c986" providerId="LiveId" clId="{3A6F22EC-6528-2647-A1D1-9C2837276CEA}" dt="2023-04-14T06:10:09.835" v="191" actId="478"/>
          <ac:spMkLst>
            <pc:docMk/>
            <pc:sldMk cId="1340535651" sldId="445"/>
            <ac:spMk id="2" creationId="{7FD4C6CA-42A8-B9EE-8C9C-98C57427E613}"/>
          </ac:spMkLst>
        </pc:spChg>
        <pc:spChg chg="mod">
          <ac:chgData name="Zheng Fei" userId="d19317889db4c986" providerId="LiveId" clId="{3A6F22EC-6528-2647-A1D1-9C2837276CEA}" dt="2023-04-14T06:11:15.745" v="206" actId="1076"/>
          <ac:spMkLst>
            <pc:docMk/>
            <pc:sldMk cId="1340535651" sldId="445"/>
            <ac:spMk id="3" creationId="{20037176-6397-6DD4-7378-E35538D70D82}"/>
          </ac:spMkLst>
        </pc:spChg>
        <pc:spChg chg="add mod">
          <ac:chgData name="Zheng Fei" userId="d19317889db4c986" providerId="LiveId" clId="{3A6F22EC-6528-2647-A1D1-9C2837276CEA}" dt="2023-04-14T06:13:09.677" v="219" actId="1076"/>
          <ac:spMkLst>
            <pc:docMk/>
            <pc:sldMk cId="1340535651" sldId="445"/>
            <ac:spMk id="4" creationId="{944B53FA-3FF0-4B60-64F6-CFC849B34A39}"/>
          </ac:spMkLst>
        </pc:spChg>
        <pc:spChg chg="add mod">
          <ac:chgData name="Zheng Fei" userId="d19317889db4c986" providerId="LiveId" clId="{3A6F22EC-6528-2647-A1D1-9C2837276CEA}" dt="2023-04-14T06:13:05.600" v="218" actId="255"/>
          <ac:spMkLst>
            <pc:docMk/>
            <pc:sldMk cId="1340535651" sldId="445"/>
            <ac:spMk id="5" creationId="{5E277C12-09C3-649D-65D4-44D80F245207}"/>
          </ac:spMkLst>
        </pc:spChg>
        <pc:spChg chg="add mod">
          <ac:chgData name="Zheng Fei" userId="d19317889db4c986" providerId="LiveId" clId="{3A6F22EC-6528-2647-A1D1-9C2837276CEA}" dt="2023-04-14T06:13:23.545" v="222" actId="207"/>
          <ac:spMkLst>
            <pc:docMk/>
            <pc:sldMk cId="1340535651" sldId="445"/>
            <ac:spMk id="6" creationId="{C2D3C049-0DA0-F34E-2D36-B44A9F15BA64}"/>
          </ac:spMkLst>
        </pc:spChg>
      </pc:sldChg>
      <pc:sldChg chg="addSp delSp modSp add mod">
        <pc:chgData name="Zheng Fei" userId="d19317889db4c986" providerId="LiveId" clId="{3A6F22EC-6528-2647-A1D1-9C2837276CEA}" dt="2023-04-14T06:15:21.839" v="247"/>
        <pc:sldMkLst>
          <pc:docMk/>
          <pc:sldMk cId="2911811801" sldId="446"/>
        </pc:sldMkLst>
        <pc:spChg chg="add mod">
          <ac:chgData name="Zheng Fei" userId="d19317889db4c986" providerId="LiveId" clId="{3A6F22EC-6528-2647-A1D1-9C2837276CEA}" dt="2023-04-14T06:15:02.853" v="227"/>
          <ac:spMkLst>
            <pc:docMk/>
            <pc:sldMk cId="2911811801" sldId="446"/>
            <ac:spMk id="3" creationId="{3FDE0D2B-9F2A-9FBB-012B-A9739314BA39}"/>
          </ac:spMkLst>
        </pc:spChg>
        <pc:spChg chg="del">
          <ac:chgData name="Zheng Fei" userId="d19317889db4c986" providerId="LiveId" clId="{3A6F22EC-6528-2647-A1D1-9C2837276CEA}" dt="2023-04-14T06:15:04.504" v="228" actId="478"/>
          <ac:spMkLst>
            <pc:docMk/>
            <pc:sldMk cId="2911811801" sldId="446"/>
            <ac:spMk id="4" creationId="{24AAB5E0-E891-15FC-03E0-585F8C68753A}"/>
          </ac:spMkLst>
        </pc:spChg>
        <pc:spChg chg="del">
          <ac:chgData name="Zheng Fei" userId="d19317889db4c986" providerId="LiveId" clId="{3A6F22EC-6528-2647-A1D1-9C2837276CEA}" dt="2023-04-14T06:15:08.278" v="230" actId="478"/>
          <ac:spMkLst>
            <pc:docMk/>
            <pc:sldMk cId="2911811801" sldId="446"/>
            <ac:spMk id="5" creationId="{E6B45466-ECCA-81E4-0769-7B1D11793604}"/>
          </ac:spMkLst>
        </pc:spChg>
        <pc:spChg chg="del">
          <ac:chgData name="Zheng Fei" userId="d19317889db4c986" providerId="LiveId" clId="{3A6F22EC-6528-2647-A1D1-9C2837276CEA}" dt="2023-04-14T06:15:08.278" v="230" actId="478"/>
          <ac:spMkLst>
            <pc:docMk/>
            <pc:sldMk cId="2911811801" sldId="446"/>
            <ac:spMk id="6" creationId="{7FDFD667-F360-A775-C263-443076E75B02}"/>
          </ac:spMkLst>
        </pc:spChg>
        <pc:spChg chg="del">
          <ac:chgData name="Zheng Fei" userId="d19317889db4c986" providerId="LiveId" clId="{3A6F22EC-6528-2647-A1D1-9C2837276CEA}" dt="2023-04-14T06:15:08.278" v="230" actId="478"/>
          <ac:spMkLst>
            <pc:docMk/>
            <pc:sldMk cId="2911811801" sldId="446"/>
            <ac:spMk id="7" creationId="{670C9E6D-AC13-0F84-7747-AF4AB0BAF392}"/>
          </ac:spMkLst>
        </pc:spChg>
        <pc:spChg chg="add del mod">
          <ac:chgData name="Zheng Fei" userId="d19317889db4c986" providerId="LiveId" clId="{3A6F22EC-6528-2647-A1D1-9C2837276CEA}" dt="2023-04-14T06:15:06.480" v="229" actId="478"/>
          <ac:spMkLst>
            <pc:docMk/>
            <pc:sldMk cId="2911811801" sldId="446"/>
            <ac:spMk id="9" creationId="{0AF5076B-66F1-105D-3629-19402E977DBF}"/>
          </ac:spMkLst>
        </pc:spChg>
        <pc:spChg chg="mod">
          <ac:chgData name="Zheng Fei" userId="d19317889db4c986" providerId="LiveId" clId="{3A6F22EC-6528-2647-A1D1-9C2837276CEA}" dt="2023-04-14T06:15:21.839" v="247"/>
          <ac:spMkLst>
            <pc:docMk/>
            <pc:sldMk cId="2911811801" sldId="446"/>
            <ac:spMk id="10" creationId="{5BBB225C-8481-3BC4-9B80-8F43161583A9}"/>
          </ac:spMkLst>
        </pc:spChg>
      </pc:sldChg>
      <pc:sldChg chg="new del">
        <pc:chgData name="Zheng Fei" userId="d19317889db4c986" providerId="LiveId" clId="{3A6F22EC-6528-2647-A1D1-9C2837276CEA}" dt="2023-04-14T06:28:39.714" v="263" actId="2696"/>
        <pc:sldMkLst>
          <pc:docMk/>
          <pc:sldMk cId="3210601663" sldId="447"/>
        </pc:sldMkLst>
      </pc:sldChg>
      <pc:sldChg chg="addSp delSp modSp add mod modAnim">
        <pc:chgData name="Zheng Fei" userId="d19317889db4c986" providerId="LiveId" clId="{3A6F22EC-6528-2647-A1D1-9C2837276CEA}" dt="2023-04-14T09:04:10.728" v="562"/>
        <pc:sldMkLst>
          <pc:docMk/>
          <pc:sldMk cId="608603490" sldId="448"/>
        </pc:sldMkLst>
        <pc:spChg chg="add mod">
          <ac:chgData name="Zheng Fei" userId="d19317889db4c986" providerId="LiveId" clId="{3A6F22EC-6528-2647-A1D1-9C2837276CEA}" dt="2023-04-14T06:42:53.978" v="265"/>
          <ac:spMkLst>
            <pc:docMk/>
            <pc:sldMk cId="608603490" sldId="448"/>
            <ac:spMk id="2" creationId="{EDAA8043-AF4C-1DE2-F702-B2CA30C2F491}"/>
          </ac:spMkLst>
        </pc:spChg>
        <pc:spChg chg="del">
          <ac:chgData name="Zheng Fei" userId="d19317889db4c986" providerId="LiveId" clId="{3A6F22EC-6528-2647-A1D1-9C2837276CEA}" dt="2023-04-14T06:42:53.456" v="264" actId="478"/>
          <ac:spMkLst>
            <pc:docMk/>
            <pc:sldMk cId="608603490" sldId="448"/>
            <ac:spMk id="4" creationId="{40179A02-73E2-9FF2-363A-F6514F570E7C}"/>
          </ac:spMkLst>
        </pc:spChg>
        <pc:spChg chg="add mod">
          <ac:chgData name="Zheng Fei" userId="d19317889db4c986" providerId="LiveId" clId="{3A6F22EC-6528-2647-A1D1-9C2837276CEA}" dt="2023-04-14T09:00:36.721" v="504" actId="207"/>
          <ac:spMkLst>
            <pc:docMk/>
            <pc:sldMk cId="608603490" sldId="448"/>
            <ac:spMk id="4" creationId="{90B6E775-1983-B281-7C6E-83DC547D7E2E}"/>
          </ac:spMkLst>
        </pc:spChg>
        <pc:spChg chg="mod">
          <ac:chgData name="Zheng Fei" userId="d19317889db4c986" providerId="LiveId" clId="{3A6F22EC-6528-2647-A1D1-9C2837276CEA}" dt="2023-04-14T09:04:10.728" v="562"/>
          <ac:spMkLst>
            <pc:docMk/>
            <pc:sldMk cId="608603490" sldId="448"/>
            <ac:spMk id="13" creationId="{229A0216-CD22-CEF3-0F67-B7C62682F22B}"/>
          </ac:spMkLst>
        </pc:spChg>
        <pc:spChg chg="del mod">
          <ac:chgData name="Zheng Fei" userId="d19317889db4c986" providerId="LiveId" clId="{3A6F22EC-6528-2647-A1D1-9C2837276CEA}" dt="2023-04-14T09:01:44.367" v="508" actId="478"/>
          <ac:spMkLst>
            <pc:docMk/>
            <pc:sldMk cId="608603490" sldId="448"/>
            <ac:spMk id="26" creationId="{9B5B2A95-7D8D-0E49-33B2-7581FECDCB24}"/>
          </ac:spMkLst>
        </pc:spChg>
        <pc:spChg chg="mod">
          <ac:chgData name="Zheng Fei" userId="d19317889db4c986" providerId="LiveId" clId="{3A6F22EC-6528-2647-A1D1-9C2837276CEA}" dt="2023-04-14T09:02:10.323" v="513"/>
          <ac:spMkLst>
            <pc:docMk/>
            <pc:sldMk cId="608603490" sldId="448"/>
            <ac:spMk id="27" creationId="{E115469C-9E58-B102-EFB8-8CB0442C0079}"/>
          </ac:spMkLst>
        </pc:spChg>
        <pc:spChg chg="mod">
          <ac:chgData name="Zheng Fei" userId="d19317889db4c986" providerId="LiveId" clId="{3A6F22EC-6528-2647-A1D1-9C2837276CEA}" dt="2023-04-14T09:01:47.918" v="509" actId="1076"/>
          <ac:spMkLst>
            <pc:docMk/>
            <pc:sldMk cId="608603490" sldId="448"/>
            <ac:spMk id="28" creationId="{6577CA70-DE34-E532-AEFF-4E3C7DB0071C}"/>
          </ac:spMkLst>
        </pc:spChg>
        <pc:cxnChg chg="add mod">
          <ac:chgData name="Zheng Fei" userId="d19317889db4c986" providerId="LiveId" clId="{3A6F22EC-6528-2647-A1D1-9C2837276CEA}" dt="2023-04-14T06:42:53.978" v="265"/>
          <ac:cxnSpMkLst>
            <pc:docMk/>
            <pc:sldMk cId="608603490" sldId="448"/>
            <ac:cxnSpMk id="3" creationId="{31494E8D-3902-2447-D61B-A93AE0E5E816}"/>
          </ac:cxnSpMkLst>
        </pc:cxnChg>
      </pc:sldChg>
      <pc:sldChg chg="addSp delSp modSp add mod">
        <pc:chgData name="Zheng Fei" userId="d19317889db4c986" providerId="LiveId" clId="{3A6F22EC-6528-2647-A1D1-9C2837276CEA}" dt="2023-04-14T09:03:56.403" v="561"/>
        <pc:sldMkLst>
          <pc:docMk/>
          <pc:sldMk cId="2253236743" sldId="449"/>
        </pc:sldMkLst>
        <pc:spChg chg="add mod">
          <ac:chgData name="Zheng Fei" userId="d19317889db4c986" providerId="LiveId" clId="{3A6F22EC-6528-2647-A1D1-9C2837276CEA}" dt="2023-04-14T06:42:57.211" v="267"/>
          <ac:spMkLst>
            <pc:docMk/>
            <pc:sldMk cId="2253236743" sldId="449"/>
            <ac:spMk id="2" creationId="{2E3A42CE-0266-B939-C310-3EDC14BF1AFC}"/>
          </ac:spMkLst>
        </pc:spChg>
        <pc:spChg chg="mod">
          <ac:chgData name="Zheng Fei" userId="d19317889db4c986" providerId="LiveId" clId="{3A6F22EC-6528-2647-A1D1-9C2837276CEA}" dt="2023-04-14T09:03:56.403" v="561"/>
          <ac:spMkLst>
            <pc:docMk/>
            <pc:sldMk cId="2253236743" sldId="449"/>
            <ac:spMk id="4" creationId="{24AAB5E0-E891-15FC-03E0-585F8C68753A}"/>
          </ac:spMkLst>
        </pc:spChg>
        <pc:spChg chg="add mod">
          <ac:chgData name="Zheng Fei" userId="d19317889db4c986" providerId="LiveId" clId="{3A6F22EC-6528-2647-A1D1-9C2837276CEA}" dt="2023-04-14T09:03:46.932" v="558" actId="1076"/>
          <ac:spMkLst>
            <pc:docMk/>
            <pc:sldMk cId="2253236743" sldId="449"/>
            <ac:spMk id="5" creationId="{F65208E8-D938-E9EA-4ED0-ABC51B7427C4}"/>
          </ac:spMkLst>
        </pc:spChg>
        <pc:spChg chg="del">
          <ac:chgData name="Zheng Fei" userId="d19317889db4c986" providerId="LiveId" clId="{3A6F22EC-6528-2647-A1D1-9C2837276CEA}" dt="2023-04-14T06:42:56.628" v="266" actId="478"/>
          <ac:spMkLst>
            <pc:docMk/>
            <pc:sldMk cId="2253236743" sldId="449"/>
            <ac:spMk id="10" creationId="{5DA1289A-EA1D-D34E-0BDF-8C7F73A59E7F}"/>
          </ac:spMkLst>
        </pc:spChg>
        <pc:cxnChg chg="add mod">
          <ac:chgData name="Zheng Fei" userId="d19317889db4c986" providerId="LiveId" clId="{3A6F22EC-6528-2647-A1D1-9C2837276CEA}" dt="2023-04-14T06:42:57.211" v="267"/>
          <ac:cxnSpMkLst>
            <pc:docMk/>
            <pc:sldMk cId="2253236743" sldId="449"/>
            <ac:cxnSpMk id="3" creationId="{161AB191-5275-335D-9B00-42A0D64658DE}"/>
          </ac:cxnSpMkLst>
        </pc:cxnChg>
      </pc:sldChg>
      <pc:sldChg chg="addSp delSp modSp add mod modAnim">
        <pc:chgData name="Zheng Fei" userId="d19317889db4c986" providerId="LiveId" clId="{3A6F22EC-6528-2647-A1D1-9C2837276CEA}" dt="2023-04-14T09:05:59.199" v="577" actId="1076"/>
        <pc:sldMkLst>
          <pc:docMk/>
          <pc:sldMk cId="1829345483" sldId="450"/>
        </pc:sldMkLst>
        <pc:spChg chg="add mod">
          <ac:chgData name="Zheng Fei" userId="d19317889db4c986" providerId="LiveId" clId="{3A6F22EC-6528-2647-A1D1-9C2837276CEA}" dt="2023-04-14T06:43:07.078" v="270"/>
          <ac:spMkLst>
            <pc:docMk/>
            <pc:sldMk cId="1829345483" sldId="450"/>
            <ac:spMk id="2" creationId="{82ECCDD2-0578-E2D7-B729-E63246212025}"/>
          </ac:spMkLst>
        </pc:spChg>
        <pc:spChg chg="del">
          <ac:chgData name="Zheng Fei" userId="d19317889db4c986" providerId="LiveId" clId="{3A6F22EC-6528-2647-A1D1-9C2837276CEA}" dt="2023-04-14T06:43:06.549" v="269" actId="478"/>
          <ac:spMkLst>
            <pc:docMk/>
            <pc:sldMk cId="1829345483" sldId="450"/>
            <ac:spMk id="4" creationId="{40179A02-73E2-9FF2-363A-F6514F570E7C}"/>
          </ac:spMkLst>
        </pc:spChg>
        <pc:spChg chg="add mod">
          <ac:chgData name="Zheng Fei" userId="d19317889db4c986" providerId="LiveId" clId="{3A6F22EC-6528-2647-A1D1-9C2837276CEA}" dt="2023-04-14T09:05:59.199" v="577" actId="1076"/>
          <ac:spMkLst>
            <pc:docMk/>
            <pc:sldMk cId="1829345483" sldId="450"/>
            <ac:spMk id="5" creationId="{E39E8B1A-7642-7247-9A73-3CE89D45A8A6}"/>
          </ac:spMkLst>
        </pc:spChg>
        <pc:spChg chg="mod">
          <ac:chgData name="Zheng Fei" userId="d19317889db4c986" providerId="LiveId" clId="{3A6F22EC-6528-2647-A1D1-9C2837276CEA}" dt="2023-04-14T09:04:31.728" v="566" actId="113"/>
          <ac:spMkLst>
            <pc:docMk/>
            <pc:sldMk cId="1829345483" sldId="450"/>
            <ac:spMk id="20" creationId="{E8EB8E9D-9111-80C3-A58B-0014EE7D0A05}"/>
          </ac:spMkLst>
        </pc:spChg>
        <pc:spChg chg="mod">
          <ac:chgData name="Zheng Fei" userId="d19317889db4c986" providerId="LiveId" clId="{3A6F22EC-6528-2647-A1D1-9C2837276CEA}" dt="2023-04-14T09:05:42.180" v="570" actId="1076"/>
          <ac:spMkLst>
            <pc:docMk/>
            <pc:sldMk cId="1829345483" sldId="450"/>
            <ac:spMk id="25" creationId="{3EA40636-9A1D-6A91-9DF9-EF8CBB830F86}"/>
          </ac:spMkLst>
        </pc:spChg>
        <pc:cxnChg chg="add mod">
          <ac:chgData name="Zheng Fei" userId="d19317889db4c986" providerId="LiveId" clId="{3A6F22EC-6528-2647-A1D1-9C2837276CEA}" dt="2023-04-14T06:43:07.078" v="270"/>
          <ac:cxnSpMkLst>
            <pc:docMk/>
            <pc:sldMk cId="1829345483" sldId="450"/>
            <ac:cxnSpMk id="3" creationId="{2707B76F-BA86-24A5-763F-FE1CB583442A}"/>
          </ac:cxnSpMkLst>
        </pc:cxnChg>
      </pc:sldChg>
      <pc:sldChg chg="addSp delSp modSp add mod modAnim">
        <pc:chgData name="Zheng Fei" userId="d19317889db4c986" providerId="LiveId" clId="{3A6F22EC-6528-2647-A1D1-9C2837276CEA}" dt="2023-04-14T09:07:15.581" v="581"/>
        <pc:sldMkLst>
          <pc:docMk/>
          <pc:sldMk cId="1178551029" sldId="451"/>
        </pc:sldMkLst>
        <pc:spChg chg="add mod">
          <ac:chgData name="Zheng Fei" userId="d19317889db4c986" providerId="LiveId" clId="{3A6F22EC-6528-2647-A1D1-9C2837276CEA}" dt="2023-04-14T06:43:10.877" v="272"/>
          <ac:spMkLst>
            <pc:docMk/>
            <pc:sldMk cId="1178551029" sldId="451"/>
            <ac:spMk id="2" creationId="{75020E83-180B-4AEA-A4A5-C3165E2E8917}"/>
          </ac:spMkLst>
        </pc:spChg>
        <pc:spChg chg="add mod">
          <ac:chgData name="Zheng Fei" userId="d19317889db4c986" providerId="LiveId" clId="{3A6F22EC-6528-2647-A1D1-9C2837276CEA}" dt="2023-04-14T09:06:41.615" v="579"/>
          <ac:spMkLst>
            <pc:docMk/>
            <pc:sldMk cId="1178551029" sldId="451"/>
            <ac:spMk id="4" creationId="{1479C8FD-A670-D3D6-FD16-1B899FF7B643}"/>
          </ac:spMkLst>
        </pc:spChg>
        <pc:spChg chg="add mod">
          <ac:chgData name="Zheng Fei" userId="d19317889db4c986" providerId="LiveId" clId="{3A6F22EC-6528-2647-A1D1-9C2837276CEA}" dt="2023-04-14T09:07:02.815" v="580"/>
          <ac:spMkLst>
            <pc:docMk/>
            <pc:sldMk cId="1178551029" sldId="451"/>
            <ac:spMk id="8" creationId="{E9119B25-562F-EEC8-8F9D-A361A5D2B130}"/>
          </ac:spMkLst>
        </pc:spChg>
        <pc:spChg chg="add mod">
          <ac:chgData name="Zheng Fei" userId="d19317889db4c986" providerId="LiveId" clId="{3A6F22EC-6528-2647-A1D1-9C2837276CEA}" dt="2023-04-14T09:07:02.815" v="580"/>
          <ac:spMkLst>
            <pc:docMk/>
            <pc:sldMk cId="1178551029" sldId="451"/>
            <ac:spMk id="9" creationId="{887F43FD-53D4-161B-84EE-55870EDD4EA3}"/>
          </ac:spMkLst>
        </pc:spChg>
        <pc:spChg chg="del">
          <ac:chgData name="Zheng Fei" userId="d19317889db4c986" providerId="LiveId" clId="{3A6F22EC-6528-2647-A1D1-9C2837276CEA}" dt="2023-04-14T06:43:10.329" v="271" actId="478"/>
          <ac:spMkLst>
            <pc:docMk/>
            <pc:sldMk cId="1178551029" sldId="451"/>
            <ac:spMk id="20" creationId="{D314503D-35BA-FA82-6DF7-0E416775CCEF}"/>
          </ac:spMkLst>
        </pc:spChg>
        <pc:spChg chg="del">
          <ac:chgData name="Zheng Fei" userId="d19317889db4c986" providerId="LiveId" clId="{3A6F22EC-6528-2647-A1D1-9C2837276CEA}" dt="2023-04-14T09:06:41.072" v="578" actId="478"/>
          <ac:spMkLst>
            <pc:docMk/>
            <pc:sldMk cId="1178551029" sldId="451"/>
            <ac:spMk id="23" creationId="{EE6416AA-23BF-C886-50E3-FF7AD261B406}"/>
          </ac:spMkLst>
        </pc:spChg>
        <pc:cxnChg chg="add mod">
          <ac:chgData name="Zheng Fei" userId="d19317889db4c986" providerId="LiveId" clId="{3A6F22EC-6528-2647-A1D1-9C2837276CEA}" dt="2023-04-14T06:43:10.877" v="272"/>
          <ac:cxnSpMkLst>
            <pc:docMk/>
            <pc:sldMk cId="1178551029" sldId="451"/>
            <ac:cxnSpMk id="3" creationId="{CC70B4E6-6DBA-A343-DD77-E975684F4708}"/>
          </ac:cxnSpMkLst>
        </pc:cxnChg>
      </pc:sldChg>
      <pc:sldChg chg="addSp delSp modSp add mod">
        <pc:chgData name="Zheng Fei" userId="d19317889db4c986" providerId="LiveId" clId="{3A6F22EC-6528-2647-A1D1-9C2837276CEA}" dt="2023-04-14T09:07:23.938" v="583"/>
        <pc:sldMkLst>
          <pc:docMk/>
          <pc:sldMk cId="4213638353" sldId="452"/>
        </pc:sldMkLst>
        <pc:spChg chg="add mod">
          <ac:chgData name="Zheng Fei" userId="d19317889db4c986" providerId="LiveId" clId="{3A6F22EC-6528-2647-A1D1-9C2837276CEA}" dt="2023-04-14T06:43:14.879" v="274"/>
          <ac:spMkLst>
            <pc:docMk/>
            <pc:sldMk cId="4213638353" sldId="452"/>
            <ac:spMk id="2" creationId="{1BC49583-A21B-1CA7-B086-A329B157344C}"/>
          </ac:spMkLst>
        </pc:spChg>
        <pc:spChg chg="del">
          <ac:chgData name="Zheng Fei" userId="d19317889db4c986" providerId="LiveId" clId="{3A6F22EC-6528-2647-A1D1-9C2837276CEA}" dt="2023-04-14T09:07:23.297" v="582" actId="478"/>
          <ac:spMkLst>
            <pc:docMk/>
            <pc:sldMk cId="4213638353" sldId="452"/>
            <ac:spMk id="12" creationId="{FDC6F2F0-B85A-A59D-CD14-A460200BF39D}"/>
          </ac:spMkLst>
        </pc:spChg>
        <pc:spChg chg="del">
          <ac:chgData name="Zheng Fei" userId="d19317889db4c986" providerId="LiveId" clId="{3A6F22EC-6528-2647-A1D1-9C2837276CEA}" dt="2023-04-14T06:43:14.488" v="273" actId="478"/>
          <ac:spMkLst>
            <pc:docMk/>
            <pc:sldMk cId="4213638353" sldId="452"/>
            <ac:spMk id="15" creationId="{5595B9B1-EE78-38ED-8720-0D84495C69EB}"/>
          </ac:spMkLst>
        </pc:spChg>
        <pc:spChg chg="add mod">
          <ac:chgData name="Zheng Fei" userId="d19317889db4c986" providerId="LiveId" clId="{3A6F22EC-6528-2647-A1D1-9C2837276CEA}" dt="2023-04-14T09:07:23.938" v="583"/>
          <ac:spMkLst>
            <pc:docMk/>
            <pc:sldMk cId="4213638353" sldId="452"/>
            <ac:spMk id="15" creationId="{DC04D053-3F31-18C2-ABF8-A24BF62B9F79}"/>
          </ac:spMkLst>
        </pc:spChg>
        <pc:spChg chg="add mod">
          <ac:chgData name="Zheng Fei" userId="d19317889db4c986" providerId="LiveId" clId="{3A6F22EC-6528-2647-A1D1-9C2837276CEA}" dt="2023-04-14T09:07:23.938" v="583"/>
          <ac:spMkLst>
            <pc:docMk/>
            <pc:sldMk cId="4213638353" sldId="452"/>
            <ac:spMk id="16" creationId="{5912F345-7C61-977B-86EA-2245ACC956AC}"/>
          </ac:spMkLst>
        </pc:spChg>
        <pc:spChg chg="add mod">
          <ac:chgData name="Zheng Fei" userId="d19317889db4c986" providerId="LiveId" clId="{3A6F22EC-6528-2647-A1D1-9C2837276CEA}" dt="2023-04-14T09:07:23.938" v="583"/>
          <ac:spMkLst>
            <pc:docMk/>
            <pc:sldMk cId="4213638353" sldId="452"/>
            <ac:spMk id="17" creationId="{387A1ACC-5F2B-4ABB-C8A1-4BD54EF83974}"/>
          </ac:spMkLst>
        </pc:spChg>
        <pc:cxnChg chg="add mod">
          <ac:chgData name="Zheng Fei" userId="d19317889db4c986" providerId="LiveId" clId="{3A6F22EC-6528-2647-A1D1-9C2837276CEA}" dt="2023-04-14T06:43:14.879" v="274"/>
          <ac:cxnSpMkLst>
            <pc:docMk/>
            <pc:sldMk cId="4213638353" sldId="452"/>
            <ac:cxnSpMk id="3" creationId="{1DE3CD3C-458B-66DA-1E31-3EBDADD19DFB}"/>
          </ac:cxnSpMkLst>
        </pc:cxnChg>
      </pc:sldChg>
      <pc:sldChg chg="addSp delSp modSp add">
        <pc:chgData name="Zheng Fei" userId="d19317889db4c986" providerId="LiveId" clId="{3A6F22EC-6528-2647-A1D1-9C2837276CEA}" dt="2023-04-14T06:43:19.868" v="276"/>
        <pc:sldMkLst>
          <pc:docMk/>
          <pc:sldMk cId="2553269000" sldId="453"/>
        </pc:sldMkLst>
        <pc:spChg chg="add mod">
          <ac:chgData name="Zheng Fei" userId="d19317889db4c986" providerId="LiveId" clId="{3A6F22EC-6528-2647-A1D1-9C2837276CEA}" dt="2023-04-14T06:43:19.868" v="276"/>
          <ac:spMkLst>
            <pc:docMk/>
            <pc:sldMk cId="2553269000" sldId="453"/>
            <ac:spMk id="2" creationId="{2BCF2F22-C75B-D308-8268-25A858334B96}"/>
          </ac:spMkLst>
        </pc:spChg>
        <pc:spChg chg="del">
          <ac:chgData name="Zheng Fei" userId="d19317889db4c986" providerId="LiveId" clId="{3A6F22EC-6528-2647-A1D1-9C2837276CEA}" dt="2023-04-14T06:43:19.309" v="275" actId="478"/>
          <ac:spMkLst>
            <pc:docMk/>
            <pc:sldMk cId="2553269000" sldId="453"/>
            <ac:spMk id="15" creationId="{1B5829F3-3CD0-6BF9-4AA2-4D503D21A916}"/>
          </ac:spMkLst>
        </pc:spChg>
        <pc:cxnChg chg="add mod">
          <ac:chgData name="Zheng Fei" userId="d19317889db4c986" providerId="LiveId" clId="{3A6F22EC-6528-2647-A1D1-9C2837276CEA}" dt="2023-04-14T06:43:19.868" v="276"/>
          <ac:cxnSpMkLst>
            <pc:docMk/>
            <pc:sldMk cId="2553269000" sldId="453"/>
            <ac:cxnSpMk id="3" creationId="{4E1E725E-F5AC-D63A-5D0A-958560605247}"/>
          </ac:cxnSpMkLst>
        </pc:cxnChg>
      </pc:sldChg>
      <pc:sldChg chg="addSp delSp modSp add mod modAnim modShow">
        <pc:chgData name="Zheng Fei" userId="d19317889db4c986" providerId="LiveId" clId="{3A6F22EC-6528-2647-A1D1-9C2837276CEA}" dt="2023-04-14T09:10:17.368" v="592" actId="729"/>
        <pc:sldMkLst>
          <pc:docMk/>
          <pc:sldMk cId="780838493" sldId="454"/>
        </pc:sldMkLst>
        <pc:spChg chg="add mod">
          <ac:chgData name="Zheng Fei" userId="d19317889db4c986" providerId="LiveId" clId="{3A6F22EC-6528-2647-A1D1-9C2837276CEA}" dt="2023-04-14T06:43:23.990" v="278"/>
          <ac:spMkLst>
            <pc:docMk/>
            <pc:sldMk cId="780838493" sldId="454"/>
            <ac:spMk id="2" creationId="{344BA73D-1E7A-9FC9-8D37-54A00A9BBF2A}"/>
          </ac:spMkLst>
        </pc:spChg>
        <pc:spChg chg="del">
          <ac:chgData name="Zheng Fei" userId="d19317889db4c986" providerId="LiveId" clId="{3A6F22EC-6528-2647-A1D1-9C2837276CEA}" dt="2023-04-14T06:43:23.580" v="277" actId="478"/>
          <ac:spMkLst>
            <pc:docMk/>
            <pc:sldMk cId="780838493" sldId="454"/>
            <ac:spMk id="4" creationId="{40179A02-73E2-9FF2-363A-F6514F570E7C}"/>
          </ac:spMkLst>
        </pc:spChg>
        <pc:spChg chg="add mod">
          <ac:chgData name="Zheng Fei" userId="d19317889db4c986" providerId="LiveId" clId="{3A6F22EC-6528-2647-A1D1-9C2837276CEA}" dt="2023-04-14T09:09:16.955" v="588" actId="14100"/>
          <ac:spMkLst>
            <pc:docMk/>
            <pc:sldMk cId="780838493" sldId="454"/>
            <ac:spMk id="4" creationId="{B6813C72-3882-6F5A-3637-700F7A82F1FD}"/>
          </ac:spMkLst>
        </pc:spChg>
        <pc:spChg chg="add mod">
          <ac:chgData name="Zheng Fei" userId="d19317889db4c986" providerId="LiveId" clId="{3A6F22EC-6528-2647-A1D1-9C2837276CEA}" dt="2023-04-14T09:09:33.060" v="590" actId="1076"/>
          <ac:spMkLst>
            <pc:docMk/>
            <pc:sldMk cId="780838493" sldId="454"/>
            <ac:spMk id="5" creationId="{9D25CCB8-5AE6-37DB-C6CD-D59E819A1EC3}"/>
          </ac:spMkLst>
        </pc:spChg>
        <pc:spChg chg="add mod">
          <ac:chgData name="Zheng Fei" userId="d19317889db4c986" providerId="LiveId" clId="{3A6F22EC-6528-2647-A1D1-9C2837276CEA}" dt="2023-04-14T09:09:33.060" v="590" actId="1076"/>
          <ac:spMkLst>
            <pc:docMk/>
            <pc:sldMk cId="780838493" sldId="454"/>
            <ac:spMk id="6" creationId="{21AB11E1-04BE-53F8-7A4C-1092667BE07E}"/>
          </ac:spMkLst>
        </pc:spChg>
        <pc:spChg chg="del">
          <ac:chgData name="Zheng Fei" userId="d19317889db4c986" providerId="LiveId" clId="{3A6F22EC-6528-2647-A1D1-9C2837276CEA}" dt="2023-04-14T09:09:00.468" v="584" actId="478"/>
          <ac:spMkLst>
            <pc:docMk/>
            <pc:sldMk cId="780838493" sldId="454"/>
            <ac:spMk id="13" creationId="{229A0216-CD22-CEF3-0F67-B7C62682F22B}"/>
          </ac:spMkLst>
        </pc:spChg>
        <pc:spChg chg="mod">
          <ac:chgData name="Zheng Fei" userId="d19317889db4c986" providerId="LiveId" clId="{3A6F22EC-6528-2647-A1D1-9C2837276CEA}" dt="2023-04-14T09:09:10.356" v="586" actId="1076"/>
          <ac:spMkLst>
            <pc:docMk/>
            <pc:sldMk cId="780838493" sldId="454"/>
            <ac:spMk id="20" creationId="{B7813BFF-24B4-2352-D6E6-1BBF5E4AE3F0}"/>
          </ac:spMkLst>
        </pc:spChg>
        <pc:spChg chg="mod">
          <ac:chgData name="Zheng Fei" userId="d19317889db4c986" providerId="LiveId" clId="{3A6F22EC-6528-2647-A1D1-9C2837276CEA}" dt="2023-04-14T09:09:10.356" v="586" actId="1076"/>
          <ac:spMkLst>
            <pc:docMk/>
            <pc:sldMk cId="780838493" sldId="454"/>
            <ac:spMk id="25" creationId="{9DC549DF-0577-3F44-E187-B1BC8DECB024}"/>
          </ac:spMkLst>
        </pc:spChg>
        <pc:cxnChg chg="add mod">
          <ac:chgData name="Zheng Fei" userId="d19317889db4c986" providerId="LiveId" clId="{3A6F22EC-6528-2647-A1D1-9C2837276CEA}" dt="2023-04-14T06:43:23.990" v="278"/>
          <ac:cxnSpMkLst>
            <pc:docMk/>
            <pc:sldMk cId="780838493" sldId="454"/>
            <ac:cxnSpMk id="3" creationId="{DB7761A2-B644-14F1-6615-111679C6803D}"/>
          </ac:cxnSpMkLst>
        </pc:cxnChg>
      </pc:sldChg>
      <pc:sldChg chg="add del">
        <pc:chgData name="Zheng Fei" userId="d19317889db4c986" providerId="LiveId" clId="{3A6F22EC-6528-2647-A1D1-9C2837276CEA}" dt="2023-04-14T06:59:17.414" v="355" actId="2696"/>
        <pc:sldMkLst>
          <pc:docMk/>
          <pc:sldMk cId="4035425998" sldId="455"/>
        </pc:sldMkLst>
      </pc:sldChg>
      <pc:sldChg chg="addSp delSp modSp add mod ord delAnim modAnim">
        <pc:chgData name="Zheng Fei" userId="d19317889db4c986" providerId="LiveId" clId="{3A6F22EC-6528-2647-A1D1-9C2837276CEA}" dt="2023-04-14T09:15:43.546" v="633" actId="20577"/>
        <pc:sldMkLst>
          <pc:docMk/>
          <pc:sldMk cId="3350887487" sldId="456"/>
        </pc:sldMkLst>
        <pc:spChg chg="add mod">
          <ac:chgData name="Zheng Fei" userId="d19317889db4c986" providerId="LiveId" clId="{3A6F22EC-6528-2647-A1D1-9C2837276CEA}" dt="2023-04-14T06:54:56.342" v="338" actId="1076"/>
          <ac:spMkLst>
            <pc:docMk/>
            <pc:sldMk cId="3350887487" sldId="456"/>
            <ac:spMk id="2" creationId="{E6B25FF9-772E-5403-8C10-0A2E60696648}"/>
          </ac:spMkLst>
        </pc:spChg>
        <pc:spChg chg="mod">
          <ac:chgData name="Zheng Fei" userId="d19317889db4c986" providerId="LiveId" clId="{3A6F22EC-6528-2647-A1D1-9C2837276CEA}" dt="2023-04-14T08:18:20.062" v="359" actId="113"/>
          <ac:spMkLst>
            <pc:docMk/>
            <pc:sldMk cId="3350887487" sldId="456"/>
            <ac:spMk id="3" creationId="{F24BA370-3E52-0624-2F77-C75EF3EA35E3}"/>
          </ac:spMkLst>
        </pc:spChg>
        <pc:spChg chg="add mod">
          <ac:chgData name="Zheng Fei" userId="d19317889db4c986" providerId="LiveId" clId="{3A6F22EC-6528-2647-A1D1-9C2837276CEA}" dt="2023-04-14T06:54:56.342" v="338" actId="1076"/>
          <ac:spMkLst>
            <pc:docMk/>
            <pc:sldMk cId="3350887487" sldId="456"/>
            <ac:spMk id="4" creationId="{C08A0BB0-64E0-59A3-0F00-50FED5C3EE89}"/>
          </ac:spMkLst>
        </pc:spChg>
        <pc:spChg chg="add mod">
          <ac:chgData name="Zheng Fei" userId="d19317889db4c986" providerId="LiveId" clId="{3A6F22EC-6528-2647-A1D1-9C2837276CEA}" dt="2023-04-14T09:15:43.546" v="633" actId="20577"/>
          <ac:spMkLst>
            <pc:docMk/>
            <pc:sldMk cId="3350887487" sldId="456"/>
            <ac:spMk id="5" creationId="{E3A4210E-CD19-3798-C15A-3D4FCE47D6F0}"/>
          </ac:spMkLst>
        </pc:spChg>
        <pc:spChg chg="add mod">
          <ac:chgData name="Zheng Fei" userId="d19317889db4c986" providerId="LiveId" clId="{3A6F22EC-6528-2647-A1D1-9C2837276CEA}" dt="2023-04-14T06:58:30.173" v="354" actId="20577"/>
          <ac:spMkLst>
            <pc:docMk/>
            <pc:sldMk cId="3350887487" sldId="456"/>
            <ac:spMk id="6" creationId="{E99FD7D1-B119-8295-D41D-E3EB03094DBA}"/>
          </ac:spMkLst>
        </pc:spChg>
        <pc:spChg chg="add mod">
          <ac:chgData name="Zheng Fei" userId="d19317889db4c986" providerId="LiveId" clId="{3A6F22EC-6528-2647-A1D1-9C2837276CEA}" dt="2023-04-14T06:57:56.793" v="350" actId="1076"/>
          <ac:spMkLst>
            <pc:docMk/>
            <pc:sldMk cId="3350887487" sldId="456"/>
            <ac:spMk id="7" creationId="{B5472AA1-A567-A124-5D85-FE4FA0EEA669}"/>
          </ac:spMkLst>
        </pc:spChg>
        <pc:spChg chg="add mod">
          <ac:chgData name="Zheng Fei" userId="d19317889db4c986" providerId="LiveId" clId="{3A6F22EC-6528-2647-A1D1-9C2837276CEA}" dt="2023-04-14T08:19:59.741" v="371" actId="113"/>
          <ac:spMkLst>
            <pc:docMk/>
            <pc:sldMk cId="3350887487" sldId="456"/>
            <ac:spMk id="9" creationId="{E4626B7C-072B-C6D4-9AEB-889BC07A01A6}"/>
          </ac:spMkLst>
        </pc:spChg>
        <pc:spChg chg="add del mod">
          <ac:chgData name="Zheng Fei" userId="d19317889db4c986" providerId="LiveId" clId="{3A6F22EC-6528-2647-A1D1-9C2837276CEA}" dt="2023-04-14T08:21:31.218" v="378" actId="478"/>
          <ac:spMkLst>
            <pc:docMk/>
            <pc:sldMk cId="3350887487" sldId="456"/>
            <ac:spMk id="10" creationId="{5CE4A173-A96D-6280-9A10-F04706408BD6}"/>
          </ac:spMkLst>
        </pc:spChg>
        <pc:spChg chg="add mod">
          <ac:chgData name="Zheng Fei" userId="d19317889db4c986" providerId="LiveId" clId="{3A6F22EC-6528-2647-A1D1-9C2837276CEA}" dt="2023-04-14T08:21:36.936" v="380" actId="1076"/>
          <ac:spMkLst>
            <pc:docMk/>
            <pc:sldMk cId="3350887487" sldId="456"/>
            <ac:spMk id="11" creationId="{3BAA9008-8205-08DC-1337-0466BA7F5C14}"/>
          </ac:spMkLst>
        </pc:spChg>
        <pc:cxnChg chg="add mod">
          <ac:chgData name="Zheng Fei" userId="d19317889db4c986" providerId="LiveId" clId="{3A6F22EC-6528-2647-A1D1-9C2837276CEA}" dt="2023-04-14T08:22:44.783" v="386" actId="14100"/>
          <ac:cxnSpMkLst>
            <pc:docMk/>
            <pc:sldMk cId="3350887487" sldId="456"/>
            <ac:cxnSpMk id="13" creationId="{1AFD2A85-36EF-B6AA-0E3B-89D8E8895DFB}"/>
          </ac:cxnSpMkLst>
        </pc:cxnChg>
      </pc:sldChg>
      <pc:sldChg chg="addSp modSp add mod modAnim">
        <pc:chgData name="Zheng Fei" userId="d19317889db4c986" providerId="LiveId" clId="{3A6F22EC-6528-2647-A1D1-9C2837276CEA}" dt="2023-04-14T09:18:21.765" v="659"/>
        <pc:sldMkLst>
          <pc:docMk/>
          <pc:sldMk cId="436171868" sldId="457"/>
        </pc:sldMkLst>
        <pc:spChg chg="mod">
          <ac:chgData name="Zheng Fei" userId="d19317889db4c986" providerId="LiveId" clId="{3A6F22EC-6528-2647-A1D1-9C2837276CEA}" dt="2023-04-14T09:12:51.150" v="613" actId="20577"/>
          <ac:spMkLst>
            <pc:docMk/>
            <pc:sldMk cId="436171868" sldId="457"/>
            <ac:spMk id="3" creationId="{F24BA370-3E52-0624-2F77-C75EF3EA35E3}"/>
          </ac:spMkLst>
        </pc:spChg>
        <pc:spChg chg="mod">
          <ac:chgData name="Zheng Fei" userId="d19317889db4c986" providerId="LiveId" clId="{3A6F22EC-6528-2647-A1D1-9C2837276CEA}" dt="2023-04-14T09:15:26.194" v="632" actId="20577"/>
          <ac:spMkLst>
            <pc:docMk/>
            <pc:sldMk cId="436171868" sldId="457"/>
            <ac:spMk id="5" creationId="{E3A4210E-CD19-3798-C15A-3D4FCE47D6F0}"/>
          </ac:spMkLst>
        </pc:spChg>
        <pc:spChg chg="mod">
          <ac:chgData name="Zheng Fei" userId="d19317889db4c986" providerId="LiveId" clId="{3A6F22EC-6528-2647-A1D1-9C2837276CEA}" dt="2023-04-14T09:12:55.107" v="614" actId="1076"/>
          <ac:spMkLst>
            <pc:docMk/>
            <pc:sldMk cId="436171868" sldId="457"/>
            <ac:spMk id="6" creationId="{E99FD7D1-B119-8295-D41D-E3EB03094DBA}"/>
          </ac:spMkLst>
        </pc:spChg>
        <pc:spChg chg="mod">
          <ac:chgData name="Zheng Fei" userId="d19317889db4c986" providerId="LiveId" clId="{3A6F22EC-6528-2647-A1D1-9C2837276CEA}" dt="2023-04-14T09:12:58.077" v="615" actId="1076"/>
          <ac:spMkLst>
            <pc:docMk/>
            <pc:sldMk cId="436171868" sldId="457"/>
            <ac:spMk id="7" creationId="{B5472AA1-A567-A124-5D85-FE4FA0EEA669}"/>
          </ac:spMkLst>
        </pc:spChg>
        <pc:spChg chg="add mod">
          <ac:chgData name="Zheng Fei" userId="d19317889db4c986" providerId="LiveId" clId="{3A6F22EC-6528-2647-A1D1-9C2837276CEA}" dt="2023-04-14T09:11:51.715" v="595"/>
          <ac:spMkLst>
            <pc:docMk/>
            <pc:sldMk cId="436171868" sldId="457"/>
            <ac:spMk id="8" creationId="{3BB746BE-31C6-84C3-914E-8C3A972E7FD6}"/>
          </ac:spMkLst>
        </pc:spChg>
        <pc:spChg chg="add mod">
          <ac:chgData name="Zheng Fei" userId="d19317889db4c986" providerId="LiveId" clId="{3A6F22EC-6528-2647-A1D1-9C2837276CEA}" dt="2023-04-14T09:13:42.972" v="619" actId="207"/>
          <ac:spMkLst>
            <pc:docMk/>
            <pc:sldMk cId="436171868" sldId="457"/>
            <ac:spMk id="9" creationId="{B65BE4BA-0A37-7B90-BCE7-5792D6BB9BC9}"/>
          </ac:spMkLst>
        </pc:spChg>
        <pc:spChg chg="add mod">
          <ac:chgData name="Zheng Fei" userId="d19317889db4c986" providerId="LiveId" clId="{3A6F22EC-6528-2647-A1D1-9C2837276CEA}" dt="2023-04-14T09:14:38.607" v="629" actId="404"/>
          <ac:spMkLst>
            <pc:docMk/>
            <pc:sldMk cId="436171868" sldId="457"/>
            <ac:spMk id="10" creationId="{DB14E327-E01D-1466-F050-F76FFDA726CC}"/>
          </ac:spMkLst>
        </pc:spChg>
        <pc:spChg chg="add mod">
          <ac:chgData name="Zheng Fei" userId="d19317889db4c986" providerId="LiveId" clId="{3A6F22EC-6528-2647-A1D1-9C2837276CEA}" dt="2023-04-14T09:16:29.646" v="643" actId="20577"/>
          <ac:spMkLst>
            <pc:docMk/>
            <pc:sldMk cId="436171868" sldId="457"/>
            <ac:spMk id="11" creationId="{705F8361-4B9A-69AA-C14C-5D5881BAA7FA}"/>
          </ac:spMkLst>
        </pc:spChg>
        <pc:spChg chg="add mod">
          <ac:chgData name="Zheng Fei" userId="d19317889db4c986" providerId="LiveId" clId="{3A6F22EC-6528-2647-A1D1-9C2837276CEA}" dt="2023-04-14T09:16:50.354" v="650" actId="1076"/>
          <ac:spMkLst>
            <pc:docMk/>
            <pc:sldMk cId="436171868" sldId="457"/>
            <ac:spMk id="12" creationId="{DE58944B-FAD7-8E7C-C6F8-6E299340BB9F}"/>
          </ac:spMkLst>
        </pc:spChg>
        <pc:spChg chg="add mod">
          <ac:chgData name="Zheng Fei" userId="d19317889db4c986" providerId="LiveId" clId="{3A6F22EC-6528-2647-A1D1-9C2837276CEA}" dt="2023-04-14T09:17:54.326" v="656" actId="1076"/>
          <ac:spMkLst>
            <pc:docMk/>
            <pc:sldMk cId="436171868" sldId="457"/>
            <ac:spMk id="13" creationId="{6D71B5BB-B7E9-1EEB-69A9-D9F5BEB1BAE5}"/>
          </ac:spMkLst>
        </pc:spChg>
      </pc:sldChg>
      <pc:sldChg chg="addSp delSp modSp new del mod">
        <pc:chgData name="Zheng Fei" userId="d19317889db4c986" providerId="LiveId" clId="{3A6F22EC-6528-2647-A1D1-9C2837276CEA}" dt="2023-04-14T08:45:34.184" v="416" actId="2696"/>
        <pc:sldMkLst>
          <pc:docMk/>
          <pc:sldMk cId="818185385" sldId="458"/>
        </pc:sldMkLst>
        <pc:spChg chg="del">
          <ac:chgData name="Zheng Fei" userId="d19317889db4c986" providerId="LiveId" clId="{3A6F22EC-6528-2647-A1D1-9C2837276CEA}" dt="2023-04-14T08:26:17.704" v="401" actId="478"/>
          <ac:spMkLst>
            <pc:docMk/>
            <pc:sldMk cId="818185385" sldId="458"/>
            <ac:spMk id="2" creationId="{3CF04E54-8ECE-6B39-5905-4DF059E7ACD9}"/>
          </ac:spMkLst>
        </pc:spChg>
        <pc:spChg chg="del">
          <ac:chgData name="Zheng Fei" userId="d19317889db4c986" providerId="LiveId" clId="{3A6F22EC-6528-2647-A1D1-9C2837276CEA}" dt="2023-04-14T08:26:16.850" v="400" actId="478"/>
          <ac:spMkLst>
            <pc:docMk/>
            <pc:sldMk cId="818185385" sldId="458"/>
            <ac:spMk id="3" creationId="{8B4BCFB6-1B62-4046-063A-A76E8114A7FB}"/>
          </ac:spMkLst>
        </pc:spChg>
        <pc:spChg chg="add del mod">
          <ac:chgData name="Zheng Fei" userId="d19317889db4c986" providerId="LiveId" clId="{3A6F22EC-6528-2647-A1D1-9C2837276CEA}" dt="2023-04-14T08:26:15.482" v="399" actId="478"/>
          <ac:spMkLst>
            <pc:docMk/>
            <pc:sldMk cId="818185385" sldId="458"/>
            <ac:spMk id="4" creationId="{024F18F7-2FC1-ADC9-48F2-C2FCD12FC6F3}"/>
          </ac:spMkLst>
        </pc:spChg>
        <pc:spChg chg="add del mod">
          <ac:chgData name="Zheng Fei" userId="d19317889db4c986" providerId="LiveId" clId="{3A6F22EC-6528-2647-A1D1-9C2837276CEA}" dt="2023-04-14T08:42:39.025" v="405" actId="478"/>
          <ac:spMkLst>
            <pc:docMk/>
            <pc:sldMk cId="818185385" sldId="458"/>
            <ac:spMk id="5" creationId="{47F95EA9-5E89-9BDA-027F-3890CA2B33DB}"/>
          </ac:spMkLst>
        </pc:spChg>
        <pc:spChg chg="add del">
          <ac:chgData name="Zheng Fei" userId="d19317889db4c986" providerId="LiveId" clId="{3A6F22EC-6528-2647-A1D1-9C2837276CEA}" dt="2023-04-14T08:43:04.782" v="407" actId="11529"/>
          <ac:spMkLst>
            <pc:docMk/>
            <pc:sldMk cId="818185385" sldId="458"/>
            <ac:spMk id="6" creationId="{ED0FC98C-735A-3DDC-E2ED-D2636F96D726}"/>
          </ac:spMkLst>
        </pc:spChg>
        <pc:spChg chg="add del mod">
          <ac:chgData name="Zheng Fei" userId="d19317889db4c986" providerId="LiveId" clId="{3A6F22EC-6528-2647-A1D1-9C2837276CEA}" dt="2023-04-14T08:43:49.470" v="414" actId="478"/>
          <ac:spMkLst>
            <pc:docMk/>
            <pc:sldMk cId="818185385" sldId="458"/>
            <ac:spMk id="7" creationId="{4CA69A20-94B1-A86A-9EB8-42846054E06A}"/>
          </ac:spMkLst>
        </pc:spChg>
        <pc:spChg chg="add del mod">
          <ac:chgData name="Zheng Fei" userId="d19317889db4c986" providerId="LiveId" clId="{3A6F22EC-6528-2647-A1D1-9C2837276CEA}" dt="2023-04-14T08:43:50.213" v="415" actId="478"/>
          <ac:spMkLst>
            <pc:docMk/>
            <pc:sldMk cId="818185385" sldId="458"/>
            <ac:spMk id="8" creationId="{8A1BAF9B-2100-9CAD-2F10-6AF1E975069D}"/>
          </ac:spMkLst>
        </pc:spChg>
      </pc:sldChg>
      <pc:sldChg chg="addSp delSp modSp new del mod">
        <pc:chgData name="Zheng Fei" userId="d19317889db4c986" providerId="LiveId" clId="{3A6F22EC-6528-2647-A1D1-9C2837276CEA}" dt="2023-04-14T08:59:10.973" v="476" actId="2696"/>
        <pc:sldMkLst>
          <pc:docMk/>
          <pc:sldMk cId="940793172" sldId="458"/>
        </pc:sldMkLst>
        <pc:spChg chg="del">
          <ac:chgData name="Zheng Fei" userId="d19317889db4c986" providerId="LiveId" clId="{3A6F22EC-6528-2647-A1D1-9C2837276CEA}" dt="2023-04-14T08:56:05.405" v="419" actId="478"/>
          <ac:spMkLst>
            <pc:docMk/>
            <pc:sldMk cId="940793172" sldId="458"/>
            <ac:spMk id="2" creationId="{B36B992C-46D2-9E65-6FBA-A96864772F20}"/>
          </ac:spMkLst>
        </pc:spChg>
        <pc:spChg chg="del">
          <ac:chgData name="Zheng Fei" userId="d19317889db4c986" providerId="LiveId" clId="{3A6F22EC-6528-2647-A1D1-9C2837276CEA}" dt="2023-04-14T08:56:04.367" v="418" actId="478"/>
          <ac:spMkLst>
            <pc:docMk/>
            <pc:sldMk cId="940793172" sldId="458"/>
            <ac:spMk id="3" creationId="{B8FB77DC-007E-FDF5-7F60-A75CFDB55402}"/>
          </ac:spMkLst>
        </pc:spChg>
        <pc:graphicFrameChg chg="add mod">
          <ac:chgData name="Zheng Fei" userId="d19317889db4c986" providerId="LiveId" clId="{3A6F22EC-6528-2647-A1D1-9C2837276CEA}" dt="2023-04-14T08:57:05.055" v="425" actId="1076"/>
          <ac:graphicFrameMkLst>
            <pc:docMk/>
            <pc:sldMk cId="940793172" sldId="458"/>
            <ac:graphicFrameMk id="4" creationId="{7CB3A112-FF8B-7E49-AB0B-487C2A9FDFD1}"/>
          </ac:graphicFrameMkLst>
        </pc:graphicFrameChg>
      </pc:sldChg>
      <pc:sldChg chg="addSp delSp modSp add mod">
        <pc:chgData name="Zheng Fei" userId="d19317889db4c986" providerId="LiveId" clId="{3A6F22EC-6528-2647-A1D1-9C2837276CEA}" dt="2023-04-14T08:59:08.911" v="475"/>
        <pc:sldMkLst>
          <pc:docMk/>
          <pc:sldMk cId="4253031728" sldId="459"/>
        </pc:sldMkLst>
        <pc:graphicFrameChg chg="del">
          <ac:chgData name="Zheng Fei" userId="d19317889db4c986" providerId="LiveId" clId="{3A6F22EC-6528-2647-A1D1-9C2837276CEA}" dt="2023-04-14T08:59:03.353" v="474" actId="21"/>
          <ac:graphicFrameMkLst>
            <pc:docMk/>
            <pc:sldMk cId="4253031728" sldId="459"/>
            <ac:graphicFrameMk id="4" creationId="{7CB3A112-FF8B-7E49-AB0B-487C2A9FDFD1}"/>
          </ac:graphicFrameMkLst>
        </pc:graphicFrameChg>
        <pc:picChg chg="add mod">
          <ac:chgData name="Zheng Fei" userId="d19317889db4c986" providerId="LiveId" clId="{3A6F22EC-6528-2647-A1D1-9C2837276CEA}" dt="2023-04-14T08:59:08.911" v="475"/>
          <ac:picMkLst>
            <pc:docMk/>
            <pc:sldMk cId="4253031728" sldId="459"/>
            <ac:picMk id="2" creationId="{34E034AC-7F94-2A5C-AB0D-AC00FD59CB6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C0A81D-B46D-42B4-9810-74D3F3F8917E}" type="datetimeFigureOut">
              <a:rPr lang="zh-CN" altLang="en-US" smtClean="0"/>
              <a:t>2023/4/15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6D82EE-9E5D-4394-97C3-36CC9E3DC04A}" type="slidenum">
              <a:rPr lang="zh-CN" altLang="en-US" smtClean="0"/>
              <a:t>‹#›</a:t>
            </a:fld>
            <a:endParaRPr lang="zh-CN" altLang="en-US"/>
          </a:p>
        </p:txBody>
      </p:sp>
    </p:spTree>
    <p:extLst>
      <p:ext uri="{BB962C8B-B14F-4D97-AF65-F5344CB8AC3E}">
        <p14:creationId xmlns:p14="http://schemas.microsoft.com/office/powerpoint/2010/main" val="2889355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96D82EE-9E5D-4394-97C3-36CC9E3DC04A}" type="slidenum">
              <a:rPr lang="zh-CN" altLang="en-US" smtClean="0"/>
              <a:t>7</a:t>
            </a:fld>
            <a:endParaRPr lang="zh-CN" altLang="en-US"/>
          </a:p>
        </p:txBody>
      </p:sp>
    </p:spTree>
    <p:extLst>
      <p:ext uri="{BB962C8B-B14F-4D97-AF65-F5344CB8AC3E}">
        <p14:creationId xmlns:p14="http://schemas.microsoft.com/office/powerpoint/2010/main" val="1894969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96D82EE-9E5D-4394-97C3-36CC9E3DC04A}" type="slidenum">
              <a:rPr lang="zh-CN" altLang="en-US" smtClean="0"/>
              <a:t>11</a:t>
            </a:fld>
            <a:endParaRPr lang="zh-CN" altLang="en-US"/>
          </a:p>
        </p:txBody>
      </p:sp>
    </p:spTree>
    <p:extLst>
      <p:ext uri="{BB962C8B-B14F-4D97-AF65-F5344CB8AC3E}">
        <p14:creationId xmlns:p14="http://schemas.microsoft.com/office/powerpoint/2010/main" val="3887942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96D82EE-9E5D-4394-97C3-36CC9E3DC04A}" type="slidenum">
              <a:rPr lang="zh-CN" altLang="en-US" smtClean="0"/>
              <a:t>12</a:t>
            </a:fld>
            <a:endParaRPr lang="zh-CN" altLang="en-US"/>
          </a:p>
        </p:txBody>
      </p:sp>
    </p:spTree>
    <p:extLst>
      <p:ext uri="{BB962C8B-B14F-4D97-AF65-F5344CB8AC3E}">
        <p14:creationId xmlns:p14="http://schemas.microsoft.com/office/powerpoint/2010/main" val="627500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96D82EE-9E5D-4394-97C3-36CC9E3DC04A}" type="slidenum">
              <a:rPr lang="zh-CN" altLang="en-US" smtClean="0"/>
              <a:t>16</a:t>
            </a:fld>
            <a:endParaRPr lang="zh-CN" altLang="en-US"/>
          </a:p>
        </p:txBody>
      </p:sp>
    </p:spTree>
    <p:extLst>
      <p:ext uri="{BB962C8B-B14F-4D97-AF65-F5344CB8AC3E}">
        <p14:creationId xmlns:p14="http://schemas.microsoft.com/office/powerpoint/2010/main" val="2274141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96D82EE-9E5D-4394-97C3-36CC9E3DC04A}" type="slidenum">
              <a:rPr lang="zh-CN" altLang="en-US" smtClean="0"/>
              <a:t>19</a:t>
            </a:fld>
            <a:endParaRPr lang="zh-CN" altLang="en-US"/>
          </a:p>
        </p:txBody>
      </p:sp>
    </p:spTree>
    <p:extLst>
      <p:ext uri="{BB962C8B-B14F-4D97-AF65-F5344CB8AC3E}">
        <p14:creationId xmlns:p14="http://schemas.microsoft.com/office/powerpoint/2010/main" val="2274141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96D82EE-9E5D-4394-97C3-36CC9E3DC04A}" type="slidenum">
              <a:rPr lang="zh-CN" altLang="en-US" smtClean="0"/>
              <a:t>20</a:t>
            </a:fld>
            <a:endParaRPr lang="zh-CN" altLang="en-US"/>
          </a:p>
        </p:txBody>
      </p:sp>
    </p:spTree>
    <p:extLst>
      <p:ext uri="{BB962C8B-B14F-4D97-AF65-F5344CB8AC3E}">
        <p14:creationId xmlns:p14="http://schemas.microsoft.com/office/powerpoint/2010/main" val="274920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96D82EE-9E5D-4394-97C3-36CC9E3DC04A}" type="slidenum">
              <a:rPr lang="zh-CN" altLang="en-US" smtClean="0"/>
              <a:t>22</a:t>
            </a:fld>
            <a:endParaRPr lang="zh-CN" altLang="en-US"/>
          </a:p>
        </p:txBody>
      </p:sp>
    </p:spTree>
    <p:extLst>
      <p:ext uri="{BB962C8B-B14F-4D97-AF65-F5344CB8AC3E}">
        <p14:creationId xmlns:p14="http://schemas.microsoft.com/office/powerpoint/2010/main" val="1403333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384550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692196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803925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441457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830630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645356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789096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98457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790284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8758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D997B5FA-0921-464F-AAE1-844C04324D75}" type="datetimeFigureOut">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30950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2023/4/15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5042804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13.xml"/><Relationship Id="rId1" Type="http://schemas.openxmlformats.org/officeDocument/2006/relationships/slideLayout" Target="../slideLayouts/slideLayout7.xml"/><Relationship Id="rId4" Type="http://schemas.openxmlformats.org/officeDocument/2006/relationships/slide" Target="slide2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202.png"/><Relationship Id="rId4" Type="http://schemas.openxmlformats.org/officeDocument/2006/relationships/image" Target="../media/image19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11.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41.png"/><Relationship Id="rId5" Type="http://schemas.openxmlformats.org/officeDocument/2006/relationships/image" Target="../media/image73.png"/><Relationship Id="rId4" Type="http://schemas.openxmlformats.org/officeDocument/2006/relationships/image" Target="../media/image230.png"/></Relationships>
</file>

<file path=ppt/slides/_rels/slide1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83.png"/></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6.png"/><Relationship Id="rId7" Type="http://schemas.openxmlformats.org/officeDocument/2006/relationships/image" Target="../media/image10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84.png"/><Relationship Id="rId4" Type="http://schemas.openxmlformats.org/officeDocument/2006/relationships/image" Target="../media/image77.png"/><Relationship Id="rId9"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6.png"/><Relationship Id="rId7" Type="http://schemas.openxmlformats.org/officeDocument/2006/relationships/image" Target="../media/image10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84.png"/><Relationship Id="rId10" Type="http://schemas.openxmlformats.org/officeDocument/2006/relationships/image" Target="../media/image34.png"/><Relationship Id="rId4" Type="http://schemas.openxmlformats.org/officeDocument/2006/relationships/image" Target="../media/image77.pn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28.png"/><Relationship Id="rId3" Type="http://schemas.microsoft.com/office/2007/relationships/hdphoto" Target="../media/hdphoto1.wdp"/><Relationship Id="rId7" Type="http://schemas.openxmlformats.org/officeDocument/2006/relationships/image" Target="../media/image200.png"/><Relationship Id="rId12" Type="http://schemas.openxmlformats.org/officeDocument/2006/relationships/image" Target="../media/image27.png"/><Relationship Id="rId2" Type="http://schemas.openxmlformats.org/officeDocument/2006/relationships/image" Target="../media/image35.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25.png"/><Relationship Id="rId5" Type="http://schemas.openxmlformats.org/officeDocument/2006/relationships/image" Target="../media/image190.png"/><Relationship Id="rId10" Type="http://schemas.openxmlformats.org/officeDocument/2006/relationships/image" Target="../media/image220.png"/><Relationship Id="rId4" Type="http://schemas.openxmlformats.org/officeDocument/2006/relationships/image" Target="../media/image18.png"/><Relationship Id="rId9" Type="http://schemas.openxmlformats.org/officeDocument/2006/relationships/image" Target="../media/image210.png"/></Relationships>
</file>

<file path=ppt/slides/_rels/slide22.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36.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 Id="rId9"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30.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10.png"/><Relationship Id="rId4" Type="http://schemas.openxmlformats.org/officeDocument/2006/relationships/image" Target="../media/image300.png"/></Relationships>
</file>

<file path=ppt/slides/_rels/slide2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8.png"/><Relationship Id="rId7" Type="http://schemas.openxmlformats.org/officeDocument/2006/relationships/image" Target="../media/image100.png"/><Relationship Id="rId12" Type="http://schemas.openxmlformats.org/officeDocument/2006/relationships/image" Target="../media/image44.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43.png"/><Relationship Id="rId5" Type="http://schemas.openxmlformats.org/officeDocument/2006/relationships/image" Target="../media/image84.png"/><Relationship Id="rId10" Type="http://schemas.openxmlformats.org/officeDocument/2006/relationships/image" Target="../media/image36.png"/><Relationship Id="rId4" Type="http://schemas.openxmlformats.org/officeDocument/2006/relationships/image" Target="../media/image77.png"/><Relationship Id="rId9" Type="http://schemas.openxmlformats.org/officeDocument/2006/relationships/image" Target="../media/image42.png"/></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6.png"/><Relationship Id="rId7" Type="http://schemas.openxmlformats.org/officeDocument/2006/relationships/image" Target="../media/image4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52.png"/><Relationship Id="rId5" Type="http://schemas.openxmlformats.org/officeDocument/2006/relationships/image" Target="../media/image47.png"/><Relationship Id="rId10" Type="http://schemas.openxmlformats.org/officeDocument/2006/relationships/image" Target="../media/image51.png"/><Relationship Id="rId4" Type="http://schemas.openxmlformats.org/officeDocument/2006/relationships/image" Target="../media/image7.png"/><Relationship Id="rId9"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a:hlinkClick r:id="rId2" action="ppaction://hlinksldjump" tooltip="点击进入"/>
            <a:extLst>
              <a:ext uri="{FF2B5EF4-FFF2-40B4-BE49-F238E27FC236}">
                <a16:creationId xmlns:a16="http://schemas.microsoft.com/office/drawing/2014/main" id="{9979D594-9100-0446-A19F-7140E5533581}"/>
              </a:ext>
            </a:extLst>
          </p:cNvPr>
          <p:cNvSpPr txBox="1">
            <a:spLocks noChangeArrowheads="1"/>
          </p:cNvSpPr>
          <p:nvPr/>
        </p:nvSpPr>
        <p:spPr bwMode="auto">
          <a:xfrm>
            <a:off x="740588" y="538262"/>
            <a:ext cx="8011526" cy="71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marR="0" lvl="0" indent="0" algn="ctr" fontAlgn="base">
              <a:lnSpc>
                <a:spcPct val="100000"/>
              </a:lnSpc>
              <a:spcBef>
                <a:spcPct val="50000"/>
              </a:spcBef>
              <a:spcAft>
                <a:spcPct val="0"/>
              </a:spcAft>
              <a:buSzPct val="70000"/>
              <a:tabLst/>
              <a:defRPr/>
            </a:pPr>
            <a:r>
              <a:rPr kumimoji="1" lang="zh-CN" altLang="en-US" sz="4000" b="1" dirty="0">
                <a:solidFill>
                  <a:srgbClr val="002060"/>
                </a:solidFill>
                <a:latin typeface="Times New Roman" panose="02020603050405020304" pitchFamily="18" charset="0"/>
                <a:ea typeface="华文新魏" panose="02010800040101010101" pitchFamily="2" charset="-122"/>
              </a:rPr>
              <a:t>第五章   大数定律和中心极限定理</a:t>
            </a:r>
          </a:p>
        </p:txBody>
      </p:sp>
      <p:sp>
        <p:nvSpPr>
          <p:cNvPr id="61444" name="Text Box 4">
            <a:hlinkClick r:id="rId3" action="ppaction://hlinksldjump"/>
            <a:extLst>
              <a:ext uri="{FF2B5EF4-FFF2-40B4-BE49-F238E27FC236}">
                <a16:creationId xmlns:a16="http://schemas.microsoft.com/office/drawing/2014/main" id="{601F1377-4EC1-A648-9D08-93B0CEF44388}"/>
              </a:ext>
            </a:extLst>
          </p:cNvPr>
          <p:cNvSpPr txBox="1">
            <a:spLocks noChangeArrowheads="1"/>
          </p:cNvSpPr>
          <p:nvPr/>
        </p:nvSpPr>
        <p:spPr bwMode="auto">
          <a:xfrm>
            <a:off x="1518571" y="2658768"/>
            <a:ext cx="5761037" cy="5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lvl="0" indent="0" defTabSz="914400" fontAlgn="base">
              <a:lnSpc>
                <a:spcPct val="90000"/>
              </a:lnSpc>
              <a:spcBef>
                <a:spcPct val="50000"/>
              </a:spcBef>
              <a:spcAft>
                <a:spcPct val="0"/>
              </a:spcAft>
              <a:buClr>
                <a:srgbClr val="CC0000"/>
              </a:buClr>
              <a:defRPr/>
            </a:pPr>
            <a:r>
              <a:rPr kumimoji="1" lang="en-US" altLang="zh-CN" sz="3200" b="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§5.1</a:t>
            </a:r>
            <a:r>
              <a:rPr kumimoji="1" lang="zh-CN" altLang="en-US" sz="3200" b="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大数定律</a:t>
            </a:r>
            <a:endParaRPr kumimoji="1"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KaiTi" panose="02010609060101010101" pitchFamily="49" charset="-122"/>
              <a:cs typeface="Times New Roman" panose="02020603050405020304" pitchFamily="18" charset="0"/>
            </a:endParaRPr>
          </a:p>
        </p:txBody>
      </p:sp>
      <p:sp>
        <p:nvSpPr>
          <p:cNvPr id="61446" name="Text Box 6">
            <a:hlinkClick r:id="rId4" action="ppaction://hlinksldjump"/>
            <a:extLst>
              <a:ext uri="{FF2B5EF4-FFF2-40B4-BE49-F238E27FC236}">
                <a16:creationId xmlns:a16="http://schemas.microsoft.com/office/drawing/2014/main" id="{3CA5D0EF-1412-D449-86E5-3BEFAEB9289A}"/>
              </a:ext>
            </a:extLst>
          </p:cNvPr>
          <p:cNvSpPr txBox="1">
            <a:spLocks noChangeArrowheads="1"/>
          </p:cNvSpPr>
          <p:nvPr/>
        </p:nvSpPr>
        <p:spPr bwMode="auto">
          <a:xfrm>
            <a:off x="1518571" y="3792340"/>
            <a:ext cx="5761037" cy="53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lvl="0" indent="0" defTabSz="914400" fontAlgn="base">
              <a:lnSpc>
                <a:spcPct val="90000"/>
              </a:lnSpc>
              <a:spcBef>
                <a:spcPct val="50000"/>
              </a:spcBef>
              <a:spcAft>
                <a:spcPct val="0"/>
              </a:spcAft>
              <a:buClr>
                <a:srgbClr val="CC0000"/>
              </a:buClr>
              <a:defRPr/>
            </a:pPr>
            <a:r>
              <a:rPr kumimoji="1" lang="en-US" altLang="zh-CN" sz="3200" b="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§5.2</a:t>
            </a:r>
            <a:r>
              <a:rPr kumimoji="1" lang="zh-CN" altLang="en-US" sz="3200" b="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kumimoji="1"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KaiTi" panose="02010609060101010101" pitchFamily="49" charset="-122"/>
                <a:cs typeface="Times New Roman" panose="02020603050405020304" pitchFamily="18" charset="0"/>
              </a:rPr>
              <a:t>中心极限定理</a:t>
            </a:r>
          </a:p>
        </p:txBody>
      </p:sp>
    </p:spTree>
    <p:extLst>
      <p:ext uri="{BB962C8B-B14F-4D97-AF65-F5344CB8AC3E}">
        <p14:creationId xmlns:p14="http://schemas.microsoft.com/office/powerpoint/2010/main" val="3355953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24BA370-3E52-0624-2F77-C75EF3EA35E3}"/>
              </a:ext>
            </a:extLst>
          </p:cNvPr>
          <p:cNvSpPr>
            <a:spLocks noGrp="1"/>
          </p:cNvSpPr>
          <p:nvPr>
            <p:ph idx="1"/>
          </p:nvPr>
        </p:nvSpPr>
        <p:spPr>
          <a:xfrm>
            <a:off x="452631" y="226504"/>
            <a:ext cx="8572500" cy="2420302"/>
          </a:xfrm>
        </p:spPr>
        <p:txBody>
          <a:bodyPr>
            <a:noAutofit/>
          </a:bodyPr>
          <a:lstStyle/>
          <a:p>
            <a:pPr marL="0" indent="0">
              <a:lnSpc>
                <a:spcPct val="150000"/>
              </a:lnSpc>
              <a:buNone/>
            </a:pPr>
            <a:r>
              <a:rPr lang="zh-CN" altLang="en-US" sz="3600" b="1" dirty="0">
                <a:solidFill>
                  <a:srgbClr val="FF0000"/>
                </a:solidFill>
              </a:rPr>
              <a:t>极限</a:t>
            </a:r>
            <a:r>
              <a:rPr lang="zh-CN" altLang="en-US" sz="2200" dirty="0"/>
              <a:t>定理是概率论的基本理论，在理论研究和应用中起着重要的作用，其中最重要的是 </a:t>
            </a:r>
            <a:r>
              <a:rPr lang="zh-CN" altLang="en-US" sz="2200" dirty="0">
                <a:solidFill>
                  <a:srgbClr val="FF0000"/>
                </a:solidFill>
              </a:rPr>
              <a:t>“大数定律”</a:t>
            </a:r>
            <a:r>
              <a:rPr lang="zh-CN" altLang="en-US" sz="2200" dirty="0"/>
              <a:t>与</a:t>
            </a:r>
            <a:r>
              <a:rPr lang="zh-CN" altLang="en-US" sz="2200" dirty="0">
                <a:solidFill>
                  <a:srgbClr val="FF0000"/>
                </a:solidFill>
              </a:rPr>
              <a:t>“中心极限定理”</a:t>
            </a:r>
            <a:r>
              <a:rPr lang="zh-CN" altLang="en-US" sz="2200" dirty="0"/>
              <a:t> 。</a:t>
            </a:r>
            <a:endParaRPr lang="en-US" altLang="zh-CN" sz="2200" dirty="0"/>
          </a:p>
          <a:p>
            <a:pPr marL="0" indent="0">
              <a:lnSpc>
                <a:spcPct val="150000"/>
              </a:lnSpc>
              <a:buNone/>
            </a:pPr>
            <a:endParaRPr lang="en-US" altLang="zh-CN" sz="2200" dirty="0"/>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82D663D0-4787-2999-906E-DFEF63C020A2}"/>
                  </a:ext>
                </a:extLst>
              </p:cNvPr>
              <p:cNvSpPr txBox="1">
                <a:spLocks/>
              </p:cNvSpPr>
              <p:nvPr/>
            </p:nvSpPr>
            <p:spPr>
              <a:xfrm>
                <a:off x="511813" y="2479966"/>
                <a:ext cx="7886700" cy="8402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200" dirty="0">
                    <a:solidFill>
                      <a:srgbClr val="FF0000"/>
                    </a:solidFill>
                    <a:latin typeface="KaiTi" panose="02010609060101010101" pitchFamily="49" charset="-122"/>
                    <a:ea typeface="KaiTi" panose="02010609060101010101" pitchFamily="49" charset="-122"/>
                    <a:cs typeface="Times New Roman" panose="02020603050405020304" pitchFamily="18" charset="0"/>
                  </a:rPr>
                  <a:t>随机变量序列</a:t>
                </a:r>
                <a:r>
                  <a:rPr lang="en-US" altLang="zh-CN" sz="2200" dirty="0">
                    <a:solidFill>
                      <a:srgbClr val="FF0000"/>
                    </a:solidFill>
                    <a:latin typeface="KaiTi" panose="02010609060101010101" pitchFamily="49" charset="-122"/>
                    <a:ea typeface="KaiTi" panose="02010609060101010101" pitchFamily="49" charset="-122"/>
                    <a:cs typeface="Times New Roman" panose="02020603050405020304" pitchFamily="18" charset="0"/>
                  </a:rPr>
                  <a:t>:</a:t>
                </a:r>
                <a:r>
                  <a:rPr lang="zh-CN" altLang="en-US" sz="2200" dirty="0">
                    <a:solidFill>
                      <a:srgbClr val="FF0000"/>
                    </a:solidFill>
                    <a:latin typeface="KaiTi" panose="02010609060101010101" pitchFamily="49" charset="-122"/>
                    <a:ea typeface="KaiTi" panose="02010609060101010101" pitchFamily="49" charset="-122"/>
                    <a:cs typeface="Times New Roman" panose="02020603050405020304" pitchFamily="18" charset="0"/>
                  </a:rPr>
                  <a:t>  </a:t>
                </a:r>
                <a14:m>
                  <m:oMath xmlns:m="http://schemas.openxmlformats.org/officeDocument/2006/math">
                    <m:sSub>
                      <m:sSubPr>
                        <m:ctrlPr>
                          <a:rPr lang="zh-CN" altLang="zh-CN"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en-US" altLang="zh-CN" sz="2200">
                            <a:solidFill>
                              <a:srgbClr val="FF0000"/>
                            </a:solidFill>
                            <a:latin typeface="Cambria Math" panose="02040503050406030204" pitchFamily="18" charset="0"/>
                          </a:rPr>
                          <m:t>1</m:t>
                        </m:r>
                      </m:sub>
                    </m:sSub>
                    <m:r>
                      <a:rPr lang="en-US" altLang="zh-CN" sz="2200">
                        <a:solidFill>
                          <a:srgbClr val="FF0000"/>
                        </a:solidFill>
                        <a:latin typeface="Cambria Math" panose="02040503050406030204" pitchFamily="18" charset="0"/>
                      </a:rPr>
                      <m:t>,</m:t>
                    </m:r>
                    <m:sSub>
                      <m:sSubPr>
                        <m:ctrlPr>
                          <a:rPr lang="zh-CN" altLang="zh-CN"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en-US" altLang="zh-CN" sz="2200">
                            <a:solidFill>
                              <a:srgbClr val="FF0000"/>
                            </a:solidFill>
                            <a:latin typeface="Cambria Math" panose="02040503050406030204" pitchFamily="18" charset="0"/>
                          </a:rPr>
                          <m:t>2</m:t>
                        </m:r>
                      </m:sub>
                    </m:sSub>
                    <m:r>
                      <a:rPr lang="en-US" altLang="zh-CN" sz="2200">
                        <a:solidFill>
                          <a:srgbClr val="FF0000"/>
                        </a:solidFill>
                        <a:latin typeface="Cambria Math" panose="02040503050406030204" pitchFamily="18" charset="0"/>
                      </a:rPr>
                      <m:t>,⋯,</m:t>
                    </m:r>
                    <m:sSub>
                      <m:sSubPr>
                        <m:ctrlPr>
                          <a:rPr lang="zh-CN" altLang="zh-CN"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en-US" altLang="zh-CN" sz="2200">
                            <a:solidFill>
                              <a:srgbClr val="FF0000"/>
                            </a:solidFill>
                            <a:latin typeface="Cambria Math" panose="02040503050406030204" pitchFamily="18" charset="0"/>
                          </a:rPr>
                          <m:t>𝑛</m:t>
                        </m:r>
                      </m:sub>
                    </m:sSub>
                    <m:r>
                      <a:rPr lang="en-US" altLang="zh-CN" sz="2200">
                        <a:solidFill>
                          <a:srgbClr val="FF0000"/>
                        </a:solidFill>
                        <a:latin typeface="Cambria Math" panose="02040503050406030204" pitchFamily="18" charset="0"/>
                      </a:rPr>
                      <m:t>, ⋯</m:t>
                    </m:r>
                  </m:oMath>
                </a14:m>
                <a:endParaRPr kumimoji="1" lang="zh-CN" altLang="en-US" sz="2200" dirty="0"/>
              </a:p>
            </p:txBody>
          </p:sp>
        </mc:Choice>
        <mc:Fallback xmlns="">
          <p:sp>
            <p:nvSpPr>
              <p:cNvPr id="2" name="内容占位符 2">
                <a:extLst>
                  <a:ext uri="{FF2B5EF4-FFF2-40B4-BE49-F238E27FC236}">
                    <a16:creationId xmlns:a16="http://schemas.microsoft.com/office/drawing/2014/main" id="{82D663D0-4787-2999-906E-DFEF63C020A2}"/>
                  </a:ext>
                </a:extLst>
              </p:cNvPr>
              <p:cNvSpPr txBox="1">
                <a:spLocks noRot="1" noChangeAspect="1" noMove="1" noResize="1" noEditPoints="1" noAdjustHandles="1" noChangeArrowheads="1" noChangeShapeType="1" noTextEdit="1"/>
              </p:cNvSpPr>
              <p:nvPr/>
            </p:nvSpPr>
            <p:spPr>
              <a:xfrm>
                <a:off x="511813" y="2479966"/>
                <a:ext cx="7886700" cy="840295"/>
              </a:xfrm>
              <a:prstGeom prst="rect">
                <a:avLst/>
              </a:prstGeom>
              <a:blipFill>
                <a:blip r:embed="rId2"/>
                <a:stretch>
                  <a:fillRect l="-965" t="-119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FBF7286-C89E-7F86-4116-DFAF9C03FF5B}"/>
                  </a:ext>
                </a:extLst>
              </p:cNvPr>
              <p:cNvSpPr txBox="1"/>
              <p:nvPr/>
            </p:nvSpPr>
            <p:spPr>
              <a:xfrm>
                <a:off x="684616" y="3621259"/>
                <a:ext cx="1028743"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2200" i="1" smtClean="0">
                              <a:solidFill>
                                <a:srgbClr val="FF0000"/>
                              </a:solidFill>
                              <a:latin typeface="Cambria Math" panose="02040503050406030204" pitchFamily="18" charset="0"/>
                            </a:rPr>
                          </m:ctrlPr>
                        </m:fPr>
                        <m:num>
                          <m:r>
                            <a:rPr kumimoji="1" lang="en-US" altLang="zh-CN" sz="2200" b="0" i="1" smtClean="0">
                              <a:solidFill>
                                <a:srgbClr val="FF0000"/>
                              </a:solidFill>
                              <a:latin typeface="Cambria Math" panose="02040503050406030204" pitchFamily="18" charset="0"/>
                            </a:rPr>
                            <m:t>1</m:t>
                          </m:r>
                        </m:num>
                        <m:den>
                          <m:r>
                            <a:rPr kumimoji="1" lang="en-US" altLang="zh-CN" sz="2200" b="0" i="1" smtClean="0">
                              <a:solidFill>
                                <a:srgbClr val="FF0000"/>
                              </a:solidFill>
                              <a:latin typeface="Cambria Math" panose="02040503050406030204" pitchFamily="18" charset="0"/>
                            </a:rPr>
                            <m:t>𝑛</m:t>
                          </m:r>
                        </m:den>
                      </m:f>
                      <m:nary>
                        <m:naryPr>
                          <m:chr m:val="∑"/>
                          <m:ctrlPr>
                            <a:rPr kumimoji="1" lang="en-US" altLang="zh-CN" sz="2200" i="1" smtClean="0">
                              <a:solidFill>
                                <a:srgbClr val="FF0000"/>
                              </a:solidFill>
                              <a:latin typeface="Cambria Math" panose="02040503050406030204" pitchFamily="18" charset="0"/>
                            </a:rPr>
                          </m:ctrlPr>
                        </m:naryPr>
                        <m:sub>
                          <m:r>
                            <m:rPr>
                              <m:brk m:alnAt="23"/>
                            </m:rPr>
                            <a:rPr kumimoji="1" lang="en-US" altLang="zh-CN" sz="2200" b="0" i="1" smtClean="0">
                              <a:solidFill>
                                <a:srgbClr val="FF0000"/>
                              </a:solidFill>
                              <a:latin typeface="Cambria Math" panose="02040503050406030204" pitchFamily="18" charset="0"/>
                            </a:rPr>
                            <m:t>𝑘</m:t>
                          </m:r>
                          <m:r>
                            <a:rPr kumimoji="1" lang="en-US" altLang="zh-CN" sz="2200" b="0" i="1" smtClean="0">
                              <a:solidFill>
                                <a:srgbClr val="FF0000"/>
                              </a:solidFill>
                              <a:latin typeface="Cambria Math" panose="02040503050406030204" pitchFamily="18" charset="0"/>
                            </a:rPr>
                            <m:t>=1</m:t>
                          </m:r>
                        </m:sub>
                        <m:sup>
                          <m:r>
                            <a:rPr kumimoji="1" lang="en-US" altLang="zh-CN" sz="2200" b="0" i="1" smtClean="0">
                              <a:solidFill>
                                <a:srgbClr val="FF0000"/>
                              </a:solidFill>
                              <a:latin typeface="Cambria Math" panose="02040503050406030204" pitchFamily="18" charset="0"/>
                            </a:rPr>
                            <m:t>𝑛</m:t>
                          </m:r>
                        </m:sup>
                        <m:e>
                          <m:sSub>
                            <m:sSubPr>
                              <m:ctrlPr>
                                <a:rPr kumimoji="1" lang="en-US" altLang="zh-CN" sz="2200" i="1" smtClean="0">
                                  <a:solidFill>
                                    <a:srgbClr val="FF0000"/>
                                  </a:solidFill>
                                  <a:latin typeface="Cambria Math" panose="02040503050406030204" pitchFamily="18" charset="0"/>
                                </a:rPr>
                              </m:ctrlPr>
                            </m:sSubPr>
                            <m:e>
                              <m:r>
                                <a:rPr kumimoji="1" lang="en-US" altLang="zh-CN" sz="2200" b="0" i="1" smtClean="0">
                                  <a:solidFill>
                                    <a:srgbClr val="FF0000"/>
                                  </a:solidFill>
                                  <a:latin typeface="Cambria Math" panose="02040503050406030204" pitchFamily="18" charset="0"/>
                                </a:rPr>
                                <m:t>𝑋</m:t>
                              </m:r>
                            </m:e>
                            <m:sub>
                              <m:r>
                                <a:rPr kumimoji="1" lang="en-US" altLang="zh-CN" sz="2200" b="0" i="1" smtClean="0">
                                  <a:solidFill>
                                    <a:srgbClr val="FF0000"/>
                                  </a:solidFill>
                                  <a:latin typeface="Cambria Math" panose="02040503050406030204" pitchFamily="18" charset="0"/>
                                </a:rPr>
                                <m:t>𝑘</m:t>
                              </m:r>
                            </m:sub>
                          </m:sSub>
                        </m:e>
                      </m:nary>
                    </m:oMath>
                  </m:oMathPara>
                </a14:m>
                <a:endParaRPr kumimoji="1" lang="zh-CN" altLang="en-US" sz="2200" dirty="0">
                  <a:solidFill>
                    <a:srgbClr val="FF0000"/>
                  </a:solidFill>
                </a:endParaRPr>
              </a:p>
            </p:txBody>
          </p:sp>
        </mc:Choice>
        <mc:Fallback xmlns="">
          <p:sp>
            <p:nvSpPr>
              <p:cNvPr id="4" name="文本框 3">
                <a:extLst>
                  <a:ext uri="{FF2B5EF4-FFF2-40B4-BE49-F238E27FC236}">
                    <a16:creationId xmlns:a16="http://schemas.microsoft.com/office/drawing/2014/main" id="{BFBF7286-C89E-7F86-4116-DFAF9C03FF5B}"/>
                  </a:ext>
                </a:extLst>
              </p:cNvPr>
              <p:cNvSpPr txBox="1">
                <a:spLocks noRot="1" noChangeAspect="1" noMove="1" noResize="1" noEditPoints="1" noAdjustHandles="1" noChangeArrowheads="1" noChangeShapeType="1" noTextEdit="1"/>
              </p:cNvSpPr>
              <p:nvPr/>
            </p:nvSpPr>
            <p:spPr>
              <a:xfrm>
                <a:off x="684616" y="3621259"/>
                <a:ext cx="1028743" cy="924164"/>
              </a:xfrm>
              <a:prstGeom prst="rect">
                <a:avLst/>
              </a:prstGeom>
              <a:blipFill>
                <a:blip r:embed="rId3"/>
                <a:stretch>
                  <a:fillRect l="-78049" t="-120270" r="-29268" b="-1797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3F738DA-D724-3DA4-74D3-10B84242144C}"/>
                  </a:ext>
                </a:extLst>
              </p:cNvPr>
              <p:cNvSpPr txBox="1"/>
              <p:nvPr/>
            </p:nvSpPr>
            <p:spPr>
              <a:xfrm>
                <a:off x="684616" y="5175755"/>
                <a:ext cx="815031"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en-US" altLang="zh-CN" sz="2200" i="1" smtClean="0">
                              <a:solidFill>
                                <a:srgbClr val="FF0000"/>
                              </a:solidFill>
                              <a:latin typeface="Cambria Math" panose="02040503050406030204" pitchFamily="18" charset="0"/>
                            </a:rPr>
                          </m:ctrlPr>
                        </m:naryPr>
                        <m:sub>
                          <m:r>
                            <m:rPr>
                              <m:brk m:alnAt="23"/>
                            </m:rPr>
                            <a:rPr kumimoji="1" lang="en-US" altLang="zh-CN" sz="2200" b="0" i="1" smtClean="0">
                              <a:solidFill>
                                <a:srgbClr val="FF0000"/>
                              </a:solidFill>
                              <a:latin typeface="Cambria Math" panose="02040503050406030204" pitchFamily="18" charset="0"/>
                            </a:rPr>
                            <m:t>𝑘</m:t>
                          </m:r>
                          <m:r>
                            <a:rPr kumimoji="1" lang="en-US" altLang="zh-CN" sz="2200" b="0" i="1" smtClean="0">
                              <a:solidFill>
                                <a:srgbClr val="FF0000"/>
                              </a:solidFill>
                              <a:latin typeface="Cambria Math" panose="02040503050406030204" pitchFamily="18" charset="0"/>
                            </a:rPr>
                            <m:t>=1</m:t>
                          </m:r>
                        </m:sub>
                        <m:sup>
                          <m:r>
                            <a:rPr kumimoji="1" lang="en-US" altLang="zh-CN" sz="2200" b="0" i="1" smtClean="0">
                              <a:solidFill>
                                <a:srgbClr val="FF0000"/>
                              </a:solidFill>
                              <a:latin typeface="Cambria Math" panose="02040503050406030204" pitchFamily="18" charset="0"/>
                            </a:rPr>
                            <m:t>𝑛</m:t>
                          </m:r>
                        </m:sup>
                        <m:e>
                          <m:sSub>
                            <m:sSubPr>
                              <m:ctrlPr>
                                <a:rPr kumimoji="1" lang="en-US" altLang="zh-CN" sz="2200" i="1" smtClean="0">
                                  <a:solidFill>
                                    <a:srgbClr val="FF0000"/>
                                  </a:solidFill>
                                  <a:latin typeface="Cambria Math" panose="02040503050406030204" pitchFamily="18" charset="0"/>
                                </a:rPr>
                              </m:ctrlPr>
                            </m:sSubPr>
                            <m:e>
                              <m:r>
                                <a:rPr kumimoji="1" lang="en-US" altLang="zh-CN" sz="2200" b="0" i="1" smtClean="0">
                                  <a:solidFill>
                                    <a:srgbClr val="FF0000"/>
                                  </a:solidFill>
                                  <a:latin typeface="Cambria Math" panose="02040503050406030204" pitchFamily="18" charset="0"/>
                                </a:rPr>
                                <m:t>𝑋</m:t>
                              </m:r>
                            </m:e>
                            <m:sub>
                              <m:r>
                                <a:rPr kumimoji="1" lang="en-US" altLang="zh-CN" sz="2200" b="0" i="1" smtClean="0">
                                  <a:solidFill>
                                    <a:srgbClr val="FF0000"/>
                                  </a:solidFill>
                                  <a:latin typeface="Cambria Math" panose="02040503050406030204" pitchFamily="18" charset="0"/>
                                </a:rPr>
                                <m:t>𝑘</m:t>
                              </m:r>
                            </m:sub>
                          </m:sSub>
                        </m:e>
                      </m:nary>
                    </m:oMath>
                  </m:oMathPara>
                </a14:m>
                <a:endParaRPr kumimoji="1" lang="zh-CN" altLang="en-US" sz="2200" dirty="0">
                  <a:solidFill>
                    <a:srgbClr val="FF0000"/>
                  </a:solidFill>
                </a:endParaRPr>
              </a:p>
            </p:txBody>
          </p:sp>
        </mc:Choice>
        <mc:Fallback xmlns="">
          <p:sp>
            <p:nvSpPr>
              <p:cNvPr id="5" name="文本框 4">
                <a:extLst>
                  <a:ext uri="{FF2B5EF4-FFF2-40B4-BE49-F238E27FC236}">
                    <a16:creationId xmlns:a16="http://schemas.microsoft.com/office/drawing/2014/main" id="{A3F738DA-D724-3DA4-74D3-10B84242144C}"/>
                  </a:ext>
                </a:extLst>
              </p:cNvPr>
              <p:cNvSpPr txBox="1">
                <a:spLocks noRot="1" noChangeAspect="1" noMove="1" noResize="1" noEditPoints="1" noAdjustHandles="1" noChangeArrowheads="1" noChangeShapeType="1" noTextEdit="1"/>
              </p:cNvSpPr>
              <p:nvPr/>
            </p:nvSpPr>
            <p:spPr>
              <a:xfrm>
                <a:off x="684616" y="5175755"/>
                <a:ext cx="815031" cy="924164"/>
              </a:xfrm>
              <a:prstGeom prst="rect">
                <a:avLst/>
              </a:prstGeom>
              <a:blipFill>
                <a:blip r:embed="rId4"/>
                <a:stretch>
                  <a:fillRect l="-121212" t="-118919" r="-36364" b="-1797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E2D7ECB-2D79-03B7-9BDE-E68C7BA8D64C}"/>
                  </a:ext>
                </a:extLst>
              </p:cNvPr>
              <p:cNvSpPr txBox="1"/>
              <p:nvPr/>
            </p:nvSpPr>
            <p:spPr>
              <a:xfrm>
                <a:off x="2957120" y="4707922"/>
                <a:ext cx="793679" cy="4846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solidFill>
                            <a:srgbClr val="FF0000"/>
                          </a:solidFill>
                          <a:latin typeface="Cambria Math" panose="02040503050406030204" pitchFamily="18" charset="0"/>
                        </a:rPr>
                        <m:t>𝑛</m:t>
                      </m:r>
                      <m:groupChr>
                        <m:groupChrPr>
                          <m:chr m:val="→"/>
                          <m:vertJc m:val="bot"/>
                          <m:ctrlPr>
                            <a:rPr kumimoji="1" lang="en-US" altLang="zh-CN" sz="2200" b="0" i="1" smtClean="0">
                              <a:solidFill>
                                <a:srgbClr val="FF0000"/>
                              </a:solidFill>
                              <a:latin typeface="Cambria Math" panose="02040503050406030204" pitchFamily="18" charset="0"/>
                            </a:rPr>
                          </m:ctrlPr>
                        </m:groupChrPr>
                        <m:e/>
                      </m:groupChr>
                      <m:r>
                        <a:rPr kumimoji="1" lang="en-US" altLang="zh-CN" sz="2200" b="0" i="1" smtClean="0">
                          <a:solidFill>
                            <a:srgbClr val="FF0000"/>
                          </a:solidFill>
                          <a:latin typeface="Cambria Math" panose="02040503050406030204" pitchFamily="18" charset="0"/>
                          <a:ea typeface="Cambria Math" panose="02040503050406030204" pitchFamily="18" charset="0"/>
                        </a:rPr>
                        <m:t>∞</m:t>
                      </m:r>
                    </m:oMath>
                  </m:oMathPara>
                </a14:m>
                <a:endParaRPr kumimoji="1" lang="zh-CN" altLang="en-US" sz="2200" dirty="0">
                  <a:solidFill>
                    <a:srgbClr val="FF0000"/>
                  </a:solidFill>
                </a:endParaRPr>
              </a:p>
            </p:txBody>
          </p:sp>
        </mc:Choice>
        <mc:Fallback xmlns="">
          <p:sp>
            <p:nvSpPr>
              <p:cNvPr id="6" name="文本框 5">
                <a:extLst>
                  <a:ext uri="{FF2B5EF4-FFF2-40B4-BE49-F238E27FC236}">
                    <a16:creationId xmlns:a16="http://schemas.microsoft.com/office/drawing/2014/main" id="{CE2D7ECB-2D79-03B7-9BDE-E68C7BA8D64C}"/>
                  </a:ext>
                </a:extLst>
              </p:cNvPr>
              <p:cNvSpPr txBox="1">
                <a:spLocks noRot="1" noChangeAspect="1" noMove="1" noResize="1" noEditPoints="1" noAdjustHandles="1" noChangeArrowheads="1" noChangeShapeType="1" noTextEdit="1"/>
              </p:cNvSpPr>
              <p:nvPr/>
            </p:nvSpPr>
            <p:spPr>
              <a:xfrm>
                <a:off x="2957120" y="4707922"/>
                <a:ext cx="793679" cy="484684"/>
              </a:xfrm>
              <a:prstGeom prst="rect">
                <a:avLst/>
              </a:prstGeom>
              <a:blipFill>
                <a:blip r:embed="rId5"/>
                <a:stretch>
                  <a:fillRect l="-4688" t="-2564" r="-4688" b="-615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85761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24BA370-3E52-0624-2F77-C75EF3EA35E3}"/>
              </a:ext>
            </a:extLst>
          </p:cNvPr>
          <p:cNvSpPr>
            <a:spLocks noGrp="1"/>
          </p:cNvSpPr>
          <p:nvPr>
            <p:ph idx="1"/>
          </p:nvPr>
        </p:nvSpPr>
        <p:spPr>
          <a:xfrm>
            <a:off x="285750" y="943626"/>
            <a:ext cx="8572500" cy="2420302"/>
          </a:xfrm>
        </p:spPr>
        <p:txBody>
          <a:bodyPr>
            <a:noAutofit/>
          </a:bodyPr>
          <a:lstStyle/>
          <a:p>
            <a:pPr marL="0" indent="0">
              <a:lnSpc>
                <a:spcPct val="150000"/>
              </a:lnSpc>
              <a:buNone/>
            </a:pPr>
            <a:endParaRPr lang="en-US" altLang="zh-CN" sz="2400" b="1" dirty="0"/>
          </a:p>
          <a:p>
            <a:pPr marL="0" indent="0">
              <a:lnSpc>
                <a:spcPct val="150000"/>
              </a:lnSpc>
              <a:buNone/>
            </a:pPr>
            <a:r>
              <a:rPr lang="zh-CN" altLang="en-US" sz="2400" b="1" u="sng" dirty="0"/>
              <a:t>大数定律</a:t>
            </a:r>
            <a:r>
              <a:rPr lang="zh-CN" altLang="en-US" sz="2400" b="1" dirty="0"/>
              <a:t>是叙述随机变量序列的前一些项的算术平均值在某种条件下</a:t>
            </a:r>
            <a:r>
              <a:rPr lang="zh-CN" altLang="en-US" sz="2400" b="1" dirty="0">
                <a:solidFill>
                  <a:srgbClr val="FF0000"/>
                </a:solidFill>
              </a:rPr>
              <a:t>收敛</a:t>
            </a:r>
            <a:r>
              <a:rPr lang="zh-CN" altLang="en-US" sz="2400" b="1" dirty="0"/>
              <a:t>到这些项的均值的算术平均值；</a:t>
            </a:r>
            <a:endParaRPr lang="en-US" altLang="zh-CN" sz="2400" b="1" dirty="0"/>
          </a:p>
          <a:p>
            <a:pPr marL="0" indent="0">
              <a:lnSpc>
                <a:spcPct val="150000"/>
              </a:lnSpc>
              <a:buNone/>
            </a:pPr>
            <a:endParaRPr lang="en-US" altLang="zh-CN" sz="2400" b="1" dirty="0"/>
          </a:p>
          <a:p>
            <a:pPr marL="0" indent="0">
              <a:lnSpc>
                <a:spcPct val="150000"/>
              </a:lnSpc>
              <a:buNone/>
            </a:pPr>
            <a:endParaRPr lang="en-US" altLang="zh-CN" sz="2400" b="1" dirty="0"/>
          </a:p>
          <a:p>
            <a:pPr marL="0" indent="0">
              <a:lnSpc>
                <a:spcPct val="150000"/>
              </a:lnSpc>
              <a:buNone/>
            </a:pPr>
            <a:r>
              <a:rPr lang="zh-CN" altLang="en-US" sz="2400" b="1" u="sng" dirty="0"/>
              <a:t>中心极限定理</a:t>
            </a:r>
            <a:r>
              <a:rPr lang="zh-CN" altLang="en-US" sz="2400" b="1" dirty="0"/>
              <a:t>则是确定在什么条件下，大量随机变量之和的分布</a:t>
            </a:r>
            <a:r>
              <a:rPr lang="zh-CN" altLang="en-US" sz="2400" b="1" dirty="0">
                <a:solidFill>
                  <a:srgbClr val="FF0000"/>
                </a:solidFill>
              </a:rPr>
              <a:t>逼近</a:t>
            </a:r>
            <a:r>
              <a:rPr lang="zh-CN" altLang="en-US" sz="2400" b="1" dirty="0"/>
              <a:t>于正态分布。</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6B25FF9-772E-5403-8C10-0A2E60696648}"/>
                  </a:ext>
                </a:extLst>
              </p:cNvPr>
              <p:cNvSpPr txBox="1"/>
              <p:nvPr/>
            </p:nvSpPr>
            <p:spPr>
              <a:xfrm>
                <a:off x="5671679" y="2776945"/>
                <a:ext cx="1028743"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2200" i="1" smtClean="0">
                              <a:solidFill>
                                <a:srgbClr val="FF0000"/>
                              </a:solidFill>
                              <a:latin typeface="Cambria Math" panose="02040503050406030204" pitchFamily="18" charset="0"/>
                            </a:rPr>
                          </m:ctrlPr>
                        </m:fPr>
                        <m:num>
                          <m:r>
                            <a:rPr kumimoji="1" lang="en-US" altLang="zh-CN" sz="2200" b="0" i="1" smtClean="0">
                              <a:solidFill>
                                <a:srgbClr val="FF0000"/>
                              </a:solidFill>
                              <a:latin typeface="Cambria Math" panose="02040503050406030204" pitchFamily="18" charset="0"/>
                            </a:rPr>
                            <m:t>1</m:t>
                          </m:r>
                        </m:num>
                        <m:den>
                          <m:r>
                            <a:rPr kumimoji="1" lang="en-US" altLang="zh-CN" sz="2200" b="0" i="1" smtClean="0">
                              <a:solidFill>
                                <a:srgbClr val="FF0000"/>
                              </a:solidFill>
                              <a:latin typeface="Cambria Math" panose="02040503050406030204" pitchFamily="18" charset="0"/>
                            </a:rPr>
                            <m:t>𝑛</m:t>
                          </m:r>
                        </m:den>
                      </m:f>
                      <m:nary>
                        <m:naryPr>
                          <m:chr m:val="∑"/>
                          <m:ctrlPr>
                            <a:rPr kumimoji="1" lang="en-US" altLang="zh-CN" sz="2200" i="1" smtClean="0">
                              <a:solidFill>
                                <a:srgbClr val="FF0000"/>
                              </a:solidFill>
                              <a:latin typeface="Cambria Math" panose="02040503050406030204" pitchFamily="18" charset="0"/>
                            </a:rPr>
                          </m:ctrlPr>
                        </m:naryPr>
                        <m:sub>
                          <m:r>
                            <m:rPr>
                              <m:brk m:alnAt="23"/>
                            </m:rPr>
                            <a:rPr kumimoji="1" lang="en-US" altLang="zh-CN" sz="2200" b="0" i="1" smtClean="0">
                              <a:solidFill>
                                <a:srgbClr val="FF0000"/>
                              </a:solidFill>
                              <a:latin typeface="Cambria Math" panose="02040503050406030204" pitchFamily="18" charset="0"/>
                            </a:rPr>
                            <m:t>𝑘</m:t>
                          </m:r>
                          <m:r>
                            <a:rPr kumimoji="1" lang="en-US" altLang="zh-CN" sz="2200" b="0" i="1" smtClean="0">
                              <a:solidFill>
                                <a:srgbClr val="FF0000"/>
                              </a:solidFill>
                              <a:latin typeface="Cambria Math" panose="02040503050406030204" pitchFamily="18" charset="0"/>
                            </a:rPr>
                            <m:t>=1</m:t>
                          </m:r>
                        </m:sub>
                        <m:sup>
                          <m:r>
                            <a:rPr kumimoji="1" lang="en-US" altLang="zh-CN" sz="2200" b="0" i="1" smtClean="0">
                              <a:solidFill>
                                <a:srgbClr val="FF0000"/>
                              </a:solidFill>
                              <a:latin typeface="Cambria Math" panose="02040503050406030204" pitchFamily="18" charset="0"/>
                            </a:rPr>
                            <m:t>𝑛</m:t>
                          </m:r>
                        </m:sup>
                        <m:e>
                          <m:sSub>
                            <m:sSubPr>
                              <m:ctrlPr>
                                <a:rPr kumimoji="1" lang="en-US" altLang="zh-CN" sz="2200" i="1" smtClean="0">
                                  <a:solidFill>
                                    <a:srgbClr val="FF0000"/>
                                  </a:solidFill>
                                  <a:latin typeface="Cambria Math" panose="02040503050406030204" pitchFamily="18" charset="0"/>
                                </a:rPr>
                              </m:ctrlPr>
                            </m:sSubPr>
                            <m:e>
                              <m:r>
                                <a:rPr kumimoji="1" lang="en-US" altLang="zh-CN" sz="2200" b="0" i="1" smtClean="0">
                                  <a:solidFill>
                                    <a:srgbClr val="FF0000"/>
                                  </a:solidFill>
                                  <a:latin typeface="Cambria Math" panose="02040503050406030204" pitchFamily="18" charset="0"/>
                                </a:rPr>
                                <m:t>𝑋</m:t>
                              </m:r>
                            </m:e>
                            <m:sub>
                              <m:r>
                                <a:rPr kumimoji="1" lang="en-US" altLang="zh-CN" sz="2200" b="0" i="1" smtClean="0">
                                  <a:solidFill>
                                    <a:srgbClr val="FF0000"/>
                                  </a:solidFill>
                                  <a:latin typeface="Cambria Math" panose="02040503050406030204" pitchFamily="18" charset="0"/>
                                </a:rPr>
                                <m:t>𝑘</m:t>
                              </m:r>
                            </m:sub>
                          </m:sSub>
                        </m:e>
                      </m:nary>
                    </m:oMath>
                  </m:oMathPara>
                </a14:m>
                <a:endParaRPr kumimoji="1" lang="zh-CN" altLang="en-US" sz="2200" dirty="0">
                  <a:solidFill>
                    <a:srgbClr val="FF0000"/>
                  </a:solidFill>
                </a:endParaRPr>
              </a:p>
            </p:txBody>
          </p:sp>
        </mc:Choice>
        <mc:Fallback xmlns="">
          <p:sp>
            <p:nvSpPr>
              <p:cNvPr id="2" name="文本框 1">
                <a:extLst>
                  <a:ext uri="{FF2B5EF4-FFF2-40B4-BE49-F238E27FC236}">
                    <a16:creationId xmlns:a16="http://schemas.microsoft.com/office/drawing/2014/main" id="{E6B25FF9-772E-5403-8C10-0A2E60696648}"/>
                  </a:ext>
                </a:extLst>
              </p:cNvPr>
              <p:cNvSpPr txBox="1">
                <a:spLocks noRot="1" noChangeAspect="1" noMove="1" noResize="1" noEditPoints="1" noAdjustHandles="1" noChangeArrowheads="1" noChangeShapeType="1" noTextEdit="1"/>
              </p:cNvSpPr>
              <p:nvPr/>
            </p:nvSpPr>
            <p:spPr>
              <a:xfrm>
                <a:off x="5671679" y="2776945"/>
                <a:ext cx="1028743" cy="924164"/>
              </a:xfrm>
              <a:prstGeom prst="rect">
                <a:avLst/>
              </a:prstGeom>
              <a:blipFill>
                <a:blip r:embed="rId2"/>
                <a:stretch>
                  <a:fillRect l="-78049" t="-118919" r="-29268" b="-1797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08A0BB0-64E0-59A3-0F00-50FED5C3EE89}"/>
                  </a:ext>
                </a:extLst>
              </p:cNvPr>
              <p:cNvSpPr txBox="1"/>
              <p:nvPr/>
            </p:nvSpPr>
            <p:spPr>
              <a:xfrm>
                <a:off x="7204813" y="2782409"/>
                <a:ext cx="1450141"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2200" i="1" smtClean="0">
                              <a:solidFill>
                                <a:srgbClr val="FF0000"/>
                              </a:solidFill>
                              <a:latin typeface="Cambria Math" panose="02040503050406030204" pitchFamily="18" charset="0"/>
                            </a:rPr>
                          </m:ctrlPr>
                        </m:fPr>
                        <m:num>
                          <m:r>
                            <a:rPr kumimoji="1" lang="en-US" altLang="zh-CN" sz="2200" b="0" i="1" smtClean="0">
                              <a:solidFill>
                                <a:srgbClr val="FF0000"/>
                              </a:solidFill>
                              <a:latin typeface="Cambria Math" panose="02040503050406030204" pitchFamily="18" charset="0"/>
                            </a:rPr>
                            <m:t>1</m:t>
                          </m:r>
                        </m:num>
                        <m:den>
                          <m:r>
                            <a:rPr kumimoji="1" lang="en-US" altLang="zh-CN" sz="2200" b="0" i="1" smtClean="0">
                              <a:solidFill>
                                <a:srgbClr val="FF0000"/>
                              </a:solidFill>
                              <a:latin typeface="Cambria Math" panose="02040503050406030204" pitchFamily="18" charset="0"/>
                            </a:rPr>
                            <m:t>𝑛</m:t>
                          </m:r>
                        </m:den>
                      </m:f>
                      <m:nary>
                        <m:naryPr>
                          <m:chr m:val="∑"/>
                          <m:ctrlPr>
                            <a:rPr kumimoji="1" lang="en-US" altLang="zh-CN" sz="2200" i="1" smtClean="0">
                              <a:solidFill>
                                <a:srgbClr val="FF0000"/>
                              </a:solidFill>
                              <a:latin typeface="Cambria Math" panose="02040503050406030204" pitchFamily="18" charset="0"/>
                            </a:rPr>
                          </m:ctrlPr>
                        </m:naryPr>
                        <m:sub>
                          <m:r>
                            <m:rPr>
                              <m:brk m:alnAt="23"/>
                            </m:rPr>
                            <a:rPr kumimoji="1" lang="en-US" altLang="zh-CN" sz="2200" b="0" i="1" smtClean="0">
                              <a:solidFill>
                                <a:srgbClr val="FF0000"/>
                              </a:solidFill>
                              <a:latin typeface="Cambria Math" panose="02040503050406030204" pitchFamily="18" charset="0"/>
                            </a:rPr>
                            <m:t>𝑘</m:t>
                          </m:r>
                          <m:r>
                            <a:rPr kumimoji="1" lang="en-US" altLang="zh-CN" sz="2200" b="0" i="1" smtClean="0">
                              <a:solidFill>
                                <a:srgbClr val="FF0000"/>
                              </a:solidFill>
                              <a:latin typeface="Cambria Math" panose="02040503050406030204" pitchFamily="18" charset="0"/>
                            </a:rPr>
                            <m:t>=1</m:t>
                          </m:r>
                        </m:sub>
                        <m:sup>
                          <m:r>
                            <a:rPr kumimoji="1" lang="en-US" altLang="zh-CN" sz="2200" b="0" i="1" smtClean="0">
                              <a:solidFill>
                                <a:srgbClr val="FF0000"/>
                              </a:solidFill>
                              <a:latin typeface="Cambria Math" panose="02040503050406030204" pitchFamily="18" charset="0"/>
                            </a:rPr>
                            <m:t>𝑛</m:t>
                          </m:r>
                        </m:sup>
                        <m:e>
                          <m:sSub>
                            <m:sSubPr>
                              <m:ctrlPr>
                                <a:rPr kumimoji="1" lang="en-US" altLang="zh-CN" sz="2200" i="1" smtClean="0">
                                  <a:solidFill>
                                    <a:srgbClr val="FF0000"/>
                                  </a:solidFill>
                                  <a:latin typeface="Cambria Math" panose="02040503050406030204" pitchFamily="18" charset="0"/>
                                </a:rPr>
                              </m:ctrlPr>
                            </m:sSubPr>
                            <m:e>
                              <m:r>
                                <a:rPr kumimoji="1" lang="en-US" altLang="zh-CN" sz="2200" b="0" i="1" smtClean="0">
                                  <a:solidFill>
                                    <a:srgbClr val="FF0000"/>
                                  </a:solidFill>
                                  <a:latin typeface="Cambria Math" panose="02040503050406030204" pitchFamily="18" charset="0"/>
                                </a:rPr>
                                <m:t>𝐸</m:t>
                              </m:r>
                              <m:r>
                                <a:rPr kumimoji="1" lang="en-US" altLang="zh-CN" sz="2200" b="0" i="1" smtClean="0">
                                  <a:solidFill>
                                    <a:srgbClr val="FF0000"/>
                                  </a:solidFill>
                                  <a:latin typeface="Cambria Math" panose="02040503050406030204" pitchFamily="18" charset="0"/>
                                </a:rPr>
                                <m:t>(</m:t>
                              </m:r>
                              <m:r>
                                <a:rPr kumimoji="1" lang="en-US" altLang="zh-CN" sz="2200" b="0" i="1" smtClean="0">
                                  <a:solidFill>
                                    <a:srgbClr val="FF0000"/>
                                  </a:solidFill>
                                  <a:latin typeface="Cambria Math" panose="02040503050406030204" pitchFamily="18" charset="0"/>
                                </a:rPr>
                                <m:t>𝑋</m:t>
                              </m:r>
                            </m:e>
                            <m:sub>
                              <m:r>
                                <a:rPr kumimoji="1" lang="en-US" altLang="zh-CN" sz="2200" b="0" i="1" smtClean="0">
                                  <a:solidFill>
                                    <a:srgbClr val="FF0000"/>
                                  </a:solidFill>
                                  <a:latin typeface="Cambria Math" panose="02040503050406030204" pitchFamily="18" charset="0"/>
                                </a:rPr>
                                <m:t>𝑘</m:t>
                              </m:r>
                            </m:sub>
                          </m:sSub>
                          <m:r>
                            <a:rPr kumimoji="1" lang="en-US" altLang="zh-CN" sz="2200" b="0" i="1" smtClean="0">
                              <a:solidFill>
                                <a:srgbClr val="FF0000"/>
                              </a:solidFill>
                              <a:latin typeface="Cambria Math" panose="02040503050406030204" pitchFamily="18" charset="0"/>
                            </a:rPr>
                            <m:t>)</m:t>
                          </m:r>
                        </m:e>
                      </m:nary>
                    </m:oMath>
                  </m:oMathPara>
                </a14:m>
                <a:endParaRPr kumimoji="1" lang="zh-CN" altLang="en-US" sz="2200" dirty="0">
                  <a:solidFill>
                    <a:srgbClr val="FF0000"/>
                  </a:solidFill>
                </a:endParaRPr>
              </a:p>
            </p:txBody>
          </p:sp>
        </mc:Choice>
        <mc:Fallback xmlns="">
          <p:sp>
            <p:nvSpPr>
              <p:cNvPr id="4" name="文本框 3">
                <a:extLst>
                  <a:ext uri="{FF2B5EF4-FFF2-40B4-BE49-F238E27FC236}">
                    <a16:creationId xmlns:a16="http://schemas.microsoft.com/office/drawing/2014/main" id="{C08A0BB0-64E0-59A3-0F00-50FED5C3EE89}"/>
                  </a:ext>
                </a:extLst>
              </p:cNvPr>
              <p:cNvSpPr txBox="1">
                <a:spLocks noRot="1" noChangeAspect="1" noMove="1" noResize="1" noEditPoints="1" noAdjustHandles="1" noChangeArrowheads="1" noChangeShapeType="1" noTextEdit="1"/>
              </p:cNvSpPr>
              <p:nvPr/>
            </p:nvSpPr>
            <p:spPr>
              <a:xfrm>
                <a:off x="7204813" y="2782409"/>
                <a:ext cx="1450141" cy="924164"/>
              </a:xfrm>
              <a:prstGeom prst="rect">
                <a:avLst/>
              </a:prstGeom>
              <a:blipFill>
                <a:blip r:embed="rId3"/>
                <a:stretch>
                  <a:fillRect l="-55652" t="-117568" r="-6957" b="-1810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3A4210E-CD19-3798-C15A-3D4FCE47D6F0}"/>
                  </a:ext>
                </a:extLst>
              </p:cNvPr>
              <p:cNvSpPr txBox="1"/>
              <p:nvPr/>
            </p:nvSpPr>
            <p:spPr>
              <a:xfrm>
                <a:off x="6832681" y="3052950"/>
                <a:ext cx="239873" cy="396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kumimoji="1" lang="zh-CN" altLang="en-US" i="1" smtClean="0">
                              <a:solidFill>
                                <a:srgbClr val="FF0000"/>
                              </a:solidFill>
                              <a:latin typeface="Cambria Math" panose="02040503050406030204" pitchFamily="18" charset="0"/>
                            </a:rPr>
                          </m:ctrlPr>
                        </m:groupChrPr>
                        <m:e/>
                      </m:groupChr>
                    </m:oMath>
                  </m:oMathPara>
                </a14:m>
                <a:endParaRPr kumimoji="1" lang="zh-CN" altLang="en-US" dirty="0">
                  <a:solidFill>
                    <a:srgbClr val="FF0000"/>
                  </a:solidFill>
                </a:endParaRPr>
              </a:p>
            </p:txBody>
          </p:sp>
        </mc:Choice>
        <mc:Fallback xmlns="">
          <p:sp>
            <p:nvSpPr>
              <p:cNvPr id="5" name="文本框 4">
                <a:extLst>
                  <a:ext uri="{FF2B5EF4-FFF2-40B4-BE49-F238E27FC236}">
                    <a16:creationId xmlns:a16="http://schemas.microsoft.com/office/drawing/2014/main" id="{E3A4210E-CD19-3798-C15A-3D4FCE47D6F0}"/>
                  </a:ext>
                </a:extLst>
              </p:cNvPr>
              <p:cNvSpPr txBox="1">
                <a:spLocks noRot="1" noChangeAspect="1" noMove="1" noResize="1" noEditPoints="1" noAdjustHandles="1" noChangeArrowheads="1" noChangeShapeType="1" noTextEdit="1"/>
              </p:cNvSpPr>
              <p:nvPr/>
            </p:nvSpPr>
            <p:spPr>
              <a:xfrm>
                <a:off x="6832681" y="3052950"/>
                <a:ext cx="239873" cy="396519"/>
              </a:xfrm>
              <a:prstGeom prst="rect">
                <a:avLst/>
              </a:prstGeom>
              <a:blipFill>
                <a:blip r:embed="rId4"/>
                <a:stretch>
                  <a:fillRect l="-68421" b="-5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99FD7D1-B119-8295-D41D-E3EB03094DBA}"/>
                  </a:ext>
                </a:extLst>
              </p:cNvPr>
              <p:cNvSpPr txBox="1"/>
              <p:nvPr/>
            </p:nvSpPr>
            <p:spPr>
              <a:xfrm>
                <a:off x="5885391" y="4933791"/>
                <a:ext cx="1764650"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en-US" altLang="zh-CN" sz="2200" i="1" smtClean="0">
                              <a:solidFill>
                                <a:srgbClr val="FF0000"/>
                              </a:solidFill>
                              <a:latin typeface="Cambria Math" panose="02040503050406030204" pitchFamily="18" charset="0"/>
                            </a:rPr>
                          </m:ctrlPr>
                        </m:naryPr>
                        <m:sub>
                          <m:r>
                            <m:rPr>
                              <m:brk m:alnAt="23"/>
                            </m:rPr>
                            <a:rPr kumimoji="1" lang="en-US" altLang="zh-CN" sz="2200" b="0" i="1" smtClean="0">
                              <a:solidFill>
                                <a:srgbClr val="FF0000"/>
                              </a:solidFill>
                              <a:latin typeface="Cambria Math" panose="02040503050406030204" pitchFamily="18" charset="0"/>
                            </a:rPr>
                            <m:t>𝑘</m:t>
                          </m:r>
                          <m:r>
                            <a:rPr kumimoji="1" lang="en-US" altLang="zh-CN" sz="2200" b="0" i="1" smtClean="0">
                              <a:solidFill>
                                <a:srgbClr val="FF0000"/>
                              </a:solidFill>
                              <a:latin typeface="Cambria Math" panose="02040503050406030204" pitchFamily="18" charset="0"/>
                            </a:rPr>
                            <m:t>=1</m:t>
                          </m:r>
                        </m:sub>
                        <m:sup>
                          <m:r>
                            <a:rPr kumimoji="1" lang="en-US" altLang="zh-CN" sz="2200" b="0" i="1" smtClean="0">
                              <a:solidFill>
                                <a:srgbClr val="FF0000"/>
                              </a:solidFill>
                              <a:latin typeface="Cambria Math" panose="02040503050406030204" pitchFamily="18" charset="0"/>
                            </a:rPr>
                            <m:t>𝑛</m:t>
                          </m:r>
                        </m:sup>
                        <m:e>
                          <m:sSub>
                            <m:sSubPr>
                              <m:ctrlPr>
                                <a:rPr kumimoji="1" lang="en-US" altLang="zh-CN" sz="2200" i="1" smtClean="0">
                                  <a:solidFill>
                                    <a:srgbClr val="FF0000"/>
                                  </a:solidFill>
                                  <a:latin typeface="Cambria Math" panose="02040503050406030204" pitchFamily="18" charset="0"/>
                                </a:rPr>
                              </m:ctrlPr>
                            </m:sSubPr>
                            <m:e>
                              <m:r>
                                <a:rPr kumimoji="1" lang="en-US" altLang="zh-CN" sz="2200" b="0" i="1" smtClean="0">
                                  <a:solidFill>
                                    <a:srgbClr val="FF0000"/>
                                  </a:solidFill>
                                  <a:latin typeface="Cambria Math" panose="02040503050406030204" pitchFamily="18" charset="0"/>
                                </a:rPr>
                                <m:t>𝑋</m:t>
                              </m:r>
                            </m:e>
                            <m:sub>
                              <m:r>
                                <a:rPr kumimoji="1" lang="en-US" altLang="zh-CN" sz="2200" b="0" i="1" smtClean="0">
                                  <a:solidFill>
                                    <a:srgbClr val="FF0000"/>
                                  </a:solidFill>
                                  <a:latin typeface="Cambria Math" panose="02040503050406030204" pitchFamily="18" charset="0"/>
                                </a:rPr>
                                <m:t>𝑘</m:t>
                              </m:r>
                            </m:sub>
                          </m:sSub>
                        </m:e>
                      </m:nary>
                      <m:r>
                        <a:rPr kumimoji="1" lang="en-US" altLang="zh-CN" sz="2200" b="0" i="1" smtClean="0">
                          <a:solidFill>
                            <a:srgbClr val="FF0000"/>
                          </a:solidFill>
                          <a:latin typeface="Cambria Math" panose="02040503050406030204" pitchFamily="18" charset="0"/>
                        </a:rPr>
                        <m:t>~</m:t>
                      </m:r>
                      <m:r>
                        <a:rPr lang="en-US" altLang="zh-CN" sz="2000" i="1" smtClean="0">
                          <a:solidFill>
                            <a:srgbClr val="FF0000"/>
                          </a:solidFill>
                          <a:latin typeface="Cambria Math" panose="02040503050406030204" pitchFamily="18" charset="0"/>
                        </a:rPr>
                        <m:t>𝑁</m:t>
                      </m:r>
                      <m:d>
                        <m:dPr>
                          <m:ctrlPr>
                            <a:rPr lang="en-US" altLang="zh-CN" sz="2000" i="1" dirty="0">
                              <a:solidFill>
                                <a:srgbClr val="FF0000"/>
                              </a:solidFill>
                              <a:latin typeface="Cambria Math" panose="02040503050406030204" pitchFamily="18" charset="0"/>
                            </a:rPr>
                          </m:ctrlPr>
                        </m:dPr>
                        <m:e>
                          <m:r>
                            <a:rPr lang="en-US" altLang="zh-CN" sz="2000" b="0" i="1" dirty="0" smtClean="0">
                              <a:solidFill>
                                <a:srgbClr val="FF0000"/>
                              </a:solidFill>
                              <a:latin typeface="Cambria Math" panose="02040503050406030204" pitchFamily="18" charset="0"/>
                            </a:rPr>
                            <m:t>∗</m:t>
                          </m:r>
                          <m:r>
                            <a:rPr lang="en-US" altLang="zh-CN" sz="2000" i="1" dirty="0">
                              <a:solidFill>
                                <a:srgbClr val="FF0000"/>
                              </a:solidFill>
                              <a:latin typeface="Cambria Math" panose="02040503050406030204" pitchFamily="18" charset="0"/>
                              <a:ea typeface="Cambria Math" panose="02040503050406030204" pitchFamily="18" charset="0"/>
                            </a:rPr>
                            <m:t>,</m:t>
                          </m:r>
                          <m:r>
                            <a:rPr lang="en-US" altLang="zh-CN" sz="2000" b="0" i="1" dirty="0" smtClean="0">
                              <a:solidFill>
                                <a:srgbClr val="FF0000"/>
                              </a:solidFill>
                              <a:latin typeface="Cambria Math" panose="02040503050406030204" pitchFamily="18" charset="0"/>
                              <a:ea typeface="Cambria Math" panose="02040503050406030204" pitchFamily="18" charset="0"/>
                            </a:rPr>
                            <m:t>∗</m:t>
                          </m:r>
                        </m:e>
                      </m:d>
                    </m:oMath>
                  </m:oMathPara>
                </a14:m>
                <a:endParaRPr kumimoji="1" lang="zh-CN" altLang="en-US" sz="2200" dirty="0">
                  <a:solidFill>
                    <a:srgbClr val="FF0000"/>
                  </a:solidFill>
                </a:endParaRPr>
              </a:p>
            </p:txBody>
          </p:sp>
        </mc:Choice>
        <mc:Fallback xmlns="">
          <p:sp>
            <p:nvSpPr>
              <p:cNvPr id="6" name="文本框 5">
                <a:extLst>
                  <a:ext uri="{FF2B5EF4-FFF2-40B4-BE49-F238E27FC236}">
                    <a16:creationId xmlns:a16="http://schemas.microsoft.com/office/drawing/2014/main" id="{E99FD7D1-B119-8295-D41D-E3EB03094DBA}"/>
                  </a:ext>
                </a:extLst>
              </p:cNvPr>
              <p:cNvSpPr txBox="1">
                <a:spLocks noRot="1" noChangeAspect="1" noMove="1" noResize="1" noEditPoints="1" noAdjustHandles="1" noChangeArrowheads="1" noChangeShapeType="1" noTextEdit="1"/>
              </p:cNvSpPr>
              <p:nvPr/>
            </p:nvSpPr>
            <p:spPr>
              <a:xfrm>
                <a:off x="5885391" y="4933791"/>
                <a:ext cx="1764650" cy="924164"/>
              </a:xfrm>
              <a:prstGeom prst="rect">
                <a:avLst/>
              </a:prstGeom>
              <a:blipFill>
                <a:blip r:embed="rId5"/>
                <a:stretch>
                  <a:fillRect l="-57857" t="-118919" b="-179730"/>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B5472AA1-A567-A124-5D85-FE4FA0EEA669}"/>
              </a:ext>
            </a:extLst>
          </p:cNvPr>
          <p:cNvSpPr txBox="1"/>
          <p:nvPr/>
        </p:nvSpPr>
        <p:spPr>
          <a:xfrm>
            <a:off x="6649329" y="5012581"/>
            <a:ext cx="303288" cy="369332"/>
          </a:xfrm>
          <a:prstGeom prst="rect">
            <a:avLst/>
          </a:prstGeom>
          <a:noFill/>
        </p:spPr>
        <p:txBody>
          <a:bodyPr wrap="none" rtlCol="0">
            <a:spAutoFit/>
          </a:bodyPr>
          <a:lstStyle/>
          <a:p>
            <a:r>
              <a:rPr kumimoji="1" lang="en-US" altLang="zh-CN" b="1" i="1" dirty="0">
                <a:solidFill>
                  <a:srgbClr val="FF0000"/>
                </a:solidFill>
                <a:latin typeface="Times New Roman" panose="02020603050405020304" pitchFamily="18" charset="0"/>
                <a:cs typeface="Times New Roman" panose="02020603050405020304" pitchFamily="18" charset="0"/>
              </a:rPr>
              <a:t>a</a:t>
            </a:r>
            <a:endParaRPr kumimoji="1" lang="zh-CN" altLang="en-US" b="1" i="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4626B7C-072B-C6D4-9AEB-889BC07A01A6}"/>
                  </a:ext>
                </a:extLst>
              </p:cNvPr>
              <p:cNvSpPr txBox="1"/>
              <p:nvPr/>
            </p:nvSpPr>
            <p:spPr>
              <a:xfrm>
                <a:off x="4798505" y="2997243"/>
                <a:ext cx="873174" cy="5352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CN" altLang="en-US" sz="2200" b="1" i="1" smtClean="0">
                              <a:solidFill>
                                <a:srgbClr val="FF0000"/>
                              </a:solidFill>
                              <a:latin typeface="Cambria Math" panose="02040503050406030204" pitchFamily="18" charset="0"/>
                            </a:rPr>
                          </m:ctrlPr>
                        </m:limLowPr>
                        <m:e>
                          <m:r>
                            <a:rPr lang="zh-CN" altLang="en-US" sz="2200" b="1" i="1">
                              <a:solidFill>
                                <a:srgbClr val="FF0000"/>
                              </a:solidFill>
                              <a:latin typeface="Cambria Math" panose="02040503050406030204" pitchFamily="18" charset="0"/>
                            </a:rPr>
                            <m:t>𝒍𝒊𝒎</m:t>
                          </m:r>
                        </m:e>
                        <m:lim>
                          <m:r>
                            <a:rPr lang="zh-CN" altLang="en-US" sz="2200" b="1" i="1">
                              <a:solidFill>
                                <a:srgbClr val="FF0000"/>
                              </a:solidFill>
                              <a:latin typeface="Cambria Math" panose="02040503050406030204" pitchFamily="18" charset="0"/>
                            </a:rPr>
                            <m:t>𝒏</m:t>
                          </m:r>
                          <m:r>
                            <a:rPr lang="zh-CN" altLang="en-US" sz="2200" b="1">
                              <a:solidFill>
                                <a:srgbClr val="FF0000"/>
                              </a:solidFill>
                              <a:latin typeface="Cambria Math" panose="02040503050406030204" pitchFamily="18" charset="0"/>
                            </a:rPr>
                            <m:t>→∞</m:t>
                          </m:r>
                        </m:lim>
                      </m:limLow>
                    </m:oMath>
                  </m:oMathPara>
                </a14:m>
                <a:endParaRPr lang="zh-CN" altLang="en-US" sz="2200" b="1" dirty="0">
                  <a:solidFill>
                    <a:srgbClr val="FF0000"/>
                  </a:solidFill>
                </a:endParaRPr>
              </a:p>
            </p:txBody>
          </p:sp>
        </mc:Choice>
        <mc:Fallback xmlns="">
          <p:sp>
            <p:nvSpPr>
              <p:cNvPr id="9" name="文本框 8">
                <a:extLst>
                  <a:ext uri="{FF2B5EF4-FFF2-40B4-BE49-F238E27FC236}">
                    <a16:creationId xmlns:a16="http://schemas.microsoft.com/office/drawing/2014/main" id="{E4626B7C-072B-C6D4-9AEB-889BC07A01A6}"/>
                  </a:ext>
                </a:extLst>
              </p:cNvPr>
              <p:cNvSpPr txBox="1">
                <a:spLocks noRot="1" noChangeAspect="1" noMove="1" noResize="1" noEditPoints="1" noAdjustHandles="1" noChangeArrowheads="1" noChangeShapeType="1" noTextEdit="1"/>
              </p:cNvSpPr>
              <p:nvPr/>
            </p:nvSpPr>
            <p:spPr>
              <a:xfrm>
                <a:off x="4798505" y="2997243"/>
                <a:ext cx="873174" cy="535275"/>
              </a:xfrm>
              <a:prstGeom prst="rect">
                <a:avLst/>
              </a:prstGeom>
              <a:blipFill>
                <a:blip r:embed="rId6"/>
                <a:stretch>
                  <a:fillRect b="-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BAA9008-8205-08DC-1337-0466BA7F5C14}"/>
                  </a:ext>
                </a:extLst>
              </p:cNvPr>
              <p:cNvSpPr txBox="1"/>
              <p:nvPr/>
            </p:nvSpPr>
            <p:spPr>
              <a:xfrm>
                <a:off x="5012217" y="5124988"/>
                <a:ext cx="873174" cy="5352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CN" altLang="en-US" sz="2200" b="1" i="1" smtClean="0">
                              <a:solidFill>
                                <a:srgbClr val="FF0000"/>
                              </a:solidFill>
                              <a:latin typeface="Cambria Math" panose="02040503050406030204" pitchFamily="18" charset="0"/>
                            </a:rPr>
                          </m:ctrlPr>
                        </m:limLowPr>
                        <m:e>
                          <m:r>
                            <a:rPr lang="zh-CN" altLang="en-US" sz="2200" b="1" i="1">
                              <a:solidFill>
                                <a:srgbClr val="FF0000"/>
                              </a:solidFill>
                              <a:latin typeface="Cambria Math" panose="02040503050406030204" pitchFamily="18" charset="0"/>
                            </a:rPr>
                            <m:t>𝒍𝒊𝒎</m:t>
                          </m:r>
                        </m:e>
                        <m:lim>
                          <m:r>
                            <a:rPr lang="zh-CN" altLang="en-US" sz="2200" b="1" i="1">
                              <a:solidFill>
                                <a:srgbClr val="FF0000"/>
                              </a:solidFill>
                              <a:latin typeface="Cambria Math" panose="02040503050406030204" pitchFamily="18" charset="0"/>
                            </a:rPr>
                            <m:t>𝒏</m:t>
                          </m:r>
                          <m:r>
                            <a:rPr lang="zh-CN" altLang="en-US" sz="2200" b="1">
                              <a:solidFill>
                                <a:srgbClr val="FF0000"/>
                              </a:solidFill>
                              <a:latin typeface="Cambria Math" panose="02040503050406030204" pitchFamily="18" charset="0"/>
                            </a:rPr>
                            <m:t>→∞</m:t>
                          </m:r>
                        </m:lim>
                      </m:limLow>
                    </m:oMath>
                  </m:oMathPara>
                </a14:m>
                <a:endParaRPr lang="zh-CN" altLang="en-US" sz="2200" b="1" dirty="0">
                  <a:solidFill>
                    <a:srgbClr val="FF0000"/>
                  </a:solidFill>
                </a:endParaRPr>
              </a:p>
            </p:txBody>
          </p:sp>
        </mc:Choice>
        <mc:Fallback xmlns="">
          <p:sp>
            <p:nvSpPr>
              <p:cNvPr id="11" name="文本框 10">
                <a:extLst>
                  <a:ext uri="{FF2B5EF4-FFF2-40B4-BE49-F238E27FC236}">
                    <a16:creationId xmlns:a16="http://schemas.microsoft.com/office/drawing/2014/main" id="{3BAA9008-8205-08DC-1337-0466BA7F5C14}"/>
                  </a:ext>
                </a:extLst>
              </p:cNvPr>
              <p:cNvSpPr txBox="1">
                <a:spLocks noRot="1" noChangeAspect="1" noMove="1" noResize="1" noEditPoints="1" noAdjustHandles="1" noChangeArrowheads="1" noChangeShapeType="1" noTextEdit="1"/>
              </p:cNvSpPr>
              <p:nvPr/>
            </p:nvSpPr>
            <p:spPr>
              <a:xfrm>
                <a:off x="5012217" y="5124988"/>
                <a:ext cx="873174" cy="535275"/>
              </a:xfrm>
              <a:prstGeom prst="rect">
                <a:avLst/>
              </a:prstGeom>
              <a:blipFill>
                <a:blip r:embed="rId7"/>
                <a:stretch>
                  <a:fillRect/>
                </a:stretch>
              </a:blipFill>
            </p:spPr>
            <p:txBody>
              <a:bodyPr/>
              <a:lstStyle/>
              <a:p>
                <a:r>
                  <a:rPr lang="zh-CN" altLang="en-US">
                    <a:noFill/>
                  </a:rPr>
                  <a:t> </a:t>
                </a:r>
              </a:p>
            </p:txBody>
          </p:sp>
        </mc:Fallback>
      </mc:AlternateContent>
      <p:cxnSp>
        <p:nvCxnSpPr>
          <p:cNvPr id="13" name="直线连接符 12">
            <a:extLst>
              <a:ext uri="{FF2B5EF4-FFF2-40B4-BE49-F238E27FC236}">
                <a16:creationId xmlns:a16="http://schemas.microsoft.com/office/drawing/2014/main" id="{1AFD2A85-36EF-B6AA-0E3B-89D8E8895DFB}"/>
              </a:ext>
            </a:extLst>
          </p:cNvPr>
          <p:cNvCxnSpPr>
            <a:cxnSpLocks/>
          </p:cNvCxnSpPr>
          <p:nvPr/>
        </p:nvCxnSpPr>
        <p:spPr>
          <a:xfrm flipV="1">
            <a:off x="4930219" y="3911810"/>
            <a:ext cx="3724735" cy="22521"/>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88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1" nodeType="clickEffect">
                                  <p:stCondLst>
                                    <p:cond delay="0"/>
                                  </p:stCondLst>
                                  <p:childTnLst>
                                    <p:animEffect transition="out" filter="fade">
                                      <p:cBhvr>
                                        <p:cTn id="10" dur="1000" tmFilter="0, 0; .2, .5; .8, .5; 1, 0"/>
                                        <p:tgtEl>
                                          <p:spTgt spid="9"/>
                                        </p:tgtEl>
                                      </p:cBhvr>
                                    </p:animEffect>
                                    <p:animScale>
                                      <p:cBhvr>
                                        <p:cTn id="11" dur="500" autoRev="1" fill="hold"/>
                                        <p:tgtEl>
                                          <p:spTgt spid="9"/>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grpId="1" nodeType="clickEffect">
                                  <p:stCondLst>
                                    <p:cond delay="0"/>
                                  </p:stCondLst>
                                  <p:childTnLst>
                                    <p:animEffect transition="out" filter="fade">
                                      <p:cBhvr>
                                        <p:cTn id="19" dur="1000" tmFilter="0, 0; .2, .5; .8, .5; 1, 0"/>
                                        <p:tgtEl>
                                          <p:spTgt spid="11"/>
                                        </p:tgtEl>
                                      </p:cBhvr>
                                    </p:animEffect>
                                    <p:animScale>
                                      <p:cBhvr>
                                        <p:cTn id="20" dur="500" autoRev="1" fill="hold"/>
                                        <p:tgtEl>
                                          <p:spTgt spid="11"/>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1" grpId="0"/>
      <p:bldP spid="11"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3AF664BF-7DCD-674E-6C91-40C6EE70A5C2}"/>
                  </a:ext>
                </a:extLst>
              </p:cNvPr>
              <p:cNvSpPr txBox="1">
                <a:spLocks/>
              </p:cNvSpPr>
              <p:nvPr/>
            </p:nvSpPr>
            <p:spPr>
              <a:xfrm>
                <a:off x="317122" y="1569092"/>
                <a:ext cx="8826878" cy="1031774"/>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nSpc>
                    <a:spcPct val="150000"/>
                  </a:lnSpc>
                </a:pPr>
                <a:endParaRPr lang="en-US" altLang="zh-CN" sz="2200" dirty="0">
                  <a:solidFill>
                    <a:srgbClr val="0432FF"/>
                  </a:solidFill>
                  <a:latin typeface="STXinwei" panose="02010800040101010101" pitchFamily="2" charset="-122"/>
                  <a:ea typeface="STXinwei" panose="02010800040101010101" pitchFamily="2" charset="-122"/>
                  <a:cs typeface="Times New Roman" panose="02020603050405020304" pitchFamily="18" charset="0"/>
                </a:endParaRPr>
              </a:p>
              <a:p>
                <a:pPr indent="342900" algn="l">
                  <a:lnSpc>
                    <a:spcPct val="150000"/>
                  </a:lnSpc>
                </a:pP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在微积分中，</a:t>
                </a:r>
                <a:r>
                  <a:rPr lang="zh-CN" altLang="en-US" sz="2200" b="1" dirty="0">
                    <a:solidFill>
                      <a:srgbClr val="FF0000"/>
                    </a:solidFill>
                    <a:latin typeface="KaiTi" panose="02010609060101010101" pitchFamily="49" charset="-122"/>
                    <a:ea typeface="KaiTi" panose="02010609060101010101" pitchFamily="49" charset="-122"/>
                    <a:cs typeface="Times New Roman" panose="02020603050405020304" pitchFamily="18" charset="0"/>
                  </a:rPr>
                  <a:t>收敛性</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及其</a:t>
                </a:r>
                <a:r>
                  <a:rPr lang="zh-CN" altLang="en-US" sz="2200" b="1" dirty="0">
                    <a:solidFill>
                      <a:srgbClr val="FF0000"/>
                    </a:solidFill>
                    <a:latin typeface="KaiTi" panose="02010609060101010101" pitchFamily="49" charset="-122"/>
                    <a:ea typeface="KaiTi" panose="02010609060101010101" pitchFamily="49" charset="-122"/>
                    <a:cs typeface="Times New Roman" panose="02020603050405020304" pitchFamily="18" charset="0"/>
                  </a:rPr>
                  <a:t>极限</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是一个基本而重要的概念。一个数列</a:t>
                </a:r>
                <a14:m>
                  <m:oMath xmlns:m="http://schemas.openxmlformats.org/officeDocument/2006/math">
                    <m:sSub>
                      <m:sSubPr>
                        <m:ctrlPr>
                          <a:rPr lang="en-US" altLang="zh-CN" sz="22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20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220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𝑛</m:t>
                        </m:r>
                      </m:sub>
                    </m:sSub>
                  </m:oMath>
                </a14:m>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收敛到</a:t>
                </a:r>
                <a14:m>
                  <m:oMath xmlns:m="http://schemas.openxmlformats.org/officeDocument/2006/math">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𝑎</m:t>
                    </m:r>
                  </m:oMath>
                </a14:m>
                <a:r>
                  <a:rPr lang="en-US" altLang="zh-CN"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记作</a:t>
                </a:r>
                <a:endParaRPr lang="en-US" altLang="zh-CN" sz="2200" dirty="0">
                  <a:solidFill>
                    <a:prstClr val="black"/>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3AF664BF-7DCD-674E-6C91-40C6EE70A5C2}"/>
                  </a:ext>
                </a:extLst>
              </p:cNvPr>
              <p:cNvSpPr txBox="1">
                <a:spLocks noRot="1" noChangeAspect="1" noMove="1" noResize="1" noEditPoints="1" noAdjustHandles="1" noChangeArrowheads="1" noChangeShapeType="1" noTextEdit="1"/>
              </p:cNvSpPr>
              <p:nvPr/>
            </p:nvSpPr>
            <p:spPr>
              <a:xfrm>
                <a:off x="317122" y="1569092"/>
                <a:ext cx="8826878" cy="1031774"/>
              </a:xfrm>
              <a:prstGeom prst="rect">
                <a:avLst/>
              </a:prstGeom>
              <a:blipFill>
                <a:blip r:embed="rId2"/>
                <a:stretch>
                  <a:fillRect b="-72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64900BA-061C-410E-874C-DEF276812CFF}"/>
                  </a:ext>
                </a:extLst>
              </p:cNvPr>
              <p:cNvSpPr/>
              <p:nvPr/>
            </p:nvSpPr>
            <p:spPr>
              <a:xfrm>
                <a:off x="3924418" y="3731636"/>
                <a:ext cx="1662250" cy="5352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limLow>
                        <m:limLowPr>
                          <m:ctrlPr>
                            <a:rPr lang="zh-CN" altLang="en-US" sz="2200" i="1">
                              <a:latin typeface="Cambria Math" panose="02040503050406030204" pitchFamily="18" charset="0"/>
                            </a:rPr>
                          </m:ctrlPr>
                        </m:limLowPr>
                        <m:e>
                          <m:r>
                            <a:rPr lang="zh-CN" altLang="en-US" sz="2200">
                              <a:latin typeface="Cambria Math" panose="02040503050406030204" pitchFamily="18" charset="0"/>
                            </a:rPr>
                            <m:t>𝑙𝑖𝑚</m:t>
                          </m:r>
                        </m:e>
                        <m:lim>
                          <m:r>
                            <a:rPr lang="zh-CN" altLang="en-US" sz="2200">
                              <a:latin typeface="Cambria Math" panose="02040503050406030204" pitchFamily="18" charset="0"/>
                            </a:rPr>
                            <m:t>𝑛</m:t>
                          </m:r>
                          <m:r>
                            <a:rPr lang="zh-CN" altLang="en-US" sz="2200">
                              <a:latin typeface="Cambria Math" panose="02040503050406030204" pitchFamily="18" charset="0"/>
                            </a:rPr>
                            <m:t>→∞</m:t>
                          </m:r>
                        </m:lim>
                      </m:limLow>
                      <m:sSub>
                        <m:sSubPr>
                          <m:ctrlPr>
                            <a:rPr lang="zh-CN" altLang="en-US" sz="2200" i="1">
                              <a:latin typeface="Cambria Math" panose="02040503050406030204" pitchFamily="18" charset="0"/>
                            </a:rPr>
                          </m:ctrlPr>
                        </m:sSubPr>
                        <m:e>
                          <m:r>
                            <a:rPr lang="zh-CN" altLang="en-US" sz="2200">
                              <a:latin typeface="Cambria Math" panose="02040503050406030204" pitchFamily="18" charset="0"/>
                            </a:rPr>
                            <m:t>𝑎</m:t>
                          </m:r>
                        </m:e>
                        <m:sub>
                          <m:r>
                            <a:rPr lang="zh-CN" altLang="en-US" sz="2200">
                              <a:latin typeface="Cambria Math" panose="02040503050406030204" pitchFamily="18" charset="0"/>
                            </a:rPr>
                            <m:t>𝑛</m:t>
                          </m:r>
                        </m:sub>
                      </m:sSub>
                      <m:r>
                        <a:rPr lang="zh-CN" altLang="en-US" sz="2200">
                          <a:latin typeface="Cambria Math" panose="02040503050406030204" pitchFamily="18" charset="0"/>
                        </a:rPr>
                        <m:t>=</m:t>
                      </m:r>
                      <m:r>
                        <a:rPr lang="zh-CN" altLang="en-US" sz="2200">
                          <a:latin typeface="Cambria Math" panose="02040503050406030204" pitchFamily="18" charset="0"/>
                        </a:rPr>
                        <m:t>𝑎</m:t>
                      </m:r>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2" name="矩形 1">
                <a:extLst>
                  <a:ext uri="{FF2B5EF4-FFF2-40B4-BE49-F238E27FC236}">
                    <a16:creationId xmlns:a16="http://schemas.microsoft.com/office/drawing/2014/main" id="{364900BA-061C-410E-874C-DEF276812CFF}"/>
                  </a:ext>
                </a:extLst>
              </p:cNvPr>
              <p:cNvSpPr>
                <a:spLocks noRot="1" noChangeAspect="1" noMove="1" noResize="1" noEditPoints="1" noAdjustHandles="1" noChangeArrowheads="1" noChangeShapeType="1" noTextEdit="1"/>
              </p:cNvSpPr>
              <p:nvPr/>
            </p:nvSpPr>
            <p:spPr>
              <a:xfrm>
                <a:off x="3924418" y="3731636"/>
                <a:ext cx="1662250" cy="535275"/>
              </a:xfrm>
              <a:prstGeom prst="rect">
                <a:avLst/>
              </a:prstGeom>
              <a:blipFill>
                <a:blip r:embed="rId3"/>
                <a:stretch>
                  <a:fillRect b="-11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副标题 2">
                <a:extLst>
                  <a:ext uri="{FF2B5EF4-FFF2-40B4-BE49-F238E27FC236}">
                    <a16:creationId xmlns:a16="http://schemas.microsoft.com/office/drawing/2014/main" id="{F01DE26C-8D88-4459-99A2-50E690952483}"/>
                  </a:ext>
                </a:extLst>
              </p:cNvPr>
              <p:cNvSpPr txBox="1">
                <a:spLocks/>
              </p:cNvSpPr>
              <p:nvPr/>
            </p:nvSpPr>
            <p:spPr>
              <a:xfrm>
                <a:off x="158561" y="4695042"/>
                <a:ext cx="8826878" cy="515887"/>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a:solidFill>
                      <a:prstClr val="black"/>
                    </a:solidFill>
                    <a:latin typeface="KaiTi" panose="02010609060101010101" pitchFamily="49" charset="-122"/>
                    <a:ea typeface="KaiTi" panose="02010609060101010101" pitchFamily="49" charset="-122"/>
                    <a:cs typeface="Times New Roman" panose="02020603050405020304" pitchFamily="18" charset="0"/>
                  </a:rPr>
                  <a:t>是指对任意</a:t>
                </a:r>
                <a14:m>
                  <m:oMath xmlns:m="http://schemas.openxmlformats.org/officeDocument/2006/math">
                    <m:r>
                      <m:rPr>
                        <m:sty m:val="p"/>
                      </m:rPr>
                      <a:rPr lang="el-GR" altLang="zh-CN" sz="22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ε</m:t>
                    </m:r>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&gt;0</m:t>
                    </m:r>
                  </m:oMath>
                </a14:m>
                <a:r>
                  <a:rPr lang="en-US" altLang="zh-CN" sz="2200">
                    <a:solidFill>
                      <a:prstClr val="black"/>
                    </a:solidFill>
                    <a:latin typeface="KaiTi" panose="02010609060101010101" pitchFamily="49" charset="-122"/>
                    <a:ea typeface="KaiTi" panose="02010609060101010101" pitchFamily="49" charset="-122"/>
                    <a:cs typeface="Times New Roman" panose="02020603050405020304" pitchFamily="18" charset="0"/>
                  </a:rPr>
                  <a:t>,</a:t>
                </a:r>
                <a:r>
                  <a:rPr lang="zh-CN" altLang="en-US" sz="2200">
                    <a:solidFill>
                      <a:prstClr val="black"/>
                    </a:solidFill>
                    <a:latin typeface="KaiTi" panose="02010609060101010101" pitchFamily="49" charset="-122"/>
                    <a:ea typeface="KaiTi" panose="02010609060101010101" pitchFamily="49" charset="-122"/>
                    <a:cs typeface="Times New Roman" panose="02020603050405020304" pitchFamily="18" charset="0"/>
                  </a:rPr>
                  <a:t>总存在正整数</a:t>
                </a:r>
                <a14:m>
                  <m:oMath xmlns:m="http://schemas.openxmlformats.org/officeDocument/2006/math">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𝑁</m:t>
                    </m:r>
                  </m:oMath>
                </a14:m>
                <a:r>
                  <a:rPr lang="en-US" altLang="zh-CN" sz="2200">
                    <a:solidFill>
                      <a:prstClr val="black"/>
                    </a:solidFill>
                    <a:latin typeface="KaiTi" panose="02010609060101010101" pitchFamily="49" charset="-122"/>
                    <a:ea typeface="KaiTi" panose="02010609060101010101" pitchFamily="49" charset="-122"/>
                    <a:cs typeface="Times New Roman" panose="02020603050405020304" pitchFamily="18" charset="0"/>
                  </a:rPr>
                  <a:t>,</a:t>
                </a:r>
                <a:r>
                  <a:rPr lang="zh-CN" altLang="en-US" sz="2200">
                    <a:solidFill>
                      <a:prstClr val="black"/>
                    </a:solidFill>
                    <a:latin typeface="KaiTi" panose="02010609060101010101" pitchFamily="49" charset="-122"/>
                    <a:ea typeface="KaiTi" panose="02010609060101010101" pitchFamily="49" charset="-122"/>
                    <a:cs typeface="Times New Roman" panose="02020603050405020304" pitchFamily="18" charset="0"/>
                  </a:rPr>
                  <a:t>当</a:t>
                </a:r>
                <a14:m>
                  <m:oMath xmlns:m="http://schemas.openxmlformats.org/officeDocument/2006/math">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&gt;</m:t>
                    </m:r>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en-US" sz="2200">
                    <a:solidFill>
                      <a:prstClr val="black"/>
                    </a:solidFill>
                    <a:latin typeface="KaiTi" panose="02010609060101010101" pitchFamily="49" charset="-122"/>
                    <a:ea typeface="KaiTi" panose="02010609060101010101" pitchFamily="49" charset="-122"/>
                    <a:cs typeface="Times New Roman" panose="02020603050405020304" pitchFamily="18" charset="0"/>
                  </a:rPr>
                  <a:t>时，恒有</a:t>
                </a:r>
                <a:endParaRPr lang="en-US" altLang="zh-CN" sz="2200">
                  <a:solidFill>
                    <a:prstClr val="black"/>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6" name="副标题 2">
                <a:extLst>
                  <a:ext uri="{FF2B5EF4-FFF2-40B4-BE49-F238E27FC236}">
                    <a16:creationId xmlns:a16="http://schemas.microsoft.com/office/drawing/2014/main" id="{F01DE26C-8D88-4459-99A2-50E690952483}"/>
                  </a:ext>
                </a:extLst>
              </p:cNvPr>
              <p:cNvSpPr txBox="1">
                <a:spLocks noRot="1" noChangeAspect="1" noMove="1" noResize="1" noEditPoints="1" noAdjustHandles="1" noChangeArrowheads="1" noChangeShapeType="1" noTextEdit="1"/>
              </p:cNvSpPr>
              <p:nvPr/>
            </p:nvSpPr>
            <p:spPr>
              <a:xfrm>
                <a:off x="158561" y="4695042"/>
                <a:ext cx="8826878" cy="515887"/>
              </a:xfrm>
              <a:prstGeom prst="rect">
                <a:avLst/>
              </a:prstGeom>
              <a:blipFill>
                <a:blip r:embed="rId4"/>
                <a:stretch>
                  <a:fillRect b="-2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37E17C5D-289C-4765-994B-68EA2D30AF6B}"/>
                  </a:ext>
                </a:extLst>
              </p:cNvPr>
              <p:cNvSpPr/>
              <p:nvPr/>
            </p:nvSpPr>
            <p:spPr>
              <a:xfrm>
                <a:off x="3897268" y="5187284"/>
                <a:ext cx="181556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a:latin typeface="Cambria Math" panose="02040503050406030204" pitchFamily="18" charset="0"/>
                            </a:rPr>
                            <m:t>𝑎</m:t>
                          </m:r>
                        </m:e>
                        <m:sub>
                          <m:r>
                            <a:rPr lang="zh-CN" altLang="en-US" sz="2200">
                              <a:latin typeface="Cambria Math" panose="02040503050406030204" pitchFamily="18" charset="0"/>
                            </a:rPr>
                            <m:t>𝑛</m:t>
                          </m:r>
                        </m:sub>
                      </m:sSub>
                      <m:r>
                        <a:rPr lang="zh-CN" altLang="en-US" sz="2200">
                          <a:latin typeface="Cambria Math" panose="02040503050406030204" pitchFamily="18" charset="0"/>
                        </a:rPr>
                        <m:t>−</m:t>
                      </m:r>
                      <m:r>
                        <a:rPr lang="zh-CN" altLang="en-US" sz="2200">
                          <a:latin typeface="Cambria Math" panose="02040503050406030204" pitchFamily="18" charset="0"/>
                        </a:rPr>
                        <m:t>𝑎</m:t>
                      </m:r>
                      <m:r>
                        <a:rPr lang="zh-CN" altLang="en-US" sz="2200">
                          <a:latin typeface="Cambria Math" panose="02040503050406030204" pitchFamily="18" charset="0"/>
                        </a:rPr>
                        <m:t>|&lt;</m:t>
                      </m:r>
                      <m:r>
                        <a:rPr lang="zh-CN" altLang="en-US" sz="2200">
                          <a:latin typeface="Cambria Math" panose="02040503050406030204" pitchFamily="18" charset="0"/>
                        </a:rPr>
                        <m:t>𝜀</m:t>
                      </m:r>
                    </m:oMath>
                  </m:oMathPara>
                </a14:m>
                <a:endParaRPr lang="zh-CN" altLang="en-US" sz="2200">
                  <a:latin typeface="KaiTi" panose="02010609060101010101" pitchFamily="49" charset="-122"/>
                  <a:ea typeface="KaiTi" panose="02010609060101010101" pitchFamily="49" charset="-122"/>
                </a:endParaRPr>
              </a:p>
            </p:txBody>
          </p:sp>
        </mc:Choice>
        <mc:Fallback xmlns="">
          <p:sp>
            <p:nvSpPr>
              <p:cNvPr id="3" name="矩形 2">
                <a:extLst>
                  <a:ext uri="{FF2B5EF4-FFF2-40B4-BE49-F238E27FC236}">
                    <a16:creationId xmlns:a16="http://schemas.microsoft.com/office/drawing/2014/main" id="{37E17C5D-289C-4765-994B-68EA2D30AF6B}"/>
                  </a:ext>
                </a:extLst>
              </p:cNvPr>
              <p:cNvSpPr>
                <a:spLocks noRot="1" noChangeAspect="1" noMove="1" noResize="1" noEditPoints="1" noAdjustHandles="1" noChangeArrowheads="1" noChangeShapeType="1" noTextEdit="1"/>
              </p:cNvSpPr>
              <p:nvPr/>
            </p:nvSpPr>
            <p:spPr>
              <a:xfrm>
                <a:off x="3897268" y="5187284"/>
                <a:ext cx="1815562" cy="430887"/>
              </a:xfrm>
              <a:prstGeom prst="rect">
                <a:avLst/>
              </a:prstGeom>
              <a:blipFill>
                <a:blip r:embed="rId5"/>
                <a:stretch>
                  <a:fillRect b="-16901"/>
                </a:stretch>
              </a:blipFill>
            </p:spPr>
            <p:txBody>
              <a:bodyPr/>
              <a:lstStyle/>
              <a:p>
                <a:r>
                  <a:rPr lang="en-US">
                    <a:noFill/>
                  </a:rPr>
                  <a:t> </a:t>
                </a:r>
              </a:p>
            </p:txBody>
          </p:sp>
        </mc:Fallback>
      </mc:AlternateContent>
      <p:sp>
        <p:nvSpPr>
          <p:cNvPr id="9" name="Text Box 2">
            <a:extLst>
              <a:ext uri="{FF2B5EF4-FFF2-40B4-BE49-F238E27FC236}">
                <a16:creationId xmlns:a16="http://schemas.microsoft.com/office/drawing/2014/main" id="{6633535D-F9C5-885F-82CE-25E276054DCA}"/>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依概率收敛</a:t>
            </a:r>
          </a:p>
        </p:txBody>
      </p:sp>
      <p:cxnSp>
        <p:nvCxnSpPr>
          <p:cNvPr id="7" name="直线连接符 6">
            <a:extLst>
              <a:ext uri="{FF2B5EF4-FFF2-40B4-BE49-F238E27FC236}">
                <a16:creationId xmlns:a16="http://schemas.microsoft.com/office/drawing/2014/main" id="{E5900EA5-AF18-DE7E-BC92-1DC19BEB8AEB}"/>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402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副标题 2">
                <a:extLst>
                  <a:ext uri="{FF2B5EF4-FFF2-40B4-BE49-F238E27FC236}">
                    <a16:creationId xmlns:a16="http://schemas.microsoft.com/office/drawing/2014/main" id="{C98971FA-F08A-4F57-AD38-EAA7412DB244}"/>
                  </a:ext>
                </a:extLst>
              </p:cNvPr>
              <p:cNvSpPr txBox="1">
                <a:spLocks/>
              </p:cNvSpPr>
              <p:nvPr/>
            </p:nvSpPr>
            <p:spPr>
              <a:xfrm>
                <a:off x="158561" y="1813135"/>
                <a:ext cx="8826878" cy="176942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just">
                  <a:lnSpc>
                    <a:spcPct val="150000"/>
                  </a:lnSpc>
                </a:pP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在概率论中，我们研究的对象是</a:t>
                </a:r>
                <a:r>
                  <a:rPr lang="zh-CN" altLang="en-US" sz="2200" dirty="0">
                    <a:solidFill>
                      <a:srgbClr val="FF0000"/>
                    </a:solidFill>
                    <a:latin typeface="KaiTi" panose="02010609060101010101" pitchFamily="49" charset="-122"/>
                    <a:ea typeface="KaiTi" panose="02010609060101010101" pitchFamily="49" charset="-122"/>
                    <a:cs typeface="Times New Roman" panose="02020603050405020304" pitchFamily="18" charset="0"/>
                  </a:rPr>
                  <a:t>随机变量</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，因而，我们需要考虑</a:t>
                </a:r>
                <a:r>
                  <a:rPr lang="zh-CN" altLang="en-US" sz="2200" u="sng" dirty="0">
                    <a:solidFill>
                      <a:srgbClr val="FF0000"/>
                    </a:solidFill>
                    <a:latin typeface="KaiTi" panose="02010609060101010101" pitchFamily="49" charset="-122"/>
                    <a:ea typeface="KaiTi" panose="02010609060101010101" pitchFamily="49" charset="-122"/>
                    <a:cs typeface="Times New Roman" panose="02020603050405020304" pitchFamily="18" charset="0"/>
                  </a:rPr>
                  <a:t>随机变量序列</a:t>
                </a:r>
                <a:r>
                  <a:rPr lang="zh-CN" altLang="en-US" sz="2200" dirty="0">
                    <a:solidFill>
                      <a:srgbClr val="FF0000"/>
                    </a:solidFill>
                    <a:latin typeface="KaiTi" panose="02010609060101010101" pitchFamily="49" charset="-122"/>
                    <a:ea typeface="KaiTi" panose="02010609060101010101" pitchFamily="49" charset="-122"/>
                    <a:cs typeface="Times New Roman" panose="02020603050405020304" pitchFamily="18" charset="0"/>
                  </a:rPr>
                  <a:t>的收敛性</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。设</a:t>
                </a:r>
                <a14:m>
                  <m:oMath xmlns:m="http://schemas.openxmlformats.org/officeDocument/2006/math">
                    <m:sSub>
                      <m:sSubPr>
                        <m:ctrlPr>
                          <a:rPr lang="zh-CN" altLang="zh-CN"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en-US" altLang="zh-CN" sz="2200">
                            <a:solidFill>
                              <a:srgbClr val="FF0000"/>
                            </a:solidFill>
                            <a:latin typeface="Cambria Math" panose="02040503050406030204" pitchFamily="18" charset="0"/>
                          </a:rPr>
                          <m:t>1</m:t>
                        </m:r>
                      </m:sub>
                    </m:sSub>
                    <m:r>
                      <a:rPr lang="en-US" altLang="zh-CN" sz="2200">
                        <a:solidFill>
                          <a:srgbClr val="FF0000"/>
                        </a:solidFill>
                        <a:latin typeface="Cambria Math" panose="02040503050406030204" pitchFamily="18" charset="0"/>
                      </a:rPr>
                      <m:t>,</m:t>
                    </m:r>
                    <m:sSub>
                      <m:sSubPr>
                        <m:ctrlPr>
                          <a:rPr lang="zh-CN" altLang="zh-CN"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en-US" altLang="zh-CN" sz="2200">
                            <a:solidFill>
                              <a:srgbClr val="FF0000"/>
                            </a:solidFill>
                            <a:latin typeface="Cambria Math" panose="02040503050406030204" pitchFamily="18" charset="0"/>
                          </a:rPr>
                          <m:t>2</m:t>
                        </m:r>
                      </m:sub>
                    </m:sSub>
                    <m:r>
                      <a:rPr lang="en-US" altLang="zh-CN" sz="2200">
                        <a:solidFill>
                          <a:srgbClr val="FF0000"/>
                        </a:solidFill>
                        <a:latin typeface="Cambria Math" panose="02040503050406030204" pitchFamily="18" charset="0"/>
                      </a:rPr>
                      <m:t>,⋯,</m:t>
                    </m:r>
                    <m:sSub>
                      <m:sSubPr>
                        <m:ctrlPr>
                          <a:rPr lang="zh-CN" altLang="zh-CN"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en-US" altLang="zh-CN" sz="2200">
                            <a:solidFill>
                              <a:srgbClr val="FF0000"/>
                            </a:solidFill>
                            <a:latin typeface="Cambria Math" panose="02040503050406030204" pitchFamily="18" charset="0"/>
                          </a:rPr>
                          <m:t>𝑛</m:t>
                        </m:r>
                      </m:sub>
                    </m:sSub>
                    <m:r>
                      <a:rPr lang="en-US" altLang="zh-CN" sz="2200">
                        <a:solidFill>
                          <a:srgbClr val="FF0000"/>
                        </a:solidFill>
                        <a:latin typeface="Cambria Math" panose="02040503050406030204" pitchFamily="18" charset="0"/>
                      </a:rPr>
                      <m:t>, ⋯</m:t>
                    </m:r>
                  </m:oMath>
                </a14:m>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是一列随机变量。</a:t>
                </a:r>
                <a:endParaRPr lang="en-US" altLang="zh-CN" sz="2200" dirty="0">
                  <a:solidFill>
                    <a:prstClr val="black"/>
                  </a:solidFill>
                  <a:latin typeface="KaiTi" panose="02010609060101010101" pitchFamily="49" charset="-122"/>
                  <a:ea typeface="KaiTi" panose="02010609060101010101" pitchFamily="49" charset="-122"/>
                  <a:cs typeface="Times New Roman" panose="02020603050405020304" pitchFamily="18" charset="0"/>
                </a:endParaRPr>
              </a:p>
              <a:p>
                <a:pPr indent="342900" algn="just">
                  <a:lnSpc>
                    <a:spcPct val="150000"/>
                  </a:lnSpc>
                </a:pP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如果我们以定义数列的极限完全相同的方式来定义随机变量序列的收致性，那么</a:t>
                </a:r>
                <a14:m>
                  <m:oMath xmlns:m="http://schemas.openxmlformats.org/officeDocument/2006/math">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2</m:t>
                        </m:r>
                      </m:sub>
                    </m:sSub>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𝑛</m:t>
                        </m:r>
                      </m:sub>
                    </m:sSub>
                    <m:r>
                      <a:rPr lang="en-US" altLang="zh-CN" sz="2200">
                        <a:latin typeface="Cambria Math" panose="02040503050406030204" pitchFamily="18" charset="0"/>
                      </a:rPr>
                      <m:t>, ⋯</m:t>
                    </m:r>
                  </m:oMath>
                </a14:m>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收敛到一个随机变量</a:t>
                </a:r>
                <a14:m>
                  <m:oMath xmlns:m="http://schemas.openxmlformats.org/officeDocument/2006/math">
                    <m:r>
                      <a:rPr lang="en-US" altLang="zh-CN" sz="2200"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𝑋</m:t>
                    </m:r>
                  </m:oMath>
                </a14:m>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是指，对任意</a:t>
                </a:r>
                <a14:m>
                  <m:oMath xmlns:m="http://schemas.openxmlformats.org/officeDocument/2006/math">
                    <m:r>
                      <m:rPr>
                        <m:sty m:val="p"/>
                      </m:rPr>
                      <a:rPr lang="el-GR" altLang="zh-CN" sz="22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ε</m:t>
                    </m:r>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&gt;0</m:t>
                    </m:r>
                  </m:oMath>
                </a14:m>
                <a:r>
                  <a:rPr lang="en-US" altLang="zh-CN"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存在正整数</a:t>
                </a:r>
                <a14:m>
                  <m:oMath xmlns:m="http://schemas.openxmlformats.org/officeDocument/2006/math">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𝑁</m:t>
                    </m:r>
                  </m:oMath>
                </a14:m>
                <a:r>
                  <a:rPr lang="en-US" altLang="zh-CN"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当</a:t>
                </a:r>
                <a14:m>
                  <m:oMath xmlns:m="http://schemas.openxmlformats.org/officeDocument/2006/math">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𝑛</m:t>
                    </m:r>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&gt;</m:t>
                    </m:r>
                    <m:r>
                      <a:rPr lang="en-US" altLang="zh-CN" sz="2200" dirty="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时，</a:t>
                </a:r>
                <a:endParaRPr lang="en-US" altLang="zh-CN" sz="2200" dirty="0">
                  <a:solidFill>
                    <a:prstClr val="black"/>
                  </a:solidFill>
                  <a:latin typeface="KaiTi" panose="02010609060101010101" pitchFamily="49" charset="-122"/>
                  <a:ea typeface="KaiTi" panose="02010609060101010101" pitchFamily="49" charset="-122"/>
                  <a:cs typeface="Times New Roman" panose="02020603050405020304" pitchFamily="18" charset="0"/>
                </a:endParaRPr>
              </a:p>
              <a:p>
                <a:pPr indent="342900" algn="just">
                  <a:lnSpc>
                    <a:spcPct val="150000"/>
                  </a:lnSpc>
                </a:pP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恒有</a:t>
                </a:r>
                <a:endParaRPr lang="en-US" altLang="zh-CN" sz="2200" dirty="0">
                  <a:solidFill>
                    <a:prstClr val="black"/>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7" name="副标题 2">
                <a:extLst>
                  <a:ext uri="{FF2B5EF4-FFF2-40B4-BE49-F238E27FC236}">
                    <a16:creationId xmlns:a16="http://schemas.microsoft.com/office/drawing/2014/main" id="{C98971FA-F08A-4F57-AD38-EAA7412DB244}"/>
                  </a:ext>
                </a:extLst>
              </p:cNvPr>
              <p:cNvSpPr txBox="1">
                <a:spLocks noRot="1" noChangeAspect="1" noMove="1" noResize="1" noEditPoints="1" noAdjustHandles="1" noChangeArrowheads="1" noChangeShapeType="1" noTextEdit="1"/>
              </p:cNvSpPr>
              <p:nvPr/>
            </p:nvSpPr>
            <p:spPr>
              <a:xfrm>
                <a:off x="158561" y="1813135"/>
                <a:ext cx="8826878" cy="1769429"/>
              </a:xfrm>
              <a:prstGeom prst="rect">
                <a:avLst/>
              </a:prstGeom>
              <a:blipFill>
                <a:blip r:embed="rId2"/>
                <a:stretch>
                  <a:fillRect l="-1149" r="-1149" b="-90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B25847B-E86D-478D-AC6C-1C3F9F7A3C4A}"/>
                  </a:ext>
                </a:extLst>
              </p:cNvPr>
              <p:cNvSpPr/>
              <p:nvPr/>
            </p:nvSpPr>
            <p:spPr>
              <a:xfrm>
                <a:off x="3658608" y="4907130"/>
                <a:ext cx="185448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a:solidFill>
                            <a:srgbClr val="FF0000"/>
                          </a:solidFill>
                          <a:latin typeface="Cambria Math" panose="02040503050406030204" pitchFamily="18" charset="0"/>
                        </a:rPr>
                        <m:t>|</m:t>
                      </m:r>
                      <m:sSub>
                        <m:sSubPr>
                          <m:ctrlPr>
                            <a:rPr lang="zh-CN" altLang="en-US"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zh-CN" altLang="en-US" sz="2200">
                              <a:solidFill>
                                <a:srgbClr val="FF0000"/>
                              </a:solidFill>
                              <a:latin typeface="Cambria Math" panose="02040503050406030204" pitchFamily="18" charset="0"/>
                            </a:rPr>
                            <m:t>𝑛</m:t>
                          </m:r>
                        </m:sub>
                      </m:sSub>
                      <m:r>
                        <a:rPr lang="zh-CN" altLang="en-US" sz="2200">
                          <a:solidFill>
                            <a:srgbClr val="FF0000"/>
                          </a:solidFill>
                          <a:latin typeface="Cambria Math" panose="02040503050406030204" pitchFamily="18" charset="0"/>
                        </a:rPr>
                        <m:t>−</m:t>
                      </m:r>
                      <m:r>
                        <a:rPr lang="en-US" altLang="zh-CN" sz="2200" i="1" dirty="0" smtClean="0">
                          <a:solidFill>
                            <a:srgbClr val="FF0000"/>
                          </a:solidFill>
                          <a:latin typeface="Cambria Math" panose="02040503050406030204" pitchFamily="18" charset="0"/>
                        </a:rPr>
                        <m:t>𝑋</m:t>
                      </m:r>
                      <m:r>
                        <a:rPr lang="zh-CN" altLang="en-US" sz="2200">
                          <a:solidFill>
                            <a:srgbClr val="FF0000"/>
                          </a:solidFill>
                          <a:latin typeface="Cambria Math" panose="02040503050406030204" pitchFamily="18" charset="0"/>
                        </a:rPr>
                        <m:t>|&lt;</m:t>
                      </m:r>
                      <m:r>
                        <a:rPr lang="zh-CN" altLang="en-US" sz="2200">
                          <a:solidFill>
                            <a:srgbClr val="FF0000"/>
                          </a:solidFill>
                          <a:latin typeface="Cambria Math" panose="02040503050406030204" pitchFamily="18" charset="0"/>
                        </a:rPr>
                        <m:t>𝜀</m:t>
                      </m:r>
                    </m:oMath>
                  </m:oMathPara>
                </a14:m>
                <a:endParaRPr lang="zh-CN" altLang="en-US" sz="2200" dirty="0">
                  <a:solidFill>
                    <a:srgbClr val="FF0000"/>
                  </a:solidFill>
                  <a:latin typeface="KaiTi" panose="02010609060101010101" pitchFamily="49" charset="-122"/>
                  <a:ea typeface="KaiTi" panose="02010609060101010101" pitchFamily="49" charset="-122"/>
                </a:endParaRPr>
              </a:p>
            </p:txBody>
          </p:sp>
        </mc:Choice>
        <mc:Fallback xmlns="">
          <p:sp>
            <p:nvSpPr>
              <p:cNvPr id="8" name="矩形 7">
                <a:extLst>
                  <a:ext uri="{FF2B5EF4-FFF2-40B4-BE49-F238E27FC236}">
                    <a16:creationId xmlns:a16="http://schemas.microsoft.com/office/drawing/2014/main" id="{9B25847B-E86D-478D-AC6C-1C3F9F7A3C4A}"/>
                  </a:ext>
                </a:extLst>
              </p:cNvPr>
              <p:cNvSpPr>
                <a:spLocks noRot="1" noChangeAspect="1" noMove="1" noResize="1" noEditPoints="1" noAdjustHandles="1" noChangeArrowheads="1" noChangeShapeType="1" noTextEdit="1"/>
              </p:cNvSpPr>
              <p:nvPr/>
            </p:nvSpPr>
            <p:spPr>
              <a:xfrm>
                <a:off x="3658608" y="4907130"/>
                <a:ext cx="1854482" cy="430887"/>
              </a:xfrm>
              <a:prstGeom prst="rect">
                <a:avLst/>
              </a:prstGeom>
              <a:blipFill>
                <a:blip r:embed="rId3"/>
                <a:stretch>
                  <a:fillRect b="-20000"/>
                </a:stretch>
              </a:blipFill>
            </p:spPr>
            <p:txBody>
              <a:bodyPr/>
              <a:lstStyle/>
              <a:p>
                <a:r>
                  <a:rPr lang="zh-CN" altLang="en-US">
                    <a:noFill/>
                  </a:rPr>
                  <a:t> </a:t>
                </a:r>
              </a:p>
            </p:txBody>
          </p:sp>
        </mc:Fallback>
      </mc:AlternateContent>
      <p:sp>
        <p:nvSpPr>
          <p:cNvPr id="9" name="Text Box 2">
            <a:extLst>
              <a:ext uri="{FF2B5EF4-FFF2-40B4-BE49-F238E27FC236}">
                <a16:creationId xmlns:a16="http://schemas.microsoft.com/office/drawing/2014/main" id="{CB70EB86-094D-B252-7F7F-47CE36345A6C}"/>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a:solidFill>
                  <a:srgbClr val="FF0000"/>
                </a:solidFill>
                <a:latin typeface="Times New Roman" panose="02020603050405020304" pitchFamily="18" charset="0"/>
                <a:ea typeface="华文新魏" panose="02010800040101010101" pitchFamily="2" charset="-122"/>
              </a:rPr>
              <a:t>依概率收敛</a:t>
            </a:r>
          </a:p>
        </p:txBody>
      </p:sp>
      <p:cxnSp>
        <p:nvCxnSpPr>
          <p:cNvPr id="2" name="直线连接符 1">
            <a:extLst>
              <a:ext uri="{FF2B5EF4-FFF2-40B4-BE49-F238E27FC236}">
                <a16:creationId xmlns:a16="http://schemas.microsoft.com/office/drawing/2014/main" id="{94A5F32C-C177-57E7-BFE9-D4C22ECB5095}"/>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313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B25847B-E86D-478D-AC6C-1C3F9F7A3C4A}"/>
                  </a:ext>
                </a:extLst>
              </p:cNvPr>
              <p:cNvSpPr/>
              <p:nvPr/>
            </p:nvSpPr>
            <p:spPr>
              <a:xfrm>
                <a:off x="3825283" y="2631308"/>
                <a:ext cx="185448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a:solidFill>
                            <a:srgbClr val="FF0000"/>
                          </a:solidFill>
                          <a:latin typeface="Cambria Math" panose="02040503050406030204" pitchFamily="18" charset="0"/>
                        </a:rPr>
                        <m:t>|</m:t>
                      </m:r>
                      <m:sSub>
                        <m:sSubPr>
                          <m:ctrlPr>
                            <a:rPr lang="zh-CN" altLang="en-US"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zh-CN" altLang="en-US" sz="2200">
                              <a:solidFill>
                                <a:srgbClr val="FF0000"/>
                              </a:solidFill>
                              <a:latin typeface="Cambria Math" panose="02040503050406030204" pitchFamily="18" charset="0"/>
                            </a:rPr>
                            <m:t>𝑛</m:t>
                          </m:r>
                        </m:sub>
                      </m:sSub>
                      <m:r>
                        <a:rPr lang="zh-CN" altLang="en-US" sz="2200">
                          <a:solidFill>
                            <a:srgbClr val="FF0000"/>
                          </a:solidFill>
                          <a:latin typeface="Cambria Math" panose="02040503050406030204" pitchFamily="18" charset="0"/>
                        </a:rPr>
                        <m:t>−</m:t>
                      </m:r>
                      <m:r>
                        <a:rPr lang="en-US" altLang="zh-CN" sz="2200" i="1" dirty="0" smtClean="0">
                          <a:solidFill>
                            <a:srgbClr val="FF0000"/>
                          </a:solidFill>
                          <a:latin typeface="Cambria Math" panose="02040503050406030204" pitchFamily="18" charset="0"/>
                        </a:rPr>
                        <m:t>𝑋</m:t>
                      </m:r>
                      <m:r>
                        <a:rPr lang="zh-CN" altLang="en-US" sz="2200">
                          <a:solidFill>
                            <a:srgbClr val="FF0000"/>
                          </a:solidFill>
                          <a:latin typeface="Cambria Math" panose="02040503050406030204" pitchFamily="18" charset="0"/>
                        </a:rPr>
                        <m:t>|&lt;</m:t>
                      </m:r>
                      <m:r>
                        <a:rPr lang="zh-CN" altLang="en-US" sz="2200">
                          <a:solidFill>
                            <a:srgbClr val="FF0000"/>
                          </a:solidFill>
                          <a:latin typeface="Cambria Math" panose="02040503050406030204" pitchFamily="18" charset="0"/>
                        </a:rPr>
                        <m:t>𝜀</m:t>
                      </m:r>
                    </m:oMath>
                  </m:oMathPara>
                </a14:m>
                <a:endParaRPr lang="zh-CN" altLang="en-US" sz="2200" dirty="0">
                  <a:solidFill>
                    <a:srgbClr val="FF0000"/>
                  </a:solidFill>
                  <a:latin typeface="KaiTi" panose="02010609060101010101" pitchFamily="49" charset="-122"/>
                  <a:ea typeface="KaiTi" panose="02010609060101010101" pitchFamily="49" charset="-122"/>
                </a:endParaRPr>
              </a:p>
            </p:txBody>
          </p:sp>
        </mc:Choice>
        <mc:Fallback xmlns="">
          <p:sp>
            <p:nvSpPr>
              <p:cNvPr id="8" name="矩形 7">
                <a:extLst>
                  <a:ext uri="{FF2B5EF4-FFF2-40B4-BE49-F238E27FC236}">
                    <a16:creationId xmlns:a16="http://schemas.microsoft.com/office/drawing/2014/main" id="{9B25847B-E86D-478D-AC6C-1C3F9F7A3C4A}"/>
                  </a:ext>
                </a:extLst>
              </p:cNvPr>
              <p:cNvSpPr>
                <a:spLocks noRot="1" noChangeAspect="1" noMove="1" noResize="1" noEditPoints="1" noAdjustHandles="1" noChangeArrowheads="1" noChangeShapeType="1" noTextEdit="1"/>
              </p:cNvSpPr>
              <p:nvPr/>
            </p:nvSpPr>
            <p:spPr>
              <a:xfrm>
                <a:off x="3825283" y="2631308"/>
                <a:ext cx="1854482" cy="430887"/>
              </a:xfrm>
              <a:prstGeom prst="rect">
                <a:avLst/>
              </a:prstGeom>
              <a:blipFill>
                <a:blip r:embed="rId2"/>
                <a:stretch>
                  <a:fillRect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F9E47FF-7EAC-46EE-A9D1-94804DBBA401}"/>
                  </a:ext>
                </a:extLst>
              </p:cNvPr>
              <p:cNvSpPr txBox="1"/>
              <p:nvPr/>
            </p:nvSpPr>
            <p:spPr>
              <a:xfrm>
                <a:off x="152552" y="3443119"/>
                <a:ext cx="8826878" cy="2065694"/>
              </a:xfrm>
              <a:prstGeom prst="rect">
                <a:avLst/>
              </a:prstGeom>
              <a:noFill/>
            </p:spPr>
            <p:txBody>
              <a:bodyPr wrap="square">
                <a:spAutoFit/>
              </a:bodyPr>
              <a:lstStyle/>
              <a:p>
                <a:pPr>
                  <a:lnSpc>
                    <a:spcPct val="150000"/>
                  </a:lnSpc>
                </a:pP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由于</a:t>
                </a:r>
                <a14:m>
                  <m:oMath xmlns:m="http://schemas.openxmlformats.org/officeDocument/2006/math">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𝑛</m:t>
                        </m:r>
                      </m:sub>
                    </m:sSub>
                    <m:r>
                      <a:rPr lang="en-US" altLang="zh-CN" sz="2200">
                        <a:latin typeface="Cambria Math" panose="02040503050406030204" pitchFamily="18" charset="0"/>
                      </a:rPr>
                      <m:t>,</m:t>
                    </m:r>
                    <m:r>
                      <a:rPr lang="en-US" altLang="zh-CN" sz="2200">
                        <a:latin typeface="Cambria Math" panose="02040503050406030204" pitchFamily="18" charset="0"/>
                      </a:rPr>
                      <m:t>𝑋</m:t>
                    </m:r>
                  </m:oMath>
                </a14:m>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均为随机变量，于是</a:t>
                </a:r>
                <a14:m>
                  <m:oMath xmlns:m="http://schemas.openxmlformats.org/officeDocument/2006/math">
                    <m:r>
                      <a:rPr lang="zh-CN" altLang="en-US" sz="2200">
                        <a:solidFill>
                          <a:srgbClr val="FF0000"/>
                        </a:solidFill>
                        <a:latin typeface="Cambria Math" panose="02040503050406030204" pitchFamily="18" charset="0"/>
                      </a:rPr>
                      <m:t>|</m:t>
                    </m:r>
                    <m:sSub>
                      <m:sSubPr>
                        <m:ctrlPr>
                          <a:rPr lang="zh-CN" altLang="en-US" sz="2200" i="1">
                            <a:solidFill>
                              <a:srgbClr val="FF0000"/>
                            </a:solidFill>
                            <a:latin typeface="Cambria Math" panose="02040503050406030204" pitchFamily="18" charset="0"/>
                          </a:rPr>
                        </m:ctrlPr>
                      </m:sSubPr>
                      <m:e>
                        <m:r>
                          <a:rPr lang="en-US" altLang="zh-CN" sz="2200">
                            <a:solidFill>
                              <a:srgbClr val="FF0000"/>
                            </a:solidFill>
                            <a:latin typeface="Cambria Math" panose="02040503050406030204" pitchFamily="18" charset="0"/>
                          </a:rPr>
                          <m:t>𝑋</m:t>
                        </m:r>
                      </m:e>
                      <m:sub>
                        <m:r>
                          <a:rPr lang="zh-CN" altLang="en-US" sz="2200">
                            <a:solidFill>
                              <a:srgbClr val="FF0000"/>
                            </a:solidFill>
                            <a:latin typeface="Cambria Math" panose="02040503050406030204" pitchFamily="18" charset="0"/>
                          </a:rPr>
                          <m:t>𝑛</m:t>
                        </m:r>
                      </m:sub>
                    </m:sSub>
                    <m:r>
                      <a:rPr lang="zh-CN" altLang="en-US" sz="2200">
                        <a:solidFill>
                          <a:srgbClr val="FF0000"/>
                        </a:solidFill>
                        <a:latin typeface="Cambria Math" panose="02040503050406030204" pitchFamily="18" charset="0"/>
                      </a:rPr>
                      <m:t>−</m:t>
                    </m:r>
                    <m:r>
                      <a:rPr lang="en-US" altLang="zh-CN" sz="2200" i="1" dirty="0" smtClean="0">
                        <a:solidFill>
                          <a:srgbClr val="FF0000"/>
                        </a:solidFill>
                        <a:latin typeface="Cambria Math" panose="02040503050406030204" pitchFamily="18" charset="0"/>
                      </a:rPr>
                      <m:t>𝑋</m:t>
                    </m:r>
                    <m:r>
                      <a:rPr lang="zh-CN" altLang="en-US" sz="2200">
                        <a:solidFill>
                          <a:srgbClr val="FF0000"/>
                        </a:solidFill>
                        <a:latin typeface="Cambria Math" panose="02040503050406030204" pitchFamily="18" charset="0"/>
                      </a:rPr>
                      <m:t>|</m:t>
                    </m:r>
                  </m:oMath>
                </a14:m>
                <a:r>
                  <a:rPr lang="zh-CN" altLang="en-US" sz="2200" dirty="0">
                    <a:solidFill>
                      <a:srgbClr val="FF0000"/>
                    </a:solidFill>
                    <a:latin typeface="KaiTi" panose="02010609060101010101" pitchFamily="49" charset="-122"/>
                    <a:ea typeface="KaiTi" panose="02010609060101010101" pitchFamily="49" charset="-122"/>
                    <a:cs typeface="Times New Roman" panose="02020603050405020304" pitchFamily="18" charset="0"/>
                  </a:rPr>
                  <a:t>也是随机变量</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a:t>
                </a:r>
                <a:r>
                  <a:rPr lang="zh-CN" altLang="en-US" sz="2200" dirty="0">
                    <a:solidFill>
                      <a:srgbClr val="FF0000"/>
                    </a:solidFill>
                    <a:latin typeface="KaiTi" panose="02010609060101010101" pitchFamily="49" charset="-122"/>
                    <a:ea typeface="KaiTi" panose="02010609060101010101" pitchFamily="49" charset="-122"/>
                    <a:cs typeface="Times New Roman" panose="02020603050405020304" pitchFamily="18" charset="0"/>
                  </a:rPr>
                  <a:t>要求一个随机变量取值小于给定的足够小的</a:t>
                </a:r>
                <a14:m>
                  <m:oMath xmlns:m="http://schemas.openxmlformats.org/officeDocument/2006/math">
                    <m:r>
                      <m:rPr>
                        <m:sty m:val="p"/>
                      </m:rPr>
                      <a:rPr lang="el-GR" altLang="zh-CN" sz="2200"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ε</m:t>
                    </m:r>
                  </m:oMath>
                </a14:m>
                <a:r>
                  <a:rPr lang="zh-CN" altLang="en-US" sz="2200" dirty="0">
                    <a:solidFill>
                      <a:srgbClr val="FF0000"/>
                    </a:solidFill>
                    <a:latin typeface="KaiTi" panose="02010609060101010101" pitchFamily="49" charset="-122"/>
                    <a:ea typeface="KaiTi" panose="02010609060101010101" pitchFamily="49" charset="-122"/>
                    <a:cs typeface="Times New Roman" panose="02020603050405020304" pitchFamily="18" charset="0"/>
                  </a:rPr>
                  <a:t>未免太苛刻</a:t>
                </a:r>
                <a:r>
                  <a:rPr lang="zh-CN" altLang="en-US"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了，这种苛刻的收敛性关系，在概率论的理论和应用问题中只能是一些罕见的特例，因而对概率论中进一步问题的研究意义并不大</a:t>
                </a:r>
                <a:r>
                  <a:rPr lang="en-US" altLang="zh-CN" sz="2200" dirty="0">
                    <a:solidFill>
                      <a:prstClr val="black"/>
                    </a:solidFill>
                    <a:latin typeface="KaiTi" panose="02010609060101010101" pitchFamily="49" charset="-122"/>
                    <a:ea typeface="KaiTi" panose="02010609060101010101" pitchFamily="49" charset="-122"/>
                    <a:cs typeface="Times New Roman" panose="02020603050405020304" pitchFamily="18" charset="0"/>
                  </a:rPr>
                  <a:t>.</a:t>
                </a:r>
                <a:endParaRPr lang="zh-CN" altLang="en-US" sz="2200" dirty="0"/>
              </a:p>
            </p:txBody>
          </p:sp>
        </mc:Choice>
        <mc:Fallback xmlns="">
          <p:sp>
            <p:nvSpPr>
              <p:cNvPr id="10" name="文本框 9">
                <a:extLst>
                  <a:ext uri="{FF2B5EF4-FFF2-40B4-BE49-F238E27FC236}">
                    <a16:creationId xmlns:a16="http://schemas.microsoft.com/office/drawing/2014/main" id="{3F9E47FF-7EAC-46EE-A9D1-94804DBBA401}"/>
                  </a:ext>
                </a:extLst>
              </p:cNvPr>
              <p:cNvSpPr txBox="1">
                <a:spLocks noRot="1" noChangeAspect="1" noMove="1" noResize="1" noEditPoints="1" noAdjustHandles="1" noChangeArrowheads="1" noChangeShapeType="1" noTextEdit="1"/>
              </p:cNvSpPr>
              <p:nvPr/>
            </p:nvSpPr>
            <p:spPr>
              <a:xfrm>
                <a:off x="152552" y="3443119"/>
                <a:ext cx="8826878" cy="2065694"/>
              </a:xfrm>
              <a:prstGeom prst="rect">
                <a:avLst/>
              </a:prstGeom>
              <a:blipFill>
                <a:blip r:embed="rId3"/>
                <a:stretch>
                  <a:fillRect l="-1006" r="-287" b="-4908"/>
                </a:stretch>
              </a:blipFill>
            </p:spPr>
            <p:txBody>
              <a:bodyPr/>
              <a:lstStyle/>
              <a:p>
                <a:r>
                  <a:rPr lang="zh-CN" altLang="en-US">
                    <a:noFill/>
                  </a:rPr>
                  <a:t> </a:t>
                </a:r>
              </a:p>
            </p:txBody>
          </p:sp>
        </mc:Fallback>
      </mc:AlternateContent>
      <p:sp>
        <p:nvSpPr>
          <p:cNvPr id="7" name="Text Box 2">
            <a:extLst>
              <a:ext uri="{FF2B5EF4-FFF2-40B4-BE49-F238E27FC236}">
                <a16:creationId xmlns:a16="http://schemas.microsoft.com/office/drawing/2014/main" id="{063E2E97-E0A8-E26A-782D-E55EFBC49AD8}"/>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依概率收敛</a:t>
            </a:r>
          </a:p>
        </p:txBody>
      </p:sp>
      <p:cxnSp>
        <p:nvCxnSpPr>
          <p:cNvPr id="2" name="直线连接符 1">
            <a:extLst>
              <a:ext uri="{FF2B5EF4-FFF2-40B4-BE49-F238E27FC236}">
                <a16:creationId xmlns:a16="http://schemas.microsoft.com/office/drawing/2014/main" id="{1E078B6E-852E-9CAB-5BC6-60F9C24AF21D}"/>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8431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24AAB5E0-E891-15FC-03E0-585F8C68753A}"/>
                  </a:ext>
                </a:extLst>
              </p:cNvPr>
              <p:cNvSpPr>
                <a:spLocks noGrp="1"/>
              </p:cNvSpPr>
              <p:nvPr>
                <p:ph idx="1"/>
              </p:nvPr>
            </p:nvSpPr>
            <p:spPr>
              <a:xfrm>
                <a:off x="273503" y="1455034"/>
                <a:ext cx="8596993" cy="4580165"/>
              </a:xfrm>
            </p:spPr>
            <p:txBody>
              <a:bodyPr>
                <a:noAutofit/>
              </a:bodyPr>
              <a:lstStyle/>
              <a:p>
                <a:pPr marL="0" indent="0">
                  <a:lnSpc>
                    <a:spcPct val="150000"/>
                  </a:lnSpc>
                  <a:buNone/>
                </a:pPr>
                <a:r>
                  <a:rPr lang="zh-CN" altLang="en-US" dirty="0"/>
                  <a:t>设</a:t>
                </a:r>
                <a14:m>
                  <m:oMath xmlns:m="http://schemas.openxmlformats.org/officeDocument/2006/math">
                    <m:sSub>
                      <m:sSubPr>
                        <m:ctrlPr>
                          <a:rPr lang="zh-CN" altLang="zh-CN" i="1" smtClean="0">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𝑘</m:t>
                        </m:r>
                      </m:sub>
                    </m:sSub>
                  </m:oMath>
                </a14:m>
                <a:r>
                  <a:rPr lang="zh-CN" altLang="en-US" dirty="0"/>
                  <a:t>，</a:t>
                </a:r>
                <a:r>
                  <a:rPr lang="en-US" altLang="zh-CN" dirty="0"/>
                  <a:t>…</a:t>
                </a:r>
                <a:r>
                  <a:rPr lang="zh-CN" altLang="en-US" dirty="0"/>
                  <a:t>是一个</a:t>
                </a:r>
                <a:r>
                  <a:rPr lang="zh-CN" altLang="en-US" dirty="0">
                    <a:solidFill>
                      <a:srgbClr val="FF0000"/>
                    </a:solidFill>
                  </a:rPr>
                  <a:t>随机变量序列</a:t>
                </a:r>
                <a:r>
                  <a:rPr lang="zh-CN" altLang="en-US" dirty="0"/>
                  <a:t>，</a:t>
                </a:r>
                <a14:m>
                  <m:oMath xmlns:m="http://schemas.openxmlformats.org/officeDocument/2006/math">
                    <m:r>
                      <a:rPr lang="en-US" altLang="zh-CN" i="1" dirty="0" smtClean="0">
                        <a:latin typeface="Cambria Math" panose="02040503050406030204" pitchFamily="18" charset="0"/>
                      </a:rPr>
                      <m:t>𝑎</m:t>
                    </m:r>
                  </m:oMath>
                </a14:m>
                <a:r>
                  <a:rPr lang="zh-CN" altLang="en-US" dirty="0"/>
                  <a:t>是一个常数。若对于任意正数</a:t>
                </a:r>
                <a14:m>
                  <m:oMath xmlns:m="http://schemas.openxmlformats.org/officeDocument/2006/math">
                    <m:r>
                      <m:rPr>
                        <m:sty m:val="p"/>
                      </m:rPr>
                      <a:rPr lang="el-GR" altLang="zh-CN">
                        <a:latin typeface="Cambria Math" panose="02040503050406030204" pitchFamily="18" charset="0"/>
                      </a:rPr>
                      <m:t>ε</m:t>
                    </m:r>
                    <m:r>
                      <a:rPr lang="zh-CN" altLang="en-US" i="1" smtClean="0">
                        <a:latin typeface="Cambria Math" panose="02040503050406030204" pitchFamily="18" charset="0"/>
                      </a:rPr>
                      <m:t>，</m:t>
                    </m:r>
                    <m:r>
                      <a:rPr lang="zh-CN" altLang="en-US" i="1">
                        <a:latin typeface="Cambria Math" panose="02040503050406030204" pitchFamily="18" charset="0"/>
                      </a:rPr>
                      <m:t>有</m:t>
                    </m:r>
                  </m:oMath>
                </a14:m>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limLow>
                        <m:limLowPr>
                          <m:ctrlPr>
                            <a:rPr lang="zh-CN" altLang="zh-CN" i="1" kern="100" smtClean="0">
                              <a:effectLst/>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𝑙𝑖𝑚</m:t>
                          </m:r>
                        </m:e>
                        <m:lim>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kern="100">
                              <a:effectLst/>
                              <a:latin typeface="Cambria Math" panose="02040503050406030204" pitchFamily="18" charset="0"/>
                              <a:ea typeface="等线" panose="02010600030101010101" pitchFamily="2" charset="-122"/>
                              <a:cs typeface="Times New Roman" panose="02020603050405020304" pitchFamily="18" charset="0"/>
                            </a:rPr>
                            <m:t>∞</m:t>
                          </m:r>
                        </m:lim>
                      </m:limLow>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𝑃</m:t>
                      </m:r>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𝑌</m:t>
                          </m:r>
                        </m:e>
                        <m:sub>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𝑛</m:t>
                          </m:r>
                        </m:sub>
                      </m:sSub>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𝑎</m:t>
                      </m:r>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|&lt;</m:t>
                      </m:r>
                      <m:r>
                        <a:rPr lang="zh-CN" altLang="en-US" i="1" kern="100" smtClean="0">
                          <a:effectLst/>
                          <a:latin typeface="Cambria Math" panose="02040503050406030204" pitchFamily="18" charset="0"/>
                          <a:ea typeface="等线" panose="02010600030101010101" pitchFamily="2" charset="-122"/>
                          <a:cs typeface="Times New Roman" panose="02020603050405020304" pitchFamily="18" charset="0"/>
                        </a:rPr>
                        <m:t>𝜀</m:t>
                      </m:r>
                      <m:r>
                        <a:rPr lang="en-US" altLang="zh-CN" i="1" kern="100">
                          <a:effectLst/>
                          <a:latin typeface="Cambria Math" panose="02040503050406030204" pitchFamily="18" charset="0"/>
                          <a:ea typeface="等线" panose="02010600030101010101" pitchFamily="2" charset="-122"/>
                          <a:cs typeface="Times New Roman" panose="02020603050405020304" pitchFamily="18" charset="0"/>
                        </a:rPr>
                        <m:t>}=1</m:t>
                      </m:r>
                    </m:oMath>
                  </m:oMathPara>
                </a14:m>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nSpc>
                    <a:spcPct val="150000"/>
                  </a:lnSpc>
                  <a:buNone/>
                </a:pPr>
                <a:r>
                  <a:rPr lang="zh-CN" altLang="en-US" dirty="0"/>
                  <a:t>则称序列</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𝑌</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𝑌</m:t>
                        </m:r>
                      </m:e>
                      <m:sub>
                        <m:r>
                          <a:rPr lang="en-US" altLang="zh-CN">
                            <a:latin typeface="Cambria Math" panose="02040503050406030204" pitchFamily="18" charset="0"/>
                          </a:rPr>
                          <m:t>2</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𝑌</m:t>
                        </m:r>
                      </m:e>
                      <m:sub>
                        <m:r>
                          <a:rPr lang="en-US" altLang="zh-CN">
                            <a:latin typeface="Cambria Math" panose="02040503050406030204" pitchFamily="18" charset="0"/>
                          </a:rPr>
                          <m:t>𝑘</m:t>
                        </m:r>
                      </m:sub>
                    </m:sSub>
                  </m:oMath>
                </a14:m>
                <a:r>
                  <a:rPr lang="zh-CN" altLang="en-US" dirty="0"/>
                  <a:t>，</a:t>
                </a:r>
                <a:r>
                  <a:rPr lang="en-US" altLang="zh-CN" dirty="0"/>
                  <a:t>…</a:t>
                </a:r>
                <a:r>
                  <a:rPr lang="zh-CN" altLang="en-US" dirty="0"/>
                  <a:t>依概率收敛于</a:t>
                </a:r>
                <a14:m>
                  <m:oMath xmlns:m="http://schemas.openxmlformats.org/officeDocument/2006/math">
                    <m:r>
                      <a:rPr lang="en-US" altLang="zh-CN" i="1" dirty="0" smtClean="0">
                        <a:latin typeface="Cambria Math" panose="02040503050406030204" pitchFamily="18" charset="0"/>
                      </a:rPr>
                      <m:t>𝑎</m:t>
                    </m:r>
                  </m:oMath>
                </a14:m>
                <a:r>
                  <a:rPr lang="zh-CN" altLang="en-US" dirty="0"/>
                  <a:t>，记为</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𝑌</m:t>
                          </m:r>
                        </m:e>
                        <m:sub>
                          <m:r>
                            <a:rPr lang="en-US" altLang="zh-CN">
                              <a:latin typeface="Cambria Math" panose="02040503050406030204" pitchFamily="18" charset="0"/>
                            </a:rPr>
                            <m:t>𝑛</m:t>
                          </m:r>
                        </m:sub>
                      </m:sSub>
                      <m:r>
                        <a:rPr lang="en-US" altLang="zh-CN">
                          <a:latin typeface="Cambria Math" panose="02040503050406030204" pitchFamily="18" charset="0"/>
                        </a:rPr>
                        <m:t>→</m:t>
                      </m:r>
                      <m:r>
                        <a:rPr lang="en-US" altLang="zh-CN">
                          <a:latin typeface="Cambria Math" panose="02040503050406030204" pitchFamily="18" charset="0"/>
                        </a:rPr>
                        <m:t>𝑎</m:t>
                      </m:r>
                    </m:oMath>
                  </m:oMathPara>
                </a14:m>
                <a:endParaRPr lang="zh-CN" altLang="zh-CN" dirty="0"/>
              </a:p>
              <a:p>
                <a:pPr marL="0" indent="0">
                  <a:lnSpc>
                    <a:spcPct val="150000"/>
                  </a:lnSpc>
                  <a:buNone/>
                </a:pPr>
                <a:r>
                  <a:rPr lang="en-US" altLang="zh-CN" dirty="0"/>
                  <a:t>    </a:t>
                </a:r>
              </a:p>
            </p:txBody>
          </p:sp>
        </mc:Choice>
        <mc:Fallback xmlns="">
          <p:sp>
            <p:nvSpPr>
              <p:cNvPr id="4" name="内容占位符 2">
                <a:extLst>
                  <a:ext uri="{FF2B5EF4-FFF2-40B4-BE49-F238E27FC236}">
                    <a16:creationId xmlns:a16="http://schemas.microsoft.com/office/drawing/2014/main" id="{24AAB5E0-E891-15FC-03E0-585F8C68753A}"/>
                  </a:ext>
                </a:extLst>
              </p:cNvPr>
              <p:cNvSpPr>
                <a:spLocks noGrp="1" noRot="1" noChangeAspect="1" noMove="1" noResize="1" noEditPoints="1" noAdjustHandles="1" noChangeArrowheads="1" noChangeShapeType="1" noTextEdit="1"/>
              </p:cNvSpPr>
              <p:nvPr>
                <p:ph idx="1"/>
              </p:nvPr>
            </p:nvSpPr>
            <p:spPr>
              <a:xfrm>
                <a:off x="273503" y="1455034"/>
                <a:ext cx="8596993" cy="4580165"/>
              </a:xfrm>
              <a:blipFill>
                <a:blip r:embed="rId3"/>
                <a:stretch>
                  <a:fillRect l="-1475"/>
                </a:stretch>
              </a:blipFill>
            </p:spPr>
            <p:txBody>
              <a:bodyPr/>
              <a:lstStyle/>
              <a:p>
                <a:r>
                  <a:rPr lang="zh-CN" altLang="en-US">
                    <a:noFill/>
                  </a:rPr>
                  <a:t> </a:t>
                </a:r>
              </a:p>
            </p:txBody>
          </p:sp>
        </mc:Fallback>
      </mc:AlternateContent>
      <p:sp>
        <p:nvSpPr>
          <p:cNvPr id="10" name="Text Box 2">
            <a:extLst>
              <a:ext uri="{FF2B5EF4-FFF2-40B4-BE49-F238E27FC236}">
                <a16:creationId xmlns:a16="http://schemas.microsoft.com/office/drawing/2014/main" id="{5BBB225C-8481-3BC4-9B80-8F43161583A9}"/>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依概率收敛</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0B36913-FAED-9416-B281-6712084B22DE}"/>
                  </a:ext>
                </a:extLst>
              </p:cNvPr>
              <p:cNvSpPr txBox="1"/>
              <p:nvPr/>
            </p:nvSpPr>
            <p:spPr>
              <a:xfrm>
                <a:off x="4441370" y="4432663"/>
                <a:ext cx="3794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latin typeface="Cambria Math" panose="02040503050406030204" pitchFamily="18" charset="0"/>
                        </a:rPr>
                        <m:t>𝑃</m:t>
                      </m:r>
                    </m:oMath>
                  </m:oMathPara>
                </a14:m>
                <a:endParaRPr kumimoji="1" lang="zh-CN" altLang="en-US" dirty="0"/>
              </a:p>
            </p:txBody>
          </p:sp>
        </mc:Choice>
        <mc:Fallback xmlns="">
          <p:sp>
            <p:nvSpPr>
              <p:cNvPr id="2" name="文本框 1">
                <a:extLst>
                  <a:ext uri="{FF2B5EF4-FFF2-40B4-BE49-F238E27FC236}">
                    <a16:creationId xmlns:a16="http://schemas.microsoft.com/office/drawing/2014/main" id="{50B36913-FAED-9416-B281-6712084B22DE}"/>
                  </a:ext>
                </a:extLst>
              </p:cNvPr>
              <p:cNvSpPr txBox="1">
                <a:spLocks noRot="1" noChangeAspect="1" noMove="1" noResize="1" noEditPoints="1" noAdjustHandles="1" noChangeArrowheads="1" noChangeShapeType="1" noTextEdit="1"/>
              </p:cNvSpPr>
              <p:nvPr/>
            </p:nvSpPr>
            <p:spPr>
              <a:xfrm>
                <a:off x="4441370" y="4432663"/>
                <a:ext cx="379463" cy="369332"/>
              </a:xfrm>
              <a:prstGeom prst="rect">
                <a:avLst/>
              </a:prstGeom>
              <a:blipFill>
                <a:blip r:embed="rId4"/>
                <a:stretch>
                  <a:fillRect/>
                </a:stretch>
              </a:blipFill>
            </p:spPr>
            <p:txBody>
              <a:bodyPr/>
              <a:lstStyle/>
              <a:p>
                <a:r>
                  <a:rPr lang="en-US">
                    <a:noFill/>
                  </a:rPr>
                  <a:t> </a:t>
                </a:r>
              </a:p>
            </p:txBody>
          </p:sp>
        </mc:Fallback>
      </mc:AlternateContent>
      <p:cxnSp>
        <p:nvCxnSpPr>
          <p:cNvPr id="3" name="直线连接符 2">
            <a:extLst>
              <a:ext uri="{FF2B5EF4-FFF2-40B4-BE49-F238E27FC236}">
                <a16:creationId xmlns:a16="http://schemas.microsoft.com/office/drawing/2014/main" id="{6D656D74-B84B-4205-623A-45A2F061D910}"/>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313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F8F5963D-806B-856D-70D2-4FC4F91EECA5}"/>
              </a:ext>
            </a:extLst>
          </p:cNvPr>
          <p:cNvGrpSpPr/>
          <p:nvPr/>
        </p:nvGrpSpPr>
        <p:grpSpPr>
          <a:xfrm>
            <a:off x="502672" y="1843794"/>
            <a:ext cx="8156067" cy="3604751"/>
            <a:chOff x="1317244" y="1591458"/>
            <a:chExt cx="9557512" cy="4262987"/>
          </a:xfrm>
        </p:grpSpPr>
        <p:pic>
          <p:nvPicPr>
            <p:cNvPr id="5" name="图片 4" descr="文本, 信件&#10;&#10;描述已自动生成">
              <a:extLst>
                <a:ext uri="{FF2B5EF4-FFF2-40B4-BE49-F238E27FC236}">
                  <a16:creationId xmlns:a16="http://schemas.microsoft.com/office/drawing/2014/main" id="{24C58C5E-8C83-CA87-F1BB-739735087B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7244" y="1591458"/>
              <a:ext cx="9557512" cy="4262987"/>
            </a:xfrm>
            <a:prstGeom prst="rect">
              <a:avLst/>
            </a:prstGeom>
          </p:spPr>
        </p:pic>
        <p:sp>
          <p:nvSpPr>
            <p:cNvPr id="4" name="矩形 3">
              <a:extLst>
                <a:ext uri="{FF2B5EF4-FFF2-40B4-BE49-F238E27FC236}">
                  <a16:creationId xmlns:a16="http://schemas.microsoft.com/office/drawing/2014/main" id="{58BBE151-40B1-62E2-CA3D-653C60B4FC1F}"/>
                </a:ext>
              </a:extLst>
            </p:cNvPr>
            <p:cNvSpPr/>
            <p:nvPr/>
          </p:nvSpPr>
          <p:spPr>
            <a:xfrm>
              <a:off x="1743456" y="1591458"/>
              <a:ext cx="170688" cy="6518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grpSp>
      <p:sp>
        <p:nvSpPr>
          <p:cNvPr id="8" name="矩形 7">
            <a:extLst>
              <a:ext uri="{FF2B5EF4-FFF2-40B4-BE49-F238E27FC236}">
                <a16:creationId xmlns:a16="http://schemas.microsoft.com/office/drawing/2014/main" id="{0F324F01-1012-5C4E-5737-BDBF5BC15547}"/>
              </a:ext>
            </a:extLst>
          </p:cNvPr>
          <p:cNvSpPr/>
          <p:nvPr/>
        </p:nvSpPr>
        <p:spPr>
          <a:xfrm>
            <a:off x="1641348" y="3792775"/>
            <a:ext cx="4402836" cy="7860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9" name="矩形 8">
            <a:extLst>
              <a:ext uri="{FF2B5EF4-FFF2-40B4-BE49-F238E27FC236}">
                <a16:creationId xmlns:a16="http://schemas.microsoft.com/office/drawing/2014/main" id="{C12CFF99-BDEC-6A69-685A-7DA7F23983EC}"/>
              </a:ext>
            </a:extLst>
          </p:cNvPr>
          <p:cNvSpPr/>
          <p:nvPr/>
        </p:nvSpPr>
        <p:spPr>
          <a:xfrm>
            <a:off x="502672" y="2492266"/>
            <a:ext cx="7789558" cy="1100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0" name="矩形 9">
            <a:extLst>
              <a:ext uri="{FF2B5EF4-FFF2-40B4-BE49-F238E27FC236}">
                <a16:creationId xmlns:a16="http://schemas.microsoft.com/office/drawing/2014/main" id="{FEAFE1D3-F65E-7C6B-DF7B-FE6B752CCA7A}"/>
              </a:ext>
            </a:extLst>
          </p:cNvPr>
          <p:cNvSpPr/>
          <p:nvPr/>
        </p:nvSpPr>
        <p:spPr>
          <a:xfrm>
            <a:off x="502672" y="3792774"/>
            <a:ext cx="7927344" cy="141805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1" name="Text Box 2">
            <a:extLst>
              <a:ext uri="{FF2B5EF4-FFF2-40B4-BE49-F238E27FC236}">
                <a16:creationId xmlns:a16="http://schemas.microsoft.com/office/drawing/2014/main" id="{BE2F8369-8BD2-583B-DFE3-FA9A025F79F9}"/>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sz="4000" dirty="0">
                <a:solidFill>
                  <a:srgbClr val="FF0000"/>
                </a:solidFill>
                <a:latin typeface="Times New Roman" panose="02020603050405020304" pitchFamily="18" charset="0"/>
                <a:ea typeface="华文新魏" panose="02010800040101010101" pitchFamily="2" charset="-122"/>
              </a:rPr>
              <a:t>Practice</a:t>
            </a:r>
            <a:endParaRPr kumimoji="1" lang="zh-CN" altLang="en-US" sz="4000" dirty="0">
              <a:solidFill>
                <a:srgbClr val="FF0000"/>
              </a:solidFill>
              <a:latin typeface="Times New Roman" panose="02020603050405020304" pitchFamily="18" charset="0"/>
              <a:ea typeface="华文新魏" panose="02010800040101010101" pitchFamily="2" charset="-122"/>
            </a:endParaRPr>
          </a:p>
        </p:txBody>
      </p:sp>
      <p:cxnSp>
        <p:nvCxnSpPr>
          <p:cNvPr id="2" name="直线连接符 1">
            <a:extLst>
              <a:ext uri="{FF2B5EF4-FFF2-40B4-BE49-F238E27FC236}">
                <a16:creationId xmlns:a16="http://schemas.microsoft.com/office/drawing/2014/main" id="{5CDEE8C8-6E84-8CFC-8739-AA78A4294127}"/>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D350C86F-C442-9ACC-DDE3-F91DC09DFA58}"/>
              </a:ext>
            </a:extLst>
          </p:cNvPr>
          <p:cNvSpPr/>
          <p:nvPr/>
        </p:nvSpPr>
        <p:spPr>
          <a:xfrm>
            <a:off x="0" y="0"/>
            <a:ext cx="22650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74914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形 1">
            <a:extLst>
              <a:ext uri="{FF2B5EF4-FFF2-40B4-BE49-F238E27FC236}">
                <a16:creationId xmlns:a16="http://schemas.microsoft.com/office/drawing/2014/main" id="{34E034AC-7F94-2A5C-AB0D-AC00FD59CB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800" y="476045"/>
            <a:ext cx="7772400" cy="5905909"/>
          </a:xfrm>
          <a:prstGeom prst="rect">
            <a:avLst/>
          </a:prstGeom>
        </p:spPr>
      </p:pic>
    </p:spTree>
    <p:extLst>
      <p:ext uri="{BB962C8B-B14F-4D97-AF65-F5344CB8AC3E}">
        <p14:creationId xmlns:p14="http://schemas.microsoft.com/office/powerpoint/2010/main" val="4253031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2">
            <a:extLst>
              <a:ext uri="{FF2B5EF4-FFF2-40B4-BE49-F238E27FC236}">
                <a16:creationId xmlns:a16="http://schemas.microsoft.com/office/drawing/2014/main" id="{BE2F8369-8BD2-583B-DFE3-FA9A025F79F9}"/>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sz="4000" dirty="0">
                <a:solidFill>
                  <a:srgbClr val="FF0000"/>
                </a:solidFill>
                <a:latin typeface="Times New Roman" panose="02020603050405020304" pitchFamily="18" charset="0"/>
                <a:ea typeface="华文新魏" panose="02010800040101010101" pitchFamily="2" charset="-122"/>
              </a:rPr>
              <a:t>Practice</a:t>
            </a:r>
            <a:endParaRPr kumimoji="1" lang="zh-CN" altLang="en-US" sz="4000" dirty="0">
              <a:solidFill>
                <a:srgbClr val="FF0000"/>
              </a:solidFill>
              <a:latin typeface="Times New Roman" panose="02020603050405020304" pitchFamily="18" charset="0"/>
              <a:ea typeface="华文新魏" panose="02010800040101010101" pitchFamily="2" charset="-122"/>
            </a:endParaRPr>
          </a:p>
        </p:txBody>
      </p:sp>
      <p:cxnSp>
        <p:nvCxnSpPr>
          <p:cNvPr id="2" name="直线连接符 1">
            <a:extLst>
              <a:ext uri="{FF2B5EF4-FFF2-40B4-BE49-F238E27FC236}">
                <a16:creationId xmlns:a16="http://schemas.microsoft.com/office/drawing/2014/main" id="{5CDEE8C8-6E84-8CFC-8739-AA78A4294127}"/>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D350C86F-C442-9ACC-DDE3-F91DC09DFA58}"/>
              </a:ext>
            </a:extLst>
          </p:cNvPr>
          <p:cNvSpPr/>
          <p:nvPr/>
        </p:nvSpPr>
        <p:spPr>
          <a:xfrm>
            <a:off x="0" y="0"/>
            <a:ext cx="22650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48490B12-646A-EB08-40C9-E84BBBF2B413}"/>
                  </a:ext>
                </a:extLst>
              </p:cNvPr>
              <p:cNvSpPr txBox="1"/>
              <p:nvPr/>
            </p:nvSpPr>
            <p:spPr>
              <a:xfrm>
                <a:off x="598507" y="1167321"/>
                <a:ext cx="7946984" cy="1262140"/>
              </a:xfrm>
              <a:prstGeom prst="rect">
                <a:avLst/>
              </a:prstGeom>
              <a:noFill/>
            </p:spPr>
            <p:txBody>
              <a:bodyPr wrap="none" rtlCol="0">
                <a:spAutoFit/>
              </a:bodyPr>
              <a:lstStyle/>
              <a:p>
                <a:pPr>
                  <a:lnSpc>
                    <a:spcPct val="150000"/>
                  </a:lnSpc>
                </a:pPr>
                <a:r>
                  <a:rPr kumimoji="1" lang="zh-CN" altLang="en-US" sz="2200" dirty="0"/>
                  <a:t>已知</a:t>
                </a:r>
                <a14:m>
                  <m:oMath xmlns:m="http://schemas.openxmlformats.org/officeDocument/2006/math">
                    <m:sSub>
                      <m:sSubPr>
                        <m:ctrlPr>
                          <a:rPr lang="zh-CN" altLang="zh-CN" sz="2000" i="1" smtClean="0">
                            <a:latin typeface="Cambria Math" panose="02040503050406030204" pitchFamily="18" charset="0"/>
                          </a:rPr>
                        </m:ctrlPr>
                      </m:sSubPr>
                      <m:e>
                        <m:r>
                          <a:rPr lang="en-US" altLang="zh-CN" sz="2000" b="0" i="1" smtClean="0">
                            <a:latin typeface="Cambria Math" panose="02040503050406030204" pitchFamily="18" charset="0"/>
                          </a:rPr>
                          <m:t>𝑋</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b="0" i="1" smtClean="0">
                            <a:latin typeface="Cambria Math" panose="02040503050406030204" pitchFamily="18" charset="0"/>
                          </a:rPr>
                          <m:t>𝑋</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oMath>
                </a14:m>
                <a:r>
                  <a:rPr kumimoji="1" lang="zh-CN" altLang="en-US" sz="2200" dirty="0"/>
                  <a:t>是一个随机变量序列，且</a:t>
                </a:r>
                <a14:m>
                  <m:oMath xmlns:m="http://schemas.openxmlformats.org/officeDocument/2006/math">
                    <m:r>
                      <a:rPr kumimoji="1" lang="en-US" altLang="zh-CN" sz="2200" b="0" i="1" smtClean="0">
                        <a:latin typeface="Cambria Math" panose="02040503050406030204" pitchFamily="18" charset="0"/>
                      </a:rPr>
                      <m:t>𝐸</m:t>
                    </m:r>
                    <m:d>
                      <m:dPr>
                        <m:ctrlPr>
                          <a:rPr kumimoji="1" lang="en-US" altLang="zh-CN" sz="2200" b="0" i="1" smtClean="0">
                            <a:latin typeface="Cambria Math" panose="02040503050406030204" pitchFamily="18" charset="0"/>
                          </a:rPr>
                        </m:ctrlPr>
                      </m:dPr>
                      <m:e>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𝑋</m:t>
                            </m:r>
                          </m:e>
                          <m:sub>
                            <m:r>
                              <a:rPr kumimoji="1" lang="en-US" altLang="zh-CN" sz="2200" b="0" i="1" smtClean="0">
                                <a:latin typeface="Cambria Math" panose="02040503050406030204" pitchFamily="18" charset="0"/>
                              </a:rPr>
                              <m:t>𝑛</m:t>
                            </m:r>
                          </m:sub>
                        </m:sSub>
                      </m:e>
                    </m:d>
                    <m:r>
                      <a:rPr kumimoji="1" lang="en-US" altLang="zh-CN" sz="2200" b="0" i="1" smtClean="0">
                        <a:latin typeface="Cambria Math" panose="02040503050406030204" pitchFamily="18" charset="0"/>
                      </a:rPr>
                      <m:t>=2</m:t>
                    </m:r>
                  </m:oMath>
                </a14:m>
                <a:r>
                  <a:rPr kumimoji="1" lang="zh-CN" altLang="en-US" sz="2200" dirty="0"/>
                  <a:t>，</a:t>
                </a:r>
                <a:r>
                  <a:rPr kumimoji="1" lang="en-US" altLang="zh-CN" sz="2200" dirty="0"/>
                  <a:t> </a:t>
                </a:r>
                <a14:m>
                  <m:oMath xmlns:m="http://schemas.openxmlformats.org/officeDocument/2006/math">
                    <m:r>
                      <a:rPr kumimoji="1" lang="en-US" altLang="zh-CN" sz="2200" b="0" i="1" smtClean="0">
                        <a:latin typeface="Cambria Math" panose="02040503050406030204" pitchFamily="18" charset="0"/>
                      </a:rPr>
                      <m:t>𝐷</m:t>
                    </m:r>
                    <m:d>
                      <m:dPr>
                        <m:ctrlPr>
                          <a:rPr kumimoji="1" lang="en-US" altLang="zh-CN" sz="2200" i="1">
                            <a:latin typeface="Cambria Math" panose="02040503050406030204" pitchFamily="18" charset="0"/>
                          </a:rPr>
                        </m:ctrlPr>
                      </m:dPr>
                      <m:e>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𝑋</m:t>
                            </m:r>
                          </m:e>
                          <m:sub>
                            <m:r>
                              <a:rPr kumimoji="1" lang="en-US" altLang="zh-CN" sz="2200" i="1">
                                <a:latin typeface="Cambria Math" panose="02040503050406030204" pitchFamily="18" charset="0"/>
                              </a:rPr>
                              <m:t>𝑛</m:t>
                            </m:r>
                          </m:sub>
                        </m:sSub>
                      </m:e>
                    </m:d>
                    <m:r>
                      <a:rPr kumimoji="1" lang="en-US" altLang="zh-CN" sz="2200" i="1">
                        <a:latin typeface="Cambria Math" panose="02040503050406030204" pitchFamily="18" charset="0"/>
                      </a:rPr>
                      <m:t>=</m:t>
                    </m:r>
                    <m:f>
                      <m:fPr>
                        <m:ctrlPr>
                          <a:rPr kumimoji="1" lang="en-US" altLang="zh-CN" sz="2200" i="1" smtClean="0">
                            <a:latin typeface="Cambria Math" panose="02040503050406030204" pitchFamily="18" charset="0"/>
                          </a:rPr>
                        </m:ctrlPr>
                      </m:fPr>
                      <m:num>
                        <m:r>
                          <a:rPr kumimoji="1" lang="en-US" altLang="zh-CN" sz="2200" b="0" i="1" smtClean="0">
                            <a:latin typeface="Cambria Math" panose="02040503050406030204" pitchFamily="18" charset="0"/>
                          </a:rPr>
                          <m:t>1</m:t>
                        </m:r>
                      </m:num>
                      <m:den>
                        <m:r>
                          <a:rPr kumimoji="1" lang="en-US" altLang="zh-CN" sz="2200" b="0" i="1" smtClean="0">
                            <a:latin typeface="Cambria Math" panose="02040503050406030204" pitchFamily="18" charset="0"/>
                          </a:rPr>
                          <m:t>𝑛</m:t>
                        </m:r>
                      </m:den>
                    </m:f>
                  </m:oMath>
                </a14:m>
                <a:r>
                  <a:rPr kumimoji="1" lang="zh-CN" altLang="en-US" sz="2200" dirty="0"/>
                  <a:t>，</a:t>
                </a:r>
                <a:endParaRPr kumimoji="1" lang="en-US" altLang="zh-CN" sz="2200" dirty="0"/>
              </a:p>
              <a:p>
                <a:pPr>
                  <a:lnSpc>
                    <a:spcPct val="150000"/>
                  </a:lnSpc>
                </a:pPr>
                <a14:m>
                  <m:oMath xmlns:m="http://schemas.openxmlformats.org/officeDocument/2006/math">
                    <m:r>
                      <a:rPr kumimoji="1" lang="en-US" altLang="zh-CN" sz="2200" b="0" i="1" smtClean="0">
                        <a:latin typeface="Cambria Math" panose="02040503050406030204" pitchFamily="18" charset="0"/>
                      </a:rPr>
                      <m:t>𝑛</m:t>
                    </m:r>
                    <m:r>
                      <a:rPr kumimoji="1" lang="en-US" altLang="zh-CN" sz="2200" b="0" i="1" smtClean="0">
                        <a:latin typeface="Cambria Math" panose="02040503050406030204" pitchFamily="18" charset="0"/>
                      </a:rPr>
                      <m:t>=1,2,…</m:t>
                    </m:r>
                  </m:oMath>
                </a14:m>
                <a:r>
                  <a:rPr kumimoji="1" lang="zh-CN" altLang="en-US" sz="2200" dirty="0"/>
                  <a:t>，问</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𝑋</m:t>
                        </m:r>
                      </m:e>
                      <m:sub>
                        <m:r>
                          <a:rPr kumimoji="1" lang="en-US" altLang="zh-CN" sz="2200" i="1">
                            <a:latin typeface="Cambria Math" panose="02040503050406030204" pitchFamily="18" charset="0"/>
                          </a:rPr>
                          <m:t>𝑛</m:t>
                        </m:r>
                      </m:sub>
                    </m:sSub>
                  </m:oMath>
                </a14:m>
                <a:r>
                  <a:rPr kumimoji="1" lang="zh-CN" altLang="en-US" sz="2200" dirty="0"/>
                  <a:t>依概率收敛到什么值</a:t>
                </a:r>
              </a:p>
            </p:txBody>
          </p:sp>
        </mc:Choice>
        <mc:Fallback>
          <p:sp>
            <p:nvSpPr>
              <p:cNvPr id="6" name="文本框 5">
                <a:extLst>
                  <a:ext uri="{FF2B5EF4-FFF2-40B4-BE49-F238E27FC236}">
                    <a16:creationId xmlns:a16="http://schemas.microsoft.com/office/drawing/2014/main" id="{48490B12-646A-EB08-40C9-E84BBBF2B413}"/>
                  </a:ext>
                </a:extLst>
              </p:cNvPr>
              <p:cNvSpPr txBox="1">
                <a:spLocks noRot="1" noChangeAspect="1" noMove="1" noResize="1" noEditPoints="1" noAdjustHandles="1" noChangeArrowheads="1" noChangeShapeType="1" noTextEdit="1"/>
              </p:cNvSpPr>
              <p:nvPr/>
            </p:nvSpPr>
            <p:spPr>
              <a:xfrm>
                <a:off x="598507" y="1167321"/>
                <a:ext cx="7946984" cy="1262140"/>
              </a:xfrm>
              <a:prstGeom prst="rect">
                <a:avLst/>
              </a:prstGeom>
              <a:blipFill>
                <a:blip r:embed="rId2"/>
                <a:stretch>
                  <a:fillRect l="-958" b="-69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338D5037-C332-D9A6-5AC5-CDC11BFFEE66}"/>
                  </a:ext>
                </a:extLst>
              </p:cNvPr>
              <p:cNvSpPr txBox="1"/>
              <p:nvPr/>
            </p:nvSpPr>
            <p:spPr>
              <a:xfrm>
                <a:off x="598507" y="2797930"/>
                <a:ext cx="5787675" cy="1619226"/>
              </a:xfrm>
              <a:prstGeom prst="rect">
                <a:avLst/>
              </a:prstGeom>
              <a:noFill/>
            </p:spPr>
            <p:txBody>
              <a:bodyPr wrap="none" rtlCol="0">
                <a:spAutoFit/>
              </a:bodyPr>
              <a:lstStyle/>
              <a:p>
                <a:pPr>
                  <a:lnSpc>
                    <a:spcPct val="150000"/>
                  </a:lnSpc>
                </a:pPr>
                <a:r>
                  <a:rPr kumimoji="1" lang="zh-CN" altLang="en-US" sz="2200" dirty="0"/>
                  <a:t>解：由切比雪夫不等式，</a:t>
                </a:r>
                <a:endParaRPr kumimoji="1" lang="en-US" altLang="zh-CN" sz="2200" dirty="0"/>
              </a:p>
              <a:p>
                <a:pPr>
                  <a:lnSpc>
                    <a:spcPct val="150000"/>
                  </a:lnSpc>
                </a:pPr>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rPr>
                        <m:t>       </m:t>
                      </m:r>
                      <m:r>
                        <a:rPr kumimoji="1" lang="en-US" altLang="zh-CN" sz="2200" b="0" i="1" smtClean="0">
                          <a:latin typeface="Cambria Math" panose="02040503050406030204" pitchFamily="18" charset="0"/>
                        </a:rPr>
                        <m:t>𝑃</m:t>
                      </m:r>
                      <m:d>
                        <m:dPr>
                          <m:begChr m:val="{"/>
                          <m:endChr m:val="}"/>
                          <m:ctrlPr>
                            <a:rPr kumimoji="1" lang="en-US" altLang="zh-CN" sz="2200" b="0" i="1" smtClean="0">
                              <a:latin typeface="Cambria Math" panose="02040503050406030204" pitchFamily="18" charset="0"/>
                            </a:rPr>
                          </m:ctrlPr>
                        </m:dPr>
                        <m:e>
                          <m:sSub>
                            <m:sSubPr>
                              <m:ctrlPr>
                                <a:rPr kumimoji="1" lang="en-US" altLang="zh-CN" sz="2200" i="1">
                                  <a:latin typeface="Cambria Math" panose="02040503050406030204" pitchFamily="18" charset="0"/>
                                </a:rPr>
                              </m:ctrlPr>
                            </m:sSubPr>
                            <m:e>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𝑋</m:t>
                              </m:r>
                            </m:e>
                            <m:sub>
                              <m:r>
                                <a:rPr kumimoji="1" lang="en-US" altLang="zh-CN" sz="2200" i="1">
                                  <a:latin typeface="Cambria Math" panose="02040503050406030204" pitchFamily="18" charset="0"/>
                                </a:rPr>
                                <m:t>𝑛</m:t>
                              </m:r>
                            </m:sub>
                          </m:sSub>
                          <m:r>
                            <a:rPr kumimoji="1" lang="en-US" altLang="zh-CN" sz="2200" b="0" i="1" smtClean="0">
                              <a:latin typeface="Cambria Math" panose="02040503050406030204" pitchFamily="18" charset="0"/>
                            </a:rPr>
                            <m:t>−2</m:t>
                          </m:r>
                        </m:e>
                        <m:e>
                          <m:r>
                            <a:rPr kumimoji="1" lang="en-US" altLang="zh-CN" sz="2200" b="0" i="1" smtClean="0">
                              <a:latin typeface="Cambria Math" panose="02040503050406030204" pitchFamily="18" charset="0"/>
                              <a:ea typeface="Cambria Math" panose="02040503050406030204" pitchFamily="18" charset="0"/>
                            </a:rPr>
                            <m:t>&lt;</m:t>
                          </m:r>
                          <m:r>
                            <a:rPr kumimoji="1" lang="en-US" altLang="zh-CN" sz="2200" b="0" i="1" smtClean="0">
                              <a:latin typeface="Cambria Math" panose="02040503050406030204" pitchFamily="18" charset="0"/>
                              <a:ea typeface="Cambria Math" panose="02040503050406030204" pitchFamily="18" charset="0"/>
                            </a:rPr>
                            <m:t>𝜀</m:t>
                          </m:r>
                        </m:e>
                      </m:d>
                      <m:r>
                        <a:rPr kumimoji="1" lang="en-US" altLang="zh-CN" sz="2200" b="0" i="1" smtClean="0">
                          <a:latin typeface="Cambria Math" panose="02040503050406030204" pitchFamily="18" charset="0"/>
                          <a:ea typeface="Cambria Math" panose="02040503050406030204" pitchFamily="18" charset="0"/>
                        </a:rPr>
                        <m:t>≥1−</m:t>
                      </m:r>
                      <m:f>
                        <m:fPr>
                          <m:ctrlPr>
                            <a:rPr kumimoji="1" lang="en-US" altLang="zh-CN" sz="2200" b="0" i="1" smtClean="0">
                              <a:latin typeface="Cambria Math" panose="02040503050406030204" pitchFamily="18" charset="0"/>
                              <a:ea typeface="Cambria Math" panose="02040503050406030204" pitchFamily="18" charset="0"/>
                            </a:rPr>
                          </m:ctrlPr>
                        </m:fPr>
                        <m:num>
                          <m:sSup>
                            <m:sSupPr>
                              <m:ctrlPr>
                                <a:rPr kumimoji="1" lang="en-US" altLang="zh-CN" sz="2200" b="0" i="1" smtClean="0">
                                  <a:latin typeface="Cambria Math" panose="02040503050406030204" pitchFamily="18" charset="0"/>
                                  <a:ea typeface="Cambria Math" panose="02040503050406030204" pitchFamily="18" charset="0"/>
                                </a:rPr>
                              </m:ctrlPr>
                            </m:sSupPr>
                            <m:e>
                              <m:r>
                                <a:rPr kumimoji="1" lang="en-US" altLang="zh-CN" sz="2200" i="1">
                                  <a:latin typeface="Cambria Math" panose="02040503050406030204" pitchFamily="18" charset="0"/>
                                  <a:ea typeface="Cambria Math" panose="02040503050406030204" pitchFamily="18" charset="0"/>
                                </a:rPr>
                                <m:t>𝜎</m:t>
                              </m:r>
                            </m:e>
                            <m:sup>
                              <m:r>
                                <a:rPr kumimoji="1" lang="en-US" altLang="zh-CN" sz="2200" b="0" i="1" smtClean="0">
                                  <a:latin typeface="Cambria Math" panose="02040503050406030204" pitchFamily="18" charset="0"/>
                                  <a:ea typeface="Cambria Math" panose="02040503050406030204" pitchFamily="18" charset="0"/>
                                </a:rPr>
                                <m:t>2</m:t>
                              </m:r>
                            </m:sup>
                          </m:sSup>
                        </m:num>
                        <m:den>
                          <m:sSup>
                            <m:sSupPr>
                              <m:ctrlPr>
                                <a:rPr kumimoji="1" lang="en-US" altLang="zh-CN" sz="2200" b="0" i="1" smtClean="0">
                                  <a:latin typeface="Cambria Math" panose="02040503050406030204" pitchFamily="18" charset="0"/>
                                  <a:ea typeface="Cambria Math" panose="02040503050406030204" pitchFamily="18" charset="0"/>
                                </a:rPr>
                              </m:ctrlPr>
                            </m:sSupPr>
                            <m:e>
                              <m:r>
                                <a:rPr kumimoji="1" lang="en-US" altLang="zh-CN" sz="2200" b="0" i="1" smtClean="0">
                                  <a:latin typeface="Cambria Math" panose="02040503050406030204" pitchFamily="18" charset="0"/>
                                  <a:ea typeface="Cambria Math" panose="02040503050406030204" pitchFamily="18" charset="0"/>
                                </a:rPr>
                                <m:t>𝜀</m:t>
                              </m:r>
                            </m:e>
                            <m:sup>
                              <m:r>
                                <a:rPr kumimoji="1" lang="en-US" altLang="zh-CN" sz="2200" b="0" i="1" smtClean="0">
                                  <a:latin typeface="Cambria Math" panose="02040503050406030204" pitchFamily="18" charset="0"/>
                                  <a:ea typeface="Cambria Math" panose="02040503050406030204" pitchFamily="18" charset="0"/>
                                </a:rPr>
                                <m:t>2</m:t>
                              </m:r>
                            </m:sup>
                          </m:sSup>
                        </m:den>
                      </m:f>
                      <m:r>
                        <a:rPr kumimoji="1" lang="en-US" altLang="zh-CN" sz="2200" b="0" i="1" smtClean="0">
                          <a:latin typeface="Cambria Math" panose="02040503050406030204" pitchFamily="18" charset="0"/>
                          <a:ea typeface="Cambria Math" panose="02040503050406030204" pitchFamily="18" charset="0"/>
                        </a:rPr>
                        <m:t>=1−</m:t>
                      </m:r>
                      <m:f>
                        <m:fPr>
                          <m:ctrlPr>
                            <a:rPr kumimoji="1" lang="en-US" altLang="zh-CN" sz="2200" b="0" i="1" smtClean="0">
                              <a:latin typeface="Cambria Math" panose="02040503050406030204" pitchFamily="18" charset="0"/>
                              <a:ea typeface="Cambria Math" panose="02040503050406030204" pitchFamily="18" charset="0"/>
                            </a:rPr>
                          </m:ctrlPr>
                        </m:fPr>
                        <m:num>
                          <m:r>
                            <a:rPr kumimoji="1" lang="en-US" altLang="zh-CN" sz="2200" b="0" i="1" smtClean="0">
                              <a:latin typeface="Cambria Math" panose="02040503050406030204" pitchFamily="18" charset="0"/>
                              <a:ea typeface="Cambria Math" panose="02040503050406030204" pitchFamily="18" charset="0"/>
                            </a:rPr>
                            <m:t>1</m:t>
                          </m:r>
                        </m:num>
                        <m:den>
                          <m:sSup>
                            <m:sSupPr>
                              <m:ctrlPr>
                                <a:rPr kumimoji="1" lang="en-US" altLang="zh-CN" sz="2200" i="1">
                                  <a:latin typeface="Cambria Math" panose="02040503050406030204" pitchFamily="18" charset="0"/>
                                  <a:ea typeface="Cambria Math" panose="02040503050406030204" pitchFamily="18" charset="0"/>
                                </a:rPr>
                              </m:ctrlPr>
                            </m:sSupPr>
                            <m:e>
                              <m:r>
                                <a:rPr kumimoji="1" lang="en-US" altLang="zh-CN" sz="2200" b="0" i="1" smtClean="0">
                                  <a:latin typeface="Cambria Math" panose="02040503050406030204" pitchFamily="18" charset="0"/>
                                  <a:ea typeface="Cambria Math" panose="02040503050406030204" pitchFamily="18" charset="0"/>
                                </a:rPr>
                                <m:t>𝑛</m:t>
                              </m:r>
                              <m:r>
                                <a:rPr kumimoji="1" lang="en-US" altLang="zh-CN" sz="2200" i="1">
                                  <a:latin typeface="Cambria Math" panose="02040503050406030204" pitchFamily="18" charset="0"/>
                                  <a:ea typeface="Cambria Math" panose="02040503050406030204" pitchFamily="18" charset="0"/>
                                </a:rPr>
                                <m:t>𝜀</m:t>
                              </m:r>
                            </m:e>
                            <m:sup>
                              <m:r>
                                <a:rPr kumimoji="1" lang="en-US" altLang="zh-CN" sz="2200" i="1">
                                  <a:latin typeface="Cambria Math" panose="02040503050406030204" pitchFamily="18" charset="0"/>
                                  <a:ea typeface="Cambria Math" panose="02040503050406030204" pitchFamily="18" charset="0"/>
                                </a:rPr>
                                <m:t>2</m:t>
                              </m:r>
                            </m:sup>
                          </m:sSup>
                        </m:den>
                      </m:f>
                      <m:groupChr>
                        <m:groupChrPr>
                          <m:chr m:val="→"/>
                          <m:vertJc m:val="bot"/>
                          <m:ctrlPr>
                            <a:rPr kumimoji="1" lang="en-US" altLang="zh-CN" sz="2200" b="0" i="1" smtClean="0">
                              <a:latin typeface="Cambria Math" panose="02040503050406030204" pitchFamily="18" charset="0"/>
                              <a:ea typeface="Cambria Math" panose="02040503050406030204" pitchFamily="18" charset="0"/>
                            </a:rPr>
                          </m:ctrlPr>
                        </m:groupChrPr>
                        <m:e>
                          <m:r>
                            <m:rPr>
                              <m:brk m:alnAt="2"/>
                            </m:rPr>
                            <a:rPr kumimoji="1" lang="en-US" altLang="zh-CN" sz="2200" b="0" i="1" smtClean="0">
                              <a:latin typeface="Cambria Math" panose="02040503050406030204" pitchFamily="18" charset="0"/>
                              <a:ea typeface="Cambria Math" panose="02040503050406030204" pitchFamily="18" charset="0"/>
                            </a:rPr>
                            <m:t>𝑛</m:t>
                          </m:r>
                          <m:r>
                            <a:rPr kumimoji="1" lang="en-US" altLang="zh-CN" sz="2200" b="0" i="1" smtClean="0">
                              <a:latin typeface="Cambria Math" panose="02040503050406030204" pitchFamily="18" charset="0"/>
                              <a:ea typeface="Cambria Math" panose="02040503050406030204" pitchFamily="18" charset="0"/>
                            </a:rPr>
                            <m:t>→∞</m:t>
                          </m:r>
                        </m:e>
                      </m:groupChr>
                      <m:r>
                        <a:rPr kumimoji="1" lang="en-US" altLang="zh-CN" sz="2200" b="0" i="1" smtClean="0">
                          <a:latin typeface="Cambria Math" panose="02040503050406030204" pitchFamily="18" charset="0"/>
                          <a:ea typeface="Cambria Math" panose="02040503050406030204" pitchFamily="18" charset="0"/>
                        </a:rPr>
                        <m:t>1</m:t>
                      </m:r>
                    </m:oMath>
                  </m:oMathPara>
                </a14:m>
                <a:endParaRPr kumimoji="1" lang="zh-CN" altLang="en-US" sz="2200" dirty="0"/>
              </a:p>
            </p:txBody>
          </p:sp>
        </mc:Choice>
        <mc:Fallback>
          <p:sp>
            <p:nvSpPr>
              <p:cNvPr id="12" name="文本框 11">
                <a:extLst>
                  <a:ext uri="{FF2B5EF4-FFF2-40B4-BE49-F238E27FC236}">
                    <a16:creationId xmlns:a16="http://schemas.microsoft.com/office/drawing/2014/main" id="{338D5037-C332-D9A6-5AC5-CDC11BFFEE66}"/>
                  </a:ext>
                </a:extLst>
              </p:cNvPr>
              <p:cNvSpPr txBox="1">
                <a:spLocks noRot="1" noChangeAspect="1" noMove="1" noResize="1" noEditPoints="1" noAdjustHandles="1" noChangeArrowheads="1" noChangeShapeType="1" noTextEdit="1"/>
              </p:cNvSpPr>
              <p:nvPr/>
            </p:nvSpPr>
            <p:spPr>
              <a:xfrm>
                <a:off x="598507" y="2797930"/>
                <a:ext cx="5787675" cy="1619226"/>
              </a:xfrm>
              <a:prstGeom prst="rect">
                <a:avLst/>
              </a:prstGeom>
              <a:blipFill>
                <a:blip r:embed="rId3"/>
                <a:stretch>
                  <a:fillRect l="-13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1008A98D-2CE7-4588-B6CA-B27ED5720F94}"/>
                  </a:ext>
                </a:extLst>
              </p:cNvPr>
              <p:cNvSpPr txBox="1"/>
              <p:nvPr/>
            </p:nvSpPr>
            <p:spPr>
              <a:xfrm>
                <a:off x="1012371" y="4832051"/>
                <a:ext cx="3487072" cy="817147"/>
              </a:xfrm>
              <a:prstGeom prst="rect">
                <a:avLst/>
              </a:prstGeom>
              <a:noFill/>
            </p:spPr>
            <p:txBody>
              <a:bodyPr wrap="square">
                <a:spAutoFit/>
              </a:bodyPr>
              <a:lstStyle/>
              <a:p>
                <a:pPr marL="0" indent="0">
                  <a:lnSpc>
                    <a:spcPct val="150000"/>
                  </a:lnSpc>
                  <a:buNone/>
                </a:pPr>
                <a14:m>
                  <m:oMathPara xmlns:m="http://schemas.openxmlformats.org/officeDocument/2006/math">
                    <m:oMathParaPr>
                      <m:jc m:val="centerGroup"/>
                    </m:oMathParaPr>
                    <m:oMath xmlns:m="http://schemas.openxmlformats.org/officeDocument/2006/math">
                      <m:limLow>
                        <m:limLowPr>
                          <m:ctrlPr>
                            <a:rPr lang="zh-CN" altLang="zh-CN" sz="24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𝑙𝑖𝑚</m:t>
                          </m:r>
                        </m:e>
                        <m:lim>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kern="100">
                              <a:effectLst/>
                              <a:latin typeface="Cambria Math" panose="02040503050406030204" pitchFamily="18" charset="0"/>
                              <a:ea typeface="等线" panose="02010600030101010101" pitchFamily="2" charset="-122"/>
                              <a:cs typeface="Times New Roman" panose="02020603050405020304" pitchFamily="18" charset="0"/>
                            </a:rPr>
                            <m:t>∞</m:t>
                          </m:r>
                        </m:lim>
                      </m:limLow>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𝑃</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0" i="1" kern="100" smtClean="0">
                              <a:effectLst/>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𝑛</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𝑎</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|&lt;</m:t>
                      </m:r>
                      <m:r>
                        <a:rPr lang="zh-CN" altLang="en-US" sz="2400" i="1" kern="100" smtClean="0">
                          <a:effectLst/>
                          <a:latin typeface="Cambria Math" panose="02040503050406030204" pitchFamily="18" charset="0"/>
                          <a:ea typeface="等线" panose="02010600030101010101" pitchFamily="2" charset="-122"/>
                          <a:cs typeface="Times New Roman" panose="02020603050405020304" pitchFamily="18" charset="0"/>
                        </a:rPr>
                        <m:t>𝜀</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oMath>
                  </m:oMathPara>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14" name="文本框 13">
                <a:extLst>
                  <a:ext uri="{FF2B5EF4-FFF2-40B4-BE49-F238E27FC236}">
                    <a16:creationId xmlns:a16="http://schemas.microsoft.com/office/drawing/2014/main" id="{1008A98D-2CE7-4588-B6CA-B27ED5720F94}"/>
                  </a:ext>
                </a:extLst>
              </p:cNvPr>
              <p:cNvSpPr txBox="1">
                <a:spLocks noRot="1" noChangeAspect="1" noMove="1" noResize="1" noEditPoints="1" noAdjustHandles="1" noChangeArrowheads="1" noChangeShapeType="1" noTextEdit="1"/>
              </p:cNvSpPr>
              <p:nvPr/>
            </p:nvSpPr>
            <p:spPr>
              <a:xfrm>
                <a:off x="1012371" y="4832051"/>
                <a:ext cx="3487072" cy="81714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05F4BF2A-01F0-E057-F998-5087A5DD44E3}"/>
                  </a:ext>
                </a:extLst>
              </p:cNvPr>
              <p:cNvSpPr txBox="1"/>
              <p:nvPr/>
            </p:nvSpPr>
            <p:spPr>
              <a:xfrm>
                <a:off x="5285311" y="4874434"/>
                <a:ext cx="1376854" cy="774764"/>
              </a:xfrm>
              <a:prstGeom prst="rect">
                <a:avLst/>
              </a:prstGeom>
              <a:noFill/>
            </p:spPr>
            <p:txBody>
              <a:bodyPr wrap="square">
                <a:spAutoFit/>
              </a:bodyPr>
              <a:lstStyle/>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sz="2200" i="1" smtClean="0">
                              <a:latin typeface="Cambria Math" panose="02040503050406030204" pitchFamily="18" charset="0"/>
                            </a:rPr>
                          </m:ctrlPr>
                        </m:sSubPr>
                        <m:e>
                          <m:r>
                            <a:rPr lang="en-US" altLang="zh-CN" sz="2200" b="0" i="1" smtClean="0">
                              <a:latin typeface="Cambria Math" panose="02040503050406030204" pitchFamily="18" charset="0"/>
                            </a:rPr>
                            <m:t>𝑋</m:t>
                          </m:r>
                        </m:e>
                        <m:sub>
                          <m:r>
                            <a:rPr lang="en-US" altLang="zh-CN" sz="2200">
                              <a:latin typeface="Cambria Math" panose="02040503050406030204" pitchFamily="18" charset="0"/>
                            </a:rPr>
                            <m:t>𝑛</m:t>
                          </m:r>
                        </m:sub>
                      </m:sSub>
                      <m:groupChr>
                        <m:groupChrPr>
                          <m:chr m:val="→"/>
                          <m:vertJc m:val="bot"/>
                          <m:ctrlPr>
                            <a:rPr lang="en-US" altLang="zh-CN" sz="2200" i="1" smtClean="0">
                              <a:latin typeface="Cambria Math" panose="02040503050406030204" pitchFamily="18" charset="0"/>
                            </a:rPr>
                          </m:ctrlPr>
                        </m:groupChrPr>
                        <m:e>
                          <m:r>
                            <m:rPr>
                              <m:brk m:alnAt="2"/>
                            </m:rPr>
                            <a:rPr lang="en-US" altLang="zh-CN" sz="2200" b="0" i="1" smtClean="0">
                              <a:latin typeface="Cambria Math" panose="02040503050406030204" pitchFamily="18" charset="0"/>
                            </a:rPr>
                            <m:t>𝑃</m:t>
                          </m:r>
                        </m:e>
                      </m:groupChr>
                      <m:r>
                        <a:rPr lang="en-US" altLang="zh-CN" sz="2200" b="0" i="0" smtClean="0">
                          <a:latin typeface="Cambria Math" panose="02040503050406030204" pitchFamily="18" charset="0"/>
                        </a:rPr>
                        <m:t>2</m:t>
                      </m:r>
                    </m:oMath>
                  </m:oMathPara>
                </a14:m>
                <a:endParaRPr lang="zh-CN" altLang="zh-CN" sz="2200" dirty="0"/>
              </a:p>
            </p:txBody>
          </p:sp>
        </mc:Choice>
        <mc:Fallback>
          <p:sp>
            <p:nvSpPr>
              <p:cNvPr id="16" name="文本框 15">
                <a:extLst>
                  <a:ext uri="{FF2B5EF4-FFF2-40B4-BE49-F238E27FC236}">
                    <a16:creationId xmlns:a16="http://schemas.microsoft.com/office/drawing/2014/main" id="{05F4BF2A-01F0-E057-F998-5087A5DD44E3}"/>
                  </a:ext>
                </a:extLst>
              </p:cNvPr>
              <p:cNvSpPr txBox="1">
                <a:spLocks noRot="1" noChangeAspect="1" noMove="1" noResize="1" noEditPoints="1" noAdjustHandles="1" noChangeArrowheads="1" noChangeShapeType="1" noTextEdit="1"/>
              </p:cNvSpPr>
              <p:nvPr/>
            </p:nvSpPr>
            <p:spPr>
              <a:xfrm>
                <a:off x="5285311" y="4874434"/>
                <a:ext cx="1376854" cy="774764"/>
              </a:xfrm>
              <a:prstGeom prst="rect">
                <a:avLst/>
              </a:prstGeom>
              <a:blipFill>
                <a:blip r:embed="rId5"/>
                <a:stretch>
                  <a:fillRect b="-213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808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24AAB5E0-E891-15FC-03E0-585F8C68753A}"/>
                  </a:ext>
                </a:extLst>
              </p:cNvPr>
              <p:cNvSpPr>
                <a:spLocks noGrp="1"/>
              </p:cNvSpPr>
              <p:nvPr>
                <p:ph idx="1"/>
              </p:nvPr>
            </p:nvSpPr>
            <p:spPr>
              <a:xfrm>
                <a:off x="273503" y="1455034"/>
                <a:ext cx="8596993" cy="4580165"/>
              </a:xfrm>
            </p:spPr>
            <p:txBody>
              <a:bodyPr>
                <a:noAutofit/>
              </a:bodyPr>
              <a:lstStyle/>
              <a:p>
                <a:pPr marL="0" indent="0">
                  <a:lnSpc>
                    <a:spcPct val="150000"/>
                  </a:lnSpc>
                  <a:buNone/>
                </a:pPr>
                <a:r>
                  <a:rPr lang="en-US" altLang="zh-CN" sz="2600" dirty="0"/>
                  <a:t>    </a:t>
                </a:r>
              </a:p>
              <a:p>
                <a:pPr marL="0" indent="0">
                  <a:lnSpc>
                    <a:spcPct val="150000"/>
                  </a:lnSpc>
                  <a:buNone/>
                </a:pPr>
                <a:r>
                  <a:rPr lang="zh-CN" altLang="en-US" sz="2600" dirty="0"/>
                  <a:t>依概率收敛的序列有以下的性质。</a:t>
                </a:r>
                <a:endParaRPr lang="en-US" altLang="zh-CN" sz="2600" dirty="0"/>
              </a:p>
              <a:p>
                <a:pPr marL="0" indent="0">
                  <a:lnSpc>
                    <a:spcPct val="150000"/>
                  </a:lnSpc>
                  <a:buNone/>
                </a:pPr>
                <a:r>
                  <a:rPr lang="zh-CN" altLang="en-US" sz="2600" dirty="0"/>
                  <a:t>设</a:t>
                </a:r>
                <a14:m>
                  <m:oMath xmlns:m="http://schemas.openxmlformats.org/officeDocument/2006/math">
                    <m:sSub>
                      <m:sSubPr>
                        <m:ctrlPr>
                          <a:rPr lang="zh-CN" altLang="zh-CN" sz="2600" i="1">
                            <a:latin typeface="Cambria Math" panose="02040503050406030204" pitchFamily="18" charset="0"/>
                          </a:rPr>
                        </m:ctrlPr>
                      </m:sSubPr>
                      <m:e>
                        <m:r>
                          <a:rPr lang="en-US" altLang="zh-CN" sz="2600">
                            <a:latin typeface="Cambria Math" panose="02040503050406030204" pitchFamily="18" charset="0"/>
                          </a:rPr>
                          <m:t>𝑋</m:t>
                        </m:r>
                      </m:e>
                      <m:sub>
                        <m:r>
                          <a:rPr lang="en-US" altLang="zh-CN" sz="2600">
                            <a:latin typeface="Cambria Math" panose="02040503050406030204" pitchFamily="18" charset="0"/>
                          </a:rPr>
                          <m:t>𝑛</m:t>
                        </m:r>
                      </m:sub>
                    </m:sSub>
                    <m:r>
                      <a:rPr lang="en-US" altLang="zh-CN" sz="2600">
                        <a:latin typeface="Cambria Math" panose="02040503050406030204" pitchFamily="18" charset="0"/>
                      </a:rPr>
                      <m:t>→</m:t>
                    </m:r>
                    <m:r>
                      <a:rPr lang="en-US" altLang="zh-CN" sz="2600">
                        <a:latin typeface="Cambria Math" panose="02040503050406030204" pitchFamily="18" charset="0"/>
                      </a:rPr>
                      <m:t>𝛼</m:t>
                    </m:r>
                    <m:r>
                      <a:rPr lang="en-US" altLang="zh-CN" sz="2600">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a:latin typeface="Cambria Math" panose="02040503050406030204" pitchFamily="18" charset="0"/>
                          </a:rPr>
                          <m:t>𝑌</m:t>
                        </m:r>
                      </m:e>
                      <m:sub>
                        <m:r>
                          <a:rPr lang="en-US" altLang="zh-CN" sz="2600">
                            <a:latin typeface="Cambria Math" panose="02040503050406030204" pitchFamily="18" charset="0"/>
                          </a:rPr>
                          <m:t>𝑛</m:t>
                        </m:r>
                      </m:sub>
                    </m:sSub>
                    <m:r>
                      <a:rPr lang="en-US" altLang="zh-CN" sz="2600">
                        <a:latin typeface="Cambria Math" panose="02040503050406030204" pitchFamily="18" charset="0"/>
                      </a:rPr>
                      <m:t>→</m:t>
                    </m:r>
                    <m:r>
                      <a:rPr lang="en-US" altLang="zh-CN" sz="2600">
                        <a:latin typeface="Cambria Math" panose="02040503050406030204" pitchFamily="18" charset="0"/>
                      </a:rPr>
                      <m:t>𝑏</m:t>
                    </m:r>
                  </m:oMath>
                </a14:m>
                <a:r>
                  <a:rPr lang="zh-CN" altLang="en-US" sz="2600" dirty="0"/>
                  <a:t>，又设函数</a:t>
                </a:r>
                <a14:m>
                  <m:oMath xmlns:m="http://schemas.openxmlformats.org/officeDocument/2006/math">
                    <m:r>
                      <a:rPr lang="en-US" altLang="zh-CN" sz="2600">
                        <a:latin typeface="Cambria Math" panose="02040503050406030204" pitchFamily="18" charset="0"/>
                      </a:rPr>
                      <m:t>𝑔</m:t>
                    </m:r>
                    <m:d>
                      <m:dPr>
                        <m:ctrlPr>
                          <a:rPr lang="en-US" altLang="zh-CN" sz="2600" i="1">
                            <a:latin typeface="Cambria Math" panose="02040503050406030204" pitchFamily="18" charset="0"/>
                          </a:rPr>
                        </m:ctrlPr>
                      </m:dPr>
                      <m:e>
                        <m:r>
                          <a:rPr lang="en-US" altLang="zh-CN" sz="2600">
                            <a:latin typeface="Cambria Math" panose="02040503050406030204" pitchFamily="18" charset="0"/>
                          </a:rPr>
                          <m:t>𝑥</m:t>
                        </m:r>
                        <m:r>
                          <a:rPr lang="en-US" altLang="zh-CN" sz="2600">
                            <a:latin typeface="Cambria Math" panose="02040503050406030204" pitchFamily="18" charset="0"/>
                          </a:rPr>
                          <m:t>,</m:t>
                        </m:r>
                        <m:r>
                          <a:rPr lang="en-US" altLang="zh-CN" sz="2600">
                            <a:latin typeface="Cambria Math" panose="02040503050406030204" pitchFamily="18" charset="0"/>
                          </a:rPr>
                          <m:t>𝑦</m:t>
                        </m:r>
                      </m:e>
                    </m:d>
                    <m:r>
                      <a:rPr lang="zh-CN" altLang="en-US" sz="2600">
                        <a:latin typeface="Cambria Math" panose="02040503050406030204" pitchFamily="18" charset="0"/>
                      </a:rPr>
                      <m:t>在</m:t>
                    </m:r>
                  </m:oMath>
                </a14:m>
                <a:r>
                  <a:rPr lang="zh-CN" altLang="en-US" sz="2600" dirty="0"/>
                  <a:t>点</a:t>
                </a:r>
                <a14:m>
                  <m:oMath xmlns:m="http://schemas.openxmlformats.org/officeDocument/2006/math">
                    <m:r>
                      <a:rPr lang="en-US" altLang="zh-CN" sz="2600" i="1" dirty="0" smtClean="0">
                        <a:latin typeface="Cambria Math" panose="02040503050406030204" pitchFamily="18" charset="0"/>
                      </a:rPr>
                      <m:t>(</m:t>
                    </m:r>
                    <m:r>
                      <a:rPr lang="en-US" altLang="zh-CN" sz="2600" i="1" dirty="0" smtClean="0">
                        <a:latin typeface="Cambria Math" panose="02040503050406030204" pitchFamily="18" charset="0"/>
                      </a:rPr>
                      <m:t>𝑎</m:t>
                    </m:r>
                    <m:r>
                      <a:rPr lang="en-US" altLang="zh-CN" sz="2600" i="1" dirty="0" smtClean="0">
                        <a:latin typeface="Cambria Math" panose="02040503050406030204" pitchFamily="18" charset="0"/>
                      </a:rPr>
                      <m:t> , </m:t>
                    </m:r>
                    <m:r>
                      <a:rPr lang="en-US" altLang="zh-CN" sz="2600" i="1" dirty="0" smtClean="0">
                        <a:latin typeface="Cambria Math" panose="02040503050406030204" pitchFamily="18" charset="0"/>
                      </a:rPr>
                      <m:t>𝑏</m:t>
                    </m:r>
                    <m:r>
                      <a:rPr lang="en-US" altLang="zh-CN" sz="2600" i="1" dirty="0" smtClean="0">
                        <a:latin typeface="Cambria Math" panose="02040503050406030204" pitchFamily="18" charset="0"/>
                      </a:rPr>
                      <m:t>)</m:t>
                    </m:r>
                  </m:oMath>
                </a14:m>
                <a:r>
                  <a:rPr lang="zh-CN" altLang="en-US" sz="2600" dirty="0"/>
                  <a:t>连续，则</a:t>
                </a:r>
                <a:endParaRPr lang="zh-CN" altLang="zh-CN" sz="2600" dirty="0"/>
              </a:p>
              <a:p>
                <a:pPr marL="0" indent="0" algn="ctr">
                  <a:lnSpc>
                    <a:spcPct val="150000"/>
                  </a:lnSpc>
                  <a:buNone/>
                </a:pPr>
                <a14:m>
                  <m:oMath xmlns:m="http://schemas.openxmlformats.org/officeDocument/2006/math">
                    <m:r>
                      <a:rPr lang="en-US" altLang="zh-CN" sz="2600">
                        <a:latin typeface="Cambria Math" panose="02040503050406030204" pitchFamily="18" charset="0"/>
                      </a:rPr>
                      <m:t>𝑔</m:t>
                    </m:r>
                    <m:r>
                      <a:rPr lang="en-US" altLang="zh-CN" sz="2600">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a:latin typeface="Cambria Math" panose="02040503050406030204" pitchFamily="18" charset="0"/>
                          </a:rPr>
                          <m:t>𝑋</m:t>
                        </m:r>
                      </m:e>
                      <m:sub>
                        <m:r>
                          <a:rPr lang="en-US" altLang="zh-CN" sz="2600">
                            <a:latin typeface="Cambria Math" panose="02040503050406030204" pitchFamily="18" charset="0"/>
                          </a:rPr>
                          <m:t>𝑛</m:t>
                        </m:r>
                      </m:sub>
                    </m:sSub>
                    <m:r>
                      <a:rPr lang="en-US" altLang="zh-CN" sz="2600">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a:latin typeface="Cambria Math" panose="02040503050406030204" pitchFamily="18" charset="0"/>
                          </a:rPr>
                          <m:t>𝑌</m:t>
                        </m:r>
                      </m:e>
                      <m:sub>
                        <m:r>
                          <a:rPr lang="en-US" altLang="zh-CN" sz="2600">
                            <a:latin typeface="Cambria Math" panose="02040503050406030204" pitchFamily="18" charset="0"/>
                          </a:rPr>
                          <m:t>𝑛</m:t>
                        </m:r>
                      </m:sub>
                    </m:sSub>
                    <m:r>
                      <a:rPr lang="en-US" altLang="zh-CN" sz="2600">
                        <a:latin typeface="Cambria Math" panose="02040503050406030204" pitchFamily="18" charset="0"/>
                      </a:rPr>
                      <m:t>)→</m:t>
                    </m:r>
                    <m:r>
                      <a:rPr lang="en-US" altLang="zh-CN" sz="2600">
                        <a:latin typeface="Cambria Math" panose="02040503050406030204" pitchFamily="18" charset="0"/>
                      </a:rPr>
                      <m:t>𝑔</m:t>
                    </m:r>
                    <m:r>
                      <a:rPr lang="en-US" altLang="zh-CN" sz="2600">
                        <a:latin typeface="Cambria Math" panose="02040503050406030204" pitchFamily="18" charset="0"/>
                      </a:rPr>
                      <m:t>(</m:t>
                    </m:r>
                    <m:r>
                      <a:rPr lang="en-US" altLang="zh-CN" sz="2600">
                        <a:latin typeface="Cambria Math" panose="02040503050406030204" pitchFamily="18" charset="0"/>
                      </a:rPr>
                      <m:t>𝑎</m:t>
                    </m:r>
                    <m:r>
                      <a:rPr lang="en-US" altLang="zh-CN" sz="2600">
                        <a:latin typeface="Cambria Math" panose="02040503050406030204" pitchFamily="18" charset="0"/>
                      </a:rPr>
                      <m:t>,</m:t>
                    </m:r>
                    <m:r>
                      <a:rPr lang="en-US" altLang="zh-CN" sz="2600">
                        <a:latin typeface="Cambria Math" panose="02040503050406030204" pitchFamily="18" charset="0"/>
                      </a:rPr>
                      <m:t>𝑏</m:t>
                    </m:r>
                    <m:r>
                      <a:rPr lang="en-US" altLang="zh-CN" sz="2600">
                        <a:latin typeface="Cambria Math" panose="02040503050406030204" pitchFamily="18" charset="0"/>
                      </a:rPr>
                      <m:t>)</m:t>
                    </m:r>
                  </m:oMath>
                </a14:m>
                <a:r>
                  <a:rPr lang="en-US" altLang="zh-CN" sz="2600" dirty="0"/>
                  <a:t>   </a:t>
                </a:r>
                <a:r>
                  <a:rPr lang="zh-CN" altLang="en-US" sz="2600" dirty="0"/>
                  <a:t>（证略）</a:t>
                </a:r>
                <a:endParaRPr lang="zh-CN" altLang="zh-CN" sz="2600" dirty="0"/>
              </a:p>
            </p:txBody>
          </p:sp>
        </mc:Choice>
        <mc:Fallback xmlns="">
          <p:sp>
            <p:nvSpPr>
              <p:cNvPr id="4" name="内容占位符 2">
                <a:extLst>
                  <a:ext uri="{FF2B5EF4-FFF2-40B4-BE49-F238E27FC236}">
                    <a16:creationId xmlns:a16="http://schemas.microsoft.com/office/drawing/2014/main" id="{24AAB5E0-E891-15FC-03E0-585F8C68753A}"/>
                  </a:ext>
                </a:extLst>
              </p:cNvPr>
              <p:cNvSpPr>
                <a:spLocks noGrp="1" noRot="1" noChangeAspect="1" noMove="1" noResize="1" noEditPoints="1" noAdjustHandles="1" noChangeArrowheads="1" noChangeShapeType="1" noTextEdit="1"/>
              </p:cNvSpPr>
              <p:nvPr>
                <p:ph idx="1"/>
              </p:nvPr>
            </p:nvSpPr>
            <p:spPr>
              <a:xfrm>
                <a:off x="273503" y="1455034"/>
                <a:ext cx="8596993" cy="4580165"/>
              </a:xfrm>
              <a:blipFill>
                <a:blip r:embed="rId3"/>
                <a:stretch>
                  <a:fillRect l="-1327"/>
                </a:stretch>
              </a:blipFill>
            </p:spPr>
            <p:txBody>
              <a:bodyPr/>
              <a:lstStyle/>
              <a:p>
                <a:r>
                  <a:rPr lang="zh-CN" altLang="en-US">
                    <a:noFill/>
                  </a:rPr>
                  <a:t> </a:t>
                </a:r>
              </a:p>
            </p:txBody>
          </p:sp>
        </mc:Fallback>
      </mc:AlternateContent>
      <p:sp>
        <p:nvSpPr>
          <p:cNvPr id="10" name="Text Box 2">
            <a:extLst>
              <a:ext uri="{FF2B5EF4-FFF2-40B4-BE49-F238E27FC236}">
                <a16:creationId xmlns:a16="http://schemas.microsoft.com/office/drawing/2014/main" id="{5BBB225C-8481-3BC4-9B80-8F43161583A9}"/>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a:solidFill>
                  <a:srgbClr val="FF0000"/>
                </a:solidFill>
                <a:latin typeface="Times New Roman" panose="02020603050405020304" pitchFamily="18" charset="0"/>
                <a:ea typeface="华文新魏" panose="02010800040101010101" pitchFamily="2" charset="-122"/>
              </a:rPr>
              <a:t>依概率收敛</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6B45466-ECCA-81E4-0769-7B1D11793604}"/>
                  </a:ext>
                </a:extLst>
              </p:cNvPr>
              <p:cNvSpPr txBox="1"/>
              <p:nvPr/>
            </p:nvSpPr>
            <p:spPr>
              <a:xfrm>
                <a:off x="1140094" y="2974826"/>
                <a:ext cx="3794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latin typeface="Cambria Math" panose="02040503050406030204" pitchFamily="18" charset="0"/>
                        </a:rPr>
                        <m:t>𝑃</m:t>
                      </m:r>
                    </m:oMath>
                  </m:oMathPara>
                </a14:m>
                <a:endParaRPr kumimoji="1" lang="zh-CN" altLang="en-US" dirty="0"/>
              </a:p>
            </p:txBody>
          </p:sp>
        </mc:Choice>
        <mc:Fallback xmlns="">
          <p:sp>
            <p:nvSpPr>
              <p:cNvPr id="5" name="文本框 4">
                <a:extLst>
                  <a:ext uri="{FF2B5EF4-FFF2-40B4-BE49-F238E27FC236}">
                    <a16:creationId xmlns:a16="http://schemas.microsoft.com/office/drawing/2014/main" id="{E6B45466-ECCA-81E4-0769-7B1D11793604}"/>
                  </a:ext>
                </a:extLst>
              </p:cNvPr>
              <p:cNvSpPr txBox="1">
                <a:spLocks noRot="1" noChangeAspect="1" noMove="1" noResize="1" noEditPoints="1" noAdjustHandles="1" noChangeArrowheads="1" noChangeShapeType="1" noTextEdit="1"/>
              </p:cNvSpPr>
              <p:nvPr/>
            </p:nvSpPr>
            <p:spPr>
              <a:xfrm>
                <a:off x="1140094" y="2974826"/>
                <a:ext cx="379463"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FDFD667-F360-A775-C263-443076E75B02}"/>
                  </a:ext>
                </a:extLst>
              </p:cNvPr>
              <p:cNvSpPr txBox="1"/>
              <p:nvPr/>
            </p:nvSpPr>
            <p:spPr>
              <a:xfrm>
                <a:off x="2196416" y="2974826"/>
                <a:ext cx="3794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latin typeface="Cambria Math" panose="02040503050406030204" pitchFamily="18" charset="0"/>
                        </a:rPr>
                        <m:t>𝑃</m:t>
                      </m:r>
                    </m:oMath>
                  </m:oMathPara>
                </a14:m>
                <a:endParaRPr kumimoji="1" lang="zh-CN" altLang="en-US"/>
              </a:p>
            </p:txBody>
          </p:sp>
        </mc:Choice>
        <mc:Fallback xmlns="">
          <p:sp>
            <p:nvSpPr>
              <p:cNvPr id="6" name="文本框 5">
                <a:extLst>
                  <a:ext uri="{FF2B5EF4-FFF2-40B4-BE49-F238E27FC236}">
                    <a16:creationId xmlns:a16="http://schemas.microsoft.com/office/drawing/2014/main" id="{7FDFD667-F360-A775-C263-443076E75B02}"/>
                  </a:ext>
                </a:extLst>
              </p:cNvPr>
              <p:cNvSpPr txBox="1">
                <a:spLocks noRot="1" noChangeAspect="1" noMove="1" noResize="1" noEditPoints="1" noAdjustHandles="1" noChangeArrowheads="1" noChangeShapeType="1" noTextEdit="1"/>
              </p:cNvSpPr>
              <p:nvPr/>
            </p:nvSpPr>
            <p:spPr>
              <a:xfrm>
                <a:off x="2196416" y="2974826"/>
                <a:ext cx="379463"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70C9E6D-AC13-0F84-7747-AF4AB0BAF392}"/>
                  </a:ext>
                </a:extLst>
              </p:cNvPr>
              <p:cNvSpPr txBox="1"/>
              <p:nvPr/>
            </p:nvSpPr>
            <p:spPr>
              <a:xfrm>
                <a:off x="3751795" y="3645057"/>
                <a:ext cx="3794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latin typeface="Cambria Math" panose="02040503050406030204" pitchFamily="18" charset="0"/>
                        </a:rPr>
                        <m:t>𝑃</m:t>
                      </m:r>
                    </m:oMath>
                  </m:oMathPara>
                </a14:m>
                <a:endParaRPr kumimoji="1" lang="zh-CN" altLang="en-US"/>
              </a:p>
            </p:txBody>
          </p:sp>
        </mc:Choice>
        <mc:Fallback xmlns="">
          <p:sp>
            <p:nvSpPr>
              <p:cNvPr id="7" name="文本框 6">
                <a:extLst>
                  <a:ext uri="{FF2B5EF4-FFF2-40B4-BE49-F238E27FC236}">
                    <a16:creationId xmlns:a16="http://schemas.microsoft.com/office/drawing/2014/main" id="{670C9E6D-AC13-0F84-7747-AF4AB0BAF392}"/>
                  </a:ext>
                </a:extLst>
              </p:cNvPr>
              <p:cNvSpPr txBox="1">
                <a:spLocks noRot="1" noChangeAspect="1" noMove="1" noResize="1" noEditPoints="1" noAdjustHandles="1" noChangeArrowheads="1" noChangeShapeType="1" noTextEdit="1"/>
              </p:cNvSpPr>
              <p:nvPr/>
            </p:nvSpPr>
            <p:spPr>
              <a:xfrm>
                <a:off x="3751795" y="3645057"/>
                <a:ext cx="379463" cy="369332"/>
              </a:xfrm>
              <a:prstGeom prst="rect">
                <a:avLst/>
              </a:prstGeom>
              <a:blipFill>
                <a:blip r:embed="rId6"/>
                <a:stretch>
                  <a:fillRect/>
                </a:stretch>
              </a:blipFill>
            </p:spPr>
            <p:txBody>
              <a:bodyPr/>
              <a:lstStyle/>
              <a:p>
                <a:r>
                  <a:rPr lang="zh-CN" altLang="en-US">
                    <a:noFill/>
                  </a:rPr>
                  <a:t> </a:t>
                </a:r>
              </a:p>
            </p:txBody>
          </p:sp>
        </mc:Fallback>
      </mc:AlternateContent>
      <p:cxnSp>
        <p:nvCxnSpPr>
          <p:cNvPr id="2" name="直线连接符 1">
            <a:extLst>
              <a:ext uri="{FF2B5EF4-FFF2-40B4-BE49-F238E27FC236}">
                <a16:creationId xmlns:a16="http://schemas.microsoft.com/office/drawing/2014/main" id="{657CE5C3-0EC7-1EB0-965B-151292F50DC6}"/>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4240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a:extLst>
              <a:ext uri="{FF2B5EF4-FFF2-40B4-BE49-F238E27FC236}">
                <a16:creationId xmlns:a16="http://schemas.microsoft.com/office/drawing/2014/main" id="{5BBB225C-8481-3BC4-9B80-8F43161583A9}"/>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sz="4000" dirty="0">
                <a:solidFill>
                  <a:srgbClr val="FF0000"/>
                </a:solidFill>
                <a:latin typeface="Times New Roman" panose="02020603050405020304" pitchFamily="18" charset="0"/>
                <a:ea typeface="华文新魏" panose="02010800040101010101" pitchFamily="2" charset="-122"/>
              </a:rPr>
              <a:t>Practice</a:t>
            </a:r>
            <a:endParaRPr kumimoji="1" lang="zh-CN" altLang="en-US" sz="4000" dirty="0">
              <a:solidFill>
                <a:srgbClr val="FF0000"/>
              </a:solidFill>
              <a:latin typeface="Times New Roman" panose="02020603050405020304" pitchFamily="18" charset="0"/>
              <a:ea typeface="华文新魏" panose="02010800040101010101" pitchFamily="2" charset="-122"/>
            </a:endParaRPr>
          </a:p>
        </p:txBody>
      </p:sp>
      <p:cxnSp>
        <p:nvCxnSpPr>
          <p:cNvPr id="2" name="直线连接符 1">
            <a:extLst>
              <a:ext uri="{FF2B5EF4-FFF2-40B4-BE49-F238E27FC236}">
                <a16:creationId xmlns:a16="http://schemas.microsoft.com/office/drawing/2014/main" id="{657CE5C3-0EC7-1EB0-965B-151292F50DC6}"/>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3FDE0D2B-9F2A-9FBB-012B-A9739314BA39}"/>
              </a:ext>
            </a:extLst>
          </p:cNvPr>
          <p:cNvSpPr/>
          <p:nvPr/>
        </p:nvSpPr>
        <p:spPr>
          <a:xfrm>
            <a:off x="0" y="0"/>
            <a:ext cx="22650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3D493EB5-6CFF-C85E-E4B6-EFE5044AB5DA}"/>
                  </a:ext>
                </a:extLst>
              </p:cNvPr>
              <p:cNvSpPr txBox="1"/>
              <p:nvPr/>
            </p:nvSpPr>
            <p:spPr>
              <a:xfrm>
                <a:off x="793913" y="1608755"/>
                <a:ext cx="8145756" cy="676852"/>
              </a:xfrm>
              <a:prstGeom prst="rect">
                <a:avLst/>
              </a:prstGeom>
              <a:noFill/>
            </p:spPr>
            <p:txBody>
              <a:bodyPr wrap="none" rtlCol="0">
                <a:spAutoFit/>
              </a:bodyPr>
              <a:lstStyle/>
              <a:p>
                <a:pPr>
                  <a:lnSpc>
                    <a:spcPct val="150000"/>
                  </a:lnSpc>
                </a:pPr>
                <a:r>
                  <a:rPr kumimoji="1" lang="zh-CN" altLang="en-US" sz="2200" dirty="0"/>
                  <a:t>已知</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𝑋</m:t>
                        </m:r>
                      </m:e>
                      <m:sub>
                        <m:r>
                          <a:rPr lang="en-US" altLang="zh-CN" sz="2200">
                            <a:latin typeface="Cambria Math" panose="02040503050406030204" pitchFamily="18" charset="0"/>
                          </a:rPr>
                          <m:t>𝑛</m:t>
                        </m:r>
                      </m:sub>
                    </m:sSub>
                    <m:groupChr>
                      <m:groupChrPr>
                        <m:chr m:val="→"/>
                        <m:vertJc m:val="bot"/>
                        <m:ctrlPr>
                          <a:rPr lang="en-US" altLang="zh-CN" sz="2200" i="1">
                            <a:latin typeface="Cambria Math" panose="02040503050406030204" pitchFamily="18" charset="0"/>
                          </a:rPr>
                        </m:ctrlPr>
                      </m:groupChrPr>
                      <m:e>
                        <m:r>
                          <m:rPr>
                            <m:brk m:alnAt="2"/>
                          </m:rPr>
                          <a:rPr lang="en-US" altLang="zh-CN" sz="2200" i="1">
                            <a:latin typeface="Cambria Math" panose="02040503050406030204" pitchFamily="18" charset="0"/>
                          </a:rPr>
                          <m:t>𝑃</m:t>
                        </m:r>
                      </m:e>
                    </m:groupChr>
                    <m:r>
                      <a:rPr lang="en-US" altLang="zh-CN" sz="2200">
                        <a:latin typeface="Cambria Math" panose="02040503050406030204" pitchFamily="18" charset="0"/>
                      </a:rPr>
                      <m:t>2</m:t>
                    </m:r>
                  </m:oMath>
                </a14:m>
                <a:r>
                  <a:rPr kumimoji="1" lang="zh-CN" altLang="en-US" sz="2200" dirty="0"/>
                  <a:t>，</a:t>
                </a:r>
                <a:r>
                  <a:rPr lang="zh-CN" altLang="zh-CN" sz="2200" dirty="0"/>
                  <a:t> </a:t>
                </a:r>
                <a14:m>
                  <m:oMath xmlns:m="http://schemas.openxmlformats.org/officeDocument/2006/math">
                    <m:sSub>
                      <m:sSubPr>
                        <m:ctrlPr>
                          <a:rPr lang="zh-CN" altLang="zh-CN" sz="2200" i="1">
                            <a:latin typeface="Cambria Math" panose="02040503050406030204" pitchFamily="18" charset="0"/>
                          </a:rPr>
                        </m:ctrlPr>
                      </m:sSubPr>
                      <m:e>
                        <m:r>
                          <a:rPr lang="en-US" altLang="zh-CN" sz="2200" b="0" i="1" smtClean="0">
                            <a:latin typeface="Cambria Math" panose="02040503050406030204" pitchFamily="18" charset="0"/>
                          </a:rPr>
                          <m:t>𝑌</m:t>
                        </m:r>
                      </m:e>
                      <m:sub>
                        <m:r>
                          <a:rPr lang="en-US" altLang="zh-CN" sz="2200">
                            <a:latin typeface="Cambria Math" panose="02040503050406030204" pitchFamily="18" charset="0"/>
                          </a:rPr>
                          <m:t>𝑛</m:t>
                        </m:r>
                      </m:sub>
                    </m:sSub>
                    <m:groupChr>
                      <m:groupChrPr>
                        <m:chr m:val="→"/>
                        <m:vertJc m:val="bot"/>
                        <m:ctrlPr>
                          <a:rPr lang="en-US" altLang="zh-CN" sz="2200" i="1">
                            <a:latin typeface="Cambria Math" panose="02040503050406030204" pitchFamily="18" charset="0"/>
                          </a:rPr>
                        </m:ctrlPr>
                      </m:groupChrPr>
                      <m:e>
                        <m:r>
                          <m:rPr>
                            <m:brk m:alnAt="2"/>
                          </m:rPr>
                          <a:rPr lang="en-US" altLang="zh-CN" sz="2200" i="1">
                            <a:latin typeface="Cambria Math" panose="02040503050406030204" pitchFamily="18" charset="0"/>
                          </a:rPr>
                          <m:t>𝑃</m:t>
                        </m:r>
                      </m:e>
                    </m:groupChr>
                    <m:r>
                      <a:rPr lang="en-US" altLang="zh-CN" sz="2200" b="0" i="0" smtClean="0">
                        <a:latin typeface="Cambria Math" panose="02040503050406030204" pitchFamily="18" charset="0"/>
                      </a:rPr>
                      <m:t>3</m:t>
                    </m:r>
                  </m:oMath>
                </a14:m>
                <a:r>
                  <a:rPr kumimoji="1" lang="zh-CN" altLang="en-US" sz="2200" dirty="0"/>
                  <a:t>，那么，</a:t>
                </a:r>
                <a:r>
                  <a:rPr lang="zh-CN" altLang="zh-CN" sz="2200" dirty="0"/>
                  <a:t> </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𝑋</m:t>
                        </m:r>
                      </m:e>
                      <m:sub>
                        <m:r>
                          <a:rPr lang="en-US" altLang="zh-CN" sz="2200">
                            <a:latin typeface="Cambria Math" panose="02040503050406030204" pitchFamily="18" charset="0"/>
                          </a:rPr>
                          <m:t>𝑛</m:t>
                        </m:r>
                      </m:sub>
                    </m:sSub>
                    <m:r>
                      <a:rPr lang="en-US" altLang="zh-CN" sz="2200" b="0" i="1" smtClean="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𝑌</m:t>
                        </m:r>
                      </m:e>
                      <m:sub>
                        <m:r>
                          <a:rPr lang="en-US" altLang="zh-CN" sz="2200">
                            <a:latin typeface="Cambria Math" panose="02040503050406030204" pitchFamily="18" charset="0"/>
                          </a:rPr>
                          <m:t>𝑛</m:t>
                        </m:r>
                      </m:sub>
                    </m:sSub>
                  </m:oMath>
                </a14:m>
                <a:r>
                  <a:rPr kumimoji="1" lang="zh-CN" altLang="en-US" sz="2200" dirty="0"/>
                  <a:t>依概率收敛吗？收敛于？</a:t>
                </a:r>
              </a:p>
            </p:txBody>
          </p:sp>
        </mc:Choice>
        <mc:Fallback>
          <p:sp>
            <p:nvSpPr>
              <p:cNvPr id="4" name="文本框 3">
                <a:extLst>
                  <a:ext uri="{FF2B5EF4-FFF2-40B4-BE49-F238E27FC236}">
                    <a16:creationId xmlns:a16="http://schemas.microsoft.com/office/drawing/2014/main" id="{3D493EB5-6CFF-C85E-E4B6-EFE5044AB5DA}"/>
                  </a:ext>
                </a:extLst>
              </p:cNvPr>
              <p:cNvSpPr txBox="1">
                <a:spLocks noRot="1" noChangeAspect="1" noMove="1" noResize="1" noEditPoints="1" noAdjustHandles="1" noChangeArrowheads="1" noChangeShapeType="1" noTextEdit="1"/>
              </p:cNvSpPr>
              <p:nvPr/>
            </p:nvSpPr>
            <p:spPr>
              <a:xfrm>
                <a:off x="793913" y="1608755"/>
                <a:ext cx="8145756" cy="676852"/>
              </a:xfrm>
              <a:prstGeom prst="rect">
                <a:avLst/>
              </a:prstGeom>
              <a:blipFill>
                <a:blip r:embed="rId3"/>
                <a:stretch>
                  <a:fillRect l="-935" b="-388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4A9E7F10-915F-ED7B-888B-3DD728DAF1BA}"/>
                  </a:ext>
                </a:extLst>
              </p:cNvPr>
              <p:cNvSpPr txBox="1"/>
              <p:nvPr/>
            </p:nvSpPr>
            <p:spPr>
              <a:xfrm>
                <a:off x="807801" y="2995166"/>
                <a:ext cx="2226059" cy="676852"/>
              </a:xfrm>
              <a:prstGeom prst="rect">
                <a:avLst/>
              </a:prstGeom>
              <a:noFill/>
            </p:spPr>
            <p:txBody>
              <a:bodyPr wrap="none" rtlCol="0">
                <a:spAutoFit/>
              </a:bodyPr>
              <a:lstStyle/>
              <a:p>
                <a:pPr>
                  <a:lnSpc>
                    <a:spcPct val="150000"/>
                  </a:lnSpc>
                </a:pPr>
                <a:r>
                  <a:rPr kumimoji="1" lang="zh-CN" altLang="en-US" sz="2200" dirty="0"/>
                  <a:t>解：</a:t>
                </a:r>
                <a:r>
                  <a:rPr lang="zh-CN" altLang="zh-CN" sz="2200" dirty="0"/>
                  <a:t> </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𝑋</m:t>
                        </m:r>
                      </m:e>
                      <m:sub>
                        <m:r>
                          <a:rPr lang="en-US" altLang="zh-CN" sz="2200">
                            <a:latin typeface="Cambria Math" panose="02040503050406030204" pitchFamily="18" charset="0"/>
                          </a:rPr>
                          <m:t>𝑛</m:t>
                        </m:r>
                      </m:sub>
                    </m:sSub>
                    <m:r>
                      <a:rPr lang="en-US" altLang="zh-CN" sz="2200" i="1">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𝑌</m:t>
                        </m:r>
                      </m:e>
                      <m:sub>
                        <m:r>
                          <a:rPr lang="en-US" altLang="zh-CN" sz="2200">
                            <a:latin typeface="Cambria Math" panose="02040503050406030204" pitchFamily="18" charset="0"/>
                          </a:rPr>
                          <m:t>𝑛</m:t>
                        </m:r>
                      </m:sub>
                    </m:sSub>
                  </m:oMath>
                </a14:m>
                <a:r>
                  <a:rPr lang="en-US" altLang="zh-CN" sz="2200" dirty="0"/>
                  <a:t> </a:t>
                </a:r>
                <a14:m>
                  <m:oMath xmlns:m="http://schemas.openxmlformats.org/officeDocument/2006/math">
                    <m:groupChr>
                      <m:groupChrPr>
                        <m:chr m:val="→"/>
                        <m:vertJc m:val="bot"/>
                        <m:ctrlPr>
                          <a:rPr lang="en-US" altLang="zh-CN" sz="2200" i="1">
                            <a:latin typeface="Cambria Math" panose="02040503050406030204" pitchFamily="18" charset="0"/>
                          </a:rPr>
                        </m:ctrlPr>
                      </m:groupChrPr>
                      <m:e>
                        <m:r>
                          <m:rPr>
                            <m:brk m:alnAt="2"/>
                          </m:rPr>
                          <a:rPr lang="en-US" altLang="zh-CN" sz="2200" i="1">
                            <a:latin typeface="Cambria Math" panose="02040503050406030204" pitchFamily="18" charset="0"/>
                          </a:rPr>
                          <m:t>𝑃</m:t>
                        </m:r>
                      </m:e>
                    </m:groupChr>
                    <m:r>
                      <a:rPr lang="en-US" altLang="zh-CN" sz="2200" b="0" i="0" smtClean="0">
                        <a:latin typeface="Cambria Math" panose="02040503050406030204" pitchFamily="18" charset="0"/>
                      </a:rPr>
                      <m:t>5</m:t>
                    </m:r>
                  </m:oMath>
                </a14:m>
                <a:endParaRPr kumimoji="1" lang="zh-CN" altLang="en-US" sz="2200" dirty="0"/>
              </a:p>
            </p:txBody>
          </p:sp>
        </mc:Choice>
        <mc:Fallback>
          <p:sp>
            <p:nvSpPr>
              <p:cNvPr id="5" name="文本框 4">
                <a:extLst>
                  <a:ext uri="{FF2B5EF4-FFF2-40B4-BE49-F238E27FC236}">
                    <a16:creationId xmlns:a16="http://schemas.microsoft.com/office/drawing/2014/main" id="{4A9E7F10-915F-ED7B-888B-3DD728DAF1BA}"/>
                  </a:ext>
                </a:extLst>
              </p:cNvPr>
              <p:cNvSpPr txBox="1">
                <a:spLocks noRot="1" noChangeAspect="1" noMove="1" noResize="1" noEditPoints="1" noAdjustHandles="1" noChangeArrowheads="1" noChangeShapeType="1" noTextEdit="1"/>
              </p:cNvSpPr>
              <p:nvPr/>
            </p:nvSpPr>
            <p:spPr>
              <a:xfrm>
                <a:off x="807801" y="2995166"/>
                <a:ext cx="2226059" cy="676852"/>
              </a:xfrm>
              <a:prstGeom prst="rect">
                <a:avLst/>
              </a:prstGeom>
              <a:blipFill>
                <a:blip r:embed="rId4"/>
                <a:stretch>
                  <a:fillRect l="-3390" b="-388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181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405922E4-8D9D-2AFF-27F8-F04E74295AD8}"/>
                  </a:ext>
                </a:extLst>
              </p:cNvPr>
              <p:cNvSpPr txBox="1">
                <a:spLocks/>
              </p:cNvSpPr>
              <p:nvPr/>
            </p:nvSpPr>
            <p:spPr>
              <a:xfrm>
                <a:off x="285749" y="1551821"/>
                <a:ext cx="8572500" cy="191486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None/>
                </a:pPr>
                <a:r>
                  <a:rPr lang="zh-CN" altLang="en-US" sz="2300" b="1" dirty="0"/>
                  <a:t>弱大数定律</a:t>
                </a:r>
                <a:r>
                  <a:rPr lang="zh-CN" altLang="en-US" sz="2300" dirty="0"/>
                  <a:t>（辛钦大数定律）   设</a:t>
                </a:r>
                <a14:m>
                  <m:oMath xmlns:m="http://schemas.openxmlformats.org/officeDocument/2006/math">
                    <m:sSub>
                      <m:sSubPr>
                        <m:ctrlPr>
                          <a:rPr lang="zh-CN" altLang="zh-CN" sz="2300" i="1">
                            <a:latin typeface="Cambria Math" panose="02040503050406030204" pitchFamily="18" charset="0"/>
                          </a:rPr>
                        </m:ctrlPr>
                      </m:sSubPr>
                      <m:e>
                        <m:r>
                          <a:rPr lang="en-US" altLang="zh-CN" sz="2300">
                            <a:latin typeface="Cambria Math" panose="02040503050406030204" pitchFamily="18" charset="0"/>
                          </a:rPr>
                          <m:t>𝑋</m:t>
                        </m:r>
                      </m:e>
                      <m:sub>
                        <m:r>
                          <a:rPr lang="en-US" altLang="zh-CN" sz="2300">
                            <a:latin typeface="Cambria Math" panose="02040503050406030204" pitchFamily="18" charset="0"/>
                          </a:rPr>
                          <m:t>1</m:t>
                        </m:r>
                      </m:sub>
                    </m:sSub>
                    <m:r>
                      <a:rPr lang="en-US" altLang="zh-CN" sz="2300">
                        <a:latin typeface="Cambria Math" panose="02040503050406030204" pitchFamily="18" charset="0"/>
                      </a:rPr>
                      <m:t>,</m:t>
                    </m:r>
                    <m:sSub>
                      <m:sSubPr>
                        <m:ctrlPr>
                          <a:rPr lang="zh-CN" altLang="zh-CN" sz="2300" i="1">
                            <a:latin typeface="Cambria Math" panose="02040503050406030204" pitchFamily="18" charset="0"/>
                          </a:rPr>
                        </m:ctrlPr>
                      </m:sSubPr>
                      <m:e>
                        <m:r>
                          <a:rPr lang="en-US" altLang="zh-CN" sz="2300">
                            <a:latin typeface="Cambria Math" panose="02040503050406030204" pitchFamily="18" charset="0"/>
                          </a:rPr>
                          <m:t>𝑋</m:t>
                        </m:r>
                      </m:e>
                      <m:sub>
                        <m:r>
                          <a:rPr lang="en-US" altLang="zh-CN" sz="2300">
                            <a:latin typeface="Cambria Math" panose="02040503050406030204" pitchFamily="18" charset="0"/>
                          </a:rPr>
                          <m:t>2</m:t>
                        </m:r>
                      </m:sub>
                    </m:sSub>
                    <m:r>
                      <a:rPr lang="en-US" altLang="zh-CN" sz="2300">
                        <a:latin typeface="Cambria Math" panose="02040503050406030204" pitchFamily="18" charset="0"/>
                      </a:rPr>
                      <m:t>,⋯</m:t>
                    </m:r>
                  </m:oMath>
                </a14:m>
                <a:r>
                  <a:rPr lang="zh-CN" altLang="en-US" sz="2300" dirty="0"/>
                  <a:t>是</a:t>
                </a:r>
                <a:r>
                  <a:rPr lang="zh-CN" altLang="en-US" sz="2300" dirty="0">
                    <a:solidFill>
                      <a:srgbClr val="FF0000"/>
                    </a:solidFill>
                  </a:rPr>
                  <a:t>相互独立</a:t>
                </a:r>
                <a:r>
                  <a:rPr lang="zh-CN" altLang="en-US" sz="2300" dirty="0"/>
                  <a:t>，</a:t>
                </a:r>
                <a:r>
                  <a:rPr lang="zh-CN" altLang="en-US" sz="2300" dirty="0">
                    <a:solidFill>
                      <a:srgbClr val="FF0000"/>
                    </a:solidFill>
                  </a:rPr>
                  <a:t>服从同一分布</a:t>
                </a:r>
                <a:r>
                  <a:rPr lang="zh-CN" altLang="en-US" sz="2300" dirty="0"/>
                  <a:t>的</a:t>
                </a:r>
                <a:r>
                  <a:rPr lang="zh-CN" altLang="en-US" sz="2300" dirty="0">
                    <a:solidFill>
                      <a:srgbClr val="FF0000"/>
                    </a:solidFill>
                  </a:rPr>
                  <a:t>随机变量序列</a:t>
                </a:r>
                <a:r>
                  <a:rPr lang="zh-CN" altLang="en-US" sz="2300" dirty="0"/>
                  <a:t>，且具有数学期望</a:t>
                </a:r>
                <a14:m>
                  <m:oMath xmlns:m="http://schemas.openxmlformats.org/officeDocument/2006/math">
                    <m:r>
                      <a:rPr lang="en-US" altLang="zh-CN" sz="2300">
                        <a:latin typeface="Cambria Math" panose="02040503050406030204" pitchFamily="18" charset="0"/>
                      </a:rPr>
                      <m:t>𝐸</m:t>
                    </m:r>
                    <m:d>
                      <m:dPr>
                        <m:ctrlPr>
                          <a:rPr lang="en-US" altLang="zh-CN" sz="2300" i="1">
                            <a:latin typeface="Cambria Math" panose="02040503050406030204" pitchFamily="18" charset="0"/>
                          </a:rPr>
                        </m:ctrlPr>
                      </m:dPr>
                      <m:e>
                        <m:sSub>
                          <m:sSubPr>
                            <m:ctrlPr>
                              <a:rPr lang="zh-CN" altLang="zh-CN" sz="2300" i="1">
                                <a:latin typeface="Cambria Math" panose="02040503050406030204" pitchFamily="18" charset="0"/>
                              </a:rPr>
                            </m:ctrlPr>
                          </m:sSubPr>
                          <m:e>
                            <m:r>
                              <a:rPr lang="en-US" altLang="zh-CN" sz="2300">
                                <a:latin typeface="Cambria Math" panose="02040503050406030204" pitchFamily="18" charset="0"/>
                              </a:rPr>
                              <m:t>𝑋</m:t>
                            </m:r>
                          </m:e>
                          <m:sub>
                            <m:r>
                              <a:rPr lang="en-US" altLang="zh-CN" sz="2300">
                                <a:latin typeface="Cambria Math" panose="02040503050406030204" pitchFamily="18" charset="0"/>
                              </a:rPr>
                              <m:t>𝑘</m:t>
                            </m:r>
                          </m:sub>
                        </m:sSub>
                      </m:e>
                    </m:d>
                    <m:r>
                      <a:rPr lang="en-US" altLang="zh-CN" sz="2300" i="1">
                        <a:latin typeface="Cambria Math" panose="02040503050406030204" pitchFamily="18" charset="0"/>
                      </a:rPr>
                      <m:t>=</m:t>
                    </m:r>
                    <m:r>
                      <a:rPr lang="zh-CN" altLang="en-US" sz="2300" i="1">
                        <a:latin typeface="Cambria Math" panose="02040503050406030204" pitchFamily="18" charset="0"/>
                      </a:rPr>
                      <m:t>𝜇</m:t>
                    </m:r>
                    <m:r>
                      <a:rPr lang="zh-CN" altLang="zh-CN" sz="2300" i="1">
                        <a:latin typeface="Cambria Math" panose="02040503050406030204" pitchFamily="18" charset="0"/>
                      </a:rPr>
                      <m:t> </m:t>
                    </m:r>
                    <m:r>
                      <a:rPr lang="en-US" altLang="zh-CN" sz="2300">
                        <a:latin typeface="Cambria Math" panose="02040503050406030204" pitchFamily="18" charset="0"/>
                      </a:rPr>
                      <m:t>(</m:t>
                    </m:r>
                    <m:r>
                      <a:rPr lang="en-US" altLang="zh-CN" sz="2300">
                        <a:latin typeface="Cambria Math" panose="02040503050406030204" pitchFamily="18" charset="0"/>
                      </a:rPr>
                      <m:t>𝑘</m:t>
                    </m:r>
                    <m:r>
                      <a:rPr lang="en-US" altLang="zh-CN" sz="2300">
                        <a:latin typeface="Cambria Math" panose="02040503050406030204" pitchFamily="18" charset="0"/>
                      </a:rPr>
                      <m:t>=1,2,⋯)</m:t>
                    </m:r>
                  </m:oMath>
                </a14:m>
                <a:r>
                  <a:rPr lang="en-US" altLang="zh-CN" sz="2300" dirty="0"/>
                  <a:t>,</a:t>
                </a:r>
                <a:r>
                  <a:rPr lang="zh-CN" altLang="en-US" sz="2300" dirty="0"/>
                  <a:t>作前</a:t>
                </a:r>
                <a14:m>
                  <m:oMath xmlns:m="http://schemas.openxmlformats.org/officeDocument/2006/math">
                    <m:r>
                      <a:rPr lang="en-US" altLang="zh-CN" sz="2300" i="1" dirty="0" smtClean="0">
                        <a:latin typeface="Cambria Math" panose="02040503050406030204" pitchFamily="18" charset="0"/>
                      </a:rPr>
                      <m:t>𝑛</m:t>
                    </m:r>
                  </m:oMath>
                </a14:m>
                <a:r>
                  <a:rPr lang="zh-CN" altLang="en-US" sz="2300" dirty="0"/>
                  <a:t>个变量的算术平均：</a:t>
                </a:r>
                <a:endParaRPr lang="en-US" altLang="zh-CN" sz="2300" dirty="0"/>
              </a:p>
              <a:p>
                <a:pPr marL="0" indent="0">
                  <a:lnSpc>
                    <a:spcPct val="200000"/>
                  </a:lnSpc>
                  <a:buNone/>
                </a:pPr>
                <a:r>
                  <a:rPr lang="zh-CN" altLang="en-US" sz="2300" dirty="0"/>
                  <a:t>则对于任意</a:t>
                </a:r>
                <a14:m>
                  <m:oMath xmlns:m="http://schemas.openxmlformats.org/officeDocument/2006/math">
                    <m:r>
                      <a:rPr lang="zh-CN" altLang="en-US" sz="2300" i="1">
                        <a:latin typeface="Cambria Math" panose="02040503050406030204" pitchFamily="18" charset="0"/>
                      </a:rPr>
                      <m:t>𝜀</m:t>
                    </m:r>
                    <m:r>
                      <a:rPr lang="en-US" altLang="zh-CN" sz="2300" i="1">
                        <a:latin typeface="Cambria Math" panose="02040503050406030204" pitchFamily="18" charset="0"/>
                      </a:rPr>
                      <m:t>&gt;0</m:t>
                    </m:r>
                  </m:oMath>
                </a14:m>
                <a:r>
                  <a:rPr lang="en-US" altLang="zh-CN" sz="2300" dirty="0"/>
                  <a:t>,</a:t>
                </a:r>
                <a:r>
                  <a:rPr lang="zh-CN" altLang="en-US" sz="2300" dirty="0"/>
                  <a:t>有</a:t>
                </a:r>
                <a:endParaRPr lang="en-US" altLang="zh-CN" sz="2300" dirty="0"/>
              </a:p>
              <a:p>
                <a:pPr marL="0" indent="0">
                  <a:lnSpc>
                    <a:spcPct val="200000"/>
                  </a:lnSpc>
                  <a:buNone/>
                </a:pPr>
                <a:endParaRPr lang="zh-CN" altLang="zh-CN" sz="2300" dirty="0"/>
              </a:p>
              <a:p>
                <a:pPr marL="0" indent="0">
                  <a:lnSpc>
                    <a:spcPct val="200000"/>
                  </a:lnSpc>
                  <a:buNone/>
                </a:pPr>
                <a:endParaRPr lang="zh-CN" altLang="zh-CN" sz="2300" dirty="0"/>
              </a:p>
              <a:p>
                <a:pPr marL="0" indent="0">
                  <a:lnSpc>
                    <a:spcPct val="200000"/>
                  </a:lnSpc>
                  <a:buNone/>
                </a:pPr>
                <a:endParaRPr lang="zh-CN" altLang="en-US" sz="2300" dirty="0"/>
              </a:p>
            </p:txBody>
          </p:sp>
        </mc:Choice>
        <mc:Fallback xmlns="">
          <p:sp>
            <p:nvSpPr>
              <p:cNvPr id="5" name="内容占位符 2">
                <a:extLst>
                  <a:ext uri="{FF2B5EF4-FFF2-40B4-BE49-F238E27FC236}">
                    <a16:creationId xmlns:a16="http://schemas.microsoft.com/office/drawing/2014/main" id="{405922E4-8D9D-2AFF-27F8-F04E74295AD8}"/>
                  </a:ext>
                </a:extLst>
              </p:cNvPr>
              <p:cNvSpPr txBox="1">
                <a:spLocks noRot="1" noChangeAspect="1" noMove="1" noResize="1" noEditPoints="1" noAdjustHandles="1" noChangeArrowheads="1" noChangeShapeType="1" noTextEdit="1"/>
              </p:cNvSpPr>
              <p:nvPr/>
            </p:nvSpPr>
            <p:spPr>
              <a:xfrm>
                <a:off x="285749" y="1551821"/>
                <a:ext cx="8572500" cy="1914864"/>
              </a:xfrm>
              <a:prstGeom prst="rect">
                <a:avLst/>
              </a:prstGeom>
              <a:blipFill>
                <a:blip r:embed="rId2"/>
                <a:stretch>
                  <a:fillRect l="-1331" b="-57895"/>
                </a:stretch>
              </a:blipFill>
            </p:spPr>
            <p:txBody>
              <a:bodyPr/>
              <a:lstStyle/>
              <a:p>
                <a:r>
                  <a:rPr lang="zh-CN" altLang="en-US">
                    <a:noFill/>
                  </a:rPr>
                  <a:t> </a:t>
                </a:r>
              </a:p>
            </p:txBody>
          </p:sp>
        </mc:Fallback>
      </mc:AlternateContent>
      <p:sp>
        <p:nvSpPr>
          <p:cNvPr id="7" name="Text Box 2">
            <a:extLst>
              <a:ext uri="{FF2B5EF4-FFF2-40B4-BE49-F238E27FC236}">
                <a16:creationId xmlns:a16="http://schemas.microsoft.com/office/drawing/2014/main" id="{9829FC2A-B3CC-7043-A7DE-B90837E66598}"/>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cxnSp>
        <p:nvCxnSpPr>
          <p:cNvPr id="2" name="直线连接符 1">
            <a:extLst>
              <a:ext uri="{FF2B5EF4-FFF2-40B4-BE49-F238E27FC236}">
                <a16:creationId xmlns:a16="http://schemas.microsoft.com/office/drawing/2014/main" id="{06170344-D955-A7E3-64B5-D52D160498C0}"/>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BE1195D-7D9D-BA24-C462-BDBE668F8AF2}"/>
                  </a:ext>
                </a:extLst>
              </p:cNvPr>
              <p:cNvSpPr txBox="1"/>
              <p:nvPr/>
            </p:nvSpPr>
            <p:spPr>
              <a:xfrm>
                <a:off x="3557016" y="3082641"/>
                <a:ext cx="937051" cy="8402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2000" i="1" smtClean="0">
                              <a:latin typeface="Cambria Math" panose="02040503050406030204" pitchFamily="18" charset="0"/>
                            </a:rPr>
                          </m:ctrlPr>
                        </m:fPr>
                        <m:num>
                          <m:r>
                            <a:rPr kumimoji="1" lang="en-US" altLang="zh-CN" sz="2000" b="0" i="1" smtClean="0">
                              <a:latin typeface="Cambria Math" panose="02040503050406030204" pitchFamily="18" charset="0"/>
                            </a:rPr>
                            <m:t>1</m:t>
                          </m:r>
                        </m:num>
                        <m:den>
                          <m:r>
                            <a:rPr kumimoji="1" lang="en-US" altLang="zh-CN" sz="2000" b="0" i="1" smtClean="0">
                              <a:latin typeface="Cambria Math" panose="02040503050406030204" pitchFamily="18" charset="0"/>
                            </a:rPr>
                            <m:t>𝑛</m:t>
                          </m:r>
                        </m:den>
                      </m:f>
                      <m:nary>
                        <m:naryPr>
                          <m:chr m:val="∑"/>
                          <m:ctrlPr>
                            <a:rPr kumimoji="1" lang="en-US" altLang="zh-CN" sz="2000" i="1" smtClean="0">
                              <a:latin typeface="Cambria Math" panose="02040503050406030204" pitchFamily="18" charset="0"/>
                            </a:rPr>
                          </m:ctrlPr>
                        </m:naryPr>
                        <m:sub>
                          <m:r>
                            <m:rPr>
                              <m:brk m:alnAt="23"/>
                            </m:rPr>
                            <a:rPr kumimoji="1" lang="en-US" altLang="zh-CN" sz="2000" b="0" i="1" smtClean="0">
                              <a:latin typeface="Cambria Math" panose="02040503050406030204" pitchFamily="18" charset="0"/>
                            </a:rPr>
                            <m:t>𝑘</m:t>
                          </m:r>
                          <m:r>
                            <a:rPr kumimoji="1" lang="en-US" altLang="zh-CN" sz="2000" b="0" i="1" smtClean="0">
                              <a:latin typeface="Cambria Math" panose="02040503050406030204" pitchFamily="18" charset="0"/>
                            </a:rPr>
                            <m:t>=1</m:t>
                          </m:r>
                        </m:sub>
                        <m:sup>
                          <m:r>
                            <a:rPr kumimoji="1" lang="en-US" altLang="zh-CN" sz="2000" b="0" i="1" smtClean="0">
                              <a:latin typeface="Cambria Math" panose="02040503050406030204" pitchFamily="18" charset="0"/>
                            </a:rPr>
                            <m:t>𝑛</m:t>
                          </m:r>
                        </m:sup>
                        <m:e>
                          <m:sSub>
                            <m:sSubPr>
                              <m:ctrlPr>
                                <a:rPr kumimoji="1" lang="en-US" altLang="zh-CN" sz="2000" i="1" smtClean="0">
                                  <a:latin typeface="Cambria Math" panose="02040503050406030204" pitchFamily="18" charset="0"/>
                                </a:rPr>
                              </m:ctrlPr>
                            </m:sSubPr>
                            <m:e>
                              <m:r>
                                <a:rPr kumimoji="1" lang="en-US" altLang="zh-CN" sz="2000" b="0" i="1" smtClean="0">
                                  <a:latin typeface="Cambria Math" panose="02040503050406030204" pitchFamily="18" charset="0"/>
                                </a:rPr>
                                <m:t>𝑋</m:t>
                              </m:r>
                            </m:e>
                            <m:sub>
                              <m:r>
                                <a:rPr kumimoji="1" lang="en-US" altLang="zh-CN" sz="2000" b="0" i="1" smtClean="0">
                                  <a:latin typeface="Cambria Math" panose="02040503050406030204" pitchFamily="18" charset="0"/>
                                </a:rPr>
                                <m:t>𝑘</m:t>
                              </m:r>
                            </m:sub>
                          </m:sSub>
                        </m:e>
                      </m:nary>
                    </m:oMath>
                  </m:oMathPara>
                </a14:m>
                <a:endParaRPr kumimoji="1" lang="zh-CN" altLang="en-US" sz="2000" dirty="0"/>
              </a:p>
            </p:txBody>
          </p:sp>
        </mc:Choice>
        <mc:Fallback xmlns="">
          <p:sp>
            <p:nvSpPr>
              <p:cNvPr id="3" name="文本框 2">
                <a:extLst>
                  <a:ext uri="{FF2B5EF4-FFF2-40B4-BE49-F238E27FC236}">
                    <a16:creationId xmlns:a16="http://schemas.microsoft.com/office/drawing/2014/main" id="{ABE1195D-7D9D-BA24-C462-BDBE668F8AF2}"/>
                  </a:ext>
                </a:extLst>
              </p:cNvPr>
              <p:cNvSpPr txBox="1">
                <a:spLocks noRot="1" noChangeAspect="1" noMove="1" noResize="1" noEditPoints="1" noAdjustHandles="1" noChangeArrowheads="1" noChangeShapeType="1" noTextEdit="1"/>
              </p:cNvSpPr>
              <p:nvPr/>
            </p:nvSpPr>
            <p:spPr>
              <a:xfrm>
                <a:off x="3557016" y="3082641"/>
                <a:ext cx="937051" cy="840295"/>
              </a:xfrm>
              <a:prstGeom prst="rect">
                <a:avLst/>
              </a:prstGeom>
              <a:blipFill>
                <a:blip r:embed="rId3"/>
                <a:stretch>
                  <a:fillRect l="-78378" t="-117647" r="-29730" b="-1764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C512E14-610B-2E2A-CA03-B698AD33AA05}"/>
                  </a:ext>
                </a:extLst>
              </p:cNvPr>
              <p:cNvSpPr txBox="1"/>
              <p:nvPr/>
            </p:nvSpPr>
            <p:spPr>
              <a:xfrm>
                <a:off x="2285999" y="4858247"/>
                <a:ext cx="4572000" cy="11005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CN" altLang="zh-CN" sz="2300" i="1" kern="100" smtClean="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sz="2300" i="1" kern="100">
                              <a:latin typeface="Cambria Math" panose="02040503050406030204" pitchFamily="18" charset="0"/>
                              <a:ea typeface="等线" panose="02010600030101010101" pitchFamily="2" charset="-122"/>
                              <a:cs typeface="Times New Roman" panose="02020603050405020304" pitchFamily="18" charset="0"/>
                            </a:rPr>
                            <m:t>𝑙𝑖𝑚</m:t>
                          </m:r>
                        </m:e>
                        <m:lim>
                          <m:r>
                            <a:rPr lang="en-US" altLang="zh-CN" sz="2300" i="1" kern="100">
                              <a:latin typeface="Cambria Math" panose="02040503050406030204" pitchFamily="18" charset="0"/>
                              <a:ea typeface="等线" panose="02010600030101010101" pitchFamily="2" charset="-122"/>
                              <a:cs typeface="Times New Roman" panose="02020603050405020304" pitchFamily="18" charset="0"/>
                            </a:rPr>
                            <m:t>𝑛</m:t>
                          </m:r>
                          <m:r>
                            <a:rPr lang="en-US" altLang="zh-CN" sz="23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300" kern="100">
                              <a:latin typeface="Cambria Math" panose="02040503050406030204" pitchFamily="18" charset="0"/>
                              <a:ea typeface="等线" panose="02010600030101010101" pitchFamily="2" charset="-122"/>
                              <a:cs typeface="Times New Roman" panose="02020603050405020304" pitchFamily="18" charset="0"/>
                            </a:rPr>
                            <m:t>∞</m:t>
                          </m:r>
                        </m:lim>
                      </m:limLow>
                      <m:r>
                        <a:rPr lang="en-US" altLang="zh-CN" sz="2300" b="0" i="1" kern="100" smtClean="0">
                          <a:latin typeface="Cambria Math" panose="02040503050406030204" pitchFamily="18" charset="0"/>
                          <a:ea typeface="等线" panose="02010600030101010101" pitchFamily="2" charset="-122"/>
                          <a:cs typeface="Times New Roman" panose="02020603050405020304" pitchFamily="18" charset="0"/>
                        </a:rPr>
                        <m:t>𝑃</m:t>
                      </m:r>
                      <m:d>
                        <m:dPr>
                          <m:begChr m:val="{"/>
                          <m:endChr m:val="}"/>
                          <m:ctrlPr>
                            <a:rPr lang="en-US" altLang="zh-CN" sz="2300" b="0" i="1" kern="100" smtClean="0">
                              <a:latin typeface="Cambria Math" panose="02040503050406030204" pitchFamily="18" charset="0"/>
                              <a:ea typeface="等线" panose="02010600030101010101" pitchFamily="2" charset="-122"/>
                              <a:cs typeface="Times New Roman" panose="02020603050405020304" pitchFamily="18" charset="0"/>
                            </a:rPr>
                          </m:ctrlPr>
                        </m:dPr>
                        <m:e>
                          <m:d>
                            <m:dPr>
                              <m:begChr m:val="|"/>
                              <m:endChr m:val="|"/>
                              <m:ctrlPr>
                                <a:rPr lang="en-US" altLang="zh-CN" sz="2300" b="0" i="1" kern="100" smtClean="0">
                                  <a:latin typeface="Cambria Math" panose="02040503050406030204" pitchFamily="18" charset="0"/>
                                  <a:ea typeface="等线" panose="02010600030101010101" pitchFamily="2" charset="-122"/>
                                  <a:cs typeface="Times New Roman" panose="02020603050405020304" pitchFamily="18" charset="0"/>
                                </a:rPr>
                              </m:ctrlPr>
                            </m:dPr>
                            <m:e>
                              <m:f>
                                <m:fPr>
                                  <m:ctrlPr>
                                    <a:rPr lang="en-US" altLang="zh-CN" sz="2300" b="0" i="1" kern="100" smtClean="0">
                                      <a:latin typeface="Cambria Math" panose="02040503050406030204" pitchFamily="18" charset="0"/>
                                      <a:ea typeface="等线" panose="02010600030101010101" pitchFamily="2" charset="-122"/>
                                      <a:cs typeface="Times New Roman" panose="02020603050405020304" pitchFamily="18" charset="0"/>
                                    </a:rPr>
                                  </m:ctrlPr>
                                </m:fPr>
                                <m:num>
                                  <m:r>
                                    <a:rPr lang="en-US" altLang="zh-CN" sz="2300" b="0" i="1" kern="100" smtClean="0">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300" b="0" i="1" kern="100" smtClean="0">
                                      <a:latin typeface="Cambria Math" panose="02040503050406030204" pitchFamily="18" charset="0"/>
                                      <a:ea typeface="等线" panose="02010600030101010101" pitchFamily="2" charset="-122"/>
                                      <a:cs typeface="Times New Roman" panose="02020603050405020304" pitchFamily="18" charset="0"/>
                                    </a:rPr>
                                    <m:t>𝑛</m:t>
                                  </m:r>
                                </m:den>
                              </m:f>
                              <m:nary>
                                <m:naryPr>
                                  <m:chr m:val="∑"/>
                                  <m:ctrlPr>
                                    <a:rPr kumimoji="1" lang="en-US" altLang="zh-CN" sz="2300" i="1">
                                      <a:latin typeface="Cambria Math" panose="02040503050406030204" pitchFamily="18" charset="0"/>
                                    </a:rPr>
                                  </m:ctrlPr>
                                </m:naryPr>
                                <m:sub>
                                  <m:r>
                                    <m:rPr>
                                      <m:brk m:alnAt="23"/>
                                    </m:rPr>
                                    <a:rPr kumimoji="1" lang="en-US" altLang="zh-CN" sz="2300" i="1">
                                      <a:latin typeface="Cambria Math" panose="02040503050406030204" pitchFamily="18" charset="0"/>
                                    </a:rPr>
                                    <m:t>𝑘</m:t>
                                  </m:r>
                                  <m:r>
                                    <a:rPr kumimoji="1" lang="en-US" altLang="zh-CN" sz="2300" i="1">
                                      <a:latin typeface="Cambria Math" panose="02040503050406030204" pitchFamily="18" charset="0"/>
                                    </a:rPr>
                                    <m:t>=1</m:t>
                                  </m:r>
                                </m:sub>
                                <m:sup>
                                  <m:r>
                                    <a:rPr kumimoji="1" lang="en-US" altLang="zh-CN" sz="2300" i="1">
                                      <a:latin typeface="Cambria Math" panose="02040503050406030204" pitchFamily="18" charset="0"/>
                                    </a:rPr>
                                    <m:t>𝑛</m:t>
                                  </m:r>
                                </m:sup>
                                <m:e>
                                  <m:sSub>
                                    <m:sSubPr>
                                      <m:ctrlPr>
                                        <a:rPr kumimoji="1" lang="en-US" altLang="zh-CN" sz="2300" i="1">
                                          <a:latin typeface="Cambria Math" panose="02040503050406030204" pitchFamily="18" charset="0"/>
                                        </a:rPr>
                                      </m:ctrlPr>
                                    </m:sSubPr>
                                    <m:e>
                                      <m:r>
                                        <a:rPr kumimoji="1" lang="en-US" altLang="zh-CN" sz="2300" i="1">
                                          <a:latin typeface="Cambria Math" panose="02040503050406030204" pitchFamily="18" charset="0"/>
                                        </a:rPr>
                                        <m:t>𝑋</m:t>
                                      </m:r>
                                    </m:e>
                                    <m:sub>
                                      <m:r>
                                        <a:rPr kumimoji="1" lang="en-US" altLang="zh-CN" sz="2300" i="1">
                                          <a:latin typeface="Cambria Math" panose="02040503050406030204" pitchFamily="18" charset="0"/>
                                        </a:rPr>
                                        <m:t>𝑘</m:t>
                                      </m:r>
                                    </m:sub>
                                  </m:sSub>
                                </m:e>
                              </m:nary>
                              <m:r>
                                <a:rPr kumimoji="1" lang="en-US" altLang="zh-CN" sz="2300" b="0" i="1" smtClean="0">
                                  <a:latin typeface="Cambria Math" panose="02040503050406030204" pitchFamily="18" charset="0"/>
                                </a:rPr>
                                <m:t>−</m:t>
                              </m:r>
                              <m:r>
                                <a:rPr kumimoji="1" lang="en-US" altLang="zh-CN" sz="2300" b="0" i="1" smtClean="0">
                                  <a:latin typeface="Cambria Math" panose="02040503050406030204" pitchFamily="18" charset="0"/>
                                  <a:ea typeface="Cambria Math" panose="02040503050406030204" pitchFamily="18" charset="0"/>
                                </a:rPr>
                                <m:t>𝜇</m:t>
                              </m:r>
                            </m:e>
                          </m:d>
                          <m:r>
                            <a:rPr lang="en-US" altLang="zh-CN" sz="2300" b="0" i="1" kern="100" smtClean="0">
                              <a:latin typeface="Cambria Math" panose="02040503050406030204" pitchFamily="18" charset="0"/>
                              <a:ea typeface="Cambria Math" panose="02040503050406030204" pitchFamily="18" charset="0"/>
                              <a:cs typeface="Times New Roman" panose="02020603050405020304" pitchFamily="18" charset="0"/>
                            </a:rPr>
                            <m:t>&lt;</m:t>
                          </m:r>
                          <m:r>
                            <a:rPr lang="en-US" altLang="zh-CN" sz="2300" b="0" i="1" kern="100" smtClean="0">
                              <a:latin typeface="Cambria Math" panose="02040503050406030204" pitchFamily="18" charset="0"/>
                              <a:ea typeface="Cambria Math" panose="02040503050406030204" pitchFamily="18" charset="0"/>
                              <a:cs typeface="Times New Roman" panose="02020603050405020304" pitchFamily="18" charset="0"/>
                            </a:rPr>
                            <m:t>𝜀</m:t>
                          </m:r>
                        </m:e>
                      </m:d>
                      <m:r>
                        <a:rPr lang="en-US" altLang="zh-CN" sz="2300" b="0" i="1" kern="100" smtClean="0">
                          <a:latin typeface="Cambria Math" panose="02040503050406030204" pitchFamily="18" charset="0"/>
                          <a:ea typeface="等线" panose="02010600030101010101" pitchFamily="2" charset="-122"/>
                          <a:cs typeface="Times New Roman" panose="02020603050405020304" pitchFamily="18" charset="0"/>
                        </a:rPr>
                        <m:t>=1</m:t>
                      </m:r>
                    </m:oMath>
                  </m:oMathPara>
                </a14:m>
                <a:endParaRPr lang="zh-CN" altLang="en-US" sz="2300" dirty="0"/>
              </a:p>
            </p:txBody>
          </p:sp>
        </mc:Choice>
        <mc:Fallback xmlns="">
          <p:sp>
            <p:nvSpPr>
              <p:cNvPr id="4" name="文本框 3">
                <a:extLst>
                  <a:ext uri="{FF2B5EF4-FFF2-40B4-BE49-F238E27FC236}">
                    <a16:creationId xmlns:a16="http://schemas.microsoft.com/office/drawing/2014/main" id="{DC512E14-610B-2E2A-CA03-B698AD33AA05}"/>
                  </a:ext>
                </a:extLst>
              </p:cNvPr>
              <p:cNvSpPr txBox="1">
                <a:spLocks noRot="1" noChangeAspect="1" noMove="1" noResize="1" noEditPoints="1" noAdjustHandles="1" noChangeArrowheads="1" noChangeShapeType="1" noTextEdit="1"/>
              </p:cNvSpPr>
              <p:nvPr/>
            </p:nvSpPr>
            <p:spPr>
              <a:xfrm>
                <a:off x="2285999" y="4858247"/>
                <a:ext cx="4572000" cy="1100558"/>
              </a:xfrm>
              <a:prstGeom prst="rect">
                <a:avLst/>
              </a:prstGeom>
              <a:blipFill>
                <a:blip r:embed="rId4"/>
                <a:stretch>
                  <a:fillRect t="-103448" b="-1528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8292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F844906-05F1-87FE-9B4D-735A13034A14}"/>
                  </a:ext>
                </a:extLst>
              </p:cNvPr>
              <p:cNvSpPr>
                <a:spLocks noGrp="1"/>
              </p:cNvSpPr>
              <p:nvPr>
                <p:ph idx="1"/>
              </p:nvPr>
            </p:nvSpPr>
            <p:spPr>
              <a:xfrm>
                <a:off x="273503" y="1225888"/>
                <a:ext cx="8596993" cy="4580165"/>
              </a:xfrm>
            </p:spPr>
            <p:txBody>
              <a:bodyPr>
                <a:noAutofit/>
              </a:bodyPr>
              <a:lstStyle/>
              <a:p>
                <a:pPr marL="0" indent="0">
                  <a:lnSpc>
                    <a:spcPct val="125000"/>
                  </a:lnSpc>
                  <a:buNone/>
                </a:pPr>
                <a:r>
                  <a:rPr lang="zh-CN" altLang="en-US" sz="2200" dirty="0"/>
                  <a:t>证       我们只在随机变量的方差</a:t>
                </a:r>
                <a14:m>
                  <m:oMath xmlns:m="http://schemas.openxmlformats.org/officeDocument/2006/math">
                    <m:r>
                      <a:rPr lang="en-US" altLang="zh-CN" sz="2200">
                        <a:latin typeface="Cambria Math" panose="02040503050406030204" pitchFamily="18" charset="0"/>
                      </a:rPr>
                      <m:t>𝐷</m:t>
                    </m:r>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m:rPr>
                            <m:sty m:val="p"/>
                          </m:rPr>
                          <a:rPr lang="en-US" altLang="zh-CN" sz="2200">
                            <a:latin typeface="Cambria Math" panose="02040503050406030204" pitchFamily="18" charset="0"/>
                          </a:rPr>
                          <m:t>k</m:t>
                        </m:r>
                      </m:sub>
                    </m:sSub>
                    <m:r>
                      <a:rPr lang="en-US" altLang="zh-CN" sz="2200">
                        <a:latin typeface="Cambria Math" panose="02040503050406030204" pitchFamily="18" charset="0"/>
                      </a:rPr>
                      <m:t>)=</m:t>
                    </m:r>
                    <m:sSup>
                      <m:sSupPr>
                        <m:ctrlPr>
                          <a:rPr lang="zh-CN" altLang="zh-CN" sz="2200" i="1">
                            <a:latin typeface="Cambria Math" panose="02040503050406030204" pitchFamily="18" charset="0"/>
                          </a:rPr>
                        </m:ctrlPr>
                      </m:sSupPr>
                      <m:e>
                        <m:r>
                          <m:rPr>
                            <m:sty m:val="p"/>
                          </m:rPr>
                          <a:rPr lang="el-GR" altLang="zh-CN" sz="2200" i="1">
                            <a:latin typeface="Cambria Math" panose="02040503050406030204" pitchFamily="18" charset="0"/>
                            <a:ea typeface="Cambria Math" panose="02040503050406030204" pitchFamily="18" charset="0"/>
                          </a:rPr>
                          <m:t>σ</m:t>
                        </m:r>
                      </m:e>
                      <m:sup>
                        <m:r>
                          <a:rPr lang="en-US" altLang="zh-CN" sz="2200">
                            <a:latin typeface="Cambria Math" panose="02040503050406030204" pitchFamily="18" charset="0"/>
                          </a:rPr>
                          <m:t>2</m:t>
                        </m:r>
                      </m:sup>
                    </m:sSup>
                    <m:r>
                      <a:rPr lang="en-US" altLang="zh-CN" sz="2200">
                        <a:latin typeface="Cambria Math" panose="02040503050406030204" pitchFamily="18" charset="0"/>
                      </a:rPr>
                      <m:t>(</m:t>
                    </m:r>
                    <m:r>
                      <a:rPr lang="en-US" altLang="zh-CN" sz="2200">
                        <a:latin typeface="Cambria Math" panose="02040503050406030204" pitchFamily="18" charset="0"/>
                      </a:rPr>
                      <m:t>𝑘</m:t>
                    </m:r>
                    <m:r>
                      <a:rPr lang="en-US" altLang="zh-CN" sz="2200">
                        <a:latin typeface="Cambria Math" panose="02040503050406030204" pitchFamily="18" charset="0"/>
                      </a:rPr>
                      <m:t>=1,2,⋯)</m:t>
                    </m:r>
                  </m:oMath>
                </a14:m>
                <a:r>
                  <a:rPr lang="zh-CN" altLang="en-US" sz="2200" dirty="0"/>
                  <a:t>存在这一条件下证明上述结果，因为</a:t>
                </a:r>
                <a:endParaRPr lang="zh-CN" altLang="zh-CN" sz="2200" dirty="0"/>
              </a:p>
              <a:p>
                <a:pPr marL="0" indent="0">
                  <a:lnSpc>
                    <a:spcPct val="114000"/>
                  </a:lnSpc>
                  <a:buNone/>
                </a:pPr>
                <a14:m>
                  <m:oMathPara xmlns:m="http://schemas.openxmlformats.org/officeDocument/2006/math">
                    <m:oMathParaPr>
                      <m:jc m:val="centerGroup"/>
                    </m:oMathParaPr>
                    <m:oMath xmlns:m="http://schemas.openxmlformats.org/officeDocument/2006/math">
                      <m:r>
                        <a:rPr lang="en-US" altLang="zh-CN" sz="2200" smtClean="0">
                          <a:latin typeface="Cambria Math" panose="02040503050406030204" pitchFamily="18" charset="0"/>
                        </a:rPr>
                        <m:t>𝐸</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r>
                            <a:rPr lang="en-US" altLang="zh-CN" sz="2200">
                              <a:latin typeface="Cambria Math" panose="02040503050406030204" pitchFamily="18" charset="0"/>
                            </a:rPr>
                            <m:t>𝑛</m:t>
                          </m:r>
                        </m:den>
                      </m:f>
                      <m:nary>
                        <m:naryPr>
                          <m:chr m:val="∑"/>
                          <m:limLoc m:val="undOvr"/>
                          <m:grow m:val="on"/>
                          <m:ctrlPr>
                            <a:rPr lang="zh-CN" altLang="zh-CN" sz="2200" i="1">
                              <a:latin typeface="Cambria Math" panose="02040503050406030204" pitchFamily="18" charset="0"/>
                            </a:rPr>
                          </m:ctrlPr>
                        </m:naryPr>
                        <m:sub>
                          <m:r>
                            <m:rPr>
                              <m:sty m:val="p"/>
                              <m:brk/>
                              <m:aln/>
                            </m:rPr>
                            <a:rPr lang="en-US" altLang="zh-CN" sz="2200">
                              <a:latin typeface="Cambria Math" panose="02040503050406030204" pitchFamily="18" charset="0"/>
                            </a:rPr>
                            <m:t>k</m:t>
                          </m:r>
                          <m:r>
                            <a:rPr lang="en-US" altLang="zh-CN" sz="2200">
                              <a:latin typeface="Cambria Math" panose="02040503050406030204" pitchFamily="18" charset="0"/>
                            </a:rPr>
                            <m:t>=1</m:t>
                          </m:r>
                        </m:sub>
                        <m:sup>
                          <m:r>
                            <a:rPr lang="en-US" altLang="zh-CN" sz="2200">
                              <a:latin typeface="Cambria Math" panose="02040503050406030204" pitchFamily="18" charset="0"/>
                            </a:rPr>
                            <m:t>𝑛</m:t>
                          </m:r>
                        </m:sup>
                        <m:e>
                          <m:r>
                            <a:rPr lang="en-US" altLang="zh-CN" sz="2200">
                              <a:latin typeface="Cambria Math" panose="02040503050406030204" pitchFamily="18" charset="0"/>
                            </a:rPr>
                            <m:t> </m:t>
                          </m:r>
                        </m:e>
                      </m:nary>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m:rPr>
                              <m:sty m:val="p"/>
                            </m:rPr>
                            <a:rPr lang="en-US" altLang="zh-CN" sz="2200">
                              <a:latin typeface="Cambria Math" panose="02040503050406030204" pitchFamily="18" charset="0"/>
                            </a:rPr>
                            <m:t>k</m:t>
                          </m:r>
                        </m:sub>
                      </m:sSub>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r>
                            <a:rPr lang="en-US" altLang="zh-CN" sz="2200">
                              <a:latin typeface="Cambria Math" panose="02040503050406030204" pitchFamily="18" charset="0"/>
                            </a:rPr>
                            <m:t>𝑛</m:t>
                          </m:r>
                        </m:den>
                      </m:f>
                      <m:nary>
                        <m:naryPr>
                          <m:chr m:val="∑"/>
                          <m:limLoc m:val="undOvr"/>
                          <m:grow m:val="on"/>
                          <m:ctrlPr>
                            <a:rPr lang="zh-CN" altLang="zh-CN" sz="2200" i="1">
                              <a:latin typeface="Cambria Math" panose="02040503050406030204" pitchFamily="18" charset="0"/>
                            </a:rPr>
                          </m:ctrlPr>
                        </m:naryPr>
                        <m:sub>
                          <m:r>
                            <m:rPr>
                              <m:sty m:val="p"/>
                              <m:brk/>
                              <m:aln/>
                            </m:rPr>
                            <a:rPr lang="en-US" altLang="zh-CN" sz="2200">
                              <a:latin typeface="Cambria Math" panose="02040503050406030204" pitchFamily="18" charset="0"/>
                            </a:rPr>
                            <m:t>k</m:t>
                          </m:r>
                          <m:r>
                            <a:rPr lang="en-US" altLang="zh-CN" sz="2200">
                              <a:latin typeface="Cambria Math" panose="02040503050406030204" pitchFamily="18" charset="0"/>
                            </a:rPr>
                            <m:t>=1</m:t>
                          </m:r>
                        </m:sub>
                        <m:sup>
                          <m:r>
                            <a:rPr lang="en-US" altLang="zh-CN" sz="2200">
                              <a:latin typeface="Cambria Math" panose="02040503050406030204" pitchFamily="18" charset="0"/>
                            </a:rPr>
                            <m:t>𝑛</m:t>
                          </m:r>
                        </m:sup>
                        <m:e>
                          <m:r>
                            <a:rPr lang="en-US" altLang="zh-CN" sz="2200">
                              <a:latin typeface="Cambria Math" panose="02040503050406030204" pitchFamily="18" charset="0"/>
                            </a:rPr>
                            <m:t> </m:t>
                          </m:r>
                        </m:e>
                      </m:nary>
                      <m:r>
                        <a:rPr lang="en-US" altLang="zh-CN" sz="2200">
                          <a:latin typeface="Cambria Math" panose="02040503050406030204" pitchFamily="18" charset="0"/>
                        </a:rPr>
                        <m:t>𝐸</m:t>
                      </m:r>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m:rPr>
                              <m:sty m:val="p"/>
                            </m:rPr>
                            <a:rPr lang="en-US" altLang="zh-CN" sz="2200">
                              <a:latin typeface="Cambria Math" panose="02040503050406030204" pitchFamily="18" charset="0"/>
                            </a:rPr>
                            <m:t>k</m:t>
                          </m:r>
                        </m:sub>
                      </m:sSub>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r>
                            <a:rPr lang="en-US" altLang="zh-CN" sz="2200">
                              <a:latin typeface="Cambria Math" panose="02040503050406030204" pitchFamily="18" charset="0"/>
                            </a:rPr>
                            <m:t>𝑛</m:t>
                          </m:r>
                        </m:den>
                      </m:f>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𝑛</m:t>
                          </m:r>
                        </m:e>
                        <m:sub>
                          <m:r>
                            <a:rPr lang="en-US" altLang="zh-CN" sz="2200">
                              <a:latin typeface="Cambria Math" panose="02040503050406030204" pitchFamily="18" charset="0"/>
                            </a:rPr>
                            <m:t> </m:t>
                          </m:r>
                        </m:sub>
                      </m:sSub>
                      <m:r>
                        <m:rPr>
                          <m:sty m:val="p"/>
                        </m:rPr>
                        <a:rPr lang="el-GR" altLang="zh-CN" sz="2200" i="1">
                          <a:latin typeface="Cambria Math" panose="02040503050406030204" pitchFamily="18" charset="0"/>
                          <a:ea typeface="Cambria Math" panose="02040503050406030204" pitchFamily="18" charset="0"/>
                        </a:rPr>
                        <m:t>μ</m:t>
                      </m:r>
                      <m:r>
                        <a:rPr lang="en-US" altLang="zh-CN" sz="2200">
                          <a:latin typeface="Cambria Math" panose="02040503050406030204" pitchFamily="18" charset="0"/>
                        </a:rPr>
                        <m:t>=</m:t>
                      </m:r>
                      <m:r>
                        <m:rPr>
                          <m:sty m:val="p"/>
                        </m:rPr>
                        <a:rPr lang="el-GR" altLang="zh-CN" sz="2200" i="1">
                          <a:latin typeface="Cambria Math" panose="02040503050406030204" pitchFamily="18" charset="0"/>
                          <a:ea typeface="Cambria Math" panose="02040503050406030204" pitchFamily="18" charset="0"/>
                        </a:rPr>
                        <m:t>μ</m:t>
                      </m:r>
                    </m:oMath>
                  </m:oMathPara>
                </a14:m>
                <a:endParaRPr lang="zh-CN" altLang="zh-CN" sz="2200" dirty="0"/>
              </a:p>
              <a:p>
                <a:pPr marL="0" indent="0">
                  <a:lnSpc>
                    <a:spcPct val="125000"/>
                  </a:lnSpc>
                  <a:buNone/>
                </a:pPr>
                <a:r>
                  <a:rPr lang="zh-CN" altLang="en-US" sz="2200" dirty="0"/>
                  <a:t>又由</a:t>
                </a:r>
                <a:r>
                  <a:rPr lang="zh-CN" altLang="en-US" sz="2200" dirty="0">
                    <a:solidFill>
                      <a:srgbClr val="FF0000"/>
                    </a:solidFill>
                  </a:rPr>
                  <a:t>独立性</a:t>
                </a:r>
                <a:r>
                  <a:rPr lang="zh-CN" altLang="en-US" sz="2200" dirty="0"/>
                  <a:t>得</a:t>
                </a:r>
                <a:endParaRPr lang="en-US" altLang="zh-CN" sz="2200" dirty="0"/>
              </a:p>
              <a:p>
                <a:pPr marL="0" indent="0">
                  <a:lnSpc>
                    <a:spcPct val="125000"/>
                  </a:lnSpc>
                  <a:buNone/>
                </a:pPr>
                <a14:m>
                  <m:oMathPara xmlns:m="http://schemas.openxmlformats.org/officeDocument/2006/math">
                    <m:oMathParaPr>
                      <m:jc m:val="centerGroup"/>
                    </m:oMathParaPr>
                    <m:oMath xmlns:m="http://schemas.openxmlformats.org/officeDocument/2006/math">
                      <m:r>
                        <a:rPr lang="en-US" altLang="zh-CN" sz="2200">
                          <a:latin typeface="Cambria Math" panose="02040503050406030204" pitchFamily="18" charset="0"/>
                        </a:rPr>
                        <m:t>𝐷</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r>
                            <a:rPr lang="en-US" altLang="zh-CN" sz="2200">
                              <a:latin typeface="Cambria Math" panose="02040503050406030204" pitchFamily="18" charset="0"/>
                            </a:rPr>
                            <m:t>𝑛</m:t>
                          </m:r>
                        </m:den>
                      </m:f>
                      <m:nary>
                        <m:naryPr>
                          <m:chr m:val="∑"/>
                          <m:limLoc m:val="undOvr"/>
                          <m:grow m:val="on"/>
                          <m:ctrlPr>
                            <a:rPr lang="zh-CN" altLang="zh-CN" sz="2200" i="1">
                              <a:latin typeface="Cambria Math" panose="02040503050406030204" pitchFamily="18" charset="0"/>
                            </a:rPr>
                          </m:ctrlPr>
                        </m:naryPr>
                        <m:sub>
                          <m:r>
                            <a:rPr lang="en-US" altLang="zh-CN" sz="2200">
                              <a:latin typeface="Cambria Math" panose="02040503050406030204" pitchFamily="18" charset="0"/>
                            </a:rPr>
                            <m:t>𝑘</m:t>
                          </m:r>
                          <m:r>
                            <a:rPr lang="en-US" altLang="zh-CN" sz="2200">
                              <a:latin typeface="Cambria Math" panose="02040503050406030204" pitchFamily="18" charset="0"/>
                            </a:rPr>
                            <m:t>=1</m:t>
                          </m:r>
                        </m:sub>
                        <m:sup>
                          <m:r>
                            <m:rPr>
                              <m:sty m:val="p"/>
                            </m:rPr>
                            <a:rPr lang="en-US" altLang="zh-CN" sz="2200">
                              <a:latin typeface="Cambria Math" panose="02040503050406030204" pitchFamily="18" charset="0"/>
                            </a:rPr>
                            <m:t>n</m:t>
                          </m:r>
                        </m:sup>
                        <m:e>
                          <m:r>
                            <a:rPr lang="en-US" altLang="zh-CN" sz="2200">
                              <a:latin typeface="Cambria Math" panose="02040503050406030204" pitchFamily="18" charset="0"/>
                            </a:rPr>
                            <m:t> </m:t>
                          </m:r>
                        </m:e>
                      </m:nary>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m:rPr>
                              <m:sty m:val="p"/>
                            </m:rPr>
                            <a:rPr lang="en-US" altLang="zh-CN" sz="2200">
                              <a:latin typeface="Cambria Math" panose="02040503050406030204" pitchFamily="18" charset="0"/>
                            </a:rPr>
                            <m:t>k</m:t>
                          </m:r>
                        </m:sub>
                      </m:sSub>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sSup>
                            <m:sSupPr>
                              <m:ctrlPr>
                                <a:rPr lang="zh-CN" altLang="zh-CN" sz="2200" i="1">
                                  <a:latin typeface="Cambria Math" panose="02040503050406030204" pitchFamily="18" charset="0"/>
                                </a:rPr>
                              </m:ctrlPr>
                            </m:sSupPr>
                            <m:e>
                              <m:r>
                                <a:rPr lang="en-US" altLang="zh-CN" sz="2200">
                                  <a:latin typeface="Cambria Math" panose="02040503050406030204" pitchFamily="18" charset="0"/>
                                </a:rPr>
                                <m:t>𝑛</m:t>
                              </m:r>
                            </m:e>
                            <m:sup>
                              <m:r>
                                <a:rPr lang="en-US" altLang="zh-CN" sz="2200">
                                  <a:latin typeface="Cambria Math" panose="02040503050406030204" pitchFamily="18" charset="0"/>
                                </a:rPr>
                                <m:t>2</m:t>
                              </m:r>
                            </m:sup>
                          </m:sSup>
                        </m:den>
                      </m:f>
                      <m:nary>
                        <m:naryPr>
                          <m:chr m:val="∑"/>
                          <m:limLoc m:val="undOvr"/>
                          <m:grow m:val="on"/>
                          <m:ctrlPr>
                            <a:rPr lang="zh-CN" altLang="zh-CN" sz="2200" i="1">
                              <a:latin typeface="Cambria Math" panose="02040503050406030204" pitchFamily="18" charset="0"/>
                            </a:rPr>
                          </m:ctrlPr>
                        </m:naryPr>
                        <m:sub>
                          <m:r>
                            <m:rPr>
                              <m:sty m:val="p"/>
                              <m:brk/>
                              <m:aln/>
                            </m:rPr>
                            <a:rPr lang="en-US" altLang="zh-CN" sz="2200">
                              <a:latin typeface="Cambria Math" panose="02040503050406030204" pitchFamily="18" charset="0"/>
                            </a:rPr>
                            <m:t>k</m:t>
                          </m:r>
                          <m:r>
                            <a:rPr lang="en-US" altLang="zh-CN" sz="2200">
                              <a:latin typeface="Cambria Math" panose="02040503050406030204" pitchFamily="18" charset="0"/>
                            </a:rPr>
                            <m:t>=1</m:t>
                          </m:r>
                        </m:sub>
                        <m:sup>
                          <m:r>
                            <a:rPr lang="en-US" altLang="zh-CN" sz="2200">
                              <a:latin typeface="Cambria Math" panose="02040503050406030204" pitchFamily="18" charset="0"/>
                            </a:rPr>
                            <m:t>𝑛</m:t>
                          </m:r>
                        </m:sup>
                        <m:e>
                          <m:r>
                            <a:rPr lang="en-US" altLang="zh-CN" sz="2200">
                              <a:latin typeface="Cambria Math" panose="02040503050406030204" pitchFamily="18" charset="0"/>
                            </a:rPr>
                            <m:t> </m:t>
                          </m:r>
                        </m:e>
                      </m:nary>
                      <m:r>
                        <a:rPr lang="en-US" altLang="zh-CN" sz="2200">
                          <a:latin typeface="Cambria Math" panose="02040503050406030204" pitchFamily="18" charset="0"/>
                        </a:rPr>
                        <m:t>𝐷</m:t>
                      </m:r>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m:rPr>
                              <m:sty m:val="p"/>
                            </m:rPr>
                            <a:rPr lang="en-US" altLang="zh-CN" sz="2200">
                              <a:latin typeface="Cambria Math" panose="02040503050406030204" pitchFamily="18" charset="0"/>
                            </a:rPr>
                            <m:t>k</m:t>
                          </m:r>
                        </m:sub>
                      </m:sSub>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sSup>
                            <m:sSupPr>
                              <m:ctrlPr>
                                <a:rPr lang="zh-CN" altLang="zh-CN" sz="2200" i="1">
                                  <a:latin typeface="Cambria Math" panose="02040503050406030204" pitchFamily="18" charset="0"/>
                                </a:rPr>
                              </m:ctrlPr>
                            </m:sSupPr>
                            <m:e>
                              <m:r>
                                <a:rPr lang="en-US" altLang="zh-CN" sz="2200">
                                  <a:latin typeface="Cambria Math" panose="02040503050406030204" pitchFamily="18" charset="0"/>
                                </a:rPr>
                                <m:t>𝑛</m:t>
                              </m:r>
                            </m:e>
                            <m:sup>
                              <m:r>
                                <a:rPr lang="en-US" altLang="zh-CN" sz="2200">
                                  <a:latin typeface="Cambria Math" panose="02040503050406030204" pitchFamily="18" charset="0"/>
                                </a:rPr>
                                <m:t>2</m:t>
                              </m:r>
                            </m:sup>
                          </m:sSup>
                        </m:den>
                      </m:f>
                      <m:sSup>
                        <m:sSupPr>
                          <m:ctrlPr>
                            <a:rPr lang="zh-CN" altLang="zh-CN" sz="2200" i="1">
                              <a:latin typeface="Cambria Math" panose="02040503050406030204" pitchFamily="18" charset="0"/>
                            </a:rPr>
                          </m:ctrlPr>
                        </m:sSupPr>
                        <m:e>
                          <m:r>
                            <m:rPr>
                              <m:sty m:val="p"/>
                            </m:rPr>
                            <a:rPr lang="en-US" altLang="zh-CN" sz="2200">
                              <a:latin typeface="Cambria Math" panose="02040503050406030204" pitchFamily="18" charset="0"/>
                            </a:rPr>
                            <m:t>n</m:t>
                          </m:r>
                          <m:r>
                            <m:rPr>
                              <m:sty m:val="p"/>
                            </m:rPr>
                            <a:rPr lang="el-GR" altLang="zh-CN" sz="2200" i="1">
                              <a:latin typeface="Cambria Math" panose="02040503050406030204" pitchFamily="18" charset="0"/>
                              <a:ea typeface="Cambria Math" panose="02040503050406030204" pitchFamily="18" charset="0"/>
                            </a:rPr>
                            <m:t>σ</m:t>
                          </m:r>
                        </m:e>
                        <m:sup>
                          <m:r>
                            <a:rPr lang="en-US" altLang="zh-CN" sz="2200">
                              <a:latin typeface="Cambria Math" panose="02040503050406030204" pitchFamily="18" charset="0"/>
                            </a:rPr>
                            <m:t>2</m:t>
                          </m:r>
                        </m:sup>
                      </m:sSup>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sSup>
                            <m:sSupPr>
                              <m:ctrlPr>
                                <a:rPr lang="zh-CN" altLang="zh-CN" sz="2200" i="1">
                                  <a:latin typeface="Cambria Math" panose="02040503050406030204" pitchFamily="18" charset="0"/>
                                </a:rPr>
                              </m:ctrlPr>
                            </m:sSupPr>
                            <m:e>
                              <m:r>
                                <m:rPr>
                                  <m:sty m:val="p"/>
                                </m:rPr>
                                <a:rPr lang="el-GR" altLang="zh-CN" sz="2200" i="1">
                                  <a:latin typeface="Cambria Math" panose="02040503050406030204" pitchFamily="18" charset="0"/>
                                  <a:ea typeface="Cambria Math" panose="02040503050406030204" pitchFamily="18" charset="0"/>
                                </a:rPr>
                                <m:t>σ</m:t>
                              </m:r>
                            </m:e>
                            <m:sup>
                              <m:r>
                                <a:rPr lang="en-US" altLang="zh-CN" sz="2200">
                                  <a:latin typeface="Cambria Math" panose="02040503050406030204" pitchFamily="18" charset="0"/>
                                </a:rPr>
                                <m:t>2</m:t>
                              </m:r>
                            </m:sup>
                          </m:sSup>
                        </m:num>
                        <m:den>
                          <m:r>
                            <a:rPr lang="en-US" altLang="zh-CN" sz="2200">
                              <a:latin typeface="Cambria Math" panose="02040503050406030204" pitchFamily="18" charset="0"/>
                            </a:rPr>
                            <m:t>𝑛</m:t>
                          </m:r>
                        </m:den>
                      </m:f>
                    </m:oMath>
                  </m:oMathPara>
                </a14:m>
                <a:endParaRPr lang="zh-CN" altLang="zh-CN" sz="2200" dirty="0"/>
              </a:p>
              <a:p>
                <a:pPr marL="0" indent="0">
                  <a:lnSpc>
                    <a:spcPct val="125000"/>
                  </a:lnSpc>
                  <a:buNone/>
                </a:pPr>
                <a:r>
                  <a:rPr lang="zh-CN" altLang="en-US" sz="2200" dirty="0"/>
                  <a:t>由</a:t>
                </a:r>
                <a:r>
                  <a:rPr lang="zh-CN" altLang="en-US" sz="2200" dirty="0">
                    <a:solidFill>
                      <a:srgbClr val="FF0000"/>
                    </a:solidFill>
                  </a:rPr>
                  <a:t>切比雪夫不等式</a:t>
                </a:r>
                <a:r>
                  <a:rPr lang="zh-CN" altLang="en-US" sz="2200" dirty="0"/>
                  <a:t>得</a:t>
                </a:r>
                <a:endParaRPr lang="en-US" altLang="zh-CN" sz="2200" dirty="0"/>
              </a:p>
              <a:p>
                <a:pPr marL="0" indent="0">
                  <a:lnSpc>
                    <a:spcPct val="125000"/>
                  </a:lnSpc>
                  <a:buNone/>
                </a:pPr>
                <a14:m>
                  <m:oMathPara xmlns:m="http://schemas.openxmlformats.org/officeDocument/2006/math">
                    <m:oMathParaPr>
                      <m:jc m:val="centerGroup"/>
                    </m:oMathParaPr>
                    <m:oMath xmlns:m="http://schemas.openxmlformats.org/officeDocument/2006/math">
                      <m:r>
                        <a:rPr lang="en-US" altLang="zh-CN" sz="2200">
                          <a:latin typeface="Cambria Math" panose="02040503050406030204" pitchFamily="18" charset="0"/>
                        </a:rPr>
                        <m:t>1≥</m:t>
                      </m:r>
                      <m:r>
                        <a:rPr lang="en-US" altLang="zh-CN" sz="2200">
                          <a:latin typeface="Cambria Math" panose="02040503050406030204" pitchFamily="18" charset="0"/>
                        </a:rPr>
                        <m:t>𝑃</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r>
                            <a:rPr lang="en-US" altLang="zh-CN" sz="2200">
                              <a:latin typeface="Cambria Math" panose="02040503050406030204" pitchFamily="18" charset="0"/>
                            </a:rPr>
                            <m:t>𝑛</m:t>
                          </m:r>
                        </m:den>
                      </m:f>
                      <m:nary>
                        <m:naryPr>
                          <m:chr m:val="∑"/>
                          <m:limLoc m:val="undOvr"/>
                          <m:grow m:val="on"/>
                          <m:ctrlPr>
                            <a:rPr lang="zh-CN" altLang="zh-CN" sz="2200" i="1">
                              <a:latin typeface="Cambria Math" panose="02040503050406030204" pitchFamily="18" charset="0"/>
                            </a:rPr>
                          </m:ctrlPr>
                        </m:naryPr>
                        <m:sub>
                          <m:r>
                            <a:rPr lang="en-US" altLang="zh-CN" sz="2200">
                              <a:latin typeface="Cambria Math" panose="02040503050406030204" pitchFamily="18" charset="0"/>
                            </a:rPr>
                            <m:t>𝑘</m:t>
                          </m:r>
                          <m:r>
                            <a:rPr lang="en-US" altLang="zh-CN" sz="2200">
                              <a:latin typeface="Cambria Math" panose="02040503050406030204" pitchFamily="18" charset="0"/>
                            </a:rPr>
                            <m:t>=1</m:t>
                          </m:r>
                        </m:sub>
                        <m:sup>
                          <m:r>
                            <a:rPr lang="en-US" altLang="zh-CN" sz="2200">
                              <a:latin typeface="Cambria Math" panose="02040503050406030204" pitchFamily="18" charset="0"/>
                            </a:rPr>
                            <m:t>𝑛</m:t>
                          </m:r>
                        </m:sup>
                        <m:e>
                          <m:r>
                            <a:rPr lang="en-US" altLang="zh-CN" sz="2200">
                              <a:latin typeface="Cambria Math" panose="02040503050406030204" pitchFamily="18" charset="0"/>
                            </a:rPr>
                            <m:t> </m:t>
                          </m:r>
                        </m:e>
                      </m:nary>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m:rPr>
                              <m:sty m:val="p"/>
                            </m:rPr>
                            <a:rPr lang="en-US" altLang="zh-CN" sz="2200">
                              <a:latin typeface="Cambria Math" panose="02040503050406030204" pitchFamily="18" charset="0"/>
                            </a:rPr>
                            <m:t>k</m:t>
                          </m:r>
                        </m:sub>
                      </m:sSub>
                      <m:r>
                        <a:rPr lang="en-US" altLang="zh-CN" sz="2200">
                          <a:latin typeface="Cambria Math" panose="02040503050406030204" pitchFamily="18" charset="0"/>
                        </a:rPr>
                        <m:t>−</m:t>
                      </m:r>
                      <m:r>
                        <m:rPr>
                          <m:sty m:val="p"/>
                        </m:rPr>
                        <a:rPr lang="el-GR" altLang="zh-CN" sz="2200" i="1">
                          <a:latin typeface="Cambria Math" panose="02040503050406030204" pitchFamily="18" charset="0"/>
                          <a:ea typeface="Cambria Math" panose="02040503050406030204" pitchFamily="18" charset="0"/>
                        </a:rPr>
                        <m:t>μ</m:t>
                      </m:r>
                      <m:r>
                        <a:rPr lang="en-US" altLang="zh-CN" sz="2200">
                          <a:latin typeface="Cambria Math" panose="02040503050406030204" pitchFamily="18" charset="0"/>
                        </a:rPr>
                        <m:t>|&lt;</m:t>
                      </m:r>
                      <m:r>
                        <m:rPr>
                          <m:sty m:val="p"/>
                        </m:rPr>
                        <a:rPr lang="el-GR" altLang="zh-CN" sz="2200" i="1">
                          <a:latin typeface="Cambria Math" panose="02040503050406030204" pitchFamily="18" charset="0"/>
                          <a:ea typeface="Cambria Math" panose="02040503050406030204" pitchFamily="18" charset="0"/>
                        </a:rPr>
                        <m:t>ε</m:t>
                      </m:r>
                      <m:r>
                        <a:rPr lang="en-US" altLang="zh-CN" sz="2200">
                          <a:latin typeface="Cambria Math" panose="02040503050406030204" pitchFamily="18" charset="0"/>
                        </a:rPr>
                        <m:t>}≥1−</m:t>
                      </m:r>
                      <m:f>
                        <m:fPr>
                          <m:ctrlPr>
                            <a:rPr lang="zh-CN" altLang="zh-CN" sz="2200" i="1">
                              <a:latin typeface="Cambria Math" panose="02040503050406030204" pitchFamily="18" charset="0"/>
                            </a:rPr>
                          </m:ctrlPr>
                        </m:fPr>
                        <m:num>
                          <m:sSup>
                            <m:sSupPr>
                              <m:ctrlPr>
                                <a:rPr lang="zh-CN" altLang="zh-CN" sz="2200" i="1">
                                  <a:latin typeface="Cambria Math" panose="02040503050406030204" pitchFamily="18" charset="0"/>
                                </a:rPr>
                              </m:ctrlPr>
                            </m:sSupPr>
                            <m:e>
                              <m:r>
                                <m:rPr>
                                  <m:sty m:val="p"/>
                                </m:rPr>
                                <a:rPr lang="el-GR" altLang="zh-CN" sz="2200" i="1">
                                  <a:latin typeface="Cambria Math" panose="02040503050406030204" pitchFamily="18" charset="0"/>
                                  <a:ea typeface="Cambria Math" panose="02040503050406030204" pitchFamily="18" charset="0"/>
                                </a:rPr>
                                <m:t>σ</m:t>
                              </m:r>
                            </m:e>
                            <m:sup>
                              <m:r>
                                <a:rPr lang="en-US" altLang="zh-CN" sz="2200">
                                  <a:latin typeface="Cambria Math" panose="02040503050406030204" pitchFamily="18" charset="0"/>
                                </a:rPr>
                                <m:t>2</m:t>
                              </m:r>
                            </m:sup>
                          </m:sSup>
                          <m:r>
                            <a:rPr lang="en-US" altLang="zh-CN" sz="2200">
                              <a:latin typeface="Cambria Math" panose="02040503050406030204" pitchFamily="18" charset="0"/>
                            </a:rPr>
                            <m:t>/</m:t>
                          </m:r>
                          <m:r>
                            <a:rPr lang="en-US" altLang="zh-CN" sz="2200">
                              <a:latin typeface="Cambria Math" panose="02040503050406030204" pitchFamily="18" charset="0"/>
                            </a:rPr>
                            <m:t>𝑛</m:t>
                          </m:r>
                        </m:num>
                        <m:den>
                          <m:sSup>
                            <m:sSupPr>
                              <m:ctrlPr>
                                <a:rPr lang="zh-CN" altLang="zh-CN" sz="2200" i="1">
                                  <a:latin typeface="Cambria Math" panose="02040503050406030204" pitchFamily="18" charset="0"/>
                                </a:rPr>
                              </m:ctrlPr>
                            </m:sSupPr>
                            <m:e>
                              <m:r>
                                <m:rPr>
                                  <m:sty m:val="p"/>
                                </m:rPr>
                                <a:rPr lang="el-GR" altLang="zh-CN" sz="2200" i="1">
                                  <a:latin typeface="Cambria Math" panose="02040503050406030204" pitchFamily="18" charset="0"/>
                                  <a:ea typeface="Cambria Math" panose="02040503050406030204" pitchFamily="18" charset="0"/>
                                </a:rPr>
                                <m:t>ε</m:t>
                              </m:r>
                            </m:e>
                            <m:sup>
                              <m:r>
                                <a:rPr lang="en-US" altLang="zh-CN" sz="2200">
                                  <a:latin typeface="Cambria Math" panose="02040503050406030204" pitchFamily="18" charset="0"/>
                                </a:rPr>
                                <m:t>2</m:t>
                              </m:r>
                            </m:sup>
                          </m:sSup>
                        </m:den>
                      </m:f>
                    </m:oMath>
                  </m:oMathPara>
                </a14:m>
                <a:endParaRPr lang="zh-CN" altLang="zh-CN" sz="2200" dirty="0"/>
              </a:p>
              <a:p>
                <a:pPr marL="0" indent="0">
                  <a:lnSpc>
                    <a:spcPct val="125000"/>
                  </a:lnSpc>
                  <a:buNone/>
                </a:pPr>
                <a:endParaRPr lang="en-US" altLang="zh-CN" sz="2200" dirty="0"/>
              </a:p>
            </p:txBody>
          </p:sp>
        </mc:Choice>
        <mc:Fallback xmlns="">
          <p:sp>
            <p:nvSpPr>
              <p:cNvPr id="3" name="内容占位符 2">
                <a:extLst>
                  <a:ext uri="{FF2B5EF4-FFF2-40B4-BE49-F238E27FC236}">
                    <a16:creationId xmlns:a16="http://schemas.microsoft.com/office/drawing/2014/main" id="{2F844906-05F1-87FE-9B4D-735A13034A14}"/>
                  </a:ext>
                </a:extLst>
              </p:cNvPr>
              <p:cNvSpPr>
                <a:spLocks noGrp="1" noRot="1" noChangeAspect="1" noMove="1" noResize="1" noEditPoints="1" noAdjustHandles="1" noChangeArrowheads="1" noChangeShapeType="1" noTextEdit="1"/>
              </p:cNvSpPr>
              <p:nvPr>
                <p:ph idx="1"/>
              </p:nvPr>
            </p:nvSpPr>
            <p:spPr>
              <a:xfrm>
                <a:off x="273503" y="1225888"/>
                <a:ext cx="8596993" cy="4580165"/>
              </a:xfrm>
              <a:blipFill>
                <a:blip r:embed="rId2"/>
                <a:stretch>
                  <a:fillRect l="-885" t="-2493" b="-53186"/>
                </a:stretch>
              </a:blipFill>
            </p:spPr>
            <p:txBody>
              <a:bodyPr/>
              <a:lstStyle/>
              <a:p>
                <a:r>
                  <a:rPr lang="zh-CN" altLang="en-US">
                    <a:noFill/>
                  </a:rPr>
                  <a:t> </a:t>
                </a:r>
              </a:p>
            </p:txBody>
          </p:sp>
        </mc:Fallback>
      </mc:AlternateContent>
      <p:cxnSp>
        <p:nvCxnSpPr>
          <p:cNvPr id="2" name="直线连接符 1">
            <a:extLst>
              <a:ext uri="{FF2B5EF4-FFF2-40B4-BE49-F238E27FC236}">
                <a16:creationId xmlns:a16="http://schemas.microsoft.com/office/drawing/2014/main" id="{2932E560-F2F3-ACFE-C45F-C93C49A3564F}"/>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Text Box 2">
            <a:extLst>
              <a:ext uri="{FF2B5EF4-FFF2-40B4-BE49-F238E27FC236}">
                <a16:creationId xmlns:a16="http://schemas.microsoft.com/office/drawing/2014/main" id="{C6AD35B1-26CA-12BA-506A-8C243F237667}"/>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spTree>
    <p:extLst>
      <p:ext uri="{BB962C8B-B14F-4D97-AF65-F5344CB8AC3E}">
        <p14:creationId xmlns:p14="http://schemas.microsoft.com/office/powerpoint/2010/main" val="2775391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F844906-05F1-87FE-9B4D-735A13034A14}"/>
                  </a:ext>
                </a:extLst>
              </p:cNvPr>
              <p:cNvSpPr>
                <a:spLocks noGrp="1"/>
              </p:cNvSpPr>
              <p:nvPr>
                <p:ph idx="1"/>
              </p:nvPr>
            </p:nvSpPr>
            <p:spPr>
              <a:xfrm>
                <a:off x="273503" y="1632857"/>
                <a:ext cx="8596993" cy="4580165"/>
              </a:xfrm>
            </p:spPr>
            <p:txBody>
              <a:bodyPr>
                <a:noAutofit/>
              </a:bodyPr>
              <a:lstStyle/>
              <a:p>
                <a:pPr marL="0" indent="0">
                  <a:lnSpc>
                    <a:spcPct val="125000"/>
                  </a:lnSpc>
                  <a:buNone/>
                </a:pPr>
                <a14:m>
                  <m:oMathPara xmlns:m="http://schemas.openxmlformats.org/officeDocument/2006/math">
                    <m:oMathParaPr>
                      <m:jc m:val="centerGroup"/>
                    </m:oMathParaPr>
                    <m:oMath xmlns:m="http://schemas.openxmlformats.org/officeDocument/2006/math">
                      <m:r>
                        <a:rPr lang="en-US" altLang="zh-CN" sz="2200">
                          <a:latin typeface="Cambria Math" panose="02040503050406030204" pitchFamily="18" charset="0"/>
                        </a:rPr>
                        <m:t>1≥</m:t>
                      </m:r>
                      <m:r>
                        <a:rPr lang="en-US" altLang="zh-CN" sz="2200">
                          <a:latin typeface="Cambria Math" panose="02040503050406030204" pitchFamily="18" charset="0"/>
                        </a:rPr>
                        <m:t>𝑃</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r>
                            <a:rPr lang="en-US" altLang="zh-CN" sz="2200">
                              <a:latin typeface="Cambria Math" panose="02040503050406030204" pitchFamily="18" charset="0"/>
                            </a:rPr>
                            <m:t>𝑛</m:t>
                          </m:r>
                        </m:den>
                      </m:f>
                      <m:nary>
                        <m:naryPr>
                          <m:chr m:val="∑"/>
                          <m:limLoc m:val="undOvr"/>
                          <m:grow m:val="on"/>
                          <m:ctrlPr>
                            <a:rPr lang="zh-CN" altLang="zh-CN" sz="2200" i="1">
                              <a:latin typeface="Cambria Math" panose="02040503050406030204" pitchFamily="18" charset="0"/>
                            </a:rPr>
                          </m:ctrlPr>
                        </m:naryPr>
                        <m:sub>
                          <m:r>
                            <a:rPr lang="en-US" altLang="zh-CN" sz="2200">
                              <a:latin typeface="Cambria Math" panose="02040503050406030204" pitchFamily="18" charset="0"/>
                            </a:rPr>
                            <m:t>𝑘</m:t>
                          </m:r>
                          <m:r>
                            <a:rPr lang="en-US" altLang="zh-CN" sz="2200">
                              <a:latin typeface="Cambria Math" panose="02040503050406030204" pitchFamily="18" charset="0"/>
                            </a:rPr>
                            <m:t>=1</m:t>
                          </m:r>
                        </m:sub>
                        <m:sup>
                          <m:r>
                            <a:rPr lang="en-US" altLang="zh-CN" sz="2200">
                              <a:latin typeface="Cambria Math" panose="02040503050406030204" pitchFamily="18" charset="0"/>
                            </a:rPr>
                            <m:t>𝑛</m:t>
                          </m:r>
                        </m:sup>
                        <m:e>
                          <m:r>
                            <a:rPr lang="en-US" altLang="zh-CN" sz="2200">
                              <a:latin typeface="Cambria Math" panose="02040503050406030204" pitchFamily="18" charset="0"/>
                            </a:rPr>
                            <m:t> </m:t>
                          </m:r>
                        </m:e>
                      </m:nary>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m:rPr>
                              <m:sty m:val="p"/>
                            </m:rPr>
                            <a:rPr lang="en-US" altLang="zh-CN" sz="2200">
                              <a:latin typeface="Cambria Math" panose="02040503050406030204" pitchFamily="18" charset="0"/>
                            </a:rPr>
                            <m:t>k</m:t>
                          </m:r>
                        </m:sub>
                      </m:sSub>
                      <m:r>
                        <a:rPr lang="en-US" altLang="zh-CN" sz="2200">
                          <a:latin typeface="Cambria Math" panose="02040503050406030204" pitchFamily="18" charset="0"/>
                        </a:rPr>
                        <m:t>−</m:t>
                      </m:r>
                      <m:r>
                        <m:rPr>
                          <m:sty m:val="p"/>
                        </m:rPr>
                        <a:rPr lang="el-GR" altLang="zh-CN" sz="2200" i="1">
                          <a:latin typeface="Cambria Math" panose="02040503050406030204" pitchFamily="18" charset="0"/>
                          <a:ea typeface="Cambria Math" panose="02040503050406030204" pitchFamily="18" charset="0"/>
                        </a:rPr>
                        <m:t>μ</m:t>
                      </m:r>
                      <m:r>
                        <a:rPr lang="en-US" altLang="zh-CN" sz="2200">
                          <a:latin typeface="Cambria Math" panose="02040503050406030204" pitchFamily="18" charset="0"/>
                        </a:rPr>
                        <m:t>|&lt;</m:t>
                      </m:r>
                      <m:r>
                        <m:rPr>
                          <m:sty m:val="p"/>
                        </m:rPr>
                        <a:rPr lang="el-GR" altLang="zh-CN" sz="2200" i="1">
                          <a:latin typeface="Cambria Math" panose="02040503050406030204" pitchFamily="18" charset="0"/>
                          <a:ea typeface="Cambria Math" panose="02040503050406030204" pitchFamily="18" charset="0"/>
                        </a:rPr>
                        <m:t>ε</m:t>
                      </m:r>
                      <m:r>
                        <a:rPr lang="en-US" altLang="zh-CN" sz="2200">
                          <a:latin typeface="Cambria Math" panose="02040503050406030204" pitchFamily="18" charset="0"/>
                        </a:rPr>
                        <m:t>}≥1−</m:t>
                      </m:r>
                      <m:f>
                        <m:fPr>
                          <m:ctrlPr>
                            <a:rPr lang="zh-CN" altLang="zh-CN" sz="2200" i="1">
                              <a:latin typeface="Cambria Math" panose="02040503050406030204" pitchFamily="18" charset="0"/>
                            </a:rPr>
                          </m:ctrlPr>
                        </m:fPr>
                        <m:num>
                          <m:sSup>
                            <m:sSupPr>
                              <m:ctrlPr>
                                <a:rPr lang="zh-CN" altLang="zh-CN" sz="2200" i="1">
                                  <a:latin typeface="Cambria Math" panose="02040503050406030204" pitchFamily="18" charset="0"/>
                                </a:rPr>
                              </m:ctrlPr>
                            </m:sSupPr>
                            <m:e>
                              <m:r>
                                <m:rPr>
                                  <m:sty m:val="p"/>
                                </m:rPr>
                                <a:rPr lang="el-GR" altLang="zh-CN" sz="2200" i="1">
                                  <a:latin typeface="Cambria Math" panose="02040503050406030204" pitchFamily="18" charset="0"/>
                                  <a:ea typeface="Cambria Math" panose="02040503050406030204" pitchFamily="18" charset="0"/>
                                </a:rPr>
                                <m:t>σ</m:t>
                              </m:r>
                            </m:e>
                            <m:sup>
                              <m:r>
                                <a:rPr lang="en-US" altLang="zh-CN" sz="2200">
                                  <a:latin typeface="Cambria Math" panose="02040503050406030204" pitchFamily="18" charset="0"/>
                                </a:rPr>
                                <m:t>2</m:t>
                              </m:r>
                            </m:sup>
                          </m:sSup>
                          <m:r>
                            <a:rPr lang="en-US" altLang="zh-CN" sz="2200">
                              <a:latin typeface="Cambria Math" panose="02040503050406030204" pitchFamily="18" charset="0"/>
                            </a:rPr>
                            <m:t>/</m:t>
                          </m:r>
                          <m:r>
                            <a:rPr lang="en-US" altLang="zh-CN" sz="2200">
                              <a:latin typeface="Cambria Math" panose="02040503050406030204" pitchFamily="18" charset="0"/>
                            </a:rPr>
                            <m:t>𝑛</m:t>
                          </m:r>
                        </m:num>
                        <m:den>
                          <m:sSup>
                            <m:sSupPr>
                              <m:ctrlPr>
                                <a:rPr lang="zh-CN" altLang="zh-CN" sz="2200" i="1">
                                  <a:latin typeface="Cambria Math" panose="02040503050406030204" pitchFamily="18" charset="0"/>
                                </a:rPr>
                              </m:ctrlPr>
                            </m:sSupPr>
                            <m:e>
                              <m:r>
                                <m:rPr>
                                  <m:sty m:val="p"/>
                                </m:rPr>
                                <a:rPr lang="el-GR" altLang="zh-CN" sz="2200" i="1">
                                  <a:latin typeface="Cambria Math" panose="02040503050406030204" pitchFamily="18" charset="0"/>
                                  <a:ea typeface="Cambria Math" panose="02040503050406030204" pitchFamily="18" charset="0"/>
                                </a:rPr>
                                <m:t>ε</m:t>
                              </m:r>
                            </m:e>
                            <m:sup>
                              <m:r>
                                <a:rPr lang="en-US" altLang="zh-CN" sz="2200">
                                  <a:latin typeface="Cambria Math" panose="02040503050406030204" pitchFamily="18" charset="0"/>
                                </a:rPr>
                                <m:t>2</m:t>
                              </m:r>
                            </m:sup>
                          </m:sSup>
                        </m:den>
                      </m:f>
                    </m:oMath>
                  </m:oMathPara>
                </a14:m>
                <a:endParaRPr lang="zh-CN" altLang="zh-CN" sz="2200" dirty="0"/>
              </a:p>
              <a:p>
                <a:pPr marL="0" indent="0">
                  <a:lnSpc>
                    <a:spcPct val="125000"/>
                  </a:lnSpc>
                  <a:buNone/>
                </a:pPr>
                <a:r>
                  <a:rPr lang="zh-CN" altLang="en-US" sz="2200" dirty="0"/>
                  <a:t>在上式中令</a:t>
                </a:r>
                <a14:m>
                  <m:oMath xmlns:m="http://schemas.openxmlformats.org/officeDocument/2006/math">
                    <m:r>
                      <a:rPr lang="en-US" altLang="zh-CN" sz="2200">
                        <a:latin typeface="Cambria Math" panose="02040503050406030204" pitchFamily="18" charset="0"/>
                      </a:rPr>
                      <m:t>𝑛</m:t>
                    </m:r>
                    <m:r>
                      <a:rPr lang="en-US" altLang="zh-CN" sz="2200">
                        <a:latin typeface="Cambria Math" panose="02040503050406030204" pitchFamily="18" charset="0"/>
                      </a:rPr>
                      <m:t>→∞</m:t>
                    </m:r>
                  </m:oMath>
                </a14:m>
                <a:r>
                  <a:rPr lang="zh-CN" altLang="en-US" sz="2200" dirty="0"/>
                  <a:t>，即得</a:t>
                </a:r>
                <a:endParaRPr lang="zh-CN" altLang="zh-CN" sz="2200" dirty="0"/>
              </a:p>
              <a:p>
                <a:pPr marL="0" indent="0">
                  <a:lnSpc>
                    <a:spcPct val="125000"/>
                  </a:lnSpc>
                  <a:buNone/>
                </a:pPr>
                <a14:m>
                  <m:oMathPara xmlns:m="http://schemas.openxmlformats.org/officeDocument/2006/math">
                    <m:oMathParaPr>
                      <m:jc m:val="centerGroup"/>
                    </m:oMathParaPr>
                    <m:oMath xmlns:m="http://schemas.openxmlformats.org/officeDocument/2006/math">
                      <m:limLow>
                        <m:limLowPr>
                          <m:ctrlPr>
                            <a:rPr lang="zh-CN" altLang="zh-CN" sz="2200" i="1">
                              <a:latin typeface="Cambria Math" panose="02040503050406030204" pitchFamily="18" charset="0"/>
                            </a:rPr>
                          </m:ctrlPr>
                        </m:limLowPr>
                        <m:e>
                          <m:r>
                            <a:rPr lang="en-US" altLang="zh-CN" sz="2200">
                              <a:latin typeface="Cambria Math" panose="02040503050406030204" pitchFamily="18" charset="0"/>
                            </a:rPr>
                            <m:t>𝑙𝑖𝑚</m:t>
                          </m:r>
                        </m:e>
                        <m:lim>
                          <m:r>
                            <a:rPr lang="en-US" altLang="zh-CN" sz="2200">
                              <a:latin typeface="Cambria Math" panose="02040503050406030204" pitchFamily="18" charset="0"/>
                            </a:rPr>
                            <m:t>𝑛</m:t>
                          </m:r>
                          <m:r>
                            <a:rPr lang="en-US" altLang="zh-CN" sz="2200">
                              <a:latin typeface="Cambria Math" panose="02040503050406030204" pitchFamily="18" charset="0"/>
                            </a:rPr>
                            <m:t>→∞</m:t>
                          </m:r>
                        </m:lim>
                      </m:limLow>
                      <m:r>
                        <a:rPr lang="en-US" altLang="zh-CN" sz="2200">
                          <a:latin typeface="Cambria Math" panose="02040503050406030204" pitchFamily="18" charset="0"/>
                        </a:rPr>
                        <m:t>𝑃</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r>
                            <a:rPr lang="en-US" altLang="zh-CN" sz="2200">
                              <a:latin typeface="Cambria Math" panose="02040503050406030204" pitchFamily="18" charset="0"/>
                            </a:rPr>
                            <m:t>𝑛</m:t>
                          </m:r>
                        </m:den>
                      </m:f>
                      <m:nary>
                        <m:naryPr>
                          <m:chr m:val="∑"/>
                          <m:limLoc m:val="undOvr"/>
                          <m:grow m:val="on"/>
                          <m:ctrlPr>
                            <a:rPr lang="zh-CN" altLang="zh-CN" sz="2200" i="1">
                              <a:latin typeface="Cambria Math" panose="02040503050406030204" pitchFamily="18" charset="0"/>
                            </a:rPr>
                          </m:ctrlPr>
                        </m:naryPr>
                        <m:sub>
                          <m:r>
                            <a:rPr lang="en-US" altLang="zh-CN" sz="2200">
                              <a:latin typeface="Cambria Math" panose="02040503050406030204" pitchFamily="18" charset="0"/>
                            </a:rPr>
                            <m:t>𝑘</m:t>
                          </m:r>
                          <m:r>
                            <a:rPr lang="en-US" altLang="zh-CN" sz="2200">
                              <a:latin typeface="Cambria Math" panose="02040503050406030204" pitchFamily="18" charset="0"/>
                            </a:rPr>
                            <m:t>=1</m:t>
                          </m:r>
                        </m:sub>
                        <m:sup>
                          <m:r>
                            <a:rPr lang="en-US" altLang="zh-CN" sz="2200">
                              <a:latin typeface="Cambria Math" panose="02040503050406030204" pitchFamily="18" charset="0"/>
                            </a:rPr>
                            <m:t>𝑛</m:t>
                          </m:r>
                        </m:sup>
                        <m:e>
                          <m:r>
                            <a:rPr lang="en-US" altLang="zh-CN" sz="2200">
                              <a:latin typeface="Cambria Math" panose="02040503050406030204" pitchFamily="18" charset="0"/>
                            </a:rPr>
                            <m:t> </m:t>
                          </m:r>
                        </m:e>
                      </m:nary>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𝑘</m:t>
                          </m:r>
                        </m:sub>
                      </m:sSub>
                      <m:r>
                        <a:rPr lang="en-US" altLang="zh-CN" sz="2200">
                          <a:latin typeface="Cambria Math" panose="02040503050406030204" pitchFamily="18" charset="0"/>
                        </a:rPr>
                        <m:t>−</m:t>
                      </m:r>
                      <m:r>
                        <m:rPr>
                          <m:sty m:val="p"/>
                        </m:rPr>
                        <a:rPr lang="el-GR" altLang="zh-CN" sz="2200">
                          <a:latin typeface="Cambria Math" panose="02040503050406030204" pitchFamily="18" charset="0"/>
                        </a:rPr>
                        <m:t>μ</m:t>
                      </m:r>
                      <m:r>
                        <a:rPr lang="en-US" altLang="zh-CN" sz="2200">
                          <a:latin typeface="Cambria Math" panose="02040503050406030204" pitchFamily="18" charset="0"/>
                        </a:rPr>
                        <m:t>|&lt;</m:t>
                      </m:r>
                      <m:r>
                        <m:rPr>
                          <m:sty m:val="p"/>
                        </m:rPr>
                        <a:rPr lang="el-GR" altLang="zh-CN" sz="2200">
                          <a:latin typeface="Cambria Math" panose="02040503050406030204" pitchFamily="18" charset="0"/>
                        </a:rPr>
                        <m:t>ε</m:t>
                      </m:r>
                      <m:r>
                        <a:rPr lang="en-US" altLang="zh-CN" sz="2200">
                          <a:latin typeface="Cambria Math" panose="02040503050406030204" pitchFamily="18" charset="0"/>
                        </a:rPr>
                        <m:t>}=1</m:t>
                      </m:r>
                    </m:oMath>
                  </m:oMathPara>
                </a14:m>
                <a:endParaRPr lang="zh-CN" altLang="zh-CN" sz="2200" dirty="0"/>
              </a:p>
              <a:p>
                <a:pPr marL="0" indent="0">
                  <a:lnSpc>
                    <a:spcPct val="125000"/>
                  </a:lnSpc>
                  <a:buNone/>
                </a:pPr>
                <a:endParaRPr lang="en-US" altLang="zh-CN" sz="2200" dirty="0"/>
              </a:p>
            </p:txBody>
          </p:sp>
        </mc:Choice>
        <mc:Fallback xmlns="">
          <p:sp>
            <p:nvSpPr>
              <p:cNvPr id="3" name="内容占位符 2">
                <a:extLst>
                  <a:ext uri="{FF2B5EF4-FFF2-40B4-BE49-F238E27FC236}">
                    <a16:creationId xmlns:a16="http://schemas.microsoft.com/office/drawing/2014/main" id="{2F844906-05F1-87FE-9B4D-735A13034A14}"/>
                  </a:ext>
                </a:extLst>
              </p:cNvPr>
              <p:cNvSpPr>
                <a:spLocks noGrp="1" noRot="1" noChangeAspect="1" noMove="1" noResize="1" noEditPoints="1" noAdjustHandles="1" noChangeArrowheads="1" noChangeShapeType="1" noTextEdit="1"/>
              </p:cNvSpPr>
              <p:nvPr>
                <p:ph idx="1"/>
              </p:nvPr>
            </p:nvSpPr>
            <p:spPr>
              <a:xfrm>
                <a:off x="273503" y="1632857"/>
                <a:ext cx="8596993" cy="4580165"/>
              </a:xfrm>
              <a:blipFill>
                <a:blip r:embed="rId2"/>
                <a:stretch>
                  <a:fillRect l="-922"/>
                </a:stretch>
              </a:blipFill>
            </p:spPr>
            <p:txBody>
              <a:bodyPr/>
              <a:lstStyle/>
              <a:p>
                <a:r>
                  <a:rPr lang="en-US">
                    <a:noFill/>
                  </a:rPr>
                  <a:t> </a:t>
                </a:r>
              </a:p>
            </p:txBody>
          </p:sp>
        </mc:Fallback>
      </mc:AlternateContent>
      <p:sp>
        <p:nvSpPr>
          <p:cNvPr id="4" name="Text Box 2">
            <a:extLst>
              <a:ext uri="{FF2B5EF4-FFF2-40B4-BE49-F238E27FC236}">
                <a16:creationId xmlns:a16="http://schemas.microsoft.com/office/drawing/2014/main" id="{B4166374-D299-4C83-712A-B65637C78DDD}"/>
              </a:ext>
            </a:extLst>
          </p:cNvPr>
          <p:cNvSpPr txBox="1">
            <a:spLocks noChangeArrowheads="1"/>
          </p:cNvSpPr>
          <p:nvPr/>
        </p:nvSpPr>
        <p:spPr bwMode="auto">
          <a:xfrm>
            <a:off x="1123883" y="104759"/>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a:solidFill>
                  <a:srgbClr val="FF0000"/>
                </a:solidFill>
                <a:latin typeface="Times New Roman" panose="02020603050405020304" pitchFamily="18" charset="0"/>
                <a:ea typeface="华文新魏" panose="02010800040101010101" pitchFamily="2" charset="-122"/>
              </a:rPr>
              <a:t>辛钦大数定律</a:t>
            </a:r>
          </a:p>
        </p:txBody>
      </p:sp>
      <p:cxnSp>
        <p:nvCxnSpPr>
          <p:cNvPr id="2" name="直线连接符 1">
            <a:extLst>
              <a:ext uri="{FF2B5EF4-FFF2-40B4-BE49-F238E27FC236}">
                <a16:creationId xmlns:a16="http://schemas.microsoft.com/office/drawing/2014/main" id="{B28AC958-BAF9-26D0-658F-52F6E9792A9E}"/>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882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24AAB5E0-E891-15FC-03E0-585F8C68753A}"/>
                  </a:ext>
                </a:extLst>
              </p:cNvPr>
              <p:cNvSpPr>
                <a:spLocks noGrp="1"/>
              </p:cNvSpPr>
              <p:nvPr>
                <p:ph idx="1"/>
              </p:nvPr>
            </p:nvSpPr>
            <p:spPr>
              <a:xfrm>
                <a:off x="273504" y="1412271"/>
                <a:ext cx="8596993" cy="4580165"/>
              </a:xfrm>
            </p:spPr>
            <p:txBody>
              <a:bodyPr>
                <a:noAutofit/>
              </a:bodyPr>
              <a:lstStyle/>
              <a:p>
                <a:pPr marL="0" indent="0">
                  <a:lnSpc>
                    <a:spcPct val="150000"/>
                  </a:lnSpc>
                  <a:buNone/>
                </a:pPr>
                <a:r>
                  <a:rPr lang="zh-CN" altLang="en-US" sz="2400" dirty="0"/>
                  <a:t>                                               是一个</a:t>
                </a:r>
                <a:r>
                  <a:rPr lang="zh-CN" altLang="en-US" sz="2400" dirty="0">
                    <a:solidFill>
                      <a:srgbClr val="FF0000"/>
                    </a:solidFill>
                  </a:rPr>
                  <a:t>随机事件</a:t>
                </a:r>
                <a:r>
                  <a:rPr lang="zh-CN" altLang="en-US" sz="2400" dirty="0"/>
                  <a:t>。</a:t>
                </a:r>
                <a:endParaRPr lang="en-US" altLang="zh-CN" sz="2400" dirty="0"/>
              </a:p>
              <a:p>
                <a:pPr marL="0" indent="0">
                  <a:lnSpc>
                    <a:spcPct val="150000"/>
                  </a:lnSpc>
                  <a:buNone/>
                </a:pPr>
                <a:endParaRPr lang="en-US" altLang="zh-CN" sz="2400" dirty="0"/>
              </a:p>
              <a:p>
                <a:pPr marL="0" indent="0">
                  <a:lnSpc>
                    <a:spcPct val="150000"/>
                  </a:lnSpc>
                  <a:buNone/>
                </a:pPr>
                <a:r>
                  <a:rPr lang="zh-CN" altLang="en-US" sz="2400" dirty="0"/>
                  <a:t>当</a:t>
                </a:r>
                <a14:m>
                  <m:oMath xmlns:m="http://schemas.openxmlformats.org/officeDocument/2006/math">
                    <m:r>
                      <a:rPr lang="en-US" altLang="zh-CN" sz="2400" smtClean="0">
                        <a:solidFill>
                          <a:srgbClr val="FF0000"/>
                        </a:solidFill>
                        <a:latin typeface="Cambria Math" panose="02040503050406030204" pitchFamily="18" charset="0"/>
                      </a:rPr>
                      <m:t>𝑛</m:t>
                    </m:r>
                    <m:r>
                      <a:rPr lang="en-US" altLang="zh-CN" sz="2400" smtClean="0">
                        <a:solidFill>
                          <a:srgbClr val="FF0000"/>
                        </a:solidFill>
                        <a:latin typeface="Cambria Math" panose="02040503050406030204" pitchFamily="18" charset="0"/>
                      </a:rPr>
                      <m:t>→∞</m:t>
                    </m:r>
                  </m:oMath>
                </a14:m>
                <a:r>
                  <a:rPr lang="zh-CN" altLang="en-US" sz="2400" dirty="0"/>
                  <a:t>时这个事件的概率趋于</a:t>
                </a:r>
                <a:r>
                  <a:rPr lang="en-US" altLang="zh-CN" sz="2400" dirty="0"/>
                  <a:t>1</a:t>
                </a:r>
                <a:r>
                  <a:rPr lang="zh-CN" altLang="en-US" sz="2400" dirty="0"/>
                  <a:t>。</a:t>
                </a:r>
                <a:endParaRPr lang="en-US" altLang="zh-CN" sz="2400" dirty="0"/>
              </a:p>
              <a:p>
                <a:pPr marL="0" indent="0">
                  <a:lnSpc>
                    <a:spcPct val="150000"/>
                  </a:lnSpc>
                  <a:buNone/>
                </a:pPr>
                <a:r>
                  <a:rPr lang="zh-CN" altLang="en-US" sz="2400" dirty="0"/>
                  <a:t>即对于任意正数</a:t>
                </a:r>
                <a14:m>
                  <m:oMath xmlns:m="http://schemas.openxmlformats.org/officeDocument/2006/math">
                    <m:r>
                      <m:rPr>
                        <m:sty m:val="p"/>
                      </m:rPr>
                      <a:rPr lang="el-GR" altLang="zh-CN" sz="2400">
                        <a:latin typeface="Cambria Math" panose="02040503050406030204" pitchFamily="18" charset="0"/>
                      </a:rPr>
                      <m:t>ε</m:t>
                    </m:r>
                  </m:oMath>
                </a14:m>
                <a:r>
                  <a:rPr lang="zh-CN" altLang="en-US" sz="2400" dirty="0"/>
                  <a:t>，当</a:t>
                </a:r>
                <a14:m>
                  <m:oMath xmlns:m="http://schemas.openxmlformats.org/officeDocument/2006/math">
                    <m:r>
                      <a:rPr lang="en-US" altLang="zh-CN" sz="2400" i="1" dirty="0" smtClean="0">
                        <a:latin typeface="Cambria Math" panose="02040503050406030204" pitchFamily="18" charset="0"/>
                      </a:rPr>
                      <m:t>𝑛</m:t>
                    </m:r>
                  </m:oMath>
                </a14:m>
                <a:r>
                  <a:rPr lang="zh-CN" altLang="en-US" sz="2400" dirty="0"/>
                  <a:t>充分大时，不等式</a:t>
                </a:r>
                <a:endParaRPr lang="en-US" altLang="zh-CN" sz="2400" dirty="0"/>
              </a:p>
              <a:p>
                <a:pPr marL="0" indent="0">
                  <a:lnSpc>
                    <a:spcPct val="150000"/>
                  </a:lnSpc>
                  <a:buNone/>
                </a:pPr>
                <a:r>
                  <a:rPr lang="zh-CN" altLang="en-US" sz="2400" dirty="0"/>
                  <a:t>成立的概率很大。</a:t>
                </a:r>
                <a:endParaRPr lang="en-US" altLang="zh-CN" sz="2400" dirty="0"/>
              </a:p>
              <a:p>
                <a:pPr marL="0" indent="0">
                  <a:lnSpc>
                    <a:spcPct val="150000"/>
                  </a:lnSpc>
                  <a:buNone/>
                </a:pPr>
                <a:r>
                  <a:rPr lang="zh-CN" altLang="en-US" sz="2400" dirty="0"/>
                  <a:t>对于独立同分布且具有均值</a:t>
                </a:r>
                <a14:m>
                  <m:oMath xmlns:m="http://schemas.openxmlformats.org/officeDocument/2006/math">
                    <m:r>
                      <a:rPr lang="el-GR" altLang="zh-CN" sz="2400" i="1" dirty="0" smtClean="0">
                        <a:latin typeface="Cambria Math" panose="02040503050406030204" pitchFamily="18" charset="0"/>
                      </a:rPr>
                      <m:t>𝜇</m:t>
                    </m:r>
                  </m:oMath>
                </a14:m>
                <a:r>
                  <a:rPr lang="zh-CN" altLang="en-US" sz="2400" dirty="0"/>
                  <a:t>的随机变量</a:t>
                </a:r>
                <a14:m>
                  <m:oMath xmlns:m="http://schemas.openxmlformats.org/officeDocument/2006/math">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𝑋</m:t>
                        </m:r>
                      </m:e>
                      <m:sub>
                        <m:r>
                          <a:rPr lang="en-US" altLang="zh-CN" sz="2400">
                            <a:latin typeface="Cambria Math" panose="02040503050406030204" pitchFamily="18" charset="0"/>
                          </a:rPr>
                          <m:t>1</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𝑋</m:t>
                        </m:r>
                      </m:e>
                      <m:sub>
                        <m:r>
                          <a:rPr lang="en-US" altLang="zh-CN" sz="2400">
                            <a:latin typeface="Cambria Math" panose="02040503050406030204" pitchFamily="18" charset="0"/>
                          </a:rPr>
                          <m:t>2</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𝑋</m:t>
                        </m:r>
                      </m:e>
                      <m:sub>
                        <m:r>
                          <a:rPr lang="en-US" altLang="zh-CN" sz="2400">
                            <a:latin typeface="Cambria Math" panose="02040503050406030204" pitchFamily="18" charset="0"/>
                          </a:rPr>
                          <m:t>𝑛</m:t>
                        </m:r>
                      </m:sub>
                    </m:sSub>
                  </m:oMath>
                </a14:m>
                <a:r>
                  <a:rPr lang="zh-CN" altLang="en-US" sz="2400" dirty="0"/>
                  <a:t>，当</a:t>
                </a:r>
                <a14:m>
                  <m:oMath xmlns:m="http://schemas.openxmlformats.org/officeDocument/2006/math">
                    <m:r>
                      <a:rPr lang="en-US" altLang="zh-CN" sz="2400" i="1" dirty="0" smtClean="0">
                        <a:latin typeface="Cambria Math" panose="02040503050406030204" pitchFamily="18" charset="0"/>
                      </a:rPr>
                      <m:t>𝑛</m:t>
                    </m:r>
                  </m:oMath>
                </a14:m>
                <a:r>
                  <a:rPr lang="zh-CN" altLang="en-US" sz="2400" dirty="0"/>
                  <a:t>很大时它们的算术平均</a:t>
                </a:r>
                <a:r>
                  <a:rPr lang="en-US" altLang="zh-CN" sz="2400" dirty="0"/>
                  <a:t>                  </a:t>
                </a:r>
                <a:r>
                  <a:rPr lang="zh-CN" altLang="en-US" sz="2400" dirty="0"/>
                  <a:t>很可能接近于</a:t>
                </a:r>
                <a14:m>
                  <m:oMath xmlns:m="http://schemas.openxmlformats.org/officeDocument/2006/math">
                    <m:r>
                      <a:rPr lang="el-GR" altLang="zh-CN" sz="2400" i="1" dirty="0">
                        <a:latin typeface="Cambria Math" panose="02040503050406030204" pitchFamily="18" charset="0"/>
                      </a:rPr>
                      <m:t>𝜇</m:t>
                    </m:r>
                  </m:oMath>
                </a14:m>
                <a:r>
                  <a:rPr lang="zh-CN" altLang="en-US" sz="2400" dirty="0"/>
                  <a:t>。</a:t>
                </a:r>
                <a:endParaRPr lang="en-US" altLang="zh-CN" sz="2400" dirty="0"/>
              </a:p>
            </p:txBody>
          </p:sp>
        </mc:Choice>
        <mc:Fallback xmlns="">
          <p:sp>
            <p:nvSpPr>
              <p:cNvPr id="4" name="内容占位符 2">
                <a:extLst>
                  <a:ext uri="{FF2B5EF4-FFF2-40B4-BE49-F238E27FC236}">
                    <a16:creationId xmlns:a16="http://schemas.microsoft.com/office/drawing/2014/main" id="{24AAB5E0-E891-15FC-03E0-585F8C68753A}"/>
                  </a:ext>
                </a:extLst>
              </p:cNvPr>
              <p:cNvSpPr>
                <a:spLocks noGrp="1" noRot="1" noChangeAspect="1" noMove="1" noResize="1" noEditPoints="1" noAdjustHandles="1" noChangeArrowheads="1" noChangeShapeType="1" noTextEdit="1"/>
              </p:cNvSpPr>
              <p:nvPr>
                <p:ph idx="1"/>
              </p:nvPr>
            </p:nvSpPr>
            <p:spPr>
              <a:xfrm>
                <a:off x="273504" y="1412271"/>
                <a:ext cx="8596993" cy="4580165"/>
              </a:xfrm>
              <a:blipFill>
                <a:blip r:embed="rId3"/>
                <a:stretch>
                  <a:fillRect l="-1180" r="-885" b="-1108"/>
                </a:stretch>
              </a:blipFill>
            </p:spPr>
            <p:txBody>
              <a:bodyPr/>
              <a:lstStyle/>
              <a:p>
                <a:r>
                  <a:rPr lang="zh-CN" altLang="en-US">
                    <a:noFill/>
                  </a:rPr>
                  <a:t> </a:t>
                </a:r>
              </a:p>
            </p:txBody>
          </p:sp>
        </mc:Fallback>
      </mc:AlternateContent>
      <p:sp>
        <p:nvSpPr>
          <p:cNvPr id="10" name="Text Box 2">
            <a:extLst>
              <a:ext uri="{FF2B5EF4-FFF2-40B4-BE49-F238E27FC236}">
                <a16:creationId xmlns:a16="http://schemas.microsoft.com/office/drawing/2014/main" id="{5DA1289A-EA1D-D34E-0BDF-8C7F73A59E7F}"/>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a:solidFill>
                  <a:srgbClr val="FF0000"/>
                </a:solidFill>
                <a:latin typeface="Times New Roman" panose="02020603050405020304" pitchFamily="18" charset="0"/>
                <a:ea typeface="华文新魏" panose="02010800040101010101" pitchFamily="2" charset="-122"/>
              </a:rPr>
              <a:t>辛钦大数定律</a:t>
            </a:r>
          </a:p>
        </p:txBody>
      </p:sp>
      <p:cxnSp>
        <p:nvCxnSpPr>
          <p:cNvPr id="2" name="直线连接符 1">
            <a:extLst>
              <a:ext uri="{FF2B5EF4-FFF2-40B4-BE49-F238E27FC236}">
                <a16:creationId xmlns:a16="http://schemas.microsoft.com/office/drawing/2014/main" id="{AD9E6E1E-5175-41C8-AD42-401EC0C34482}"/>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F558F72-B742-8636-C478-C96717D6D435}"/>
                  </a:ext>
                </a:extLst>
              </p:cNvPr>
              <p:cNvSpPr txBox="1"/>
              <p:nvPr/>
            </p:nvSpPr>
            <p:spPr>
              <a:xfrm>
                <a:off x="273503" y="1272354"/>
                <a:ext cx="2745812" cy="932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a:latin typeface="Cambria Math" panose="02040503050406030204" pitchFamily="18" charset="0"/>
                        </a:rPr>
                        <m:t>{|</m:t>
                      </m:r>
                      <m:f>
                        <m:fPr>
                          <m:ctrlPr>
                            <a:rPr lang="zh-CN" altLang="zh-CN" sz="2000" i="1">
                              <a:latin typeface="Cambria Math" panose="02040503050406030204" pitchFamily="18" charset="0"/>
                            </a:rPr>
                          </m:ctrlPr>
                        </m:fPr>
                        <m:num>
                          <m:r>
                            <a:rPr lang="en-US" altLang="zh-CN" sz="2000">
                              <a:latin typeface="Cambria Math" panose="02040503050406030204" pitchFamily="18" charset="0"/>
                            </a:rPr>
                            <m:t>1</m:t>
                          </m:r>
                        </m:num>
                        <m:den>
                          <m:r>
                            <a:rPr lang="en-US" altLang="zh-CN" sz="2000">
                              <a:latin typeface="Cambria Math" panose="02040503050406030204" pitchFamily="18" charset="0"/>
                            </a:rPr>
                            <m:t>𝑛</m:t>
                          </m:r>
                        </m:den>
                      </m:f>
                      <m:nary>
                        <m:naryPr>
                          <m:chr m:val="∑"/>
                          <m:limLoc m:val="undOvr"/>
                          <m:grow m:val="on"/>
                          <m:ctrlPr>
                            <a:rPr lang="zh-CN" altLang="zh-CN" sz="2000" i="1">
                              <a:latin typeface="Cambria Math" panose="02040503050406030204" pitchFamily="18" charset="0"/>
                            </a:rPr>
                          </m:ctrlPr>
                        </m:naryPr>
                        <m:sub>
                          <m:r>
                            <a:rPr lang="en-US" altLang="zh-CN" sz="2000">
                              <a:latin typeface="Cambria Math" panose="02040503050406030204" pitchFamily="18" charset="0"/>
                            </a:rPr>
                            <m:t>𝑘</m:t>
                          </m:r>
                          <m:r>
                            <a:rPr lang="en-US" altLang="zh-CN" sz="2000">
                              <a:latin typeface="Cambria Math" panose="02040503050406030204" pitchFamily="18" charset="0"/>
                            </a:rPr>
                            <m:t>=1</m:t>
                          </m:r>
                        </m:sub>
                        <m:sup>
                          <m:r>
                            <a:rPr lang="en-US" altLang="zh-CN" sz="2000">
                              <a:latin typeface="Cambria Math" panose="02040503050406030204" pitchFamily="18" charset="0"/>
                            </a:rPr>
                            <m:t>𝑛</m:t>
                          </m:r>
                        </m:sup>
                        <m:e>
                          <m:r>
                            <a:rPr lang="en-US" altLang="zh-CN" sz="2000">
                              <a:latin typeface="Cambria Math" panose="02040503050406030204" pitchFamily="18" charset="0"/>
                            </a:rPr>
                            <m:t> </m:t>
                          </m:r>
                        </m:e>
                      </m:nary>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𝑋</m:t>
                          </m:r>
                        </m:e>
                        <m:sub>
                          <m:r>
                            <a:rPr lang="en-US" altLang="zh-CN" sz="2000" i="1">
                              <a:latin typeface="Cambria Math" panose="02040503050406030204" pitchFamily="18" charset="0"/>
                            </a:rPr>
                            <m:t>𝑘</m:t>
                          </m:r>
                        </m:sub>
                      </m:sSub>
                      <m:r>
                        <a:rPr lang="en-US" altLang="zh-CN" sz="2000">
                          <a:latin typeface="Cambria Math" panose="02040503050406030204" pitchFamily="18" charset="0"/>
                        </a:rPr>
                        <m:t>−</m:t>
                      </m:r>
                      <m:r>
                        <a:rPr lang="el-GR" altLang="zh-CN" sz="2000" i="1">
                          <a:latin typeface="Cambria Math" panose="02040503050406030204" pitchFamily="18" charset="0"/>
                          <a:ea typeface="Cambria Math" panose="02040503050406030204" pitchFamily="18" charset="0"/>
                        </a:rPr>
                        <m:t>𝜇</m:t>
                      </m:r>
                      <m:r>
                        <a:rPr lang="en-US" altLang="zh-CN" sz="2000">
                          <a:latin typeface="Cambria Math" panose="02040503050406030204" pitchFamily="18" charset="0"/>
                        </a:rPr>
                        <m:t>|&lt;</m:t>
                      </m:r>
                      <m:r>
                        <m:rPr>
                          <m:sty m:val="p"/>
                        </m:rPr>
                        <a:rPr lang="el-GR" altLang="zh-CN" sz="2000" i="1">
                          <a:latin typeface="Cambria Math" panose="02040503050406030204" pitchFamily="18" charset="0"/>
                          <a:ea typeface="Cambria Math" panose="02040503050406030204" pitchFamily="18" charset="0"/>
                        </a:rPr>
                        <m:t>ε</m:t>
                      </m:r>
                      <m:r>
                        <a:rPr lang="en-US" altLang="zh-CN" sz="2000">
                          <a:latin typeface="Cambria Math" panose="02040503050406030204" pitchFamily="18" charset="0"/>
                        </a:rPr>
                        <m:t>}</m:t>
                      </m:r>
                    </m:oMath>
                  </m:oMathPara>
                </a14:m>
                <a:endParaRPr lang="zh-CN" altLang="en-US" sz="2000" dirty="0"/>
              </a:p>
            </p:txBody>
          </p:sp>
        </mc:Choice>
        <mc:Fallback xmlns="">
          <p:sp>
            <p:nvSpPr>
              <p:cNvPr id="3" name="文本框 2">
                <a:extLst>
                  <a:ext uri="{FF2B5EF4-FFF2-40B4-BE49-F238E27FC236}">
                    <a16:creationId xmlns:a16="http://schemas.microsoft.com/office/drawing/2014/main" id="{EF558F72-B742-8636-C478-C96717D6D435}"/>
                  </a:ext>
                </a:extLst>
              </p:cNvPr>
              <p:cNvSpPr txBox="1">
                <a:spLocks noRot="1" noChangeAspect="1" noMove="1" noResize="1" noEditPoints="1" noAdjustHandles="1" noChangeArrowheads="1" noChangeShapeType="1" noTextEdit="1"/>
              </p:cNvSpPr>
              <p:nvPr/>
            </p:nvSpPr>
            <p:spPr>
              <a:xfrm>
                <a:off x="273503" y="1272354"/>
                <a:ext cx="2745812" cy="932628"/>
              </a:xfrm>
              <a:prstGeom prst="rect">
                <a:avLst/>
              </a:prstGeom>
              <a:blipFill>
                <a:blip r:embed="rId4"/>
                <a:stretch>
                  <a:fillRect l="-11060" t="-104054" b="-1567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1B3866B-9DB8-C1F5-F178-907BB2F433F2}"/>
                  </a:ext>
                </a:extLst>
              </p:cNvPr>
              <p:cNvSpPr txBox="1"/>
              <p:nvPr/>
            </p:nvSpPr>
            <p:spPr>
              <a:xfrm>
                <a:off x="5785105" y="3309254"/>
                <a:ext cx="2379181" cy="932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smtClean="0">
                          <a:latin typeface="Cambria Math" panose="02040503050406030204" pitchFamily="18" charset="0"/>
                        </a:rPr>
                        <m:t>|</m:t>
                      </m:r>
                      <m:f>
                        <m:fPr>
                          <m:ctrlPr>
                            <a:rPr lang="zh-CN" altLang="zh-CN" sz="2000" i="1">
                              <a:latin typeface="Cambria Math" panose="02040503050406030204" pitchFamily="18" charset="0"/>
                            </a:rPr>
                          </m:ctrlPr>
                        </m:fPr>
                        <m:num>
                          <m:r>
                            <a:rPr lang="en-US" altLang="zh-CN" sz="2000">
                              <a:latin typeface="Cambria Math" panose="02040503050406030204" pitchFamily="18" charset="0"/>
                            </a:rPr>
                            <m:t>1</m:t>
                          </m:r>
                        </m:num>
                        <m:den>
                          <m:r>
                            <a:rPr lang="en-US" altLang="zh-CN" sz="2000">
                              <a:latin typeface="Cambria Math" panose="02040503050406030204" pitchFamily="18" charset="0"/>
                            </a:rPr>
                            <m:t>𝑛</m:t>
                          </m:r>
                        </m:den>
                      </m:f>
                      <m:nary>
                        <m:naryPr>
                          <m:chr m:val="∑"/>
                          <m:limLoc m:val="undOvr"/>
                          <m:grow m:val="on"/>
                          <m:ctrlPr>
                            <a:rPr lang="zh-CN" altLang="zh-CN" sz="2000" i="1">
                              <a:latin typeface="Cambria Math" panose="02040503050406030204" pitchFamily="18" charset="0"/>
                            </a:rPr>
                          </m:ctrlPr>
                        </m:naryPr>
                        <m:sub>
                          <m:r>
                            <a:rPr lang="en-US" altLang="zh-CN" sz="2000">
                              <a:latin typeface="Cambria Math" panose="02040503050406030204" pitchFamily="18" charset="0"/>
                            </a:rPr>
                            <m:t>𝑘</m:t>
                          </m:r>
                          <m:r>
                            <a:rPr lang="en-US" altLang="zh-CN" sz="2000">
                              <a:latin typeface="Cambria Math" panose="02040503050406030204" pitchFamily="18" charset="0"/>
                            </a:rPr>
                            <m:t>=1</m:t>
                          </m:r>
                        </m:sub>
                        <m:sup>
                          <m:r>
                            <a:rPr lang="en-US" altLang="zh-CN" sz="2000">
                              <a:latin typeface="Cambria Math" panose="02040503050406030204" pitchFamily="18" charset="0"/>
                            </a:rPr>
                            <m:t>𝑛</m:t>
                          </m:r>
                        </m:sup>
                        <m:e>
                          <m:r>
                            <a:rPr lang="en-US" altLang="zh-CN" sz="2000">
                              <a:latin typeface="Cambria Math" panose="02040503050406030204" pitchFamily="18" charset="0"/>
                            </a:rPr>
                            <m:t> </m:t>
                          </m:r>
                        </m:e>
                      </m:nary>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𝑋</m:t>
                          </m:r>
                        </m:e>
                        <m:sub>
                          <m:r>
                            <m:rPr>
                              <m:sty m:val="p"/>
                            </m:rPr>
                            <a:rPr lang="en-US" altLang="zh-CN" sz="2000">
                              <a:latin typeface="Cambria Math" panose="02040503050406030204" pitchFamily="18" charset="0"/>
                            </a:rPr>
                            <m:t>k</m:t>
                          </m:r>
                        </m:sub>
                      </m:sSub>
                      <m:r>
                        <a:rPr lang="en-US" altLang="zh-CN" sz="2000">
                          <a:latin typeface="Cambria Math" panose="02040503050406030204" pitchFamily="18" charset="0"/>
                        </a:rPr>
                        <m:t>−</m:t>
                      </m:r>
                      <m:r>
                        <m:rPr>
                          <m:sty m:val="p"/>
                        </m:rPr>
                        <a:rPr lang="el-GR" altLang="zh-CN" sz="2000" i="1">
                          <a:latin typeface="Cambria Math" panose="02040503050406030204" pitchFamily="18" charset="0"/>
                          <a:ea typeface="Cambria Math" panose="02040503050406030204" pitchFamily="18" charset="0"/>
                        </a:rPr>
                        <m:t>μ</m:t>
                      </m:r>
                      <m:r>
                        <a:rPr lang="en-US" altLang="zh-CN" sz="2000">
                          <a:latin typeface="Cambria Math" panose="02040503050406030204" pitchFamily="18" charset="0"/>
                        </a:rPr>
                        <m:t>|&lt;</m:t>
                      </m:r>
                      <m:r>
                        <m:rPr>
                          <m:sty m:val="p"/>
                        </m:rPr>
                        <a:rPr lang="el-GR" altLang="zh-CN" sz="2000" i="1">
                          <a:latin typeface="Cambria Math" panose="02040503050406030204" pitchFamily="18" charset="0"/>
                          <a:ea typeface="Cambria Math" panose="02040503050406030204" pitchFamily="18" charset="0"/>
                        </a:rPr>
                        <m:t>ε</m:t>
                      </m:r>
                    </m:oMath>
                  </m:oMathPara>
                </a14:m>
                <a:endParaRPr lang="zh-CN" altLang="en-US" sz="2000" dirty="0"/>
              </a:p>
            </p:txBody>
          </p:sp>
        </mc:Choice>
        <mc:Fallback xmlns="">
          <p:sp>
            <p:nvSpPr>
              <p:cNvPr id="5" name="文本框 4">
                <a:extLst>
                  <a:ext uri="{FF2B5EF4-FFF2-40B4-BE49-F238E27FC236}">
                    <a16:creationId xmlns:a16="http://schemas.microsoft.com/office/drawing/2014/main" id="{41B3866B-9DB8-C1F5-F178-907BB2F433F2}"/>
                  </a:ext>
                </a:extLst>
              </p:cNvPr>
              <p:cNvSpPr txBox="1">
                <a:spLocks noRot="1" noChangeAspect="1" noMove="1" noResize="1" noEditPoints="1" noAdjustHandles="1" noChangeArrowheads="1" noChangeShapeType="1" noTextEdit="1"/>
              </p:cNvSpPr>
              <p:nvPr/>
            </p:nvSpPr>
            <p:spPr>
              <a:xfrm>
                <a:off x="5785105" y="3309254"/>
                <a:ext cx="2379181" cy="932628"/>
              </a:xfrm>
              <a:prstGeom prst="rect">
                <a:avLst/>
              </a:prstGeom>
              <a:blipFill>
                <a:blip r:embed="rId5"/>
                <a:stretch>
                  <a:fillRect l="-20213" t="-102667" b="-154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6F0A269-D093-F6BC-0E60-4361EEE6D04A}"/>
                  </a:ext>
                </a:extLst>
              </p:cNvPr>
              <p:cNvSpPr txBox="1"/>
              <p:nvPr/>
            </p:nvSpPr>
            <p:spPr>
              <a:xfrm>
                <a:off x="2709196" y="5283851"/>
                <a:ext cx="1334903" cy="8485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zh-CN" sz="1800" i="1" smtClean="0">
                              <a:latin typeface="Cambria Math" panose="02040503050406030204" pitchFamily="18" charset="0"/>
                            </a:rPr>
                          </m:ctrlPr>
                        </m:fPr>
                        <m:num>
                          <m:r>
                            <a:rPr lang="en-US" altLang="zh-CN" sz="1800">
                              <a:latin typeface="Cambria Math" panose="02040503050406030204" pitchFamily="18" charset="0"/>
                            </a:rPr>
                            <m:t>1</m:t>
                          </m:r>
                        </m:num>
                        <m:den>
                          <m:r>
                            <a:rPr lang="en-US" altLang="zh-CN" sz="1800">
                              <a:latin typeface="Cambria Math" panose="02040503050406030204" pitchFamily="18" charset="0"/>
                            </a:rPr>
                            <m:t>𝑛</m:t>
                          </m:r>
                        </m:den>
                      </m:f>
                      <m:nary>
                        <m:naryPr>
                          <m:chr m:val="∑"/>
                          <m:limLoc m:val="undOvr"/>
                          <m:grow m:val="on"/>
                          <m:ctrlPr>
                            <a:rPr lang="zh-CN" altLang="zh-CN" sz="1800" i="1">
                              <a:latin typeface="Cambria Math" panose="02040503050406030204" pitchFamily="18" charset="0"/>
                            </a:rPr>
                          </m:ctrlPr>
                        </m:naryPr>
                        <m:sub>
                          <m:r>
                            <a:rPr lang="en-US" altLang="zh-CN" sz="1800">
                              <a:latin typeface="Cambria Math" panose="02040503050406030204" pitchFamily="18" charset="0"/>
                            </a:rPr>
                            <m:t>𝑘</m:t>
                          </m:r>
                          <m:r>
                            <a:rPr lang="en-US" altLang="zh-CN" sz="1800">
                              <a:latin typeface="Cambria Math" panose="02040503050406030204" pitchFamily="18" charset="0"/>
                            </a:rPr>
                            <m:t>=1</m:t>
                          </m:r>
                        </m:sub>
                        <m:sup>
                          <m:r>
                            <a:rPr lang="en-US" altLang="zh-CN" sz="1800">
                              <a:latin typeface="Cambria Math" panose="02040503050406030204" pitchFamily="18" charset="0"/>
                            </a:rPr>
                            <m:t>𝑛</m:t>
                          </m:r>
                        </m:sup>
                        <m:e>
                          <m:r>
                            <a:rPr lang="en-US" altLang="zh-CN" sz="1800">
                              <a:latin typeface="Cambria Math" panose="02040503050406030204" pitchFamily="18" charset="0"/>
                            </a:rPr>
                            <m:t> </m:t>
                          </m:r>
                        </m:e>
                      </m:nary>
                      <m:sSub>
                        <m:sSubPr>
                          <m:ctrlPr>
                            <a:rPr lang="zh-CN" altLang="zh-CN" sz="1800" i="1">
                              <a:latin typeface="Cambria Math" panose="02040503050406030204" pitchFamily="18" charset="0"/>
                            </a:rPr>
                          </m:ctrlPr>
                        </m:sSubPr>
                        <m:e>
                          <m:r>
                            <a:rPr lang="en-US" altLang="zh-CN" sz="1800">
                              <a:latin typeface="Cambria Math" panose="02040503050406030204" pitchFamily="18" charset="0"/>
                            </a:rPr>
                            <m:t>𝑋</m:t>
                          </m:r>
                        </m:e>
                        <m:sub>
                          <m:r>
                            <a:rPr lang="en-US" altLang="zh-CN" sz="1800" i="1">
                              <a:latin typeface="Cambria Math" panose="02040503050406030204" pitchFamily="18" charset="0"/>
                            </a:rPr>
                            <m:t>𝑘</m:t>
                          </m:r>
                        </m:sub>
                      </m:sSub>
                    </m:oMath>
                  </m:oMathPara>
                </a14:m>
                <a:endParaRPr lang="zh-CN" altLang="en-US" dirty="0"/>
              </a:p>
            </p:txBody>
          </p:sp>
        </mc:Choice>
        <mc:Fallback xmlns="">
          <p:sp>
            <p:nvSpPr>
              <p:cNvPr id="7" name="文本框 6">
                <a:extLst>
                  <a:ext uri="{FF2B5EF4-FFF2-40B4-BE49-F238E27FC236}">
                    <a16:creationId xmlns:a16="http://schemas.microsoft.com/office/drawing/2014/main" id="{E6F0A269-D093-F6BC-0E60-4361EEE6D04A}"/>
                  </a:ext>
                </a:extLst>
              </p:cNvPr>
              <p:cNvSpPr txBox="1">
                <a:spLocks noRot="1" noChangeAspect="1" noMove="1" noResize="1" noEditPoints="1" noAdjustHandles="1" noChangeArrowheads="1" noChangeShapeType="1" noTextEdit="1"/>
              </p:cNvSpPr>
              <p:nvPr/>
            </p:nvSpPr>
            <p:spPr>
              <a:xfrm>
                <a:off x="2709196" y="5283851"/>
                <a:ext cx="1334903" cy="848502"/>
              </a:xfrm>
              <a:prstGeom prst="rect">
                <a:avLst/>
              </a:prstGeom>
              <a:blipFill>
                <a:blip r:embed="rId6"/>
                <a:stretch>
                  <a:fillRect l="-33962" t="-101493" b="-1567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0062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E6124144-AE99-DAC2-7AD8-76D0719E8185}"/>
                  </a:ext>
                </a:extLst>
              </p:cNvPr>
              <p:cNvSpPr>
                <a:spLocks noGrp="1"/>
              </p:cNvSpPr>
              <p:nvPr>
                <p:ph idx="1"/>
              </p:nvPr>
            </p:nvSpPr>
            <p:spPr>
              <a:xfrm>
                <a:off x="273502" y="1849211"/>
                <a:ext cx="8596993" cy="5192488"/>
              </a:xfrm>
            </p:spPr>
            <p:txBody>
              <a:bodyPr>
                <a:noAutofit/>
              </a:bodyPr>
              <a:lstStyle/>
              <a:p>
                <a:pPr marL="0" indent="0">
                  <a:lnSpc>
                    <a:spcPct val="150000"/>
                  </a:lnSpc>
                  <a:buNone/>
                </a:pPr>
                <a:r>
                  <a:rPr lang="zh-CN" altLang="en-US" sz="2300" dirty="0"/>
                  <a:t>辛钦大数定律又可叙述为：</a:t>
                </a:r>
                <a:endParaRPr lang="en-US" altLang="zh-CN" sz="2300" dirty="0"/>
              </a:p>
              <a:p>
                <a:pPr marL="0" indent="0">
                  <a:lnSpc>
                    <a:spcPct val="150000"/>
                  </a:lnSpc>
                  <a:buNone/>
                </a:pPr>
                <a:r>
                  <a:rPr lang="zh-CN" altLang="en-US" sz="2300" b="1" dirty="0"/>
                  <a:t>弱大数定律（</a:t>
                </a:r>
                <a:r>
                  <a:rPr lang="zh-CN" altLang="en-US" sz="2300" dirty="0"/>
                  <a:t>辛钦大数定律）   设随机变量</a:t>
                </a:r>
                <a14:m>
                  <m:oMath xmlns:m="http://schemas.openxmlformats.org/officeDocument/2006/math">
                    <m:sSub>
                      <m:sSubPr>
                        <m:ctrlPr>
                          <a:rPr lang="zh-CN" altLang="zh-CN" sz="2300" i="1">
                            <a:latin typeface="Cambria Math" panose="02040503050406030204" pitchFamily="18" charset="0"/>
                          </a:rPr>
                        </m:ctrlPr>
                      </m:sSubPr>
                      <m:e>
                        <m:r>
                          <a:rPr lang="en-US" altLang="zh-CN" sz="2300">
                            <a:latin typeface="Cambria Math" panose="02040503050406030204" pitchFamily="18" charset="0"/>
                          </a:rPr>
                          <m:t>𝑋</m:t>
                        </m:r>
                      </m:e>
                      <m:sub>
                        <m:r>
                          <a:rPr lang="en-US" altLang="zh-CN" sz="2300">
                            <a:latin typeface="Cambria Math" panose="02040503050406030204" pitchFamily="18" charset="0"/>
                          </a:rPr>
                          <m:t>1</m:t>
                        </m:r>
                      </m:sub>
                    </m:sSub>
                    <m:r>
                      <a:rPr lang="en-US" altLang="zh-CN" sz="2300">
                        <a:latin typeface="Cambria Math" panose="02040503050406030204" pitchFamily="18" charset="0"/>
                      </a:rPr>
                      <m:t>,</m:t>
                    </m:r>
                    <m:sSub>
                      <m:sSubPr>
                        <m:ctrlPr>
                          <a:rPr lang="zh-CN" altLang="zh-CN" sz="2300" i="1">
                            <a:latin typeface="Cambria Math" panose="02040503050406030204" pitchFamily="18" charset="0"/>
                          </a:rPr>
                        </m:ctrlPr>
                      </m:sSubPr>
                      <m:e>
                        <m:r>
                          <a:rPr lang="en-US" altLang="zh-CN" sz="2300">
                            <a:latin typeface="Cambria Math" panose="02040503050406030204" pitchFamily="18" charset="0"/>
                          </a:rPr>
                          <m:t>𝑋</m:t>
                        </m:r>
                      </m:e>
                      <m:sub>
                        <m:r>
                          <a:rPr lang="en-US" altLang="zh-CN" sz="2300">
                            <a:latin typeface="Cambria Math" panose="02040503050406030204" pitchFamily="18" charset="0"/>
                          </a:rPr>
                          <m:t>2</m:t>
                        </m:r>
                      </m:sub>
                    </m:sSub>
                    <m:r>
                      <a:rPr lang="en-US" altLang="zh-CN" sz="2300">
                        <a:latin typeface="Cambria Math" panose="02040503050406030204" pitchFamily="18" charset="0"/>
                      </a:rPr>
                      <m:t>,⋯,</m:t>
                    </m:r>
                    <m:sSub>
                      <m:sSubPr>
                        <m:ctrlPr>
                          <a:rPr lang="zh-CN" altLang="zh-CN" sz="2300" i="1">
                            <a:latin typeface="Cambria Math" panose="02040503050406030204" pitchFamily="18" charset="0"/>
                          </a:rPr>
                        </m:ctrlPr>
                      </m:sSubPr>
                      <m:e>
                        <m:r>
                          <a:rPr lang="en-US" altLang="zh-CN" sz="2300">
                            <a:latin typeface="Cambria Math" panose="02040503050406030204" pitchFamily="18" charset="0"/>
                          </a:rPr>
                          <m:t>𝑋</m:t>
                        </m:r>
                      </m:e>
                      <m:sub>
                        <m:r>
                          <a:rPr lang="en-US" altLang="zh-CN" sz="2300">
                            <a:latin typeface="Cambria Math" panose="02040503050406030204" pitchFamily="18" charset="0"/>
                          </a:rPr>
                          <m:t>𝑛</m:t>
                        </m:r>
                      </m:sub>
                    </m:sSub>
                  </m:oMath>
                </a14:m>
                <a:r>
                  <a:rPr lang="en-US" altLang="zh-CN" sz="2300" dirty="0"/>
                  <a:t>,…</a:t>
                </a:r>
                <a:r>
                  <a:rPr lang="zh-CN" altLang="en-US" sz="2300" dirty="0"/>
                  <a:t>相互独立，服从同一分布且具有数学期望</a:t>
                </a:r>
                <a14:m>
                  <m:oMath xmlns:m="http://schemas.openxmlformats.org/officeDocument/2006/math">
                    <m:r>
                      <a:rPr lang="en-US" altLang="zh-CN" sz="2300">
                        <a:latin typeface="Cambria Math" panose="02040503050406030204" pitchFamily="18" charset="0"/>
                      </a:rPr>
                      <m:t>𝐸</m:t>
                    </m:r>
                    <m:d>
                      <m:dPr>
                        <m:ctrlPr>
                          <a:rPr lang="en-US" altLang="zh-CN" sz="2300" i="1">
                            <a:latin typeface="Cambria Math" panose="02040503050406030204" pitchFamily="18" charset="0"/>
                          </a:rPr>
                        </m:ctrlPr>
                      </m:dPr>
                      <m:e>
                        <m:sSub>
                          <m:sSubPr>
                            <m:ctrlPr>
                              <a:rPr lang="zh-CN" altLang="zh-CN" sz="2300" i="1">
                                <a:latin typeface="Cambria Math" panose="02040503050406030204" pitchFamily="18" charset="0"/>
                              </a:rPr>
                            </m:ctrlPr>
                          </m:sSubPr>
                          <m:e>
                            <m:r>
                              <a:rPr lang="en-US" altLang="zh-CN" sz="2300">
                                <a:latin typeface="Cambria Math" panose="02040503050406030204" pitchFamily="18" charset="0"/>
                              </a:rPr>
                              <m:t>𝑋</m:t>
                            </m:r>
                          </m:e>
                          <m:sub>
                            <m:r>
                              <a:rPr lang="en-US" altLang="zh-CN" sz="2300">
                                <a:latin typeface="Cambria Math" panose="02040503050406030204" pitchFamily="18" charset="0"/>
                              </a:rPr>
                              <m:t>𝑘</m:t>
                            </m:r>
                          </m:sub>
                        </m:sSub>
                      </m:e>
                    </m:d>
                    <m:r>
                      <a:rPr lang="en-US" altLang="zh-CN" sz="2300">
                        <a:latin typeface="Cambria Math" panose="02040503050406030204" pitchFamily="18" charset="0"/>
                      </a:rPr>
                      <m:t>=</m:t>
                    </m:r>
                    <m:r>
                      <a:rPr lang="zh-CN" altLang="en-US" sz="2300">
                        <a:latin typeface="Cambria Math" panose="02040503050406030204" pitchFamily="18" charset="0"/>
                      </a:rPr>
                      <m:t>𝜇</m:t>
                    </m:r>
                    <m:r>
                      <a:rPr lang="zh-CN" altLang="zh-CN" sz="2300">
                        <a:latin typeface="Cambria Math" panose="02040503050406030204" pitchFamily="18" charset="0"/>
                      </a:rPr>
                      <m:t> </m:t>
                    </m:r>
                    <m:r>
                      <a:rPr lang="en-US" altLang="zh-CN" sz="2300">
                        <a:latin typeface="Cambria Math" panose="02040503050406030204" pitchFamily="18" charset="0"/>
                      </a:rPr>
                      <m:t>(</m:t>
                    </m:r>
                    <m:r>
                      <a:rPr lang="en-US" altLang="zh-CN" sz="2300">
                        <a:latin typeface="Cambria Math" panose="02040503050406030204" pitchFamily="18" charset="0"/>
                      </a:rPr>
                      <m:t>𝑘</m:t>
                    </m:r>
                    <m:r>
                      <a:rPr lang="en-US" altLang="zh-CN" sz="2300">
                        <a:latin typeface="Cambria Math" panose="02040503050406030204" pitchFamily="18" charset="0"/>
                      </a:rPr>
                      <m:t>=1,2,⋯)</m:t>
                    </m:r>
                  </m:oMath>
                </a14:m>
                <a:r>
                  <a:rPr lang="en-US" altLang="zh-CN" sz="2300" dirty="0"/>
                  <a:t>,</a:t>
                </a:r>
                <a:r>
                  <a:rPr lang="zh-CN" altLang="en-US" sz="2300" dirty="0"/>
                  <a:t>则序列</a:t>
                </a:r>
                <a:endParaRPr lang="en-US" altLang="zh-CN" sz="2300" dirty="0"/>
              </a:p>
              <a:p>
                <a:pPr marL="0" indent="0">
                  <a:lnSpc>
                    <a:spcPct val="150000"/>
                  </a:lnSpc>
                  <a:buNone/>
                </a:pPr>
                <a:r>
                  <a:rPr lang="zh-CN" altLang="en-US" sz="2300" dirty="0"/>
                  <a:t>                              </a:t>
                </a:r>
                <a:r>
                  <a:rPr lang="en-US" altLang="zh-CN" sz="2300" dirty="0"/>
                  <a:t>,</a:t>
                </a:r>
                <a:r>
                  <a:rPr lang="zh-CN" altLang="en-US" sz="2300" dirty="0"/>
                  <a:t>依概率收敛于</a:t>
                </a:r>
                <a14:m>
                  <m:oMath xmlns:m="http://schemas.openxmlformats.org/officeDocument/2006/math">
                    <m:r>
                      <a:rPr lang="zh-CN" altLang="en-US" sz="2300">
                        <a:latin typeface="Cambria Math" panose="02040503050406030204" pitchFamily="18" charset="0"/>
                      </a:rPr>
                      <m:t>𝜇</m:t>
                    </m:r>
                  </m:oMath>
                </a14:m>
                <a:endParaRPr lang="zh-CN" altLang="zh-CN" sz="2300" dirty="0"/>
              </a:p>
              <a:p>
                <a:pPr marL="0" indent="0">
                  <a:lnSpc>
                    <a:spcPct val="150000"/>
                  </a:lnSpc>
                  <a:buNone/>
                </a:pPr>
                <a:endParaRPr lang="en-US" altLang="zh-CN" sz="2300" dirty="0"/>
              </a:p>
            </p:txBody>
          </p:sp>
        </mc:Choice>
        <mc:Fallback xmlns="">
          <p:sp>
            <p:nvSpPr>
              <p:cNvPr id="4" name="内容占位符 2">
                <a:extLst>
                  <a:ext uri="{FF2B5EF4-FFF2-40B4-BE49-F238E27FC236}">
                    <a16:creationId xmlns:a16="http://schemas.microsoft.com/office/drawing/2014/main" id="{E6124144-AE99-DAC2-7AD8-76D0719E8185}"/>
                  </a:ext>
                </a:extLst>
              </p:cNvPr>
              <p:cNvSpPr>
                <a:spLocks noGrp="1" noRot="1" noChangeAspect="1" noMove="1" noResize="1" noEditPoints="1" noAdjustHandles="1" noChangeArrowheads="1" noChangeShapeType="1" noTextEdit="1"/>
              </p:cNvSpPr>
              <p:nvPr>
                <p:ph idx="1"/>
              </p:nvPr>
            </p:nvSpPr>
            <p:spPr>
              <a:xfrm>
                <a:off x="273502" y="1849211"/>
                <a:ext cx="8596993" cy="5192488"/>
              </a:xfrm>
              <a:blipFill>
                <a:blip r:embed="rId2"/>
                <a:stretch>
                  <a:fillRect l="-1032"/>
                </a:stretch>
              </a:blipFill>
            </p:spPr>
            <p:txBody>
              <a:bodyPr/>
              <a:lstStyle/>
              <a:p>
                <a:r>
                  <a:rPr lang="zh-CN" altLang="en-US">
                    <a:noFill/>
                  </a:rPr>
                  <a:t> </a:t>
                </a:r>
              </a:p>
            </p:txBody>
          </p:sp>
        </mc:Fallback>
      </mc:AlternateContent>
      <p:sp>
        <p:nvSpPr>
          <p:cNvPr id="5" name="Text Box 2">
            <a:extLst>
              <a:ext uri="{FF2B5EF4-FFF2-40B4-BE49-F238E27FC236}">
                <a16:creationId xmlns:a16="http://schemas.microsoft.com/office/drawing/2014/main" id="{5AD6AAEB-AC38-15ED-BE50-DACC222C1186}"/>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C637037-45B7-E6BF-63F5-43918313F1D1}"/>
                  </a:ext>
                </a:extLst>
              </p:cNvPr>
              <p:cNvSpPr/>
              <p:nvPr/>
            </p:nvSpPr>
            <p:spPr>
              <a:xfrm>
                <a:off x="3500205" y="5195504"/>
                <a:ext cx="1384663" cy="623248"/>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sz="2300" i="1" dirty="0" smtClean="0">
                              <a:latin typeface="Cambria Math" panose="02040503050406030204" pitchFamily="18" charset="0"/>
                            </a:rPr>
                          </m:ctrlPr>
                        </m:accPr>
                        <m:e>
                          <m:r>
                            <a:rPr lang="en-US" altLang="zh-CN" sz="2300" b="0" i="1" dirty="0" smtClean="0">
                              <a:latin typeface="Cambria Math" panose="02040503050406030204" pitchFamily="18" charset="0"/>
                            </a:rPr>
                            <m:t>𝑋</m:t>
                          </m:r>
                        </m:e>
                      </m:acc>
                      <m:r>
                        <a:rPr lang="en-US" altLang="zh-CN" sz="2300">
                          <a:latin typeface="Cambria Math" panose="02040503050406030204" pitchFamily="18" charset="0"/>
                        </a:rPr>
                        <m:t>→</m:t>
                      </m:r>
                      <m:r>
                        <a:rPr lang="zh-CN" altLang="en-US" sz="2300">
                          <a:latin typeface="Cambria Math" panose="02040503050406030204" pitchFamily="18" charset="0"/>
                        </a:rPr>
                        <m:t>𝜇</m:t>
                      </m:r>
                    </m:oMath>
                  </m:oMathPara>
                </a14:m>
                <a:endParaRPr lang="zh-CN" altLang="zh-CN" sz="2300"/>
              </a:p>
            </p:txBody>
          </p:sp>
        </mc:Choice>
        <mc:Fallback xmlns="">
          <p:sp>
            <p:nvSpPr>
              <p:cNvPr id="7" name="矩形 6">
                <a:extLst>
                  <a:ext uri="{FF2B5EF4-FFF2-40B4-BE49-F238E27FC236}">
                    <a16:creationId xmlns:a16="http://schemas.microsoft.com/office/drawing/2014/main" id="{6C637037-45B7-E6BF-63F5-43918313F1D1}"/>
                  </a:ext>
                </a:extLst>
              </p:cNvPr>
              <p:cNvSpPr>
                <a:spLocks noRot="1" noChangeAspect="1" noMove="1" noResize="1" noEditPoints="1" noAdjustHandles="1" noChangeArrowheads="1" noChangeShapeType="1" noTextEdit="1"/>
              </p:cNvSpPr>
              <p:nvPr/>
            </p:nvSpPr>
            <p:spPr>
              <a:xfrm>
                <a:off x="3500205" y="5195504"/>
                <a:ext cx="1384663" cy="62324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2D51A34-392D-C3EB-9F38-97ED0E48F85A}"/>
                  </a:ext>
                </a:extLst>
              </p:cNvPr>
              <p:cNvSpPr txBox="1"/>
              <p:nvPr/>
            </p:nvSpPr>
            <p:spPr>
              <a:xfrm>
                <a:off x="3961287" y="5137796"/>
                <a:ext cx="3794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latin typeface="Cambria Math" panose="02040503050406030204" pitchFamily="18" charset="0"/>
                        </a:rPr>
                        <m:t>𝑃</m:t>
                      </m:r>
                    </m:oMath>
                  </m:oMathPara>
                </a14:m>
                <a:endParaRPr kumimoji="1" lang="zh-CN" altLang="en-US"/>
              </a:p>
            </p:txBody>
          </p:sp>
        </mc:Choice>
        <mc:Fallback xmlns="">
          <p:sp>
            <p:nvSpPr>
              <p:cNvPr id="9" name="文本框 8">
                <a:extLst>
                  <a:ext uri="{FF2B5EF4-FFF2-40B4-BE49-F238E27FC236}">
                    <a16:creationId xmlns:a16="http://schemas.microsoft.com/office/drawing/2014/main" id="{F2D51A34-392D-C3EB-9F38-97ED0E48F85A}"/>
                  </a:ext>
                </a:extLst>
              </p:cNvPr>
              <p:cNvSpPr txBox="1">
                <a:spLocks noRot="1" noChangeAspect="1" noMove="1" noResize="1" noEditPoints="1" noAdjustHandles="1" noChangeArrowheads="1" noChangeShapeType="1" noTextEdit="1"/>
              </p:cNvSpPr>
              <p:nvPr/>
            </p:nvSpPr>
            <p:spPr>
              <a:xfrm>
                <a:off x="3961287" y="5137796"/>
                <a:ext cx="379463" cy="369332"/>
              </a:xfrm>
              <a:prstGeom prst="rect">
                <a:avLst/>
              </a:prstGeom>
              <a:blipFill>
                <a:blip r:embed="rId4"/>
                <a:stretch>
                  <a:fillRect/>
                </a:stretch>
              </a:blipFill>
            </p:spPr>
            <p:txBody>
              <a:bodyPr/>
              <a:lstStyle/>
              <a:p>
                <a:r>
                  <a:rPr lang="en-US">
                    <a:noFill/>
                  </a:rPr>
                  <a:t> </a:t>
                </a:r>
              </a:p>
            </p:txBody>
          </p:sp>
        </mc:Fallback>
      </mc:AlternateContent>
      <p:cxnSp>
        <p:nvCxnSpPr>
          <p:cNvPr id="2" name="直线连接符 1">
            <a:extLst>
              <a:ext uri="{FF2B5EF4-FFF2-40B4-BE49-F238E27FC236}">
                <a16:creationId xmlns:a16="http://schemas.microsoft.com/office/drawing/2014/main" id="{828AA2C3-F8FC-189A-55FC-118593B5FCDD}"/>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FF83784-D02D-6332-72B2-C09D318F70AA}"/>
                  </a:ext>
                </a:extLst>
              </p:cNvPr>
              <p:cNvSpPr txBox="1"/>
              <p:nvPr/>
            </p:nvSpPr>
            <p:spPr>
              <a:xfrm>
                <a:off x="185057" y="3596953"/>
                <a:ext cx="1981200" cy="932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r>
                            <a:rPr lang="en-US" altLang="zh-CN" sz="2000" b="0" i="1" smtClean="0">
                              <a:latin typeface="Cambria Math" panose="02040503050406030204" pitchFamily="18" charset="0"/>
                            </a:rPr>
                            <m:t>𝑋</m:t>
                          </m:r>
                        </m:e>
                      </m:acc>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nary>
                        <m:naryPr>
                          <m:chr m:val="∑"/>
                          <m:limLoc m:val="undOvr"/>
                          <m:grow m:val="on"/>
                          <m:ctrlPr>
                            <a:rPr lang="zh-CN" altLang="zh-CN" sz="2000" i="1">
                              <a:latin typeface="Cambria Math" panose="02040503050406030204" pitchFamily="18" charset="0"/>
                            </a:rPr>
                          </m:ctrlPr>
                        </m:naryPr>
                        <m:sub>
                          <m:r>
                            <a:rPr lang="en-US" altLang="zh-CN" sz="2000">
                              <a:latin typeface="Cambria Math" panose="02040503050406030204" pitchFamily="18" charset="0"/>
                            </a:rPr>
                            <m:t>𝑘</m:t>
                          </m:r>
                          <m:r>
                            <a:rPr lang="en-US" altLang="zh-CN" sz="2000">
                              <a:latin typeface="Cambria Math" panose="02040503050406030204" pitchFamily="18" charset="0"/>
                            </a:rPr>
                            <m:t>=1</m:t>
                          </m:r>
                        </m:sub>
                        <m:sup>
                          <m:r>
                            <a:rPr lang="en-US" altLang="zh-CN" sz="2000">
                              <a:latin typeface="Cambria Math" panose="02040503050406030204" pitchFamily="18" charset="0"/>
                            </a:rPr>
                            <m:t>𝑛</m:t>
                          </m:r>
                        </m:sup>
                        <m:e>
                          <m:r>
                            <a:rPr lang="en-US" altLang="zh-CN" sz="2000">
                              <a:latin typeface="Cambria Math" panose="02040503050406030204" pitchFamily="18" charset="0"/>
                            </a:rPr>
                            <m:t> </m:t>
                          </m:r>
                        </m:e>
                      </m:nary>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𝑋</m:t>
                          </m:r>
                        </m:e>
                        <m:sub>
                          <m:r>
                            <m:rPr>
                              <m:sty m:val="p"/>
                            </m:rPr>
                            <a:rPr lang="en-US" altLang="zh-CN" sz="2000">
                              <a:latin typeface="Cambria Math" panose="02040503050406030204" pitchFamily="18" charset="0"/>
                            </a:rPr>
                            <m:t>k</m:t>
                          </m:r>
                        </m:sub>
                      </m:sSub>
                    </m:oMath>
                  </m:oMathPara>
                </a14:m>
                <a:endParaRPr lang="zh-CN" altLang="en-US" sz="2000" dirty="0"/>
              </a:p>
            </p:txBody>
          </p:sp>
        </mc:Choice>
        <mc:Fallback xmlns="">
          <p:sp>
            <p:nvSpPr>
              <p:cNvPr id="3" name="文本框 2">
                <a:extLst>
                  <a:ext uri="{FF2B5EF4-FFF2-40B4-BE49-F238E27FC236}">
                    <a16:creationId xmlns:a16="http://schemas.microsoft.com/office/drawing/2014/main" id="{4FF83784-D02D-6332-72B2-C09D318F70AA}"/>
                  </a:ext>
                </a:extLst>
              </p:cNvPr>
              <p:cNvSpPr txBox="1">
                <a:spLocks noRot="1" noChangeAspect="1" noMove="1" noResize="1" noEditPoints="1" noAdjustHandles="1" noChangeArrowheads="1" noChangeShapeType="1" noTextEdit="1"/>
              </p:cNvSpPr>
              <p:nvPr/>
            </p:nvSpPr>
            <p:spPr>
              <a:xfrm>
                <a:off x="185057" y="3596953"/>
                <a:ext cx="1981200" cy="932628"/>
              </a:xfrm>
              <a:prstGeom prst="rect">
                <a:avLst/>
              </a:prstGeom>
              <a:blipFill>
                <a:blip r:embed="rId5"/>
                <a:stretch>
                  <a:fillRect l="-637" t="-104054" b="-1581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79873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B533509-DBC2-26BB-A879-636DB6B0629F}"/>
              </a:ext>
            </a:extLst>
          </p:cNvPr>
          <p:cNvSpPr txBox="1"/>
          <p:nvPr/>
        </p:nvSpPr>
        <p:spPr>
          <a:xfrm>
            <a:off x="876011"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sp>
        <p:nvSpPr>
          <p:cNvPr id="11" name="文本框 10">
            <a:extLst>
              <a:ext uri="{FF2B5EF4-FFF2-40B4-BE49-F238E27FC236}">
                <a16:creationId xmlns:a16="http://schemas.microsoft.com/office/drawing/2014/main" id="{7CB9CCDB-B9A1-FDA3-7149-6EA19697C646}"/>
              </a:ext>
            </a:extLst>
          </p:cNvPr>
          <p:cNvSpPr txBox="1"/>
          <p:nvPr/>
        </p:nvSpPr>
        <p:spPr>
          <a:xfrm>
            <a:off x="7072376"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29A0216-CD22-CEF3-0F67-B7C62682F22B}"/>
                  </a:ext>
                </a:extLst>
              </p:cNvPr>
              <p:cNvSpPr txBox="1"/>
              <p:nvPr/>
            </p:nvSpPr>
            <p:spPr>
              <a:xfrm>
                <a:off x="434276" y="5692139"/>
                <a:ext cx="4674358" cy="10405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𝑋</m:t>
                          </m:r>
                        </m:e>
                      </m:acc>
                      <m:r>
                        <a:rPr lang="en-US" altLang="zh-CN" sz="2400" i="1">
                          <a:latin typeface="Cambria Math" panose="02040503050406030204" pitchFamily="18" charset="0"/>
                        </a:rPr>
                        <m:t>=</m:t>
                      </m:r>
                      <m:f>
                        <m:fPr>
                          <m:ctrlPr>
                            <a:rPr lang="en-US" altLang="zh-CN" sz="2200" b="1" i="1" smtClean="0">
                              <a:solidFill>
                                <a:schemeClr val="tx1"/>
                              </a:solidFill>
                              <a:latin typeface="Cambria Math" panose="02040503050406030204" pitchFamily="18" charset="0"/>
                            </a:rPr>
                          </m:ctrlPr>
                        </m:fPr>
                        <m:num>
                          <m:r>
                            <a:rPr lang="en-US" altLang="zh-CN" sz="2200" b="1" i="1" smtClean="0">
                              <a:solidFill>
                                <a:schemeClr val="tx1"/>
                              </a:solidFill>
                              <a:latin typeface="Cambria Math" panose="02040503050406030204" pitchFamily="18" charset="0"/>
                            </a:rPr>
                            <m:t>𝟏</m:t>
                          </m:r>
                        </m:num>
                        <m:den>
                          <m:r>
                            <a:rPr lang="en-US" altLang="zh-CN" sz="2200" b="1" i="1" smtClean="0">
                              <a:solidFill>
                                <a:schemeClr val="tx1"/>
                              </a:solidFill>
                              <a:latin typeface="Cambria Math" panose="02040503050406030204" pitchFamily="18" charset="0"/>
                            </a:rPr>
                            <m:t>𝒏</m:t>
                          </m:r>
                        </m:den>
                      </m:f>
                      <m:nary>
                        <m:naryPr>
                          <m:chr m:val="∑"/>
                          <m:ctrlPr>
                            <a:rPr lang="zh-CN" altLang="en-US" sz="2200" b="1" i="1" smtClean="0">
                              <a:solidFill>
                                <a:schemeClr val="tx1"/>
                              </a:solidFill>
                              <a:latin typeface="Cambria Math" panose="02040503050406030204" pitchFamily="18" charset="0"/>
                            </a:rPr>
                          </m:ctrlPr>
                        </m:naryPr>
                        <m:sub>
                          <m:r>
                            <m:rPr>
                              <m:brk m:alnAt="23"/>
                            </m:rPr>
                            <a:rPr lang="en-US" altLang="zh-CN" sz="2200" b="1" i="1">
                              <a:solidFill>
                                <a:schemeClr val="tx1"/>
                              </a:solidFill>
                              <a:latin typeface="Cambria Math" panose="02040503050406030204" pitchFamily="18" charset="0"/>
                            </a:rPr>
                            <m:t>𝒌</m:t>
                          </m:r>
                          <m:r>
                            <a:rPr lang="en-US" altLang="zh-CN" sz="2200" b="1" i="1">
                              <a:solidFill>
                                <a:schemeClr val="tx1"/>
                              </a:solidFill>
                              <a:latin typeface="Cambria Math" panose="02040503050406030204" pitchFamily="18" charset="0"/>
                            </a:rPr>
                            <m:t>=</m:t>
                          </m:r>
                          <m:r>
                            <a:rPr lang="en-US" altLang="zh-CN" sz="2200" b="1" i="1">
                              <a:solidFill>
                                <a:schemeClr val="tx1"/>
                              </a:solidFill>
                              <a:latin typeface="Cambria Math" panose="02040503050406030204" pitchFamily="18" charset="0"/>
                            </a:rPr>
                            <m:t>𝟏</m:t>
                          </m:r>
                        </m:sub>
                        <m:sup>
                          <m:r>
                            <a:rPr lang="en-US" altLang="zh-CN" sz="2200" b="1" i="1">
                              <a:solidFill>
                                <a:schemeClr val="tx1"/>
                              </a:solidFill>
                              <a:latin typeface="Cambria Math" panose="02040503050406030204" pitchFamily="18" charset="0"/>
                            </a:rPr>
                            <m:t>𝒏</m:t>
                          </m:r>
                        </m:sup>
                        <m:e>
                          <m:sSub>
                            <m:sSubPr>
                              <m:ctrlPr>
                                <a:rPr lang="zh-CN" altLang="zh-CN" sz="2200" b="1" i="1">
                                  <a:solidFill>
                                    <a:schemeClr val="tx1"/>
                                  </a:solidFill>
                                  <a:latin typeface="Cambria Math" panose="02040503050406030204" pitchFamily="18" charset="0"/>
                                </a:rPr>
                              </m:ctrlPr>
                            </m:sSubPr>
                            <m:e>
                              <m:r>
                                <a:rPr lang="en-US" altLang="zh-CN" sz="2200" b="1" i="1">
                                  <a:solidFill>
                                    <a:schemeClr val="tx1"/>
                                  </a:solidFill>
                                  <a:latin typeface="Cambria Math" panose="02040503050406030204" pitchFamily="18" charset="0"/>
                                </a:rPr>
                                <m:t>𝑿</m:t>
                              </m:r>
                            </m:e>
                            <m:sub>
                              <m:r>
                                <a:rPr lang="en-US" altLang="zh-CN" sz="2200" b="1" i="1">
                                  <a:solidFill>
                                    <a:schemeClr val="tx1"/>
                                  </a:solidFill>
                                  <a:latin typeface="Cambria Math" panose="02040503050406030204" pitchFamily="18" charset="0"/>
                                </a:rPr>
                                <m:t>𝒌</m:t>
                              </m:r>
                            </m:sub>
                          </m:sSub>
                        </m:e>
                      </m:nary>
                    </m:oMath>
                  </m:oMathPara>
                </a14:m>
                <a:endParaRPr lang="zh-CN" altLang="en-US" sz="2200" b="1" dirty="0">
                  <a:solidFill>
                    <a:schemeClr val="tx1"/>
                  </a:solidFill>
                </a:endParaRPr>
              </a:p>
            </p:txBody>
          </p:sp>
        </mc:Choice>
        <mc:Fallback xmlns="">
          <p:sp>
            <p:nvSpPr>
              <p:cNvPr id="13" name="文本框 12">
                <a:extLst>
                  <a:ext uri="{FF2B5EF4-FFF2-40B4-BE49-F238E27FC236}">
                    <a16:creationId xmlns:a16="http://schemas.microsoft.com/office/drawing/2014/main" id="{229A0216-CD22-CEF3-0F67-B7C62682F22B}"/>
                  </a:ext>
                </a:extLst>
              </p:cNvPr>
              <p:cNvSpPr txBox="1">
                <a:spLocks noRot="1" noChangeAspect="1" noMove="1" noResize="1" noEditPoints="1" noAdjustHandles="1" noChangeArrowheads="1" noChangeShapeType="1" noTextEdit="1"/>
              </p:cNvSpPr>
              <p:nvPr/>
            </p:nvSpPr>
            <p:spPr>
              <a:xfrm>
                <a:off x="434276" y="5692139"/>
                <a:ext cx="4674358" cy="1040541"/>
              </a:xfrm>
              <a:prstGeom prst="rect">
                <a:avLst/>
              </a:prstGeom>
              <a:blipFill>
                <a:blip r:embed="rId2"/>
                <a:stretch>
                  <a:fillRect t="-103659" b="-157317"/>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F32D6B66-2C6F-1DFD-93B1-6AAD40FE6511}"/>
              </a:ext>
            </a:extLst>
          </p:cNvPr>
          <p:cNvPicPr>
            <a:picLocks noChangeAspect="1"/>
          </p:cNvPicPr>
          <p:nvPr/>
        </p:nvPicPr>
        <p:blipFill>
          <a:blip r:embed="rId3"/>
          <a:stretch>
            <a:fillRect/>
          </a:stretch>
        </p:blipFill>
        <p:spPr>
          <a:xfrm>
            <a:off x="365725" y="1330929"/>
            <a:ext cx="2632722" cy="1755148"/>
          </a:xfrm>
          <a:prstGeom prst="rect">
            <a:avLst/>
          </a:prstGeom>
        </p:spPr>
      </p:pic>
      <p:pic>
        <p:nvPicPr>
          <p:cNvPr id="17" name="图片 16">
            <a:extLst>
              <a:ext uri="{FF2B5EF4-FFF2-40B4-BE49-F238E27FC236}">
                <a16:creationId xmlns:a16="http://schemas.microsoft.com/office/drawing/2014/main" id="{4493B21E-4D1D-BA6D-5B8A-FB85A6DC246D}"/>
              </a:ext>
            </a:extLst>
          </p:cNvPr>
          <p:cNvPicPr>
            <a:picLocks noChangeAspect="1"/>
          </p:cNvPicPr>
          <p:nvPr/>
        </p:nvPicPr>
        <p:blipFill>
          <a:blip r:embed="rId3"/>
          <a:stretch>
            <a:fillRect/>
          </a:stretch>
        </p:blipFill>
        <p:spPr>
          <a:xfrm>
            <a:off x="3357610" y="1332443"/>
            <a:ext cx="2632722" cy="1755148"/>
          </a:xfrm>
          <a:prstGeom prst="rect">
            <a:avLst/>
          </a:prstGeom>
        </p:spPr>
      </p:pic>
      <p:pic>
        <p:nvPicPr>
          <p:cNvPr id="18" name="图片 17">
            <a:extLst>
              <a:ext uri="{FF2B5EF4-FFF2-40B4-BE49-F238E27FC236}">
                <a16:creationId xmlns:a16="http://schemas.microsoft.com/office/drawing/2014/main" id="{F11F9588-4C9E-E646-0958-E05F7E5E53CF}"/>
              </a:ext>
            </a:extLst>
          </p:cNvPr>
          <p:cNvPicPr>
            <a:picLocks noChangeAspect="1"/>
          </p:cNvPicPr>
          <p:nvPr/>
        </p:nvPicPr>
        <p:blipFill>
          <a:blip r:embed="rId3"/>
          <a:stretch>
            <a:fillRect/>
          </a:stretch>
        </p:blipFill>
        <p:spPr>
          <a:xfrm>
            <a:off x="6305725" y="1330929"/>
            <a:ext cx="2632722" cy="1755148"/>
          </a:xfrm>
          <a:prstGeom prst="rect">
            <a:avLst/>
          </a:prstGeom>
        </p:spPr>
      </p:pic>
      <p:pic>
        <p:nvPicPr>
          <p:cNvPr id="19" name="图片 18">
            <a:extLst>
              <a:ext uri="{FF2B5EF4-FFF2-40B4-BE49-F238E27FC236}">
                <a16:creationId xmlns:a16="http://schemas.microsoft.com/office/drawing/2014/main" id="{E7DDA9B6-6C79-7AD9-49D7-4DD7148BC7B1}"/>
              </a:ext>
            </a:extLst>
          </p:cNvPr>
          <p:cNvPicPr>
            <a:picLocks noChangeAspect="1"/>
          </p:cNvPicPr>
          <p:nvPr/>
        </p:nvPicPr>
        <p:blipFill>
          <a:blip r:embed="rId3"/>
          <a:stretch>
            <a:fillRect/>
          </a:stretch>
        </p:blipFill>
        <p:spPr>
          <a:xfrm>
            <a:off x="3357610" y="3429000"/>
            <a:ext cx="2632722" cy="1755148"/>
          </a:xfrm>
          <a:prstGeom prst="rect">
            <a:avLst/>
          </a:prstGeom>
        </p:spPr>
      </p:pic>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31435B9-F002-5DD0-8E09-7F2CEBACB6D0}"/>
                  </a:ext>
                </a:extLst>
              </p:cNvPr>
              <p:cNvSpPr txBox="1"/>
              <p:nvPr/>
            </p:nvSpPr>
            <p:spPr>
              <a:xfrm>
                <a:off x="2500694" y="139168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𝟏</m:t>
                      </m:r>
                    </m:oMath>
                  </m:oMathPara>
                </a14:m>
                <a:endParaRPr lang="zh-CN" altLang="en-US" sz="2400" b="1" dirty="0"/>
              </a:p>
            </p:txBody>
          </p:sp>
        </mc:Choice>
        <mc:Fallback xmlns="">
          <p:sp>
            <p:nvSpPr>
              <p:cNvPr id="21" name="文本框 20">
                <a:extLst>
                  <a:ext uri="{FF2B5EF4-FFF2-40B4-BE49-F238E27FC236}">
                    <a16:creationId xmlns:a16="http://schemas.microsoft.com/office/drawing/2014/main" id="{331435B9-F002-5DD0-8E09-7F2CEBACB6D0}"/>
                  </a:ext>
                </a:extLst>
              </p:cNvPr>
              <p:cNvSpPr txBox="1">
                <a:spLocks noRot="1" noChangeAspect="1" noMove="1" noResize="1" noEditPoints="1" noAdjustHandles="1" noChangeArrowheads="1" noChangeShapeType="1" noTextEdit="1"/>
              </p:cNvSpPr>
              <p:nvPr/>
            </p:nvSpPr>
            <p:spPr>
              <a:xfrm>
                <a:off x="2500694" y="1391688"/>
                <a:ext cx="541523" cy="461665"/>
              </a:xfrm>
              <a:prstGeom prst="rect">
                <a:avLst/>
              </a:prstGeom>
              <a:blipFill>
                <a:blip r:embed="rId4"/>
                <a:stretch>
                  <a:fillRect b="-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89B3380-A5F2-1BA2-C498-BFC2D1899D1E}"/>
                  </a:ext>
                </a:extLst>
              </p:cNvPr>
              <p:cNvSpPr txBox="1"/>
              <p:nvPr/>
            </p:nvSpPr>
            <p:spPr>
              <a:xfrm>
                <a:off x="5448809" y="142024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𝟐</m:t>
                      </m:r>
                    </m:oMath>
                  </m:oMathPara>
                </a14:m>
                <a:endParaRPr lang="zh-CN" altLang="en-US" sz="2400" b="1" dirty="0"/>
              </a:p>
            </p:txBody>
          </p:sp>
        </mc:Choice>
        <mc:Fallback xmlns="">
          <p:sp>
            <p:nvSpPr>
              <p:cNvPr id="22" name="文本框 21">
                <a:extLst>
                  <a:ext uri="{FF2B5EF4-FFF2-40B4-BE49-F238E27FC236}">
                    <a16:creationId xmlns:a16="http://schemas.microsoft.com/office/drawing/2014/main" id="{889B3380-A5F2-1BA2-C498-BFC2D1899D1E}"/>
                  </a:ext>
                </a:extLst>
              </p:cNvPr>
              <p:cNvSpPr txBox="1">
                <a:spLocks noRot="1" noChangeAspect="1" noMove="1" noResize="1" noEditPoints="1" noAdjustHandles="1" noChangeArrowheads="1" noChangeShapeType="1" noTextEdit="1"/>
              </p:cNvSpPr>
              <p:nvPr/>
            </p:nvSpPr>
            <p:spPr>
              <a:xfrm>
                <a:off x="5448809" y="1420248"/>
                <a:ext cx="541523" cy="461665"/>
              </a:xfrm>
              <a:prstGeom prst="rect">
                <a:avLst/>
              </a:prstGeom>
              <a:blipFill>
                <a:blip r:embed="rId5"/>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1892D09-E7CE-6EBB-39FF-6198189DE0DA}"/>
                  </a:ext>
                </a:extLst>
              </p:cNvPr>
              <p:cNvSpPr txBox="1"/>
              <p:nvPr/>
            </p:nvSpPr>
            <p:spPr>
              <a:xfrm>
                <a:off x="8418299" y="142024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𝟑</m:t>
                      </m:r>
                    </m:oMath>
                  </m:oMathPara>
                </a14:m>
                <a:endParaRPr lang="zh-CN" altLang="en-US" sz="2400" b="1" dirty="0"/>
              </a:p>
            </p:txBody>
          </p:sp>
        </mc:Choice>
        <mc:Fallback xmlns="">
          <p:sp>
            <p:nvSpPr>
              <p:cNvPr id="23" name="文本框 22">
                <a:extLst>
                  <a:ext uri="{FF2B5EF4-FFF2-40B4-BE49-F238E27FC236}">
                    <a16:creationId xmlns:a16="http://schemas.microsoft.com/office/drawing/2014/main" id="{C1892D09-E7CE-6EBB-39FF-6198189DE0DA}"/>
                  </a:ext>
                </a:extLst>
              </p:cNvPr>
              <p:cNvSpPr txBox="1">
                <a:spLocks noRot="1" noChangeAspect="1" noMove="1" noResize="1" noEditPoints="1" noAdjustHandles="1" noChangeArrowheads="1" noChangeShapeType="1" noTextEdit="1"/>
              </p:cNvSpPr>
              <p:nvPr/>
            </p:nvSpPr>
            <p:spPr>
              <a:xfrm>
                <a:off x="8418299" y="1420248"/>
                <a:ext cx="541523" cy="461665"/>
              </a:xfrm>
              <a:prstGeom prst="rect">
                <a:avLst/>
              </a:prstGeom>
              <a:blipFill>
                <a:blip r:embed="rId6"/>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FCE5CBB4-0253-AB2C-BCFC-51A082117246}"/>
                  </a:ext>
                </a:extLst>
              </p:cNvPr>
              <p:cNvSpPr txBox="1"/>
              <p:nvPr/>
            </p:nvSpPr>
            <p:spPr>
              <a:xfrm>
                <a:off x="5448808" y="3527625"/>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𝒏</m:t>
                      </m:r>
                    </m:oMath>
                  </m:oMathPara>
                </a14:m>
                <a:endParaRPr lang="zh-CN" altLang="en-US" sz="2400" b="1" dirty="0"/>
              </a:p>
            </p:txBody>
          </p:sp>
        </mc:Choice>
        <mc:Fallback xmlns="">
          <p:sp>
            <p:nvSpPr>
              <p:cNvPr id="24" name="文本框 23">
                <a:extLst>
                  <a:ext uri="{FF2B5EF4-FFF2-40B4-BE49-F238E27FC236}">
                    <a16:creationId xmlns:a16="http://schemas.microsoft.com/office/drawing/2014/main" id="{FCE5CBB4-0253-AB2C-BCFC-51A082117246}"/>
                  </a:ext>
                </a:extLst>
              </p:cNvPr>
              <p:cNvSpPr txBox="1">
                <a:spLocks noRot="1" noChangeAspect="1" noMove="1" noResize="1" noEditPoints="1" noAdjustHandles="1" noChangeArrowheads="1" noChangeShapeType="1" noTextEdit="1"/>
              </p:cNvSpPr>
              <p:nvPr/>
            </p:nvSpPr>
            <p:spPr>
              <a:xfrm>
                <a:off x="5448808" y="3527625"/>
                <a:ext cx="541523" cy="461665"/>
              </a:xfrm>
              <a:prstGeom prst="rect">
                <a:avLst/>
              </a:prstGeom>
              <a:blipFill>
                <a:blip r:embed="rId7"/>
                <a:stretch>
                  <a:fillRect l="-23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E115469C-9E58-B102-EFB8-8CB0442C0079}"/>
                  </a:ext>
                </a:extLst>
              </p:cNvPr>
              <p:cNvSpPr/>
              <p:nvPr/>
            </p:nvSpPr>
            <p:spPr>
              <a:xfrm>
                <a:off x="5896229" y="5958805"/>
                <a:ext cx="1384663" cy="623248"/>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sz="2300" b="1" i="1" dirty="0" smtClean="0">
                              <a:solidFill>
                                <a:schemeClr val="tx1"/>
                              </a:solidFill>
                              <a:latin typeface="Cambria Math" panose="02040503050406030204" pitchFamily="18" charset="0"/>
                            </a:rPr>
                          </m:ctrlPr>
                        </m:accPr>
                        <m:e>
                          <m:r>
                            <a:rPr lang="en-US" altLang="zh-CN" sz="2300" b="1" i="1" dirty="0" smtClean="0">
                              <a:solidFill>
                                <a:schemeClr val="tx1"/>
                              </a:solidFill>
                              <a:latin typeface="Cambria Math" panose="02040503050406030204" pitchFamily="18" charset="0"/>
                            </a:rPr>
                            <m:t>𝑿</m:t>
                          </m:r>
                        </m:e>
                      </m:acc>
                      <m:r>
                        <a:rPr lang="en-US" altLang="zh-CN" sz="2300" b="1">
                          <a:solidFill>
                            <a:schemeClr val="tx1"/>
                          </a:solidFill>
                          <a:latin typeface="Cambria Math" panose="02040503050406030204" pitchFamily="18" charset="0"/>
                        </a:rPr>
                        <m:t>→</m:t>
                      </m:r>
                      <m:r>
                        <a:rPr lang="zh-CN" altLang="en-US" sz="2300" b="1" i="1" dirty="0" smtClean="0">
                          <a:solidFill>
                            <a:schemeClr val="tx1"/>
                          </a:solidFill>
                          <a:latin typeface="Cambria Math" panose="02040503050406030204" pitchFamily="18" charset="0"/>
                        </a:rPr>
                        <m:t>𝝁</m:t>
                      </m:r>
                    </m:oMath>
                  </m:oMathPara>
                </a14:m>
                <a:endParaRPr lang="zh-CN" altLang="zh-CN" sz="2300" b="1" dirty="0">
                  <a:solidFill>
                    <a:schemeClr val="tx1"/>
                  </a:solidFill>
                </a:endParaRPr>
              </a:p>
            </p:txBody>
          </p:sp>
        </mc:Choice>
        <mc:Fallback xmlns="">
          <p:sp>
            <p:nvSpPr>
              <p:cNvPr id="27" name="矩形 26">
                <a:extLst>
                  <a:ext uri="{FF2B5EF4-FFF2-40B4-BE49-F238E27FC236}">
                    <a16:creationId xmlns:a16="http://schemas.microsoft.com/office/drawing/2014/main" id="{E115469C-9E58-B102-EFB8-8CB0442C0079}"/>
                  </a:ext>
                </a:extLst>
              </p:cNvPr>
              <p:cNvSpPr>
                <a:spLocks noRot="1" noChangeAspect="1" noMove="1" noResize="1" noEditPoints="1" noAdjustHandles="1" noChangeArrowheads="1" noChangeShapeType="1" noTextEdit="1"/>
              </p:cNvSpPr>
              <p:nvPr/>
            </p:nvSpPr>
            <p:spPr>
              <a:xfrm>
                <a:off x="5896229" y="5958805"/>
                <a:ext cx="1384663" cy="623248"/>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6577CA70-DE34-E532-AEFF-4E3C7DB0071C}"/>
                  </a:ext>
                </a:extLst>
              </p:cNvPr>
              <p:cNvSpPr txBox="1"/>
              <p:nvPr/>
            </p:nvSpPr>
            <p:spPr>
              <a:xfrm>
                <a:off x="6357311" y="5901097"/>
                <a:ext cx="3914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chemeClr val="tx1"/>
                          </a:solidFill>
                          <a:latin typeface="Cambria Math" panose="02040503050406030204" pitchFamily="18" charset="0"/>
                        </a:rPr>
                        <m:t>𝑷</m:t>
                      </m:r>
                    </m:oMath>
                  </m:oMathPara>
                </a14:m>
                <a:endParaRPr kumimoji="1" lang="zh-CN" altLang="en-US" b="1" dirty="0">
                  <a:solidFill>
                    <a:schemeClr val="tx1"/>
                  </a:solidFill>
                </a:endParaRPr>
              </a:p>
            </p:txBody>
          </p:sp>
        </mc:Choice>
        <mc:Fallback xmlns="">
          <p:sp>
            <p:nvSpPr>
              <p:cNvPr id="28" name="文本框 27">
                <a:extLst>
                  <a:ext uri="{FF2B5EF4-FFF2-40B4-BE49-F238E27FC236}">
                    <a16:creationId xmlns:a16="http://schemas.microsoft.com/office/drawing/2014/main" id="{6577CA70-DE34-E532-AEFF-4E3C7DB0071C}"/>
                  </a:ext>
                </a:extLst>
              </p:cNvPr>
              <p:cNvSpPr txBox="1">
                <a:spLocks noRot="1" noChangeAspect="1" noMove="1" noResize="1" noEditPoints="1" noAdjustHandles="1" noChangeArrowheads="1" noChangeShapeType="1" noTextEdit="1"/>
              </p:cNvSpPr>
              <p:nvPr/>
            </p:nvSpPr>
            <p:spPr>
              <a:xfrm>
                <a:off x="6357311" y="5901097"/>
                <a:ext cx="391454" cy="369332"/>
              </a:xfrm>
              <a:prstGeom prst="rect">
                <a:avLst/>
              </a:prstGeom>
              <a:blipFill>
                <a:blip r:embed="rId9"/>
                <a:stretch>
                  <a:fillRect/>
                </a:stretch>
              </a:blipFill>
            </p:spPr>
            <p:txBody>
              <a:bodyPr/>
              <a:lstStyle/>
              <a:p>
                <a:r>
                  <a:rPr lang="zh-CN" altLang="en-US">
                    <a:noFill/>
                  </a:rPr>
                  <a:t> </a:t>
                </a:r>
              </a:p>
            </p:txBody>
          </p:sp>
        </mc:Fallback>
      </mc:AlternateContent>
      <p:sp>
        <p:nvSpPr>
          <p:cNvPr id="2" name="Text Box 2">
            <a:extLst>
              <a:ext uri="{FF2B5EF4-FFF2-40B4-BE49-F238E27FC236}">
                <a16:creationId xmlns:a16="http://schemas.microsoft.com/office/drawing/2014/main" id="{EDAA8043-AF4C-1DE2-F702-B2CA30C2F491}"/>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cxnSp>
        <p:nvCxnSpPr>
          <p:cNvPr id="3" name="直线连接符 2">
            <a:extLst>
              <a:ext uri="{FF2B5EF4-FFF2-40B4-BE49-F238E27FC236}">
                <a16:creationId xmlns:a16="http://schemas.microsoft.com/office/drawing/2014/main" id="{31494E8D-3902-2447-D61B-A93AE0E5E816}"/>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90B6E775-1983-B281-7C6E-83DC547D7E2E}"/>
              </a:ext>
            </a:extLst>
          </p:cNvPr>
          <p:cNvSpPr txBox="1"/>
          <p:nvPr/>
        </p:nvSpPr>
        <p:spPr>
          <a:xfrm>
            <a:off x="4119973" y="3111001"/>
            <a:ext cx="1107996" cy="369332"/>
          </a:xfrm>
          <a:prstGeom prst="rect">
            <a:avLst/>
          </a:prstGeom>
          <a:noFill/>
        </p:spPr>
        <p:txBody>
          <a:bodyPr wrap="none" rtlCol="0">
            <a:spAutoFit/>
          </a:bodyPr>
          <a:lstStyle/>
          <a:p>
            <a:r>
              <a:rPr kumimoji="1" lang="zh-CN" altLang="en-US" b="1" dirty="0"/>
              <a:t>相互独立</a:t>
            </a:r>
          </a:p>
        </p:txBody>
      </p:sp>
    </p:spTree>
    <p:extLst>
      <p:ext uri="{BB962C8B-B14F-4D97-AF65-F5344CB8AC3E}">
        <p14:creationId xmlns:p14="http://schemas.microsoft.com/office/powerpoint/2010/main" val="60860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22" grpId="0"/>
      <p:bldP spid="23" grpId="0"/>
      <p:bldP spid="24" grpId="0"/>
      <p:bldP spid="27" grpId="0"/>
      <p:bldP spid="28"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24AAB5E0-E891-15FC-03E0-585F8C68753A}"/>
                  </a:ext>
                </a:extLst>
              </p:cNvPr>
              <p:cNvSpPr>
                <a:spLocks noGrp="1"/>
              </p:cNvSpPr>
              <p:nvPr>
                <p:ph idx="1"/>
              </p:nvPr>
            </p:nvSpPr>
            <p:spPr>
              <a:xfrm>
                <a:off x="273504" y="808263"/>
                <a:ext cx="8596993" cy="4580165"/>
              </a:xfrm>
            </p:spPr>
            <p:txBody>
              <a:bodyPr>
                <a:noAutofit/>
              </a:bodyPr>
              <a:lstStyle/>
              <a:p>
                <a:pPr marL="0" indent="0">
                  <a:lnSpc>
                    <a:spcPct val="100000"/>
                  </a:lnSpc>
                  <a:buNone/>
                </a:pPr>
                <a:endParaRPr lang="en-US" altLang="zh-CN" sz="2600" dirty="0"/>
              </a:p>
              <a:p>
                <a:pPr marL="0" indent="0">
                  <a:lnSpc>
                    <a:spcPct val="100000"/>
                  </a:lnSpc>
                  <a:buNone/>
                </a:pPr>
                <a:r>
                  <a:rPr lang="zh-CN" altLang="en-US" sz="2600" dirty="0"/>
                  <a:t>对于独立同分布且具有均值</a:t>
                </a:r>
                <a14:m>
                  <m:oMath xmlns:m="http://schemas.openxmlformats.org/officeDocument/2006/math">
                    <m:r>
                      <a:rPr lang="el-GR" altLang="zh-CN" sz="2600" i="1" dirty="0" smtClean="0">
                        <a:latin typeface="Cambria Math" panose="02040503050406030204" pitchFamily="18" charset="0"/>
                      </a:rPr>
                      <m:t>𝜇</m:t>
                    </m:r>
                  </m:oMath>
                </a14:m>
                <a:r>
                  <a:rPr lang="zh-CN" altLang="en-US" sz="2600" dirty="0"/>
                  <a:t>的随机变量</a:t>
                </a:r>
                <a14:m>
                  <m:oMath xmlns:m="http://schemas.openxmlformats.org/officeDocument/2006/math">
                    <m:sSub>
                      <m:sSubPr>
                        <m:ctrlPr>
                          <a:rPr lang="zh-CN" altLang="zh-CN" sz="2600" i="1">
                            <a:latin typeface="Cambria Math" panose="02040503050406030204" pitchFamily="18" charset="0"/>
                          </a:rPr>
                        </m:ctrlPr>
                      </m:sSubPr>
                      <m:e>
                        <m:r>
                          <a:rPr lang="en-US" altLang="zh-CN" sz="2600">
                            <a:latin typeface="Cambria Math" panose="02040503050406030204" pitchFamily="18" charset="0"/>
                          </a:rPr>
                          <m:t>𝑋</m:t>
                        </m:r>
                      </m:e>
                      <m:sub>
                        <m:r>
                          <a:rPr lang="en-US" altLang="zh-CN" sz="2600">
                            <a:latin typeface="Cambria Math" panose="02040503050406030204" pitchFamily="18" charset="0"/>
                          </a:rPr>
                          <m:t>1</m:t>
                        </m:r>
                      </m:sub>
                    </m:sSub>
                    <m:r>
                      <a:rPr lang="en-US" altLang="zh-CN" sz="2600">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a:latin typeface="Cambria Math" panose="02040503050406030204" pitchFamily="18" charset="0"/>
                          </a:rPr>
                          <m:t>𝑋</m:t>
                        </m:r>
                      </m:e>
                      <m:sub>
                        <m:r>
                          <a:rPr lang="en-US" altLang="zh-CN" sz="2600">
                            <a:latin typeface="Cambria Math" panose="02040503050406030204" pitchFamily="18" charset="0"/>
                          </a:rPr>
                          <m:t>2</m:t>
                        </m:r>
                      </m:sub>
                    </m:sSub>
                    <m:r>
                      <a:rPr lang="en-US" altLang="zh-CN" sz="2600">
                        <a:latin typeface="Cambria Math" panose="02040503050406030204" pitchFamily="18" charset="0"/>
                      </a:rPr>
                      <m:t>,⋯,</m:t>
                    </m:r>
                    <m:sSub>
                      <m:sSubPr>
                        <m:ctrlPr>
                          <a:rPr lang="zh-CN" altLang="zh-CN" sz="2600" i="1">
                            <a:latin typeface="Cambria Math" panose="02040503050406030204" pitchFamily="18" charset="0"/>
                          </a:rPr>
                        </m:ctrlPr>
                      </m:sSubPr>
                      <m:e>
                        <m:r>
                          <a:rPr lang="en-US" altLang="zh-CN" sz="2600">
                            <a:latin typeface="Cambria Math" panose="02040503050406030204" pitchFamily="18" charset="0"/>
                          </a:rPr>
                          <m:t>𝑋</m:t>
                        </m:r>
                      </m:e>
                      <m:sub>
                        <m:r>
                          <a:rPr lang="en-US" altLang="zh-CN" sz="2600">
                            <a:latin typeface="Cambria Math" panose="02040503050406030204" pitchFamily="18" charset="0"/>
                          </a:rPr>
                          <m:t>𝑛</m:t>
                        </m:r>
                      </m:sub>
                    </m:sSub>
                  </m:oMath>
                </a14:m>
                <a:r>
                  <a:rPr lang="zh-CN" altLang="en-US" sz="2600" dirty="0"/>
                  <a:t>，</a:t>
                </a:r>
                <a:endParaRPr lang="en-US" altLang="zh-CN" sz="2600" dirty="0"/>
              </a:p>
              <a:p>
                <a:pPr marL="0" indent="0">
                  <a:lnSpc>
                    <a:spcPct val="100000"/>
                  </a:lnSpc>
                  <a:buNone/>
                </a:pPr>
                <a:endParaRPr lang="en-US" altLang="zh-CN" sz="2600" dirty="0"/>
              </a:p>
              <a:p>
                <a:pPr marL="0" indent="0">
                  <a:lnSpc>
                    <a:spcPct val="100000"/>
                  </a:lnSpc>
                  <a:buNone/>
                </a:pPr>
                <a:endParaRPr lang="en-US" altLang="zh-CN" sz="2600" dirty="0"/>
              </a:p>
              <a:p>
                <a:pPr marL="0" indent="0">
                  <a:lnSpc>
                    <a:spcPct val="100000"/>
                  </a:lnSpc>
                  <a:buNone/>
                </a:pPr>
                <a:endParaRPr lang="en-US" altLang="zh-CN" sz="2600" dirty="0"/>
              </a:p>
              <a:p>
                <a:pPr marL="0" indent="0">
                  <a:lnSpc>
                    <a:spcPct val="100000"/>
                  </a:lnSpc>
                  <a:buNone/>
                </a:pPr>
                <a:r>
                  <a:rPr lang="zh-CN" altLang="en-US" sz="2600" dirty="0"/>
                  <a:t>它们的算术平均                       </a:t>
                </a:r>
                <a14:m>
                  <m:oMath xmlns:m="http://schemas.openxmlformats.org/officeDocument/2006/math">
                    <m:r>
                      <a:rPr lang="zh-CN" altLang="zh-CN" sz="2600" i="1" smtClean="0">
                        <a:latin typeface="Cambria Math" panose="02040503050406030204" pitchFamily="18" charset="0"/>
                      </a:rPr>
                      <m:t> </m:t>
                    </m:r>
                  </m:oMath>
                </a14:m>
                <a:r>
                  <a:rPr lang="zh-CN" altLang="en-US" sz="2600" dirty="0"/>
                  <a:t>      </a:t>
                </a:r>
                <a:r>
                  <a:rPr lang="en-US" altLang="zh-CN" sz="2600" dirty="0"/>
                  <a:t>(</a:t>
                </a:r>
                <a:r>
                  <a:rPr lang="zh-CN" altLang="en-US" sz="2600" dirty="0"/>
                  <a:t>仍然是一个随机变量</a:t>
                </a:r>
                <a:r>
                  <a:rPr lang="en-US" altLang="zh-CN" sz="2600" dirty="0"/>
                  <a:t>)</a:t>
                </a:r>
              </a:p>
              <a:p>
                <a:pPr marL="0" indent="0">
                  <a:lnSpc>
                    <a:spcPct val="100000"/>
                  </a:lnSpc>
                  <a:buNone/>
                </a:pPr>
                <a:endParaRPr lang="en-US" altLang="zh-CN" sz="2600" dirty="0"/>
              </a:p>
              <a:p>
                <a:pPr marL="0" indent="0">
                  <a:lnSpc>
                    <a:spcPct val="100000"/>
                  </a:lnSpc>
                  <a:buNone/>
                </a:pPr>
                <a:r>
                  <a:rPr lang="zh-CN" altLang="en-US" sz="2600" dirty="0"/>
                  <a:t>当</a:t>
                </a:r>
                <a14:m>
                  <m:oMath xmlns:m="http://schemas.openxmlformats.org/officeDocument/2006/math">
                    <m:r>
                      <a:rPr lang="en-US" altLang="zh-CN" sz="2600" i="1" dirty="0" smtClean="0">
                        <a:latin typeface="Cambria Math" panose="02040503050406030204" pitchFamily="18" charset="0"/>
                      </a:rPr>
                      <m:t>𝑛</m:t>
                    </m:r>
                  </m:oMath>
                </a14:m>
                <a:r>
                  <a:rPr lang="zh-CN" altLang="en-US" sz="2600" dirty="0"/>
                  <a:t>很大时，很可能接近于</a:t>
                </a:r>
                <a14:m>
                  <m:oMath xmlns:m="http://schemas.openxmlformats.org/officeDocument/2006/math">
                    <m:r>
                      <a:rPr lang="el-GR" altLang="zh-CN" sz="2600" i="1" dirty="0" smtClean="0">
                        <a:latin typeface="Cambria Math" panose="02040503050406030204" pitchFamily="18" charset="0"/>
                      </a:rPr>
                      <m:t>𝜇</m:t>
                    </m:r>
                  </m:oMath>
                </a14:m>
                <a:r>
                  <a:rPr lang="zh-CN" altLang="en-US" sz="2600" dirty="0"/>
                  <a:t>（方差很小）。</a:t>
                </a:r>
                <a:endParaRPr lang="en-US" altLang="zh-CN" sz="2600" dirty="0"/>
              </a:p>
            </p:txBody>
          </p:sp>
        </mc:Choice>
        <mc:Fallback xmlns="">
          <p:sp>
            <p:nvSpPr>
              <p:cNvPr id="4" name="内容占位符 2">
                <a:extLst>
                  <a:ext uri="{FF2B5EF4-FFF2-40B4-BE49-F238E27FC236}">
                    <a16:creationId xmlns:a16="http://schemas.microsoft.com/office/drawing/2014/main" id="{24AAB5E0-E891-15FC-03E0-585F8C68753A}"/>
                  </a:ext>
                </a:extLst>
              </p:cNvPr>
              <p:cNvSpPr>
                <a:spLocks noGrp="1" noRot="1" noChangeAspect="1" noMove="1" noResize="1" noEditPoints="1" noAdjustHandles="1" noChangeArrowheads="1" noChangeShapeType="1" noTextEdit="1"/>
              </p:cNvSpPr>
              <p:nvPr>
                <p:ph idx="1"/>
              </p:nvPr>
            </p:nvSpPr>
            <p:spPr>
              <a:xfrm>
                <a:off x="273504" y="808263"/>
                <a:ext cx="8596993" cy="4580165"/>
              </a:xfrm>
              <a:blipFill>
                <a:blip r:embed="rId3"/>
                <a:stretch>
                  <a:fillRect l="-1327"/>
                </a:stretch>
              </a:blipFill>
            </p:spPr>
            <p:txBody>
              <a:bodyPr/>
              <a:lstStyle/>
              <a:p>
                <a:r>
                  <a:rPr lang="zh-CN" altLang="en-US">
                    <a:noFill/>
                  </a:rPr>
                  <a:t> </a:t>
                </a:r>
              </a:p>
            </p:txBody>
          </p:sp>
        </mc:Fallback>
      </mc:AlternateContent>
      <p:sp>
        <p:nvSpPr>
          <p:cNvPr id="2" name="Text Box 2">
            <a:extLst>
              <a:ext uri="{FF2B5EF4-FFF2-40B4-BE49-F238E27FC236}">
                <a16:creationId xmlns:a16="http://schemas.microsoft.com/office/drawing/2014/main" id="{2E3A42CE-0266-B939-C310-3EDC14BF1AFC}"/>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cxnSp>
        <p:nvCxnSpPr>
          <p:cNvPr id="3" name="直线连接符 2">
            <a:extLst>
              <a:ext uri="{FF2B5EF4-FFF2-40B4-BE49-F238E27FC236}">
                <a16:creationId xmlns:a16="http://schemas.microsoft.com/office/drawing/2014/main" id="{161AB191-5275-335D-9B00-42A0D64658DE}"/>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65208E8-D938-E9EA-4ED0-ABC51B7427C4}"/>
                  </a:ext>
                </a:extLst>
              </p:cNvPr>
              <p:cNvSpPr txBox="1"/>
              <p:nvPr/>
            </p:nvSpPr>
            <p:spPr>
              <a:xfrm>
                <a:off x="2590799" y="3238735"/>
                <a:ext cx="1981200" cy="932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r>
                            <a:rPr lang="en-US" altLang="zh-CN" sz="2000" b="0" i="1" smtClean="0">
                              <a:latin typeface="Cambria Math" panose="02040503050406030204" pitchFamily="18" charset="0"/>
                            </a:rPr>
                            <m:t>𝑋</m:t>
                          </m:r>
                        </m:e>
                      </m:acc>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nary>
                        <m:naryPr>
                          <m:chr m:val="∑"/>
                          <m:limLoc m:val="undOvr"/>
                          <m:grow m:val="on"/>
                          <m:ctrlPr>
                            <a:rPr lang="zh-CN" altLang="zh-CN" sz="2000" i="1">
                              <a:latin typeface="Cambria Math" panose="02040503050406030204" pitchFamily="18" charset="0"/>
                            </a:rPr>
                          </m:ctrlPr>
                        </m:naryPr>
                        <m:sub>
                          <m:r>
                            <a:rPr lang="en-US" altLang="zh-CN" sz="2000">
                              <a:latin typeface="Cambria Math" panose="02040503050406030204" pitchFamily="18" charset="0"/>
                            </a:rPr>
                            <m:t>𝑘</m:t>
                          </m:r>
                          <m:r>
                            <a:rPr lang="en-US" altLang="zh-CN" sz="2000">
                              <a:latin typeface="Cambria Math" panose="02040503050406030204" pitchFamily="18" charset="0"/>
                            </a:rPr>
                            <m:t>=1</m:t>
                          </m:r>
                        </m:sub>
                        <m:sup>
                          <m:r>
                            <a:rPr lang="en-US" altLang="zh-CN" sz="2000">
                              <a:latin typeface="Cambria Math" panose="02040503050406030204" pitchFamily="18" charset="0"/>
                            </a:rPr>
                            <m:t>𝑛</m:t>
                          </m:r>
                        </m:sup>
                        <m:e>
                          <m:r>
                            <a:rPr lang="en-US" altLang="zh-CN" sz="2000">
                              <a:latin typeface="Cambria Math" panose="02040503050406030204" pitchFamily="18" charset="0"/>
                            </a:rPr>
                            <m:t> </m:t>
                          </m:r>
                        </m:e>
                      </m:nary>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𝑋</m:t>
                          </m:r>
                        </m:e>
                        <m:sub>
                          <m:r>
                            <m:rPr>
                              <m:sty m:val="p"/>
                            </m:rPr>
                            <a:rPr lang="en-US" altLang="zh-CN" sz="2000">
                              <a:latin typeface="Cambria Math" panose="02040503050406030204" pitchFamily="18" charset="0"/>
                            </a:rPr>
                            <m:t>k</m:t>
                          </m:r>
                        </m:sub>
                      </m:sSub>
                    </m:oMath>
                  </m:oMathPara>
                </a14:m>
                <a:endParaRPr lang="zh-CN" altLang="en-US" sz="2000" dirty="0"/>
              </a:p>
            </p:txBody>
          </p:sp>
        </mc:Choice>
        <mc:Fallback xmlns="">
          <p:sp>
            <p:nvSpPr>
              <p:cNvPr id="5" name="文本框 4">
                <a:extLst>
                  <a:ext uri="{FF2B5EF4-FFF2-40B4-BE49-F238E27FC236}">
                    <a16:creationId xmlns:a16="http://schemas.microsoft.com/office/drawing/2014/main" id="{F65208E8-D938-E9EA-4ED0-ABC51B7427C4}"/>
                  </a:ext>
                </a:extLst>
              </p:cNvPr>
              <p:cNvSpPr txBox="1">
                <a:spLocks noRot="1" noChangeAspect="1" noMove="1" noResize="1" noEditPoints="1" noAdjustHandles="1" noChangeArrowheads="1" noChangeShapeType="1" noTextEdit="1"/>
              </p:cNvSpPr>
              <p:nvPr/>
            </p:nvSpPr>
            <p:spPr>
              <a:xfrm>
                <a:off x="2590799" y="3238735"/>
                <a:ext cx="1981200" cy="932628"/>
              </a:xfrm>
              <a:prstGeom prst="rect">
                <a:avLst/>
              </a:prstGeom>
              <a:blipFill>
                <a:blip r:embed="rId4"/>
                <a:stretch>
                  <a:fillRect l="-641" t="-101333" b="-154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53236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B533509-DBC2-26BB-A879-636DB6B0629F}"/>
              </a:ext>
            </a:extLst>
          </p:cNvPr>
          <p:cNvSpPr txBox="1"/>
          <p:nvPr/>
        </p:nvSpPr>
        <p:spPr>
          <a:xfrm>
            <a:off x="876011"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sp>
        <p:nvSpPr>
          <p:cNvPr id="11" name="文本框 10">
            <a:extLst>
              <a:ext uri="{FF2B5EF4-FFF2-40B4-BE49-F238E27FC236}">
                <a16:creationId xmlns:a16="http://schemas.microsoft.com/office/drawing/2014/main" id="{7CB9CCDB-B9A1-FDA3-7149-6EA19697C646}"/>
              </a:ext>
            </a:extLst>
          </p:cNvPr>
          <p:cNvSpPr txBox="1"/>
          <p:nvPr/>
        </p:nvSpPr>
        <p:spPr>
          <a:xfrm>
            <a:off x="7072376"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pic>
        <p:nvPicPr>
          <p:cNvPr id="16" name="图片 15">
            <a:extLst>
              <a:ext uri="{FF2B5EF4-FFF2-40B4-BE49-F238E27FC236}">
                <a16:creationId xmlns:a16="http://schemas.microsoft.com/office/drawing/2014/main" id="{F32D6B66-2C6F-1DFD-93B1-6AAD40FE6511}"/>
              </a:ext>
            </a:extLst>
          </p:cNvPr>
          <p:cNvPicPr>
            <a:picLocks noChangeAspect="1"/>
          </p:cNvPicPr>
          <p:nvPr/>
        </p:nvPicPr>
        <p:blipFill>
          <a:blip r:embed="rId3"/>
          <a:stretch>
            <a:fillRect/>
          </a:stretch>
        </p:blipFill>
        <p:spPr>
          <a:xfrm>
            <a:off x="365725" y="1330929"/>
            <a:ext cx="2632722" cy="1755148"/>
          </a:xfrm>
          <a:prstGeom prst="rect">
            <a:avLst/>
          </a:prstGeom>
        </p:spPr>
      </p:pic>
      <p:pic>
        <p:nvPicPr>
          <p:cNvPr id="17" name="图片 16">
            <a:extLst>
              <a:ext uri="{FF2B5EF4-FFF2-40B4-BE49-F238E27FC236}">
                <a16:creationId xmlns:a16="http://schemas.microsoft.com/office/drawing/2014/main" id="{4493B21E-4D1D-BA6D-5B8A-FB85A6DC246D}"/>
              </a:ext>
            </a:extLst>
          </p:cNvPr>
          <p:cNvPicPr>
            <a:picLocks noChangeAspect="1"/>
          </p:cNvPicPr>
          <p:nvPr/>
        </p:nvPicPr>
        <p:blipFill>
          <a:blip r:embed="rId3"/>
          <a:stretch>
            <a:fillRect/>
          </a:stretch>
        </p:blipFill>
        <p:spPr>
          <a:xfrm>
            <a:off x="3357610" y="1332443"/>
            <a:ext cx="2632722" cy="1755148"/>
          </a:xfrm>
          <a:prstGeom prst="rect">
            <a:avLst/>
          </a:prstGeom>
        </p:spPr>
      </p:pic>
      <p:pic>
        <p:nvPicPr>
          <p:cNvPr id="18" name="图片 17">
            <a:extLst>
              <a:ext uri="{FF2B5EF4-FFF2-40B4-BE49-F238E27FC236}">
                <a16:creationId xmlns:a16="http://schemas.microsoft.com/office/drawing/2014/main" id="{F11F9588-4C9E-E646-0958-E05F7E5E53CF}"/>
              </a:ext>
            </a:extLst>
          </p:cNvPr>
          <p:cNvPicPr>
            <a:picLocks noChangeAspect="1"/>
          </p:cNvPicPr>
          <p:nvPr/>
        </p:nvPicPr>
        <p:blipFill>
          <a:blip r:embed="rId3"/>
          <a:stretch>
            <a:fillRect/>
          </a:stretch>
        </p:blipFill>
        <p:spPr>
          <a:xfrm>
            <a:off x="6305725" y="1330929"/>
            <a:ext cx="2632722" cy="1755148"/>
          </a:xfrm>
          <a:prstGeom prst="rect">
            <a:avLst/>
          </a:prstGeom>
        </p:spPr>
      </p:pic>
      <p:pic>
        <p:nvPicPr>
          <p:cNvPr id="19" name="图片 18">
            <a:extLst>
              <a:ext uri="{FF2B5EF4-FFF2-40B4-BE49-F238E27FC236}">
                <a16:creationId xmlns:a16="http://schemas.microsoft.com/office/drawing/2014/main" id="{E7DDA9B6-6C79-7AD9-49D7-4DD7148BC7B1}"/>
              </a:ext>
            </a:extLst>
          </p:cNvPr>
          <p:cNvPicPr>
            <a:picLocks noChangeAspect="1"/>
          </p:cNvPicPr>
          <p:nvPr/>
        </p:nvPicPr>
        <p:blipFill>
          <a:blip r:embed="rId3"/>
          <a:stretch>
            <a:fillRect/>
          </a:stretch>
        </p:blipFill>
        <p:spPr>
          <a:xfrm>
            <a:off x="3357610" y="3429000"/>
            <a:ext cx="2632722" cy="1755148"/>
          </a:xfrm>
          <a:prstGeom prst="rect">
            <a:avLst/>
          </a:prstGeom>
        </p:spPr>
      </p:pic>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31435B9-F002-5DD0-8E09-7F2CEBACB6D0}"/>
                  </a:ext>
                </a:extLst>
              </p:cNvPr>
              <p:cNvSpPr txBox="1"/>
              <p:nvPr/>
            </p:nvSpPr>
            <p:spPr>
              <a:xfrm>
                <a:off x="2500694" y="139168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𝟏</m:t>
                      </m:r>
                    </m:oMath>
                  </m:oMathPara>
                </a14:m>
                <a:endParaRPr lang="zh-CN" altLang="en-US" sz="2400" b="1" dirty="0"/>
              </a:p>
            </p:txBody>
          </p:sp>
        </mc:Choice>
        <mc:Fallback xmlns="">
          <p:sp>
            <p:nvSpPr>
              <p:cNvPr id="21" name="文本框 20">
                <a:extLst>
                  <a:ext uri="{FF2B5EF4-FFF2-40B4-BE49-F238E27FC236}">
                    <a16:creationId xmlns:a16="http://schemas.microsoft.com/office/drawing/2014/main" id="{331435B9-F002-5DD0-8E09-7F2CEBACB6D0}"/>
                  </a:ext>
                </a:extLst>
              </p:cNvPr>
              <p:cNvSpPr txBox="1">
                <a:spLocks noRot="1" noChangeAspect="1" noMove="1" noResize="1" noEditPoints="1" noAdjustHandles="1" noChangeArrowheads="1" noChangeShapeType="1" noTextEdit="1"/>
              </p:cNvSpPr>
              <p:nvPr/>
            </p:nvSpPr>
            <p:spPr>
              <a:xfrm>
                <a:off x="2500694" y="1391688"/>
                <a:ext cx="541523" cy="461665"/>
              </a:xfrm>
              <a:prstGeom prst="rect">
                <a:avLst/>
              </a:prstGeom>
              <a:blipFill>
                <a:blip r:embed="rId4"/>
                <a:stretch>
                  <a:fillRect b="-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89B3380-A5F2-1BA2-C498-BFC2D1899D1E}"/>
                  </a:ext>
                </a:extLst>
              </p:cNvPr>
              <p:cNvSpPr txBox="1"/>
              <p:nvPr/>
            </p:nvSpPr>
            <p:spPr>
              <a:xfrm>
                <a:off x="5448809" y="142024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𝟐</m:t>
                      </m:r>
                    </m:oMath>
                  </m:oMathPara>
                </a14:m>
                <a:endParaRPr lang="zh-CN" altLang="en-US" sz="2400" b="1" dirty="0"/>
              </a:p>
            </p:txBody>
          </p:sp>
        </mc:Choice>
        <mc:Fallback xmlns="">
          <p:sp>
            <p:nvSpPr>
              <p:cNvPr id="22" name="文本框 21">
                <a:extLst>
                  <a:ext uri="{FF2B5EF4-FFF2-40B4-BE49-F238E27FC236}">
                    <a16:creationId xmlns:a16="http://schemas.microsoft.com/office/drawing/2014/main" id="{889B3380-A5F2-1BA2-C498-BFC2D1899D1E}"/>
                  </a:ext>
                </a:extLst>
              </p:cNvPr>
              <p:cNvSpPr txBox="1">
                <a:spLocks noRot="1" noChangeAspect="1" noMove="1" noResize="1" noEditPoints="1" noAdjustHandles="1" noChangeArrowheads="1" noChangeShapeType="1" noTextEdit="1"/>
              </p:cNvSpPr>
              <p:nvPr/>
            </p:nvSpPr>
            <p:spPr>
              <a:xfrm>
                <a:off x="5448809" y="1420248"/>
                <a:ext cx="541523" cy="461665"/>
              </a:xfrm>
              <a:prstGeom prst="rect">
                <a:avLst/>
              </a:prstGeom>
              <a:blipFill>
                <a:blip r:embed="rId5"/>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1892D09-E7CE-6EBB-39FF-6198189DE0DA}"/>
                  </a:ext>
                </a:extLst>
              </p:cNvPr>
              <p:cNvSpPr txBox="1"/>
              <p:nvPr/>
            </p:nvSpPr>
            <p:spPr>
              <a:xfrm>
                <a:off x="8418299" y="142024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𝟑</m:t>
                      </m:r>
                    </m:oMath>
                  </m:oMathPara>
                </a14:m>
                <a:endParaRPr lang="zh-CN" altLang="en-US" sz="2400" b="1" dirty="0"/>
              </a:p>
            </p:txBody>
          </p:sp>
        </mc:Choice>
        <mc:Fallback xmlns="">
          <p:sp>
            <p:nvSpPr>
              <p:cNvPr id="23" name="文本框 22">
                <a:extLst>
                  <a:ext uri="{FF2B5EF4-FFF2-40B4-BE49-F238E27FC236}">
                    <a16:creationId xmlns:a16="http://schemas.microsoft.com/office/drawing/2014/main" id="{C1892D09-E7CE-6EBB-39FF-6198189DE0DA}"/>
                  </a:ext>
                </a:extLst>
              </p:cNvPr>
              <p:cNvSpPr txBox="1">
                <a:spLocks noRot="1" noChangeAspect="1" noMove="1" noResize="1" noEditPoints="1" noAdjustHandles="1" noChangeArrowheads="1" noChangeShapeType="1" noTextEdit="1"/>
              </p:cNvSpPr>
              <p:nvPr/>
            </p:nvSpPr>
            <p:spPr>
              <a:xfrm>
                <a:off x="8418299" y="1420248"/>
                <a:ext cx="541523" cy="461665"/>
              </a:xfrm>
              <a:prstGeom prst="rect">
                <a:avLst/>
              </a:prstGeom>
              <a:blipFill>
                <a:blip r:embed="rId6"/>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FCE5CBB4-0253-AB2C-BCFC-51A082117246}"/>
                  </a:ext>
                </a:extLst>
              </p:cNvPr>
              <p:cNvSpPr txBox="1"/>
              <p:nvPr/>
            </p:nvSpPr>
            <p:spPr>
              <a:xfrm>
                <a:off x="5448808" y="3527625"/>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𝒏</m:t>
                      </m:r>
                    </m:oMath>
                  </m:oMathPara>
                </a14:m>
                <a:endParaRPr lang="zh-CN" altLang="en-US" sz="2400" b="1" dirty="0"/>
              </a:p>
            </p:txBody>
          </p:sp>
        </mc:Choice>
        <mc:Fallback xmlns="">
          <p:sp>
            <p:nvSpPr>
              <p:cNvPr id="24" name="文本框 23">
                <a:extLst>
                  <a:ext uri="{FF2B5EF4-FFF2-40B4-BE49-F238E27FC236}">
                    <a16:creationId xmlns:a16="http://schemas.microsoft.com/office/drawing/2014/main" id="{FCE5CBB4-0253-AB2C-BCFC-51A082117246}"/>
                  </a:ext>
                </a:extLst>
              </p:cNvPr>
              <p:cNvSpPr txBox="1">
                <a:spLocks noRot="1" noChangeAspect="1" noMove="1" noResize="1" noEditPoints="1" noAdjustHandles="1" noChangeArrowheads="1" noChangeShapeType="1" noTextEdit="1"/>
              </p:cNvSpPr>
              <p:nvPr/>
            </p:nvSpPr>
            <p:spPr>
              <a:xfrm>
                <a:off x="5448808" y="3527625"/>
                <a:ext cx="541523" cy="461665"/>
              </a:xfrm>
              <a:prstGeom prst="rect">
                <a:avLst/>
              </a:prstGeom>
              <a:blipFill>
                <a:blip r:embed="rId7"/>
                <a:stretch>
                  <a:fillRect l="-23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8EB8E9D-9111-80C3-A58B-0014EE7D0A05}"/>
                  </a:ext>
                </a:extLst>
              </p:cNvPr>
              <p:cNvSpPr txBox="1"/>
              <p:nvPr/>
            </p:nvSpPr>
            <p:spPr>
              <a:xfrm>
                <a:off x="365725" y="5668095"/>
                <a:ext cx="4674358" cy="10405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b="1" i="1" smtClean="0">
                              <a:solidFill>
                                <a:schemeClr val="tx1"/>
                              </a:solidFill>
                              <a:latin typeface="Cambria Math" panose="02040503050406030204" pitchFamily="18" charset="0"/>
                            </a:rPr>
                          </m:ctrlPr>
                        </m:accPr>
                        <m:e>
                          <m:r>
                            <a:rPr lang="en-US" altLang="zh-CN" sz="2400" b="1" i="1">
                              <a:solidFill>
                                <a:schemeClr val="tx1"/>
                              </a:solidFill>
                              <a:latin typeface="Cambria Math" panose="02040503050406030204" pitchFamily="18" charset="0"/>
                            </a:rPr>
                            <m:t>𝑿</m:t>
                          </m:r>
                        </m:e>
                      </m:acc>
                      <m:r>
                        <a:rPr lang="en-US" altLang="zh-CN" sz="2400" b="1" i="1">
                          <a:solidFill>
                            <a:schemeClr val="tx1"/>
                          </a:solidFill>
                          <a:latin typeface="Cambria Math" panose="02040503050406030204" pitchFamily="18" charset="0"/>
                        </a:rPr>
                        <m:t>=</m:t>
                      </m:r>
                      <m:f>
                        <m:fPr>
                          <m:ctrlPr>
                            <a:rPr lang="en-US" altLang="zh-CN" sz="2200" b="1" i="1" smtClean="0">
                              <a:solidFill>
                                <a:schemeClr val="tx1"/>
                              </a:solidFill>
                              <a:latin typeface="Cambria Math" panose="02040503050406030204" pitchFamily="18" charset="0"/>
                            </a:rPr>
                          </m:ctrlPr>
                        </m:fPr>
                        <m:num>
                          <m:r>
                            <a:rPr lang="en-US" altLang="zh-CN" sz="2200" b="1" i="1" smtClean="0">
                              <a:solidFill>
                                <a:schemeClr val="tx1"/>
                              </a:solidFill>
                              <a:latin typeface="Cambria Math" panose="02040503050406030204" pitchFamily="18" charset="0"/>
                            </a:rPr>
                            <m:t>𝟏</m:t>
                          </m:r>
                        </m:num>
                        <m:den>
                          <m:r>
                            <a:rPr lang="en-US" altLang="zh-CN" sz="2200" b="1" i="1" smtClean="0">
                              <a:solidFill>
                                <a:schemeClr val="tx1"/>
                              </a:solidFill>
                              <a:latin typeface="Cambria Math" panose="02040503050406030204" pitchFamily="18" charset="0"/>
                            </a:rPr>
                            <m:t>𝒏</m:t>
                          </m:r>
                        </m:den>
                      </m:f>
                      <m:nary>
                        <m:naryPr>
                          <m:chr m:val="∑"/>
                          <m:ctrlPr>
                            <a:rPr lang="zh-CN" altLang="en-US" sz="2200" b="1" i="1" smtClean="0">
                              <a:solidFill>
                                <a:schemeClr val="tx1"/>
                              </a:solidFill>
                              <a:latin typeface="Cambria Math" panose="02040503050406030204" pitchFamily="18" charset="0"/>
                            </a:rPr>
                          </m:ctrlPr>
                        </m:naryPr>
                        <m:sub>
                          <m:r>
                            <m:rPr>
                              <m:brk m:alnAt="23"/>
                            </m:rPr>
                            <a:rPr lang="en-US" altLang="zh-CN" sz="2200" b="1" i="1">
                              <a:solidFill>
                                <a:schemeClr val="tx1"/>
                              </a:solidFill>
                              <a:latin typeface="Cambria Math" panose="02040503050406030204" pitchFamily="18" charset="0"/>
                            </a:rPr>
                            <m:t>𝒌</m:t>
                          </m:r>
                          <m:r>
                            <a:rPr lang="en-US" altLang="zh-CN" sz="2200" b="1" i="1">
                              <a:solidFill>
                                <a:schemeClr val="tx1"/>
                              </a:solidFill>
                              <a:latin typeface="Cambria Math" panose="02040503050406030204" pitchFamily="18" charset="0"/>
                            </a:rPr>
                            <m:t>=</m:t>
                          </m:r>
                          <m:r>
                            <a:rPr lang="en-US" altLang="zh-CN" sz="2200" b="1" i="1">
                              <a:solidFill>
                                <a:schemeClr val="tx1"/>
                              </a:solidFill>
                              <a:latin typeface="Cambria Math" panose="02040503050406030204" pitchFamily="18" charset="0"/>
                            </a:rPr>
                            <m:t>𝟏</m:t>
                          </m:r>
                        </m:sub>
                        <m:sup>
                          <m:r>
                            <a:rPr lang="en-US" altLang="zh-CN" sz="2200" b="1" i="1">
                              <a:solidFill>
                                <a:schemeClr val="tx1"/>
                              </a:solidFill>
                              <a:latin typeface="Cambria Math" panose="02040503050406030204" pitchFamily="18" charset="0"/>
                            </a:rPr>
                            <m:t>𝒏</m:t>
                          </m:r>
                        </m:sup>
                        <m:e>
                          <m:sSub>
                            <m:sSubPr>
                              <m:ctrlPr>
                                <a:rPr lang="zh-CN" altLang="zh-CN" sz="2200" b="1" i="1">
                                  <a:solidFill>
                                    <a:schemeClr val="tx1"/>
                                  </a:solidFill>
                                  <a:latin typeface="Cambria Math" panose="02040503050406030204" pitchFamily="18" charset="0"/>
                                </a:rPr>
                              </m:ctrlPr>
                            </m:sSubPr>
                            <m:e>
                              <m:r>
                                <a:rPr lang="en-US" altLang="zh-CN" sz="2200" b="1" i="1">
                                  <a:solidFill>
                                    <a:schemeClr val="tx1"/>
                                  </a:solidFill>
                                  <a:latin typeface="Cambria Math" panose="02040503050406030204" pitchFamily="18" charset="0"/>
                                </a:rPr>
                                <m:t>𝑿</m:t>
                              </m:r>
                            </m:e>
                            <m:sub>
                              <m:r>
                                <a:rPr lang="en-US" altLang="zh-CN" sz="2200" b="1" i="1">
                                  <a:solidFill>
                                    <a:schemeClr val="tx1"/>
                                  </a:solidFill>
                                  <a:latin typeface="Cambria Math" panose="02040503050406030204" pitchFamily="18" charset="0"/>
                                </a:rPr>
                                <m:t>𝒌</m:t>
                              </m:r>
                            </m:sub>
                          </m:sSub>
                        </m:e>
                      </m:nary>
                    </m:oMath>
                  </m:oMathPara>
                </a14:m>
                <a:endParaRPr lang="zh-CN" altLang="en-US" sz="2200" b="1" dirty="0">
                  <a:solidFill>
                    <a:schemeClr val="tx1"/>
                  </a:solidFill>
                </a:endParaRPr>
              </a:p>
            </p:txBody>
          </p:sp>
        </mc:Choice>
        <mc:Fallback xmlns="">
          <p:sp>
            <p:nvSpPr>
              <p:cNvPr id="20" name="文本框 19">
                <a:extLst>
                  <a:ext uri="{FF2B5EF4-FFF2-40B4-BE49-F238E27FC236}">
                    <a16:creationId xmlns:a16="http://schemas.microsoft.com/office/drawing/2014/main" id="{E8EB8E9D-9111-80C3-A58B-0014EE7D0A05}"/>
                  </a:ext>
                </a:extLst>
              </p:cNvPr>
              <p:cNvSpPr txBox="1">
                <a:spLocks noRot="1" noChangeAspect="1" noMove="1" noResize="1" noEditPoints="1" noAdjustHandles="1" noChangeArrowheads="1" noChangeShapeType="1" noTextEdit="1"/>
              </p:cNvSpPr>
              <p:nvPr/>
            </p:nvSpPr>
            <p:spPr>
              <a:xfrm>
                <a:off x="365725" y="5668095"/>
                <a:ext cx="4674358" cy="1040541"/>
              </a:xfrm>
              <a:prstGeom prst="rect">
                <a:avLst/>
              </a:prstGeom>
              <a:blipFill>
                <a:blip r:embed="rId8"/>
                <a:stretch>
                  <a:fillRect t="-103659" b="-15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EA40636-9A1D-6A91-9DF9-EF8CBB830F86}"/>
                  </a:ext>
                </a:extLst>
              </p:cNvPr>
              <p:cNvSpPr txBox="1"/>
              <p:nvPr/>
            </p:nvSpPr>
            <p:spPr>
              <a:xfrm>
                <a:off x="5640912" y="5827176"/>
                <a:ext cx="4981432" cy="72237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b="1" i="1" dirty="0" smtClean="0">
                          <a:solidFill>
                            <a:schemeClr val="tx1"/>
                          </a:solidFill>
                          <a:latin typeface="Cambria Math" panose="02040503050406030204" pitchFamily="18" charset="0"/>
                        </a:rPr>
                        <m:t>𝑵</m:t>
                      </m:r>
                      <m:r>
                        <a:rPr lang="en-US" altLang="zh-CN" sz="2400" b="1" i="1" dirty="0" smtClean="0">
                          <a:solidFill>
                            <a:schemeClr val="tx1"/>
                          </a:solidFill>
                          <a:latin typeface="Cambria Math" panose="02040503050406030204" pitchFamily="18" charset="0"/>
                        </a:rPr>
                        <m:t>(</m:t>
                      </m:r>
                      <m:r>
                        <a:rPr lang="el-GR" altLang="zh-CN" sz="2400" b="1" i="1" dirty="0" smtClean="0">
                          <a:solidFill>
                            <a:schemeClr val="tx1"/>
                          </a:solidFill>
                          <a:latin typeface="Cambria Math" panose="02040503050406030204" pitchFamily="18" charset="0"/>
                          <a:ea typeface="Cambria Math" panose="02040503050406030204" pitchFamily="18" charset="0"/>
                        </a:rPr>
                        <m:t>𝝁</m:t>
                      </m:r>
                      <m:r>
                        <a:rPr lang="en-US" altLang="zh-CN" sz="2400" b="1" i="1" dirty="0" smtClean="0">
                          <a:solidFill>
                            <a:schemeClr val="tx1"/>
                          </a:solidFill>
                          <a:latin typeface="Cambria Math" panose="02040503050406030204" pitchFamily="18" charset="0"/>
                          <a:ea typeface="Cambria Math" panose="02040503050406030204" pitchFamily="18" charset="0"/>
                        </a:rPr>
                        <m:t>,</m:t>
                      </m:r>
                      <m:f>
                        <m:fPr>
                          <m:ctrlPr>
                            <a:rPr lang="en-US" altLang="zh-CN" sz="2400" b="1" i="1" dirty="0" smtClean="0">
                              <a:solidFill>
                                <a:schemeClr val="tx1"/>
                              </a:solidFill>
                              <a:latin typeface="Cambria Math" panose="02040503050406030204" pitchFamily="18" charset="0"/>
                              <a:ea typeface="Cambria Math" panose="02040503050406030204" pitchFamily="18" charset="0"/>
                            </a:rPr>
                          </m:ctrlPr>
                        </m:fPr>
                        <m:num>
                          <m:r>
                            <a:rPr lang="en-US" altLang="zh-CN" sz="2400" b="1" i="1" dirty="0">
                              <a:solidFill>
                                <a:schemeClr val="tx1"/>
                              </a:solidFill>
                              <a:latin typeface="Cambria Math" panose="02040503050406030204" pitchFamily="18" charset="0"/>
                              <a:ea typeface="Cambria Math" panose="02040503050406030204" pitchFamily="18" charset="0"/>
                            </a:rPr>
                            <m:t>𝝈</m:t>
                          </m:r>
                          <m:r>
                            <a:rPr lang="en-US" altLang="zh-CN" sz="2400" b="1" i="1" baseline="30000" dirty="0">
                              <a:solidFill>
                                <a:schemeClr val="tx1"/>
                              </a:solidFill>
                              <a:latin typeface="Cambria Math" panose="02040503050406030204" pitchFamily="18" charset="0"/>
                              <a:ea typeface="Cambria Math" panose="02040503050406030204" pitchFamily="18" charset="0"/>
                            </a:rPr>
                            <m:t>𝟐</m:t>
                          </m:r>
                        </m:num>
                        <m:den>
                          <m:r>
                            <a:rPr lang="en-US" altLang="zh-CN" sz="2400" b="1" i="1" dirty="0" smtClean="0">
                              <a:solidFill>
                                <a:schemeClr val="tx1"/>
                              </a:solidFill>
                              <a:latin typeface="Cambria Math" panose="02040503050406030204" pitchFamily="18" charset="0"/>
                              <a:ea typeface="Cambria Math" panose="02040503050406030204" pitchFamily="18" charset="0"/>
                            </a:rPr>
                            <m:t>𝒏</m:t>
                          </m:r>
                        </m:den>
                      </m:f>
                      <m:r>
                        <a:rPr lang="en-US" altLang="zh-CN" sz="2400" b="1" i="1" dirty="0" smtClean="0">
                          <a:solidFill>
                            <a:schemeClr val="tx1"/>
                          </a:solidFill>
                          <a:latin typeface="Cambria Math" panose="02040503050406030204" pitchFamily="18" charset="0"/>
                        </a:rPr>
                        <m:t>)</m:t>
                      </m:r>
                    </m:oMath>
                  </m:oMathPara>
                </a14:m>
                <a:endParaRPr lang="zh-CN" altLang="en-US" sz="2400" b="1" dirty="0">
                  <a:solidFill>
                    <a:schemeClr val="tx1"/>
                  </a:solidFill>
                </a:endParaRPr>
              </a:p>
            </p:txBody>
          </p:sp>
        </mc:Choice>
        <mc:Fallback xmlns="">
          <p:sp>
            <p:nvSpPr>
              <p:cNvPr id="25" name="文本框 24">
                <a:extLst>
                  <a:ext uri="{FF2B5EF4-FFF2-40B4-BE49-F238E27FC236}">
                    <a16:creationId xmlns:a16="http://schemas.microsoft.com/office/drawing/2014/main" id="{3EA40636-9A1D-6A91-9DF9-EF8CBB830F86}"/>
                  </a:ext>
                </a:extLst>
              </p:cNvPr>
              <p:cNvSpPr txBox="1">
                <a:spLocks noRot="1" noChangeAspect="1" noMove="1" noResize="1" noEditPoints="1" noAdjustHandles="1" noChangeArrowheads="1" noChangeShapeType="1" noTextEdit="1"/>
              </p:cNvSpPr>
              <p:nvPr/>
            </p:nvSpPr>
            <p:spPr>
              <a:xfrm>
                <a:off x="5640912" y="5827176"/>
                <a:ext cx="4981432" cy="722377"/>
              </a:xfrm>
              <a:prstGeom prst="rect">
                <a:avLst/>
              </a:prstGeom>
              <a:blipFill>
                <a:blip r:embed="rId9"/>
                <a:stretch>
                  <a:fillRect l="-254" t="-3448" b="-3448"/>
                </a:stretch>
              </a:blipFill>
            </p:spPr>
            <p:txBody>
              <a:bodyPr/>
              <a:lstStyle/>
              <a:p>
                <a:r>
                  <a:rPr lang="zh-CN" altLang="en-US">
                    <a:noFill/>
                  </a:rPr>
                  <a:t> </a:t>
                </a:r>
              </a:p>
            </p:txBody>
          </p:sp>
        </mc:Fallback>
      </mc:AlternateContent>
      <p:sp>
        <p:nvSpPr>
          <p:cNvPr id="2" name="Text Box 2">
            <a:extLst>
              <a:ext uri="{FF2B5EF4-FFF2-40B4-BE49-F238E27FC236}">
                <a16:creationId xmlns:a16="http://schemas.microsoft.com/office/drawing/2014/main" id="{82ECCDD2-0578-E2D7-B729-E63246212025}"/>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cxnSp>
        <p:nvCxnSpPr>
          <p:cNvPr id="3" name="直线连接符 2">
            <a:extLst>
              <a:ext uri="{FF2B5EF4-FFF2-40B4-BE49-F238E27FC236}">
                <a16:creationId xmlns:a16="http://schemas.microsoft.com/office/drawing/2014/main" id="{2707B76F-BA86-24A5-763F-FE1CB583442A}"/>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39E8B1A-7642-7247-9A73-3CE89D45A8A6}"/>
                  </a:ext>
                </a:extLst>
              </p:cNvPr>
              <p:cNvSpPr txBox="1"/>
              <p:nvPr/>
            </p:nvSpPr>
            <p:spPr>
              <a:xfrm>
                <a:off x="5016296" y="5958805"/>
                <a:ext cx="86502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b="1" i="1" smtClean="0">
                              <a:latin typeface="Cambria Math" panose="02040503050406030204" pitchFamily="18" charset="0"/>
                            </a:rPr>
                          </m:ctrlPr>
                        </m:accPr>
                        <m:e>
                          <m:r>
                            <a:rPr lang="en-US" altLang="zh-CN" sz="2400" b="1" i="1">
                              <a:latin typeface="Cambria Math" panose="02040503050406030204" pitchFamily="18" charset="0"/>
                            </a:rPr>
                            <m:t>𝑿</m:t>
                          </m:r>
                        </m:e>
                      </m:acc>
                      <m:r>
                        <a:rPr lang="en-US" altLang="zh-CN" sz="2400" b="1" i="1">
                          <a:solidFill>
                            <a:schemeClr val="tx1"/>
                          </a:solidFill>
                          <a:latin typeface="Cambria Math" panose="02040503050406030204" pitchFamily="18" charset="0"/>
                        </a:rPr>
                        <m:t>~</m:t>
                      </m:r>
                    </m:oMath>
                  </m:oMathPara>
                </a14:m>
                <a:endParaRPr lang="zh-CN" altLang="en-US" sz="2400" dirty="0"/>
              </a:p>
            </p:txBody>
          </p:sp>
        </mc:Choice>
        <mc:Fallback xmlns="">
          <p:sp>
            <p:nvSpPr>
              <p:cNvPr id="5" name="文本框 4">
                <a:extLst>
                  <a:ext uri="{FF2B5EF4-FFF2-40B4-BE49-F238E27FC236}">
                    <a16:creationId xmlns:a16="http://schemas.microsoft.com/office/drawing/2014/main" id="{E39E8B1A-7642-7247-9A73-3CE89D45A8A6}"/>
                  </a:ext>
                </a:extLst>
              </p:cNvPr>
              <p:cNvSpPr txBox="1">
                <a:spLocks noRot="1" noChangeAspect="1" noMove="1" noResize="1" noEditPoints="1" noAdjustHandles="1" noChangeArrowheads="1" noChangeShapeType="1" noTextEdit="1"/>
              </p:cNvSpPr>
              <p:nvPr/>
            </p:nvSpPr>
            <p:spPr>
              <a:xfrm>
                <a:off x="5016296" y="5958805"/>
                <a:ext cx="865024" cy="461665"/>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934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752F983-5406-CD1D-DCE7-EDBE382BB0AF}"/>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t="5451" b="1"/>
          <a:stretch/>
        </p:blipFill>
        <p:spPr>
          <a:xfrm>
            <a:off x="288120" y="1337476"/>
            <a:ext cx="2895345" cy="1965277"/>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9C68546-8156-9537-EB68-166D3A7812BE}"/>
                  </a:ext>
                </a:extLst>
              </p:cNvPr>
              <p:cNvSpPr txBox="1"/>
              <p:nvPr/>
            </p:nvSpPr>
            <p:spPr>
              <a:xfrm>
                <a:off x="2018365" y="2643092"/>
                <a:ext cx="933813" cy="369332"/>
              </a:xfrm>
              <a:prstGeom prst="rect">
                <a:avLst/>
              </a:prstGeom>
              <a:solidFill>
                <a:schemeClr val="bg1"/>
              </a:solidFill>
            </p:spPr>
            <p:txBody>
              <a:bodyPr wrap="square" rtlCol="0">
                <a:spAutoFit/>
              </a:bodyPr>
              <a:lstStyle/>
              <a:p>
                <a:pPr/>
                <a14:m>
                  <m:oMathPara xmlns:m="http://schemas.openxmlformats.org/officeDocument/2006/math">
                    <m:oMathParaPr>
                      <m:jc m:val="right"/>
                    </m:oMathParaPr>
                    <m:oMath xmlns:m="http://schemas.openxmlformats.org/officeDocument/2006/math">
                      <m:r>
                        <a:rPr kumimoji="1" lang="zh-CN" altLang="en-US" i="1" smtClean="0">
                          <a:latin typeface="Cambria Math" panose="02040503050406030204" pitchFamily="18" charset="0"/>
                        </a:rPr>
                        <m:t>𝜃</m:t>
                      </m:r>
                      <m:r>
                        <a:rPr kumimoji="1" lang="en-US" altLang="zh-CN" b="0" i="1" smtClean="0">
                          <a:latin typeface="Cambria Math" panose="02040503050406030204" pitchFamily="18" charset="0"/>
                        </a:rPr>
                        <m:t>=2</m:t>
                      </m:r>
                    </m:oMath>
                  </m:oMathPara>
                </a14:m>
                <a:endParaRPr kumimoji="1" lang="zh-CN" altLang="en-US" dirty="0"/>
              </a:p>
            </p:txBody>
          </p:sp>
        </mc:Choice>
        <mc:Fallback xmlns="">
          <p:sp>
            <p:nvSpPr>
              <p:cNvPr id="6" name="文本框 5">
                <a:extLst>
                  <a:ext uri="{FF2B5EF4-FFF2-40B4-BE49-F238E27FC236}">
                    <a16:creationId xmlns:a16="http://schemas.microsoft.com/office/drawing/2014/main" id="{69C68546-8156-9537-EB68-166D3A7812BE}"/>
                  </a:ext>
                </a:extLst>
              </p:cNvPr>
              <p:cNvSpPr txBox="1">
                <a:spLocks noRot="1" noChangeAspect="1" noMove="1" noResize="1" noEditPoints="1" noAdjustHandles="1" noChangeArrowheads="1" noChangeShapeType="1" noTextEdit="1"/>
              </p:cNvSpPr>
              <p:nvPr/>
            </p:nvSpPr>
            <p:spPr>
              <a:xfrm>
                <a:off x="2018365" y="2643092"/>
                <a:ext cx="933813"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6D5AC7F-49CD-3097-CD27-8ECC4B94BFF5}"/>
                  </a:ext>
                </a:extLst>
              </p:cNvPr>
              <p:cNvSpPr txBox="1"/>
              <p:nvPr/>
            </p:nvSpPr>
            <p:spPr>
              <a:xfrm>
                <a:off x="2410655" y="1349860"/>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𝟏</m:t>
                      </m:r>
                    </m:oMath>
                  </m:oMathPara>
                </a14:m>
                <a:endParaRPr lang="zh-CN" altLang="en-US" sz="2400" b="1" dirty="0"/>
              </a:p>
            </p:txBody>
          </p:sp>
        </mc:Choice>
        <mc:Fallback xmlns="">
          <p:sp>
            <p:nvSpPr>
              <p:cNvPr id="7" name="文本框 6">
                <a:extLst>
                  <a:ext uri="{FF2B5EF4-FFF2-40B4-BE49-F238E27FC236}">
                    <a16:creationId xmlns:a16="http://schemas.microsoft.com/office/drawing/2014/main" id="{86D5AC7F-49CD-3097-CD27-8ECC4B94BFF5}"/>
                  </a:ext>
                </a:extLst>
              </p:cNvPr>
              <p:cNvSpPr txBox="1">
                <a:spLocks noRot="1" noChangeAspect="1" noMove="1" noResize="1" noEditPoints="1" noAdjustHandles="1" noChangeArrowheads="1" noChangeShapeType="1" noTextEdit="1"/>
              </p:cNvSpPr>
              <p:nvPr/>
            </p:nvSpPr>
            <p:spPr>
              <a:xfrm>
                <a:off x="2410655" y="1349860"/>
                <a:ext cx="541523" cy="461665"/>
              </a:xfrm>
              <a:prstGeom prst="rect">
                <a:avLst/>
              </a:prstGeom>
              <a:blipFill>
                <a:blip r:embed="rId5"/>
                <a:stretch>
                  <a:fillRect b="-2703"/>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F074B634-E4CB-2899-A674-A527536543BF}"/>
              </a:ext>
            </a:extLst>
          </p:cNvPr>
          <p:cNvPicPr>
            <a:picLocks noChangeAspect="1"/>
          </p:cNvPicPr>
          <p:nvPr/>
        </p:nvPicPr>
        <p:blipFill rotWithShape="1">
          <a:blip r:embed="rId2">
            <a:extLst>
              <a:ext uri="{BEBA8EAE-BF5A-486C-A8C5-ECC9F3942E4B}">
                <a14:imgProps xmlns:a14="http://schemas.microsoft.com/office/drawing/2010/main">
                  <a14:imgLayer r:embed="rId6">
                    <a14:imgEffect>
                      <a14:saturation sat="0"/>
                    </a14:imgEffect>
                  </a14:imgLayer>
                </a14:imgProps>
              </a:ext>
            </a:extLst>
          </a:blip>
          <a:srcRect t="5451" b="1"/>
          <a:stretch/>
        </p:blipFill>
        <p:spPr>
          <a:xfrm>
            <a:off x="3249294" y="1349860"/>
            <a:ext cx="2895345" cy="1965277"/>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527D816-98A4-F5DA-6B7E-5C6C467BFFE9}"/>
                  </a:ext>
                </a:extLst>
              </p:cNvPr>
              <p:cNvSpPr txBox="1"/>
              <p:nvPr/>
            </p:nvSpPr>
            <p:spPr>
              <a:xfrm>
                <a:off x="5371829" y="1362244"/>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𝟐</m:t>
                      </m:r>
                    </m:oMath>
                  </m:oMathPara>
                </a14:m>
                <a:endParaRPr lang="zh-CN" altLang="en-US" sz="2400" b="1" dirty="0"/>
              </a:p>
            </p:txBody>
          </p:sp>
        </mc:Choice>
        <mc:Fallback xmlns="">
          <p:sp>
            <p:nvSpPr>
              <p:cNvPr id="15" name="文本框 14">
                <a:extLst>
                  <a:ext uri="{FF2B5EF4-FFF2-40B4-BE49-F238E27FC236}">
                    <a16:creationId xmlns:a16="http://schemas.microsoft.com/office/drawing/2014/main" id="{5527D816-98A4-F5DA-6B7E-5C6C467BFFE9}"/>
                  </a:ext>
                </a:extLst>
              </p:cNvPr>
              <p:cNvSpPr txBox="1">
                <a:spLocks noRot="1" noChangeAspect="1" noMove="1" noResize="1" noEditPoints="1" noAdjustHandles="1" noChangeArrowheads="1" noChangeShapeType="1" noTextEdit="1"/>
              </p:cNvSpPr>
              <p:nvPr/>
            </p:nvSpPr>
            <p:spPr>
              <a:xfrm>
                <a:off x="5371829" y="1362244"/>
                <a:ext cx="541523" cy="461665"/>
              </a:xfrm>
              <a:prstGeom prst="rect">
                <a:avLst/>
              </a:prstGeom>
              <a:blipFill>
                <a:blip r:embed="rId7"/>
                <a:stretch>
                  <a:fillRect b="-2703"/>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ABDF37C7-837B-0BA4-C725-F3C259DCFFB6}"/>
              </a:ext>
            </a:extLst>
          </p:cNvPr>
          <p:cNvPicPr>
            <a:picLocks noChangeAspect="1"/>
          </p:cNvPicPr>
          <p:nvPr/>
        </p:nvPicPr>
        <p:blipFill rotWithShape="1">
          <a:blip r:embed="rId2">
            <a:extLst>
              <a:ext uri="{BEBA8EAE-BF5A-486C-A8C5-ECC9F3942E4B}">
                <a14:imgProps xmlns:a14="http://schemas.microsoft.com/office/drawing/2010/main">
                  <a14:imgLayer r:embed="rId8">
                    <a14:imgEffect>
                      <a14:saturation sat="0"/>
                    </a14:imgEffect>
                  </a14:imgLayer>
                </a14:imgProps>
              </a:ext>
            </a:extLst>
          </a:blip>
          <a:srcRect t="5451" b="1"/>
          <a:stretch/>
        </p:blipFill>
        <p:spPr>
          <a:xfrm>
            <a:off x="6144639" y="1337476"/>
            <a:ext cx="2895345" cy="1965277"/>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CF951D71-F39B-CADC-FB3C-605FB5536BA5}"/>
                  </a:ext>
                </a:extLst>
              </p:cNvPr>
              <p:cNvSpPr txBox="1"/>
              <p:nvPr/>
            </p:nvSpPr>
            <p:spPr>
              <a:xfrm>
                <a:off x="8267174" y="1349860"/>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𝟑</m:t>
                      </m:r>
                    </m:oMath>
                  </m:oMathPara>
                </a14:m>
                <a:endParaRPr lang="zh-CN" altLang="en-US" sz="2400" b="1" dirty="0"/>
              </a:p>
            </p:txBody>
          </p:sp>
        </mc:Choice>
        <mc:Fallback xmlns="">
          <p:sp>
            <p:nvSpPr>
              <p:cNvPr id="17" name="文本框 16">
                <a:extLst>
                  <a:ext uri="{FF2B5EF4-FFF2-40B4-BE49-F238E27FC236}">
                    <a16:creationId xmlns:a16="http://schemas.microsoft.com/office/drawing/2014/main" id="{CF951D71-F39B-CADC-FB3C-605FB5536BA5}"/>
                  </a:ext>
                </a:extLst>
              </p:cNvPr>
              <p:cNvSpPr txBox="1">
                <a:spLocks noRot="1" noChangeAspect="1" noMove="1" noResize="1" noEditPoints="1" noAdjustHandles="1" noChangeArrowheads="1" noChangeShapeType="1" noTextEdit="1"/>
              </p:cNvSpPr>
              <p:nvPr/>
            </p:nvSpPr>
            <p:spPr>
              <a:xfrm>
                <a:off x="8267174" y="1349860"/>
                <a:ext cx="541523" cy="461665"/>
              </a:xfrm>
              <a:prstGeom prst="rect">
                <a:avLst/>
              </a:prstGeom>
              <a:blipFill>
                <a:blip r:embed="rId9"/>
                <a:stretch>
                  <a:fillRect b="-2703"/>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D3DD2E68-C227-504F-6BF8-DF737C4723D1}"/>
              </a:ext>
            </a:extLst>
          </p:cNvPr>
          <p:cNvPicPr>
            <a:picLocks noChangeAspect="1"/>
          </p:cNvPicPr>
          <p:nvPr/>
        </p:nvPicPr>
        <p:blipFill rotWithShape="1">
          <a:blip r:embed="rId2">
            <a:extLst>
              <a:ext uri="{BEBA8EAE-BF5A-486C-A8C5-ECC9F3942E4B}">
                <a14:imgProps xmlns:a14="http://schemas.microsoft.com/office/drawing/2010/main">
                  <a14:imgLayer r:embed="rId8">
                    <a14:imgEffect>
                      <a14:saturation sat="0"/>
                    </a14:imgEffect>
                  </a14:imgLayer>
                </a14:imgProps>
              </a:ext>
            </a:extLst>
          </a:blip>
          <a:srcRect t="5451" b="1"/>
          <a:stretch/>
        </p:blipFill>
        <p:spPr>
          <a:xfrm>
            <a:off x="3244244" y="3576720"/>
            <a:ext cx="2895345" cy="1965277"/>
          </a:xfrm>
          <a:prstGeom prst="rect">
            <a:avLst/>
          </a:prstGeom>
        </p:spPr>
      </p:pic>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B1E1FB1-FDA6-0CFE-ACE0-A288BD72B5FE}"/>
                  </a:ext>
                </a:extLst>
              </p:cNvPr>
              <p:cNvSpPr txBox="1"/>
              <p:nvPr/>
            </p:nvSpPr>
            <p:spPr>
              <a:xfrm>
                <a:off x="5366779" y="3589104"/>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𝒏</m:t>
                      </m:r>
                    </m:oMath>
                  </m:oMathPara>
                </a14:m>
                <a:endParaRPr lang="zh-CN" altLang="en-US" sz="2400" b="1" dirty="0"/>
              </a:p>
            </p:txBody>
          </p:sp>
        </mc:Choice>
        <mc:Fallback xmlns="">
          <p:sp>
            <p:nvSpPr>
              <p:cNvPr id="19" name="文本框 18">
                <a:extLst>
                  <a:ext uri="{FF2B5EF4-FFF2-40B4-BE49-F238E27FC236}">
                    <a16:creationId xmlns:a16="http://schemas.microsoft.com/office/drawing/2014/main" id="{EB1E1FB1-FDA6-0CFE-ACE0-A288BD72B5FE}"/>
                  </a:ext>
                </a:extLst>
              </p:cNvPr>
              <p:cNvSpPr txBox="1">
                <a:spLocks noRot="1" noChangeAspect="1" noMove="1" noResize="1" noEditPoints="1" noAdjustHandles="1" noChangeArrowheads="1" noChangeShapeType="1" noTextEdit="1"/>
              </p:cNvSpPr>
              <p:nvPr/>
            </p:nvSpPr>
            <p:spPr>
              <a:xfrm>
                <a:off x="5366779" y="3589104"/>
                <a:ext cx="541523" cy="461665"/>
              </a:xfrm>
              <a:prstGeom prst="rect">
                <a:avLst/>
              </a:prstGeom>
              <a:blipFill>
                <a:blip r:embed="rId10"/>
                <a:stretch>
                  <a:fillRect l="-2273"/>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BFC81A62-CEF5-A763-8519-9901F641BCDD}"/>
              </a:ext>
            </a:extLst>
          </p:cNvPr>
          <p:cNvSpPr txBox="1"/>
          <p:nvPr/>
        </p:nvSpPr>
        <p:spPr>
          <a:xfrm>
            <a:off x="876011"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sp>
        <p:nvSpPr>
          <p:cNvPr id="22" name="文本框 21">
            <a:extLst>
              <a:ext uri="{FF2B5EF4-FFF2-40B4-BE49-F238E27FC236}">
                <a16:creationId xmlns:a16="http://schemas.microsoft.com/office/drawing/2014/main" id="{BD2EFA48-0AB9-ABE7-A1A5-30999D19852B}"/>
              </a:ext>
            </a:extLst>
          </p:cNvPr>
          <p:cNvSpPr txBox="1"/>
          <p:nvPr/>
        </p:nvSpPr>
        <p:spPr>
          <a:xfrm>
            <a:off x="7072376"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sp>
        <p:nvSpPr>
          <p:cNvPr id="24" name="矩形 23">
            <a:extLst>
              <a:ext uri="{FF2B5EF4-FFF2-40B4-BE49-F238E27FC236}">
                <a16:creationId xmlns:a16="http://schemas.microsoft.com/office/drawing/2014/main" id="{F177F6F7-AD8F-B14D-D22B-0F8B336C2C52}"/>
              </a:ext>
            </a:extLst>
          </p:cNvPr>
          <p:cNvSpPr/>
          <p:nvPr/>
        </p:nvSpPr>
        <p:spPr>
          <a:xfrm>
            <a:off x="1310185" y="1173706"/>
            <a:ext cx="818866" cy="176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0CFFA52E-ABEE-EAF0-64D2-2C276BECA66E}"/>
              </a:ext>
            </a:extLst>
          </p:cNvPr>
          <p:cNvSpPr/>
          <p:nvPr/>
        </p:nvSpPr>
        <p:spPr>
          <a:xfrm>
            <a:off x="4287534" y="1187354"/>
            <a:ext cx="818866" cy="176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8EC16E30-73A9-419B-D63D-D7159B176299}"/>
              </a:ext>
            </a:extLst>
          </p:cNvPr>
          <p:cNvSpPr/>
          <p:nvPr/>
        </p:nvSpPr>
        <p:spPr>
          <a:xfrm>
            <a:off x="7248708" y="1173706"/>
            <a:ext cx="818866" cy="176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595E6DE1-907F-870A-ADB1-1C35B570A19F}"/>
              </a:ext>
            </a:extLst>
          </p:cNvPr>
          <p:cNvSpPr/>
          <p:nvPr/>
        </p:nvSpPr>
        <p:spPr>
          <a:xfrm>
            <a:off x="4272383" y="3414179"/>
            <a:ext cx="818866" cy="176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 Box 2">
            <a:extLst>
              <a:ext uri="{FF2B5EF4-FFF2-40B4-BE49-F238E27FC236}">
                <a16:creationId xmlns:a16="http://schemas.microsoft.com/office/drawing/2014/main" id="{75020E83-180B-4AEA-A4A5-C3165E2E8917}"/>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cxnSp>
        <p:nvCxnSpPr>
          <p:cNvPr id="3" name="直线连接符 2">
            <a:extLst>
              <a:ext uri="{FF2B5EF4-FFF2-40B4-BE49-F238E27FC236}">
                <a16:creationId xmlns:a16="http://schemas.microsoft.com/office/drawing/2014/main" id="{CC70B4E6-6DBA-A343-DD77-E975684F4708}"/>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479C8FD-A670-D3D6-FD16-1B899FF7B643}"/>
                  </a:ext>
                </a:extLst>
              </p:cNvPr>
              <p:cNvSpPr txBox="1"/>
              <p:nvPr/>
            </p:nvSpPr>
            <p:spPr>
              <a:xfrm>
                <a:off x="434276" y="5692139"/>
                <a:ext cx="4674358" cy="10405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𝑋</m:t>
                          </m:r>
                        </m:e>
                      </m:acc>
                      <m:r>
                        <a:rPr lang="en-US" altLang="zh-CN" sz="2400" i="1">
                          <a:latin typeface="Cambria Math" panose="02040503050406030204" pitchFamily="18" charset="0"/>
                        </a:rPr>
                        <m:t>=</m:t>
                      </m:r>
                      <m:f>
                        <m:fPr>
                          <m:ctrlPr>
                            <a:rPr lang="en-US" altLang="zh-CN" sz="2200" b="1" i="1" smtClean="0">
                              <a:solidFill>
                                <a:schemeClr val="tx1"/>
                              </a:solidFill>
                              <a:latin typeface="Cambria Math" panose="02040503050406030204" pitchFamily="18" charset="0"/>
                            </a:rPr>
                          </m:ctrlPr>
                        </m:fPr>
                        <m:num>
                          <m:r>
                            <a:rPr lang="en-US" altLang="zh-CN" sz="2200" b="1" i="1" smtClean="0">
                              <a:solidFill>
                                <a:schemeClr val="tx1"/>
                              </a:solidFill>
                              <a:latin typeface="Cambria Math" panose="02040503050406030204" pitchFamily="18" charset="0"/>
                            </a:rPr>
                            <m:t>𝟏</m:t>
                          </m:r>
                        </m:num>
                        <m:den>
                          <m:r>
                            <a:rPr lang="en-US" altLang="zh-CN" sz="2200" b="1" i="1" smtClean="0">
                              <a:solidFill>
                                <a:schemeClr val="tx1"/>
                              </a:solidFill>
                              <a:latin typeface="Cambria Math" panose="02040503050406030204" pitchFamily="18" charset="0"/>
                            </a:rPr>
                            <m:t>𝒏</m:t>
                          </m:r>
                        </m:den>
                      </m:f>
                      <m:nary>
                        <m:naryPr>
                          <m:chr m:val="∑"/>
                          <m:ctrlPr>
                            <a:rPr lang="zh-CN" altLang="en-US" sz="2200" b="1" i="1" smtClean="0">
                              <a:solidFill>
                                <a:schemeClr val="tx1"/>
                              </a:solidFill>
                              <a:latin typeface="Cambria Math" panose="02040503050406030204" pitchFamily="18" charset="0"/>
                            </a:rPr>
                          </m:ctrlPr>
                        </m:naryPr>
                        <m:sub>
                          <m:r>
                            <m:rPr>
                              <m:brk m:alnAt="23"/>
                            </m:rPr>
                            <a:rPr lang="en-US" altLang="zh-CN" sz="2200" b="1" i="1">
                              <a:solidFill>
                                <a:schemeClr val="tx1"/>
                              </a:solidFill>
                              <a:latin typeface="Cambria Math" panose="02040503050406030204" pitchFamily="18" charset="0"/>
                            </a:rPr>
                            <m:t>𝒌</m:t>
                          </m:r>
                          <m:r>
                            <a:rPr lang="en-US" altLang="zh-CN" sz="2200" b="1" i="1">
                              <a:solidFill>
                                <a:schemeClr val="tx1"/>
                              </a:solidFill>
                              <a:latin typeface="Cambria Math" panose="02040503050406030204" pitchFamily="18" charset="0"/>
                            </a:rPr>
                            <m:t>=</m:t>
                          </m:r>
                          <m:r>
                            <a:rPr lang="en-US" altLang="zh-CN" sz="2200" b="1" i="1">
                              <a:solidFill>
                                <a:schemeClr val="tx1"/>
                              </a:solidFill>
                              <a:latin typeface="Cambria Math" panose="02040503050406030204" pitchFamily="18" charset="0"/>
                            </a:rPr>
                            <m:t>𝟏</m:t>
                          </m:r>
                        </m:sub>
                        <m:sup>
                          <m:r>
                            <a:rPr lang="en-US" altLang="zh-CN" sz="2200" b="1" i="1">
                              <a:solidFill>
                                <a:schemeClr val="tx1"/>
                              </a:solidFill>
                              <a:latin typeface="Cambria Math" panose="02040503050406030204" pitchFamily="18" charset="0"/>
                            </a:rPr>
                            <m:t>𝒏</m:t>
                          </m:r>
                        </m:sup>
                        <m:e>
                          <m:sSub>
                            <m:sSubPr>
                              <m:ctrlPr>
                                <a:rPr lang="zh-CN" altLang="zh-CN" sz="2200" b="1" i="1">
                                  <a:solidFill>
                                    <a:schemeClr val="tx1"/>
                                  </a:solidFill>
                                  <a:latin typeface="Cambria Math" panose="02040503050406030204" pitchFamily="18" charset="0"/>
                                </a:rPr>
                              </m:ctrlPr>
                            </m:sSubPr>
                            <m:e>
                              <m:r>
                                <a:rPr lang="en-US" altLang="zh-CN" sz="2200" b="1" i="1">
                                  <a:solidFill>
                                    <a:schemeClr val="tx1"/>
                                  </a:solidFill>
                                  <a:latin typeface="Cambria Math" panose="02040503050406030204" pitchFamily="18" charset="0"/>
                                </a:rPr>
                                <m:t>𝑿</m:t>
                              </m:r>
                            </m:e>
                            <m:sub>
                              <m:r>
                                <a:rPr lang="en-US" altLang="zh-CN" sz="2200" b="1" i="1">
                                  <a:solidFill>
                                    <a:schemeClr val="tx1"/>
                                  </a:solidFill>
                                  <a:latin typeface="Cambria Math" panose="02040503050406030204" pitchFamily="18" charset="0"/>
                                </a:rPr>
                                <m:t>𝒌</m:t>
                              </m:r>
                            </m:sub>
                          </m:sSub>
                        </m:e>
                      </m:nary>
                    </m:oMath>
                  </m:oMathPara>
                </a14:m>
                <a:endParaRPr lang="zh-CN" altLang="en-US" sz="2200" b="1" dirty="0">
                  <a:solidFill>
                    <a:schemeClr val="tx1"/>
                  </a:solidFill>
                </a:endParaRPr>
              </a:p>
            </p:txBody>
          </p:sp>
        </mc:Choice>
        <mc:Fallback xmlns="">
          <p:sp>
            <p:nvSpPr>
              <p:cNvPr id="4" name="文本框 3">
                <a:extLst>
                  <a:ext uri="{FF2B5EF4-FFF2-40B4-BE49-F238E27FC236}">
                    <a16:creationId xmlns:a16="http://schemas.microsoft.com/office/drawing/2014/main" id="{1479C8FD-A670-D3D6-FD16-1B899FF7B643}"/>
                  </a:ext>
                </a:extLst>
              </p:cNvPr>
              <p:cNvSpPr txBox="1">
                <a:spLocks noRot="1" noChangeAspect="1" noMove="1" noResize="1" noEditPoints="1" noAdjustHandles="1" noChangeArrowheads="1" noChangeShapeType="1" noTextEdit="1"/>
              </p:cNvSpPr>
              <p:nvPr/>
            </p:nvSpPr>
            <p:spPr>
              <a:xfrm>
                <a:off x="434276" y="5692139"/>
                <a:ext cx="4674358" cy="1040541"/>
              </a:xfrm>
              <a:prstGeom prst="rect">
                <a:avLst/>
              </a:prstGeom>
              <a:blipFill>
                <a:blip r:embed="rId11"/>
                <a:stretch>
                  <a:fillRect t="-103659" b="-15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9119B25-562F-EEC8-8F9D-A361A5D2B130}"/>
                  </a:ext>
                </a:extLst>
              </p:cNvPr>
              <p:cNvSpPr/>
              <p:nvPr/>
            </p:nvSpPr>
            <p:spPr>
              <a:xfrm>
                <a:off x="5896229" y="5958805"/>
                <a:ext cx="1384663" cy="623248"/>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sz="2300" b="1" i="1" dirty="0" smtClean="0">
                              <a:solidFill>
                                <a:schemeClr val="tx1"/>
                              </a:solidFill>
                              <a:latin typeface="Cambria Math" panose="02040503050406030204" pitchFamily="18" charset="0"/>
                            </a:rPr>
                          </m:ctrlPr>
                        </m:accPr>
                        <m:e>
                          <m:r>
                            <a:rPr lang="en-US" altLang="zh-CN" sz="2300" b="1" i="1" dirty="0" smtClean="0">
                              <a:solidFill>
                                <a:schemeClr val="tx1"/>
                              </a:solidFill>
                              <a:latin typeface="Cambria Math" panose="02040503050406030204" pitchFamily="18" charset="0"/>
                            </a:rPr>
                            <m:t>𝑿</m:t>
                          </m:r>
                        </m:e>
                      </m:acc>
                      <m:r>
                        <a:rPr lang="en-US" altLang="zh-CN" sz="2300" b="1">
                          <a:solidFill>
                            <a:schemeClr val="tx1"/>
                          </a:solidFill>
                          <a:latin typeface="Cambria Math" panose="02040503050406030204" pitchFamily="18" charset="0"/>
                        </a:rPr>
                        <m:t>→</m:t>
                      </m:r>
                      <m:r>
                        <a:rPr lang="zh-CN" altLang="en-US" sz="2300" b="1" i="1" dirty="0" smtClean="0">
                          <a:solidFill>
                            <a:schemeClr val="tx1"/>
                          </a:solidFill>
                          <a:latin typeface="Cambria Math" panose="02040503050406030204" pitchFamily="18" charset="0"/>
                        </a:rPr>
                        <m:t>𝝁</m:t>
                      </m:r>
                    </m:oMath>
                  </m:oMathPara>
                </a14:m>
                <a:endParaRPr lang="zh-CN" altLang="zh-CN" sz="2300" b="1" dirty="0">
                  <a:solidFill>
                    <a:schemeClr val="tx1"/>
                  </a:solidFill>
                </a:endParaRPr>
              </a:p>
            </p:txBody>
          </p:sp>
        </mc:Choice>
        <mc:Fallback xmlns="">
          <p:sp>
            <p:nvSpPr>
              <p:cNvPr id="8" name="矩形 7">
                <a:extLst>
                  <a:ext uri="{FF2B5EF4-FFF2-40B4-BE49-F238E27FC236}">
                    <a16:creationId xmlns:a16="http://schemas.microsoft.com/office/drawing/2014/main" id="{E9119B25-562F-EEC8-8F9D-A361A5D2B130}"/>
                  </a:ext>
                </a:extLst>
              </p:cNvPr>
              <p:cNvSpPr>
                <a:spLocks noRot="1" noChangeAspect="1" noMove="1" noResize="1" noEditPoints="1" noAdjustHandles="1" noChangeArrowheads="1" noChangeShapeType="1" noTextEdit="1"/>
              </p:cNvSpPr>
              <p:nvPr/>
            </p:nvSpPr>
            <p:spPr>
              <a:xfrm>
                <a:off x="5896229" y="5958805"/>
                <a:ext cx="1384663" cy="623248"/>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87F43FD-53D4-161B-84EE-55870EDD4EA3}"/>
                  </a:ext>
                </a:extLst>
              </p:cNvPr>
              <p:cNvSpPr txBox="1"/>
              <p:nvPr/>
            </p:nvSpPr>
            <p:spPr>
              <a:xfrm>
                <a:off x="6357311" y="5901097"/>
                <a:ext cx="3914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chemeClr val="tx1"/>
                          </a:solidFill>
                          <a:latin typeface="Cambria Math" panose="02040503050406030204" pitchFamily="18" charset="0"/>
                        </a:rPr>
                        <m:t>𝑷</m:t>
                      </m:r>
                    </m:oMath>
                  </m:oMathPara>
                </a14:m>
                <a:endParaRPr kumimoji="1" lang="zh-CN" altLang="en-US" b="1" dirty="0">
                  <a:solidFill>
                    <a:schemeClr val="tx1"/>
                  </a:solidFill>
                </a:endParaRPr>
              </a:p>
            </p:txBody>
          </p:sp>
        </mc:Choice>
        <mc:Fallback xmlns="">
          <p:sp>
            <p:nvSpPr>
              <p:cNvPr id="9" name="文本框 8">
                <a:extLst>
                  <a:ext uri="{FF2B5EF4-FFF2-40B4-BE49-F238E27FC236}">
                    <a16:creationId xmlns:a16="http://schemas.microsoft.com/office/drawing/2014/main" id="{887F43FD-53D4-161B-84EE-55870EDD4EA3}"/>
                  </a:ext>
                </a:extLst>
              </p:cNvPr>
              <p:cNvSpPr txBox="1">
                <a:spLocks noRot="1" noChangeAspect="1" noMove="1" noResize="1" noEditPoints="1" noAdjustHandles="1" noChangeArrowheads="1" noChangeShapeType="1" noTextEdit="1"/>
              </p:cNvSpPr>
              <p:nvPr/>
            </p:nvSpPr>
            <p:spPr>
              <a:xfrm>
                <a:off x="6357311" y="5901097"/>
                <a:ext cx="391454" cy="369332"/>
              </a:xfrm>
              <a:prstGeom prst="rect">
                <a:avLst/>
              </a:prstGeom>
              <a:blipFill>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8551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示&#10;&#10;描述已自动生成">
            <a:extLst>
              <a:ext uri="{FF2B5EF4-FFF2-40B4-BE49-F238E27FC236}">
                <a16:creationId xmlns:a16="http://schemas.microsoft.com/office/drawing/2014/main" id="{A7EBF4AB-55A4-7405-D292-B9DE8D6698D6}"/>
              </a:ext>
            </a:extLst>
          </p:cNvPr>
          <p:cNvPicPr>
            <a:picLocks noChangeAspect="1"/>
          </p:cNvPicPr>
          <p:nvPr/>
        </p:nvPicPr>
        <p:blipFill rotWithShape="1">
          <a:blip r:embed="rId3"/>
          <a:srcRect l="14581" t="5229" r="9606" b="50143"/>
          <a:stretch/>
        </p:blipFill>
        <p:spPr>
          <a:xfrm rot="16200000">
            <a:off x="712747" y="965927"/>
            <a:ext cx="1845862" cy="3080284"/>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BFBD9E7-4C60-3AAF-9AA7-E99E79FF600A}"/>
                  </a:ext>
                </a:extLst>
              </p:cNvPr>
              <p:cNvSpPr txBox="1"/>
              <p:nvPr/>
            </p:nvSpPr>
            <p:spPr>
              <a:xfrm>
                <a:off x="2287825" y="1583137"/>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𝟏</m:t>
                      </m:r>
                    </m:oMath>
                  </m:oMathPara>
                </a14:m>
                <a:endParaRPr lang="zh-CN" altLang="en-US" sz="2400" b="1" dirty="0"/>
              </a:p>
            </p:txBody>
          </p:sp>
        </mc:Choice>
        <mc:Fallback xmlns="">
          <p:sp>
            <p:nvSpPr>
              <p:cNvPr id="5" name="文本框 4">
                <a:extLst>
                  <a:ext uri="{FF2B5EF4-FFF2-40B4-BE49-F238E27FC236}">
                    <a16:creationId xmlns:a16="http://schemas.microsoft.com/office/drawing/2014/main" id="{ABFBD9E7-4C60-3AAF-9AA7-E99E79FF600A}"/>
                  </a:ext>
                </a:extLst>
              </p:cNvPr>
              <p:cNvSpPr txBox="1">
                <a:spLocks noRot="1" noChangeAspect="1" noMove="1" noResize="1" noEditPoints="1" noAdjustHandles="1" noChangeArrowheads="1" noChangeShapeType="1" noTextEdit="1"/>
              </p:cNvSpPr>
              <p:nvPr/>
            </p:nvSpPr>
            <p:spPr>
              <a:xfrm>
                <a:off x="2287825" y="1583137"/>
                <a:ext cx="541523" cy="461665"/>
              </a:xfrm>
              <a:prstGeom prst="rect">
                <a:avLst/>
              </a:prstGeom>
              <a:blipFill>
                <a:blip r:embed="rId4"/>
                <a:stretch>
                  <a:fillRect b="-2703"/>
                </a:stretch>
              </a:blipFill>
            </p:spPr>
            <p:txBody>
              <a:bodyPr/>
              <a:lstStyle/>
              <a:p>
                <a:r>
                  <a:rPr lang="zh-CN" altLang="en-US">
                    <a:noFill/>
                  </a:rPr>
                  <a:t> </a:t>
                </a:r>
              </a:p>
            </p:txBody>
          </p:sp>
        </mc:Fallback>
      </mc:AlternateContent>
      <p:pic>
        <p:nvPicPr>
          <p:cNvPr id="6" name="图片 5" descr="图示&#10;&#10;描述已自动生成">
            <a:extLst>
              <a:ext uri="{FF2B5EF4-FFF2-40B4-BE49-F238E27FC236}">
                <a16:creationId xmlns:a16="http://schemas.microsoft.com/office/drawing/2014/main" id="{DD6FB374-EBFB-70C6-909B-CF5AC073B3F9}"/>
              </a:ext>
            </a:extLst>
          </p:cNvPr>
          <p:cNvPicPr>
            <a:picLocks noChangeAspect="1"/>
          </p:cNvPicPr>
          <p:nvPr/>
        </p:nvPicPr>
        <p:blipFill rotWithShape="1">
          <a:blip r:embed="rId3"/>
          <a:srcRect l="14581" t="5229" r="9606" b="50143"/>
          <a:stretch/>
        </p:blipFill>
        <p:spPr>
          <a:xfrm rot="16200000">
            <a:off x="3683848" y="965926"/>
            <a:ext cx="1845862" cy="3080284"/>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F1EB054-D1E9-873A-990D-7706FC9EF66A}"/>
                  </a:ext>
                </a:extLst>
              </p:cNvPr>
              <p:cNvSpPr txBox="1"/>
              <p:nvPr/>
            </p:nvSpPr>
            <p:spPr>
              <a:xfrm>
                <a:off x="5258926" y="1583136"/>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𝟐</m:t>
                      </m:r>
                    </m:oMath>
                  </m:oMathPara>
                </a14:m>
                <a:endParaRPr lang="zh-CN" altLang="en-US" sz="2400" b="1" dirty="0"/>
              </a:p>
            </p:txBody>
          </p:sp>
        </mc:Choice>
        <mc:Fallback xmlns="">
          <p:sp>
            <p:nvSpPr>
              <p:cNvPr id="7" name="文本框 6">
                <a:extLst>
                  <a:ext uri="{FF2B5EF4-FFF2-40B4-BE49-F238E27FC236}">
                    <a16:creationId xmlns:a16="http://schemas.microsoft.com/office/drawing/2014/main" id="{8F1EB054-D1E9-873A-990D-7706FC9EF66A}"/>
                  </a:ext>
                </a:extLst>
              </p:cNvPr>
              <p:cNvSpPr txBox="1">
                <a:spLocks noRot="1" noChangeAspect="1" noMove="1" noResize="1" noEditPoints="1" noAdjustHandles="1" noChangeArrowheads="1" noChangeShapeType="1" noTextEdit="1"/>
              </p:cNvSpPr>
              <p:nvPr/>
            </p:nvSpPr>
            <p:spPr>
              <a:xfrm>
                <a:off x="5258926" y="1583136"/>
                <a:ext cx="541523" cy="461665"/>
              </a:xfrm>
              <a:prstGeom prst="rect">
                <a:avLst/>
              </a:prstGeom>
              <a:blipFill>
                <a:blip r:embed="rId5"/>
                <a:stretch>
                  <a:fillRect l="-2326" b="-2703"/>
                </a:stretch>
              </a:blipFill>
            </p:spPr>
            <p:txBody>
              <a:bodyPr/>
              <a:lstStyle/>
              <a:p>
                <a:r>
                  <a:rPr lang="zh-CN" altLang="en-US">
                    <a:noFill/>
                  </a:rPr>
                  <a:t> </a:t>
                </a:r>
              </a:p>
            </p:txBody>
          </p:sp>
        </mc:Fallback>
      </mc:AlternateContent>
      <p:pic>
        <p:nvPicPr>
          <p:cNvPr id="8" name="图片 7" descr="图示&#10;&#10;描述已自动生成">
            <a:extLst>
              <a:ext uri="{FF2B5EF4-FFF2-40B4-BE49-F238E27FC236}">
                <a16:creationId xmlns:a16="http://schemas.microsoft.com/office/drawing/2014/main" id="{5D2BB3BB-A369-4210-FEB9-D6404321CAEF}"/>
              </a:ext>
            </a:extLst>
          </p:cNvPr>
          <p:cNvPicPr>
            <a:picLocks noChangeAspect="1"/>
          </p:cNvPicPr>
          <p:nvPr/>
        </p:nvPicPr>
        <p:blipFill rotWithShape="1">
          <a:blip r:embed="rId3"/>
          <a:srcRect l="14581" t="5229" r="9606" b="50143"/>
          <a:stretch/>
        </p:blipFill>
        <p:spPr>
          <a:xfrm rot="16200000">
            <a:off x="6695894" y="965924"/>
            <a:ext cx="1845862" cy="3080284"/>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4F578D5-5B6D-34E8-BEBC-03262E61075B}"/>
                  </a:ext>
                </a:extLst>
              </p:cNvPr>
              <p:cNvSpPr txBox="1"/>
              <p:nvPr/>
            </p:nvSpPr>
            <p:spPr>
              <a:xfrm>
                <a:off x="8270972" y="1583134"/>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𝟑</m:t>
                      </m:r>
                    </m:oMath>
                  </m:oMathPara>
                </a14:m>
                <a:endParaRPr lang="zh-CN" altLang="en-US" sz="2400" b="1" dirty="0"/>
              </a:p>
            </p:txBody>
          </p:sp>
        </mc:Choice>
        <mc:Fallback xmlns="">
          <p:sp>
            <p:nvSpPr>
              <p:cNvPr id="9" name="文本框 8">
                <a:extLst>
                  <a:ext uri="{FF2B5EF4-FFF2-40B4-BE49-F238E27FC236}">
                    <a16:creationId xmlns:a16="http://schemas.microsoft.com/office/drawing/2014/main" id="{14F578D5-5B6D-34E8-BEBC-03262E61075B}"/>
                  </a:ext>
                </a:extLst>
              </p:cNvPr>
              <p:cNvSpPr txBox="1">
                <a:spLocks noRot="1" noChangeAspect="1" noMove="1" noResize="1" noEditPoints="1" noAdjustHandles="1" noChangeArrowheads="1" noChangeShapeType="1" noTextEdit="1"/>
              </p:cNvSpPr>
              <p:nvPr/>
            </p:nvSpPr>
            <p:spPr>
              <a:xfrm>
                <a:off x="8270972" y="1583134"/>
                <a:ext cx="541523" cy="461665"/>
              </a:xfrm>
              <a:prstGeom prst="rect">
                <a:avLst/>
              </a:prstGeom>
              <a:blipFill>
                <a:blip r:embed="rId6"/>
                <a:stretch>
                  <a:fillRect b="-2703"/>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692C8644-3140-C5DE-AAC2-24A1327AE708}"/>
              </a:ext>
            </a:extLst>
          </p:cNvPr>
          <p:cNvSpPr txBox="1"/>
          <p:nvPr/>
        </p:nvSpPr>
        <p:spPr>
          <a:xfrm>
            <a:off x="876011"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sp>
        <p:nvSpPr>
          <p:cNvPr id="11" name="文本框 10">
            <a:extLst>
              <a:ext uri="{FF2B5EF4-FFF2-40B4-BE49-F238E27FC236}">
                <a16:creationId xmlns:a16="http://schemas.microsoft.com/office/drawing/2014/main" id="{AC6D28B0-89A8-02E4-EF70-7B5EC917D3E1}"/>
              </a:ext>
            </a:extLst>
          </p:cNvPr>
          <p:cNvSpPr txBox="1"/>
          <p:nvPr/>
        </p:nvSpPr>
        <p:spPr>
          <a:xfrm>
            <a:off x="7072376"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pic>
        <p:nvPicPr>
          <p:cNvPr id="13" name="图片 12" descr="图示&#10;&#10;描述已自动生成">
            <a:extLst>
              <a:ext uri="{FF2B5EF4-FFF2-40B4-BE49-F238E27FC236}">
                <a16:creationId xmlns:a16="http://schemas.microsoft.com/office/drawing/2014/main" id="{86B8C4DD-2DE9-071C-3721-E2DF8EF7ED28}"/>
              </a:ext>
            </a:extLst>
          </p:cNvPr>
          <p:cNvPicPr>
            <a:picLocks noChangeAspect="1"/>
          </p:cNvPicPr>
          <p:nvPr/>
        </p:nvPicPr>
        <p:blipFill rotWithShape="1">
          <a:blip r:embed="rId3"/>
          <a:srcRect l="14581" t="5229" r="9606" b="50143"/>
          <a:stretch/>
        </p:blipFill>
        <p:spPr>
          <a:xfrm rot="16200000">
            <a:off x="3793032" y="3229063"/>
            <a:ext cx="1845862" cy="3080284"/>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7BD7550-5F8B-0C28-BC5B-5C2EB53DB539}"/>
                  </a:ext>
                </a:extLst>
              </p:cNvPr>
              <p:cNvSpPr txBox="1"/>
              <p:nvPr/>
            </p:nvSpPr>
            <p:spPr>
              <a:xfrm>
                <a:off x="5368110" y="3846273"/>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𝒏</m:t>
                      </m:r>
                    </m:oMath>
                  </m:oMathPara>
                </a14:m>
                <a:endParaRPr lang="zh-CN" altLang="en-US" sz="2400" b="1" dirty="0"/>
              </a:p>
            </p:txBody>
          </p:sp>
        </mc:Choice>
        <mc:Fallback xmlns="">
          <p:sp>
            <p:nvSpPr>
              <p:cNvPr id="14" name="文本框 13">
                <a:extLst>
                  <a:ext uri="{FF2B5EF4-FFF2-40B4-BE49-F238E27FC236}">
                    <a16:creationId xmlns:a16="http://schemas.microsoft.com/office/drawing/2014/main" id="{67BD7550-5F8B-0C28-BC5B-5C2EB53DB539}"/>
                  </a:ext>
                </a:extLst>
              </p:cNvPr>
              <p:cNvSpPr txBox="1">
                <a:spLocks noRot="1" noChangeAspect="1" noMove="1" noResize="1" noEditPoints="1" noAdjustHandles="1" noChangeArrowheads="1" noChangeShapeType="1" noTextEdit="1"/>
              </p:cNvSpPr>
              <p:nvPr/>
            </p:nvSpPr>
            <p:spPr>
              <a:xfrm>
                <a:off x="5368110" y="3846273"/>
                <a:ext cx="541523" cy="461665"/>
              </a:xfrm>
              <a:prstGeom prst="rect">
                <a:avLst/>
              </a:prstGeom>
              <a:blipFill>
                <a:blip r:embed="rId8"/>
                <a:stretch>
                  <a:fillRect/>
                </a:stretch>
              </a:blipFill>
            </p:spPr>
            <p:txBody>
              <a:bodyPr/>
              <a:lstStyle/>
              <a:p>
                <a:r>
                  <a:rPr lang="zh-CN" altLang="en-US">
                    <a:noFill/>
                  </a:rPr>
                  <a:t> </a:t>
                </a:r>
              </a:p>
            </p:txBody>
          </p:sp>
        </mc:Fallback>
      </mc:AlternateContent>
      <p:sp>
        <p:nvSpPr>
          <p:cNvPr id="2" name="Text Box 2">
            <a:extLst>
              <a:ext uri="{FF2B5EF4-FFF2-40B4-BE49-F238E27FC236}">
                <a16:creationId xmlns:a16="http://schemas.microsoft.com/office/drawing/2014/main" id="{1BC49583-A21B-1CA7-B086-A329B157344C}"/>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cxnSp>
        <p:nvCxnSpPr>
          <p:cNvPr id="3" name="直线连接符 2">
            <a:extLst>
              <a:ext uri="{FF2B5EF4-FFF2-40B4-BE49-F238E27FC236}">
                <a16:creationId xmlns:a16="http://schemas.microsoft.com/office/drawing/2014/main" id="{1DE3CD3C-458B-66DA-1E31-3EBDADD19DFB}"/>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C04D053-3F31-18C2-ABF8-A24BF62B9F79}"/>
                  </a:ext>
                </a:extLst>
              </p:cNvPr>
              <p:cNvSpPr txBox="1"/>
              <p:nvPr/>
            </p:nvSpPr>
            <p:spPr>
              <a:xfrm>
                <a:off x="434276" y="5692139"/>
                <a:ext cx="4674358" cy="10405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𝑋</m:t>
                          </m:r>
                        </m:e>
                      </m:acc>
                      <m:r>
                        <a:rPr lang="en-US" altLang="zh-CN" sz="2400" i="1">
                          <a:latin typeface="Cambria Math" panose="02040503050406030204" pitchFamily="18" charset="0"/>
                        </a:rPr>
                        <m:t>=</m:t>
                      </m:r>
                      <m:f>
                        <m:fPr>
                          <m:ctrlPr>
                            <a:rPr lang="en-US" altLang="zh-CN" sz="2200" b="1" i="1" smtClean="0">
                              <a:solidFill>
                                <a:schemeClr val="tx1"/>
                              </a:solidFill>
                              <a:latin typeface="Cambria Math" panose="02040503050406030204" pitchFamily="18" charset="0"/>
                            </a:rPr>
                          </m:ctrlPr>
                        </m:fPr>
                        <m:num>
                          <m:r>
                            <a:rPr lang="en-US" altLang="zh-CN" sz="2200" b="1" i="1" smtClean="0">
                              <a:solidFill>
                                <a:schemeClr val="tx1"/>
                              </a:solidFill>
                              <a:latin typeface="Cambria Math" panose="02040503050406030204" pitchFamily="18" charset="0"/>
                            </a:rPr>
                            <m:t>𝟏</m:t>
                          </m:r>
                        </m:num>
                        <m:den>
                          <m:r>
                            <a:rPr lang="en-US" altLang="zh-CN" sz="2200" b="1" i="1" smtClean="0">
                              <a:solidFill>
                                <a:schemeClr val="tx1"/>
                              </a:solidFill>
                              <a:latin typeface="Cambria Math" panose="02040503050406030204" pitchFamily="18" charset="0"/>
                            </a:rPr>
                            <m:t>𝒏</m:t>
                          </m:r>
                        </m:den>
                      </m:f>
                      <m:nary>
                        <m:naryPr>
                          <m:chr m:val="∑"/>
                          <m:ctrlPr>
                            <a:rPr lang="zh-CN" altLang="en-US" sz="2200" b="1" i="1" smtClean="0">
                              <a:solidFill>
                                <a:schemeClr val="tx1"/>
                              </a:solidFill>
                              <a:latin typeface="Cambria Math" panose="02040503050406030204" pitchFamily="18" charset="0"/>
                            </a:rPr>
                          </m:ctrlPr>
                        </m:naryPr>
                        <m:sub>
                          <m:r>
                            <m:rPr>
                              <m:brk m:alnAt="23"/>
                            </m:rPr>
                            <a:rPr lang="en-US" altLang="zh-CN" sz="2200" b="1" i="1">
                              <a:solidFill>
                                <a:schemeClr val="tx1"/>
                              </a:solidFill>
                              <a:latin typeface="Cambria Math" panose="02040503050406030204" pitchFamily="18" charset="0"/>
                            </a:rPr>
                            <m:t>𝒌</m:t>
                          </m:r>
                          <m:r>
                            <a:rPr lang="en-US" altLang="zh-CN" sz="2200" b="1" i="1">
                              <a:solidFill>
                                <a:schemeClr val="tx1"/>
                              </a:solidFill>
                              <a:latin typeface="Cambria Math" panose="02040503050406030204" pitchFamily="18" charset="0"/>
                            </a:rPr>
                            <m:t>=</m:t>
                          </m:r>
                          <m:r>
                            <a:rPr lang="en-US" altLang="zh-CN" sz="2200" b="1" i="1">
                              <a:solidFill>
                                <a:schemeClr val="tx1"/>
                              </a:solidFill>
                              <a:latin typeface="Cambria Math" panose="02040503050406030204" pitchFamily="18" charset="0"/>
                            </a:rPr>
                            <m:t>𝟏</m:t>
                          </m:r>
                        </m:sub>
                        <m:sup>
                          <m:r>
                            <a:rPr lang="en-US" altLang="zh-CN" sz="2200" b="1" i="1">
                              <a:solidFill>
                                <a:schemeClr val="tx1"/>
                              </a:solidFill>
                              <a:latin typeface="Cambria Math" panose="02040503050406030204" pitchFamily="18" charset="0"/>
                            </a:rPr>
                            <m:t>𝒏</m:t>
                          </m:r>
                        </m:sup>
                        <m:e>
                          <m:sSub>
                            <m:sSubPr>
                              <m:ctrlPr>
                                <a:rPr lang="zh-CN" altLang="zh-CN" sz="2200" b="1" i="1">
                                  <a:solidFill>
                                    <a:schemeClr val="tx1"/>
                                  </a:solidFill>
                                  <a:latin typeface="Cambria Math" panose="02040503050406030204" pitchFamily="18" charset="0"/>
                                </a:rPr>
                              </m:ctrlPr>
                            </m:sSubPr>
                            <m:e>
                              <m:r>
                                <a:rPr lang="en-US" altLang="zh-CN" sz="2200" b="1" i="1">
                                  <a:solidFill>
                                    <a:schemeClr val="tx1"/>
                                  </a:solidFill>
                                  <a:latin typeface="Cambria Math" panose="02040503050406030204" pitchFamily="18" charset="0"/>
                                </a:rPr>
                                <m:t>𝑿</m:t>
                              </m:r>
                            </m:e>
                            <m:sub>
                              <m:r>
                                <a:rPr lang="en-US" altLang="zh-CN" sz="2200" b="1" i="1">
                                  <a:solidFill>
                                    <a:schemeClr val="tx1"/>
                                  </a:solidFill>
                                  <a:latin typeface="Cambria Math" panose="02040503050406030204" pitchFamily="18" charset="0"/>
                                </a:rPr>
                                <m:t>𝒌</m:t>
                              </m:r>
                            </m:sub>
                          </m:sSub>
                        </m:e>
                      </m:nary>
                    </m:oMath>
                  </m:oMathPara>
                </a14:m>
                <a:endParaRPr lang="zh-CN" altLang="en-US" sz="2200" b="1" dirty="0">
                  <a:solidFill>
                    <a:schemeClr val="tx1"/>
                  </a:solidFill>
                </a:endParaRPr>
              </a:p>
            </p:txBody>
          </p:sp>
        </mc:Choice>
        <mc:Fallback xmlns="">
          <p:sp>
            <p:nvSpPr>
              <p:cNvPr id="15" name="文本框 14">
                <a:extLst>
                  <a:ext uri="{FF2B5EF4-FFF2-40B4-BE49-F238E27FC236}">
                    <a16:creationId xmlns:a16="http://schemas.microsoft.com/office/drawing/2014/main" id="{DC04D053-3F31-18C2-ABF8-A24BF62B9F79}"/>
                  </a:ext>
                </a:extLst>
              </p:cNvPr>
              <p:cNvSpPr txBox="1">
                <a:spLocks noRot="1" noChangeAspect="1" noMove="1" noResize="1" noEditPoints="1" noAdjustHandles="1" noChangeArrowheads="1" noChangeShapeType="1" noTextEdit="1"/>
              </p:cNvSpPr>
              <p:nvPr/>
            </p:nvSpPr>
            <p:spPr>
              <a:xfrm>
                <a:off x="434276" y="5692139"/>
                <a:ext cx="4674358" cy="1040541"/>
              </a:xfrm>
              <a:prstGeom prst="rect">
                <a:avLst/>
              </a:prstGeom>
              <a:blipFill>
                <a:blip r:embed="rId5"/>
                <a:stretch>
                  <a:fillRect t="-103659" b="-15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5912F345-7C61-977B-86EA-2245ACC956AC}"/>
                  </a:ext>
                </a:extLst>
              </p:cNvPr>
              <p:cNvSpPr/>
              <p:nvPr/>
            </p:nvSpPr>
            <p:spPr>
              <a:xfrm>
                <a:off x="5896229" y="5958805"/>
                <a:ext cx="1384663" cy="623248"/>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sz="2300" b="1" i="1" dirty="0" smtClean="0">
                              <a:solidFill>
                                <a:schemeClr val="tx1"/>
                              </a:solidFill>
                              <a:latin typeface="Cambria Math" panose="02040503050406030204" pitchFamily="18" charset="0"/>
                            </a:rPr>
                          </m:ctrlPr>
                        </m:accPr>
                        <m:e>
                          <m:r>
                            <a:rPr lang="en-US" altLang="zh-CN" sz="2300" b="1" i="1" dirty="0" smtClean="0">
                              <a:solidFill>
                                <a:schemeClr val="tx1"/>
                              </a:solidFill>
                              <a:latin typeface="Cambria Math" panose="02040503050406030204" pitchFamily="18" charset="0"/>
                            </a:rPr>
                            <m:t>𝑿</m:t>
                          </m:r>
                        </m:e>
                      </m:acc>
                      <m:r>
                        <a:rPr lang="en-US" altLang="zh-CN" sz="2300" b="1">
                          <a:solidFill>
                            <a:schemeClr val="tx1"/>
                          </a:solidFill>
                          <a:latin typeface="Cambria Math" panose="02040503050406030204" pitchFamily="18" charset="0"/>
                        </a:rPr>
                        <m:t>→</m:t>
                      </m:r>
                      <m:r>
                        <a:rPr lang="zh-CN" altLang="en-US" sz="2300" b="1" i="1" dirty="0" smtClean="0">
                          <a:solidFill>
                            <a:schemeClr val="tx1"/>
                          </a:solidFill>
                          <a:latin typeface="Cambria Math" panose="02040503050406030204" pitchFamily="18" charset="0"/>
                        </a:rPr>
                        <m:t>𝝁</m:t>
                      </m:r>
                    </m:oMath>
                  </m:oMathPara>
                </a14:m>
                <a:endParaRPr lang="zh-CN" altLang="zh-CN" sz="2300" b="1" dirty="0">
                  <a:solidFill>
                    <a:schemeClr val="tx1"/>
                  </a:solidFill>
                </a:endParaRPr>
              </a:p>
            </p:txBody>
          </p:sp>
        </mc:Choice>
        <mc:Fallback xmlns="">
          <p:sp>
            <p:nvSpPr>
              <p:cNvPr id="16" name="矩形 15">
                <a:extLst>
                  <a:ext uri="{FF2B5EF4-FFF2-40B4-BE49-F238E27FC236}">
                    <a16:creationId xmlns:a16="http://schemas.microsoft.com/office/drawing/2014/main" id="{5912F345-7C61-977B-86EA-2245ACC956AC}"/>
                  </a:ext>
                </a:extLst>
              </p:cNvPr>
              <p:cNvSpPr>
                <a:spLocks noRot="1" noChangeAspect="1" noMove="1" noResize="1" noEditPoints="1" noAdjustHandles="1" noChangeArrowheads="1" noChangeShapeType="1" noTextEdit="1"/>
              </p:cNvSpPr>
              <p:nvPr/>
            </p:nvSpPr>
            <p:spPr>
              <a:xfrm>
                <a:off x="5896229" y="5958805"/>
                <a:ext cx="1384663" cy="623248"/>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387A1ACC-5F2B-4ABB-C8A1-4BD54EF83974}"/>
                  </a:ext>
                </a:extLst>
              </p:cNvPr>
              <p:cNvSpPr txBox="1"/>
              <p:nvPr/>
            </p:nvSpPr>
            <p:spPr>
              <a:xfrm>
                <a:off x="6357311" y="5901097"/>
                <a:ext cx="3914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chemeClr val="tx1"/>
                          </a:solidFill>
                          <a:latin typeface="Cambria Math" panose="02040503050406030204" pitchFamily="18" charset="0"/>
                        </a:rPr>
                        <m:t>𝑷</m:t>
                      </m:r>
                    </m:oMath>
                  </m:oMathPara>
                </a14:m>
                <a:endParaRPr kumimoji="1" lang="zh-CN" altLang="en-US" b="1" dirty="0">
                  <a:solidFill>
                    <a:schemeClr val="tx1"/>
                  </a:solidFill>
                </a:endParaRPr>
              </a:p>
            </p:txBody>
          </p:sp>
        </mc:Choice>
        <mc:Fallback xmlns="">
          <p:sp>
            <p:nvSpPr>
              <p:cNvPr id="17" name="文本框 16">
                <a:extLst>
                  <a:ext uri="{FF2B5EF4-FFF2-40B4-BE49-F238E27FC236}">
                    <a16:creationId xmlns:a16="http://schemas.microsoft.com/office/drawing/2014/main" id="{387A1ACC-5F2B-4ABB-C8A1-4BD54EF83974}"/>
                  </a:ext>
                </a:extLst>
              </p:cNvPr>
              <p:cNvSpPr txBox="1">
                <a:spLocks noRot="1" noChangeAspect="1" noMove="1" noResize="1" noEditPoints="1" noAdjustHandles="1" noChangeArrowheads="1" noChangeShapeType="1" noTextEdit="1"/>
              </p:cNvSpPr>
              <p:nvPr/>
            </p:nvSpPr>
            <p:spPr>
              <a:xfrm>
                <a:off x="6357311" y="5901097"/>
                <a:ext cx="391454" cy="369332"/>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13638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A28AF2F-D27B-42B8-6853-D956F4746B1F}"/>
              </a:ext>
            </a:extLst>
          </p:cNvPr>
          <p:cNvPicPr>
            <a:picLocks noChangeAspect="1"/>
          </p:cNvPicPr>
          <p:nvPr/>
        </p:nvPicPr>
        <p:blipFill>
          <a:blip r:embed="rId2"/>
          <a:stretch>
            <a:fillRect/>
          </a:stretch>
        </p:blipFill>
        <p:spPr>
          <a:xfrm>
            <a:off x="260635" y="1281184"/>
            <a:ext cx="4311365" cy="2665806"/>
          </a:xfrm>
          <a:prstGeom prst="rect">
            <a:avLst/>
          </a:prstGeom>
        </p:spPr>
      </p:pic>
      <p:pic>
        <p:nvPicPr>
          <p:cNvPr id="9" name="图片 8">
            <a:extLst>
              <a:ext uri="{FF2B5EF4-FFF2-40B4-BE49-F238E27FC236}">
                <a16:creationId xmlns:a16="http://schemas.microsoft.com/office/drawing/2014/main" id="{201C420E-83F7-D3ED-DD1A-1FDC28DA7BB4}"/>
              </a:ext>
            </a:extLst>
          </p:cNvPr>
          <p:cNvPicPr>
            <a:picLocks noChangeAspect="1"/>
          </p:cNvPicPr>
          <p:nvPr/>
        </p:nvPicPr>
        <p:blipFill rotWithShape="1">
          <a:blip r:embed="rId3"/>
          <a:srcRect b="6739"/>
          <a:stretch/>
        </p:blipFill>
        <p:spPr>
          <a:xfrm>
            <a:off x="4421875" y="1281184"/>
            <a:ext cx="4420549" cy="2785849"/>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F5322CE-6120-E3EE-A69F-13D02E4EBE5C}"/>
                  </a:ext>
                </a:extLst>
              </p:cNvPr>
              <p:cNvSpPr txBox="1"/>
              <p:nvPr/>
            </p:nvSpPr>
            <p:spPr>
              <a:xfrm>
                <a:off x="1856347" y="3946990"/>
                <a:ext cx="96981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2400" i="1" smtClean="0">
                          <a:solidFill>
                            <a:srgbClr val="FF0000"/>
                          </a:solidFill>
                          <a:latin typeface="Cambria Math" panose="02040503050406030204" pitchFamily="18" charset="0"/>
                        </a:rPr>
                        <m:t>𝜒</m:t>
                      </m:r>
                      <m:r>
                        <a:rPr kumimoji="1" lang="en-US" altLang="zh-CN" sz="2400" b="0" i="1" baseline="30000" smtClean="0">
                          <a:solidFill>
                            <a:srgbClr val="FF0000"/>
                          </a:solidFill>
                          <a:latin typeface="Cambria Math" panose="02040503050406030204" pitchFamily="18" charset="0"/>
                        </a:rPr>
                        <m:t>2</m:t>
                      </m:r>
                      <m:r>
                        <a:rPr kumimoji="1" lang="zh-CN" altLang="en-US" sz="2400" i="1">
                          <a:solidFill>
                            <a:srgbClr val="FF0000"/>
                          </a:solidFill>
                          <a:latin typeface="Cambria Math" panose="02040503050406030204" pitchFamily="18" charset="0"/>
                        </a:rPr>
                        <m:t>分布</m:t>
                      </m:r>
                    </m:oMath>
                  </m:oMathPara>
                </a14:m>
                <a:endParaRPr kumimoji="1" lang="zh-CN" altLang="en-US" sz="2400" dirty="0">
                  <a:solidFill>
                    <a:srgbClr val="FF0000"/>
                  </a:solidFill>
                </a:endParaRPr>
              </a:p>
            </p:txBody>
          </p:sp>
        </mc:Choice>
        <mc:Fallback xmlns="">
          <p:sp>
            <p:nvSpPr>
              <p:cNvPr id="10" name="文本框 9">
                <a:extLst>
                  <a:ext uri="{FF2B5EF4-FFF2-40B4-BE49-F238E27FC236}">
                    <a16:creationId xmlns:a16="http://schemas.microsoft.com/office/drawing/2014/main" id="{7F5322CE-6120-E3EE-A69F-13D02E4EBE5C}"/>
                  </a:ext>
                </a:extLst>
              </p:cNvPr>
              <p:cNvSpPr txBox="1">
                <a:spLocks noRot="1" noChangeAspect="1" noMove="1" noResize="1" noEditPoints="1" noAdjustHandles="1" noChangeArrowheads="1" noChangeShapeType="1" noTextEdit="1"/>
              </p:cNvSpPr>
              <p:nvPr/>
            </p:nvSpPr>
            <p:spPr>
              <a:xfrm>
                <a:off x="1856347" y="3946990"/>
                <a:ext cx="969817" cy="369332"/>
              </a:xfrm>
              <a:prstGeom prst="rect">
                <a:avLst/>
              </a:prstGeom>
              <a:blipFill>
                <a:blip r:embed="rId4"/>
                <a:stretch>
                  <a:fillRect l="-7792" r="-10390" b="-3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17F9A23-AD12-C715-046C-B71E199D126F}"/>
                  </a:ext>
                </a:extLst>
              </p:cNvPr>
              <p:cNvSpPr txBox="1"/>
              <p:nvPr/>
            </p:nvSpPr>
            <p:spPr>
              <a:xfrm>
                <a:off x="6241651" y="3946990"/>
                <a:ext cx="86401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solidFill>
                            <a:srgbClr val="FF0000"/>
                          </a:solidFill>
                          <a:latin typeface="Cambria Math" panose="02040503050406030204" pitchFamily="18" charset="0"/>
                        </a:rPr>
                        <m:t>𝐹</m:t>
                      </m:r>
                      <m:r>
                        <a:rPr kumimoji="1" lang="zh-CN" altLang="en-US" sz="2400" i="1">
                          <a:solidFill>
                            <a:srgbClr val="FF0000"/>
                          </a:solidFill>
                          <a:latin typeface="Cambria Math" panose="02040503050406030204" pitchFamily="18" charset="0"/>
                        </a:rPr>
                        <m:t>分布</m:t>
                      </m:r>
                    </m:oMath>
                  </m:oMathPara>
                </a14:m>
                <a:endParaRPr kumimoji="1" lang="zh-CN" altLang="en-US" sz="2400" dirty="0">
                  <a:solidFill>
                    <a:srgbClr val="FF0000"/>
                  </a:solidFill>
                </a:endParaRPr>
              </a:p>
            </p:txBody>
          </p:sp>
        </mc:Choice>
        <mc:Fallback xmlns="">
          <p:sp>
            <p:nvSpPr>
              <p:cNvPr id="11" name="文本框 10">
                <a:extLst>
                  <a:ext uri="{FF2B5EF4-FFF2-40B4-BE49-F238E27FC236}">
                    <a16:creationId xmlns:a16="http://schemas.microsoft.com/office/drawing/2014/main" id="{417F9A23-AD12-C715-046C-B71E199D126F}"/>
                  </a:ext>
                </a:extLst>
              </p:cNvPr>
              <p:cNvSpPr txBox="1">
                <a:spLocks noRot="1" noChangeAspect="1" noMove="1" noResize="1" noEditPoints="1" noAdjustHandles="1" noChangeArrowheads="1" noChangeShapeType="1" noTextEdit="1"/>
              </p:cNvSpPr>
              <p:nvPr/>
            </p:nvSpPr>
            <p:spPr>
              <a:xfrm>
                <a:off x="6241651" y="3946990"/>
                <a:ext cx="864019" cy="369332"/>
              </a:xfrm>
              <a:prstGeom prst="rect">
                <a:avLst/>
              </a:prstGeom>
              <a:blipFill>
                <a:blip r:embed="rId5"/>
                <a:stretch>
                  <a:fillRect l="-8696" r="-11594" b="-30000"/>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396E8314-6052-0F66-237B-33EFD534316F}"/>
              </a:ext>
            </a:extLst>
          </p:cNvPr>
          <p:cNvPicPr>
            <a:picLocks noChangeAspect="1"/>
          </p:cNvPicPr>
          <p:nvPr/>
        </p:nvPicPr>
        <p:blipFill>
          <a:blip r:embed="rId6"/>
          <a:stretch>
            <a:fillRect/>
          </a:stretch>
        </p:blipFill>
        <p:spPr>
          <a:xfrm>
            <a:off x="2776751" y="4316322"/>
            <a:ext cx="3590498" cy="2393665"/>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70DF338-FF7C-EA7B-D7BC-5561564DE958}"/>
                  </a:ext>
                </a:extLst>
              </p:cNvPr>
              <p:cNvSpPr txBox="1"/>
              <p:nvPr/>
            </p:nvSpPr>
            <p:spPr>
              <a:xfrm>
                <a:off x="6530528" y="6132907"/>
                <a:ext cx="79829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400" b="0" i="1" smtClean="0">
                          <a:solidFill>
                            <a:srgbClr val="FF0000"/>
                          </a:solidFill>
                          <a:latin typeface="Cambria Math" panose="02040503050406030204" pitchFamily="18" charset="0"/>
                        </a:rPr>
                        <m:t>𝑡</m:t>
                      </m:r>
                      <m:r>
                        <a:rPr kumimoji="1" lang="zh-CN" altLang="en-US" sz="2400" i="1">
                          <a:solidFill>
                            <a:srgbClr val="FF0000"/>
                          </a:solidFill>
                          <a:latin typeface="Cambria Math" panose="02040503050406030204" pitchFamily="18" charset="0"/>
                        </a:rPr>
                        <m:t>分布</m:t>
                      </m:r>
                    </m:oMath>
                  </m:oMathPara>
                </a14:m>
                <a:endParaRPr kumimoji="1" lang="zh-CN" altLang="en-US" sz="2400" dirty="0">
                  <a:solidFill>
                    <a:srgbClr val="FF0000"/>
                  </a:solidFill>
                </a:endParaRPr>
              </a:p>
            </p:txBody>
          </p:sp>
        </mc:Choice>
        <mc:Fallback xmlns="">
          <p:sp>
            <p:nvSpPr>
              <p:cNvPr id="14" name="文本框 13">
                <a:extLst>
                  <a:ext uri="{FF2B5EF4-FFF2-40B4-BE49-F238E27FC236}">
                    <a16:creationId xmlns:a16="http://schemas.microsoft.com/office/drawing/2014/main" id="{370DF338-FF7C-EA7B-D7BC-5561564DE958}"/>
                  </a:ext>
                </a:extLst>
              </p:cNvPr>
              <p:cNvSpPr txBox="1">
                <a:spLocks noRot="1" noChangeAspect="1" noMove="1" noResize="1" noEditPoints="1" noAdjustHandles="1" noChangeArrowheads="1" noChangeShapeType="1" noTextEdit="1"/>
              </p:cNvSpPr>
              <p:nvPr/>
            </p:nvSpPr>
            <p:spPr>
              <a:xfrm>
                <a:off x="6530528" y="6132907"/>
                <a:ext cx="798295" cy="369332"/>
              </a:xfrm>
              <a:prstGeom prst="rect">
                <a:avLst/>
              </a:prstGeom>
              <a:blipFill>
                <a:blip r:embed="rId7"/>
                <a:stretch>
                  <a:fillRect l="-7937" r="-14286" b="-29032"/>
                </a:stretch>
              </a:blipFill>
            </p:spPr>
            <p:txBody>
              <a:bodyPr/>
              <a:lstStyle/>
              <a:p>
                <a:r>
                  <a:rPr lang="zh-CN" altLang="en-US">
                    <a:noFill/>
                  </a:rPr>
                  <a:t> </a:t>
                </a:r>
              </a:p>
            </p:txBody>
          </p:sp>
        </mc:Fallback>
      </mc:AlternateContent>
      <p:sp>
        <p:nvSpPr>
          <p:cNvPr id="2" name="Text Box 2">
            <a:extLst>
              <a:ext uri="{FF2B5EF4-FFF2-40B4-BE49-F238E27FC236}">
                <a16:creationId xmlns:a16="http://schemas.microsoft.com/office/drawing/2014/main" id="{2BCF2F22-C75B-D308-8268-25A858334B96}"/>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cxnSp>
        <p:nvCxnSpPr>
          <p:cNvPr id="3" name="直线连接符 2">
            <a:extLst>
              <a:ext uri="{FF2B5EF4-FFF2-40B4-BE49-F238E27FC236}">
                <a16:creationId xmlns:a16="http://schemas.microsoft.com/office/drawing/2014/main" id="{4E1E725E-F5AC-D63A-5D0A-958560605247}"/>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3269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B533509-DBC2-26BB-A879-636DB6B0629F}"/>
              </a:ext>
            </a:extLst>
          </p:cNvPr>
          <p:cNvSpPr txBox="1"/>
          <p:nvPr/>
        </p:nvSpPr>
        <p:spPr>
          <a:xfrm>
            <a:off x="876011"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sp>
        <p:nvSpPr>
          <p:cNvPr id="11" name="文本框 10">
            <a:extLst>
              <a:ext uri="{FF2B5EF4-FFF2-40B4-BE49-F238E27FC236}">
                <a16:creationId xmlns:a16="http://schemas.microsoft.com/office/drawing/2014/main" id="{7CB9CCDB-B9A1-FDA3-7149-6EA19697C646}"/>
              </a:ext>
            </a:extLst>
          </p:cNvPr>
          <p:cNvSpPr txBox="1"/>
          <p:nvPr/>
        </p:nvSpPr>
        <p:spPr>
          <a:xfrm>
            <a:off x="7072376" y="4121908"/>
            <a:ext cx="1127232" cy="369332"/>
          </a:xfrm>
          <a:prstGeom prst="rect">
            <a:avLst/>
          </a:prstGeom>
          <a:noFill/>
        </p:spPr>
        <p:txBody>
          <a:bodyPr wrap="none" rtlCol="0">
            <a:spAutoFit/>
          </a:bodyPr>
          <a:lstStyle/>
          <a:p>
            <a:r>
              <a:rPr kumimoji="1" lang="en-US" altLang="zh-CN" b="1" dirty="0">
                <a:solidFill>
                  <a:srgbClr val="FF0000"/>
                </a:solidFill>
              </a:rPr>
              <a:t>…………..</a:t>
            </a:r>
            <a:endParaRPr kumimoji="1" lang="zh-CN" altLang="en-US" b="1" dirty="0">
              <a:solidFill>
                <a:srgbClr val="FF0000"/>
              </a:solidFill>
            </a:endParaRPr>
          </a:p>
        </p:txBody>
      </p:sp>
      <p:pic>
        <p:nvPicPr>
          <p:cNvPr id="16" name="图片 15">
            <a:extLst>
              <a:ext uri="{FF2B5EF4-FFF2-40B4-BE49-F238E27FC236}">
                <a16:creationId xmlns:a16="http://schemas.microsoft.com/office/drawing/2014/main" id="{F32D6B66-2C6F-1DFD-93B1-6AAD40FE6511}"/>
              </a:ext>
            </a:extLst>
          </p:cNvPr>
          <p:cNvPicPr>
            <a:picLocks noChangeAspect="1"/>
          </p:cNvPicPr>
          <p:nvPr/>
        </p:nvPicPr>
        <p:blipFill>
          <a:blip r:embed="rId2"/>
          <a:stretch>
            <a:fillRect/>
          </a:stretch>
        </p:blipFill>
        <p:spPr>
          <a:xfrm>
            <a:off x="365725" y="1330929"/>
            <a:ext cx="2632722" cy="1755148"/>
          </a:xfrm>
          <a:prstGeom prst="rect">
            <a:avLst/>
          </a:prstGeom>
        </p:spPr>
      </p:pic>
      <p:pic>
        <p:nvPicPr>
          <p:cNvPr id="17" name="图片 16">
            <a:extLst>
              <a:ext uri="{FF2B5EF4-FFF2-40B4-BE49-F238E27FC236}">
                <a16:creationId xmlns:a16="http://schemas.microsoft.com/office/drawing/2014/main" id="{4493B21E-4D1D-BA6D-5B8A-FB85A6DC246D}"/>
              </a:ext>
            </a:extLst>
          </p:cNvPr>
          <p:cNvPicPr>
            <a:picLocks noChangeAspect="1"/>
          </p:cNvPicPr>
          <p:nvPr/>
        </p:nvPicPr>
        <p:blipFill>
          <a:blip r:embed="rId2"/>
          <a:stretch>
            <a:fillRect/>
          </a:stretch>
        </p:blipFill>
        <p:spPr>
          <a:xfrm>
            <a:off x="3357610" y="1332443"/>
            <a:ext cx="2632722" cy="1755148"/>
          </a:xfrm>
          <a:prstGeom prst="rect">
            <a:avLst/>
          </a:prstGeom>
        </p:spPr>
      </p:pic>
      <p:pic>
        <p:nvPicPr>
          <p:cNvPr id="18" name="图片 17">
            <a:extLst>
              <a:ext uri="{FF2B5EF4-FFF2-40B4-BE49-F238E27FC236}">
                <a16:creationId xmlns:a16="http://schemas.microsoft.com/office/drawing/2014/main" id="{F11F9588-4C9E-E646-0958-E05F7E5E53CF}"/>
              </a:ext>
            </a:extLst>
          </p:cNvPr>
          <p:cNvPicPr>
            <a:picLocks noChangeAspect="1"/>
          </p:cNvPicPr>
          <p:nvPr/>
        </p:nvPicPr>
        <p:blipFill>
          <a:blip r:embed="rId2"/>
          <a:stretch>
            <a:fillRect/>
          </a:stretch>
        </p:blipFill>
        <p:spPr>
          <a:xfrm>
            <a:off x="6305725" y="1330929"/>
            <a:ext cx="2632722" cy="1755148"/>
          </a:xfrm>
          <a:prstGeom prst="rect">
            <a:avLst/>
          </a:prstGeom>
        </p:spPr>
      </p:pic>
      <p:pic>
        <p:nvPicPr>
          <p:cNvPr id="19" name="图片 18">
            <a:extLst>
              <a:ext uri="{FF2B5EF4-FFF2-40B4-BE49-F238E27FC236}">
                <a16:creationId xmlns:a16="http://schemas.microsoft.com/office/drawing/2014/main" id="{E7DDA9B6-6C79-7AD9-49D7-4DD7148BC7B1}"/>
              </a:ext>
            </a:extLst>
          </p:cNvPr>
          <p:cNvPicPr>
            <a:picLocks noChangeAspect="1"/>
          </p:cNvPicPr>
          <p:nvPr/>
        </p:nvPicPr>
        <p:blipFill>
          <a:blip r:embed="rId2"/>
          <a:stretch>
            <a:fillRect/>
          </a:stretch>
        </p:blipFill>
        <p:spPr>
          <a:xfrm>
            <a:off x="3357610" y="3429000"/>
            <a:ext cx="2632722" cy="1755148"/>
          </a:xfrm>
          <a:prstGeom prst="rect">
            <a:avLst/>
          </a:prstGeom>
        </p:spPr>
      </p:pic>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31435B9-F002-5DD0-8E09-7F2CEBACB6D0}"/>
                  </a:ext>
                </a:extLst>
              </p:cNvPr>
              <p:cNvSpPr txBox="1"/>
              <p:nvPr/>
            </p:nvSpPr>
            <p:spPr>
              <a:xfrm>
                <a:off x="2500694" y="139168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𝟏</m:t>
                      </m:r>
                    </m:oMath>
                  </m:oMathPara>
                </a14:m>
                <a:endParaRPr lang="zh-CN" altLang="en-US" sz="2400" b="1" dirty="0"/>
              </a:p>
            </p:txBody>
          </p:sp>
        </mc:Choice>
        <mc:Fallback xmlns="">
          <p:sp>
            <p:nvSpPr>
              <p:cNvPr id="21" name="文本框 20">
                <a:extLst>
                  <a:ext uri="{FF2B5EF4-FFF2-40B4-BE49-F238E27FC236}">
                    <a16:creationId xmlns:a16="http://schemas.microsoft.com/office/drawing/2014/main" id="{331435B9-F002-5DD0-8E09-7F2CEBACB6D0}"/>
                  </a:ext>
                </a:extLst>
              </p:cNvPr>
              <p:cNvSpPr txBox="1">
                <a:spLocks noRot="1" noChangeAspect="1" noMove="1" noResize="1" noEditPoints="1" noAdjustHandles="1" noChangeArrowheads="1" noChangeShapeType="1" noTextEdit="1"/>
              </p:cNvSpPr>
              <p:nvPr/>
            </p:nvSpPr>
            <p:spPr>
              <a:xfrm>
                <a:off x="2500694" y="1391688"/>
                <a:ext cx="541523" cy="461665"/>
              </a:xfrm>
              <a:prstGeom prst="rect">
                <a:avLst/>
              </a:prstGeom>
              <a:blipFill>
                <a:blip r:embed="rId4"/>
                <a:stretch>
                  <a:fillRect b="-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89B3380-A5F2-1BA2-C498-BFC2D1899D1E}"/>
                  </a:ext>
                </a:extLst>
              </p:cNvPr>
              <p:cNvSpPr txBox="1"/>
              <p:nvPr/>
            </p:nvSpPr>
            <p:spPr>
              <a:xfrm>
                <a:off x="5448809" y="142024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𝟐</m:t>
                      </m:r>
                    </m:oMath>
                  </m:oMathPara>
                </a14:m>
                <a:endParaRPr lang="zh-CN" altLang="en-US" sz="2400" b="1" dirty="0"/>
              </a:p>
            </p:txBody>
          </p:sp>
        </mc:Choice>
        <mc:Fallback xmlns="">
          <p:sp>
            <p:nvSpPr>
              <p:cNvPr id="22" name="文本框 21">
                <a:extLst>
                  <a:ext uri="{FF2B5EF4-FFF2-40B4-BE49-F238E27FC236}">
                    <a16:creationId xmlns:a16="http://schemas.microsoft.com/office/drawing/2014/main" id="{889B3380-A5F2-1BA2-C498-BFC2D1899D1E}"/>
                  </a:ext>
                </a:extLst>
              </p:cNvPr>
              <p:cNvSpPr txBox="1">
                <a:spLocks noRot="1" noChangeAspect="1" noMove="1" noResize="1" noEditPoints="1" noAdjustHandles="1" noChangeArrowheads="1" noChangeShapeType="1" noTextEdit="1"/>
              </p:cNvSpPr>
              <p:nvPr/>
            </p:nvSpPr>
            <p:spPr>
              <a:xfrm>
                <a:off x="5448809" y="1420248"/>
                <a:ext cx="541523" cy="461665"/>
              </a:xfrm>
              <a:prstGeom prst="rect">
                <a:avLst/>
              </a:prstGeom>
              <a:blipFill>
                <a:blip r:embed="rId5"/>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1892D09-E7CE-6EBB-39FF-6198189DE0DA}"/>
                  </a:ext>
                </a:extLst>
              </p:cNvPr>
              <p:cNvSpPr txBox="1"/>
              <p:nvPr/>
            </p:nvSpPr>
            <p:spPr>
              <a:xfrm>
                <a:off x="8418299" y="1420248"/>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𝟑</m:t>
                      </m:r>
                    </m:oMath>
                  </m:oMathPara>
                </a14:m>
                <a:endParaRPr lang="zh-CN" altLang="en-US" sz="2400" b="1" dirty="0"/>
              </a:p>
            </p:txBody>
          </p:sp>
        </mc:Choice>
        <mc:Fallback xmlns="">
          <p:sp>
            <p:nvSpPr>
              <p:cNvPr id="23" name="文本框 22">
                <a:extLst>
                  <a:ext uri="{FF2B5EF4-FFF2-40B4-BE49-F238E27FC236}">
                    <a16:creationId xmlns:a16="http://schemas.microsoft.com/office/drawing/2014/main" id="{C1892D09-E7CE-6EBB-39FF-6198189DE0DA}"/>
                  </a:ext>
                </a:extLst>
              </p:cNvPr>
              <p:cNvSpPr txBox="1">
                <a:spLocks noRot="1" noChangeAspect="1" noMove="1" noResize="1" noEditPoints="1" noAdjustHandles="1" noChangeArrowheads="1" noChangeShapeType="1" noTextEdit="1"/>
              </p:cNvSpPr>
              <p:nvPr/>
            </p:nvSpPr>
            <p:spPr>
              <a:xfrm>
                <a:off x="8418299" y="1420248"/>
                <a:ext cx="541523" cy="461665"/>
              </a:xfrm>
              <a:prstGeom prst="rect">
                <a:avLst/>
              </a:prstGeom>
              <a:blipFill>
                <a:blip r:embed="rId6"/>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FCE5CBB4-0253-AB2C-BCFC-51A082117246}"/>
                  </a:ext>
                </a:extLst>
              </p:cNvPr>
              <p:cNvSpPr txBox="1"/>
              <p:nvPr/>
            </p:nvSpPr>
            <p:spPr>
              <a:xfrm>
                <a:off x="5448808" y="3527625"/>
                <a:ext cx="5415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𝑿</m:t>
                      </m:r>
                      <m:r>
                        <a:rPr lang="en-US" altLang="zh-CN" sz="2400" b="1" i="1" baseline="-25000" smtClean="0">
                          <a:solidFill>
                            <a:srgbClr val="FF0000"/>
                          </a:solidFill>
                          <a:latin typeface="Cambria Math" panose="02040503050406030204" pitchFamily="18" charset="0"/>
                        </a:rPr>
                        <m:t>𝒏</m:t>
                      </m:r>
                    </m:oMath>
                  </m:oMathPara>
                </a14:m>
                <a:endParaRPr lang="zh-CN" altLang="en-US" sz="2400" b="1" dirty="0"/>
              </a:p>
            </p:txBody>
          </p:sp>
        </mc:Choice>
        <mc:Fallback xmlns="">
          <p:sp>
            <p:nvSpPr>
              <p:cNvPr id="24" name="文本框 23">
                <a:extLst>
                  <a:ext uri="{FF2B5EF4-FFF2-40B4-BE49-F238E27FC236}">
                    <a16:creationId xmlns:a16="http://schemas.microsoft.com/office/drawing/2014/main" id="{FCE5CBB4-0253-AB2C-BCFC-51A082117246}"/>
                  </a:ext>
                </a:extLst>
              </p:cNvPr>
              <p:cNvSpPr txBox="1">
                <a:spLocks noRot="1" noChangeAspect="1" noMove="1" noResize="1" noEditPoints="1" noAdjustHandles="1" noChangeArrowheads="1" noChangeShapeType="1" noTextEdit="1"/>
              </p:cNvSpPr>
              <p:nvPr/>
            </p:nvSpPr>
            <p:spPr>
              <a:xfrm>
                <a:off x="5448808" y="3527625"/>
                <a:ext cx="541523" cy="461665"/>
              </a:xfrm>
              <a:prstGeom prst="rect">
                <a:avLst/>
              </a:prstGeom>
              <a:blipFill>
                <a:blip r:embed="rId7"/>
                <a:stretch>
                  <a:fillRect l="-23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B7813BFF-24B4-2352-D6E6-1BBF5E4AE3F0}"/>
                  </a:ext>
                </a:extLst>
              </p:cNvPr>
              <p:cNvSpPr txBox="1"/>
              <p:nvPr/>
            </p:nvSpPr>
            <p:spPr>
              <a:xfrm>
                <a:off x="2822634" y="5711730"/>
                <a:ext cx="4572000" cy="10164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200" b="1" i="1" smtClean="0">
                          <a:solidFill>
                            <a:srgbClr val="FF0000"/>
                          </a:solidFill>
                          <a:latin typeface="Cambria Math" panose="02040503050406030204" pitchFamily="18" charset="0"/>
                        </a:rPr>
                        <m:t>𝒁</m:t>
                      </m:r>
                      <m:r>
                        <a:rPr lang="en-US" altLang="zh-CN" sz="2200" b="1" i="1" baseline="-25000">
                          <a:solidFill>
                            <a:srgbClr val="FF0000"/>
                          </a:solidFill>
                          <a:latin typeface="Cambria Math" panose="02040503050406030204" pitchFamily="18" charset="0"/>
                        </a:rPr>
                        <m:t>𝒏</m:t>
                      </m:r>
                      <m:r>
                        <a:rPr lang="en-US" altLang="zh-CN" sz="2200" b="1" i="1">
                          <a:solidFill>
                            <a:srgbClr val="FF0000"/>
                          </a:solidFill>
                          <a:latin typeface="Cambria Math" panose="02040503050406030204" pitchFamily="18" charset="0"/>
                        </a:rPr>
                        <m:t>= </m:t>
                      </m:r>
                      <m:nary>
                        <m:naryPr>
                          <m:chr m:val="∑"/>
                          <m:ctrlPr>
                            <a:rPr lang="zh-CN" altLang="en-US" sz="2200" b="1" i="1" smtClean="0">
                              <a:solidFill>
                                <a:srgbClr val="FF0000"/>
                              </a:solidFill>
                              <a:latin typeface="Cambria Math" panose="02040503050406030204" pitchFamily="18" charset="0"/>
                            </a:rPr>
                          </m:ctrlPr>
                        </m:naryPr>
                        <m:sub>
                          <m:r>
                            <m:rPr>
                              <m:brk m:alnAt="23"/>
                            </m:rPr>
                            <a:rPr lang="en-US" altLang="zh-CN" sz="2200" b="1" i="1">
                              <a:solidFill>
                                <a:srgbClr val="FF0000"/>
                              </a:solidFill>
                              <a:latin typeface="Cambria Math" panose="02040503050406030204" pitchFamily="18" charset="0"/>
                            </a:rPr>
                            <m:t>𝒌</m:t>
                          </m:r>
                          <m:r>
                            <a:rPr lang="en-US" altLang="zh-CN" sz="2200" b="1" i="1">
                              <a:solidFill>
                                <a:srgbClr val="FF0000"/>
                              </a:solidFill>
                              <a:latin typeface="Cambria Math" panose="02040503050406030204" pitchFamily="18" charset="0"/>
                            </a:rPr>
                            <m:t>=</m:t>
                          </m:r>
                          <m:r>
                            <a:rPr lang="en-US" altLang="zh-CN" sz="2200" b="1" i="1">
                              <a:solidFill>
                                <a:srgbClr val="FF0000"/>
                              </a:solidFill>
                              <a:latin typeface="Cambria Math" panose="02040503050406030204" pitchFamily="18" charset="0"/>
                            </a:rPr>
                            <m:t>𝟏</m:t>
                          </m:r>
                        </m:sub>
                        <m:sup>
                          <m:r>
                            <a:rPr lang="en-US" altLang="zh-CN" sz="2200" b="1" i="1">
                              <a:solidFill>
                                <a:srgbClr val="FF0000"/>
                              </a:solidFill>
                              <a:latin typeface="Cambria Math" panose="02040503050406030204" pitchFamily="18" charset="0"/>
                            </a:rPr>
                            <m:t>𝒏</m:t>
                          </m:r>
                        </m:sup>
                        <m:e>
                          <m:sSub>
                            <m:sSubPr>
                              <m:ctrlPr>
                                <a:rPr lang="zh-CN" altLang="zh-CN" sz="2200" b="1" i="1">
                                  <a:solidFill>
                                    <a:srgbClr val="FF0000"/>
                                  </a:solidFill>
                                  <a:latin typeface="Cambria Math" panose="02040503050406030204" pitchFamily="18" charset="0"/>
                                </a:rPr>
                              </m:ctrlPr>
                            </m:sSubPr>
                            <m:e>
                              <m:r>
                                <a:rPr lang="en-US" altLang="zh-CN" sz="2200" b="1" i="1">
                                  <a:solidFill>
                                    <a:srgbClr val="FF0000"/>
                                  </a:solidFill>
                                  <a:latin typeface="Cambria Math" panose="02040503050406030204" pitchFamily="18" charset="0"/>
                                </a:rPr>
                                <m:t>𝑿</m:t>
                              </m:r>
                            </m:e>
                            <m:sub>
                              <m:r>
                                <a:rPr lang="en-US" altLang="zh-CN" sz="2200" b="1" i="1">
                                  <a:solidFill>
                                    <a:srgbClr val="FF0000"/>
                                  </a:solidFill>
                                  <a:latin typeface="Cambria Math" panose="02040503050406030204" pitchFamily="18" charset="0"/>
                                </a:rPr>
                                <m:t>𝒌</m:t>
                              </m:r>
                            </m:sub>
                          </m:sSub>
                        </m:e>
                      </m:nary>
                    </m:oMath>
                  </m:oMathPara>
                </a14:m>
                <a:endParaRPr lang="zh-CN" altLang="en-US" sz="2200" b="1" dirty="0">
                  <a:solidFill>
                    <a:srgbClr val="FF0000"/>
                  </a:solidFill>
                </a:endParaRPr>
              </a:p>
            </p:txBody>
          </p:sp>
        </mc:Choice>
        <mc:Fallback xmlns="">
          <p:sp>
            <p:nvSpPr>
              <p:cNvPr id="20" name="文本框 19">
                <a:extLst>
                  <a:ext uri="{FF2B5EF4-FFF2-40B4-BE49-F238E27FC236}">
                    <a16:creationId xmlns:a16="http://schemas.microsoft.com/office/drawing/2014/main" id="{B7813BFF-24B4-2352-D6E6-1BBF5E4AE3F0}"/>
                  </a:ext>
                </a:extLst>
              </p:cNvPr>
              <p:cNvSpPr txBox="1">
                <a:spLocks noRot="1" noChangeAspect="1" noMove="1" noResize="1" noEditPoints="1" noAdjustHandles="1" noChangeArrowheads="1" noChangeShapeType="1" noTextEdit="1"/>
              </p:cNvSpPr>
              <p:nvPr/>
            </p:nvSpPr>
            <p:spPr>
              <a:xfrm>
                <a:off x="2822634" y="5711730"/>
                <a:ext cx="4572000" cy="1016497"/>
              </a:xfrm>
              <a:prstGeom prst="rect">
                <a:avLst/>
              </a:prstGeom>
              <a:blipFill>
                <a:blip r:embed="rId8"/>
                <a:stretch>
                  <a:fillRect t="-103704" b="-1604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9DC549DF-0577-3F44-E187-B1BC8DECB024}"/>
                  </a:ext>
                </a:extLst>
              </p:cNvPr>
              <p:cNvSpPr txBox="1"/>
              <p:nvPr/>
            </p:nvSpPr>
            <p:spPr>
              <a:xfrm>
                <a:off x="5917982" y="5998236"/>
                <a:ext cx="3086101" cy="430887"/>
              </a:xfrm>
              <a:prstGeom prst="rect">
                <a:avLst/>
              </a:prstGeom>
              <a:noFill/>
            </p:spPr>
            <p:txBody>
              <a:bodyPr wrap="none" rtlCol="0">
                <a:spAutoFit/>
              </a:bodyPr>
              <a:lstStyle/>
              <a:p>
                <a:r>
                  <a:rPr kumimoji="1" lang="zh-CN" altLang="en-US" sz="2200" b="1" dirty="0">
                    <a:solidFill>
                      <a:srgbClr val="FF0000"/>
                    </a:solidFill>
                  </a:rPr>
                  <a:t>是否收敛？收敛到</a:t>
                </a:r>
                <a14:m>
                  <m:oMath xmlns:m="http://schemas.openxmlformats.org/officeDocument/2006/math">
                    <m:r>
                      <a:rPr kumimoji="1" lang="en-US" altLang="zh-CN" sz="2200" b="1" i="1" smtClean="0">
                        <a:solidFill>
                          <a:srgbClr val="FF0000"/>
                        </a:solidFill>
                        <a:latin typeface="Cambria Math" panose="02040503050406030204" pitchFamily="18" charset="0"/>
                      </a:rPr>
                      <m:t>𝒏</m:t>
                    </m:r>
                    <m:r>
                      <a:rPr kumimoji="1" lang="en-US" altLang="zh-CN" sz="2200" b="1" i="1" smtClean="0">
                        <a:solidFill>
                          <a:srgbClr val="FF0000"/>
                        </a:solidFill>
                        <a:latin typeface="Cambria Math" panose="02040503050406030204" pitchFamily="18" charset="0"/>
                        <a:ea typeface="Cambria Math" panose="02040503050406030204" pitchFamily="18" charset="0"/>
                      </a:rPr>
                      <m:t>𝝁</m:t>
                    </m:r>
                  </m:oMath>
                </a14:m>
                <a:r>
                  <a:rPr kumimoji="1" lang="zh-CN" altLang="en-US" sz="2200" b="1" dirty="0">
                    <a:solidFill>
                      <a:srgbClr val="FF0000"/>
                    </a:solidFill>
                  </a:rPr>
                  <a:t>？</a:t>
                </a:r>
              </a:p>
            </p:txBody>
          </p:sp>
        </mc:Choice>
        <mc:Fallback xmlns="">
          <p:sp>
            <p:nvSpPr>
              <p:cNvPr id="25" name="文本框 24">
                <a:extLst>
                  <a:ext uri="{FF2B5EF4-FFF2-40B4-BE49-F238E27FC236}">
                    <a16:creationId xmlns:a16="http://schemas.microsoft.com/office/drawing/2014/main" id="{9DC549DF-0577-3F44-E187-B1BC8DECB024}"/>
                  </a:ext>
                </a:extLst>
              </p:cNvPr>
              <p:cNvSpPr txBox="1">
                <a:spLocks noRot="1" noChangeAspect="1" noMove="1" noResize="1" noEditPoints="1" noAdjustHandles="1" noChangeArrowheads="1" noChangeShapeType="1" noTextEdit="1"/>
              </p:cNvSpPr>
              <p:nvPr/>
            </p:nvSpPr>
            <p:spPr>
              <a:xfrm>
                <a:off x="5917982" y="5998236"/>
                <a:ext cx="3086101" cy="430887"/>
              </a:xfrm>
              <a:prstGeom prst="rect">
                <a:avLst/>
              </a:prstGeom>
              <a:blipFill>
                <a:blip r:embed="rId9"/>
                <a:stretch>
                  <a:fillRect l="-2881" t="-14286" r="-1646" b="-22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908E689-4C8E-355B-A812-A7F273521701}"/>
                  </a:ext>
                </a:extLst>
              </p:cNvPr>
              <p:cNvSpPr txBox="1"/>
              <p:nvPr/>
            </p:nvSpPr>
            <p:spPr>
              <a:xfrm>
                <a:off x="6198344" y="5165882"/>
                <a:ext cx="4981432"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b="1" i="1" smtClean="0">
                          <a:solidFill>
                            <a:srgbClr val="FF0000"/>
                          </a:solidFill>
                          <a:latin typeface="Cambria Math" panose="02040503050406030204" pitchFamily="18" charset="0"/>
                        </a:rPr>
                        <m:t>𝒁</m:t>
                      </m:r>
                      <m:r>
                        <a:rPr lang="en-US" altLang="zh-CN" sz="2400" b="1" i="1" baseline="-25000" smtClean="0">
                          <a:solidFill>
                            <a:srgbClr val="FF0000"/>
                          </a:solidFill>
                          <a:latin typeface="Cambria Math" panose="02040503050406030204" pitchFamily="18" charset="0"/>
                        </a:rPr>
                        <m:t>𝒏</m:t>
                      </m:r>
                      <m:r>
                        <a:rPr lang="en-US" altLang="zh-CN" sz="2400" b="1" i="1">
                          <a:solidFill>
                            <a:srgbClr val="FF0000"/>
                          </a:solidFill>
                          <a:latin typeface="Cambria Math" panose="02040503050406030204" pitchFamily="18" charset="0"/>
                        </a:rPr>
                        <m:t>~</m:t>
                      </m:r>
                      <m:r>
                        <a:rPr lang="en-US" altLang="zh-CN" sz="2400" b="1" i="1" dirty="0" smtClean="0">
                          <a:solidFill>
                            <a:srgbClr val="FF0000"/>
                          </a:solidFill>
                          <a:latin typeface="Cambria Math" panose="02040503050406030204" pitchFamily="18" charset="0"/>
                        </a:rPr>
                        <m:t>𝑵</m:t>
                      </m:r>
                      <m:r>
                        <a:rPr lang="en-US" altLang="zh-CN" sz="2400" b="1" i="1" dirty="0" smtClean="0">
                          <a:solidFill>
                            <a:srgbClr val="FF0000"/>
                          </a:solidFill>
                          <a:latin typeface="Cambria Math" panose="02040503050406030204" pitchFamily="18" charset="0"/>
                        </a:rPr>
                        <m:t>(</m:t>
                      </m:r>
                      <m:r>
                        <a:rPr lang="en-US" altLang="zh-CN" sz="2400" b="1" i="1" dirty="0" smtClean="0">
                          <a:solidFill>
                            <a:srgbClr val="FF0000"/>
                          </a:solidFill>
                          <a:latin typeface="Cambria Math" panose="02040503050406030204" pitchFamily="18" charset="0"/>
                        </a:rPr>
                        <m:t>𝒏</m:t>
                      </m:r>
                      <m:r>
                        <a:rPr lang="el-GR" altLang="zh-CN" sz="2400" b="1" i="1" dirty="0" smtClean="0">
                          <a:solidFill>
                            <a:srgbClr val="FF0000"/>
                          </a:solidFill>
                          <a:latin typeface="Cambria Math" panose="02040503050406030204" pitchFamily="18" charset="0"/>
                          <a:ea typeface="Cambria Math" panose="02040503050406030204" pitchFamily="18" charset="0"/>
                        </a:rPr>
                        <m:t>𝝁</m:t>
                      </m:r>
                      <m:r>
                        <a:rPr lang="en-US" altLang="zh-CN" sz="2400" b="1" i="1" dirty="0" smtClean="0">
                          <a:solidFill>
                            <a:srgbClr val="FF0000"/>
                          </a:solidFill>
                          <a:latin typeface="Cambria Math" panose="02040503050406030204" pitchFamily="18" charset="0"/>
                          <a:ea typeface="Cambria Math" panose="02040503050406030204" pitchFamily="18" charset="0"/>
                        </a:rPr>
                        <m:t>,</m:t>
                      </m:r>
                      <m:r>
                        <a:rPr lang="en-US" altLang="zh-CN" sz="2400" b="1" i="1" dirty="0" smtClean="0">
                          <a:solidFill>
                            <a:srgbClr val="FF0000"/>
                          </a:solidFill>
                          <a:latin typeface="Cambria Math" panose="02040503050406030204" pitchFamily="18" charset="0"/>
                          <a:ea typeface="Cambria Math" panose="02040503050406030204" pitchFamily="18" charset="0"/>
                        </a:rPr>
                        <m:t>𝒏</m:t>
                      </m:r>
                      <m:r>
                        <a:rPr lang="en-US" altLang="zh-CN" sz="2400" b="1" i="1" dirty="0">
                          <a:solidFill>
                            <a:srgbClr val="FF0000"/>
                          </a:solidFill>
                          <a:latin typeface="Cambria Math" panose="02040503050406030204" pitchFamily="18" charset="0"/>
                          <a:ea typeface="Cambria Math" panose="02040503050406030204" pitchFamily="18" charset="0"/>
                        </a:rPr>
                        <m:t>𝝈</m:t>
                      </m:r>
                      <m:r>
                        <a:rPr lang="en-US" altLang="zh-CN" sz="2400" b="1" i="1" baseline="30000" dirty="0">
                          <a:solidFill>
                            <a:srgbClr val="FF0000"/>
                          </a:solidFill>
                          <a:latin typeface="Cambria Math" panose="02040503050406030204" pitchFamily="18" charset="0"/>
                          <a:ea typeface="Cambria Math" panose="02040503050406030204" pitchFamily="18" charset="0"/>
                        </a:rPr>
                        <m:t>𝟐</m:t>
                      </m:r>
                      <m:r>
                        <a:rPr lang="en-US" altLang="zh-CN" sz="2400" b="1" i="1" dirty="0" smtClean="0">
                          <a:solidFill>
                            <a:srgbClr val="FF0000"/>
                          </a:solidFill>
                          <a:latin typeface="Cambria Math" panose="02040503050406030204" pitchFamily="18" charset="0"/>
                        </a:rPr>
                        <m:t>)</m:t>
                      </m:r>
                    </m:oMath>
                  </m:oMathPara>
                </a14:m>
                <a:endParaRPr lang="zh-CN" altLang="en-US" sz="2400" b="1" dirty="0"/>
              </a:p>
            </p:txBody>
          </p:sp>
        </mc:Choice>
        <mc:Fallback xmlns="">
          <p:sp>
            <p:nvSpPr>
              <p:cNvPr id="29" name="文本框 28">
                <a:extLst>
                  <a:ext uri="{FF2B5EF4-FFF2-40B4-BE49-F238E27FC236}">
                    <a16:creationId xmlns:a16="http://schemas.microsoft.com/office/drawing/2014/main" id="{7908E689-4C8E-355B-A812-A7F273521701}"/>
                  </a:ext>
                </a:extLst>
              </p:cNvPr>
              <p:cNvSpPr txBox="1">
                <a:spLocks noRot="1" noChangeAspect="1" noMove="1" noResize="1" noEditPoints="1" noAdjustHandles="1" noChangeArrowheads="1" noChangeShapeType="1" noTextEdit="1"/>
              </p:cNvSpPr>
              <p:nvPr/>
            </p:nvSpPr>
            <p:spPr>
              <a:xfrm>
                <a:off x="6198344" y="5165882"/>
                <a:ext cx="4981432" cy="461665"/>
              </a:xfrm>
              <a:prstGeom prst="rect">
                <a:avLst/>
              </a:prstGeom>
              <a:blipFill>
                <a:blip r:embed="rId10"/>
                <a:stretch>
                  <a:fillRect l="-254" b="-15789"/>
                </a:stretch>
              </a:blipFill>
            </p:spPr>
            <p:txBody>
              <a:bodyPr/>
              <a:lstStyle/>
              <a:p>
                <a:r>
                  <a:rPr lang="zh-CN" altLang="en-US">
                    <a:noFill/>
                  </a:rPr>
                  <a:t> </a:t>
                </a:r>
              </a:p>
            </p:txBody>
          </p:sp>
        </mc:Fallback>
      </mc:AlternateContent>
      <p:sp>
        <p:nvSpPr>
          <p:cNvPr id="2" name="Text Box 2">
            <a:extLst>
              <a:ext uri="{FF2B5EF4-FFF2-40B4-BE49-F238E27FC236}">
                <a16:creationId xmlns:a16="http://schemas.microsoft.com/office/drawing/2014/main" id="{344BA73D-1E7A-9FC9-8D37-54A00A9BBF2A}"/>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辛钦大数定律</a:t>
            </a:r>
          </a:p>
        </p:txBody>
      </p:sp>
      <p:cxnSp>
        <p:nvCxnSpPr>
          <p:cNvPr id="3" name="直线连接符 2">
            <a:extLst>
              <a:ext uri="{FF2B5EF4-FFF2-40B4-BE49-F238E27FC236}">
                <a16:creationId xmlns:a16="http://schemas.microsoft.com/office/drawing/2014/main" id="{DB7761A2-B644-14F1-6615-111679C6803D}"/>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6813C72-3882-6F5A-3637-700F7A82F1FD}"/>
                  </a:ext>
                </a:extLst>
              </p:cNvPr>
              <p:cNvSpPr txBox="1"/>
              <p:nvPr/>
            </p:nvSpPr>
            <p:spPr>
              <a:xfrm>
                <a:off x="434276" y="5692139"/>
                <a:ext cx="1922425" cy="10405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𝑋</m:t>
                          </m:r>
                        </m:e>
                      </m:acc>
                      <m:r>
                        <a:rPr lang="en-US" altLang="zh-CN" sz="2400" i="1">
                          <a:latin typeface="Cambria Math" panose="02040503050406030204" pitchFamily="18" charset="0"/>
                        </a:rPr>
                        <m:t>=</m:t>
                      </m:r>
                      <m:f>
                        <m:fPr>
                          <m:ctrlPr>
                            <a:rPr lang="en-US" altLang="zh-CN" sz="2200" b="1" i="1" smtClean="0">
                              <a:solidFill>
                                <a:schemeClr val="tx1"/>
                              </a:solidFill>
                              <a:latin typeface="Cambria Math" panose="02040503050406030204" pitchFamily="18" charset="0"/>
                            </a:rPr>
                          </m:ctrlPr>
                        </m:fPr>
                        <m:num>
                          <m:r>
                            <a:rPr lang="en-US" altLang="zh-CN" sz="2200" b="1" i="1" smtClean="0">
                              <a:solidFill>
                                <a:schemeClr val="tx1"/>
                              </a:solidFill>
                              <a:latin typeface="Cambria Math" panose="02040503050406030204" pitchFamily="18" charset="0"/>
                            </a:rPr>
                            <m:t>𝟏</m:t>
                          </m:r>
                        </m:num>
                        <m:den>
                          <m:r>
                            <a:rPr lang="en-US" altLang="zh-CN" sz="2200" b="1" i="1" smtClean="0">
                              <a:solidFill>
                                <a:schemeClr val="tx1"/>
                              </a:solidFill>
                              <a:latin typeface="Cambria Math" panose="02040503050406030204" pitchFamily="18" charset="0"/>
                            </a:rPr>
                            <m:t>𝒏</m:t>
                          </m:r>
                        </m:den>
                      </m:f>
                      <m:nary>
                        <m:naryPr>
                          <m:chr m:val="∑"/>
                          <m:ctrlPr>
                            <a:rPr lang="zh-CN" altLang="en-US" sz="2200" b="1" i="1" smtClean="0">
                              <a:solidFill>
                                <a:schemeClr val="tx1"/>
                              </a:solidFill>
                              <a:latin typeface="Cambria Math" panose="02040503050406030204" pitchFamily="18" charset="0"/>
                            </a:rPr>
                          </m:ctrlPr>
                        </m:naryPr>
                        <m:sub>
                          <m:r>
                            <m:rPr>
                              <m:brk m:alnAt="23"/>
                            </m:rPr>
                            <a:rPr lang="en-US" altLang="zh-CN" sz="2200" b="1" i="1">
                              <a:solidFill>
                                <a:schemeClr val="tx1"/>
                              </a:solidFill>
                              <a:latin typeface="Cambria Math" panose="02040503050406030204" pitchFamily="18" charset="0"/>
                            </a:rPr>
                            <m:t>𝒌</m:t>
                          </m:r>
                          <m:r>
                            <a:rPr lang="en-US" altLang="zh-CN" sz="2200" b="1" i="1">
                              <a:solidFill>
                                <a:schemeClr val="tx1"/>
                              </a:solidFill>
                              <a:latin typeface="Cambria Math" panose="02040503050406030204" pitchFamily="18" charset="0"/>
                            </a:rPr>
                            <m:t>=</m:t>
                          </m:r>
                          <m:r>
                            <a:rPr lang="en-US" altLang="zh-CN" sz="2200" b="1" i="1">
                              <a:solidFill>
                                <a:schemeClr val="tx1"/>
                              </a:solidFill>
                              <a:latin typeface="Cambria Math" panose="02040503050406030204" pitchFamily="18" charset="0"/>
                            </a:rPr>
                            <m:t>𝟏</m:t>
                          </m:r>
                        </m:sub>
                        <m:sup>
                          <m:r>
                            <a:rPr lang="en-US" altLang="zh-CN" sz="2200" b="1" i="1">
                              <a:solidFill>
                                <a:schemeClr val="tx1"/>
                              </a:solidFill>
                              <a:latin typeface="Cambria Math" panose="02040503050406030204" pitchFamily="18" charset="0"/>
                            </a:rPr>
                            <m:t>𝒏</m:t>
                          </m:r>
                        </m:sup>
                        <m:e>
                          <m:sSub>
                            <m:sSubPr>
                              <m:ctrlPr>
                                <a:rPr lang="zh-CN" altLang="zh-CN" sz="2200" b="1" i="1">
                                  <a:solidFill>
                                    <a:schemeClr val="tx1"/>
                                  </a:solidFill>
                                  <a:latin typeface="Cambria Math" panose="02040503050406030204" pitchFamily="18" charset="0"/>
                                </a:rPr>
                              </m:ctrlPr>
                            </m:sSubPr>
                            <m:e>
                              <m:r>
                                <a:rPr lang="en-US" altLang="zh-CN" sz="2200" b="1" i="1">
                                  <a:solidFill>
                                    <a:schemeClr val="tx1"/>
                                  </a:solidFill>
                                  <a:latin typeface="Cambria Math" panose="02040503050406030204" pitchFamily="18" charset="0"/>
                                </a:rPr>
                                <m:t>𝑿</m:t>
                              </m:r>
                            </m:e>
                            <m:sub>
                              <m:r>
                                <a:rPr lang="en-US" altLang="zh-CN" sz="2200" b="1" i="1">
                                  <a:solidFill>
                                    <a:schemeClr val="tx1"/>
                                  </a:solidFill>
                                  <a:latin typeface="Cambria Math" panose="02040503050406030204" pitchFamily="18" charset="0"/>
                                </a:rPr>
                                <m:t>𝒌</m:t>
                              </m:r>
                            </m:sub>
                          </m:sSub>
                        </m:e>
                      </m:nary>
                    </m:oMath>
                  </m:oMathPara>
                </a14:m>
                <a:endParaRPr lang="zh-CN" altLang="en-US" sz="2200" b="1" dirty="0">
                  <a:solidFill>
                    <a:schemeClr val="tx1"/>
                  </a:solidFill>
                </a:endParaRPr>
              </a:p>
            </p:txBody>
          </p:sp>
        </mc:Choice>
        <mc:Fallback xmlns="">
          <p:sp>
            <p:nvSpPr>
              <p:cNvPr id="4" name="文本框 3">
                <a:extLst>
                  <a:ext uri="{FF2B5EF4-FFF2-40B4-BE49-F238E27FC236}">
                    <a16:creationId xmlns:a16="http://schemas.microsoft.com/office/drawing/2014/main" id="{B6813C72-3882-6F5A-3637-700F7A82F1FD}"/>
                  </a:ext>
                </a:extLst>
              </p:cNvPr>
              <p:cNvSpPr txBox="1">
                <a:spLocks noRot="1" noChangeAspect="1" noMove="1" noResize="1" noEditPoints="1" noAdjustHandles="1" noChangeArrowheads="1" noChangeShapeType="1" noTextEdit="1"/>
              </p:cNvSpPr>
              <p:nvPr/>
            </p:nvSpPr>
            <p:spPr>
              <a:xfrm>
                <a:off x="434276" y="5692139"/>
                <a:ext cx="1922425" cy="1040541"/>
              </a:xfrm>
              <a:prstGeom prst="rect">
                <a:avLst/>
              </a:prstGeom>
              <a:blipFill>
                <a:blip r:embed="rId11"/>
                <a:stretch>
                  <a:fillRect l="-3947" t="-103659" r="-7895" b="-15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D25CCB8-5AE6-37DB-C6CD-D59E819A1EC3}"/>
                  </a:ext>
                </a:extLst>
              </p:cNvPr>
              <p:cNvSpPr/>
              <p:nvPr/>
            </p:nvSpPr>
            <p:spPr>
              <a:xfrm>
                <a:off x="2533687" y="5883390"/>
                <a:ext cx="1384663" cy="623248"/>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acc>
                        <m:accPr>
                          <m:chr m:val="̅"/>
                          <m:ctrlPr>
                            <a:rPr lang="en-US" altLang="zh-CN" sz="2300" b="1" i="1" dirty="0" smtClean="0">
                              <a:solidFill>
                                <a:schemeClr val="tx1"/>
                              </a:solidFill>
                              <a:latin typeface="Cambria Math" panose="02040503050406030204" pitchFamily="18" charset="0"/>
                            </a:rPr>
                          </m:ctrlPr>
                        </m:accPr>
                        <m:e>
                          <m:r>
                            <a:rPr lang="en-US" altLang="zh-CN" sz="2300" b="1" i="1" dirty="0" smtClean="0">
                              <a:solidFill>
                                <a:schemeClr val="tx1"/>
                              </a:solidFill>
                              <a:latin typeface="Cambria Math" panose="02040503050406030204" pitchFamily="18" charset="0"/>
                            </a:rPr>
                            <m:t>𝑿</m:t>
                          </m:r>
                        </m:e>
                      </m:acc>
                      <m:r>
                        <a:rPr lang="en-US" altLang="zh-CN" sz="2300" b="1">
                          <a:solidFill>
                            <a:schemeClr val="tx1"/>
                          </a:solidFill>
                          <a:latin typeface="Cambria Math" panose="02040503050406030204" pitchFamily="18" charset="0"/>
                        </a:rPr>
                        <m:t>→</m:t>
                      </m:r>
                      <m:r>
                        <a:rPr lang="zh-CN" altLang="en-US" sz="2300" b="1" i="1" dirty="0" smtClean="0">
                          <a:solidFill>
                            <a:schemeClr val="tx1"/>
                          </a:solidFill>
                          <a:latin typeface="Cambria Math" panose="02040503050406030204" pitchFamily="18" charset="0"/>
                        </a:rPr>
                        <m:t>𝝁</m:t>
                      </m:r>
                    </m:oMath>
                  </m:oMathPara>
                </a14:m>
                <a:endParaRPr lang="zh-CN" altLang="zh-CN" sz="2300" b="1" dirty="0">
                  <a:solidFill>
                    <a:schemeClr val="tx1"/>
                  </a:solidFill>
                </a:endParaRPr>
              </a:p>
            </p:txBody>
          </p:sp>
        </mc:Choice>
        <mc:Fallback xmlns="">
          <p:sp>
            <p:nvSpPr>
              <p:cNvPr id="5" name="矩形 4">
                <a:extLst>
                  <a:ext uri="{FF2B5EF4-FFF2-40B4-BE49-F238E27FC236}">
                    <a16:creationId xmlns:a16="http://schemas.microsoft.com/office/drawing/2014/main" id="{9D25CCB8-5AE6-37DB-C6CD-D59E819A1EC3}"/>
                  </a:ext>
                </a:extLst>
              </p:cNvPr>
              <p:cNvSpPr>
                <a:spLocks noRot="1" noChangeAspect="1" noMove="1" noResize="1" noEditPoints="1" noAdjustHandles="1" noChangeArrowheads="1" noChangeShapeType="1" noTextEdit="1"/>
              </p:cNvSpPr>
              <p:nvPr/>
            </p:nvSpPr>
            <p:spPr>
              <a:xfrm>
                <a:off x="2533687" y="5883390"/>
                <a:ext cx="1384663" cy="623248"/>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1AB11E1-04BE-53F8-7A4C-1092667BE07E}"/>
                  </a:ext>
                </a:extLst>
              </p:cNvPr>
              <p:cNvSpPr txBox="1"/>
              <p:nvPr/>
            </p:nvSpPr>
            <p:spPr>
              <a:xfrm>
                <a:off x="2994769" y="5825682"/>
                <a:ext cx="3914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chemeClr val="tx1"/>
                          </a:solidFill>
                          <a:latin typeface="Cambria Math" panose="02040503050406030204" pitchFamily="18" charset="0"/>
                        </a:rPr>
                        <m:t>𝑷</m:t>
                      </m:r>
                    </m:oMath>
                  </m:oMathPara>
                </a14:m>
                <a:endParaRPr kumimoji="1" lang="zh-CN" altLang="en-US" b="1" dirty="0">
                  <a:solidFill>
                    <a:schemeClr val="tx1"/>
                  </a:solidFill>
                </a:endParaRPr>
              </a:p>
            </p:txBody>
          </p:sp>
        </mc:Choice>
        <mc:Fallback xmlns="">
          <p:sp>
            <p:nvSpPr>
              <p:cNvPr id="6" name="文本框 5">
                <a:extLst>
                  <a:ext uri="{FF2B5EF4-FFF2-40B4-BE49-F238E27FC236}">
                    <a16:creationId xmlns:a16="http://schemas.microsoft.com/office/drawing/2014/main" id="{21AB11E1-04BE-53F8-7A4C-1092667BE07E}"/>
                  </a:ext>
                </a:extLst>
              </p:cNvPr>
              <p:cNvSpPr txBox="1">
                <a:spLocks noRot="1" noChangeAspect="1" noMove="1" noResize="1" noEditPoints="1" noAdjustHandles="1" noChangeArrowheads="1" noChangeShapeType="1" noTextEdit="1"/>
              </p:cNvSpPr>
              <p:nvPr/>
            </p:nvSpPr>
            <p:spPr>
              <a:xfrm>
                <a:off x="2994769" y="5825682"/>
                <a:ext cx="391454" cy="369332"/>
              </a:xfrm>
              <a:prstGeom prst="rect">
                <a:avLst/>
              </a:prstGeom>
              <a:blipFill>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083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文本, 信件&#10;&#10;描述已自动生成">
            <a:extLst>
              <a:ext uri="{FF2B5EF4-FFF2-40B4-BE49-F238E27FC236}">
                <a16:creationId xmlns:a16="http://schemas.microsoft.com/office/drawing/2014/main" id="{07CF9D4A-6C79-80AC-6DD0-6C6451AB28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820" y="1673866"/>
            <a:ext cx="8538357" cy="4119299"/>
          </a:xfrm>
        </p:spPr>
      </p:pic>
      <p:sp>
        <p:nvSpPr>
          <p:cNvPr id="6" name="矩形 5">
            <a:extLst>
              <a:ext uri="{FF2B5EF4-FFF2-40B4-BE49-F238E27FC236}">
                <a16:creationId xmlns:a16="http://schemas.microsoft.com/office/drawing/2014/main" id="{266358F7-AC12-09ED-8935-A0773E9F7401}"/>
              </a:ext>
            </a:extLst>
          </p:cNvPr>
          <p:cNvSpPr/>
          <p:nvPr/>
        </p:nvSpPr>
        <p:spPr>
          <a:xfrm>
            <a:off x="901510" y="3203656"/>
            <a:ext cx="6281789" cy="4457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7" name="矩形 6">
            <a:extLst>
              <a:ext uri="{FF2B5EF4-FFF2-40B4-BE49-F238E27FC236}">
                <a16:creationId xmlns:a16="http://schemas.microsoft.com/office/drawing/2014/main" id="{546379B8-12AE-D3FF-CEF0-BEF899D0E93B}"/>
              </a:ext>
            </a:extLst>
          </p:cNvPr>
          <p:cNvSpPr/>
          <p:nvPr/>
        </p:nvSpPr>
        <p:spPr>
          <a:xfrm>
            <a:off x="1012371" y="3587950"/>
            <a:ext cx="7828806" cy="231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8" name="Text Box 2">
            <a:extLst>
              <a:ext uri="{FF2B5EF4-FFF2-40B4-BE49-F238E27FC236}">
                <a16:creationId xmlns:a16="http://schemas.microsoft.com/office/drawing/2014/main" id="{4229C94B-64D1-0C32-260D-E002E4AB3C84}"/>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sz="4000" dirty="0">
                <a:solidFill>
                  <a:srgbClr val="FF0000"/>
                </a:solidFill>
                <a:latin typeface="Times New Roman" panose="02020603050405020304" pitchFamily="18" charset="0"/>
                <a:ea typeface="华文新魏" panose="02010800040101010101" pitchFamily="2" charset="-122"/>
              </a:rPr>
              <a:t>Practice</a:t>
            </a:r>
            <a:endParaRPr kumimoji="1" lang="zh-CN" altLang="en-US" sz="4000" dirty="0">
              <a:solidFill>
                <a:srgbClr val="FF0000"/>
              </a:solidFill>
              <a:latin typeface="Times New Roman" panose="02020603050405020304" pitchFamily="18" charset="0"/>
              <a:ea typeface="华文新魏" panose="02010800040101010101" pitchFamily="2" charset="-122"/>
            </a:endParaRPr>
          </a:p>
        </p:txBody>
      </p:sp>
      <p:cxnSp>
        <p:nvCxnSpPr>
          <p:cNvPr id="2" name="直线连接符 1">
            <a:extLst>
              <a:ext uri="{FF2B5EF4-FFF2-40B4-BE49-F238E27FC236}">
                <a16:creationId xmlns:a16="http://schemas.microsoft.com/office/drawing/2014/main" id="{3EE0A6C5-17AD-A70A-8B78-FC5E52F1F656}"/>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341849B2-7E4F-DC40-7476-9C9FD4BF26D6}"/>
              </a:ext>
            </a:extLst>
          </p:cNvPr>
          <p:cNvSpPr/>
          <p:nvPr/>
        </p:nvSpPr>
        <p:spPr>
          <a:xfrm>
            <a:off x="0" y="0"/>
            <a:ext cx="22650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49443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B7401653-45B9-8FFC-941D-9509960D29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9865" y="1920888"/>
            <a:ext cx="7264269" cy="3993975"/>
          </a:xfrm>
        </p:spPr>
      </p:pic>
      <p:sp>
        <p:nvSpPr>
          <p:cNvPr id="2" name="Text Box 2">
            <a:extLst>
              <a:ext uri="{FF2B5EF4-FFF2-40B4-BE49-F238E27FC236}">
                <a16:creationId xmlns:a16="http://schemas.microsoft.com/office/drawing/2014/main" id="{0EFA232A-1ACB-7783-4218-4180D8019FF1}"/>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sz="4000">
                <a:solidFill>
                  <a:srgbClr val="FF0000"/>
                </a:solidFill>
                <a:latin typeface="Times New Roman" panose="02020603050405020304" pitchFamily="18" charset="0"/>
                <a:ea typeface="华文新魏" panose="02010800040101010101" pitchFamily="2" charset="-122"/>
              </a:rPr>
              <a:t>Practice</a:t>
            </a:r>
            <a:endParaRPr kumimoji="1" lang="zh-CN" altLang="en-US" sz="4000" dirty="0">
              <a:solidFill>
                <a:srgbClr val="FF0000"/>
              </a:solidFill>
              <a:latin typeface="Times New Roman" panose="02020603050405020304" pitchFamily="18" charset="0"/>
              <a:ea typeface="华文新魏" panose="02010800040101010101" pitchFamily="2" charset="-122"/>
            </a:endParaRPr>
          </a:p>
        </p:txBody>
      </p:sp>
      <p:cxnSp>
        <p:nvCxnSpPr>
          <p:cNvPr id="3" name="直线连接符 2">
            <a:extLst>
              <a:ext uri="{FF2B5EF4-FFF2-40B4-BE49-F238E27FC236}">
                <a16:creationId xmlns:a16="http://schemas.microsoft.com/office/drawing/2014/main" id="{04B7BD22-5B40-0125-72FB-822C787214B6}"/>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60BE2FD-77D3-F669-D62E-4F87DA591756}"/>
              </a:ext>
            </a:extLst>
          </p:cNvPr>
          <p:cNvSpPr/>
          <p:nvPr/>
        </p:nvSpPr>
        <p:spPr>
          <a:xfrm>
            <a:off x="0" y="0"/>
            <a:ext cx="22650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90819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71D1540-96A4-1ADD-4FF0-37A7AE4C07BC}"/>
                  </a:ext>
                </a:extLst>
              </p:cNvPr>
              <p:cNvSpPr>
                <a:spLocks noGrp="1"/>
              </p:cNvSpPr>
              <p:nvPr>
                <p:ph idx="1"/>
              </p:nvPr>
            </p:nvSpPr>
            <p:spPr>
              <a:xfrm>
                <a:off x="628649" y="1466396"/>
                <a:ext cx="7886700" cy="4351338"/>
              </a:xfrm>
            </p:spPr>
            <p:txBody>
              <a:bodyPr>
                <a:normAutofit fontScale="92500" lnSpcReduction="20000"/>
              </a:bodyPr>
              <a:lstStyle/>
              <a:p>
                <a:pPr marL="0" indent="0">
                  <a:lnSpc>
                    <a:spcPct val="150000"/>
                  </a:lnSpc>
                  <a:buNone/>
                </a:pPr>
                <a14:m>
                  <m:oMath xmlns:m="http://schemas.openxmlformats.org/officeDocument/2006/math">
                    <m:sSub>
                      <m:sSubPr>
                        <m:ctrlPr>
                          <a:rPr lang="zh-CN" altLang="zh-CN" i="1" smtClean="0">
                            <a:solidFill>
                              <a:schemeClr val="tx1"/>
                            </a:solidFill>
                            <a:latin typeface="Cambria Math" panose="02040503050406030204" pitchFamily="18" charset="0"/>
                          </a:rPr>
                        </m:ctrlPr>
                      </m:sSubPr>
                      <m:e>
                        <m:r>
                          <a:rPr lang="en-US" altLang="zh-CN">
                            <a:solidFill>
                              <a:schemeClr val="tx1"/>
                            </a:solidFill>
                            <a:latin typeface="Cambria Math" panose="02040503050406030204" pitchFamily="18" charset="0"/>
                          </a:rPr>
                          <m:t>𝑋</m:t>
                        </m:r>
                      </m:e>
                      <m:sub>
                        <m:r>
                          <a:rPr lang="en-US" altLang="zh-CN">
                            <a:solidFill>
                              <a:schemeClr val="tx1"/>
                            </a:solidFill>
                            <a:latin typeface="Cambria Math" panose="02040503050406030204" pitchFamily="18" charset="0"/>
                          </a:rPr>
                          <m:t>1</m:t>
                        </m:r>
                      </m:sub>
                    </m:sSub>
                    <m:r>
                      <a:rPr lang="en-US"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a:solidFill>
                              <a:schemeClr val="tx1"/>
                            </a:solidFill>
                            <a:latin typeface="Cambria Math" panose="02040503050406030204" pitchFamily="18" charset="0"/>
                          </a:rPr>
                          <m:t>𝑋</m:t>
                        </m:r>
                      </m:e>
                      <m:sub>
                        <m:r>
                          <a:rPr lang="en-US" altLang="zh-CN">
                            <a:solidFill>
                              <a:schemeClr val="tx1"/>
                            </a:solidFill>
                            <a:latin typeface="Cambria Math" panose="02040503050406030204" pitchFamily="18" charset="0"/>
                          </a:rPr>
                          <m:t>2</m:t>
                        </m:r>
                      </m:sub>
                    </m:sSub>
                    <m:r>
                      <a:rPr lang="en-US" altLang="zh-CN">
                        <a:solidFill>
                          <a:schemeClr val="tx1"/>
                        </a:solidFill>
                        <a:latin typeface="Cambria Math" panose="02040503050406030204" pitchFamily="18" charset="0"/>
                      </a:rPr>
                      <m:t>,⋯</m:t>
                    </m:r>
                  </m:oMath>
                </a14:m>
                <a:r>
                  <a:rPr lang="zh-CN" altLang="en-US" dirty="0">
                    <a:solidFill>
                      <a:schemeClr val="tx1"/>
                    </a:solidFill>
                  </a:rPr>
                  <a:t>是相互独立，服从同一分布的随机变量序列</a:t>
                </a:r>
                <a:endParaRPr lang="en-US" altLang="zh-CN" dirty="0">
                  <a:solidFill>
                    <a:schemeClr val="tx1"/>
                  </a:solidFill>
                </a:endParaRPr>
              </a:p>
              <a:p>
                <a:pPr marL="0" indent="0">
                  <a:lnSpc>
                    <a:spcPct val="150000"/>
                  </a:lnSpc>
                  <a:buNone/>
                </a:pPr>
                <a14:m>
                  <m:oMath xmlns:m="http://schemas.openxmlformats.org/officeDocument/2006/math">
                    <m:r>
                      <a:rPr kumimoji="1" lang="zh-CN" altLang="en-US" i="1" dirty="0" smtClean="0">
                        <a:solidFill>
                          <a:srgbClr val="FF0000"/>
                        </a:solidFill>
                        <a:latin typeface="Cambria Math" panose="02040503050406030204" pitchFamily="18" charset="0"/>
                      </a:rPr>
                      <m:t>（</m:t>
                    </m:r>
                    <m:r>
                      <a:rPr kumimoji="1" lang="en-US" altLang="zh-CN" i="1" dirty="0" smtClean="0">
                        <a:solidFill>
                          <a:srgbClr val="FF0000"/>
                        </a:solidFill>
                        <a:latin typeface="Cambria Math" panose="02040503050406030204" pitchFamily="18" charset="0"/>
                      </a:rPr>
                      <m:t>0−</m:t>
                    </m:r>
                    <m:r>
                      <a:rPr kumimoji="1" lang="en-US" altLang="zh-CN" i="1" dirty="0">
                        <a:solidFill>
                          <a:srgbClr val="FF0000"/>
                        </a:solidFill>
                        <a:latin typeface="Cambria Math" panose="02040503050406030204" pitchFamily="18" charset="0"/>
                      </a:rPr>
                      <m:t>1</m:t>
                    </m:r>
                    <m:r>
                      <a:rPr kumimoji="1" lang="zh-CN" altLang="en-US" i="1" dirty="0" smtClean="0">
                        <a:solidFill>
                          <a:srgbClr val="FF0000"/>
                        </a:solidFill>
                        <a:latin typeface="Cambria Math" panose="02040503050406030204" pitchFamily="18" charset="0"/>
                      </a:rPr>
                      <m:t>）</m:t>
                    </m:r>
                  </m:oMath>
                </a14:m>
                <a:r>
                  <a:rPr kumimoji="1" lang="zh-CN" altLang="en-US" dirty="0">
                    <a:solidFill>
                      <a:srgbClr val="FF0000"/>
                    </a:solidFill>
                  </a:rPr>
                  <a:t>分布</a:t>
                </a:r>
                <a:r>
                  <a:rPr kumimoji="1" lang="en-US" altLang="zh-CN" dirty="0">
                    <a:solidFill>
                      <a:srgbClr val="FF0000"/>
                    </a:solidFill>
                  </a:rPr>
                  <a:t>,</a:t>
                </a:r>
                <a14:m>
                  <m:oMath xmlns:m="http://schemas.openxmlformats.org/officeDocument/2006/math">
                    <m:r>
                      <a:rPr kumimoji="1" lang="zh-CN" altLang="en-US" b="0" i="0" smtClean="0">
                        <a:solidFill>
                          <a:srgbClr val="FF0000"/>
                        </a:solidFill>
                        <a:latin typeface="Cambria Math" panose="02040503050406030204" pitchFamily="18" charset="0"/>
                        <a:ea typeface="Cambria Math" panose="02040503050406030204" pitchFamily="18" charset="0"/>
                      </a:rPr>
                      <m:t>      </m:t>
                    </m:r>
                    <m:r>
                      <a:rPr kumimoji="1" lang="en-US" altLang="zh-CN" i="1" smtClean="0">
                        <a:solidFill>
                          <a:srgbClr val="FF0000"/>
                        </a:solidFill>
                        <a:latin typeface="Cambria Math" panose="02040503050406030204" pitchFamily="18" charset="0"/>
                        <a:ea typeface="Cambria Math" panose="02040503050406030204" pitchFamily="18" charset="0"/>
                      </a:rPr>
                      <m:t>𝜇</m:t>
                    </m:r>
                    <m:r>
                      <a:rPr kumimoji="1" lang="en-US" altLang="zh-CN" b="0" i="1" smtClean="0">
                        <a:solidFill>
                          <a:srgbClr val="FF0000"/>
                        </a:solidFill>
                        <a:latin typeface="Cambria Math" panose="02040503050406030204" pitchFamily="18" charset="0"/>
                        <a:ea typeface="Cambria Math" panose="02040503050406030204" pitchFamily="18" charset="0"/>
                      </a:rPr>
                      <m:t>=</m:t>
                    </m:r>
                    <m:r>
                      <a:rPr kumimoji="1" lang="en-US" altLang="zh-CN" b="0" i="1" smtClean="0">
                        <a:solidFill>
                          <a:srgbClr val="FF0000"/>
                        </a:solidFill>
                        <a:latin typeface="Cambria Math" panose="02040503050406030204" pitchFamily="18" charset="0"/>
                        <a:ea typeface="Cambria Math" panose="02040503050406030204" pitchFamily="18" charset="0"/>
                      </a:rPr>
                      <m:t>𝑝</m:t>
                    </m:r>
                  </m:oMath>
                </a14:m>
                <a:endParaRPr kumimoji="1" lang="en-US" altLang="zh-CN" b="0" dirty="0">
                  <a:solidFill>
                    <a:srgbClr val="FF0000"/>
                  </a:solidFill>
                  <a:ea typeface="Cambria Math" panose="02040503050406030204" pitchFamily="18" charset="0"/>
                </a:endParaRPr>
              </a:p>
              <a:p>
                <a:pPr marL="0" indent="0">
                  <a:lnSpc>
                    <a:spcPct val="150000"/>
                  </a:lnSpc>
                  <a:buNone/>
                </a:pPr>
                <a:r>
                  <a:rPr lang="zh-CN" altLang="en-US" dirty="0"/>
                  <a:t>对于任意</a:t>
                </a:r>
                <a14:m>
                  <m:oMath xmlns:m="http://schemas.openxmlformats.org/officeDocument/2006/math">
                    <m:r>
                      <a:rPr lang="zh-CN" altLang="en-US" i="1">
                        <a:latin typeface="Cambria Math" panose="02040503050406030204" pitchFamily="18" charset="0"/>
                      </a:rPr>
                      <m:t>𝜀</m:t>
                    </m:r>
                    <m:r>
                      <a:rPr lang="en-US" altLang="zh-CN" i="1">
                        <a:latin typeface="Cambria Math" panose="02040503050406030204" pitchFamily="18" charset="0"/>
                      </a:rPr>
                      <m:t>&gt;0</m:t>
                    </m:r>
                  </m:oMath>
                </a14:m>
                <a:r>
                  <a:rPr lang="en-US" altLang="zh-CN" dirty="0"/>
                  <a:t>,</a:t>
                </a:r>
                <a:r>
                  <a:rPr lang="zh-CN" altLang="en-US" dirty="0"/>
                  <a:t>有</a:t>
                </a:r>
                <a:endParaRPr lang="en-US" altLang="zh-CN" dirty="0"/>
              </a:p>
              <a:p>
                <a:pPr marL="0" indent="0" algn="ctr">
                  <a:lnSpc>
                    <a:spcPct val="150000"/>
                  </a:lnSpc>
                  <a:buNone/>
                </a:pP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marL="0" indent="0" algn="ctr">
                  <a:lnSpc>
                    <a:spcPct val="150000"/>
                  </a:lnSpc>
                  <a:buNone/>
                </a:pP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limLow>
                        <m:limLow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𝑙𝑖𝑚</m:t>
                          </m:r>
                        </m:e>
                        <m:lim>
                          <m:r>
                            <a:rPr lang="en-US" altLang="zh-CN" i="1" kern="100">
                              <a:latin typeface="Cambria Math" panose="02040503050406030204" pitchFamily="18" charset="0"/>
                              <a:ea typeface="等线" panose="02010600030101010101" pitchFamily="2" charset="-122"/>
                              <a:cs typeface="Times New Roman" panose="02020603050405020304" pitchFamily="18" charset="0"/>
                            </a:rPr>
                            <m:t>𝑛</m:t>
                          </m:r>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kern="100">
                              <a:latin typeface="Cambria Math" panose="02040503050406030204" pitchFamily="18" charset="0"/>
                              <a:ea typeface="等线" panose="02010600030101010101" pitchFamily="2" charset="-122"/>
                              <a:cs typeface="Times New Roman" panose="02020603050405020304" pitchFamily="18" charset="0"/>
                            </a:rPr>
                            <m:t>∞</m:t>
                          </m:r>
                        </m:lim>
                      </m:limLow>
                      <m:r>
                        <a:rPr lang="en-US" altLang="zh-CN" i="1" kern="100" smtClean="0">
                          <a:solidFill>
                            <a:schemeClr val="tx1"/>
                          </a:solidFill>
                          <a:latin typeface="Cambria Math" panose="02040503050406030204" pitchFamily="18" charset="0"/>
                          <a:ea typeface="等线" panose="02010600030101010101" pitchFamily="2" charset="-122"/>
                          <a:cs typeface="Times New Roman" panose="02020603050405020304" pitchFamily="18" charset="0"/>
                        </a:rPr>
                        <m:t>𝑃</m:t>
                      </m:r>
                      <m:r>
                        <a:rPr lang="en-US" altLang="zh-CN" i="1" kern="100" smtClean="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f>
                        <m:fPr>
                          <m:ctrlPr>
                            <a:rPr kumimoji="1" lang="zh-CN" altLang="en-US" i="1" dirty="0" smtClean="0">
                              <a:latin typeface="Cambria Math" panose="02040503050406030204" pitchFamily="18" charset="0"/>
                            </a:rPr>
                          </m:ctrlPr>
                        </m:fPr>
                        <m:num>
                          <m:r>
                            <a:rPr kumimoji="1" lang="en-US" altLang="zh-CN" b="0" i="1" dirty="0" smtClean="0">
                              <a:latin typeface="Cambria Math" panose="02040503050406030204" pitchFamily="18" charset="0"/>
                            </a:rPr>
                            <m:t>𝑓</m:t>
                          </m:r>
                          <m:r>
                            <a:rPr kumimoji="1" lang="en-US" altLang="zh-CN" b="0" i="1" baseline="-25000" dirty="0" smtClean="0">
                              <a:latin typeface="Cambria Math" panose="02040503050406030204" pitchFamily="18" charset="0"/>
                            </a:rPr>
                            <m:t>𝐴</m:t>
                          </m:r>
                        </m:num>
                        <m:den>
                          <m:r>
                            <a:rPr kumimoji="1" lang="en-US" altLang="zh-CN" b="0" i="1" dirty="0" smtClean="0">
                              <a:latin typeface="Cambria Math" panose="02040503050406030204" pitchFamily="18" charset="0"/>
                            </a:rPr>
                            <m:t>𝑛</m:t>
                          </m:r>
                        </m:den>
                      </m:f>
                      <m:r>
                        <a:rPr lang="en-US" altLang="zh-CN"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r>
                        <a:rPr lang="en-US" altLang="zh-CN"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|&lt;</m:t>
                      </m:r>
                      <m:r>
                        <a:rPr lang="zh-CN" altLang="en-US"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𝜀</m:t>
                      </m:r>
                      <m:r>
                        <a:rPr lang="en-US" altLang="zh-CN"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latin typeface="Cambria Math" panose="02040503050406030204" pitchFamily="18" charset="0"/>
                          <a:ea typeface="等线" panose="02010600030101010101" pitchFamily="2" charset="-122"/>
                          <a:cs typeface="Times New Roman" panose="02020603050405020304" pitchFamily="18" charset="0"/>
                        </a:rPr>
                        <m:t>1</m:t>
                      </m:r>
                    </m:oMath>
                  </m:oMathPara>
                </a14:m>
                <a:endParaRPr kumimoji="1" lang="zh-CN" altLang="en-US" dirty="0"/>
              </a:p>
            </p:txBody>
          </p:sp>
        </mc:Choice>
        <mc:Fallback xmlns="">
          <p:sp>
            <p:nvSpPr>
              <p:cNvPr id="3" name="内容占位符 2">
                <a:extLst>
                  <a:ext uri="{FF2B5EF4-FFF2-40B4-BE49-F238E27FC236}">
                    <a16:creationId xmlns:a16="http://schemas.microsoft.com/office/drawing/2014/main" id="{671D1540-96A4-1ADD-4FF0-37A7AE4C07BC}"/>
                  </a:ext>
                </a:extLst>
              </p:cNvPr>
              <p:cNvSpPr>
                <a:spLocks noGrp="1" noRot="1" noChangeAspect="1" noMove="1" noResize="1" noEditPoints="1" noAdjustHandles="1" noChangeArrowheads="1" noChangeShapeType="1" noTextEdit="1"/>
              </p:cNvSpPr>
              <p:nvPr>
                <p:ph idx="1"/>
              </p:nvPr>
            </p:nvSpPr>
            <p:spPr>
              <a:xfrm>
                <a:off x="628649" y="1466396"/>
                <a:ext cx="7886700" cy="4351338"/>
              </a:xfrm>
              <a:blipFill>
                <a:blip r:embed="rId2"/>
                <a:stretch>
                  <a:fillRect l="-1447" t="-292"/>
                </a:stretch>
              </a:blipFill>
            </p:spPr>
            <p:txBody>
              <a:bodyPr/>
              <a:lstStyle/>
              <a:p>
                <a:r>
                  <a:rPr lang="zh-CN" altLang="en-US">
                    <a:noFill/>
                  </a:rPr>
                  <a:t> </a:t>
                </a:r>
              </a:p>
            </p:txBody>
          </p:sp>
        </mc:Fallback>
      </mc:AlternateContent>
      <p:cxnSp>
        <p:nvCxnSpPr>
          <p:cNvPr id="4" name="直线连接符 3">
            <a:extLst>
              <a:ext uri="{FF2B5EF4-FFF2-40B4-BE49-F238E27FC236}">
                <a16:creationId xmlns:a16="http://schemas.microsoft.com/office/drawing/2014/main" id="{1CBE7C19-CE48-1266-D937-FDA41F685D29}"/>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583CC64C-F290-4A11-C2FC-6FFACA4BDADB}"/>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伯努利大数定律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8A02DDAB-FBF6-BFF6-6083-ABF4318AA0CD}"/>
                  </a:ext>
                </a:extLst>
              </p:cNvPr>
              <p:cNvSpPr txBox="1"/>
              <p:nvPr/>
            </p:nvSpPr>
            <p:spPr>
              <a:xfrm>
                <a:off x="2285999" y="3533208"/>
                <a:ext cx="4572000" cy="11005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CN" altLang="zh-CN" sz="2400" i="1" kern="100" smtClean="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𝑙𝑖𝑚</m:t>
                          </m:r>
                        </m:e>
                        <m:lim>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𝑛</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lim>
                      </m:limLow>
                      <m: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t>𝑃</m:t>
                      </m:r>
                      <m:d>
                        <m:dPr>
                          <m:begChr m:val="{"/>
                          <m:endChr m:val="}"/>
                          <m:ctrlP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ctrlPr>
                        </m:dPr>
                        <m:e>
                          <m:d>
                            <m:dPr>
                              <m:begChr m:val="|"/>
                              <m:endChr m:val="|"/>
                              <m:ctrlP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ctrlPr>
                            </m:dPr>
                            <m:e>
                              <m:f>
                                <m:fPr>
                                  <m:ctrlP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ctrlPr>
                                </m:fPr>
                                <m:num>
                                  <m: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t>𝑛</m:t>
                                  </m:r>
                                </m:den>
                              </m:f>
                              <m:nary>
                                <m:naryPr>
                                  <m:chr m:val="∑"/>
                                  <m:ctrlPr>
                                    <a:rPr kumimoji="1" lang="en-US" altLang="zh-CN" sz="2400" i="1">
                                      <a:latin typeface="Cambria Math" panose="02040503050406030204" pitchFamily="18" charset="0"/>
                                    </a:rPr>
                                  </m:ctrlPr>
                                </m:naryPr>
                                <m:sub>
                                  <m:r>
                                    <m:rPr>
                                      <m:brk m:alnAt="23"/>
                                    </m:rPr>
                                    <a:rPr kumimoji="1" lang="en-US" altLang="zh-CN" sz="2400" i="1">
                                      <a:latin typeface="Cambria Math" panose="02040503050406030204" pitchFamily="18" charset="0"/>
                                    </a:rPr>
                                    <m:t>𝑘</m:t>
                                  </m:r>
                                  <m:r>
                                    <a:rPr kumimoji="1" lang="en-US" altLang="zh-CN" sz="2400" i="1">
                                      <a:latin typeface="Cambria Math" panose="02040503050406030204" pitchFamily="18" charset="0"/>
                                    </a:rPr>
                                    <m:t>=1</m:t>
                                  </m:r>
                                </m:sub>
                                <m:sup>
                                  <m:r>
                                    <a:rPr kumimoji="1" lang="en-US" altLang="zh-CN" sz="2400" i="1">
                                      <a:latin typeface="Cambria Math" panose="02040503050406030204" pitchFamily="18" charset="0"/>
                                    </a:rPr>
                                    <m:t>𝑛</m:t>
                                  </m:r>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𝑋</m:t>
                                      </m:r>
                                    </m:e>
                                    <m:sub>
                                      <m:r>
                                        <a:rPr kumimoji="1" lang="en-US" altLang="zh-CN" sz="2400" i="1">
                                          <a:latin typeface="Cambria Math" panose="02040503050406030204" pitchFamily="18" charset="0"/>
                                        </a:rPr>
                                        <m:t>𝑘</m:t>
                                      </m:r>
                                    </m:sub>
                                  </m:sSub>
                                </m:e>
                              </m:nary>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𝑝</m:t>
                              </m:r>
                            </m:e>
                          </m:d>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&lt;</m:t>
                          </m:r>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𝜀</m:t>
                          </m:r>
                        </m:e>
                      </m:d>
                      <m:r>
                        <a:rPr lang="en-US" altLang="zh-CN" sz="2400" b="0" i="1" kern="100" smtClean="0">
                          <a:latin typeface="Cambria Math" panose="02040503050406030204" pitchFamily="18" charset="0"/>
                          <a:ea typeface="等线" panose="02010600030101010101" pitchFamily="2" charset="-122"/>
                          <a:cs typeface="Times New Roman" panose="02020603050405020304" pitchFamily="18" charset="0"/>
                        </a:rPr>
                        <m:t>=1</m:t>
                      </m:r>
                    </m:oMath>
                  </m:oMathPara>
                </a14:m>
                <a:endParaRPr lang="zh-CN" altLang="en-US" sz="2400" dirty="0"/>
              </a:p>
            </p:txBody>
          </p:sp>
        </mc:Choice>
        <mc:Fallback xmlns="">
          <p:sp>
            <p:nvSpPr>
              <p:cNvPr id="2" name="文本框 1">
                <a:extLst>
                  <a:ext uri="{FF2B5EF4-FFF2-40B4-BE49-F238E27FC236}">
                    <a16:creationId xmlns:a16="http://schemas.microsoft.com/office/drawing/2014/main" id="{8A02DDAB-FBF6-BFF6-6083-ABF4318AA0CD}"/>
                  </a:ext>
                </a:extLst>
              </p:cNvPr>
              <p:cNvSpPr txBox="1">
                <a:spLocks noRot="1" noChangeAspect="1" noMove="1" noResize="1" noEditPoints="1" noAdjustHandles="1" noChangeArrowheads="1" noChangeShapeType="1" noTextEdit="1"/>
              </p:cNvSpPr>
              <p:nvPr/>
            </p:nvSpPr>
            <p:spPr>
              <a:xfrm>
                <a:off x="2285999" y="3533208"/>
                <a:ext cx="4572000" cy="1100558"/>
              </a:xfrm>
              <a:prstGeom prst="rect">
                <a:avLst/>
              </a:prstGeom>
              <a:blipFill>
                <a:blip r:embed="rId3"/>
                <a:stretch>
                  <a:fillRect t="-108046" b="-1632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16529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E6124144-AE99-DAC2-7AD8-76D0719E8185}"/>
                  </a:ext>
                </a:extLst>
              </p:cNvPr>
              <p:cNvSpPr>
                <a:spLocks noGrp="1"/>
              </p:cNvSpPr>
              <p:nvPr>
                <p:ph idx="1"/>
              </p:nvPr>
            </p:nvSpPr>
            <p:spPr>
              <a:xfrm>
                <a:off x="273502" y="1354673"/>
                <a:ext cx="8596993" cy="5192488"/>
              </a:xfrm>
            </p:spPr>
            <p:txBody>
              <a:bodyPr>
                <a:noAutofit/>
              </a:bodyPr>
              <a:lstStyle/>
              <a:p>
                <a:pPr marL="0" indent="0">
                  <a:lnSpc>
                    <a:spcPct val="150000"/>
                  </a:lnSpc>
                  <a:buNone/>
                </a:pPr>
                <a:r>
                  <a:rPr lang="zh-CN" altLang="en-US" sz="2200"/>
                  <a:t>设</a:t>
                </a: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𝑓</m:t>
                        </m:r>
                      </m:e>
                      <m:sub>
                        <m:r>
                          <a:rPr lang="en-US" altLang="zh-CN" sz="2200" i="1">
                            <a:latin typeface="Cambria Math" panose="02040503050406030204" pitchFamily="18" charset="0"/>
                          </a:rPr>
                          <m:t>𝐴</m:t>
                        </m:r>
                      </m:sub>
                    </m:sSub>
                    <m:r>
                      <a:rPr lang="zh-CN" altLang="en-US" sz="2200" i="1">
                        <a:latin typeface="Cambria Math" panose="02040503050406030204" pitchFamily="18" charset="0"/>
                      </a:rPr>
                      <m:t>是</m:t>
                    </m:r>
                  </m:oMath>
                </a14:m>
                <a:r>
                  <a:rPr lang="en-US" altLang="zh-CN" sz="2200"/>
                  <a:t>n</a:t>
                </a:r>
                <a:r>
                  <a:rPr lang="zh-CN" altLang="en-US" sz="2200"/>
                  <a:t>次独立重复试验中事件</a:t>
                </a:r>
                <a:r>
                  <a:rPr lang="en-US" altLang="zh-CN" sz="2200"/>
                  <a:t>A</a:t>
                </a:r>
                <a:r>
                  <a:rPr lang="zh-CN" altLang="en-US" sz="2200"/>
                  <a:t>发生的次数，</a:t>
                </a:r>
                <a:r>
                  <a:rPr lang="en-US" altLang="zh-CN" sz="2200"/>
                  <a:t>p</a:t>
                </a:r>
                <a:r>
                  <a:rPr lang="zh-CN" altLang="en-US" sz="2200"/>
                  <a:t>是事件</a:t>
                </a:r>
                <a:r>
                  <a:rPr lang="en-US" altLang="zh-CN" sz="2200"/>
                  <a:t>A</a:t>
                </a:r>
                <a:r>
                  <a:rPr lang="zh-CN" altLang="en-US" sz="2200"/>
                  <a:t>在每次试验中发生的概率，则对于任意</a:t>
                </a:r>
                <a14:m>
                  <m:oMath xmlns:m="http://schemas.openxmlformats.org/officeDocument/2006/math">
                    <m:r>
                      <a:rPr lang="zh-CN" altLang="en-US" sz="2200" i="1">
                        <a:latin typeface="Cambria Math" panose="02040503050406030204" pitchFamily="18" charset="0"/>
                      </a:rPr>
                      <m:t>𝜀</m:t>
                    </m:r>
                    <m:r>
                      <a:rPr lang="en-US" altLang="zh-CN" sz="2200" i="1">
                        <a:latin typeface="Cambria Math" panose="02040503050406030204" pitchFamily="18" charset="0"/>
                      </a:rPr>
                      <m:t>&gt;0</m:t>
                    </m:r>
                  </m:oMath>
                </a14:m>
                <a:r>
                  <a:rPr lang="zh-CN" altLang="en-US" sz="2200"/>
                  <a:t>，有</a:t>
                </a:r>
                <a:endParaRPr lang="en-US" altLang="zh-CN" sz="2200"/>
              </a:p>
              <a:p>
                <a:pPr marL="0" indent="0">
                  <a:lnSpc>
                    <a:spcPct val="150000"/>
                  </a:lnSpc>
                  <a:buNone/>
                </a:pPr>
                <a14:m>
                  <m:oMathPara xmlns:m="http://schemas.openxmlformats.org/officeDocument/2006/math">
                    <m:oMathParaPr>
                      <m:jc m:val="centerGroup"/>
                    </m:oMathParaPr>
                    <m:oMath xmlns:m="http://schemas.openxmlformats.org/officeDocument/2006/math">
                      <m:limLow>
                        <m:limLowPr>
                          <m:ctrlPr>
                            <a:rPr lang="zh-CN" altLang="zh-CN" sz="2200" i="1">
                              <a:latin typeface="Cambria Math" panose="02040503050406030204" pitchFamily="18" charset="0"/>
                            </a:rPr>
                          </m:ctrlPr>
                        </m:limLowPr>
                        <m:e>
                          <m:r>
                            <a:rPr lang="en-US" altLang="zh-CN" sz="2200">
                              <a:latin typeface="Cambria Math" panose="02040503050406030204" pitchFamily="18" charset="0"/>
                            </a:rPr>
                            <m:t>𝑙𝑖𝑚</m:t>
                          </m:r>
                        </m:e>
                        <m:lim>
                          <m:r>
                            <a:rPr lang="en-US" altLang="zh-CN" sz="2200">
                              <a:latin typeface="Cambria Math" panose="02040503050406030204" pitchFamily="18" charset="0"/>
                            </a:rPr>
                            <m:t>𝑛</m:t>
                          </m:r>
                          <m:r>
                            <a:rPr lang="en-US" altLang="zh-CN" sz="2200">
                              <a:latin typeface="Cambria Math" panose="02040503050406030204" pitchFamily="18" charset="0"/>
                            </a:rPr>
                            <m:t>→∞</m:t>
                          </m:r>
                        </m:lim>
                      </m:limLow>
                      <m:r>
                        <a:rPr lang="en-US" altLang="zh-CN" sz="2200">
                          <a:latin typeface="Cambria Math" panose="02040503050406030204" pitchFamily="18" charset="0"/>
                        </a:rPr>
                        <m:t>𝑃</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𝑓</m:t>
                              </m:r>
                            </m:e>
                            <m:sub>
                              <m:r>
                                <m:rPr>
                                  <m:sty m:val="p"/>
                                </m:rPr>
                                <a:rPr lang="en-US" altLang="zh-CN" sz="2200">
                                  <a:latin typeface="Cambria Math" panose="02040503050406030204" pitchFamily="18" charset="0"/>
                                </a:rPr>
                                <m:t>A</m:t>
                              </m:r>
                            </m:sub>
                          </m:sSub>
                        </m:num>
                        <m:den>
                          <m:r>
                            <a:rPr lang="en-US" altLang="zh-CN" sz="2200">
                              <a:latin typeface="Cambria Math" panose="02040503050406030204" pitchFamily="18" charset="0"/>
                            </a:rPr>
                            <m:t>𝑛</m:t>
                          </m:r>
                        </m:den>
                      </m:f>
                      <m:r>
                        <a:rPr lang="en-US" altLang="zh-CN" sz="2200">
                          <a:latin typeface="Cambria Math" panose="02040503050406030204" pitchFamily="18" charset="0"/>
                        </a:rPr>
                        <m:t>−</m:t>
                      </m:r>
                      <m:r>
                        <a:rPr lang="en-US" altLang="zh-CN" sz="2200">
                          <a:latin typeface="Cambria Math" panose="02040503050406030204" pitchFamily="18" charset="0"/>
                        </a:rPr>
                        <m:t>𝑝</m:t>
                      </m:r>
                      <m:r>
                        <a:rPr lang="en-US" altLang="zh-CN" sz="2200">
                          <a:latin typeface="Cambria Math" panose="02040503050406030204" pitchFamily="18" charset="0"/>
                        </a:rPr>
                        <m:t>|&lt;</m:t>
                      </m:r>
                      <m:r>
                        <m:rPr>
                          <m:sty m:val="p"/>
                        </m:rPr>
                        <a:rPr lang="el-GR" altLang="zh-CN" sz="2200" i="1">
                          <a:latin typeface="Cambria Math" panose="02040503050406030204" pitchFamily="18" charset="0"/>
                          <a:ea typeface="Cambria Math" panose="02040503050406030204" pitchFamily="18" charset="0"/>
                        </a:rPr>
                        <m:t>ε</m:t>
                      </m:r>
                      <m:r>
                        <a:rPr lang="en-US" altLang="zh-CN" sz="2200">
                          <a:latin typeface="Cambria Math" panose="02040503050406030204" pitchFamily="18" charset="0"/>
                        </a:rPr>
                        <m:t>}=1</m:t>
                      </m:r>
                    </m:oMath>
                  </m:oMathPara>
                </a14:m>
                <a:endParaRPr lang="zh-CN" altLang="zh-CN" sz="2200"/>
              </a:p>
              <a:p>
                <a:pPr marL="0" indent="0">
                  <a:lnSpc>
                    <a:spcPct val="100000"/>
                  </a:lnSpc>
                  <a:buNone/>
                </a:pPr>
                <a:r>
                  <a:rPr lang="zh-CN" altLang="en-US" sz="2200"/>
                  <a:t>或 </a:t>
                </a:r>
                <a:endParaRPr lang="en-US" altLang="zh-CN" sz="2200"/>
              </a:p>
              <a:p>
                <a:pPr marL="0" indent="0">
                  <a:lnSpc>
                    <a:spcPct val="150000"/>
                  </a:lnSpc>
                  <a:buNone/>
                </a:pPr>
                <a14:m>
                  <m:oMathPara xmlns:m="http://schemas.openxmlformats.org/officeDocument/2006/math">
                    <m:oMathParaPr>
                      <m:jc m:val="centerGroup"/>
                    </m:oMathParaPr>
                    <m:oMath xmlns:m="http://schemas.openxmlformats.org/officeDocument/2006/math">
                      <m:limLow>
                        <m:limLowPr>
                          <m:ctrlPr>
                            <a:rPr lang="zh-CN" altLang="zh-CN" sz="2200" i="1">
                              <a:latin typeface="Cambria Math" panose="02040503050406030204" pitchFamily="18" charset="0"/>
                            </a:rPr>
                          </m:ctrlPr>
                        </m:limLowPr>
                        <m:e>
                          <m:r>
                            <a:rPr lang="en-US" altLang="zh-CN" sz="2200">
                              <a:latin typeface="Cambria Math" panose="02040503050406030204" pitchFamily="18" charset="0"/>
                            </a:rPr>
                            <m:t>𝑙𝑖𝑚</m:t>
                          </m:r>
                        </m:e>
                        <m:lim>
                          <m:r>
                            <a:rPr lang="en-US" altLang="zh-CN" sz="2200">
                              <a:latin typeface="Cambria Math" panose="02040503050406030204" pitchFamily="18" charset="0"/>
                            </a:rPr>
                            <m:t>𝑛</m:t>
                          </m:r>
                          <m:r>
                            <a:rPr lang="en-US" altLang="zh-CN" sz="2200">
                              <a:latin typeface="Cambria Math" panose="02040503050406030204" pitchFamily="18" charset="0"/>
                            </a:rPr>
                            <m:t>→∞</m:t>
                          </m:r>
                        </m:lim>
                      </m:limLow>
                      <m:r>
                        <a:rPr lang="en-US" altLang="zh-CN" sz="2200">
                          <a:latin typeface="Cambria Math" panose="02040503050406030204" pitchFamily="18" charset="0"/>
                        </a:rPr>
                        <m:t>𝑃</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𝑓</m:t>
                              </m:r>
                            </m:e>
                            <m:sub>
                              <m:r>
                                <a:rPr lang="en-US" altLang="zh-CN" sz="2200">
                                  <a:latin typeface="Cambria Math" panose="02040503050406030204" pitchFamily="18" charset="0"/>
                                </a:rPr>
                                <m:t>𝐴</m:t>
                              </m:r>
                            </m:sub>
                          </m:sSub>
                        </m:num>
                        <m:den>
                          <m:r>
                            <a:rPr lang="en-US" altLang="zh-CN" sz="2200">
                              <a:latin typeface="Cambria Math" panose="02040503050406030204" pitchFamily="18" charset="0"/>
                            </a:rPr>
                            <m:t>𝑛</m:t>
                          </m:r>
                        </m:den>
                      </m:f>
                      <m:r>
                        <a:rPr lang="en-US" altLang="zh-CN" sz="2200">
                          <a:latin typeface="Cambria Math" panose="02040503050406030204" pitchFamily="18" charset="0"/>
                        </a:rPr>
                        <m:t>−</m:t>
                      </m:r>
                      <m:r>
                        <a:rPr lang="en-US" altLang="zh-CN" sz="2200">
                          <a:latin typeface="Cambria Math" panose="02040503050406030204" pitchFamily="18" charset="0"/>
                        </a:rPr>
                        <m:t>𝑝</m:t>
                      </m:r>
                      <m:r>
                        <a:rPr lang="en-US" altLang="zh-CN" sz="2200">
                          <a:latin typeface="Cambria Math" panose="02040503050406030204" pitchFamily="18" charset="0"/>
                        </a:rPr>
                        <m:t>|≥</m:t>
                      </m:r>
                      <m:r>
                        <m:rPr>
                          <m:sty m:val="p"/>
                        </m:rPr>
                        <a:rPr lang="el-GR" altLang="zh-CN" sz="2200" i="1">
                          <a:latin typeface="Cambria Math" panose="02040503050406030204" pitchFamily="18" charset="0"/>
                          <a:ea typeface="Cambria Math" panose="02040503050406030204" pitchFamily="18" charset="0"/>
                        </a:rPr>
                        <m:t>ε</m:t>
                      </m:r>
                      <m:r>
                        <a:rPr lang="en-US" altLang="zh-CN" sz="2200">
                          <a:latin typeface="Cambria Math" panose="02040503050406030204" pitchFamily="18" charset="0"/>
                        </a:rPr>
                        <m:t>}=0</m:t>
                      </m:r>
                    </m:oMath>
                  </m:oMathPara>
                </a14:m>
                <a:endParaRPr lang="zh-CN" altLang="zh-CN" sz="2200"/>
              </a:p>
            </p:txBody>
          </p:sp>
        </mc:Choice>
        <mc:Fallback xmlns="">
          <p:sp>
            <p:nvSpPr>
              <p:cNvPr id="4" name="内容占位符 2">
                <a:extLst>
                  <a:ext uri="{FF2B5EF4-FFF2-40B4-BE49-F238E27FC236}">
                    <a16:creationId xmlns:a16="http://schemas.microsoft.com/office/drawing/2014/main" id="{E6124144-AE99-DAC2-7AD8-76D0719E8185}"/>
                  </a:ext>
                </a:extLst>
              </p:cNvPr>
              <p:cNvSpPr>
                <a:spLocks noGrp="1" noRot="1" noChangeAspect="1" noMove="1" noResize="1" noEditPoints="1" noAdjustHandles="1" noChangeArrowheads="1" noChangeShapeType="1" noTextEdit="1"/>
              </p:cNvSpPr>
              <p:nvPr>
                <p:ph idx="1"/>
              </p:nvPr>
            </p:nvSpPr>
            <p:spPr>
              <a:xfrm>
                <a:off x="273502" y="1354673"/>
                <a:ext cx="8596993" cy="5192488"/>
              </a:xfrm>
              <a:blipFill>
                <a:blip r:embed="rId2"/>
                <a:stretch>
                  <a:fillRect l="-922"/>
                </a:stretch>
              </a:blipFill>
            </p:spPr>
            <p:txBody>
              <a:bodyPr/>
              <a:lstStyle/>
              <a:p>
                <a:r>
                  <a:rPr lang="en-US">
                    <a:noFill/>
                  </a:rPr>
                  <a:t> </a:t>
                </a:r>
              </a:p>
            </p:txBody>
          </p:sp>
        </mc:Fallback>
      </mc:AlternateContent>
      <p:sp>
        <p:nvSpPr>
          <p:cNvPr id="5" name="Text Box 2">
            <a:extLst>
              <a:ext uri="{FF2B5EF4-FFF2-40B4-BE49-F238E27FC236}">
                <a16:creationId xmlns:a16="http://schemas.microsoft.com/office/drawing/2014/main" id="{43EFC579-04D3-0D2D-51AB-E42DE48242F2}"/>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伯努利大数定律</a:t>
            </a:r>
          </a:p>
        </p:txBody>
      </p:sp>
      <p:cxnSp>
        <p:nvCxnSpPr>
          <p:cNvPr id="2" name="直线连接符 1">
            <a:extLst>
              <a:ext uri="{FF2B5EF4-FFF2-40B4-BE49-F238E27FC236}">
                <a16:creationId xmlns:a16="http://schemas.microsoft.com/office/drawing/2014/main" id="{3F23EC34-A96C-6D88-2BFB-ED4DF4FE9728}"/>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252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E6124144-AE99-DAC2-7AD8-76D0719E8185}"/>
                  </a:ext>
                </a:extLst>
              </p:cNvPr>
              <p:cNvSpPr>
                <a:spLocks noGrp="1"/>
              </p:cNvSpPr>
              <p:nvPr>
                <p:ph idx="1"/>
              </p:nvPr>
            </p:nvSpPr>
            <p:spPr>
              <a:xfrm>
                <a:off x="273502" y="1354673"/>
                <a:ext cx="8596993" cy="5192488"/>
              </a:xfrm>
            </p:spPr>
            <p:txBody>
              <a:bodyPr>
                <a:noAutofit/>
              </a:bodyPr>
              <a:lstStyle/>
              <a:p>
                <a:pPr marL="0" indent="0">
                  <a:lnSpc>
                    <a:spcPct val="150000"/>
                  </a:lnSpc>
                  <a:buNone/>
                </a:pPr>
                <a:r>
                  <a:rPr lang="zh-CN" altLang="en-US" sz="2200" b="1"/>
                  <a:t>证  </a:t>
                </a:r>
                <a:r>
                  <a:rPr lang="zh-CN" altLang="en-US" sz="2200"/>
                  <a:t>  因为</a:t>
                </a:r>
                <a14:m>
                  <m:oMath xmlns:m="http://schemas.openxmlformats.org/officeDocument/2006/math">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𝑓</m:t>
                        </m:r>
                      </m:e>
                      <m:sub>
                        <m:r>
                          <a:rPr lang="en-US" altLang="zh-CN" sz="2200">
                            <a:latin typeface="Cambria Math" panose="02040503050406030204" pitchFamily="18" charset="0"/>
                          </a:rPr>
                          <m:t>𝐴</m:t>
                        </m:r>
                      </m:sub>
                    </m:sSub>
                    <m:r>
                      <a:rPr lang="en-US" altLang="zh-CN" sz="2200">
                        <a:latin typeface="Cambria Math" panose="02040503050406030204" pitchFamily="18" charset="0"/>
                      </a:rPr>
                      <m:t>∼</m:t>
                    </m:r>
                    <m:r>
                      <a:rPr lang="en-US" altLang="zh-CN" sz="2200">
                        <a:latin typeface="Cambria Math" panose="02040503050406030204" pitchFamily="18" charset="0"/>
                      </a:rPr>
                      <m:t>𝑏</m:t>
                    </m:r>
                    <m:r>
                      <a:rPr lang="en-US" altLang="zh-CN" sz="2200">
                        <a:latin typeface="Cambria Math" panose="02040503050406030204" pitchFamily="18" charset="0"/>
                      </a:rPr>
                      <m:t>(</m:t>
                    </m:r>
                    <m:r>
                      <a:rPr lang="en-US" altLang="zh-CN" sz="2200">
                        <a:latin typeface="Cambria Math" panose="02040503050406030204" pitchFamily="18" charset="0"/>
                      </a:rPr>
                      <m:t>𝑛</m:t>
                    </m:r>
                    <m:r>
                      <a:rPr lang="en-US" altLang="zh-CN" sz="2200">
                        <a:latin typeface="Cambria Math" panose="02040503050406030204" pitchFamily="18" charset="0"/>
                      </a:rPr>
                      <m:t>,</m:t>
                    </m:r>
                    <m:r>
                      <a:rPr lang="en-US" altLang="zh-CN" sz="2200">
                        <a:latin typeface="Cambria Math" panose="02040503050406030204" pitchFamily="18" charset="0"/>
                      </a:rPr>
                      <m:t>𝑝</m:t>
                    </m:r>
                    <m:r>
                      <a:rPr lang="en-US" altLang="zh-CN" sz="2200">
                        <a:latin typeface="Cambria Math" panose="02040503050406030204" pitchFamily="18" charset="0"/>
                      </a:rPr>
                      <m:t>)</m:t>
                    </m:r>
                  </m:oMath>
                </a14:m>
                <a:r>
                  <a:rPr lang="zh-CN" altLang="en-US" sz="2200"/>
                  <a:t>，由第四章第二节例</a:t>
                </a:r>
                <a:r>
                  <a:rPr lang="en-US" altLang="zh-CN" sz="2200"/>
                  <a:t>6</a:t>
                </a:r>
                <a:r>
                  <a:rPr lang="zh-CN" altLang="en-US" sz="2200"/>
                  <a:t>，有</a:t>
                </a:r>
                <a:endParaRPr lang="zh-CN" altLang="zh-CN" sz="2200"/>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𝑓</m:t>
                          </m:r>
                        </m:e>
                        <m:sub>
                          <m:r>
                            <a:rPr lang="en-US" altLang="zh-CN" sz="2200">
                              <a:latin typeface="Cambria Math" panose="02040503050406030204" pitchFamily="18" charset="0"/>
                            </a:rPr>
                            <m:t>𝐴</m:t>
                          </m:r>
                        </m:sub>
                      </m:sSub>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2</m:t>
                          </m:r>
                        </m:sub>
                      </m:sSub>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𝑛</m:t>
                          </m:r>
                        </m:sub>
                      </m:sSub>
                    </m:oMath>
                  </m:oMathPara>
                </a14:m>
                <a:endParaRPr lang="zh-CN" altLang="zh-CN" sz="2200"/>
              </a:p>
              <a:p>
                <a:pPr marL="0" indent="0">
                  <a:lnSpc>
                    <a:spcPct val="150000"/>
                  </a:lnSpc>
                  <a:buNone/>
                </a:pPr>
                <a:r>
                  <a:rPr lang="zh-CN" altLang="en-US" sz="2200"/>
                  <a:t>其中，</a:t>
                </a:r>
                <a:r>
                  <a:rPr lang="zh-CN" altLang="zh-CN" sz="2200"/>
                  <a:t> </a:t>
                </a:r>
                <a14:m>
                  <m:oMath xmlns:m="http://schemas.openxmlformats.org/officeDocument/2006/math">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1</m:t>
                        </m:r>
                      </m:sub>
                    </m:sSub>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2</m:t>
                        </m:r>
                      </m:sub>
                    </m:sSub>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𝑛</m:t>
                        </m:r>
                      </m:sub>
                    </m:sSub>
                  </m:oMath>
                </a14:m>
                <a:r>
                  <a:rPr lang="zh-CN" altLang="en-US" sz="2200"/>
                  <a:t>相互独立，且都服从以</a:t>
                </a:r>
                <a:r>
                  <a:rPr lang="en-US" altLang="zh-CN" sz="2200"/>
                  <a:t>p</a:t>
                </a:r>
                <a:r>
                  <a:rPr lang="zh-CN" altLang="en-US" sz="2200"/>
                  <a:t>为参数的（</a:t>
                </a:r>
                <a:r>
                  <a:rPr lang="en-US" altLang="zh-CN" sz="2200"/>
                  <a:t>0-1</a:t>
                </a:r>
                <a:r>
                  <a:rPr lang="zh-CN" altLang="en-US" sz="2200"/>
                  <a:t>）分布，因而</a:t>
                </a:r>
                <a14:m>
                  <m:oMath xmlns:m="http://schemas.openxmlformats.org/officeDocument/2006/math">
                    <m:r>
                      <a:rPr lang="en-US" altLang="zh-CN" sz="2200">
                        <a:latin typeface="Cambria Math" panose="02040503050406030204" pitchFamily="18" charset="0"/>
                      </a:rPr>
                      <m:t>𝐸</m:t>
                    </m:r>
                    <m:d>
                      <m:dPr>
                        <m:ctrlPr>
                          <a:rPr lang="en-US" altLang="zh-CN" sz="2200" i="1">
                            <a:latin typeface="Cambria Math" panose="02040503050406030204" pitchFamily="18" charset="0"/>
                          </a:rPr>
                        </m:ctrlPr>
                      </m:dPr>
                      <m:e>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a:rPr lang="en-US" altLang="zh-CN" sz="2200">
                                <a:latin typeface="Cambria Math" panose="02040503050406030204" pitchFamily="18" charset="0"/>
                              </a:rPr>
                              <m:t>𝑘</m:t>
                            </m:r>
                          </m:sub>
                        </m:sSub>
                      </m:e>
                    </m:d>
                    <m:r>
                      <a:rPr lang="en-US" altLang="zh-CN" sz="2200" i="1">
                        <a:latin typeface="Cambria Math" panose="02040503050406030204" pitchFamily="18" charset="0"/>
                      </a:rPr>
                      <m:t>=</m:t>
                    </m:r>
                    <m:r>
                      <a:rPr lang="en-US" altLang="zh-CN" sz="2200" i="1">
                        <a:latin typeface="Cambria Math" panose="02040503050406030204" pitchFamily="18" charset="0"/>
                      </a:rPr>
                      <m:t>𝑝</m:t>
                    </m:r>
                    <m:r>
                      <a:rPr lang="en-US" altLang="zh-CN" sz="2200" i="1">
                        <a:latin typeface="Cambria Math" panose="02040503050406030204" pitchFamily="18" charset="0"/>
                      </a:rPr>
                      <m:t>(</m:t>
                    </m:r>
                    <m:r>
                      <a:rPr lang="en-US" altLang="zh-CN" sz="2200" i="1">
                        <a:latin typeface="Cambria Math" panose="02040503050406030204" pitchFamily="18" charset="0"/>
                      </a:rPr>
                      <m:t>𝑘</m:t>
                    </m:r>
                    <m:r>
                      <a:rPr lang="en-US" altLang="zh-CN" sz="2200" i="1">
                        <a:latin typeface="Cambria Math" panose="02040503050406030204" pitchFamily="18" charset="0"/>
                      </a:rPr>
                      <m:t>=1,2,…,</m:t>
                    </m:r>
                    <m:r>
                      <a:rPr lang="en-US" altLang="zh-CN" sz="2200" i="1">
                        <a:latin typeface="Cambria Math" panose="02040503050406030204" pitchFamily="18" charset="0"/>
                      </a:rPr>
                      <m:t>𝑛</m:t>
                    </m:r>
                    <m:r>
                      <a:rPr lang="en-US" altLang="zh-CN" sz="2200" i="1">
                        <a:latin typeface="Cambria Math" panose="02040503050406030204" pitchFamily="18" charset="0"/>
                      </a:rPr>
                      <m:t>)</m:t>
                    </m:r>
                  </m:oMath>
                </a14:m>
                <a:endParaRPr lang="zh-CN" altLang="zh-CN" sz="2200"/>
              </a:p>
            </p:txBody>
          </p:sp>
        </mc:Choice>
        <mc:Fallback xmlns="">
          <p:sp>
            <p:nvSpPr>
              <p:cNvPr id="4" name="内容占位符 2">
                <a:extLst>
                  <a:ext uri="{FF2B5EF4-FFF2-40B4-BE49-F238E27FC236}">
                    <a16:creationId xmlns:a16="http://schemas.microsoft.com/office/drawing/2014/main" id="{E6124144-AE99-DAC2-7AD8-76D0719E8185}"/>
                  </a:ext>
                </a:extLst>
              </p:cNvPr>
              <p:cNvSpPr>
                <a:spLocks noGrp="1" noRot="1" noChangeAspect="1" noMove="1" noResize="1" noEditPoints="1" noAdjustHandles="1" noChangeArrowheads="1" noChangeShapeType="1" noTextEdit="1"/>
              </p:cNvSpPr>
              <p:nvPr>
                <p:ph idx="1"/>
              </p:nvPr>
            </p:nvSpPr>
            <p:spPr>
              <a:xfrm>
                <a:off x="273502" y="1354673"/>
                <a:ext cx="8596993" cy="5192488"/>
              </a:xfrm>
              <a:blipFill>
                <a:blip r:embed="rId2"/>
                <a:stretch>
                  <a:fillRect l="-922"/>
                </a:stretch>
              </a:blipFill>
            </p:spPr>
            <p:txBody>
              <a:bodyPr/>
              <a:lstStyle/>
              <a:p>
                <a:r>
                  <a:rPr lang="en-US">
                    <a:noFill/>
                  </a:rPr>
                  <a:t> </a:t>
                </a:r>
              </a:p>
            </p:txBody>
          </p:sp>
        </mc:Fallback>
      </mc:AlternateContent>
      <p:sp>
        <p:nvSpPr>
          <p:cNvPr id="5" name="Text Box 2">
            <a:extLst>
              <a:ext uri="{FF2B5EF4-FFF2-40B4-BE49-F238E27FC236}">
                <a16:creationId xmlns:a16="http://schemas.microsoft.com/office/drawing/2014/main" id="{43EFC579-04D3-0D2D-51AB-E42DE48242F2}"/>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a:solidFill>
                  <a:srgbClr val="FF0000"/>
                </a:solidFill>
                <a:latin typeface="Times New Roman" panose="02020603050405020304" pitchFamily="18" charset="0"/>
                <a:ea typeface="华文新魏" panose="02010800040101010101" pitchFamily="2" charset="-122"/>
              </a:rPr>
              <a:t>伯努利大数定律</a:t>
            </a:r>
          </a:p>
        </p:txBody>
      </p:sp>
      <p:cxnSp>
        <p:nvCxnSpPr>
          <p:cNvPr id="2" name="直线连接符 1">
            <a:extLst>
              <a:ext uri="{FF2B5EF4-FFF2-40B4-BE49-F238E27FC236}">
                <a16:creationId xmlns:a16="http://schemas.microsoft.com/office/drawing/2014/main" id="{23AB5D2B-8471-EBCD-875A-CDC0A0E32660}"/>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988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527F980E-2CD7-E6CD-831D-20BF3E14B865}"/>
                  </a:ext>
                </a:extLst>
              </p:cNvPr>
              <p:cNvSpPr>
                <a:spLocks noGrp="1"/>
              </p:cNvSpPr>
              <p:nvPr>
                <p:ph idx="1"/>
              </p:nvPr>
            </p:nvSpPr>
            <p:spPr>
              <a:xfrm>
                <a:off x="273504" y="1004209"/>
                <a:ext cx="8596993" cy="4996543"/>
              </a:xfrm>
            </p:spPr>
            <p:txBody>
              <a:bodyPr>
                <a:noAutofit/>
              </a:bodyPr>
              <a:lstStyle/>
              <a:p>
                <a:pPr marL="0" indent="0">
                  <a:lnSpc>
                    <a:spcPct val="100000"/>
                  </a:lnSpc>
                  <a:buNone/>
                </a:pPr>
                <a:r>
                  <a:rPr lang="zh-CN" altLang="en-US" sz="2200" dirty="0"/>
                  <a:t>由（</a:t>
                </a:r>
                <a:r>
                  <a:rPr lang="en-US" altLang="zh-CN" sz="2200" dirty="0"/>
                  <a:t>1.1</a:t>
                </a:r>
                <a:r>
                  <a:rPr lang="zh-CN" altLang="en-US" sz="2200" dirty="0"/>
                  <a:t>）式即得</a:t>
                </a:r>
                <a:endParaRPr lang="en-US" altLang="zh-CN" sz="2200" dirty="0"/>
              </a:p>
              <a:p>
                <a:pPr marL="0" indent="0">
                  <a:lnSpc>
                    <a:spcPct val="100000"/>
                  </a:lnSpc>
                  <a:buNone/>
                </a:pPr>
                <a14:m>
                  <m:oMathPara xmlns:m="http://schemas.openxmlformats.org/officeDocument/2006/math">
                    <m:oMathParaPr>
                      <m:jc m:val="centerGroup"/>
                    </m:oMathParaPr>
                    <m:oMath xmlns:m="http://schemas.openxmlformats.org/officeDocument/2006/math">
                      <m:limLow>
                        <m:limLowPr>
                          <m:ctrlPr>
                            <a:rPr lang="zh-CN" altLang="zh-CN" sz="2200" i="1">
                              <a:latin typeface="Cambria Math" panose="02040503050406030204" pitchFamily="18" charset="0"/>
                            </a:rPr>
                          </m:ctrlPr>
                        </m:limLowPr>
                        <m:e>
                          <m:r>
                            <a:rPr lang="en-US" altLang="zh-CN" sz="2200">
                              <a:latin typeface="Cambria Math" panose="02040503050406030204" pitchFamily="18" charset="0"/>
                            </a:rPr>
                            <m:t>𝑙𝑖𝑚</m:t>
                          </m:r>
                        </m:e>
                        <m:lim>
                          <m:r>
                            <a:rPr lang="en-US" altLang="zh-CN" sz="2200">
                              <a:latin typeface="Cambria Math" panose="02040503050406030204" pitchFamily="18" charset="0"/>
                            </a:rPr>
                            <m:t>𝑛</m:t>
                          </m:r>
                          <m:r>
                            <a:rPr lang="en-US" altLang="zh-CN" sz="2200">
                              <a:latin typeface="Cambria Math" panose="02040503050406030204" pitchFamily="18" charset="0"/>
                            </a:rPr>
                            <m:t>→∞</m:t>
                          </m:r>
                        </m:lim>
                      </m:limLow>
                      <m:r>
                        <a:rPr lang="en-US" altLang="zh-CN" sz="2200">
                          <a:latin typeface="Cambria Math" panose="02040503050406030204" pitchFamily="18" charset="0"/>
                        </a:rPr>
                        <m:t>𝑃</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a:latin typeface="Cambria Math" panose="02040503050406030204" pitchFamily="18" charset="0"/>
                            </a:rPr>
                            <m:t>1</m:t>
                          </m:r>
                        </m:num>
                        <m:den>
                          <m:r>
                            <a:rPr lang="en-US" altLang="zh-CN" sz="2200">
                              <a:latin typeface="Cambria Math" panose="02040503050406030204" pitchFamily="18" charset="0"/>
                            </a:rPr>
                            <m:t>𝑛</m:t>
                          </m:r>
                        </m:den>
                      </m:f>
                      <m:nary>
                        <m:naryPr>
                          <m:chr m:val="∑"/>
                          <m:limLoc m:val="undOvr"/>
                          <m:grow m:val="on"/>
                          <m:ctrlPr>
                            <a:rPr lang="zh-CN" altLang="zh-CN" sz="2200" i="1">
                              <a:latin typeface="Cambria Math" panose="02040503050406030204" pitchFamily="18" charset="0"/>
                            </a:rPr>
                          </m:ctrlPr>
                        </m:naryPr>
                        <m:sub>
                          <m:r>
                            <a:rPr lang="en-US" altLang="zh-CN" sz="2200">
                              <a:latin typeface="Cambria Math" panose="02040503050406030204" pitchFamily="18" charset="0"/>
                            </a:rPr>
                            <m:t>𝑘</m:t>
                          </m:r>
                          <m:r>
                            <a:rPr lang="en-US" altLang="zh-CN" sz="2200">
                              <a:latin typeface="Cambria Math" panose="02040503050406030204" pitchFamily="18" charset="0"/>
                            </a:rPr>
                            <m:t>=1</m:t>
                          </m:r>
                        </m:sub>
                        <m:sup>
                          <m:r>
                            <a:rPr lang="en-US" altLang="zh-CN" sz="2200">
                              <a:latin typeface="Cambria Math" panose="02040503050406030204" pitchFamily="18" charset="0"/>
                            </a:rPr>
                            <m:t>𝑛</m:t>
                          </m:r>
                        </m:sup>
                        <m:e>
                          <m:r>
                            <a:rPr lang="en-US" altLang="zh-CN" sz="2200">
                              <a:latin typeface="Cambria Math" panose="02040503050406030204" pitchFamily="18" charset="0"/>
                            </a:rPr>
                            <m:t> </m:t>
                          </m:r>
                        </m:e>
                      </m:nary>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𝑋</m:t>
                          </m:r>
                        </m:e>
                        <m:sub>
                          <m:r>
                            <m:rPr>
                              <m:sty m:val="p"/>
                            </m:rPr>
                            <a:rPr lang="en-US" altLang="zh-CN" sz="2200">
                              <a:latin typeface="Cambria Math" panose="02040503050406030204" pitchFamily="18" charset="0"/>
                            </a:rPr>
                            <m:t>k</m:t>
                          </m:r>
                        </m:sub>
                      </m:sSub>
                      <m:r>
                        <a:rPr lang="en-US" altLang="zh-CN" sz="2200">
                          <a:latin typeface="Cambria Math" panose="02040503050406030204" pitchFamily="18" charset="0"/>
                        </a:rPr>
                        <m:t>−</m:t>
                      </m:r>
                      <m:r>
                        <a:rPr lang="en-US" altLang="zh-CN" sz="2200">
                          <a:latin typeface="Cambria Math" panose="02040503050406030204" pitchFamily="18" charset="0"/>
                        </a:rPr>
                        <m:t>𝑝</m:t>
                      </m:r>
                      <m:r>
                        <a:rPr lang="en-US" altLang="zh-CN" sz="2200">
                          <a:latin typeface="Cambria Math" panose="02040503050406030204" pitchFamily="18" charset="0"/>
                        </a:rPr>
                        <m:t>|&lt;</m:t>
                      </m:r>
                      <m:r>
                        <m:rPr>
                          <m:sty m:val="p"/>
                        </m:rPr>
                        <a:rPr lang="el-GR" altLang="zh-CN" sz="2200" i="1">
                          <a:latin typeface="Cambria Math" panose="02040503050406030204" pitchFamily="18" charset="0"/>
                          <a:ea typeface="Cambria Math" panose="02040503050406030204" pitchFamily="18" charset="0"/>
                        </a:rPr>
                        <m:t>ε</m:t>
                      </m:r>
                      <m:r>
                        <a:rPr lang="en-US" altLang="zh-CN" sz="2200">
                          <a:latin typeface="Cambria Math" panose="02040503050406030204" pitchFamily="18" charset="0"/>
                        </a:rPr>
                        <m:t>}=1</m:t>
                      </m:r>
                    </m:oMath>
                  </m:oMathPara>
                </a14:m>
                <a:endParaRPr lang="en-US" altLang="zh-CN" sz="2200" dirty="0"/>
              </a:p>
              <a:p>
                <a:pPr marL="0" indent="0">
                  <a:lnSpc>
                    <a:spcPct val="100000"/>
                  </a:lnSpc>
                  <a:buNone/>
                </a:pPr>
                <a:endParaRPr lang="zh-CN" altLang="zh-CN" sz="2200" dirty="0"/>
              </a:p>
              <a:p>
                <a:pPr marL="0" indent="0">
                  <a:lnSpc>
                    <a:spcPct val="100000"/>
                  </a:lnSpc>
                  <a:buNone/>
                </a:pPr>
                <a:r>
                  <a:rPr lang="zh-CN" altLang="en-US" sz="2200" dirty="0"/>
                  <a:t>即                                                     </a:t>
                </a:r>
                <a14:m>
                  <m:oMath xmlns:m="http://schemas.openxmlformats.org/officeDocument/2006/math">
                    <m:limLow>
                      <m:limLowPr>
                        <m:ctrlPr>
                          <a:rPr lang="zh-CN" altLang="zh-CN" sz="2200" i="1">
                            <a:latin typeface="Cambria Math" panose="02040503050406030204" pitchFamily="18" charset="0"/>
                          </a:rPr>
                        </m:ctrlPr>
                      </m:limLowPr>
                      <m:e>
                        <m:r>
                          <a:rPr lang="en-US" altLang="zh-CN" sz="2200">
                            <a:latin typeface="Cambria Math" panose="02040503050406030204" pitchFamily="18" charset="0"/>
                          </a:rPr>
                          <m:t>𝑙𝑖𝑚</m:t>
                        </m:r>
                      </m:e>
                      <m:lim>
                        <m:r>
                          <a:rPr lang="en-US" altLang="zh-CN" sz="2200">
                            <a:latin typeface="Cambria Math" panose="02040503050406030204" pitchFamily="18" charset="0"/>
                          </a:rPr>
                          <m:t>𝑛</m:t>
                        </m:r>
                        <m:r>
                          <a:rPr lang="en-US" altLang="zh-CN" sz="2200">
                            <a:latin typeface="Cambria Math" panose="02040503050406030204" pitchFamily="18" charset="0"/>
                          </a:rPr>
                          <m:t>→∞</m:t>
                        </m:r>
                      </m:lim>
                    </m:limLow>
                    <m:r>
                      <a:rPr lang="en-US" altLang="zh-CN" sz="2200">
                        <a:latin typeface="Cambria Math" panose="02040503050406030204" pitchFamily="18" charset="0"/>
                      </a:rPr>
                      <m:t>𝑃</m:t>
                    </m:r>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𝑓</m:t>
                            </m:r>
                          </m:e>
                          <m:sub>
                            <m:r>
                              <a:rPr lang="en-US" altLang="zh-CN" sz="2200">
                                <a:latin typeface="Cambria Math" panose="02040503050406030204" pitchFamily="18" charset="0"/>
                              </a:rPr>
                              <m:t>𝐴</m:t>
                            </m:r>
                          </m:sub>
                        </m:sSub>
                      </m:num>
                      <m:den>
                        <m:r>
                          <a:rPr lang="en-US" altLang="zh-CN" sz="2200">
                            <a:latin typeface="Cambria Math" panose="02040503050406030204" pitchFamily="18" charset="0"/>
                          </a:rPr>
                          <m:t>𝑛</m:t>
                        </m:r>
                      </m:den>
                    </m:f>
                    <m:r>
                      <a:rPr lang="en-US" altLang="zh-CN" sz="2200">
                        <a:latin typeface="Cambria Math" panose="02040503050406030204" pitchFamily="18" charset="0"/>
                      </a:rPr>
                      <m:t>−</m:t>
                    </m:r>
                    <m:r>
                      <a:rPr lang="en-US" altLang="zh-CN" sz="2200">
                        <a:latin typeface="Cambria Math" panose="02040503050406030204" pitchFamily="18" charset="0"/>
                      </a:rPr>
                      <m:t>𝑝</m:t>
                    </m:r>
                    <m:r>
                      <a:rPr lang="en-US" altLang="zh-CN" sz="2200">
                        <a:latin typeface="Cambria Math" panose="02040503050406030204" pitchFamily="18" charset="0"/>
                      </a:rPr>
                      <m:t>|≥</m:t>
                    </m:r>
                    <m:r>
                      <m:rPr>
                        <m:sty m:val="p"/>
                      </m:rPr>
                      <a:rPr lang="el-GR" altLang="zh-CN" sz="2200" i="1">
                        <a:latin typeface="Cambria Math" panose="02040503050406030204" pitchFamily="18" charset="0"/>
                        <a:ea typeface="Cambria Math" panose="02040503050406030204" pitchFamily="18" charset="0"/>
                      </a:rPr>
                      <m:t>ε</m:t>
                    </m:r>
                    <m:r>
                      <a:rPr lang="en-US" altLang="zh-CN" sz="2200">
                        <a:latin typeface="Cambria Math" panose="02040503050406030204" pitchFamily="18" charset="0"/>
                      </a:rPr>
                      <m:t>}=0</m:t>
                    </m:r>
                  </m:oMath>
                </a14:m>
                <a:endParaRPr lang="zh-CN" altLang="zh-CN" sz="2200" dirty="0"/>
              </a:p>
              <a:p>
                <a:pPr marL="0" indent="0">
                  <a:lnSpc>
                    <a:spcPct val="100000"/>
                  </a:lnSpc>
                  <a:buNone/>
                </a:pPr>
                <a:r>
                  <a:rPr lang="en-US" altLang="zh-CN" sz="2200" dirty="0"/>
                  <a:t>    </a:t>
                </a:r>
              </a:p>
              <a:p>
                <a:pPr marL="0" indent="0">
                  <a:lnSpc>
                    <a:spcPct val="150000"/>
                  </a:lnSpc>
                  <a:buNone/>
                </a:pPr>
                <a:r>
                  <a:rPr lang="zh-CN" altLang="en-US" sz="2200" dirty="0"/>
                  <a:t>对于任意</a:t>
                </a:r>
                <a14:m>
                  <m:oMath xmlns:m="http://schemas.openxmlformats.org/officeDocument/2006/math">
                    <m:r>
                      <a:rPr lang="zh-CN" altLang="en-US" sz="2200" i="1">
                        <a:latin typeface="Cambria Math" panose="02040503050406030204" pitchFamily="18" charset="0"/>
                      </a:rPr>
                      <m:t>𝜀</m:t>
                    </m:r>
                    <m:r>
                      <a:rPr lang="en-US" altLang="zh-CN" sz="2200" i="1">
                        <a:latin typeface="Cambria Math" panose="02040503050406030204" pitchFamily="18" charset="0"/>
                      </a:rPr>
                      <m:t>&gt;0</m:t>
                    </m:r>
                  </m:oMath>
                </a14:m>
                <a:r>
                  <a:rPr lang="zh-CN" altLang="en-US" sz="2200" dirty="0"/>
                  <a:t>，只要重复独立试验的次数</a:t>
                </a:r>
                <a:r>
                  <a:rPr lang="en-US" altLang="zh-CN" sz="2200" dirty="0"/>
                  <a:t>n</a:t>
                </a:r>
                <a:r>
                  <a:rPr lang="zh-CN" altLang="en-US" sz="2200" dirty="0"/>
                  <a:t>充分大，</a:t>
                </a:r>
                <a:endParaRPr lang="en-US" altLang="zh-CN" sz="2200" dirty="0"/>
              </a:p>
              <a:p>
                <a:pPr marL="0" indent="0">
                  <a:lnSpc>
                    <a:spcPct val="150000"/>
                  </a:lnSpc>
                  <a:buNone/>
                </a:pPr>
                <a:r>
                  <a:rPr lang="zh-CN" altLang="en-US" sz="2200" dirty="0"/>
                  <a:t>事件</a:t>
                </a:r>
                <a14:m>
                  <m:oMath xmlns:m="http://schemas.openxmlformats.org/officeDocument/2006/math">
                    <m:r>
                      <a:rPr lang="en-US" altLang="zh-CN" sz="2200">
                        <a:latin typeface="Cambria Math" panose="02040503050406030204" pitchFamily="18" charset="0"/>
                      </a:rPr>
                      <m:t>{|</m:t>
                    </m:r>
                    <m:f>
                      <m:fPr>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𝑓</m:t>
                            </m:r>
                          </m:e>
                          <m:sub>
                            <m:r>
                              <a:rPr lang="en-US" altLang="zh-CN" sz="2200">
                                <a:latin typeface="Cambria Math" panose="02040503050406030204" pitchFamily="18" charset="0"/>
                              </a:rPr>
                              <m:t>𝐴</m:t>
                            </m:r>
                          </m:sub>
                        </m:sSub>
                      </m:num>
                      <m:den>
                        <m:r>
                          <a:rPr lang="en-US" altLang="zh-CN" sz="2200">
                            <a:latin typeface="Cambria Math" panose="02040503050406030204" pitchFamily="18" charset="0"/>
                          </a:rPr>
                          <m:t>𝑛</m:t>
                        </m:r>
                      </m:den>
                    </m:f>
                    <m:r>
                      <a:rPr lang="en-US" altLang="zh-CN" sz="2200">
                        <a:latin typeface="Cambria Math" panose="02040503050406030204" pitchFamily="18" charset="0"/>
                      </a:rPr>
                      <m:t>−</m:t>
                    </m:r>
                    <m:r>
                      <a:rPr lang="en-US" altLang="zh-CN" sz="2200">
                        <a:latin typeface="Cambria Math" panose="02040503050406030204" pitchFamily="18" charset="0"/>
                      </a:rPr>
                      <m:t>𝑝</m:t>
                    </m:r>
                    <m:r>
                      <a:rPr lang="en-US" altLang="zh-CN" sz="2200">
                        <a:latin typeface="Cambria Math" panose="02040503050406030204" pitchFamily="18" charset="0"/>
                      </a:rPr>
                      <m:t>|≥</m:t>
                    </m:r>
                    <m:r>
                      <m:rPr>
                        <m:sty m:val="p"/>
                      </m:rPr>
                      <a:rPr lang="el-GR" altLang="zh-CN" sz="2200" i="1">
                        <a:latin typeface="Cambria Math" panose="02040503050406030204" pitchFamily="18" charset="0"/>
                        <a:ea typeface="Cambria Math" panose="02040503050406030204" pitchFamily="18" charset="0"/>
                      </a:rPr>
                      <m:t>ε</m:t>
                    </m:r>
                    <m:r>
                      <a:rPr lang="en-US" altLang="zh-CN" sz="2200">
                        <a:latin typeface="Cambria Math" panose="02040503050406030204" pitchFamily="18" charset="0"/>
                      </a:rPr>
                      <m:t>}</m:t>
                    </m:r>
                  </m:oMath>
                </a14:m>
                <a:r>
                  <a:rPr lang="zh-CN" altLang="en-US" sz="2200" dirty="0"/>
                  <a:t>是一个小概率事件，由实际推断原理知（第一章第四节），这一事件实际上几乎是不发生的，即在</a:t>
                </a:r>
                <a14:m>
                  <m:oMath xmlns:m="http://schemas.openxmlformats.org/officeDocument/2006/math">
                    <m:r>
                      <a:rPr lang="en-US" altLang="zh-CN" sz="2200" i="1" dirty="0" smtClean="0">
                        <a:latin typeface="Cambria Math" panose="02040503050406030204" pitchFamily="18" charset="0"/>
                      </a:rPr>
                      <m:t>𝑛</m:t>
                    </m:r>
                  </m:oMath>
                </a14:m>
                <a:r>
                  <a:rPr lang="zh-CN" altLang="en-US" sz="2200" dirty="0"/>
                  <a:t>充分大时事件</a:t>
                </a:r>
                <a14:m>
                  <m:oMath xmlns:m="http://schemas.openxmlformats.org/officeDocument/2006/math">
                    <m:r>
                      <a:rPr lang="en-US" altLang="zh-CN" sz="2200">
                        <a:latin typeface="Cambria Math" panose="02040503050406030204" pitchFamily="18" charset="0"/>
                      </a:rPr>
                      <m:t>{</m:t>
                    </m:r>
                    <m:d>
                      <m:dPr>
                        <m:begChr m:val="|"/>
                        <m:endChr m:val="|"/>
                        <m:ctrlPr>
                          <a:rPr lang="en-US" altLang="zh-CN" sz="2200" i="1">
                            <a:latin typeface="Cambria Math" panose="02040503050406030204" pitchFamily="18" charset="0"/>
                          </a:rPr>
                        </m:ctrlPr>
                      </m:dPr>
                      <m:e>
                        <m:f>
                          <m:fPr>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𝑓</m:t>
                                </m:r>
                              </m:e>
                              <m:sub>
                                <m:r>
                                  <a:rPr lang="en-US" altLang="zh-CN" sz="2200">
                                    <a:latin typeface="Cambria Math" panose="02040503050406030204" pitchFamily="18" charset="0"/>
                                  </a:rPr>
                                  <m:t>𝐴</m:t>
                                </m:r>
                              </m:sub>
                            </m:sSub>
                          </m:num>
                          <m:den>
                            <m:r>
                              <a:rPr lang="en-US" altLang="zh-CN" sz="2200">
                                <a:latin typeface="Cambria Math" panose="02040503050406030204" pitchFamily="18" charset="0"/>
                              </a:rPr>
                              <m:t>𝑛</m:t>
                            </m:r>
                          </m:den>
                        </m:f>
                        <m:r>
                          <a:rPr lang="en-US" altLang="zh-CN" sz="2200">
                            <a:latin typeface="Cambria Math" panose="02040503050406030204" pitchFamily="18" charset="0"/>
                          </a:rPr>
                          <m:t>−</m:t>
                        </m:r>
                        <m:r>
                          <a:rPr lang="en-US" altLang="zh-CN" sz="2200">
                            <a:latin typeface="Cambria Math" panose="02040503050406030204" pitchFamily="18" charset="0"/>
                          </a:rPr>
                          <m:t>𝑝</m:t>
                        </m:r>
                      </m:e>
                    </m:d>
                    <m:r>
                      <a:rPr lang="en-US" altLang="zh-CN" sz="2200" i="1">
                        <a:latin typeface="Cambria Math" panose="02040503050406030204" pitchFamily="18" charset="0"/>
                      </a:rPr>
                      <m:t>&lt;</m:t>
                    </m:r>
                    <m:r>
                      <m:rPr>
                        <m:sty m:val="p"/>
                      </m:rPr>
                      <a:rPr lang="el-GR" altLang="zh-CN" sz="2200" i="1">
                        <a:latin typeface="Cambria Math" panose="02040503050406030204" pitchFamily="18" charset="0"/>
                        <a:ea typeface="Cambria Math" panose="02040503050406030204" pitchFamily="18" charset="0"/>
                      </a:rPr>
                      <m:t>ε</m:t>
                    </m:r>
                    <m:r>
                      <a:rPr lang="en-US" altLang="zh-CN" sz="2200">
                        <a:latin typeface="Cambria Math" panose="02040503050406030204" pitchFamily="18" charset="0"/>
                      </a:rPr>
                      <m:t>}</m:t>
                    </m:r>
                  </m:oMath>
                </a14:m>
                <a:r>
                  <a:rPr lang="zh-CN" altLang="en-US" sz="2200" dirty="0"/>
                  <a:t>实际上几乎是必定要发生</a:t>
                </a:r>
                <a:r>
                  <a:rPr lang="en-US" altLang="zh-CN" sz="2200" dirty="0"/>
                  <a:t>.</a:t>
                </a:r>
              </a:p>
            </p:txBody>
          </p:sp>
        </mc:Choice>
        <mc:Fallback xmlns="">
          <p:sp>
            <p:nvSpPr>
              <p:cNvPr id="4" name="内容占位符 2">
                <a:extLst>
                  <a:ext uri="{FF2B5EF4-FFF2-40B4-BE49-F238E27FC236}">
                    <a16:creationId xmlns:a16="http://schemas.microsoft.com/office/drawing/2014/main" id="{527F980E-2CD7-E6CD-831D-20BF3E14B865}"/>
                  </a:ext>
                </a:extLst>
              </p:cNvPr>
              <p:cNvSpPr>
                <a:spLocks noGrp="1" noRot="1" noChangeAspect="1" noMove="1" noResize="1" noEditPoints="1" noAdjustHandles="1" noChangeArrowheads="1" noChangeShapeType="1" noTextEdit="1"/>
              </p:cNvSpPr>
              <p:nvPr>
                <p:ph idx="1"/>
              </p:nvPr>
            </p:nvSpPr>
            <p:spPr>
              <a:xfrm>
                <a:off x="273504" y="1004209"/>
                <a:ext cx="8596993" cy="4996543"/>
              </a:xfrm>
              <a:blipFill>
                <a:blip r:embed="rId2"/>
                <a:stretch>
                  <a:fillRect l="-885" t="-14975" r="-442" b="-12690"/>
                </a:stretch>
              </a:blipFill>
            </p:spPr>
            <p:txBody>
              <a:bodyPr/>
              <a:lstStyle/>
              <a:p>
                <a:r>
                  <a:rPr lang="zh-CN" altLang="en-US">
                    <a:noFill/>
                  </a:rPr>
                  <a:t> </a:t>
                </a:r>
              </a:p>
            </p:txBody>
          </p:sp>
        </mc:Fallback>
      </mc:AlternateContent>
      <p:sp>
        <p:nvSpPr>
          <p:cNvPr id="3" name="Text Box 2">
            <a:extLst>
              <a:ext uri="{FF2B5EF4-FFF2-40B4-BE49-F238E27FC236}">
                <a16:creationId xmlns:a16="http://schemas.microsoft.com/office/drawing/2014/main" id="{9C39E9C3-9B84-774A-6D3F-8BCDE0711F48}"/>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a:solidFill>
                  <a:srgbClr val="FF0000"/>
                </a:solidFill>
                <a:latin typeface="Times New Roman" panose="02020603050405020304" pitchFamily="18" charset="0"/>
                <a:ea typeface="华文新魏" panose="02010800040101010101" pitchFamily="2" charset="-122"/>
              </a:rPr>
              <a:t>伯努利大数定律</a:t>
            </a:r>
          </a:p>
        </p:txBody>
      </p:sp>
      <p:cxnSp>
        <p:nvCxnSpPr>
          <p:cNvPr id="2" name="直线连接符 1">
            <a:extLst>
              <a:ext uri="{FF2B5EF4-FFF2-40B4-BE49-F238E27FC236}">
                <a16:creationId xmlns:a16="http://schemas.microsoft.com/office/drawing/2014/main" id="{908414DB-8F24-E651-7289-72C556723969}"/>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8134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527F980E-2CD7-E6CD-831D-20BF3E14B865}"/>
                  </a:ext>
                </a:extLst>
              </p:cNvPr>
              <p:cNvSpPr>
                <a:spLocks noGrp="1"/>
              </p:cNvSpPr>
              <p:nvPr>
                <p:ph idx="1"/>
              </p:nvPr>
            </p:nvSpPr>
            <p:spPr>
              <a:xfrm>
                <a:off x="343172" y="2275660"/>
                <a:ext cx="8596993" cy="4996543"/>
              </a:xfrm>
            </p:spPr>
            <p:txBody>
              <a:bodyPr>
                <a:noAutofit/>
              </a:bodyPr>
              <a:lstStyle/>
              <a:p>
                <a:pPr marL="0" indent="0">
                  <a:lnSpc>
                    <a:spcPct val="150000"/>
                  </a:lnSpc>
                  <a:buNone/>
                </a:pPr>
                <a:r>
                  <a:rPr lang="zh-CN" altLang="en-US" sz="2200"/>
                  <a:t>亦即对于给定的任意小的正数</a:t>
                </a:r>
                <a14:m>
                  <m:oMath xmlns:m="http://schemas.openxmlformats.org/officeDocument/2006/math">
                    <m:r>
                      <m:rPr>
                        <m:sty m:val="p"/>
                      </m:rPr>
                      <a:rPr lang="el-GR" altLang="zh-CN" sz="2200">
                        <a:latin typeface="Cambria Math" panose="02040503050406030204" pitchFamily="18" charset="0"/>
                      </a:rPr>
                      <m:t>ε</m:t>
                    </m:r>
                  </m:oMath>
                </a14:m>
                <a:r>
                  <a:rPr lang="zh-CN" altLang="en-US" sz="2200"/>
                  <a:t>，在</a:t>
                </a:r>
                <a:r>
                  <a:rPr lang="en-US" altLang="zh-CN" sz="2200"/>
                  <a:t>n</a:t>
                </a:r>
                <a:r>
                  <a:rPr lang="zh-CN" altLang="en-US" sz="2200"/>
                  <a:t>充分大时，事件“频率</a:t>
                </a:r>
                <a14:m>
                  <m:oMath xmlns:m="http://schemas.openxmlformats.org/officeDocument/2006/math">
                    <m:f>
                      <m:fPr>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a:latin typeface="Cambria Math" panose="02040503050406030204" pitchFamily="18" charset="0"/>
                              </a:rPr>
                              <m:t>𝑓</m:t>
                            </m:r>
                          </m:e>
                          <m:sub>
                            <m:r>
                              <a:rPr lang="en-US" altLang="zh-CN" sz="2200">
                                <a:latin typeface="Cambria Math" panose="02040503050406030204" pitchFamily="18" charset="0"/>
                              </a:rPr>
                              <m:t>𝐴</m:t>
                            </m:r>
                          </m:sub>
                        </m:sSub>
                      </m:num>
                      <m:den>
                        <m:r>
                          <a:rPr lang="en-US" altLang="zh-CN" sz="2200">
                            <a:latin typeface="Cambria Math" panose="02040503050406030204" pitchFamily="18" charset="0"/>
                          </a:rPr>
                          <m:t>𝑛</m:t>
                        </m:r>
                      </m:den>
                    </m:f>
                  </m:oMath>
                </a14:m>
                <a:r>
                  <a:rPr lang="zh-CN" altLang="en-US" sz="2200"/>
                  <a:t>与概率</a:t>
                </a:r>
                <a:r>
                  <a:rPr lang="en-US" altLang="zh-CN" sz="2200"/>
                  <a:t>p</a:t>
                </a:r>
                <a:r>
                  <a:rPr lang="zh-CN" altLang="en-US" sz="2200"/>
                  <a:t>的偏差小于</a:t>
                </a:r>
                <a14:m>
                  <m:oMath xmlns:m="http://schemas.openxmlformats.org/officeDocument/2006/math">
                    <m:r>
                      <m:rPr>
                        <m:sty m:val="p"/>
                      </m:rPr>
                      <a:rPr lang="el-GR" altLang="zh-CN" sz="2200">
                        <a:latin typeface="Cambria Math" panose="02040503050406030204" pitchFamily="18" charset="0"/>
                      </a:rPr>
                      <m:t>ε</m:t>
                    </m:r>
                  </m:oMath>
                </a14:m>
                <a:r>
                  <a:rPr lang="zh-CN" altLang="en-US" sz="2200"/>
                  <a:t>”实际上几乎是必定要发生的，这就是我们所说的</a:t>
                </a:r>
                <a:r>
                  <a:rPr lang="zh-CN" altLang="en-US" sz="2200" b="1">
                    <a:solidFill>
                      <a:srgbClr val="FF0000"/>
                    </a:solidFill>
                  </a:rPr>
                  <a:t>频率稳定性的真正含义</a:t>
                </a:r>
                <a:endParaRPr lang="en-US" altLang="zh-CN" sz="2200"/>
              </a:p>
              <a:p>
                <a:pPr marL="0" indent="0">
                  <a:lnSpc>
                    <a:spcPct val="150000"/>
                  </a:lnSpc>
                  <a:buNone/>
                </a:pPr>
                <a:endParaRPr lang="en-US" altLang="zh-CN" sz="2200"/>
              </a:p>
              <a:p>
                <a:pPr marL="0" indent="0">
                  <a:lnSpc>
                    <a:spcPct val="150000"/>
                  </a:lnSpc>
                  <a:buNone/>
                </a:pPr>
                <a:r>
                  <a:rPr lang="zh-CN" altLang="en-US" sz="2200"/>
                  <a:t>在实际应用中，</a:t>
                </a:r>
                <a:r>
                  <a:rPr lang="zh-CN" altLang="en-US" sz="2200" b="1">
                    <a:solidFill>
                      <a:srgbClr val="FF0000"/>
                    </a:solidFill>
                  </a:rPr>
                  <a:t>当试验次数很大时，便可以用事件的频率来代替事件的概率</a:t>
                </a:r>
                <a:endParaRPr lang="zh-CN" altLang="zh-CN" sz="2200" b="1">
                  <a:solidFill>
                    <a:srgbClr val="FF0000"/>
                  </a:solidFill>
                </a:endParaRPr>
              </a:p>
            </p:txBody>
          </p:sp>
        </mc:Choice>
        <mc:Fallback xmlns="">
          <p:sp>
            <p:nvSpPr>
              <p:cNvPr id="4" name="内容占位符 2">
                <a:extLst>
                  <a:ext uri="{FF2B5EF4-FFF2-40B4-BE49-F238E27FC236}">
                    <a16:creationId xmlns:a16="http://schemas.microsoft.com/office/drawing/2014/main" id="{527F980E-2CD7-E6CD-831D-20BF3E14B865}"/>
                  </a:ext>
                </a:extLst>
              </p:cNvPr>
              <p:cNvSpPr>
                <a:spLocks noGrp="1" noRot="1" noChangeAspect="1" noMove="1" noResize="1" noEditPoints="1" noAdjustHandles="1" noChangeArrowheads="1" noChangeShapeType="1" noTextEdit="1"/>
              </p:cNvSpPr>
              <p:nvPr>
                <p:ph idx="1"/>
              </p:nvPr>
            </p:nvSpPr>
            <p:spPr>
              <a:xfrm>
                <a:off x="343172" y="2275660"/>
                <a:ext cx="8596993" cy="4996543"/>
              </a:xfrm>
              <a:blipFill>
                <a:blip r:embed="rId2"/>
                <a:stretch>
                  <a:fillRect l="-921" r="-709"/>
                </a:stretch>
              </a:blipFill>
            </p:spPr>
            <p:txBody>
              <a:bodyPr/>
              <a:lstStyle/>
              <a:p>
                <a:r>
                  <a:rPr lang="en-US">
                    <a:noFill/>
                  </a:rPr>
                  <a:t> </a:t>
                </a:r>
              </a:p>
            </p:txBody>
          </p:sp>
        </mc:Fallback>
      </mc:AlternateContent>
      <p:sp>
        <p:nvSpPr>
          <p:cNvPr id="3" name="Text Box 2">
            <a:extLst>
              <a:ext uri="{FF2B5EF4-FFF2-40B4-BE49-F238E27FC236}">
                <a16:creationId xmlns:a16="http://schemas.microsoft.com/office/drawing/2014/main" id="{9C39E9C3-9B84-774A-6D3F-8BCDE0711F48}"/>
              </a:ext>
            </a:extLst>
          </p:cNvPr>
          <p:cNvSpPr txBox="1">
            <a:spLocks noChangeArrowheads="1"/>
          </p:cNvSpPr>
          <p:nvPr/>
        </p:nvSpPr>
        <p:spPr bwMode="auto">
          <a:xfrm>
            <a:off x="1012371" y="149364"/>
            <a:ext cx="71192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4000" dirty="0">
                <a:solidFill>
                  <a:srgbClr val="FF0000"/>
                </a:solidFill>
                <a:latin typeface="Times New Roman" panose="02020603050405020304" pitchFamily="18" charset="0"/>
                <a:ea typeface="华文新魏" panose="02010800040101010101" pitchFamily="2" charset="-122"/>
              </a:rPr>
              <a:t>伯努利大数定律</a:t>
            </a:r>
          </a:p>
        </p:txBody>
      </p:sp>
      <p:cxnSp>
        <p:nvCxnSpPr>
          <p:cNvPr id="2" name="直线连接符 1">
            <a:extLst>
              <a:ext uri="{FF2B5EF4-FFF2-40B4-BE49-F238E27FC236}">
                <a16:creationId xmlns:a16="http://schemas.microsoft.com/office/drawing/2014/main" id="{09260BF7-9553-58D3-DC71-4BEC4D93E3D5}"/>
              </a:ext>
            </a:extLst>
          </p:cNvPr>
          <p:cNvCxnSpPr/>
          <p:nvPr/>
        </p:nvCxnSpPr>
        <p:spPr>
          <a:xfrm>
            <a:off x="0" y="899195"/>
            <a:ext cx="9144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7817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24BA370-3E52-0624-2F77-C75EF3EA35E3}"/>
              </a:ext>
            </a:extLst>
          </p:cNvPr>
          <p:cNvSpPr>
            <a:spLocks noGrp="1"/>
          </p:cNvSpPr>
          <p:nvPr>
            <p:ph idx="1"/>
          </p:nvPr>
        </p:nvSpPr>
        <p:spPr>
          <a:xfrm>
            <a:off x="318407" y="1082181"/>
            <a:ext cx="8572500" cy="2420302"/>
          </a:xfrm>
        </p:spPr>
        <p:txBody>
          <a:bodyPr>
            <a:noAutofit/>
          </a:bodyPr>
          <a:lstStyle/>
          <a:p>
            <a:pPr marL="0" indent="0">
              <a:lnSpc>
                <a:spcPct val="150000"/>
              </a:lnSpc>
              <a:buNone/>
            </a:pPr>
            <a:endParaRPr lang="en-US" altLang="zh-CN" sz="2200" dirty="0"/>
          </a:p>
          <a:p>
            <a:pPr marL="0" indent="0">
              <a:lnSpc>
                <a:spcPct val="150000"/>
              </a:lnSpc>
              <a:buNone/>
            </a:pPr>
            <a:r>
              <a:rPr lang="zh-CN" altLang="en-US" sz="2200" u="sng" dirty="0"/>
              <a:t>大数定律</a:t>
            </a:r>
            <a:r>
              <a:rPr lang="zh-CN" altLang="en-US" sz="2200" dirty="0"/>
              <a:t>是叙述随机变量序列的前一些项的算术平均值在某种条件下</a:t>
            </a:r>
            <a:r>
              <a:rPr lang="zh-CN" altLang="en-US" sz="2200" b="1" dirty="0">
                <a:solidFill>
                  <a:srgbClr val="FF0000"/>
                </a:solidFill>
              </a:rPr>
              <a:t>收敛</a:t>
            </a:r>
            <a:r>
              <a:rPr lang="zh-CN" altLang="en-US" sz="2200" dirty="0"/>
              <a:t>到这些项的均值的算术平均值；</a:t>
            </a:r>
            <a:endParaRPr lang="en-US" altLang="zh-CN" sz="2200" dirty="0"/>
          </a:p>
          <a:p>
            <a:pPr marL="0" indent="0">
              <a:lnSpc>
                <a:spcPct val="150000"/>
              </a:lnSpc>
              <a:buNone/>
            </a:pPr>
            <a:endParaRPr lang="en-US" altLang="zh-CN" sz="2200" dirty="0"/>
          </a:p>
          <a:p>
            <a:pPr marL="0" indent="0">
              <a:lnSpc>
                <a:spcPct val="150000"/>
              </a:lnSpc>
              <a:buNone/>
            </a:pPr>
            <a:endParaRPr lang="en-US" altLang="zh-CN" sz="2200" dirty="0"/>
          </a:p>
          <a:p>
            <a:pPr marL="0" indent="0">
              <a:lnSpc>
                <a:spcPct val="150000"/>
              </a:lnSpc>
              <a:buNone/>
            </a:pPr>
            <a:endParaRPr lang="en-US" altLang="zh-CN" sz="2200" dirty="0"/>
          </a:p>
          <a:p>
            <a:pPr marL="0" indent="0">
              <a:lnSpc>
                <a:spcPct val="150000"/>
              </a:lnSpc>
              <a:buNone/>
            </a:pPr>
            <a:r>
              <a:rPr lang="zh-CN" altLang="en-US" sz="2200" u="sng" dirty="0"/>
              <a:t>中心极限定理</a:t>
            </a:r>
            <a:r>
              <a:rPr lang="zh-CN" altLang="en-US" sz="2200" dirty="0"/>
              <a:t>则是确定在什么条件下，大量随机变量之和的分布</a:t>
            </a:r>
            <a:r>
              <a:rPr lang="zh-CN" altLang="en-US" sz="2200" b="1" dirty="0">
                <a:solidFill>
                  <a:srgbClr val="FF0000"/>
                </a:solidFill>
              </a:rPr>
              <a:t>逼近</a:t>
            </a:r>
            <a:r>
              <a:rPr lang="zh-CN" altLang="en-US" sz="2200" dirty="0"/>
              <a:t>于正态分布。</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6B25FF9-772E-5403-8C10-0A2E60696648}"/>
                  </a:ext>
                </a:extLst>
              </p:cNvPr>
              <p:cNvSpPr txBox="1"/>
              <p:nvPr/>
            </p:nvSpPr>
            <p:spPr>
              <a:xfrm>
                <a:off x="5671679" y="2776945"/>
                <a:ext cx="1028743"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2200" i="1" smtClean="0">
                              <a:solidFill>
                                <a:srgbClr val="FF0000"/>
                              </a:solidFill>
                              <a:latin typeface="Cambria Math" panose="02040503050406030204" pitchFamily="18" charset="0"/>
                            </a:rPr>
                          </m:ctrlPr>
                        </m:fPr>
                        <m:num>
                          <m:r>
                            <a:rPr kumimoji="1" lang="en-US" altLang="zh-CN" sz="2200" b="0" i="1" smtClean="0">
                              <a:solidFill>
                                <a:srgbClr val="FF0000"/>
                              </a:solidFill>
                              <a:latin typeface="Cambria Math" panose="02040503050406030204" pitchFamily="18" charset="0"/>
                            </a:rPr>
                            <m:t>1</m:t>
                          </m:r>
                        </m:num>
                        <m:den>
                          <m:r>
                            <a:rPr kumimoji="1" lang="en-US" altLang="zh-CN" sz="2200" b="0" i="1" smtClean="0">
                              <a:solidFill>
                                <a:srgbClr val="FF0000"/>
                              </a:solidFill>
                              <a:latin typeface="Cambria Math" panose="02040503050406030204" pitchFamily="18" charset="0"/>
                            </a:rPr>
                            <m:t>𝑛</m:t>
                          </m:r>
                        </m:den>
                      </m:f>
                      <m:nary>
                        <m:naryPr>
                          <m:chr m:val="∑"/>
                          <m:ctrlPr>
                            <a:rPr kumimoji="1" lang="en-US" altLang="zh-CN" sz="2200" i="1" smtClean="0">
                              <a:solidFill>
                                <a:srgbClr val="FF0000"/>
                              </a:solidFill>
                              <a:latin typeface="Cambria Math" panose="02040503050406030204" pitchFamily="18" charset="0"/>
                            </a:rPr>
                          </m:ctrlPr>
                        </m:naryPr>
                        <m:sub>
                          <m:r>
                            <m:rPr>
                              <m:brk m:alnAt="23"/>
                            </m:rPr>
                            <a:rPr kumimoji="1" lang="en-US" altLang="zh-CN" sz="2200" b="0" i="1" smtClean="0">
                              <a:solidFill>
                                <a:srgbClr val="FF0000"/>
                              </a:solidFill>
                              <a:latin typeface="Cambria Math" panose="02040503050406030204" pitchFamily="18" charset="0"/>
                            </a:rPr>
                            <m:t>𝑘</m:t>
                          </m:r>
                          <m:r>
                            <a:rPr kumimoji="1" lang="en-US" altLang="zh-CN" sz="2200" b="0" i="1" smtClean="0">
                              <a:solidFill>
                                <a:srgbClr val="FF0000"/>
                              </a:solidFill>
                              <a:latin typeface="Cambria Math" panose="02040503050406030204" pitchFamily="18" charset="0"/>
                            </a:rPr>
                            <m:t>=1</m:t>
                          </m:r>
                        </m:sub>
                        <m:sup>
                          <m:r>
                            <a:rPr kumimoji="1" lang="en-US" altLang="zh-CN" sz="2200" b="0" i="1" smtClean="0">
                              <a:solidFill>
                                <a:srgbClr val="FF0000"/>
                              </a:solidFill>
                              <a:latin typeface="Cambria Math" panose="02040503050406030204" pitchFamily="18" charset="0"/>
                            </a:rPr>
                            <m:t>𝑛</m:t>
                          </m:r>
                        </m:sup>
                        <m:e>
                          <m:sSub>
                            <m:sSubPr>
                              <m:ctrlPr>
                                <a:rPr kumimoji="1" lang="en-US" altLang="zh-CN" sz="2200" i="1" smtClean="0">
                                  <a:solidFill>
                                    <a:srgbClr val="FF0000"/>
                                  </a:solidFill>
                                  <a:latin typeface="Cambria Math" panose="02040503050406030204" pitchFamily="18" charset="0"/>
                                </a:rPr>
                              </m:ctrlPr>
                            </m:sSubPr>
                            <m:e>
                              <m:r>
                                <a:rPr kumimoji="1" lang="en-US" altLang="zh-CN" sz="2200" b="0" i="1" smtClean="0">
                                  <a:solidFill>
                                    <a:srgbClr val="FF0000"/>
                                  </a:solidFill>
                                  <a:latin typeface="Cambria Math" panose="02040503050406030204" pitchFamily="18" charset="0"/>
                                </a:rPr>
                                <m:t>𝑋</m:t>
                              </m:r>
                            </m:e>
                            <m:sub>
                              <m:r>
                                <a:rPr kumimoji="1" lang="en-US" altLang="zh-CN" sz="2200" b="0" i="1" smtClean="0">
                                  <a:solidFill>
                                    <a:srgbClr val="FF0000"/>
                                  </a:solidFill>
                                  <a:latin typeface="Cambria Math" panose="02040503050406030204" pitchFamily="18" charset="0"/>
                                </a:rPr>
                                <m:t>𝑘</m:t>
                              </m:r>
                            </m:sub>
                          </m:sSub>
                        </m:e>
                      </m:nary>
                    </m:oMath>
                  </m:oMathPara>
                </a14:m>
                <a:endParaRPr kumimoji="1" lang="zh-CN" altLang="en-US" sz="2200" dirty="0">
                  <a:solidFill>
                    <a:srgbClr val="FF0000"/>
                  </a:solidFill>
                </a:endParaRPr>
              </a:p>
            </p:txBody>
          </p:sp>
        </mc:Choice>
        <mc:Fallback xmlns="">
          <p:sp>
            <p:nvSpPr>
              <p:cNvPr id="2" name="文本框 1">
                <a:extLst>
                  <a:ext uri="{FF2B5EF4-FFF2-40B4-BE49-F238E27FC236}">
                    <a16:creationId xmlns:a16="http://schemas.microsoft.com/office/drawing/2014/main" id="{E6B25FF9-772E-5403-8C10-0A2E60696648}"/>
                  </a:ext>
                </a:extLst>
              </p:cNvPr>
              <p:cNvSpPr txBox="1">
                <a:spLocks noRot="1" noChangeAspect="1" noMove="1" noResize="1" noEditPoints="1" noAdjustHandles="1" noChangeArrowheads="1" noChangeShapeType="1" noTextEdit="1"/>
              </p:cNvSpPr>
              <p:nvPr/>
            </p:nvSpPr>
            <p:spPr>
              <a:xfrm>
                <a:off x="5671679" y="2776945"/>
                <a:ext cx="1028743" cy="924164"/>
              </a:xfrm>
              <a:prstGeom prst="rect">
                <a:avLst/>
              </a:prstGeom>
              <a:blipFill>
                <a:blip r:embed="rId2"/>
                <a:stretch>
                  <a:fillRect l="-78049" t="-118919" r="-29268" b="-1797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08A0BB0-64E0-59A3-0F00-50FED5C3EE89}"/>
                  </a:ext>
                </a:extLst>
              </p:cNvPr>
              <p:cNvSpPr txBox="1"/>
              <p:nvPr/>
            </p:nvSpPr>
            <p:spPr>
              <a:xfrm>
                <a:off x="7204813" y="2782409"/>
                <a:ext cx="1450141"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2200" i="1" smtClean="0">
                              <a:solidFill>
                                <a:srgbClr val="FF0000"/>
                              </a:solidFill>
                              <a:latin typeface="Cambria Math" panose="02040503050406030204" pitchFamily="18" charset="0"/>
                            </a:rPr>
                          </m:ctrlPr>
                        </m:fPr>
                        <m:num>
                          <m:r>
                            <a:rPr kumimoji="1" lang="en-US" altLang="zh-CN" sz="2200" b="0" i="1" smtClean="0">
                              <a:solidFill>
                                <a:srgbClr val="FF0000"/>
                              </a:solidFill>
                              <a:latin typeface="Cambria Math" panose="02040503050406030204" pitchFamily="18" charset="0"/>
                            </a:rPr>
                            <m:t>1</m:t>
                          </m:r>
                        </m:num>
                        <m:den>
                          <m:r>
                            <a:rPr kumimoji="1" lang="en-US" altLang="zh-CN" sz="2200" b="0" i="1" smtClean="0">
                              <a:solidFill>
                                <a:srgbClr val="FF0000"/>
                              </a:solidFill>
                              <a:latin typeface="Cambria Math" panose="02040503050406030204" pitchFamily="18" charset="0"/>
                            </a:rPr>
                            <m:t>𝑛</m:t>
                          </m:r>
                        </m:den>
                      </m:f>
                      <m:nary>
                        <m:naryPr>
                          <m:chr m:val="∑"/>
                          <m:ctrlPr>
                            <a:rPr kumimoji="1" lang="en-US" altLang="zh-CN" sz="2200" i="1" smtClean="0">
                              <a:solidFill>
                                <a:srgbClr val="FF0000"/>
                              </a:solidFill>
                              <a:latin typeface="Cambria Math" panose="02040503050406030204" pitchFamily="18" charset="0"/>
                            </a:rPr>
                          </m:ctrlPr>
                        </m:naryPr>
                        <m:sub>
                          <m:r>
                            <m:rPr>
                              <m:brk m:alnAt="23"/>
                            </m:rPr>
                            <a:rPr kumimoji="1" lang="en-US" altLang="zh-CN" sz="2200" b="0" i="1" smtClean="0">
                              <a:solidFill>
                                <a:srgbClr val="FF0000"/>
                              </a:solidFill>
                              <a:latin typeface="Cambria Math" panose="02040503050406030204" pitchFamily="18" charset="0"/>
                            </a:rPr>
                            <m:t>𝑘</m:t>
                          </m:r>
                          <m:r>
                            <a:rPr kumimoji="1" lang="en-US" altLang="zh-CN" sz="2200" b="0" i="1" smtClean="0">
                              <a:solidFill>
                                <a:srgbClr val="FF0000"/>
                              </a:solidFill>
                              <a:latin typeface="Cambria Math" panose="02040503050406030204" pitchFamily="18" charset="0"/>
                            </a:rPr>
                            <m:t>=1</m:t>
                          </m:r>
                        </m:sub>
                        <m:sup>
                          <m:r>
                            <a:rPr kumimoji="1" lang="en-US" altLang="zh-CN" sz="2200" b="0" i="1" smtClean="0">
                              <a:solidFill>
                                <a:srgbClr val="FF0000"/>
                              </a:solidFill>
                              <a:latin typeface="Cambria Math" panose="02040503050406030204" pitchFamily="18" charset="0"/>
                            </a:rPr>
                            <m:t>𝑛</m:t>
                          </m:r>
                        </m:sup>
                        <m:e>
                          <m:sSub>
                            <m:sSubPr>
                              <m:ctrlPr>
                                <a:rPr kumimoji="1" lang="en-US" altLang="zh-CN" sz="2200" i="1" smtClean="0">
                                  <a:solidFill>
                                    <a:srgbClr val="FF0000"/>
                                  </a:solidFill>
                                  <a:latin typeface="Cambria Math" panose="02040503050406030204" pitchFamily="18" charset="0"/>
                                </a:rPr>
                              </m:ctrlPr>
                            </m:sSubPr>
                            <m:e>
                              <m:r>
                                <a:rPr kumimoji="1" lang="en-US" altLang="zh-CN" sz="2200" b="0" i="1" smtClean="0">
                                  <a:solidFill>
                                    <a:srgbClr val="FF0000"/>
                                  </a:solidFill>
                                  <a:latin typeface="Cambria Math" panose="02040503050406030204" pitchFamily="18" charset="0"/>
                                </a:rPr>
                                <m:t>𝐸</m:t>
                              </m:r>
                              <m:r>
                                <a:rPr kumimoji="1" lang="en-US" altLang="zh-CN" sz="2200" b="0" i="1" smtClean="0">
                                  <a:solidFill>
                                    <a:srgbClr val="FF0000"/>
                                  </a:solidFill>
                                  <a:latin typeface="Cambria Math" panose="02040503050406030204" pitchFamily="18" charset="0"/>
                                </a:rPr>
                                <m:t>(</m:t>
                              </m:r>
                              <m:r>
                                <a:rPr kumimoji="1" lang="en-US" altLang="zh-CN" sz="2200" b="0" i="1" smtClean="0">
                                  <a:solidFill>
                                    <a:srgbClr val="FF0000"/>
                                  </a:solidFill>
                                  <a:latin typeface="Cambria Math" panose="02040503050406030204" pitchFamily="18" charset="0"/>
                                </a:rPr>
                                <m:t>𝑋</m:t>
                              </m:r>
                            </m:e>
                            <m:sub>
                              <m:r>
                                <a:rPr kumimoji="1" lang="en-US" altLang="zh-CN" sz="2200" b="0" i="1" smtClean="0">
                                  <a:solidFill>
                                    <a:srgbClr val="FF0000"/>
                                  </a:solidFill>
                                  <a:latin typeface="Cambria Math" panose="02040503050406030204" pitchFamily="18" charset="0"/>
                                </a:rPr>
                                <m:t>𝑘</m:t>
                              </m:r>
                            </m:sub>
                          </m:sSub>
                          <m:r>
                            <a:rPr kumimoji="1" lang="en-US" altLang="zh-CN" sz="2200" b="0" i="1" smtClean="0">
                              <a:solidFill>
                                <a:srgbClr val="FF0000"/>
                              </a:solidFill>
                              <a:latin typeface="Cambria Math" panose="02040503050406030204" pitchFamily="18" charset="0"/>
                            </a:rPr>
                            <m:t>)</m:t>
                          </m:r>
                        </m:e>
                      </m:nary>
                    </m:oMath>
                  </m:oMathPara>
                </a14:m>
                <a:endParaRPr kumimoji="1" lang="zh-CN" altLang="en-US" sz="2200" dirty="0">
                  <a:solidFill>
                    <a:srgbClr val="FF0000"/>
                  </a:solidFill>
                </a:endParaRPr>
              </a:p>
            </p:txBody>
          </p:sp>
        </mc:Choice>
        <mc:Fallback xmlns="">
          <p:sp>
            <p:nvSpPr>
              <p:cNvPr id="4" name="文本框 3">
                <a:extLst>
                  <a:ext uri="{FF2B5EF4-FFF2-40B4-BE49-F238E27FC236}">
                    <a16:creationId xmlns:a16="http://schemas.microsoft.com/office/drawing/2014/main" id="{C08A0BB0-64E0-59A3-0F00-50FED5C3EE89}"/>
                  </a:ext>
                </a:extLst>
              </p:cNvPr>
              <p:cNvSpPr txBox="1">
                <a:spLocks noRot="1" noChangeAspect="1" noMove="1" noResize="1" noEditPoints="1" noAdjustHandles="1" noChangeArrowheads="1" noChangeShapeType="1" noTextEdit="1"/>
              </p:cNvSpPr>
              <p:nvPr/>
            </p:nvSpPr>
            <p:spPr>
              <a:xfrm>
                <a:off x="7204813" y="2782409"/>
                <a:ext cx="1450141" cy="924164"/>
              </a:xfrm>
              <a:prstGeom prst="rect">
                <a:avLst/>
              </a:prstGeom>
              <a:blipFill>
                <a:blip r:embed="rId3"/>
                <a:stretch>
                  <a:fillRect l="-55652" t="-117568" r="-6957" b="-1810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3A4210E-CD19-3798-C15A-3D4FCE47D6F0}"/>
                  </a:ext>
                </a:extLst>
              </p:cNvPr>
              <p:cNvSpPr txBox="1"/>
              <p:nvPr/>
            </p:nvSpPr>
            <p:spPr>
              <a:xfrm>
                <a:off x="6832681" y="3052950"/>
                <a:ext cx="239873" cy="396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kumimoji="1" lang="zh-CN" altLang="en-US" i="1" smtClean="0">
                              <a:solidFill>
                                <a:srgbClr val="FF0000"/>
                              </a:solidFill>
                              <a:latin typeface="Cambria Math" panose="02040503050406030204" pitchFamily="18" charset="0"/>
                            </a:rPr>
                          </m:ctrlPr>
                        </m:groupChrPr>
                        <m:e/>
                      </m:groupChr>
                    </m:oMath>
                  </m:oMathPara>
                </a14:m>
                <a:endParaRPr kumimoji="1" lang="zh-CN" altLang="en-US" dirty="0">
                  <a:solidFill>
                    <a:srgbClr val="FF0000"/>
                  </a:solidFill>
                </a:endParaRPr>
              </a:p>
            </p:txBody>
          </p:sp>
        </mc:Choice>
        <mc:Fallback xmlns="">
          <p:sp>
            <p:nvSpPr>
              <p:cNvPr id="5" name="文本框 4">
                <a:extLst>
                  <a:ext uri="{FF2B5EF4-FFF2-40B4-BE49-F238E27FC236}">
                    <a16:creationId xmlns:a16="http://schemas.microsoft.com/office/drawing/2014/main" id="{E3A4210E-CD19-3798-C15A-3D4FCE47D6F0}"/>
                  </a:ext>
                </a:extLst>
              </p:cNvPr>
              <p:cNvSpPr txBox="1">
                <a:spLocks noRot="1" noChangeAspect="1" noMove="1" noResize="1" noEditPoints="1" noAdjustHandles="1" noChangeArrowheads="1" noChangeShapeType="1" noTextEdit="1"/>
              </p:cNvSpPr>
              <p:nvPr/>
            </p:nvSpPr>
            <p:spPr>
              <a:xfrm>
                <a:off x="6832681" y="3052950"/>
                <a:ext cx="239873" cy="396519"/>
              </a:xfrm>
              <a:prstGeom prst="rect">
                <a:avLst/>
              </a:prstGeom>
              <a:blipFill>
                <a:blip r:embed="rId4"/>
                <a:stretch>
                  <a:fillRect l="-68421" b="-5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99FD7D1-B119-8295-D41D-E3EB03094DBA}"/>
                  </a:ext>
                </a:extLst>
              </p:cNvPr>
              <p:cNvSpPr txBox="1"/>
              <p:nvPr/>
            </p:nvSpPr>
            <p:spPr>
              <a:xfrm>
                <a:off x="5950356" y="5381913"/>
                <a:ext cx="1764650" cy="924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en-US" altLang="zh-CN" sz="2200" i="1" smtClean="0">
                              <a:solidFill>
                                <a:srgbClr val="FF0000"/>
                              </a:solidFill>
                              <a:latin typeface="Cambria Math" panose="02040503050406030204" pitchFamily="18" charset="0"/>
                            </a:rPr>
                          </m:ctrlPr>
                        </m:naryPr>
                        <m:sub>
                          <m:r>
                            <m:rPr>
                              <m:brk m:alnAt="23"/>
                            </m:rPr>
                            <a:rPr kumimoji="1" lang="en-US" altLang="zh-CN" sz="2200" b="0" i="1" smtClean="0">
                              <a:solidFill>
                                <a:srgbClr val="FF0000"/>
                              </a:solidFill>
                              <a:latin typeface="Cambria Math" panose="02040503050406030204" pitchFamily="18" charset="0"/>
                            </a:rPr>
                            <m:t>𝑘</m:t>
                          </m:r>
                          <m:r>
                            <a:rPr kumimoji="1" lang="en-US" altLang="zh-CN" sz="2200" b="0" i="1" smtClean="0">
                              <a:solidFill>
                                <a:srgbClr val="FF0000"/>
                              </a:solidFill>
                              <a:latin typeface="Cambria Math" panose="02040503050406030204" pitchFamily="18" charset="0"/>
                            </a:rPr>
                            <m:t>=1</m:t>
                          </m:r>
                        </m:sub>
                        <m:sup>
                          <m:r>
                            <a:rPr kumimoji="1" lang="en-US" altLang="zh-CN" sz="2200" b="0" i="1" smtClean="0">
                              <a:solidFill>
                                <a:srgbClr val="FF0000"/>
                              </a:solidFill>
                              <a:latin typeface="Cambria Math" panose="02040503050406030204" pitchFamily="18" charset="0"/>
                            </a:rPr>
                            <m:t>𝑛</m:t>
                          </m:r>
                        </m:sup>
                        <m:e>
                          <m:sSub>
                            <m:sSubPr>
                              <m:ctrlPr>
                                <a:rPr kumimoji="1" lang="en-US" altLang="zh-CN" sz="2200" i="1" smtClean="0">
                                  <a:solidFill>
                                    <a:srgbClr val="FF0000"/>
                                  </a:solidFill>
                                  <a:latin typeface="Cambria Math" panose="02040503050406030204" pitchFamily="18" charset="0"/>
                                </a:rPr>
                              </m:ctrlPr>
                            </m:sSubPr>
                            <m:e>
                              <m:r>
                                <a:rPr kumimoji="1" lang="en-US" altLang="zh-CN" sz="2200" b="0" i="1" smtClean="0">
                                  <a:solidFill>
                                    <a:srgbClr val="FF0000"/>
                                  </a:solidFill>
                                  <a:latin typeface="Cambria Math" panose="02040503050406030204" pitchFamily="18" charset="0"/>
                                </a:rPr>
                                <m:t>𝑋</m:t>
                              </m:r>
                            </m:e>
                            <m:sub>
                              <m:r>
                                <a:rPr kumimoji="1" lang="en-US" altLang="zh-CN" sz="2200" b="0" i="1" smtClean="0">
                                  <a:solidFill>
                                    <a:srgbClr val="FF0000"/>
                                  </a:solidFill>
                                  <a:latin typeface="Cambria Math" panose="02040503050406030204" pitchFamily="18" charset="0"/>
                                </a:rPr>
                                <m:t>𝑘</m:t>
                              </m:r>
                            </m:sub>
                          </m:sSub>
                        </m:e>
                      </m:nary>
                      <m:r>
                        <a:rPr kumimoji="1" lang="en-US" altLang="zh-CN" sz="2200" b="0" i="1" smtClean="0">
                          <a:solidFill>
                            <a:srgbClr val="FF0000"/>
                          </a:solidFill>
                          <a:latin typeface="Cambria Math" panose="02040503050406030204" pitchFamily="18" charset="0"/>
                        </a:rPr>
                        <m:t>~</m:t>
                      </m:r>
                      <m:r>
                        <a:rPr lang="en-US" altLang="zh-CN" sz="2000" i="1" smtClean="0">
                          <a:solidFill>
                            <a:srgbClr val="FF0000"/>
                          </a:solidFill>
                          <a:latin typeface="Cambria Math" panose="02040503050406030204" pitchFamily="18" charset="0"/>
                        </a:rPr>
                        <m:t>𝑁</m:t>
                      </m:r>
                      <m:d>
                        <m:dPr>
                          <m:ctrlPr>
                            <a:rPr lang="en-US" altLang="zh-CN" sz="2000" i="1" dirty="0">
                              <a:solidFill>
                                <a:srgbClr val="FF0000"/>
                              </a:solidFill>
                              <a:latin typeface="Cambria Math" panose="02040503050406030204" pitchFamily="18" charset="0"/>
                            </a:rPr>
                          </m:ctrlPr>
                        </m:dPr>
                        <m:e>
                          <m:r>
                            <a:rPr lang="en-US" altLang="zh-CN" sz="2000" b="0" i="1" dirty="0" smtClean="0">
                              <a:solidFill>
                                <a:srgbClr val="FF0000"/>
                              </a:solidFill>
                              <a:latin typeface="Cambria Math" panose="02040503050406030204" pitchFamily="18" charset="0"/>
                            </a:rPr>
                            <m:t>∗</m:t>
                          </m:r>
                          <m:r>
                            <a:rPr lang="en-US" altLang="zh-CN" sz="2000" i="1" dirty="0">
                              <a:solidFill>
                                <a:srgbClr val="FF0000"/>
                              </a:solidFill>
                              <a:latin typeface="Cambria Math" panose="02040503050406030204" pitchFamily="18" charset="0"/>
                              <a:ea typeface="Cambria Math" panose="02040503050406030204" pitchFamily="18" charset="0"/>
                            </a:rPr>
                            <m:t>,</m:t>
                          </m:r>
                          <m:r>
                            <a:rPr lang="en-US" altLang="zh-CN" sz="2000" b="0" i="1" dirty="0" smtClean="0">
                              <a:solidFill>
                                <a:srgbClr val="FF0000"/>
                              </a:solidFill>
                              <a:latin typeface="Cambria Math" panose="02040503050406030204" pitchFamily="18" charset="0"/>
                              <a:ea typeface="Cambria Math" panose="02040503050406030204" pitchFamily="18" charset="0"/>
                            </a:rPr>
                            <m:t>∗</m:t>
                          </m:r>
                        </m:e>
                      </m:d>
                    </m:oMath>
                  </m:oMathPara>
                </a14:m>
                <a:endParaRPr kumimoji="1" lang="zh-CN" altLang="en-US" sz="2200" dirty="0">
                  <a:solidFill>
                    <a:srgbClr val="FF0000"/>
                  </a:solidFill>
                </a:endParaRPr>
              </a:p>
            </p:txBody>
          </p:sp>
        </mc:Choice>
        <mc:Fallback xmlns="">
          <p:sp>
            <p:nvSpPr>
              <p:cNvPr id="6" name="文本框 5">
                <a:extLst>
                  <a:ext uri="{FF2B5EF4-FFF2-40B4-BE49-F238E27FC236}">
                    <a16:creationId xmlns:a16="http://schemas.microsoft.com/office/drawing/2014/main" id="{E99FD7D1-B119-8295-D41D-E3EB03094DBA}"/>
                  </a:ext>
                </a:extLst>
              </p:cNvPr>
              <p:cNvSpPr txBox="1">
                <a:spLocks noRot="1" noChangeAspect="1" noMove="1" noResize="1" noEditPoints="1" noAdjustHandles="1" noChangeArrowheads="1" noChangeShapeType="1" noTextEdit="1"/>
              </p:cNvSpPr>
              <p:nvPr/>
            </p:nvSpPr>
            <p:spPr>
              <a:xfrm>
                <a:off x="5950356" y="5381913"/>
                <a:ext cx="1764650" cy="924164"/>
              </a:xfrm>
              <a:prstGeom prst="rect">
                <a:avLst/>
              </a:prstGeom>
              <a:blipFill>
                <a:blip r:embed="rId5"/>
                <a:stretch>
                  <a:fillRect l="-57857" t="-118919" b="-181081"/>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B5472AA1-A567-A124-5D85-FE4FA0EEA669}"/>
              </a:ext>
            </a:extLst>
          </p:cNvPr>
          <p:cNvSpPr txBox="1"/>
          <p:nvPr/>
        </p:nvSpPr>
        <p:spPr>
          <a:xfrm>
            <a:off x="6700422" y="5406487"/>
            <a:ext cx="303288" cy="369332"/>
          </a:xfrm>
          <a:prstGeom prst="rect">
            <a:avLst/>
          </a:prstGeom>
          <a:noFill/>
        </p:spPr>
        <p:txBody>
          <a:bodyPr wrap="none" rtlCol="0">
            <a:spAutoFit/>
          </a:bodyPr>
          <a:lstStyle/>
          <a:p>
            <a:r>
              <a:rPr kumimoji="1" lang="en-US" altLang="zh-CN" b="1" i="1" dirty="0">
                <a:solidFill>
                  <a:srgbClr val="FF0000"/>
                </a:solidFill>
                <a:latin typeface="Times New Roman" panose="02020603050405020304" pitchFamily="18" charset="0"/>
                <a:cs typeface="Times New Roman" panose="02020603050405020304" pitchFamily="18" charset="0"/>
              </a:rPr>
              <a:t>a</a:t>
            </a:r>
            <a:endParaRPr kumimoji="1" lang="zh-CN" altLang="en-US" b="1" i="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BB746BE-31C6-84C3-914E-8C3A972E7FD6}"/>
                  </a:ext>
                </a:extLst>
              </p:cNvPr>
              <p:cNvSpPr txBox="1"/>
              <p:nvPr/>
            </p:nvSpPr>
            <p:spPr>
              <a:xfrm>
                <a:off x="4798505" y="2997243"/>
                <a:ext cx="873174" cy="5352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CN" altLang="en-US" sz="2200" b="1" i="1" smtClean="0">
                              <a:solidFill>
                                <a:srgbClr val="FF0000"/>
                              </a:solidFill>
                              <a:latin typeface="Cambria Math" panose="02040503050406030204" pitchFamily="18" charset="0"/>
                            </a:rPr>
                          </m:ctrlPr>
                        </m:limLowPr>
                        <m:e>
                          <m:r>
                            <a:rPr lang="zh-CN" altLang="en-US" sz="2200" b="1" i="1">
                              <a:solidFill>
                                <a:srgbClr val="FF0000"/>
                              </a:solidFill>
                              <a:latin typeface="Cambria Math" panose="02040503050406030204" pitchFamily="18" charset="0"/>
                            </a:rPr>
                            <m:t>𝒍𝒊𝒎</m:t>
                          </m:r>
                        </m:e>
                        <m:lim>
                          <m:r>
                            <a:rPr lang="zh-CN" altLang="en-US" sz="2200" b="1" i="1">
                              <a:solidFill>
                                <a:srgbClr val="FF0000"/>
                              </a:solidFill>
                              <a:latin typeface="Cambria Math" panose="02040503050406030204" pitchFamily="18" charset="0"/>
                            </a:rPr>
                            <m:t>𝒏</m:t>
                          </m:r>
                          <m:r>
                            <a:rPr lang="zh-CN" altLang="en-US" sz="2200" b="1">
                              <a:solidFill>
                                <a:srgbClr val="FF0000"/>
                              </a:solidFill>
                              <a:latin typeface="Cambria Math" panose="02040503050406030204" pitchFamily="18" charset="0"/>
                            </a:rPr>
                            <m:t>→∞</m:t>
                          </m:r>
                        </m:lim>
                      </m:limLow>
                    </m:oMath>
                  </m:oMathPara>
                </a14:m>
                <a:endParaRPr lang="zh-CN" altLang="en-US" sz="2200" b="1" dirty="0">
                  <a:solidFill>
                    <a:srgbClr val="FF0000"/>
                  </a:solidFill>
                </a:endParaRPr>
              </a:p>
            </p:txBody>
          </p:sp>
        </mc:Choice>
        <mc:Fallback xmlns="">
          <p:sp>
            <p:nvSpPr>
              <p:cNvPr id="8" name="文本框 7">
                <a:extLst>
                  <a:ext uri="{FF2B5EF4-FFF2-40B4-BE49-F238E27FC236}">
                    <a16:creationId xmlns:a16="http://schemas.microsoft.com/office/drawing/2014/main" id="{3BB746BE-31C6-84C3-914E-8C3A972E7FD6}"/>
                  </a:ext>
                </a:extLst>
              </p:cNvPr>
              <p:cNvSpPr txBox="1">
                <a:spLocks noRot="1" noChangeAspect="1" noMove="1" noResize="1" noEditPoints="1" noAdjustHandles="1" noChangeArrowheads="1" noChangeShapeType="1" noTextEdit="1"/>
              </p:cNvSpPr>
              <p:nvPr/>
            </p:nvSpPr>
            <p:spPr>
              <a:xfrm>
                <a:off x="4798505" y="2997243"/>
                <a:ext cx="873174" cy="535275"/>
              </a:xfrm>
              <a:prstGeom prst="rect">
                <a:avLst/>
              </a:prstGeom>
              <a:blipFill>
                <a:blip r:embed="rId6"/>
                <a:stretch>
                  <a:fillRect b="-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65BE4BA-0A37-7B90-BCE7-5792D6BB9BC9}"/>
                  </a:ext>
                </a:extLst>
              </p:cNvPr>
              <p:cNvSpPr txBox="1"/>
              <p:nvPr/>
            </p:nvSpPr>
            <p:spPr>
              <a:xfrm>
                <a:off x="3581796" y="3970821"/>
                <a:ext cx="5428024" cy="369332"/>
              </a:xfrm>
              <a:prstGeom prst="rect">
                <a:avLst/>
              </a:prstGeom>
              <a:noFill/>
            </p:spPr>
            <p:txBody>
              <a:bodyPr wrap="none" rtlCol="0">
                <a:spAutoFit/>
              </a:bodyPr>
              <a:lstStyle/>
              <a:p>
                <a14:m>
                  <m:oMath xmlns:m="http://schemas.openxmlformats.org/officeDocument/2006/math">
                    <m:sSub>
                      <m:sSubPr>
                        <m:ctrlPr>
                          <a:rPr lang="zh-CN" altLang="zh-CN" sz="1800" i="1" smtClean="0">
                            <a:solidFill>
                              <a:srgbClr val="FF0000"/>
                            </a:solidFill>
                            <a:latin typeface="Cambria Math" panose="02040503050406030204" pitchFamily="18" charset="0"/>
                          </a:rPr>
                        </m:ctrlPr>
                      </m:sSubPr>
                      <m:e>
                        <m:r>
                          <a:rPr lang="en-US" altLang="zh-CN" sz="1800">
                            <a:solidFill>
                              <a:srgbClr val="FF0000"/>
                            </a:solidFill>
                            <a:latin typeface="Cambria Math" panose="02040503050406030204" pitchFamily="18" charset="0"/>
                          </a:rPr>
                          <m:t>𝑋</m:t>
                        </m:r>
                      </m:e>
                      <m:sub>
                        <m:r>
                          <a:rPr lang="en-US" altLang="zh-CN" sz="1800">
                            <a:solidFill>
                              <a:srgbClr val="FF0000"/>
                            </a:solidFill>
                            <a:latin typeface="Cambria Math" panose="02040503050406030204" pitchFamily="18" charset="0"/>
                          </a:rPr>
                          <m:t>1</m:t>
                        </m:r>
                      </m:sub>
                    </m:sSub>
                    <m:r>
                      <a:rPr lang="en-US" altLang="zh-CN" sz="1800">
                        <a:solidFill>
                          <a:srgbClr val="FF0000"/>
                        </a:solidFill>
                        <a:latin typeface="Cambria Math" panose="02040503050406030204" pitchFamily="18" charset="0"/>
                      </a:rPr>
                      <m:t>,</m:t>
                    </m:r>
                    <m:sSub>
                      <m:sSubPr>
                        <m:ctrlPr>
                          <a:rPr lang="zh-CN" altLang="zh-CN" sz="1800" i="1">
                            <a:solidFill>
                              <a:srgbClr val="FF0000"/>
                            </a:solidFill>
                            <a:latin typeface="Cambria Math" panose="02040503050406030204" pitchFamily="18" charset="0"/>
                          </a:rPr>
                        </m:ctrlPr>
                      </m:sSubPr>
                      <m:e>
                        <m:r>
                          <a:rPr lang="en-US" altLang="zh-CN" sz="1800">
                            <a:solidFill>
                              <a:srgbClr val="FF0000"/>
                            </a:solidFill>
                            <a:latin typeface="Cambria Math" panose="02040503050406030204" pitchFamily="18" charset="0"/>
                          </a:rPr>
                          <m:t>𝑋</m:t>
                        </m:r>
                      </m:e>
                      <m:sub>
                        <m:r>
                          <a:rPr lang="en-US" altLang="zh-CN" sz="1800">
                            <a:solidFill>
                              <a:srgbClr val="FF0000"/>
                            </a:solidFill>
                            <a:latin typeface="Cambria Math" panose="02040503050406030204" pitchFamily="18" charset="0"/>
                          </a:rPr>
                          <m:t>2</m:t>
                        </m:r>
                      </m:sub>
                    </m:sSub>
                    <m:r>
                      <a:rPr lang="en-US" altLang="zh-CN" sz="1800">
                        <a:solidFill>
                          <a:srgbClr val="FF0000"/>
                        </a:solidFill>
                        <a:latin typeface="Cambria Math" panose="02040503050406030204" pitchFamily="18" charset="0"/>
                      </a:rPr>
                      <m:t>,⋯</m:t>
                    </m:r>
                  </m:oMath>
                </a14:m>
                <a:r>
                  <a:rPr lang="zh-CN" altLang="en-US" sz="1800" dirty="0">
                    <a:solidFill>
                      <a:srgbClr val="FF0000"/>
                    </a:solidFill>
                  </a:rPr>
                  <a:t>是相互独立，服从同一分布的随机变量序列</a:t>
                </a:r>
                <a:endParaRPr kumimoji="1" lang="zh-CN" altLang="en-US" dirty="0">
                  <a:solidFill>
                    <a:srgbClr val="FF0000"/>
                  </a:solidFill>
                </a:endParaRPr>
              </a:p>
            </p:txBody>
          </p:sp>
        </mc:Choice>
        <mc:Fallback xmlns="">
          <p:sp>
            <p:nvSpPr>
              <p:cNvPr id="9" name="文本框 8">
                <a:extLst>
                  <a:ext uri="{FF2B5EF4-FFF2-40B4-BE49-F238E27FC236}">
                    <a16:creationId xmlns:a16="http://schemas.microsoft.com/office/drawing/2014/main" id="{B65BE4BA-0A37-7B90-BCE7-5792D6BB9BC9}"/>
                  </a:ext>
                </a:extLst>
              </p:cNvPr>
              <p:cNvSpPr txBox="1">
                <a:spLocks noRot="1" noChangeAspect="1" noMove="1" noResize="1" noEditPoints="1" noAdjustHandles="1" noChangeArrowheads="1" noChangeShapeType="1" noTextEdit="1"/>
              </p:cNvSpPr>
              <p:nvPr/>
            </p:nvSpPr>
            <p:spPr>
              <a:xfrm>
                <a:off x="3581796" y="3970821"/>
                <a:ext cx="5428024" cy="369332"/>
              </a:xfrm>
              <a:prstGeom prst="rect">
                <a:avLst/>
              </a:prstGeom>
              <a:blipFill>
                <a:blip r:embed="rId7"/>
                <a:stretch>
                  <a:fillRect t="-13333"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DB14E327-E01D-1466-F050-F76FFDA726CC}"/>
                  </a:ext>
                </a:extLst>
              </p:cNvPr>
              <p:cNvSpPr/>
              <p:nvPr/>
            </p:nvSpPr>
            <p:spPr>
              <a:xfrm>
                <a:off x="7204813" y="2776945"/>
                <a:ext cx="1553425" cy="10046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zh-CN" altLang="en-US" sz="2000" b="1" i="1" smtClean="0">
                          <a:solidFill>
                            <a:srgbClr val="FF0000"/>
                          </a:solidFill>
                          <a:latin typeface="Cambria Math" panose="02040503050406030204" pitchFamily="18" charset="0"/>
                        </a:rPr>
                        <m:t>𝝁</m:t>
                      </m:r>
                    </m:oMath>
                  </m:oMathPara>
                </a14:m>
                <a:endParaRPr kumimoji="1" lang="zh-CN" altLang="en-US" sz="2000" b="1" dirty="0">
                  <a:solidFill>
                    <a:srgbClr val="FF0000"/>
                  </a:solidFill>
                </a:endParaRPr>
              </a:p>
            </p:txBody>
          </p:sp>
        </mc:Choice>
        <mc:Fallback xmlns="">
          <p:sp>
            <p:nvSpPr>
              <p:cNvPr id="10" name="矩形 9">
                <a:extLst>
                  <a:ext uri="{FF2B5EF4-FFF2-40B4-BE49-F238E27FC236}">
                    <a16:creationId xmlns:a16="http://schemas.microsoft.com/office/drawing/2014/main" id="{DB14E327-E01D-1466-F050-F76FFDA726CC}"/>
                  </a:ext>
                </a:extLst>
              </p:cNvPr>
              <p:cNvSpPr>
                <a:spLocks noRot="1" noChangeAspect="1" noMove="1" noResize="1" noEditPoints="1" noAdjustHandles="1" noChangeArrowheads="1" noChangeShapeType="1" noTextEdit="1"/>
              </p:cNvSpPr>
              <p:nvPr/>
            </p:nvSpPr>
            <p:spPr>
              <a:xfrm>
                <a:off x="7204813" y="2776945"/>
                <a:ext cx="1553425" cy="1004627"/>
              </a:xfrm>
              <a:prstGeom prst="rect">
                <a:avLst/>
              </a:prstGeom>
              <a:blipFill>
                <a:blip r:embed="rId8"/>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705F8361-4B9A-69AA-C14C-5D5881BAA7FA}"/>
                  </a:ext>
                </a:extLst>
              </p:cNvPr>
              <p:cNvSpPr/>
              <p:nvPr/>
            </p:nvSpPr>
            <p:spPr>
              <a:xfrm>
                <a:off x="4946609" y="2776945"/>
                <a:ext cx="1782788" cy="10046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kumimoji="1" lang="zh-CN" altLang="en-US" sz="2000" b="1" i="1" smtClean="0">
                              <a:solidFill>
                                <a:srgbClr val="FF0000"/>
                              </a:solidFill>
                              <a:latin typeface="Cambria Math" panose="02040503050406030204" pitchFamily="18" charset="0"/>
                            </a:rPr>
                          </m:ctrlPr>
                        </m:accPr>
                        <m:e>
                          <m:r>
                            <a:rPr kumimoji="1" lang="en-US" altLang="zh-CN" sz="2000" b="1" i="1" smtClean="0">
                              <a:solidFill>
                                <a:srgbClr val="FF0000"/>
                              </a:solidFill>
                              <a:latin typeface="Cambria Math" panose="02040503050406030204" pitchFamily="18" charset="0"/>
                            </a:rPr>
                            <m:t>𝑿</m:t>
                          </m:r>
                        </m:e>
                      </m:acc>
                    </m:oMath>
                  </m:oMathPara>
                </a14:m>
                <a:endParaRPr kumimoji="1" lang="zh-CN" altLang="en-US" sz="2000" b="1" dirty="0">
                  <a:solidFill>
                    <a:srgbClr val="FF0000"/>
                  </a:solidFill>
                </a:endParaRPr>
              </a:p>
            </p:txBody>
          </p:sp>
        </mc:Choice>
        <mc:Fallback xmlns="">
          <p:sp>
            <p:nvSpPr>
              <p:cNvPr id="11" name="矩形 10">
                <a:extLst>
                  <a:ext uri="{FF2B5EF4-FFF2-40B4-BE49-F238E27FC236}">
                    <a16:creationId xmlns:a16="http://schemas.microsoft.com/office/drawing/2014/main" id="{705F8361-4B9A-69AA-C14C-5D5881BAA7FA}"/>
                  </a:ext>
                </a:extLst>
              </p:cNvPr>
              <p:cNvSpPr>
                <a:spLocks noRot="1" noChangeAspect="1" noMove="1" noResize="1" noEditPoints="1" noAdjustHandles="1" noChangeArrowheads="1" noChangeShapeType="1" noTextEdit="1"/>
              </p:cNvSpPr>
              <p:nvPr/>
            </p:nvSpPr>
            <p:spPr>
              <a:xfrm>
                <a:off x="4946609" y="2776945"/>
                <a:ext cx="1782788" cy="1004627"/>
              </a:xfrm>
              <a:prstGeom prst="rect">
                <a:avLst/>
              </a:prstGeom>
              <a:blipFill>
                <a:blip r:embed="rId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E58944B-FAD7-8E7C-C6F8-6E299340BB9F}"/>
                  </a:ext>
                </a:extLst>
              </p:cNvPr>
              <p:cNvSpPr txBox="1"/>
              <p:nvPr/>
            </p:nvSpPr>
            <p:spPr>
              <a:xfrm>
                <a:off x="6783401" y="2956656"/>
                <a:ext cx="36740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600" b="1" i="1" dirty="0" smtClean="0">
                          <a:solidFill>
                            <a:srgbClr val="FF0000"/>
                          </a:solidFill>
                          <a:latin typeface="Cambria Math" panose="02040503050406030204" pitchFamily="18" charset="0"/>
                        </a:rPr>
                        <m:t>𝑷</m:t>
                      </m:r>
                    </m:oMath>
                  </m:oMathPara>
                </a14:m>
                <a:endParaRPr kumimoji="1" lang="zh-CN" altLang="en-US" sz="1600" b="1" dirty="0">
                  <a:solidFill>
                    <a:srgbClr val="FF0000"/>
                  </a:solidFill>
                </a:endParaRPr>
              </a:p>
            </p:txBody>
          </p:sp>
        </mc:Choice>
        <mc:Fallback xmlns="">
          <p:sp>
            <p:nvSpPr>
              <p:cNvPr id="12" name="文本框 11">
                <a:extLst>
                  <a:ext uri="{FF2B5EF4-FFF2-40B4-BE49-F238E27FC236}">
                    <a16:creationId xmlns:a16="http://schemas.microsoft.com/office/drawing/2014/main" id="{DE58944B-FAD7-8E7C-C6F8-6E299340BB9F}"/>
                  </a:ext>
                </a:extLst>
              </p:cNvPr>
              <p:cNvSpPr txBox="1">
                <a:spLocks noRot="1" noChangeAspect="1" noMove="1" noResize="1" noEditPoints="1" noAdjustHandles="1" noChangeArrowheads="1" noChangeShapeType="1" noTextEdit="1"/>
              </p:cNvSpPr>
              <p:nvPr/>
            </p:nvSpPr>
            <p:spPr>
              <a:xfrm>
                <a:off x="6783401" y="2956656"/>
                <a:ext cx="367408" cy="33855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D71B5BB-B7E9-1EEB-69A9-D9F5BEB1BAE5}"/>
                  </a:ext>
                </a:extLst>
              </p:cNvPr>
              <p:cNvSpPr txBox="1"/>
              <p:nvPr/>
            </p:nvSpPr>
            <p:spPr>
              <a:xfrm>
                <a:off x="5115952" y="5616171"/>
                <a:ext cx="873174" cy="5352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CN" altLang="en-US" sz="2200" b="1" i="1" smtClean="0">
                              <a:solidFill>
                                <a:srgbClr val="FF0000"/>
                              </a:solidFill>
                              <a:latin typeface="Cambria Math" panose="02040503050406030204" pitchFamily="18" charset="0"/>
                            </a:rPr>
                          </m:ctrlPr>
                        </m:limLowPr>
                        <m:e>
                          <m:r>
                            <a:rPr lang="zh-CN" altLang="en-US" sz="2200" b="1" i="1">
                              <a:solidFill>
                                <a:srgbClr val="FF0000"/>
                              </a:solidFill>
                              <a:latin typeface="Cambria Math" panose="02040503050406030204" pitchFamily="18" charset="0"/>
                            </a:rPr>
                            <m:t>𝒍𝒊𝒎</m:t>
                          </m:r>
                        </m:e>
                        <m:lim>
                          <m:r>
                            <a:rPr lang="zh-CN" altLang="en-US" sz="2200" b="1" i="1">
                              <a:solidFill>
                                <a:srgbClr val="FF0000"/>
                              </a:solidFill>
                              <a:latin typeface="Cambria Math" panose="02040503050406030204" pitchFamily="18" charset="0"/>
                            </a:rPr>
                            <m:t>𝒏</m:t>
                          </m:r>
                          <m:r>
                            <a:rPr lang="zh-CN" altLang="en-US" sz="2200" b="1">
                              <a:solidFill>
                                <a:srgbClr val="FF0000"/>
                              </a:solidFill>
                              <a:latin typeface="Cambria Math" panose="02040503050406030204" pitchFamily="18" charset="0"/>
                            </a:rPr>
                            <m:t>→∞</m:t>
                          </m:r>
                        </m:lim>
                      </m:limLow>
                    </m:oMath>
                  </m:oMathPara>
                </a14:m>
                <a:endParaRPr lang="zh-CN" altLang="en-US" sz="2200" b="1" dirty="0">
                  <a:solidFill>
                    <a:srgbClr val="FF0000"/>
                  </a:solidFill>
                </a:endParaRPr>
              </a:p>
            </p:txBody>
          </p:sp>
        </mc:Choice>
        <mc:Fallback xmlns="">
          <p:sp>
            <p:nvSpPr>
              <p:cNvPr id="13" name="文本框 12">
                <a:extLst>
                  <a:ext uri="{FF2B5EF4-FFF2-40B4-BE49-F238E27FC236}">
                    <a16:creationId xmlns:a16="http://schemas.microsoft.com/office/drawing/2014/main" id="{6D71B5BB-B7E9-1EEB-69A9-D9F5BEB1BAE5}"/>
                  </a:ext>
                </a:extLst>
              </p:cNvPr>
              <p:cNvSpPr txBox="1">
                <a:spLocks noRot="1" noChangeAspect="1" noMove="1" noResize="1" noEditPoints="1" noAdjustHandles="1" noChangeArrowheads="1" noChangeShapeType="1" noTextEdit="1"/>
              </p:cNvSpPr>
              <p:nvPr/>
            </p:nvSpPr>
            <p:spPr>
              <a:xfrm>
                <a:off x="5115952" y="5616171"/>
                <a:ext cx="873174" cy="535275"/>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3617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animBg="1"/>
      <p:bldP spid="11" grpId="0" animBg="1"/>
      <p:bldP spid="12" grpId="0"/>
      <p:bldP spid="13"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322</TotalTime>
  <Words>1652</Words>
  <Application>Microsoft Macintosh PowerPoint</Application>
  <PresentationFormat>全屏显示(4:3)</PresentationFormat>
  <Paragraphs>218</Paragraphs>
  <Slides>32</Slides>
  <Notes>7</Notes>
  <HiddenSlides>1</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32</vt:i4>
      </vt:variant>
    </vt:vector>
  </HeadingPairs>
  <TitlesOfParts>
    <vt:vector size="40" baseType="lpstr">
      <vt:lpstr>等线</vt:lpstr>
      <vt:lpstr>STXinwei</vt:lpstr>
      <vt:lpstr>KaiTi</vt:lpstr>
      <vt:lpstr>Arial</vt:lpstr>
      <vt:lpstr>Cambria Math</vt:lpstr>
      <vt:lpstr>Corbel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矩、协方差矩阵</dc:title>
  <dc:creator>qingyang li</dc:creator>
  <cp:lastModifiedBy>Zheng Fei</cp:lastModifiedBy>
  <cp:revision>2</cp:revision>
  <dcterms:created xsi:type="dcterms:W3CDTF">2022-05-12T14:10:16Z</dcterms:created>
  <dcterms:modified xsi:type="dcterms:W3CDTF">2023-04-15T07:21:49Z</dcterms:modified>
</cp:coreProperties>
</file>