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431" r:id="rId2"/>
    <p:sldId id="473" r:id="rId3"/>
    <p:sldId id="261" r:id="rId4"/>
    <p:sldId id="475" r:id="rId5"/>
    <p:sldId id="445" r:id="rId6"/>
    <p:sldId id="470" r:id="rId7"/>
    <p:sldId id="446" r:id="rId8"/>
    <p:sldId id="469" r:id="rId9"/>
    <p:sldId id="447" r:id="rId10"/>
    <p:sldId id="476" r:id="rId11"/>
    <p:sldId id="468" r:id="rId12"/>
    <p:sldId id="262" r:id="rId13"/>
    <p:sldId id="477" r:id="rId14"/>
    <p:sldId id="448" r:id="rId15"/>
    <p:sldId id="478" r:id="rId16"/>
    <p:sldId id="467" r:id="rId17"/>
    <p:sldId id="479" r:id="rId18"/>
    <p:sldId id="459" r:id="rId19"/>
    <p:sldId id="263" r:id="rId20"/>
    <p:sldId id="449" r:id="rId21"/>
    <p:sldId id="264" r:id="rId22"/>
    <p:sldId id="450" r:id="rId23"/>
    <p:sldId id="265" r:id="rId24"/>
    <p:sldId id="451" r:id="rId25"/>
    <p:sldId id="266" r:id="rId26"/>
    <p:sldId id="267" r:id="rId27"/>
    <p:sldId id="461" r:id="rId28"/>
    <p:sldId id="452" r:id="rId29"/>
    <p:sldId id="462" r:id="rId30"/>
    <p:sldId id="454" r:id="rId31"/>
    <p:sldId id="480" r:id="rId32"/>
    <p:sldId id="464" r:id="rId33"/>
    <p:sldId id="465" r:id="rId34"/>
    <p:sldId id="453" r:id="rId35"/>
    <p:sldId id="269" r:id="rId36"/>
    <p:sldId id="466" r:id="rId37"/>
    <p:sldId id="455" r:id="rId38"/>
    <p:sldId id="270"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A64E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836957-1F9A-8A49-BAF9-2E635B92CB2C}" v="510" dt="2023-05-15T15:21:28.01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16" autoAdjust="0"/>
    <p:restoredTop sz="95840"/>
  </p:normalViewPr>
  <p:slideViewPr>
    <p:cSldViewPr snapToGrid="0">
      <p:cViewPr varScale="1">
        <p:scale>
          <a:sx n="85" d="100"/>
          <a:sy n="85" d="100"/>
        </p:scale>
        <p:origin x="200" y="656"/>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Fei" userId="d19317889db4c986" providerId="LiveId" clId="{581FB442-3406-4112-8835-D4E0536477E7}"/>
    <pc:docChg chg="custSel addSld modSld">
      <pc:chgData name="Zheng Fei" userId="d19317889db4c986" providerId="LiveId" clId="{581FB442-3406-4112-8835-D4E0536477E7}" dt="2022-05-31T01:33:53.980" v="1" actId="2890"/>
      <pc:docMkLst>
        <pc:docMk/>
      </pc:docMkLst>
      <pc:sldChg chg="modSp mod">
        <pc:chgData name="Zheng Fei" userId="d19317889db4c986" providerId="LiveId" clId="{581FB442-3406-4112-8835-D4E0536477E7}" dt="2022-05-31T01:33:41.711" v="0" actId="27636"/>
        <pc:sldMkLst>
          <pc:docMk/>
          <pc:sldMk cId="3255218969" sldId="268"/>
        </pc:sldMkLst>
        <pc:spChg chg="mod">
          <ac:chgData name="Zheng Fei" userId="d19317889db4c986" providerId="LiveId" clId="{581FB442-3406-4112-8835-D4E0536477E7}" dt="2022-05-31T01:33:41.711" v="0" actId="27636"/>
          <ac:spMkLst>
            <pc:docMk/>
            <pc:sldMk cId="3255218969" sldId="268"/>
            <ac:spMk id="3" creationId="{134E5D6F-4039-1166-CACD-52EA0B71108B}"/>
          </ac:spMkLst>
        </pc:spChg>
      </pc:sldChg>
      <pc:sldChg chg="add">
        <pc:chgData name="Zheng Fei" userId="d19317889db4c986" providerId="LiveId" clId="{581FB442-3406-4112-8835-D4E0536477E7}" dt="2022-05-31T01:33:53.980" v="1" actId="2890"/>
        <pc:sldMkLst>
          <pc:docMk/>
          <pc:sldMk cId="2427545706" sldId="271"/>
        </pc:sldMkLst>
      </pc:sldChg>
    </pc:docChg>
  </pc:docChgLst>
  <pc:docChgLst>
    <pc:chgData name="Zheng Fei" userId="d19317889db4c986" providerId="LiveId" clId="{AA871E1B-A1EA-4D7E-A62D-1A8AEED4B061}"/>
    <pc:docChg chg="undo custSel addSld delSld modSld sldOrd">
      <pc:chgData name="Zheng Fei" userId="d19317889db4c986" providerId="LiveId" clId="{AA871E1B-A1EA-4D7E-A62D-1A8AEED4B061}" dt="2022-06-01T06:07:04.612" v="3302" actId="1076"/>
      <pc:docMkLst>
        <pc:docMk/>
      </pc:docMkLst>
      <pc:sldChg chg="add modTransition">
        <pc:chgData name="Zheng Fei" userId="d19317889db4c986" providerId="LiveId" clId="{AA871E1B-A1EA-4D7E-A62D-1A8AEED4B061}" dt="2022-05-31T08:20:16.301" v="1774"/>
        <pc:sldMkLst>
          <pc:docMk/>
          <pc:sldMk cId="0" sldId="256"/>
        </pc:sldMkLst>
      </pc:sldChg>
      <pc:sldChg chg="addSp delSp modSp mod">
        <pc:chgData name="Zheng Fei" userId="d19317889db4c986" providerId="LiveId" clId="{AA871E1B-A1EA-4D7E-A62D-1A8AEED4B061}" dt="2022-05-31T08:09:57.987" v="1740" actId="113"/>
        <pc:sldMkLst>
          <pc:docMk/>
          <pc:sldMk cId="1216094134" sldId="257"/>
        </pc:sldMkLst>
        <pc:spChg chg="del">
          <ac:chgData name="Zheng Fei" userId="d19317889db4c986" providerId="LiveId" clId="{AA871E1B-A1EA-4D7E-A62D-1A8AEED4B061}" dt="2022-05-31T02:46:41.153" v="868" actId="478"/>
          <ac:spMkLst>
            <pc:docMk/>
            <pc:sldMk cId="1216094134" sldId="257"/>
            <ac:spMk id="2" creationId="{27C3A274-ECE8-38D9-09FE-9BEF4EAD1C31}"/>
          </ac:spMkLst>
        </pc:spChg>
        <pc:spChg chg="mod">
          <ac:chgData name="Zheng Fei" userId="d19317889db4c986" providerId="LiveId" clId="{AA871E1B-A1EA-4D7E-A62D-1A8AEED4B061}" dt="2022-05-31T08:09:57.987" v="1740" actId="113"/>
          <ac:spMkLst>
            <pc:docMk/>
            <pc:sldMk cId="1216094134" sldId="257"/>
            <ac:spMk id="3" creationId="{176E1E82-05D5-A46D-AEF4-64DB600B4544}"/>
          </ac:spMkLst>
        </pc:spChg>
        <pc:spChg chg="add del mod">
          <ac:chgData name="Zheng Fei" userId="d19317889db4c986" providerId="LiveId" clId="{AA871E1B-A1EA-4D7E-A62D-1A8AEED4B061}" dt="2022-05-31T02:46:43.476" v="869" actId="478"/>
          <ac:spMkLst>
            <pc:docMk/>
            <pc:sldMk cId="1216094134" sldId="257"/>
            <ac:spMk id="5" creationId="{4B4E3188-E10E-FA81-BFD3-D1859F4A6401}"/>
          </ac:spMkLst>
        </pc:spChg>
        <pc:spChg chg="add mod">
          <ac:chgData name="Zheng Fei" userId="d19317889db4c986" providerId="LiveId" clId="{AA871E1B-A1EA-4D7E-A62D-1A8AEED4B061}" dt="2022-05-31T02:46:43.946" v="870"/>
          <ac:spMkLst>
            <pc:docMk/>
            <pc:sldMk cId="1216094134" sldId="257"/>
            <ac:spMk id="6" creationId="{7800C080-EFC3-FABA-F2A7-52C52F91DEBB}"/>
          </ac:spMkLst>
        </pc:spChg>
      </pc:sldChg>
      <pc:sldChg chg="addSp delSp modSp mod ord">
        <pc:chgData name="Zheng Fei" userId="d19317889db4c986" providerId="LiveId" clId="{AA871E1B-A1EA-4D7E-A62D-1A8AEED4B061}" dt="2022-05-31T08:13:31.421" v="1765" actId="207"/>
        <pc:sldMkLst>
          <pc:docMk/>
          <pc:sldMk cId="1645511775" sldId="258"/>
        </pc:sldMkLst>
        <pc:spChg chg="del mod">
          <ac:chgData name="Zheng Fei" userId="d19317889db4c986" providerId="LiveId" clId="{AA871E1B-A1EA-4D7E-A62D-1A8AEED4B061}" dt="2022-05-31T02:48:17.527" v="911" actId="478"/>
          <ac:spMkLst>
            <pc:docMk/>
            <pc:sldMk cId="1645511775" sldId="258"/>
            <ac:spMk id="3" creationId="{882C639D-4A94-873F-49FE-84AE6E07468D}"/>
          </ac:spMkLst>
        </pc:spChg>
        <pc:spChg chg="add del mod">
          <ac:chgData name="Zheng Fei" userId="d19317889db4c986" providerId="LiveId" clId="{AA871E1B-A1EA-4D7E-A62D-1A8AEED4B061}" dt="2022-05-31T02:47:51.342" v="905" actId="478"/>
          <ac:spMkLst>
            <pc:docMk/>
            <pc:sldMk cId="1645511775" sldId="258"/>
            <ac:spMk id="4" creationId="{88862752-48B6-7026-A1D8-87D0446659F2}"/>
          </ac:spMkLst>
        </pc:spChg>
        <pc:spChg chg="add del mod">
          <ac:chgData name="Zheng Fei" userId="d19317889db4c986" providerId="LiveId" clId="{AA871E1B-A1EA-4D7E-A62D-1A8AEED4B061}" dt="2022-05-31T02:47:52.958" v="906" actId="478"/>
          <ac:spMkLst>
            <pc:docMk/>
            <pc:sldMk cId="1645511775" sldId="258"/>
            <ac:spMk id="9" creationId="{6649E95E-B89D-BF69-B527-09DB10DA2CD7}"/>
          </ac:spMkLst>
        </pc:spChg>
        <pc:spChg chg="add mod">
          <ac:chgData name="Zheng Fei" userId="d19317889db4c986" providerId="LiveId" clId="{AA871E1B-A1EA-4D7E-A62D-1A8AEED4B061}" dt="2022-05-31T08:13:31.421" v="1765" actId="207"/>
          <ac:spMkLst>
            <pc:docMk/>
            <pc:sldMk cId="1645511775" sldId="258"/>
            <ac:spMk id="10" creationId="{BF336C53-698D-39E7-8745-2DB2F9E5335D}"/>
          </ac:spMkLst>
        </pc:spChg>
        <pc:picChg chg="add mod">
          <ac:chgData name="Zheng Fei" userId="d19317889db4c986" providerId="LiveId" clId="{AA871E1B-A1EA-4D7E-A62D-1A8AEED4B061}" dt="2022-05-31T02:48:33.948" v="919" actId="1076"/>
          <ac:picMkLst>
            <pc:docMk/>
            <pc:sldMk cId="1645511775" sldId="258"/>
            <ac:picMk id="5" creationId="{3838F2F4-D4E8-28FE-F7FD-B649090A81A1}"/>
          </ac:picMkLst>
        </pc:picChg>
        <pc:picChg chg="add mod">
          <ac:chgData name="Zheng Fei" userId="d19317889db4c986" providerId="LiveId" clId="{AA871E1B-A1EA-4D7E-A62D-1A8AEED4B061}" dt="2022-05-31T02:48:29.360" v="917" actId="1076"/>
          <ac:picMkLst>
            <pc:docMk/>
            <pc:sldMk cId="1645511775" sldId="258"/>
            <ac:picMk id="7" creationId="{B3BB181F-443C-7347-857D-57EB1B8BD06F}"/>
          </ac:picMkLst>
        </pc:picChg>
      </pc:sldChg>
      <pc:sldChg chg="add del">
        <pc:chgData name="Zheng Fei" userId="d19317889db4c986" providerId="LiveId" clId="{AA871E1B-A1EA-4D7E-A62D-1A8AEED4B061}" dt="2022-05-31T09:29:55.223" v="3179" actId="47"/>
        <pc:sldMkLst>
          <pc:docMk/>
          <pc:sldMk cId="2830696283" sldId="259"/>
        </pc:sldMkLst>
      </pc:sldChg>
      <pc:sldChg chg="addSp modSp del mod">
        <pc:chgData name="Zheng Fei" userId="d19317889db4c986" providerId="LiveId" clId="{AA871E1B-A1EA-4D7E-A62D-1A8AEED4B061}" dt="2022-05-31T02:56:19.706" v="1035" actId="2696"/>
        <pc:sldMkLst>
          <pc:docMk/>
          <pc:sldMk cId="3840337724" sldId="259"/>
        </pc:sldMkLst>
        <pc:spChg chg="mod">
          <ac:chgData name="Zheng Fei" userId="d19317889db4c986" providerId="LiveId" clId="{AA871E1B-A1EA-4D7E-A62D-1A8AEED4B061}" dt="2022-05-31T02:54:18.709" v="1021" actId="20577"/>
          <ac:spMkLst>
            <pc:docMk/>
            <pc:sldMk cId="3840337724" sldId="259"/>
            <ac:spMk id="3" creationId="{99BD2BC3-EDAC-D880-B046-46FE7DC89563}"/>
          </ac:spMkLst>
        </pc:spChg>
        <pc:spChg chg="add mod">
          <ac:chgData name="Zheng Fei" userId="d19317889db4c986" providerId="LiveId" clId="{AA871E1B-A1EA-4D7E-A62D-1A8AEED4B061}" dt="2022-05-31T02:52:58.420" v="989"/>
          <ac:spMkLst>
            <pc:docMk/>
            <pc:sldMk cId="3840337724" sldId="259"/>
            <ac:spMk id="4" creationId="{9E7403ED-7BC1-5C26-7408-717DE57FE89A}"/>
          </ac:spMkLst>
        </pc:spChg>
      </pc:sldChg>
      <pc:sldChg chg="addSp modSp mod">
        <pc:chgData name="Zheng Fei" userId="d19317889db4c986" providerId="LiveId" clId="{AA871E1B-A1EA-4D7E-A62D-1A8AEED4B061}" dt="2022-05-31T08:28:54.111" v="1883" actId="2711"/>
        <pc:sldMkLst>
          <pc:docMk/>
          <pc:sldMk cId="3190379674" sldId="260"/>
        </pc:sldMkLst>
        <pc:spChg chg="mod">
          <ac:chgData name="Zheng Fei" userId="d19317889db4c986" providerId="LiveId" clId="{AA871E1B-A1EA-4D7E-A62D-1A8AEED4B061}" dt="2022-05-31T08:28:54.111" v="1883" actId="2711"/>
          <ac:spMkLst>
            <pc:docMk/>
            <pc:sldMk cId="3190379674" sldId="260"/>
            <ac:spMk id="3" creationId="{30F7B529-DB21-7DDE-6CEA-5842A80BC794}"/>
          </ac:spMkLst>
        </pc:spChg>
        <pc:spChg chg="add mod">
          <ac:chgData name="Zheng Fei" userId="d19317889db4c986" providerId="LiveId" clId="{AA871E1B-A1EA-4D7E-A62D-1A8AEED4B061}" dt="2022-05-31T03:01:15.578" v="1137"/>
          <ac:spMkLst>
            <pc:docMk/>
            <pc:sldMk cId="3190379674" sldId="260"/>
            <ac:spMk id="4" creationId="{224D67C0-893A-6260-931E-E718E512C8C4}"/>
          </ac:spMkLst>
        </pc:spChg>
      </pc:sldChg>
      <pc:sldChg chg="delSp modSp mod">
        <pc:chgData name="Zheng Fei" userId="d19317889db4c986" providerId="LiveId" clId="{AA871E1B-A1EA-4D7E-A62D-1A8AEED4B061}" dt="2022-05-31T08:30:06.063" v="1891" actId="114"/>
        <pc:sldMkLst>
          <pc:docMk/>
          <pc:sldMk cId="3770873809" sldId="261"/>
        </pc:sldMkLst>
        <pc:spChg chg="mod">
          <ac:chgData name="Zheng Fei" userId="d19317889db4c986" providerId="LiveId" clId="{AA871E1B-A1EA-4D7E-A62D-1A8AEED4B061}" dt="2022-05-31T03:06:15.508" v="1180" actId="207"/>
          <ac:spMkLst>
            <pc:docMk/>
            <pc:sldMk cId="3770873809" sldId="261"/>
            <ac:spMk id="2" creationId="{0B72DD76-EDC9-920A-253D-089B01A35DE0}"/>
          </ac:spMkLst>
        </pc:spChg>
        <pc:spChg chg="mod">
          <ac:chgData name="Zheng Fei" userId="d19317889db4c986" providerId="LiveId" clId="{AA871E1B-A1EA-4D7E-A62D-1A8AEED4B061}" dt="2022-05-31T08:30:06.063" v="1891" actId="114"/>
          <ac:spMkLst>
            <pc:docMk/>
            <pc:sldMk cId="3770873809" sldId="261"/>
            <ac:spMk id="3" creationId="{A37EA942-92E5-FBBB-861D-F2A42391FCD0}"/>
          </ac:spMkLst>
        </pc:spChg>
        <pc:picChg chg="del">
          <ac:chgData name="Zheng Fei" userId="d19317889db4c986" providerId="LiveId" clId="{AA871E1B-A1EA-4D7E-A62D-1A8AEED4B061}" dt="2022-05-31T03:05:55.194" v="1176" actId="478"/>
          <ac:picMkLst>
            <pc:docMk/>
            <pc:sldMk cId="3770873809" sldId="261"/>
            <ac:picMk id="5" creationId="{64489E1D-CFCE-A3E4-97EB-B819205D78E6}"/>
          </ac:picMkLst>
        </pc:picChg>
      </pc:sldChg>
      <pc:sldChg chg="addSp modSp mod">
        <pc:chgData name="Zheng Fei" userId="d19317889db4c986" providerId="LiveId" clId="{AA871E1B-A1EA-4D7E-A62D-1A8AEED4B061}" dt="2022-05-31T08:31:19.692" v="1903"/>
        <pc:sldMkLst>
          <pc:docMk/>
          <pc:sldMk cId="866282703" sldId="262"/>
        </pc:sldMkLst>
        <pc:spChg chg="mod">
          <ac:chgData name="Zheng Fei" userId="d19317889db4c986" providerId="LiveId" clId="{AA871E1B-A1EA-4D7E-A62D-1A8AEED4B061}" dt="2022-05-31T08:31:19.692" v="1903"/>
          <ac:spMkLst>
            <pc:docMk/>
            <pc:sldMk cId="866282703" sldId="262"/>
            <ac:spMk id="3" creationId="{50C2F5D3-CF45-4CAC-83D7-C4EC4E5F5B5F}"/>
          </ac:spMkLst>
        </pc:spChg>
        <pc:spChg chg="add mod">
          <ac:chgData name="Zheng Fei" userId="d19317889db4c986" providerId="LiveId" clId="{AA871E1B-A1EA-4D7E-A62D-1A8AEED4B061}" dt="2022-05-31T03:19:34.186" v="1221"/>
          <ac:spMkLst>
            <pc:docMk/>
            <pc:sldMk cId="866282703" sldId="262"/>
            <ac:spMk id="4" creationId="{DCE2D005-C6D4-FE95-77E7-AE936988C4D0}"/>
          </ac:spMkLst>
        </pc:spChg>
      </pc:sldChg>
      <pc:sldChg chg="addSp delSp modSp mod">
        <pc:chgData name="Zheng Fei" userId="d19317889db4c986" providerId="LiveId" clId="{AA871E1B-A1EA-4D7E-A62D-1A8AEED4B061}" dt="2022-05-31T09:06:23.045" v="2490" actId="207"/>
        <pc:sldMkLst>
          <pc:docMk/>
          <pc:sldMk cId="3979032099" sldId="263"/>
        </pc:sldMkLst>
        <pc:spChg chg="add mod">
          <ac:chgData name="Zheng Fei" userId="d19317889db4c986" providerId="LiveId" clId="{AA871E1B-A1EA-4D7E-A62D-1A8AEED4B061}" dt="2022-05-31T09:03:18.088" v="2470"/>
          <ac:spMkLst>
            <pc:docMk/>
            <pc:sldMk cId="3979032099" sldId="263"/>
            <ac:spMk id="3" creationId="{0EBABAA2-2C30-D236-8938-53FEDA18BFE4}"/>
          </ac:spMkLst>
        </pc:spChg>
        <pc:spChg chg="mod">
          <ac:chgData name="Zheng Fei" userId="d19317889db4c986" providerId="LiveId" clId="{AA871E1B-A1EA-4D7E-A62D-1A8AEED4B061}" dt="2022-05-31T09:06:23.045" v="2490" actId="207"/>
          <ac:spMkLst>
            <pc:docMk/>
            <pc:sldMk cId="3979032099" sldId="263"/>
            <ac:spMk id="4" creationId="{541F518A-0F4C-A6A6-BAD2-3C6D549B65FF}"/>
          </ac:spMkLst>
        </pc:spChg>
        <pc:spChg chg="add del">
          <ac:chgData name="Zheng Fei" userId="d19317889db4c986" providerId="LiveId" clId="{AA871E1B-A1EA-4D7E-A62D-1A8AEED4B061}" dt="2022-05-31T09:06:06.425" v="2485" actId="22"/>
          <ac:spMkLst>
            <pc:docMk/>
            <pc:sldMk cId="3979032099" sldId="263"/>
            <ac:spMk id="5" creationId="{EFF1F381-4C24-0408-CF39-D52D7BDB38FD}"/>
          </ac:spMkLst>
        </pc:spChg>
        <pc:spChg chg="add mod">
          <ac:chgData name="Zheng Fei" userId="d19317889db4c986" providerId="LiveId" clId="{AA871E1B-A1EA-4D7E-A62D-1A8AEED4B061}" dt="2022-05-31T09:06:12.605" v="2489" actId="1076"/>
          <ac:spMkLst>
            <pc:docMk/>
            <pc:sldMk cId="3979032099" sldId="263"/>
            <ac:spMk id="7" creationId="{B781835F-F00A-937D-5359-1E129D400AE4}"/>
          </ac:spMkLst>
        </pc:spChg>
      </pc:sldChg>
      <pc:sldChg chg="addSp modSp mod">
        <pc:chgData name="Zheng Fei" userId="d19317889db4c986" providerId="LiveId" clId="{AA871E1B-A1EA-4D7E-A62D-1A8AEED4B061}" dt="2022-05-31T08:37:23.735" v="1935" actId="20577"/>
        <pc:sldMkLst>
          <pc:docMk/>
          <pc:sldMk cId="3377763480" sldId="264"/>
        </pc:sldMkLst>
        <pc:spChg chg="add mod">
          <ac:chgData name="Zheng Fei" userId="d19317889db4c986" providerId="LiveId" clId="{AA871E1B-A1EA-4D7E-A62D-1A8AEED4B061}" dt="2022-05-31T03:41:22.989" v="1379"/>
          <ac:spMkLst>
            <pc:docMk/>
            <pc:sldMk cId="3377763480" sldId="264"/>
            <ac:spMk id="3" creationId="{F03CCD0F-F2C4-CF94-4CE8-7A9A02DC5527}"/>
          </ac:spMkLst>
        </pc:spChg>
        <pc:spChg chg="mod">
          <ac:chgData name="Zheng Fei" userId="d19317889db4c986" providerId="LiveId" clId="{AA871E1B-A1EA-4D7E-A62D-1A8AEED4B061}" dt="2022-05-31T08:37:23.735" v="1935" actId="20577"/>
          <ac:spMkLst>
            <pc:docMk/>
            <pc:sldMk cId="3377763480" sldId="264"/>
            <ac:spMk id="4" creationId="{2524CFAF-ACAD-7609-5E86-BECCEFB77934}"/>
          </ac:spMkLst>
        </pc:spChg>
      </pc:sldChg>
      <pc:sldChg chg="addSp delSp modSp mod">
        <pc:chgData name="Zheng Fei" userId="d19317889db4c986" providerId="LiveId" clId="{AA871E1B-A1EA-4D7E-A62D-1A8AEED4B061}" dt="2022-05-31T09:13:09.298" v="2834" actId="114"/>
        <pc:sldMkLst>
          <pc:docMk/>
          <pc:sldMk cId="3663689735" sldId="265"/>
        </pc:sldMkLst>
        <pc:spChg chg="mod">
          <ac:chgData name="Zheng Fei" userId="d19317889db4c986" providerId="LiveId" clId="{AA871E1B-A1EA-4D7E-A62D-1A8AEED4B061}" dt="2022-05-31T09:13:09.298" v="2834" actId="114"/>
          <ac:spMkLst>
            <pc:docMk/>
            <pc:sldMk cId="3663689735" sldId="265"/>
            <ac:spMk id="4" creationId="{3D55AD60-2BBC-428B-25C5-32ADEF12EF36}"/>
          </ac:spMkLst>
        </pc:spChg>
        <pc:spChg chg="add mod">
          <ac:chgData name="Zheng Fei" userId="d19317889db4c986" providerId="LiveId" clId="{AA871E1B-A1EA-4D7E-A62D-1A8AEED4B061}" dt="2022-05-31T03:45:18.533" v="1428"/>
          <ac:spMkLst>
            <pc:docMk/>
            <pc:sldMk cId="3663689735" sldId="265"/>
            <ac:spMk id="5" creationId="{B55B0BE8-9309-A020-4E96-80C9DC1810C8}"/>
          </ac:spMkLst>
        </pc:spChg>
        <pc:spChg chg="mod">
          <ac:chgData name="Zheng Fei" userId="d19317889db4c986" providerId="LiveId" clId="{AA871E1B-A1EA-4D7E-A62D-1A8AEED4B061}" dt="2022-05-31T09:12:51.608" v="2806"/>
          <ac:spMkLst>
            <pc:docMk/>
            <pc:sldMk cId="3663689735" sldId="265"/>
            <ac:spMk id="8" creationId="{22CB9DA4-33D1-48E4-7EEA-9F2EEC075C55}"/>
          </ac:spMkLst>
        </pc:spChg>
        <pc:spChg chg="mod">
          <ac:chgData name="Zheng Fei" userId="d19317889db4c986" providerId="LiveId" clId="{AA871E1B-A1EA-4D7E-A62D-1A8AEED4B061}" dt="2022-05-31T09:12:51.608" v="2806"/>
          <ac:spMkLst>
            <pc:docMk/>
            <pc:sldMk cId="3663689735" sldId="265"/>
            <ac:spMk id="11" creationId="{DBC414B3-D9A9-55F5-5A9F-143777AC0E2B}"/>
          </ac:spMkLst>
        </pc:spChg>
        <pc:spChg chg="mod">
          <ac:chgData name="Zheng Fei" userId="d19317889db4c986" providerId="LiveId" clId="{AA871E1B-A1EA-4D7E-A62D-1A8AEED4B061}" dt="2022-05-31T09:12:51.608" v="2806"/>
          <ac:spMkLst>
            <pc:docMk/>
            <pc:sldMk cId="3663689735" sldId="265"/>
            <ac:spMk id="13" creationId="{FC5871A3-2A25-D7FF-6C0C-4C5139D1FAAD}"/>
          </ac:spMkLst>
        </pc:spChg>
        <pc:spChg chg="mod">
          <ac:chgData name="Zheng Fei" userId="d19317889db4c986" providerId="LiveId" clId="{AA871E1B-A1EA-4D7E-A62D-1A8AEED4B061}" dt="2022-05-31T09:12:51.608" v="2806"/>
          <ac:spMkLst>
            <pc:docMk/>
            <pc:sldMk cId="3663689735" sldId="265"/>
            <ac:spMk id="15" creationId="{EB18456D-34E5-223A-1FB1-7F449E84AB94}"/>
          </ac:spMkLst>
        </pc:spChg>
        <pc:spChg chg="mod">
          <ac:chgData name="Zheng Fei" userId="d19317889db4c986" providerId="LiveId" clId="{AA871E1B-A1EA-4D7E-A62D-1A8AEED4B061}" dt="2022-05-31T09:12:51.608" v="2806"/>
          <ac:spMkLst>
            <pc:docMk/>
            <pc:sldMk cId="3663689735" sldId="265"/>
            <ac:spMk id="17" creationId="{CB99D59B-B686-EA12-516D-CBE7E1046EA7}"/>
          </ac:spMkLst>
        </pc:spChg>
        <pc:spChg chg="mod">
          <ac:chgData name="Zheng Fei" userId="d19317889db4c986" providerId="LiveId" clId="{AA871E1B-A1EA-4D7E-A62D-1A8AEED4B061}" dt="2022-05-31T09:12:51.608" v="2806"/>
          <ac:spMkLst>
            <pc:docMk/>
            <pc:sldMk cId="3663689735" sldId="265"/>
            <ac:spMk id="19" creationId="{F14F35E7-45DA-4BA6-279A-DFCB8F117B37}"/>
          </ac:spMkLst>
        </pc:spChg>
        <pc:grpChg chg="add mod">
          <ac:chgData name="Zheng Fei" userId="d19317889db4c986" providerId="LiveId" clId="{AA871E1B-A1EA-4D7E-A62D-1A8AEED4B061}" dt="2022-05-31T09:12:56.208" v="2828" actId="1036"/>
          <ac:grpSpMkLst>
            <pc:docMk/>
            <pc:sldMk cId="3663689735" sldId="265"/>
            <ac:grpSpMk id="7" creationId="{DE55D6C3-1FD0-4388-4703-F9FD5EE791F3}"/>
          </ac:grpSpMkLst>
        </pc:grpChg>
        <pc:picChg chg="del mod">
          <ac:chgData name="Zheng Fei" userId="d19317889db4c986" providerId="LiveId" clId="{AA871E1B-A1EA-4D7E-A62D-1A8AEED4B061}" dt="2022-05-31T09:12:51.270" v="2805" actId="478"/>
          <ac:picMkLst>
            <pc:docMk/>
            <pc:sldMk cId="3663689735" sldId="265"/>
            <ac:picMk id="6" creationId="{2C37E597-6ACF-507E-2AFD-36763327281A}"/>
          </ac:picMkLst>
        </pc:picChg>
        <pc:cxnChg chg="mod">
          <ac:chgData name="Zheng Fei" userId="d19317889db4c986" providerId="LiveId" clId="{AA871E1B-A1EA-4D7E-A62D-1A8AEED4B061}" dt="2022-05-31T09:12:51.608" v="2806"/>
          <ac:cxnSpMkLst>
            <pc:docMk/>
            <pc:sldMk cId="3663689735" sldId="265"/>
            <ac:cxnSpMk id="9" creationId="{DA26FBD2-5A78-6E1C-86D4-044C11B9F9F8}"/>
          </ac:cxnSpMkLst>
        </pc:cxnChg>
        <pc:cxnChg chg="mod">
          <ac:chgData name="Zheng Fei" userId="d19317889db4c986" providerId="LiveId" clId="{AA871E1B-A1EA-4D7E-A62D-1A8AEED4B061}" dt="2022-05-31T09:12:51.608" v="2806"/>
          <ac:cxnSpMkLst>
            <pc:docMk/>
            <pc:sldMk cId="3663689735" sldId="265"/>
            <ac:cxnSpMk id="10" creationId="{D75E7B7A-BB83-C838-EFD4-3A06B3F99AC3}"/>
          </ac:cxnSpMkLst>
        </pc:cxnChg>
        <pc:cxnChg chg="mod">
          <ac:chgData name="Zheng Fei" userId="d19317889db4c986" providerId="LiveId" clId="{AA871E1B-A1EA-4D7E-A62D-1A8AEED4B061}" dt="2022-05-31T09:12:51.608" v="2806"/>
          <ac:cxnSpMkLst>
            <pc:docMk/>
            <pc:sldMk cId="3663689735" sldId="265"/>
            <ac:cxnSpMk id="12" creationId="{01CEC0CA-9AD4-0AEC-7EAB-F7F1ED1E4305}"/>
          </ac:cxnSpMkLst>
        </pc:cxnChg>
        <pc:cxnChg chg="mod">
          <ac:chgData name="Zheng Fei" userId="d19317889db4c986" providerId="LiveId" clId="{AA871E1B-A1EA-4D7E-A62D-1A8AEED4B061}" dt="2022-05-31T09:12:51.608" v="2806"/>
          <ac:cxnSpMkLst>
            <pc:docMk/>
            <pc:sldMk cId="3663689735" sldId="265"/>
            <ac:cxnSpMk id="14" creationId="{BDC99B92-92D0-4E6B-762A-DA89FA748538}"/>
          </ac:cxnSpMkLst>
        </pc:cxnChg>
        <pc:cxnChg chg="mod">
          <ac:chgData name="Zheng Fei" userId="d19317889db4c986" providerId="LiveId" clId="{AA871E1B-A1EA-4D7E-A62D-1A8AEED4B061}" dt="2022-05-31T09:12:51.608" v="2806"/>
          <ac:cxnSpMkLst>
            <pc:docMk/>
            <pc:sldMk cId="3663689735" sldId="265"/>
            <ac:cxnSpMk id="16" creationId="{B7CB7609-F709-8824-B291-0B0FDCCD4351}"/>
          </ac:cxnSpMkLst>
        </pc:cxnChg>
        <pc:cxnChg chg="mod">
          <ac:chgData name="Zheng Fei" userId="d19317889db4c986" providerId="LiveId" clId="{AA871E1B-A1EA-4D7E-A62D-1A8AEED4B061}" dt="2022-05-31T09:12:51.608" v="2806"/>
          <ac:cxnSpMkLst>
            <pc:docMk/>
            <pc:sldMk cId="3663689735" sldId="265"/>
            <ac:cxnSpMk id="18" creationId="{3B9071B4-796A-B2E7-7B90-7485E554B799}"/>
          </ac:cxnSpMkLst>
        </pc:cxnChg>
        <pc:cxnChg chg="mod">
          <ac:chgData name="Zheng Fei" userId="d19317889db4c986" providerId="LiveId" clId="{AA871E1B-A1EA-4D7E-A62D-1A8AEED4B061}" dt="2022-05-31T09:12:51.608" v="2806"/>
          <ac:cxnSpMkLst>
            <pc:docMk/>
            <pc:sldMk cId="3663689735" sldId="265"/>
            <ac:cxnSpMk id="20" creationId="{B796AA3A-A68C-A8F8-613E-8ACF6AAF8B0C}"/>
          </ac:cxnSpMkLst>
        </pc:cxnChg>
        <pc:cxnChg chg="mod">
          <ac:chgData name="Zheng Fei" userId="d19317889db4c986" providerId="LiveId" clId="{AA871E1B-A1EA-4D7E-A62D-1A8AEED4B061}" dt="2022-05-31T09:12:51.608" v="2806"/>
          <ac:cxnSpMkLst>
            <pc:docMk/>
            <pc:sldMk cId="3663689735" sldId="265"/>
            <ac:cxnSpMk id="21" creationId="{FC71A4B2-0B67-ED25-2250-E947EB5EC002}"/>
          </ac:cxnSpMkLst>
        </pc:cxnChg>
        <pc:cxnChg chg="mod">
          <ac:chgData name="Zheng Fei" userId="d19317889db4c986" providerId="LiveId" clId="{AA871E1B-A1EA-4D7E-A62D-1A8AEED4B061}" dt="2022-05-31T09:12:51.608" v="2806"/>
          <ac:cxnSpMkLst>
            <pc:docMk/>
            <pc:sldMk cId="3663689735" sldId="265"/>
            <ac:cxnSpMk id="22" creationId="{1DEE4BEA-6050-50FE-5319-37233EA945E6}"/>
          </ac:cxnSpMkLst>
        </pc:cxnChg>
      </pc:sldChg>
      <pc:sldChg chg="addSp delSp modSp mod">
        <pc:chgData name="Zheng Fei" userId="d19317889db4c986" providerId="LiveId" clId="{AA871E1B-A1EA-4D7E-A62D-1A8AEED4B061}" dt="2022-05-31T08:38:02.415" v="1940" actId="113"/>
        <pc:sldMkLst>
          <pc:docMk/>
          <pc:sldMk cId="367037503" sldId="266"/>
        </pc:sldMkLst>
        <pc:spChg chg="mod">
          <ac:chgData name="Zheng Fei" userId="d19317889db4c986" providerId="LiveId" clId="{AA871E1B-A1EA-4D7E-A62D-1A8AEED4B061}" dt="2022-05-31T08:38:02.415" v="1940" actId="113"/>
          <ac:spMkLst>
            <pc:docMk/>
            <pc:sldMk cId="367037503" sldId="266"/>
            <ac:spMk id="4" creationId="{1A38F27D-EC50-70D3-61EE-245646D3ED11}"/>
          </ac:spMkLst>
        </pc:spChg>
        <pc:spChg chg="add mod">
          <ac:chgData name="Zheng Fei" userId="d19317889db4c986" providerId="LiveId" clId="{AA871E1B-A1EA-4D7E-A62D-1A8AEED4B061}" dt="2022-05-31T03:48:31.565" v="1494" actId="20577"/>
          <ac:spMkLst>
            <pc:docMk/>
            <pc:sldMk cId="367037503" sldId="266"/>
            <ac:spMk id="5" creationId="{75D0AA7E-541D-64D6-BD61-892EAC1CC062}"/>
          </ac:spMkLst>
        </pc:spChg>
        <pc:picChg chg="del mod">
          <ac:chgData name="Zheng Fei" userId="d19317889db4c986" providerId="LiveId" clId="{AA871E1B-A1EA-4D7E-A62D-1A8AEED4B061}" dt="2022-05-31T03:46:23.394" v="1443" actId="478"/>
          <ac:picMkLst>
            <pc:docMk/>
            <pc:sldMk cId="367037503" sldId="266"/>
            <ac:picMk id="6" creationId="{75C366D3-2C48-3432-AF15-244DC6A1F4A1}"/>
          </ac:picMkLst>
        </pc:picChg>
      </pc:sldChg>
      <pc:sldChg chg="addSp delSp modSp mod">
        <pc:chgData name="Zheng Fei" userId="d19317889db4c986" providerId="LiveId" clId="{AA871E1B-A1EA-4D7E-A62D-1A8AEED4B061}" dt="2022-05-31T09:15:22.559" v="2848" actId="2710"/>
        <pc:sldMkLst>
          <pc:docMk/>
          <pc:sldMk cId="2537850505" sldId="267"/>
        </pc:sldMkLst>
        <pc:spChg chg="mod">
          <ac:chgData name="Zheng Fei" userId="d19317889db4c986" providerId="LiveId" clId="{AA871E1B-A1EA-4D7E-A62D-1A8AEED4B061}" dt="2022-05-31T09:15:22.559" v="2848" actId="2710"/>
          <ac:spMkLst>
            <pc:docMk/>
            <pc:sldMk cId="2537850505" sldId="267"/>
            <ac:spMk id="4" creationId="{AB973315-5E4F-4E56-E0C7-FB2B99A4F3A8}"/>
          </ac:spMkLst>
        </pc:spChg>
        <pc:spChg chg="add mod">
          <ac:chgData name="Zheng Fei" userId="d19317889db4c986" providerId="LiveId" clId="{AA871E1B-A1EA-4D7E-A62D-1A8AEED4B061}" dt="2022-05-31T03:48:34.046" v="1495"/>
          <ac:spMkLst>
            <pc:docMk/>
            <pc:sldMk cId="2537850505" sldId="267"/>
            <ac:spMk id="5" creationId="{A278DC51-FA4C-467E-FEFE-6C231F8D6AB1}"/>
          </ac:spMkLst>
        </pc:spChg>
        <pc:picChg chg="add mod">
          <ac:chgData name="Zheng Fei" userId="d19317889db4c986" providerId="LiveId" clId="{AA871E1B-A1EA-4D7E-A62D-1A8AEED4B061}" dt="2022-05-31T09:15:16.339" v="2846" actId="1076"/>
          <ac:picMkLst>
            <pc:docMk/>
            <pc:sldMk cId="2537850505" sldId="267"/>
            <ac:picMk id="3" creationId="{88297295-F66E-F349-9FC0-6FA9EDCE3AAE}"/>
          </ac:picMkLst>
        </pc:picChg>
        <pc:picChg chg="del mod">
          <ac:chgData name="Zheng Fei" userId="d19317889db4c986" providerId="LiveId" clId="{AA871E1B-A1EA-4D7E-A62D-1A8AEED4B061}" dt="2022-05-31T03:47:40.076" v="1457" actId="478"/>
          <ac:picMkLst>
            <pc:docMk/>
            <pc:sldMk cId="2537850505" sldId="267"/>
            <ac:picMk id="6" creationId="{ED4EFE9E-E34E-74A6-1BC1-043BE22FA07E}"/>
          </ac:picMkLst>
        </pc:picChg>
      </pc:sldChg>
      <pc:sldChg chg="addSp delSp modSp del mod">
        <pc:chgData name="Zheng Fei" userId="d19317889db4c986" providerId="LiveId" clId="{AA871E1B-A1EA-4D7E-A62D-1A8AEED4B061}" dt="2022-05-31T09:19:51.090" v="2927" actId="47"/>
        <pc:sldMkLst>
          <pc:docMk/>
          <pc:sldMk cId="3255218969" sldId="268"/>
        </pc:sldMkLst>
        <pc:spChg chg="del mod">
          <ac:chgData name="Zheng Fei" userId="d19317889db4c986" providerId="LiveId" clId="{AA871E1B-A1EA-4D7E-A62D-1A8AEED4B061}" dt="2022-05-31T09:19:29.780" v="2920" actId="21"/>
          <ac:spMkLst>
            <pc:docMk/>
            <pc:sldMk cId="3255218969" sldId="268"/>
            <ac:spMk id="3" creationId="{134E5D6F-4039-1166-CACD-52EA0B71108B}"/>
          </ac:spMkLst>
        </pc:spChg>
        <pc:spChg chg="add mod">
          <ac:chgData name="Zheng Fei" userId="d19317889db4c986" providerId="LiveId" clId="{AA871E1B-A1EA-4D7E-A62D-1A8AEED4B061}" dt="2022-05-31T03:48:42.010" v="1499"/>
          <ac:spMkLst>
            <pc:docMk/>
            <pc:sldMk cId="3255218969" sldId="268"/>
            <ac:spMk id="4" creationId="{4B12562F-0183-5D49-D5DB-C0DD68870FCF}"/>
          </ac:spMkLst>
        </pc:spChg>
        <pc:spChg chg="add mod">
          <ac:chgData name="Zheng Fei" userId="d19317889db4c986" providerId="LiveId" clId="{AA871E1B-A1EA-4D7E-A62D-1A8AEED4B061}" dt="2022-05-31T09:19:29.780" v="2920" actId="21"/>
          <ac:spMkLst>
            <pc:docMk/>
            <pc:sldMk cId="3255218969" sldId="268"/>
            <ac:spMk id="5" creationId="{1AC2A928-F692-19C8-B0E0-1B0D85C82585}"/>
          </ac:spMkLst>
        </pc:spChg>
        <pc:picChg chg="del">
          <ac:chgData name="Zheng Fei" userId="d19317889db4c986" providerId="LiveId" clId="{AA871E1B-A1EA-4D7E-A62D-1A8AEED4B061}" dt="2022-05-31T03:48:00.997" v="1461" actId="478"/>
          <ac:picMkLst>
            <pc:docMk/>
            <pc:sldMk cId="3255218969" sldId="268"/>
            <ac:picMk id="9" creationId="{0C8AF432-3944-6571-FBF6-CC0BD08039B1}"/>
          </ac:picMkLst>
        </pc:picChg>
      </pc:sldChg>
      <pc:sldChg chg="addSp delSp modSp mod">
        <pc:chgData name="Zheng Fei" userId="d19317889db4c986" providerId="LiveId" clId="{AA871E1B-A1EA-4D7E-A62D-1A8AEED4B061}" dt="2022-05-31T09:30:19.744" v="3186" actId="1076"/>
        <pc:sldMkLst>
          <pc:docMk/>
          <pc:sldMk cId="4034957788" sldId="269"/>
        </pc:sldMkLst>
        <pc:spChg chg="mod">
          <ac:chgData name="Zheng Fei" userId="d19317889db4c986" providerId="LiveId" clId="{AA871E1B-A1EA-4D7E-A62D-1A8AEED4B061}" dt="2022-05-31T09:30:19.744" v="3186" actId="1076"/>
          <ac:spMkLst>
            <pc:docMk/>
            <pc:sldMk cId="4034957788" sldId="269"/>
            <ac:spMk id="4" creationId="{9C64349D-72D7-D272-4637-D26F9BEA881B}"/>
          </ac:spMkLst>
        </pc:spChg>
        <pc:spChg chg="add mod">
          <ac:chgData name="Zheng Fei" userId="d19317889db4c986" providerId="LiveId" clId="{AA871E1B-A1EA-4D7E-A62D-1A8AEED4B061}" dt="2022-05-31T09:30:11.494" v="3184"/>
          <ac:spMkLst>
            <pc:docMk/>
            <pc:sldMk cId="4034957788" sldId="269"/>
            <ac:spMk id="5" creationId="{5EECFDAB-FF81-02BA-A542-0E5A5B25D0E6}"/>
          </ac:spMkLst>
        </pc:spChg>
        <pc:picChg chg="del mod">
          <ac:chgData name="Zheng Fei" userId="d19317889db4c986" providerId="LiveId" clId="{AA871E1B-A1EA-4D7E-A62D-1A8AEED4B061}" dt="2022-05-31T09:30:02.884" v="3181" actId="478"/>
          <ac:picMkLst>
            <pc:docMk/>
            <pc:sldMk cId="4034957788" sldId="269"/>
            <ac:picMk id="6" creationId="{D508018E-9CD5-715B-29F7-3BFE3A00B013}"/>
          </ac:picMkLst>
        </pc:picChg>
      </pc:sldChg>
      <pc:sldChg chg="addSp modSp mod ord">
        <pc:chgData name="Zheng Fei" userId="d19317889db4c986" providerId="LiveId" clId="{AA871E1B-A1EA-4D7E-A62D-1A8AEED4B061}" dt="2022-05-31T09:23:38.232" v="2969"/>
        <pc:sldMkLst>
          <pc:docMk/>
          <pc:sldMk cId="86293710" sldId="270"/>
        </pc:sldMkLst>
        <pc:spChg chg="add mod">
          <ac:chgData name="Zheng Fei" userId="d19317889db4c986" providerId="LiveId" clId="{AA871E1B-A1EA-4D7E-A62D-1A8AEED4B061}" dt="2022-05-31T09:23:38.232" v="2969"/>
          <ac:spMkLst>
            <pc:docMk/>
            <pc:sldMk cId="86293710" sldId="270"/>
            <ac:spMk id="3" creationId="{CB5B9383-3907-9280-86A8-449864CBA237}"/>
          </ac:spMkLst>
        </pc:spChg>
        <pc:spChg chg="mod">
          <ac:chgData name="Zheng Fei" userId="d19317889db4c986" providerId="LiveId" clId="{AA871E1B-A1EA-4D7E-A62D-1A8AEED4B061}" dt="2022-05-31T09:21:30.312" v="2939" actId="20577"/>
          <ac:spMkLst>
            <pc:docMk/>
            <pc:sldMk cId="86293710" sldId="270"/>
            <ac:spMk id="4" creationId="{3A125DFB-597D-EA17-F628-6E5F36C4DBC1}"/>
          </ac:spMkLst>
        </pc:spChg>
      </pc:sldChg>
      <pc:sldChg chg="del">
        <pc:chgData name="Zheng Fei" userId="d19317889db4c986" providerId="LiveId" clId="{AA871E1B-A1EA-4D7E-A62D-1A8AEED4B061}" dt="2022-05-31T02:15:07.325" v="445" actId="47"/>
        <pc:sldMkLst>
          <pc:docMk/>
          <pc:sldMk cId="2427545706" sldId="271"/>
        </pc:sldMkLst>
      </pc:sldChg>
      <pc:sldChg chg="addSp delSp modSp add ord modAnim">
        <pc:chgData name="Zheng Fei" userId="d19317889db4c986" providerId="LiveId" clId="{AA871E1B-A1EA-4D7E-A62D-1A8AEED4B061}" dt="2022-05-31T09:39:38.618" v="3224"/>
        <pc:sldMkLst>
          <pc:docMk/>
          <pc:sldMk cId="0" sldId="272"/>
        </pc:sldMkLst>
        <pc:spChg chg="add mod">
          <ac:chgData name="Zheng Fei" userId="d19317889db4c986" providerId="LiveId" clId="{AA871E1B-A1EA-4D7E-A62D-1A8AEED4B061}" dt="2022-05-31T02:09:04.329" v="342" actId="1038"/>
          <ac:spMkLst>
            <pc:docMk/>
            <pc:sldMk cId="0" sldId="272"/>
            <ac:spMk id="6" creationId="{64D3364F-BDCB-9B6A-3E23-1A28AF95C29F}"/>
          </ac:spMkLst>
        </pc:spChg>
        <pc:spChg chg="add mod">
          <ac:chgData name="Zheng Fei" userId="d19317889db4c986" providerId="LiveId" clId="{AA871E1B-A1EA-4D7E-A62D-1A8AEED4B061}" dt="2022-05-31T02:09:04.329" v="342" actId="1038"/>
          <ac:spMkLst>
            <pc:docMk/>
            <pc:sldMk cId="0" sldId="272"/>
            <ac:spMk id="7" creationId="{AD26B4C6-8E59-37F5-65A5-CEB5D2AFA490}"/>
          </ac:spMkLst>
        </pc:spChg>
        <pc:spChg chg="add mod">
          <ac:chgData name="Zheng Fei" userId="d19317889db4c986" providerId="LiveId" clId="{AA871E1B-A1EA-4D7E-A62D-1A8AEED4B061}" dt="2022-05-31T02:09:04.329" v="342" actId="1038"/>
          <ac:spMkLst>
            <pc:docMk/>
            <pc:sldMk cId="0" sldId="272"/>
            <ac:spMk id="8" creationId="{41BC4813-DD24-6480-D8C1-0488E23FDCAF}"/>
          </ac:spMkLst>
        </pc:spChg>
        <pc:spChg chg="add mod">
          <ac:chgData name="Zheng Fei" userId="d19317889db4c986" providerId="LiveId" clId="{AA871E1B-A1EA-4D7E-A62D-1A8AEED4B061}" dt="2022-05-31T02:09:04.329" v="342" actId="1038"/>
          <ac:spMkLst>
            <pc:docMk/>
            <pc:sldMk cId="0" sldId="272"/>
            <ac:spMk id="9" creationId="{E952346B-50DB-53B8-128D-CF89BA8D161A}"/>
          </ac:spMkLst>
        </pc:spChg>
        <pc:spChg chg="del mod">
          <ac:chgData name="Zheng Fei" userId="d19317889db4c986" providerId="LiveId" clId="{AA871E1B-A1EA-4D7E-A62D-1A8AEED4B061}" dt="2022-05-31T02:07:13.563" v="260" actId="478"/>
          <ac:spMkLst>
            <pc:docMk/>
            <pc:sldMk cId="0" sldId="272"/>
            <ac:spMk id="5122" creationId="{70CB4965-79E5-5684-68CB-C2788B841B95}"/>
          </ac:spMkLst>
        </pc:spChg>
        <pc:spChg chg="del mod">
          <ac:chgData name="Zheng Fei" userId="d19317889db4c986" providerId="LiveId" clId="{AA871E1B-A1EA-4D7E-A62D-1A8AEED4B061}" dt="2022-05-31T02:07:43.325" v="267" actId="478"/>
          <ac:spMkLst>
            <pc:docMk/>
            <pc:sldMk cId="0" sldId="272"/>
            <ac:spMk id="5123" creationId="{4444DC22-A698-1148-FFF9-D216FBC5540E}"/>
          </ac:spMkLst>
        </pc:spChg>
        <pc:spChg chg="del mod">
          <ac:chgData name="Zheng Fei" userId="d19317889db4c986" providerId="LiveId" clId="{AA871E1B-A1EA-4D7E-A62D-1A8AEED4B061}" dt="2022-05-31T02:07:41.398" v="266" actId="478"/>
          <ac:spMkLst>
            <pc:docMk/>
            <pc:sldMk cId="0" sldId="272"/>
            <ac:spMk id="5124" creationId="{FD8D5C1F-D1A1-AC78-AB4D-7BC12978D0E2}"/>
          </ac:spMkLst>
        </pc:spChg>
        <pc:spChg chg="mod">
          <ac:chgData name="Zheng Fei" userId="d19317889db4c986" providerId="LiveId" clId="{AA871E1B-A1EA-4D7E-A62D-1A8AEED4B061}" dt="2022-05-31T08:06:46.956" v="1721" actId="123"/>
          <ac:spMkLst>
            <pc:docMk/>
            <pc:sldMk cId="0" sldId="272"/>
            <ac:spMk id="5125" creationId="{33365C62-D391-60DE-CCAF-A6EEFFBF51D5}"/>
          </ac:spMkLst>
        </pc:spChg>
      </pc:sldChg>
      <pc:sldChg chg="delSp modSp add ord modAnim">
        <pc:chgData name="Zheng Fei" userId="d19317889db4c986" providerId="LiveId" clId="{AA871E1B-A1EA-4D7E-A62D-1A8AEED4B061}" dt="2022-05-31T09:39:57.578" v="3225"/>
        <pc:sldMkLst>
          <pc:docMk/>
          <pc:sldMk cId="0" sldId="273"/>
        </pc:sldMkLst>
        <pc:spChg chg="del mod">
          <ac:chgData name="Zheng Fei" userId="d19317889db4c986" providerId="LiveId" clId="{AA871E1B-A1EA-4D7E-A62D-1A8AEED4B061}" dt="2022-05-31T02:08:04.575" v="272" actId="478"/>
          <ac:spMkLst>
            <pc:docMk/>
            <pc:sldMk cId="0" sldId="273"/>
            <ac:spMk id="6146" creationId="{7B01F2A7-BED5-23DA-054C-1C09366B9672}"/>
          </ac:spMkLst>
        </pc:spChg>
        <pc:spChg chg="del mod">
          <ac:chgData name="Zheng Fei" userId="d19317889db4c986" providerId="LiveId" clId="{AA871E1B-A1EA-4D7E-A62D-1A8AEED4B061}" dt="2022-05-31T02:08:56.524" v="274" actId="21"/>
          <ac:spMkLst>
            <pc:docMk/>
            <pc:sldMk cId="0" sldId="273"/>
            <ac:spMk id="6147" creationId="{6F8D0737-84FD-AB4E-AE70-09AA73C24C99}"/>
          </ac:spMkLst>
        </pc:spChg>
        <pc:spChg chg="del mod">
          <ac:chgData name="Zheng Fei" userId="d19317889db4c986" providerId="LiveId" clId="{AA871E1B-A1EA-4D7E-A62D-1A8AEED4B061}" dt="2022-05-31T02:08:56.524" v="274" actId="21"/>
          <ac:spMkLst>
            <pc:docMk/>
            <pc:sldMk cId="0" sldId="273"/>
            <ac:spMk id="6148" creationId="{631B2973-1924-0004-287C-3ADD5EE595BD}"/>
          </ac:spMkLst>
        </pc:spChg>
        <pc:spChg chg="del mod">
          <ac:chgData name="Zheng Fei" userId="d19317889db4c986" providerId="LiveId" clId="{AA871E1B-A1EA-4D7E-A62D-1A8AEED4B061}" dt="2022-05-31T02:08:56.524" v="274" actId="21"/>
          <ac:spMkLst>
            <pc:docMk/>
            <pc:sldMk cId="0" sldId="273"/>
            <ac:spMk id="6149" creationId="{4D2309AC-E04D-5A5F-D22B-AFA5419D8A34}"/>
          </ac:spMkLst>
        </pc:spChg>
        <pc:spChg chg="del mod">
          <ac:chgData name="Zheng Fei" userId="d19317889db4c986" providerId="LiveId" clId="{AA871E1B-A1EA-4D7E-A62D-1A8AEED4B061}" dt="2022-05-31T02:08:56.524" v="274" actId="21"/>
          <ac:spMkLst>
            <pc:docMk/>
            <pc:sldMk cId="0" sldId="273"/>
            <ac:spMk id="6150" creationId="{2FCEA382-910D-BB82-5F45-81CACF060017}"/>
          </ac:spMkLst>
        </pc:spChg>
        <pc:spChg chg="mod">
          <ac:chgData name="Zheng Fei" userId="d19317889db4c986" providerId="LiveId" clId="{AA871E1B-A1EA-4D7E-A62D-1A8AEED4B061}" dt="2022-05-31T08:08:14.937" v="1727" actId="207"/>
          <ac:spMkLst>
            <pc:docMk/>
            <pc:sldMk cId="0" sldId="273"/>
            <ac:spMk id="6151" creationId="{DC7328DF-3BCA-5A6D-30AE-3325BD323438}"/>
          </ac:spMkLst>
        </pc:spChg>
      </pc:sldChg>
      <pc:sldChg chg="modSp add del mod ord modAnim">
        <pc:chgData name="Zheng Fei" userId="d19317889db4c986" providerId="LiveId" clId="{AA871E1B-A1EA-4D7E-A62D-1A8AEED4B061}" dt="2022-05-31T09:41:41.599" v="3226"/>
        <pc:sldMkLst>
          <pc:docMk/>
          <pc:sldMk cId="0" sldId="274"/>
        </pc:sldMkLst>
        <pc:spChg chg="mod">
          <ac:chgData name="Zheng Fei" userId="d19317889db4c986" providerId="LiveId" clId="{AA871E1B-A1EA-4D7E-A62D-1A8AEED4B061}" dt="2022-05-31T02:09:38.227" v="346" actId="21"/>
          <ac:spMkLst>
            <pc:docMk/>
            <pc:sldMk cId="0" sldId="274"/>
            <ac:spMk id="7170" creationId="{98B34D90-8BD9-3FFD-082F-B3C02E45439A}"/>
          </ac:spMkLst>
        </pc:spChg>
        <pc:spChg chg="mod">
          <ac:chgData name="Zheng Fei" userId="d19317889db4c986" providerId="LiveId" clId="{AA871E1B-A1EA-4D7E-A62D-1A8AEED4B061}" dt="2022-05-31T09:34:56.377" v="3200" actId="2711"/>
          <ac:spMkLst>
            <pc:docMk/>
            <pc:sldMk cId="0" sldId="274"/>
            <ac:spMk id="20483" creationId="{D2CC33EE-F2B7-64AF-6978-9659483A5067}"/>
          </ac:spMkLst>
        </pc:spChg>
        <pc:spChg chg="mod">
          <ac:chgData name="Zheng Fei" userId="d19317889db4c986" providerId="LiveId" clId="{AA871E1B-A1EA-4D7E-A62D-1A8AEED4B061}" dt="2022-05-31T09:34:56.377" v="3200" actId="2711"/>
          <ac:spMkLst>
            <pc:docMk/>
            <pc:sldMk cId="0" sldId="274"/>
            <ac:spMk id="20484" creationId="{63DB2D5E-65A5-3555-6B98-B53630C5D5EE}"/>
          </ac:spMkLst>
        </pc:spChg>
        <pc:spChg chg="mod">
          <ac:chgData name="Zheng Fei" userId="d19317889db4c986" providerId="LiveId" clId="{AA871E1B-A1EA-4D7E-A62D-1A8AEED4B061}" dt="2022-05-31T09:35:17.636" v="3203" actId="20577"/>
          <ac:spMkLst>
            <pc:docMk/>
            <pc:sldMk cId="0" sldId="274"/>
            <ac:spMk id="20485" creationId="{32C57234-22CC-AB1D-0C46-70E5D8C4CE32}"/>
          </ac:spMkLst>
        </pc:spChg>
      </pc:sldChg>
      <pc:sldChg chg="addSp delSp modSp add mod">
        <pc:chgData name="Zheng Fei" userId="d19317889db4c986" providerId="LiveId" clId="{AA871E1B-A1EA-4D7E-A62D-1A8AEED4B061}" dt="2022-05-31T09:41:56.639" v="3229" actId="113"/>
        <pc:sldMkLst>
          <pc:docMk/>
          <pc:sldMk cId="0" sldId="275"/>
        </pc:sldMkLst>
        <pc:spChg chg="mod">
          <ac:chgData name="Zheng Fei" userId="d19317889db4c986" providerId="LiveId" clId="{AA871E1B-A1EA-4D7E-A62D-1A8AEED4B061}" dt="2022-05-31T09:36:14.027" v="3216" actId="2711"/>
          <ac:spMkLst>
            <pc:docMk/>
            <pc:sldMk cId="0" sldId="275"/>
            <ac:spMk id="20481" creationId="{B5BEBE5A-AF58-02F4-095A-E84AF405148B}"/>
          </ac:spMkLst>
        </pc:spChg>
        <pc:graphicFrameChg chg="add del mod modGraphic">
          <ac:chgData name="Zheng Fei" userId="d19317889db4c986" providerId="LiveId" clId="{AA871E1B-A1EA-4D7E-A62D-1A8AEED4B061}" dt="2022-05-31T09:41:56.639" v="3229" actId="113"/>
          <ac:graphicFrameMkLst>
            <pc:docMk/>
            <pc:sldMk cId="0" sldId="275"/>
            <ac:graphicFrameMk id="21507" creationId="{D69F3F4C-EDE5-F5B4-FF77-8DB4F540225C}"/>
          </ac:graphicFrameMkLst>
        </pc:graphicFrameChg>
      </pc:sldChg>
      <pc:sldChg chg="delSp modSp add mod modTransition">
        <pc:chgData name="Zheng Fei" userId="d19317889db4c986" providerId="LiveId" clId="{AA871E1B-A1EA-4D7E-A62D-1A8AEED4B061}" dt="2022-06-01T06:07:04.612" v="3302" actId="1076"/>
        <pc:sldMkLst>
          <pc:docMk/>
          <pc:sldMk cId="0" sldId="308"/>
        </pc:sldMkLst>
        <pc:spChg chg="mod">
          <ac:chgData name="Zheng Fei" userId="d19317889db4c986" providerId="LiveId" clId="{AA871E1B-A1EA-4D7E-A62D-1A8AEED4B061}" dt="2022-06-01T06:07:01.808" v="3300"/>
          <ac:spMkLst>
            <pc:docMk/>
            <pc:sldMk cId="0" sldId="308"/>
            <ac:spMk id="243717" creationId="{45CEF7E5-8D4E-1349-EB72-4125DA3DC9F0}"/>
          </ac:spMkLst>
        </pc:spChg>
        <pc:spChg chg="del">
          <ac:chgData name="Zheng Fei" userId="d19317889db4c986" providerId="LiveId" clId="{AA871E1B-A1EA-4D7E-A62D-1A8AEED4B061}" dt="2022-05-31T09:37:14.307" v="3219" actId="478"/>
          <ac:spMkLst>
            <pc:docMk/>
            <pc:sldMk cId="0" sldId="308"/>
            <ac:spMk id="243720" creationId="{D1F2B0F6-20CE-7DCF-D964-C76D558C8E31}"/>
          </ac:spMkLst>
        </pc:spChg>
        <pc:spChg chg="del">
          <ac:chgData name="Zheng Fei" userId="d19317889db4c986" providerId="LiveId" clId="{AA871E1B-A1EA-4D7E-A62D-1A8AEED4B061}" dt="2022-05-31T08:20:41.041" v="1776" actId="478"/>
          <ac:spMkLst>
            <pc:docMk/>
            <pc:sldMk cId="0" sldId="308"/>
            <ac:spMk id="243721" creationId="{3D1A089D-2CCE-B28C-2A74-5E163307B154}"/>
          </ac:spMkLst>
        </pc:spChg>
        <pc:picChg chg="mod">
          <ac:chgData name="Zheng Fei" userId="d19317889db4c986" providerId="LiveId" clId="{AA871E1B-A1EA-4D7E-A62D-1A8AEED4B061}" dt="2022-06-01T06:07:04.612" v="3302" actId="1076"/>
          <ac:picMkLst>
            <pc:docMk/>
            <pc:sldMk cId="0" sldId="308"/>
            <ac:picMk id="243716" creationId="{7372A797-16DD-C316-588E-8B28189A7702}"/>
          </ac:picMkLst>
        </pc:picChg>
      </pc:sldChg>
      <pc:sldChg chg="delSp modSp add modTransition modAnim">
        <pc:chgData name="Zheng Fei" userId="d19317889db4c986" providerId="LiveId" clId="{AA871E1B-A1EA-4D7E-A62D-1A8AEED4B061}" dt="2022-05-31T09:42:29.309" v="3233" actId="1582"/>
        <pc:sldMkLst>
          <pc:docMk/>
          <pc:sldMk cId="3844135901" sldId="329"/>
        </pc:sldMkLst>
        <pc:spChg chg="mod">
          <ac:chgData name="Zheng Fei" userId="d19317889db4c986" providerId="LiveId" clId="{AA871E1B-A1EA-4D7E-A62D-1A8AEED4B061}" dt="2022-05-31T09:42:10.059" v="3231"/>
          <ac:spMkLst>
            <pc:docMk/>
            <pc:sldMk cId="3844135901" sldId="329"/>
            <ac:spMk id="211990" creationId="{DEA4A2FA-486B-3F2D-CB10-5A5A57257F72}"/>
          </ac:spMkLst>
        </pc:spChg>
        <pc:spChg chg="mod">
          <ac:chgData name="Zheng Fei" userId="d19317889db4c986" providerId="LiveId" clId="{AA871E1B-A1EA-4D7E-A62D-1A8AEED4B061}" dt="2022-05-31T09:42:10.059" v="3231"/>
          <ac:spMkLst>
            <pc:docMk/>
            <pc:sldMk cId="3844135901" sldId="329"/>
            <ac:spMk id="211991" creationId="{64CEBA67-9F9C-E930-1105-6388667B183A}"/>
          </ac:spMkLst>
        </pc:spChg>
        <pc:spChg chg="mod">
          <ac:chgData name="Zheng Fei" userId="d19317889db4c986" providerId="LiveId" clId="{AA871E1B-A1EA-4D7E-A62D-1A8AEED4B061}" dt="2022-05-31T09:42:10.059" v="3231"/>
          <ac:spMkLst>
            <pc:docMk/>
            <pc:sldMk cId="3844135901" sldId="329"/>
            <ac:spMk id="211992" creationId="{0F2E90B0-25E5-2954-1CD3-DC0CBADA7F78}"/>
          </ac:spMkLst>
        </pc:spChg>
        <pc:spChg chg="mod">
          <ac:chgData name="Zheng Fei" userId="d19317889db4c986" providerId="LiveId" clId="{AA871E1B-A1EA-4D7E-A62D-1A8AEED4B061}" dt="2022-05-31T09:42:19.259" v="3232" actId="1582"/>
          <ac:spMkLst>
            <pc:docMk/>
            <pc:sldMk cId="3844135901" sldId="329"/>
            <ac:spMk id="212000" creationId="{444600E4-14AF-6B9B-E43E-779B80F19066}"/>
          </ac:spMkLst>
        </pc:spChg>
        <pc:spChg chg="mod">
          <ac:chgData name="Zheng Fei" userId="d19317889db4c986" providerId="LiveId" clId="{AA871E1B-A1EA-4D7E-A62D-1A8AEED4B061}" dt="2022-05-31T09:42:19.259" v="3232" actId="1582"/>
          <ac:spMkLst>
            <pc:docMk/>
            <pc:sldMk cId="3844135901" sldId="329"/>
            <ac:spMk id="212001" creationId="{DF2B57AE-789F-AED0-8104-E9339A5ECBD6}"/>
          </ac:spMkLst>
        </pc:spChg>
        <pc:spChg chg="mod">
          <ac:chgData name="Zheng Fei" userId="d19317889db4c986" providerId="LiveId" clId="{AA871E1B-A1EA-4D7E-A62D-1A8AEED4B061}" dt="2022-05-31T09:42:29.309" v="3233" actId="1582"/>
          <ac:spMkLst>
            <pc:docMk/>
            <pc:sldMk cId="3844135901" sldId="329"/>
            <ac:spMk id="212003" creationId="{2AA809A0-9056-D879-551D-95AEBE989141}"/>
          </ac:spMkLst>
        </pc:spChg>
        <pc:spChg chg="mod">
          <ac:chgData name="Zheng Fei" userId="d19317889db4c986" providerId="LiveId" clId="{AA871E1B-A1EA-4D7E-A62D-1A8AEED4B061}" dt="2022-05-31T09:42:29.309" v="3233" actId="1582"/>
          <ac:spMkLst>
            <pc:docMk/>
            <pc:sldMk cId="3844135901" sldId="329"/>
            <ac:spMk id="212004" creationId="{0BC4253A-73D3-DE7C-9AAB-584FADD65C2C}"/>
          </ac:spMkLst>
        </pc:spChg>
        <pc:spChg chg="mod">
          <ac:chgData name="Zheng Fei" userId="d19317889db4c986" providerId="LiveId" clId="{AA871E1B-A1EA-4D7E-A62D-1A8AEED4B061}" dt="2022-05-31T09:42:29.309" v="3233" actId="1582"/>
          <ac:spMkLst>
            <pc:docMk/>
            <pc:sldMk cId="3844135901" sldId="329"/>
            <ac:spMk id="212005" creationId="{FAE6DC5A-0E4B-D169-B92C-14723636A8D2}"/>
          </ac:spMkLst>
        </pc:spChg>
        <pc:spChg chg="mod">
          <ac:chgData name="Zheng Fei" userId="d19317889db4c986" providerId="LiveId" clId="{AA871E1B-A1EA-4D7E-A62D-1A8AEED4B061}" dt="2022-05-31T09:42:29.309" v="3233" actId="1582"/>
          <ac:spMkLst>
            <pc:docMk/>
            <pc:sldMk cId="3844135901" sldId="329"/>
            <ac:spMk id="212006" creationId="{2CB0D1B1-A961-4603-5B08-2BA0F2D70D4B}"/>
          </ac:spMkLst>
        </pc:spChg>
        <pc:spChg chg="mod">
          <ac:chgData name="Zheng Fei" userId="d19317889db4c986" providerId="LiveId" clId="{AA871E1B-A1EA-4D7E-A62D-1A8AEED4B061}" dt="2022-05-31T09:42:29.309" v="3233" actId="1582"/>
          <ac:spMkLst>
            <pc:docMk/>
            <pc:sldMk cId="3844135901" sldId="329"/>
            <ac:spMk id="212007" creationId="{A9C6854B-4F29-FE85-CC68-8403A1543610}"/>
          </ac:spMkLst>
        </pc:spChg>
        <pc:spChg chg="mod">
          <ac:chgData name="Zheng Fei" userId="d19317889db4c986" providerId="LiveId" clId="{AA871E1B-A1EA-4D7E-A62D-1A8AEED4B061}" dt="2022-05-31T09:42:29.309" v="3233" actId="1582"/>
          <ac:spMkLst>
            <pc:docMk/>
            <pc:sldMk cId="3844135901" sldId="329"/>
            <ac:spMk id="212008" creationId="{17FCCEE0-5B63-7823-652A-4D0758A68076}"/>
          </ac:spMkLst>
        </pc:spChg>
        <pc:spChg chg="del">
          <ac:chgData name="Zheng Fei" userId="d19317889db4c986" providerId="LiveId" clId="{AA871E1B-A1EA-4D7E-A62D-1A8AEED4B061}" dt="2022-05-31T09:37:30.467" v="3221" actId="478"/>
          <ac:spMkLst>
            <pc:docMk/>
            <pc:sldMk cId="3844135901" sldId="329"/>
            <ac:spMk id="212009" creationId="{AF16281F-7C99-02DF-5614-6BAC28D326BB}"/>
          </ac:spMkLst>
        </pc:spChg>
      </pc:sldChg>
      <pc:sldChg chg="addSp delSp modSp add mod">
        <pc:chgData name="Zheng Fei" userId="d19317889db4c986" providerId="LiveId" clId="{AA871E1B-A1EA-4D7E-A62D-1A8AEED4B061}" dt="2022-05-31T03:50:05.424" v="1513" actId="1076"/>
        <pc:sldMkLst>
          <pc:docMk/>
          <pc:sldMk cId="2288785410" sldId="341"/>
        </pc:sldMkLst>
        <pc:spChg chg="add mod">
          <ac:chgData name="Zheng Fei" userId="d19317889db4c986" providerId="LiveId" clId="{AA871E1B-A1EA-4D7E-A62D-1A8AEED4B061}" dt="2022-05-31T02:05:36.004" v="250" actId="1037"/>
          <ac:spMkLst>
            <pc:docMk/>
            <pc:sldMk cId="2288785410" sldId="341"/>
            <ac:spMk id="9" creationId="{35753B24-FC96-505C-584C-C95C173B5081}"/>
          </ac:spMkLst>
        </pc:spChg>
        <pc:spChg chg="mod">
          <ac:chgData name="Zheng Fei" userId="d19317889db4c986" providerId="LiveId" clId="{AA871E1B-A1EA-4D7E-A62D-1A8AEED4B061}" dt="2022-05-31T03:50:05.424" v="1513" actId="1076"/>
          <ac:spMkLst>
            <pc:docMk/>
            <pc:sldMk cId="2288785410" sldId="341"/>
            <ac:spMk id="10" creationId="{70D050DC-AA1B-4AFD-97A9-933BCB8B64D0}"/>
          </ac:spMkLst>
        </pc:spChg>
        <pc:spChg chg="mod">
          <ac:chgData name="Zheng Fei" userId="d19317889db4c986" providerId="LiveId" clId="{AA871E1B-A1EA-4D7E-A62D-1A8AEED4B061}" dt="2022-05-31T03:50:05.424" v="1513" actId="1076"/>
          <ac:spMkLst>
            <pc:docMk/>
            <pc:sldMk cId="2288785410" sldId="341"/>
            <ac:spMk id="11" creationId="{A5F30993-D5E4-453E-86FB-51331B7810BE}"/>
          </ac:spMkLst>
        </pc:spChg>
        <pc:spChg chg="mod">
          <ac:chgData name="Zheng Fei" userId="d19317889db4c986" providerId="LiveId" clId="{AA871E1B-A1EA-4D7E-A62D-1A8AEED4B061}" dt="2022-05-31T03:50:05.424" v="1513" actId="1076"/>
          <ac:spMkLst>
            <pc:docMk/>
            <pc:sldMk cId="2288785410" sldId="341"/>
            <ac:spMk id="12" creationId="{04847B3D-B81E-42E8-99CB-ECF237918E6B}"/>
          </ac:spMkLst>
        </pc:spChg>
        <pc:spChg chg="mod">
          <ac:chgData name="Zheng Fei" userId="d19317889db4c986" providerId="LiveId" clId="{AA871E1B-A1EA-4D7E-A62D-1A8AEED4B061}" dt="2022-05-31T03:50:05.424" v="1513" actId="1076"/>
          <ac:spMkLst>
            <pc:docMk/>
            <pc:sldMk cId="2288785410" sldId="341"/>
            <ac:spMk id="13" creationId="{677A40D1-346B-405E-AF1D-26629E7DB444}"/>
          </ac:spMkLst>
        </pc:spChg>
        <pc:spChg chg="mod">
          <ac:chgData name="Zheng Fei" userId="d19317889db4c986" providerId="LiveId" clId="{AA871E1B-A1EA-4D7E-A62D-1A8AEED4B061}" dt="2022-05-31T03:50:05.424" v="1513" actId="1076"/>
          <ac:spMkLst>
            <pc:docMk/>
            <pc:sldMk cId="2288785410" sldId="341"/>
            <ac:spMk id="14" creationId="{32057B4F-34A0-4393-98E3-613A7F9C7261}"/>
          </ac:spMkLst>
        </pc:spChg>
        <pc:spChg chg="add mod">
          <ac:chgData name="Zheng Fei" userId="d19317889db4c986" providerId="LiveId" clId="{AA871E1B-A1EA-4D7E-A62D-1A8AEED4B061}" dt="2022-05-31T02:06:45.506" v="257" actId="207"/>
          <ac:spMkLst>
            <pc:docMk/>
            <pc:sldMk cId="2288785410" sldId="341"/>
            <ac:spMk id="15" creationId="{99A1BB37-F226-B15A-A859-04679E0EB21F}"/>
          </ac:spMkLst>
        </pc:spChg>
        <pc:spChg chg="add mod">
          <ac:chgData name="Zheng Fei" userId="d19317889db4c986" providerId="LiveId" clId="{AA871E1B-A1EA-4D7E-A62D-1A8AEED4B061}" dt="2022-05-31T02:05:39.178" v="254" actId="1036"/>
          <ac:spMkLst>
            <pc:docMk/>
            <pc:sldMk cId="2288785410" sldId="341"/>
            <ac:spMk id="16" creationId="{DD42DC8C-6FEE-97FA-9849-209097F59938}"/>
          </ac:spMkLst>
        </pc:spChg>
        <pc:picChg chg="del">
          <ac:chgData name="Zheng Fei" userId="d19317889db4c986" providerId="LiveId" clId="{AA871E1B-A1EA-4D7E-A62D-1A8AEED4B061}" dt="2022-05-31T02:00:06.192" v="114" actId="478"/>
          <ac:picMkLst>
            <pc:docMk/>
            <pc:sldMk cId="2288785410" sldId="341"/>
            <ac:picMk id="21" creationId="{28BFA854-C765-442C-9D7D-DB3EF3606819}"/>
          </ac:picMkLst>
        </pc:picChg>
      </pc:sldChg>
      <pc:sldChg chg="addSp modSp add mod">
        <pc:chgData name="Zheng Fei" userId="d19317889db4c986" providerId="LiveId" clId="{AA871E1B-A1EA-4D7E-A62D-1A8AEED4B061}" dt="2022-05-31T03:05:17.384" v="1171" actId="207"/>
        <pc:sldMkLst>
          <pc:docMk/>
          <pc:sldMk cId="3355953997" sldId="430"/>
        </pc:sldMkLst>
        <pc:spChg chg="add mod">
          <ac:chgData name="Zheng Fei" userId="d19317889db4c986" providerId="LiveId" clId="{AA871E1B-A1EA-4D7E-A62D-1A8AEED4B061}" dt="2022-05-31T01:58:44.997" v="108"/>
          <ac:spMkLst>
            <pc:docMk/>
            <pc:sldMk cId="3355953997" sldId="430"/>
            <ac:spMk id="5" creationId="{6A76435A-043E-9CE6-A38F-49C71B87F62E}"/>
          </ac:spMkLst>
        </pc:spChg>
        <pc:spChg chg="mod">
          <ac:chgData name="Zheng Fei" userId="d19317889db4c986" providerId="LiveId" clId="{AA871E1B-A1EA-4D7E-A62D-1A8AEED4B061}" dt="2022-05-31T01:57:52.267" v="31"/>
          <ac:spMkLst>
            <pc:docMk/>
            <pc:sldMk cId="3355953997" sldId="430"/>
            <ac:spMk id="61442" creationId="{9979D594-9100-0446-A19F-7140E5533581}"/>
          </ac:spMkLst>
        </pc:spChg>
        <pc:spChg chg="mod">
          <ac:chgData name="Zheng Fei" userId="d19317889db4c986" providerId="LiveId" clId="{AA871E1B-A1EA-4D7E-A62D-1A8AEED4B061}" dt="2022-05-31T03:05:17.384" v="1171" actId="207"/>
          <ac:spMkLst>
            <pc:docMk/>
            <pc:sldMk cId="3355953997" sldId="430"/>
            <ac:spMk id="61444" creationId="{601F1377-4EC1-A648-9D08-93B0CEF44388}"/>
          </ac:spMkLst>
        </pc:spChg>
        <pc:spChg chg="mod">
          <ac:chgData name="Zheng Fei" userId="d19317889db4c986" providerId="LiveId" clId="{AA871E1B-A1EA-4D7E-A62D-1A8AEED4B061}" dt="2022-05-31T01:58:21.869" v="43"/>
          <ac:spMkLst>
            <pc:docMk/>
            <pc:sldMk cId="3355953997" sldId="430"/>
            <ac:spMk id="61446" creationId="{3CA5D0EF-1412-D449-86E5-3BEFAEB9289A}"/>
          </ac:spMkLst>
        </pc:spChg>
      </pc:sldChg>
      <pc:sldChg chg="modSp add">
        <pc:chgData name="Zheng Fei" userId="d19317889db4c986" providerId="LiveId" clId="{AA871E1B-A1EA-4D7E-A62D-1A8AEED4B061}" dt="2022-05-31T03:05:26.404" v="1172" actId="207"/>
        <pc:sldMkLst>
          <pc:docMk/>
          <pc:sldMk cId="6768279" sldId="431"/>
        </pc:sldMkLst>
        <pc:spChg chg="mod">
          <ac:chgData name="Zheng Fei" userId="d19317889db4c986" providerId="LiveId" clId="{AA871E1B-A1EA-4D7E-A62D-1A8AEED4B061}" dt="2022-05-31T03:05:26.404" v="1172" actId="207"/>
          <ac:spMkLst>
            <pc:docMk/>
            <pc:sldMk cId="6768279" sldId="431"/>
            <ac:spMk id="61446" creationId="{3CA5D0EF-1412-D449-86E5-3BEFAEB9289A}"/>
          </ac:spMkLst>
        </pc:spChg>
      </pc:sldChg>
      <pc:sldChg chg="add del">
        <pc:chgData name="Zheng Fei" userId="d19317889db4c986" providerId="LiveId" clId="{AA871E1B-A1EA-4D7E-A62D-1A8AEED4B061}" dt="2022-05-31T02:26:23.665" v="546" actId="2696"/>
        <pc:sldMkLst>
          <pc:docMk/>
          <pc:sldMk cId="4195873241" sldId="431"/>
        </pc:sldMkLst>
      </pc:sldChg>
      <pc:sldChg chg="delSp add ord modAnim">
        <pc:chgData name="Zheng Fei" userId="d19317889db4c986" providerId="LiveId" clId="{AA871E1B-A1EA-4D7E-A62D-1A8AEED4B061}" dt="2022-05-31T09:39:26.948" v="3223"/>
        <pc:sldMkLst>
          <pc:docMk/>
          <pc:sldMk cId="3697305915" sldId="432"/>
        </pc:sldMkLst>
        <pc:spChg chg="del">
          <ac:chgData name="Zheng Fei" userId="d19317889db4c986" providerId="LiveId" clId="{AA871E1B-A1EA-4D7E-A62D-1A8AEED4B061}" dt="2022-05-31T02:07:36.962" v="263" actId="478"/>
          <ac:spMkLst>
            <pc:docMk/>
            <pc:sldMk cId="3697305915" sldId="432"/>
            <ac:spMk id="5125" creationId="{33365C62-D391-60DE-CCAF-A6EEFFBF51D5}"/>
          </ac:spMkLst>
        </pc:spChg>
      </pc:sldChg>
      <pc:sldChg chg="modSp add mod ord">
        <pc:chgData name="Zheng Fei" userId="d19317889db4c986" providerId="LiveId" clId="{AA871E1B-A1EA-4D7E-A62D-1A8AEED4B061}" dt="2022-05-31T08:09:37.587" v="1739" actId="207"/>
        <pc:sldMkLst>
          <pc:docMk/>
          <pc:sldMk cId="1057420800" sldId="433"/>
        </pc:sldMkLst>
        <pc:spChg chg="mod">
          <ac:chgData name="Zheng Fei" userId="d19317889db4c986" providerId="LiveId" clId="{AA871E1B-A1EA-4D7E-A62D-1A8AEED4B061}" dt="2022-05-31T02:46:31.347" v="867" actId="207"/>
          <ac:spMkLst>
            <pc:docMk/>
            <pc:sldMk cId="1057420800" sldId="433"/>
            <ac:spMk id="2" creationId="{27C3A274-ECE8-38D9-09FE-9BEF4EAD1C31}"/>
          </ac:spMkLst>
        </pc:spChg>
        <pc:spChg chg="mod">
          <ac:chgData name="Zheng Fei" userId="d19317889db4c986" providerId="LiveId" clId="{AA871E1B-A1EA-4D7E-A62D-1A8AEED4B061}" dt="2022-05-31T08:09:37.587" v="1739" actId="207"/>
          <ac:spMkLst>
            <pc:docMk/>
            <pc:sldMk cId="1057420800" sldId="433"/>
            <ac:spMk id="3" creationId="{176E1E82-05D5-A46D-AEF4-64DB600B4544}"/>
          </ac:spMkLst>
        </pc:spChg>
      </pc:sldChg>
      <pc:sldChg chg="addSp delSp modSp add mod ord">
        <pc:chgData name="Zheng Fei" userId="d19317889db4c986" providerId="LiveId" clId="{AA871E1B-A1EA-4D7E-A62D-1A8AEED4B061}" dt="2022-05-31T08:11:14.445" v="1749" actId="114"/>
        <pc:sldMkLst>
          <pc:docMk/>
          <pc:sldMk cId="188046780" sldId="434"/>
        </pc:sldMkLst>
        <pc:spChg chg="mod">
          <ac:chgData name="Zheng Fei" userId="d19317889db4c986" providerId="LiveId" clId="{AA871E1B-A1EA-4D7E-A62D-1A8AEED4B061}" dt="2022-05-31T08:11:14.445" v="1749" actId="114"/>
          <ac:spMkLst>
            <pc:docMk/>
            <pc:sldMk cId="188046780" sldId="434"/>
            <ac:spMk id="3" creationId="{882C639D-4A94-873F-49FE-84AE6E07468D}"/>
          </ac:spMkLst>
        </pc:spChg>
        <pc:spChg chg="add del mod">
          <ac:chgData name="Zheng Fei" userId="d19317889db4c986" providerId="LiveId" clId="{AA871E1B-A1EA-4D7E-A62D-1A8AEED4B061}" dt="2022-05-31T02:46:58.112" v="873" actId="478"/>
          <ac:spMkLst>
            <pc:docMk/>
            <pc:sldMk cId="188046780" sldId="434"/>
            <ac:spMk id="4" creationId="{60E49D7F-453D-2398-EB6C-A62C77A8938F}"/>
          </ac:spMkLst>
        </pc:spChg>
        <pc:spChg chg="add mod">
          <ac:chgData name="Zheng Fei" userId="d19317889db4c986" providerId="LiveId" clId="{AA871E1B-A1EA-4D7E-A62D-1A8AEED4B061}" dt="2022-05-31T02:47:11.139" v="879" actId="114"/>
          <ac:spMkLst>
            <pc:docMk/>
            <pc:sldMk cId="188046780" sldId="434"/>
            <ac:spMk id="5" creationId="{8E35BD2D-B425-A7C1-D588-41D6A6903FA7}"/>
          </ac:spMkLst>
        </pc:spChg>
        <pc:spChg chg="add del mod">
          <ac:chgData name="Zheng Fei" userId="d19317889db4c986" providerId="LiveId" clId="{AA871E1B-A1EA-4D7E-A62D-1A8AEED4B061}" dt="2022-05-31T02:46:59.625" v="874" actId="478"/>
          <ac:spMkLst>
            <pc:docMk/>
            <pc:sldMk cId="188046780" sldId="434"/>
            <ac:spMk id="6" creationId="{0B8D8B1C-1A88-C579-ACE2-8ECC0FC43F63}"/>
          </ac:spMkLst>
        </pc:spChg>
      </pc:sldChg>
      <pc:sldChg chg="addSp delSp modSp add mod">
        <pc:chgData name="Zheng Fei" userId="d19317889db4c986" providerId="LiveId" clId="{AA871E1B-A1EA-4D7E-A62D-1A8AEED4B061}" dt="2022-05-31T02:56:42.318" v="1043"/>
        <pc:sldMkLst>
          <pc:docMk/>
          <pc:sldMk cId="905381530" sldId="435"/>
        </pc:sldMkLst>
        <pc:spChg chg="del mod">
          <ac:chgData name="Zheng Fei" userId="d19317889db4c986" providerId="LiveId" clId="{AA871E1B-A1EA-4D7E-A62D-1A8AEED4B061}" dt="2022-05-31T02:55:47.632" v="1024" actId="478"/>
          <ac:spMkLst>
            <pc:docMk/>
            <pc:sldMk cId="905381530" sldId="435"/>
            <ac:spMk id="3" creationId="{99BD2BC3-EDAC-D880-B046-46FE7DC89563}"/>
          </ac:spMkLst>
        </pc:spChg>
        <pc:spChg chg="add del mod">
          <ac:chgData name="Zheng Fei" userId="d19317889db4c986" providerId="LiveId" clId="{AA871E1B-A1EA-4D7E-A62D-1A8AEED4B061}" dt="2022-05-31T02:55:49.625" v="1025" actId="478"/>
          <ac:spMkLst>
            <pc:docMk/>
            <pc:sldMk cId="905381530" sldId="435"/>
            <ac:spMk id="4" creationId="{2BBE4DF4-67AA-C0DB-0763-5B5FA18D2953}"/>
          </ac:spMkLst>
        </pc:spChg>
        <pc:spChg chg="add mod">
          <ac:chgData name="Zheng Fei" userId="d19317889db4c986" providerId="LiveId" clId="{AA871E1B-A1EA-4D7E-A62D-1A8AEED4B061}" dt="2022-05-31T02:56:42.318" v="1043"/>
          <ac:spMkLst>
            <pc:docMk/>
            <pc:sldMk cId="905381530" sldId="435"/>
            <ac:spMk id="7" creationId="{69B83F13-4105-1555-7FF8-02D1D0AECAE3}"/>
          </ac:spMkLst>
        </pc:spChg>
        <pc:picChg chg="add mod">
          <ac:chgData name="Zheng Fei" userId="d19317889db4c986" providerId="LiveId" clId="{AA871E1B-A1EA-4D7E-A62D-1A8AEED4B061}" dt="2022-05-31T02:56:33.142" v="1038" actId="1076"/>
          <ac:picMkLst>
            <pc:docMk/>
            <pc:sldMk cId="905381530" sldId="435"/>
            <ac:picMk id="6" creationId="{60B90370-A7BD-577D-1C93-E992D10DFF29}"/>
          </ac:picMkLst>
        </pc:picChg>
      </pc:sldChg>
      <pc:sldChg chg="addSp delSp modSp add mod">
        <pc:chgData name="Zheng Fei" userId="d19317889db4c986" providerId="LiveId" clId="{AA871E1B-A1EA-4D7E-A62D-1A8AEED4B061}" dt="2022-05-31T08:13:36.679" v="1766" actId="207"/>
        <pc:sldMkLst>
          <pc:docMk/>
          <pc:sldMk cId="1751148915" sldId="436"/>
        </pc:sldMkLst>
        <pc:spChg chg="mod">
          <ac:chgData name="Zheng Fei" userId="d19317889db4c986" providerId="LiveId" clId="{AA871E1B-A1EA-4D7E-A62D-1A8AEED4B061}" dt="2022-05-31T08:13:24.548" v="1764" actId="207"/>
          <ac:spMkLst>
            <pc:docMk/>
            <pc:sldMk cId="1751148915" sldId="436"/>
            <ac:spMk id="3" creationId="{882C639D-4A94-873F-49FE-84AE6E07468D}"/>
          </ac:spMkLst>
        </pc:spChg>
        <pc:spChg chg="del">
          <ac:chgData name="Zheng Fei" userId="d19317889db4c986" providerId="LiveId" clId="{AA871E1B-A1EA-4D7E-A62D-1A8AEED4B061}" dt="2022-05-31T02:47:28.057" v="900" actId="478"/>
          <ac:spMkLst>
            <pc:docMk/>
            <pc:sldMk cId="1751148915" sldId="436"/>
            <ac:spMk id="4" creationId="{60E49D7F-453D-2398-EB6C-A62C77A8938F}"/>
          </ac:spMkLst>
        </pc:spChg>
        <pc:spChg chg="add del mod">
          <ac:chgData name="Zheng Fei" userId="d19317889db4c986" providerId="LiveId" clId="{AA871E1B-A1EA-4D7E-A62D-1A8AEED4B061}" dt="2022-05-31T02:47:31.134" v="902" actId="478"/>
          <ac:spMkLst>
            <pc:docMk/>
            <pc:sldMk cId="1751148915" sldId="436"/>
            <ac:spMk id="5" creationId="{7DA591DA-2208-9E65-B847-C5AEA50FE3AE}"/>
          </ac:spMkLst>
        </pc:spChg>
        <pc:spChg chg="add mod">
          <ac:chgData name="Zheng Fei" userId="d19317889db4c986" providerId="LiveId" clId="{AA871E1B-A1EA-4D7E-A62D-1A8AEED4B061}" dt="2022-05-31T08:13:36.679" v="1766" actId="207"/>
          <ac:spMkLst>
            <pc:docMk/>
            <pc:sldMk cId="1751148915" sldId="436"/>
            <ac:spMk id="6" creationId="{5D575633-139F-E1E0-631D-2FA09DA834C5}"/>
          </ac:spMkLst>
        </pc:spChg>
      </pc:sldChg>
      <pc:sldChg chg="addSp delSp modSp add mod">
        <pc:chgData name="Zheng Fei" userId="d19317889db4c986" providerId="LiveId" clId="{AA871E1B-A1EA-4D7E-A62D-1A8AEED4B061}" dt="2022-05-31T08:14:57.929" v="1773" actId="207"/>
        <pc:sldMkLst>
          <pc:docMk/>
          <pc:sldMk cId="470862343" sldId="437"/>
        </pc:sldMkLst>
        <pc:spChg chg="mod">
          <ac:chgData name="Zheng Fei" userId="d19317889db4c986" providerId="LiveId" clId="{AA871E1B-A1EA-4D7E-A62D-1A8AEED4B061}" dt="2022-05-31T08:14:57.929" v="1773" actId="207"/>
          <ac:spMkLst>
            <pc:docMk/>
            <pc:sldMk cId="470862343" sldId="437"/>
            <ac:spMk id="3" creationId="{882C639D-4A94-873F-49FE-84AE6E07468D}"/>
          </ac:spMkLst>
        </pc:spChg>
        <pc:spChg chg="del">
          <ac:chgData name="Zheng Fei" userId="d19317889db4c986" providerId="LiveId" clId="{AA871E1B-A1EA-4D7E-A62D-1A8AEED4B061}" dt="2022-05-31T02:50:12.804" v="926" actId="478"/>
          <ac:spMkLst>
            <pc:docMk/>
            <pc:sldMk cId="470862343" sldId="437"/>
            <ac:spMk id="4" creationId="{88862752-48B6-7026-A1D8-87D0446659F2}"/>
          </ac:spMkLst>
        </pc:spChg>
        <pc:spChg chg="add del mod">
          <ac:chgData name="Zheng Fei" userId="d19317889db4c986" providerId="LiveId" clId="{AA871E1B-A1EA-4D7E-A62D-1A8AEED4B061}" dt="2022-05-31T02:50:14.478" v="927" actId="478"/>
          <ac:spMkLst>
            <pc:docMk/>
            <pc:sldMk cId="470862343" sldId="437"/>
            <ac:spMk id="5" creationId="{2EBD9351-ED2A-B794-92F5-7621261DDEC0}"/>
          </ac:spMkLst>
        </pc:spChg>
        <pc:spChg chg="add mod">
          <ac:chgData name="Zheng Fei" userId="d19317889db4c986" providerId="LiveId" clId="{AA871E1B-A1EA-4D7E-A62D-1A8AEED4B061}" dt="2022-05-31T08:14:54.449" v="1772" actId="207"/>
          <ac:spMkLst>
            <pc:docMk/>
            <pc:sldMk cId="470862343" sldId="437"/>
            <ac:spMk id="6" creationId="{00108695-5871-DB0C-1828-61F55CB1ED64}"/>
          </ac:spMkLst>
        </pc:spChg>
      </pc:sldChg>
      <pc:sldChg chg="addSp delSp modSp add mod">
        <pc:chgData name="Zheng Fei" userId="d19317889db4c986" providerId="LiveId" clId="{AA871E1B-A1EA-4D7E-A62D-1A8AEED4B061}" dt="2022-05-31T08:25:09.543" v="1856" actId="255"/>
        <pc:sldMkLst>
          <pc:docMk/>
          <pc:sldMk cId="4155052864" sldId="438"/>
        </pc:sldMkLst>
        <pc:spChg chg="mod">
          <ac:chgData name="Zheng Fei" userId="d19317889db4c986" providerId="LiveId" clId="{AA871E1B-A1EA-4D7E-A62D-1A8AEED4B061}" dt="2022-05-31T08:25:09.543" v="1856" actId="255"/>
          <ac:spMkLst>
            <pc:docMk/>
            <pc:sldMk cId="4155052864" sldId="438"/>
            <ac:spMk id="3" creationId="{882C639D-4A94-873F-49FE-84AE6E07468D}"/>
          </ac:spMkLst>
        </pc:spChg>
        <pc:spChg chg="del mod">
          <ac:chgData name="Zheng Fei" userId="d19317889db4c986" providerId="LiveId" clId="{AA871E1B-A1EA-4D7E-A62D-1A8AEED4B061}" dt="2022-05-31T02:50:31.672" v="931" actId="478"/>
          <ac:spMkLst>
            <pc:docMk/>
            <pc:sldMk cId="4155052864" sldId="438"/>
            <ac:spMk id="4" creationId="{88862752-48B6-7026-A1D8-87D0446659F2}"/>
          </ac:spMkLst>
        </pc:spChg>
        <pc:spChg chg="add del mod">
          <ac:chgData name="Zheng Fei" userId="d19317889db4c986" providerId="LiveId" clId="{AA871E1B-A1EA-4D7E-A62D-1A8AEED4B061}" dt="2022-05-31T02:50:35.769" v="933" actId="478"/>
          <ac:spMkLst>
            <pc:docMk/>
            <pc:sldMk cId="4155052864" sldId="438"/>
            <ac:spMk id="5" creationId="{442B162B-E395-3B1F-9CB7-8389694BC72C}"/>
          </ac:spMkLst>
        </pc:spChg>
        <pc:spChg chg="add mod">
          <ac:chgData name="Zheng Fei" userId="d19317889db4c986" providerId="LiveId" clId="{AA871E1B-A1EA-4D7E-A62D-1A8AEED4B061}" dt="2022-05-31T02:51:55.736" v="971" actId="114"/>
          <ac:spMkLst>
            <pc:docMk/>
            <pc:sldMk cId="4155052864" sldId="438"/>
            <ac:spMk id="6" creationId="{033BD04A-C261-27CD-2475-A0D0CC53D7E3}"/>
          </ac:spMkLst>
        </pc:spChg>
      </pc:sldChg>
      <pc:sldChg chg="addSp delSp modSp new mod">
        <pc:chgData name="Zheng Fei" userId="d19317889db4c986" providerId="LiveId" clId="{AA871E1B-A1EA-4D7E-A62D-1A8AEED4B061}" dt="2022-05-31T02:56:06.318" v="1034"/>
        <pc:sldMkLst>
          <pc:docMk/>
          <pc:sldMk cId="1844936738" sldId="439"/>
        </pc:sldMkLst>
        <pc:spChg chg="del">
          <ac:chgData name="Zheng Fei" userId="d19317889db4c986" providerId="LiveId" clId="{AA871E1B-A1EA-4D7E-A62D-1A8AEED4B061}" dt="2022-05-31T02:52:24.308" v="985" actId="478"/>
          <ac:spMkLst>
            <pc:docMk/>
            <pc:sldMk cId="1844936738" sldId="439"/>
            <ac:spMk id="2" creationId="{E9841247-409B-790B-99C8-B9B4CE33CA25}"/>
          </ac:spMkLst>
        </pc:spChg>
        <pc:spChg chg="del">
          <ac:chgData name="Zheng Fei" userId="d19317889db4c986" providerId="LiveId" clId="{AA871E1B-A1EA-4D7E-A62D-1A8AEED4B061}" dt="2022-05-31T02:42:04.363" v="834"/>
          <ac:spMkLst>
            <pc:docMk/>
            <pc:sldMk cId="1844936738" sldId="439"/>
            <ac:spMk id="3" creationId="{C1126DC6-2DC3-A15C-DD6F-327792DBFED3}"/>
          </ac:spMkLst>
        </pc:spChg>
        <pc:spChg chg="add mod">
          <ac:chgData name="Zheng Fei" userId="d19317889db4c986" providerId="LiveId" clId="{AA871E1B-A1EA-4D7E-A62D-1A8AEED4B061}" dt="2022-05-31T02:56:06.318" v="1034"/>
          <ac:spMkLst>
            <pc:docMk/>
            <pc:sldMk cId="1844936738" sldId="439"/>
            <ac:spMk id="6" creationId="{16F3E513-2926-2193-6AC4-67B8E82A62EE}"/>
          </ac:spMkLst>
        </pc:spChg>
        <pc:picChg chg="add mod">
          <ac:chgData name="Zheng Fei" userId="d19317889db4c986" providerId="LiveId" clId="{AA871E1B-A1EA-4D7E-A62D-1A8AEED4B061}" dt="2022-05-31T02:52:34.762" v="988" actId="1076"/>
          <ac:picMkLst>
            <pc:docMk/>
            <pc:sldMk cId="1844936738" sldId="439"/>
            <ac:picMk id="5" creationId="{79B80440-C778-75B3-AF12-7DFF9D11C2A4}"/>
          </ac:picMkLst>
        </pc:picChg>
      </pc:sldChg>
      <pc:sldChg chg="addSp delSp modSp new mod ord">
        <pc:chgData name="Zheng Fei" userId="d19317889db4c986" providerId="LiveId" clId="{AA871E1B-A1EA-4D7E-A62D-1A8AEED4B061}" dt="2022-05-31T02:59:09.492" v="1094" actId="1076"/>
        <pc:sldMkLst>
          <pc:docMk/>
          <pc:sldMk cId="2077041129" sldId="440"/>
        </pc:sldMkLst>
        <pc:spChg chg="del">
          <ac:chgData name="Zheng Fei" userId="d19317889db4c986" providerId="LiveId" clId="{AA871E1B-A1EA-4D7E-A62D-1A8AEED4B061}" dt="2022-05-31T02:57:33.124" v="1052" actId="478"/>
          <ac:spMkLst>
            <pc:docMk/>
            <pc:sldMk cId="2077041129" sldId="440"/>
            <ac:spMk id="2" creationId="{7E73D9C2-DDF2-3708-BB32-4555FE004F82}"/>
          </ac:spMkLst>
        </pc:spChg>
        <pc:spChg chg="del">
          <ac:chgData name="Zheng Fei" userId="d19317889db4c986" providerId="LiveId" clId="{AA871E1B-A1EA-4D7E-A62D-1A8AEED4B061}" dt="2022-05-31T02:57:31.505" v="1051" actId="478"/>
          <ac:spMkLst>
            <pc:docMk/>
            <pc:sldMk cId="2077041129" sldId="440"/>
            <ac:spMk id="3" creationId="{A9C52168-6CCC-4AD9-6F95-E140B66ADDBD}"/>
          </ac:spMkLst>
        </pc:spChg>
        <pc:spChg chg="add mod">
          <ac:chgData name="Zheng Fei" userId="d19317889db4c986" providerId="LiveId" clId="{AA871E1B-A1EA-4D7E-A62D-1A8AEED4B061}" dt="2022-05-31T02:58:55.740" v="1071"/>
          <ac:spMkLst>
            <pc:docMk/>
            <pc:sldMk cId="2077041129" sldId="440"/>
            <ac:spMk id="8" creationId="{BC00AD1C-4CA1-E6DE-59CE-15D7B09B1B87}"/>
          </ac:spMkLst>
        </pc:spChg>
        <pc:picChg chg="add mod">
          <ac:chgData name="Zheng Fei" userId="d19317889db4c986" providerId="LiveId" clId="{AA871E1B-A1EA-4D7E-A62D-1A8AEED4B061}" dt="2022-05-31T02:59:03.183" v="1091" actId="1076"/>
          <ac:picMkLst>
            <pc:docMk/>
            <pc:sldMk cId="2077041129" sldId="440"/>
            <ac:picMk id="4" creationId="{8819C35C-F2CC-8B92-7D78-BF21E1E4C8BC}"/>
          </ac:picMkLst>
        </pc:picChg>
        <pc:picChg chg="add mod">
          <ac:chgData name="Zheng Fei" userId="d19317889db4c986" providerId="LiveId" clId="{AA871E1B-A1EA-4D7E-A62D-1A8AEED4B061}" dt="2022-05-31T02:59:03.183" v="1091" actId="1076"/>
          <ac:picMkLst>
            <pc:docMk/>
            <pc:sldMk cId="2077041129" sldId="440"/>
            <ac:picMk id="5" creationId="{93D972F1-E917-51BF-EF35-FB2D69B7CF1E}"/>
          </ac:picMkLst>
        </pc:picChg>
        <pc:picChg chg="add mod">
          <ac:chgData name="Zheng Fei" userId="d19317889db4c986" providerId="LiveId" clId="{AA871E1B-A1EA-4D7E-A62D-1A8AEED4B061}" dt="2022-05-31T02:59:09.492" v="1094" actId="1076"/>
          <ac:picMkLst>
            <pc:docMk/>
            <pc:sldMk cId="2077041129" sldId="440"/>
            <ac:picMk id="7" creationId="{6C13B102-8C39-AF7D-CA8D-235B81C0183F}"/>
          </ac:picMkLst>
        </pc:picChg>
      </pc:sldChg>
      <pc:sldChg chg="addSp delSp modSp new mod">
        <pc:chgData name="Zheng Fei" userId="d19317889db4c986" providerId="LiveId" clId="{AA871E1B-A1EA-4D7E-A62D-1A8AEED4B061}" dt="2022-05-31T03:02:30.700" v="1150" actId="1076"/>
        <pc:sldMkLst>
          <pc:docMk/>
          <pc:sldMk cId="2474415889" sldId="441"/>
        </pc:sldMkLst>
        <pc:spChg chg="del">
          <ac:chgData name="Zheng Fei" userId="d19317889db4c986" providerId="LiveId" clId="{AA871E1B-A1EA-4D7E-A62D-1A8AEED4B061}" dt="2022-05-31T03:01:27.442" v="1138" actId="478"/>
          <ac:spMkLst>
            <pc:docMk/>
            <pc:sldMk cId="2474415889" sldId="441"/>
            <ac:spMk id="2" creationId="{5C164AE9-CC9B-2D28-0BC8-887E3462BA58}"/>
          </ac:spMkLst>
        </pc:spChg>
        <pc:spChg chg="del">
          <ac:chgData name="Zheng Fei" userId="d19317889db4c986" providerId="LiveId" clId="{AA871E1B-A1EA-4D7E-A62D-1A8AEED4B061}" dt="2022-05-31T02:44:50.407" v="847"/>
          <ac:spMkLst>
            <pc:docMk/>
            <pc:sldMk cId="2474415889" sldId="441"/>
            <ac:spMk id="3" creationId="{792BC9D1-EBF8-EB19-43C4-B628DEE015B4}"/>
          </ac:spMkLst>
        </pc:spChg>
        <pc:spChg chg="add mod">
          <ac:chgData name="Zheng Fei" userId="d19317889db4c986" providerId="LiveId" clId="{AA871E1B-A1EA-4D7E-A62D-1A8AEED4B061}" dt="2022-05-31T03:01:32.384" v="1139"/>
          <ac:spMkLst>
            <pc:docMk/>
            <pc:sldMk cId="2474415889" sldId="441"/>
            <ac:spMk id="6" creationId="{0EF19886-BD3C-D8D5-BF9E-6FA2A2E15869}"/>
          </ac:spMkLst>
        </pc:spChg>
        <pc:picChg chg="add mod modCrop">
          <ac:chgData name="Zheng Fei" userId="d19317889db4c986" providerId="LiveId" clId="{AA871E1B-A1EA-4D7E-A62D-1A8AEED4B061}" dt="2022-05-31T03:02:21.804" v="1148" actId="732"/>
          <ac:picMkLst>
            <pc:docMk/>
            <pc:sldMk cId="2474415889" sldId="441"/>
            <ac:picMk id="5" creationId="{7F905CFF-28E6-D5FF-B71D-D74CF36298ED}"/>
          </ac:picMkLst>
        </pc:picChg>
        <pc:picChg chg="add del mod">
          <ac:chgData name="Zheng Fei" userId="d19317889db4c986" providerId="LiveId" clId="{AA871E1B-A1EA-4D7E-A62D-1A8AEED4B061}" dt="2022-05-31T03:02:08.330" v="1145" actId="478"/>
          <ac:picMkLst>
            <pc:docMk/>
            <pc:sldMk cId="2474415889" sldId="441"/>
            <ac:picMk id="7" creationId="{54867C3C-0620-5069-099A-675F941011AD}"/>
          </ac:picMkLst>
        </pc:picChg>
        <pc:picChg chg="add mod modCrop">
          <ac:chgData name="Zheng Fei" userId="d19317889db4c986" providerId="LiveId" clId="{AA871E1B-A1EA-4D7E-A62D-1A8AEED4B061}" dt="2022-05-31T03:02:30.700" v="1150" actId="1076"/>
          <ac:picMkLst>
            <pc:docMk/>
            <pc:sldMk cId="2474415889" sldId="441"/>
            <ac:picMk id="8" creationId="{0C8D1869-521B-17AD-D118-88BF1145AC3F}"/>
          </ac:picMkLst>
        </pc:picChg>
      </pc:sldChg>
      <pc:sldChg chg="new del">
        <pc:chgData name="Zheng Fei" userId="d19317889db4c986" providerId="LiveId" clId="{AA871E1B-A1EA-4D7E-A62D-1A8AEED4B061}" dt="2022-05-31T02:44:27.793" v="846" actId="47"/>
        <pc:sldMkLst>
          <pc:docMk/>
          <pc:sldMk cId="3687871126" sldId="442"/>
        </pc:sldMkLst>
      </pc:sldChg>
      <pc:sldChg chg="addSp delSp modSp new mod modAnim">
        <pc:chgData name="Zheng Fei" userId="d19317889db4c986" providerId="LiveId" clId="{AA871E1B-A1EA-4D7E-A62D-1A8AEED4B061}" dt="2022-05-31T03:04:14.072" v="1166"/>
        <pc:sldMkLst>
          <pc:docMk/>
          <pc:sldMk cId="3715198591" sldId="442"/>
        </pc:sldMkLst>
        <pc:spChg chg="del">
          <ac:chgData name="Zheng Fei" userId="d19317889db4c986" providerId="LiveId" clId="{AA871E1B-A1EA-4D7E-A62D-1A8AEED4B061}" dt="2022-05-31T03:02:57.827" v="1155" actId="478"/>
          <ac:spMkLst>
            <pc:docMk/>
            <pc:sldMk cId="3715198591" sldId="442"/>
            <ac:spMk id="2" creationId="{AA7F817B-0962-D917-D1A5-DDD75EDE86E3}"/>
          </ac:spMkLst>
        </pc:spChg>
        <pc:spChg chg="del">
          <ac:chgData name="Zheng Fei" userId="d19317889db4c986" providerId="LiveId" clId="{AA871E1B-A1EA-4D7E-A62D-1A8AEED4B061}" dt="2022-05-31T02:45:26.399" v="855"/>
          <ac:spMkLst>
            <pc:docMk/>
            <pc:sldMk cId="3715198591" sldId="442"/>
            <ac:spMk id="3" creationId="{C1BD9EC0-2AA2-F932-E337-B54BF5FDBFB2}"/>
          </ac:spMkLst>
        </pc:spChg>
        <pc:picChg chg="add mod">
          <ac:chgData name="Zheng Fei" userId="d19317889db4c986" providerId="LiveId" clId="{AA871E1B-A1EA-4D7E-A62D-1A8AEED4B061}" dt="2022-05-31T03:04:05.902" v="1162" actId="1076"/>
          <ac:picMkLst>
            <pc:docMk/>
            <pc:sldMk cId="3715198591" sldId="442"/>
            <ac:picMk id="5" creationId="{A2062F71-5AC6-40F2-83B0-12C504D47CCB}"/>
          </ac:picMkLst>
        </pc:picChg>
        <pc:picChg chg="add mod">
          <ac:chgData name="Zheng Fei" userId="d19317889db4c986" providerId="LiveId" clId="{AA871E1B-A1EA-4D7E-A62D-1A8AEED4B061}" dt="2022-05-31T03:04:11.415" v="1165" actId="1076"/>
          <ac:picMkLst>
            <pc:docMk/>
            <pc:sldMk cId="3715198591" sldId="442"/>
            <ac:picMk id="6" creationId="{1E1F0C14-A1E9-D8DB-840A-13585A556C2C}"/>
          </ac:picMkLst>
        </pc:picChg>
      </pc:sldChg>
      <pc:sldChg chg="addSp delSp modSp new del mod">
        <pc:chgData name="Zheng Fei" userId="d19317889db4c986" providerId="LiveId" clId="{AA871E1B-A1EA-4D7E-A62D-1A8AEED4B061}" dt="2022-05-31T03:04:17.433" v="1167" actId="47"/>
        <pc:sldMkLst>
          <pc:docMk/>
          <pc:sldMk cId="2014599193" sldId="443"/>
        </pc:sldMkLst>
        <pc:spChg chg="del">
          <ac:chgData name="Zheng Fei" userId="d19317889db4c986" providerId="LiveId" clId="{AA871E1B-A1EA-4D7E-A62D-1A8AEED4B061}" dt="2022-05-31T03:03:55.372" v="1158" actId="478"/>
          <ac:spMkLst>
            <pc:docMk/>
            <pc:sldMk cId="2014599193" sldId="443"/>
            <ac:spMk id="2" creationId="{6C804D00-9DE9-AE29-E696-47A616191C98}"/>
          </ac:spMkLst>
        </pc:spChg>
        <pc:spChg chg="del">
          <ac:chgData name="Zheng Fei" userId="d19317889db4c986" providerId="LiveId" clId="{AA871E1B-A1EA-4D7E-A62D-1A8AEED4B061}" dt="2022-05-31T02:45:51.592" v="859"/>
          <ac:spMkLst>
            <pc:docMk/>
            <pc:sldMk cId="2014599193" sldId="443"/>
            <ac:spMk id="3" creationId="{266B5A11-E98A-3177-6FCE-1FC4894FD15B}"/>
          </ac:spMkLst>
        </pc:spChg>
        <pc:spChg chg="add mod">
          <ac:chgData name="Zheng Fei" userId="d19317889db4c986" providerId="LiveId" clId="{AA871E1B-A1EA-4D7E-A62D-1A8AEED4B061}" dt="2022-05-31T03:04:08.252" v="1163" actId="21"/>
          <ac:spMkLst>
            <pc:docMk/>
            <pc:sldMk cId="2014599193" sldId="443"/>
            <ac:spMk id="7" creationId="{F0308083-9329-A6A9-1524-494A7B54FADB}"/>
          </ac:spMkLst>
        </pc:spChg>
        <pc:picChg chg="add del mod">
          <ac:chgData name="Zheng Fei" userId="d19317889db4c986" providerId="LiveId" clId="{AA871E1B-A1EA-4D7E-A62D-1A8AEED4B061}" dt="2022-05-31T03:04:08.252" v="1163" actId="21"/>
          <ac:picMkLst>
            <pc:docMk/>
            <pc:sldMk cId="2014599193" sldId="443"/>
            <ac:picMk id="5" creationId="{81444A54-BC4E-3308-AC42-C4FD3613E755}"/>
          </ac:picMkLst>
        </pc:picChg>
      </pc:sldChg>
      <pc:sldChg chg="addSp modSp add mod ord">
        <pc:chgData name="Zheng Fei" userId="d19317889db4c986" providerId="LiveId" clId="{AA871E1B-A1EA-4D7E-A62D-1A8AEED4B061}" dt="2022-05-31T08:27:48.364" v="1877" actId="207"/>
        <pc:sldMkLst>
          <pc:docMk/>
          <pc:sldMk cId="4184174401" sldId="444"/>
        </pc:sldMkLst>
        <pc:spChg chg="mod">
          <ac:chgData name="Zheng Fei" userId="d19317889db4c986" providerId="LiveId" clId="{AA871E1B-A1EA-4D7E-A62D-1A8AEED4B061}" dt="2022-05-31T08:27:48.364" v="1877" actId="207"/>
          <ac:spMkLst>
            <pc:docMk/>
            <pc:sldMk cId="4184174401" sldId="444"/>
            <ac:spMk id="3" creationId="{99BD2BC3-EDAC-D880-B046-46FE7DC89563}"/>
          </ac:spMkLst>
        </pc:spChg>
        <pc:spChg chg="add mod">
          <ac:chgData name="Zheng Fei" userId="d19317889db4c986" providerId="LiveId" clId="{AA871E1B-A1EA-4D7E-A62D-1A8AEED4B061}" dt="2022-05-31T02:57:22.168" v="1049"/>
          <ac:spMkLst>
            <pc:docMk/>
            <pc:sldMk cId="4184174401" sldId="444"/>
            <ac:spMk id="4" creationId="{BBFD9356-33BA-0B72-8A75-4A48F968F80C}"/>
          </ac:spMkLst>
        </pc:spChg>
      </pc:sldChg>
      <pc:sldChg chg="addSp delSp modSp add mod">
        <pc:chgData name="Zheng Fei" userId="d19317889db4c986" providerId="LiveId" clId="{AA871E1B-A1EA-4D7E-A62D-1A8AEED4B061}" dt="2022-05-31T08:46:40.118" v="2105" actId="113"/>
        <pc:sldMkLst>
          <pc:docMk/>
          <pc:sldMk cId="630437862" sldId="445"/>
        </pc:sldMkLst>
        <pc:spChg chg="mod">
          <ac:chgData name="Zheng Fei" userId="d19317889db4c986" providerId="LiveId" clId="{AA871E1B-A1EA-4D7E-A62D-1A8AEED4B061}" dt="2022-05-31T03:16:57.770" v="1195" actId="207"/>
          <ac:spMkLst>
            <pc:docMk/>
            <pc:sldMk cId="630437862" sldId="445"/>
            <ac:spMk id="2" creationId="{0B72DD76-EDC9-920A-253D-089B01A35DE0}"/>
          </ac:spMkLst>
        </pc:spChg>
        <pc:spChg chg="mod">
          <ac:chgData name="Zheng Fei" userId="d19317889db4c986" providerId="LiveId" clId="{AA871E1B-A1EA-4D7E-A62D-1A8AEED4B061}" dt="2022-05-31T08:30:13.312" v="1893" actId="113"/>
          <ac:spMkLst>
            <pc:docMk/>
            <pc:sldMk cId="630437862" sldId="445"/>
            <ac:spMk id="3" creationId="{A37EA942-92E5-FBBB-861D-F2A42391FCD0}"/>
          </ac:spMkLst>
        </pc:spChg>
        <pc:spChg chg="add mod">
          <ac:chgData name="Zheng Fei" userId="d19317889db4c986" providerId="LiveId" clId="{AA871E1B-A1EA-4D7E-A62D-1A8AEED4B061}" dt="2022-05-31T08:46:40.118" v="2105" actId="113"/>
          <ac:spMkLst>
            <pc:docMk/>
            <pc:sldMk cId="630437862" sldId="445"/>
            <ac:spMk id="4" creationId="{E324A49A-AD39-4E04-EA78-8F0CECD556D5}"/>
          </ac:spMkLst>
        </pc:spChg>
        <pc:picChg chg="del mod">
          <ac:chgData name="Zheng Fei" userId="d19317889db4c986" providerId="LiveId" clId="{AA871E1B-A1EA-4D7E-A62D-1A8AEED4B061}" dt="2022-05-31T03:16:26.827" v="1190" actId="478"/>
          <ac:picMkLst>
            <pc:docMk/>
            <pc:sldMk cId="630437862" sldId="445"/>
            <ac:picMk id="5" creationId="{64489E1D-CFCE-A3E4-97EB-B819205D78E6}"/>
          </ac:picMkLst>
        </pc:picChg>
      </pc:sldChg>
      <pc:sldChg chg="addSp delSp modSp add mod">
        <pc:chgData name="Zheng Fei" userId="d19317889db4c986" providerId="LiveId" clId="{AA871E1B-A1EA-4D7E-A62D-1A8AEED4B061}" dt="2022-05-31T08:51:38.842" v="2318" actId="207"/>
        <pc:sldMkLst>
          <pc:docMk/>
          <pc:sldMk cId="1350672988" sldId="446"/>
        </pc:sldMkLst>
        <pc:spChg chg="del">
          <ac:chgData name="Zheng Fei" userId="d19317889db4c986" providerId="LiveId" clId="{AA871E1B-A1EA-4D7E-A62D-1A8AEED4B061}" dt="2022-05-31T03:17:05.359" v="1196" actId="478"/>
          <ac:spMkLst>
            <pc:docMk/>
            <pc:sldMk cId="1350672988" sldId="446"/>
            <ac:spMk id="2" creationId="{0B72DD76-EDC9-920A-253D-089B01A35DE0}"/>
          </ac:spMkLst>
        </pc:spChg>
        <pc:spChg chg="del mod">
          <ac:chgData name="Zheng Fei" userId="d19317889db4c986" providerId="LiveId" clId="{AA871E1B-A1EA-4D7E-A62D-1A8AEED4B061}" dt="2022-05-31T03:16:46.953" v="1192" actId="478"/>
          <ac:spMkLst>
            <pc:docMk/>
            <pc:sldMk cId="1350672988" sldId="446"/>
            <ac:spMk id="3" creationId="{A37EA942-92E5-FBBB-861D-F2A42391FCD0}"/>
          </ac:spMkLst>
        </pc:spChg>
        <pc:spChg chg="add mod">
          <ac:chgData name="Zheng Fei" userId="d19317889db4c986" providerId="LiveId" clId="{AA871E1B-A1EA-4D7E-A62D-1A8AEED4B061}" dt="2022-05-31T08:51:38.842" v="2318" actId="207"/>
          <ac:spMkLst>
            <pc:docMk/>
            <pc:sldMk cId="1350672988" sldId="446"/>
            <ac:spMk id="4" creationId="{104E744D-FFAF-EDA3-E9D0-BD623F209453}"/>
          </ac:spMkLst>
        </pc:spChg>
        <pc:spChg chg="add del mod">
          <ac:chgData name="Zheng Fei" userId="d19317889db4c986" providerId="LiveId" clId="{AA871E1B-A1EA-4D7E-A62D-1A8AEED4B061}" dt="2022-05-31T03:17:07.592" v="1198" actId="478"/>
          <ac:spMkLst>
            <pc:docMk/>
            <pc:sldMk cId="1350672988" sldId="446"/>
            <ac:spMk id="6" creationId="{594A3761-B246-356E-C78E-3B0C57DC9EB4}"/>
          </ac:spMkLst>
        </pc:spChg>
        <pc:spChg chg="add mod">
          <ac:chgData name="Zheng Fei" userId="d19317889db4c986" providerId="LiveId" clId="{AA871E1B-A1EA-4D7E-A62D-1A8AEED4B061}" dt="2022-05-31T03:17:05.714" v="1197"/>
          <ac:spMkLst>
            <pc:docMk/>
            <pc:sldMk cId="1350672988" sldId="446"/>
            <ac:spMk id="7" creationId="{8CD69074-6737-244F-E4BF-39015BCDE8FD}"/>
          </ac:spMkLst>
        </pc:spChg>
        <pc:picChg chg="mod">
          <ac:chgData name="Zheng Fei" userId="d19317889db4c986" providerId="LiveId" clId="{AA871E1B-A1EA-4D7E-A62D-1A8AEED4B061}" dt="2022-05-31T08:50:05.444" v="2268" actId="1076"/>
          <ac:picMkLst>
            <pc:docMk/>
            <pc:sldMk cId="1350672988" sldId="446"/>
            <ac:picMk id="5" creationId="{64489E1D-CFCE-A3E4-97EB-B819205D78E6}"/>
          </ac:picMkLst>
        </pc:picChg>
      </pc:sldChg>
      <pc:sldChg chg="addSp delSp modSp add mod">
        <pc:chgData name="Zheng Fei" userId="d19317889db4c986" providerId="LiveId" clId="{AA871E1B-A1EA-4D7E-A62D-1A8AEED4B061}" dt="2022-05-31T08:57:47.592" v="2422" actId="20577"/>
        <pc:sldMkLst>
          <pc:docMk/>
          <pc:sldMk cId="1781481049" sldId="447"/>
        </pc:sldMkLst>
        <pc:spChg chg="del">
          <ac:chgData name="Zheng Fei" userId="d19317889db4c986" providerId="LiveId" clId="{AA871E1B-A1EA-4D7E-A62D-1A8AEED4B061}" dt="2022-05-31T03:17:11.682" v="1199" actId="478"/>
          <ac:spMkLst>
            <pc:docMk/>
            <pc:sldMk cId="1781481049" sldId="447"/>
            <ac:spMk id="2" creationId="{0B72DD76-EDC9-920A-253D-089B01A35DE0}"/>
          </ac:spMkLst>
        </pc:spChg>
        <pc:spChg chg="add del mod">
          <ac:chgData name="Zheng Fei" userId="d19317889db4c986" providerId="LiveId" clId="{AA871E1B-A1EA-4D7E-A62D-1A8AEED4B061}" dt="2022-05-31T08:44:25.338" v="1953"/>
          <ac:spMkLst>
            <pc:docMk/>
            <pc:sldMk cId="1781481049" sldId="447"/>
            <ac:spMk id="2" creationId="{EFCC9EF1-822D-88D2-31A8-086A8CE88860}"/>
          </ac:spMkLst>
        </pc:spChg>
        <pc:spChg chg="add del mod">
          <ac:chgData name="Zheng Fei" userId="d19317889db4c986" providerId="LiveId" clId="{AA871E1B-A1EA-4D7E-A62D-1A8AEED4B061}" dt="2022-05-31T03:17:13.913" v="1201" actId="478"/>
          <ac:spMkLst>
            <pc:docMk/>
            <pc:sldMk cId="1781481049" sldId="447"/>
            <ac:spMk id="4" creationId="{9F7EC087-6423-38A0-15A6-517B0CF5F019}"/>
          </ac:spMkLst>
        </pc:spChg>
        <pc:spChg chg="add mod">
          <ac:chgData name="Zheng Fei" userId="d19317889db4c986" providerId="LiveId" clId="{AA871E1B-A1EA-4D7E-A62D-1A8AEED4B061}" dt="2022-05-31T03:17:12.056" v="1200"/>
          <ac:spMkLst>
            <pc:docMk/>
            <pc:sldMk cId="1781481049" sldId="447"/>
            <ac:spMk id="6" creationId="{93D19AD0-61F6-1422-1C95-0DC05B7F3236}"/>
          </ac:spMkLst>
        </pc:spChg>
        <pc:spChg chg="add mod">
          <ac:chgData name="Zheng Fei" userId="d19317889db4c986" providerId="LiveId" clId="{AA871E1B-A1EA-4D7E-A62D-1A8AEED4B061}" dt="2022-05-31T08:57:47.592" v="2422" actId="20577"/>
          <ac:spMkLst>
            <pc:docMk/>
            <pc:sldMk cId="1781481049" sldId="447"/>
            <ac:spMk id="7" creationId="{269321FE-F2BD-FF0B-6CCC-9E288EB0F941}"/>
          </ac:spMkLst>
        </pc:spChg>
        <pc:picChg chg="add mod modCrop">
          <ac:chgData name="Zheng Fei" userId="d19317889db4c986" providerId="LiveId" clId="{AA871E1B-A1EA-4D7E-A62D-1A8AEED4B061}" dt="2022-05-31T08:54:41.291" v="2326" actId="1076"/>
          <ac:picMkLst>
            <pc:docMk/>
            <pc:sldMk cId="1781481049" sldId="447"/>
            <ac:picMk id="4" creationId="{918CBC95-CCE9-1BDE-9DF8-17C626C70981}"/>
          </ac:picMkLst>
        </pc:picChg>
        <pc:picChg chg="del">
          <ac:chgData name="Zheng Fei" userId="d19317889db4c986" providerId="LiveId" clId="{AA871E1B-A1EA-4D7E-A62D-1A8AEED4B061}" dt="2022-05-31T03:18:22.941" v="1202" actId="478"/>
          <ac:picMkLst>
            <pc:docMk/>
            <pc:sldMk cId="1781481049" sldId="447"/>
            <ac:picMk id="5" creationId="{64489E1D-CFCE-A3E4-97EB-B819205D78E6}"/>
          </ac:picMkLst>
        </pc:picChg>
      </pc:sldChg>
      <pc:sldChg chg="addSp modSp add mod">
        <pc:chgData name="Zheng Fei" userId="d19317889db4c986" providerId="LiveId" clId="{AA871E1B-A1EA-4D7E-A62D-1A8AEED4B061}" dt="2022-05-31T09:03:29.905" v="2471"/>
        <pc:sldMkLst>
          <pc:docMk/>
          <pc:sldMk cId="2691649282" sldId="448"/>
        </pc:sldMkLst>
        <pc:spChg chg="mod">
          <ac:chgData name="Zheng Fei" userId="d19317889db4c986" providerId="LiveId" clId="{AA871E1B-A1EA-4D7E-A62D-1A8AEED4B061}" dt="2022-05-31T09:00:55.433" v="2432" actId="114"/>
          <ac:spMkLst>
            <pc:docMk/>
            <pc:sldMk cId="2691649282" sldId="448"/>
            <ac:spMk id="3" creationId="{50C2F5D3-CF45-4CAC-83D7-C4EC4E5F5B5F}"/>
          </ac:spMkLst>
        </pc:spChg>
        <pc:spChg chg="add mod">
          <ac:chgData name="Zheng Fei" userId="d19317889db4c986" providerId="LiveId" clId="{AA871E1B-A1EA-4D7E-A62D-1A8AEED4B061}" dt="2022-05-31T09:03:29.905" v="2471"/>
          <ac:spMkLst>
            <pc:docMk/>
            <pc:sldMk cId="2691649282" sldId="448"/>
            <ac:spMk id="4" creationId="{366280CF-7A6F-B0FA-A572-A50327AE8D3E}"/>
          </ac:spMkLst>
        </pc:spChg>
      </pc:sldChg>
      <pc:sldChg chg="addSp modSp add mod">
        <pc:chgData name="Zheng Fei" userId="d19317889db4c986" providerId="LiveId" clId="{AA871E1B-A1EA-4D7E-A62D-1A8AEED4B061}" dt="2022-05-31T09:06:02.235" v="2483" actId="21"/>
        <pc:sldMkLst>
          <pc:docMk/>
          <pc:sldMk cId="633461253" sldId="449"/>
        </pc:sldMkLst>
        <pc:spChg chg="add mod">
          <ac:chgData name="Zheng Fei" userId="d19317889db4c986" providerId="LiveId" clId="{AA871E1B-A1EA-4D7E-A62D-1A8AEED4B061}" dt="2022-05-31T03:40:24.699" v="1364" actId="1076"/>
          <ac:spMkLst>
            <pc:docMk/>
            <pc:sldMk cId="633461253" sldId="449"/>
            <ac:spMk id="3" creationId="{96B96CB4-664E-1DD0-2035-F33E58C16220}"/>
          </ac:spMkLst>
        </pc:spChg>
        <pc:spChg chg="mod">
          <ac:chgData name="Zheng Fei" userId="d19317889db4c986" providerId="LiveId" clId="{AA871E1B-A1EA-4D7E-A62D-1A8AEED4B061}" dt="2022-05-31T09:06:02.235" v="2483" actId="21"/>
          <ac:spMkLst>
            <pc:docMk/>
            <pc:sldMk cId="633461253" sldId="449"/>
            <ac:spMk id="4" creationId="{541F518A-0F4C-A6A6-BAD2-3C6D549B65FF}"/>
          </ac:spMkLst>
        </pc:spChg>
      </pc:sldChg>
      <pc:sldChg chg="addSp delSp modSp add mod">
        <pc:chgData name="Zheng Fei" userId="d19317889db4c986" providerId="LiveId" clId="{AA871E1B-A1EA-4D7E-A62D-1A8AEED4B061}" dt="2022-05-31T09:12:34.118" v="2804" actId="1076"/>
        <pc:sldMkLst>
          <pc:docMk/>
          <pc:sldMk cId="2926434322" sldId="450"/>
        </pc:sldMkLst>
        <pc:spChg chg="add mod">
          <ac:chgData name="Zheng Fei" userId="d19317889db4c986" providerId="LiveId" clId="{AA871E1B-A1EA-4D7E-A62D-1A8AEED4B061}" dt="2022-05-31T09:12:31.358" v="2803" actId="164"/>
          <ac:spMkLst>
            <pc:docMk/>
            <pc:sldMk cId="2926434322" sldId="450"/>
            <ac:spMk id="2" creationId="{F29B428F-12B4-6CF8-A44C-639BE675BDE2}"/>
          </ac:spMkLst>
        </pc:spChg>
        <pc:spChg chg="add mod">
          <ac:chgData name="Zheng Fei" userId="d19317889db4c986" providerId="LiveId" clId="{AA871E1B-A1EA-4D7E-A62D-1A8AEED4B061}" dt="2022-05-31T03:44:35.942" v="1407" actId="1076"/>
          <ac:spMkLst>
            <pc:docMk/>
            <pc:sldMk cId="2926434322" sldId="450"/>
            <ac:spMk id="3" creationId="{17955A7C-225B-A366-0714-07945B0B8231}"/>
          </ac:spMkLst>
        </pc:spChg>
        <pc:spChg chg="mod">
          <ac:chgData name="Zheng Fei" userId="d19317889db4c986" providerId="LiveId" clId="{AA871E1B-A1EA-4D7E-A62D-1A8AEED4B061}" dt="2022-05-31T09:06:55.816" v="2496" actId="114"/>
          <ac:spMkLst>
            <pc:docMk/>
            <pc:sldMk cId="2926434322" sldId="450"/>
            <ac:spMk id="4" creationId="{2524CFAF-ACAD-7609-5E86-BECCEFB77934}"/>
          </ac:spMkLst>
        </pc:spChg>
        <pc:spChg chg="add mod">
          <ac:chgData name="Zheng Fei" userId="d19317889db4c986" providerId="LiveId" clId="{AA871E1B-A1EA-4D7E-A62D-1A8AEED4B061}" dt="2022-05-31T09:12:31.358" v="2803" actId="164"/>
          <ac:spMkLst>
            <pc:docMk/>
            <pc:sldMk cId="2926434322" sldId="450"/>
            <ac:spMk id="10" creationId="{55350EB5-4078-4AE1-6B4F-84600DA987F9}"/>
          </ac:spMkLst>
        </pc:spChg>
        <pc:spChg chg="add mod">
          <ac:chgData name="Zheng Fei" userId="d19317889db4c986" providerId="LiveId" clId="{AA871E1B-A1EA-4D7E-A62D-1A8AEED4B061}" dt="2022-05-31T09:12:31.358" v="2803" actId="164"/>
          <ac:spMkLst>
            <pc:docMk/>
            <pc:sldMk cId="2926434322" sldId="450"/>
            <ac:spMk id="12" creationId="{CE5AE91C-5640-5F35-7B04-1DFF14832364}"/>
          </ac:spMkLst>
        </pc:spChg>
        <pc:spChg chg="add mod">
          <ac:chgData name="Zheng Fei" userId="d19317889db4c986" providerId="LiveId" clId="{AA871E1B-A1EA-4D7E-A62D-1A8AEED4B061}" dt="2022-05-31T09:12:31.358" v="2803" actId="164"/>
          <ac:spMkLst>
            <pc:docMk/>
            <pc:sldMk cId="2926434322" sldId="450"/>
            <ac:spMk id="14" creationId="{DDFED012-583C-FAF9-15A0-472EF7A7DDA0}"/>
          </ac:spMkLst>
        </pc:spChg>
        <pc:spChg chg="add mod">
          <ac:chgData name="Zheng Fei" userId="d19317889db4c986" providerId="LiveId" clId="{AA871E1B-A1EA-4D7E-A62D-1A8AEED4B061}" dt="2022-05-31T09:12:31.358" v="2803" actId="164"/>
          <ac:spMkLst>
            <pc:docMk/>
            <pc:sldMk cId="2926434322" sldId="450"/>
            <ac:spMk id="16" creationId="{4957B715-8307-662A-652D-B06D04361234}"/>
          </ac:spMkLst>
        </pc:spChg>
        <pc:spChg chg="add mod">
          <ac:chgData name="Zheng Fei" userId="d19317889db4c986" providerId="LiveId" clId="{AA871E1B-A1EA-4D7E-A62D-1A8AEED4B061}" dt="2022-05-31T09:12:31.358" v="2803" actId="164"/>
          <ac:spMkLst>
            <pc:docMk/>
            <pc:sldMk cId="2926434322" sldId="450"/>
            <ac:spMk id="18" creationId="{53C260C2-E727-FC01-6B4D-98BFBA42BE5C}"/>
          </ac:spMkLst>
        </pc:spChg>
        <pc:grpChg chg="add mod">
          <ac:chgData name="Zheng Fei" userId="d19317889db4c986" providerId="LiveId" clId="{AA871E1B-A1EA-4D7E-A62D-1A8AEED4B061}" dt="2022-05-31T09:12:34.118" v="2804" actId="1076"/>
          <ac:grpSpMkLst>
            <pc:docMk/>
            <pc:sldMk cId="2926434322" sldId="450"/>
            <ac:grpSpMk id="30" creationId="{D4200B15-7394-518B-5755-687B9D02BF0E}"/>
          </ac:grpSpMkLst>
        </pc:grpChg>
        <pc:picChg chg="add del mod">
          <ac:chgData name="Zheng Fei" userId="d19317889db4c986" providerId="LiveId" clId="{AA871E1B-A1EA-4D7E-A62D-1A8AEED4B061}" dt="2022-05-31T09:12:21.448" v="2802" actId="478"/>
          <ac:picMkLst>
            <pc:docMk/>
            <pc:sldMk cId="2926434322" sldId="450"/>
            <ac:picMk id="5" creationId="{8BE7898F-1BAA-E317-EE6D-4EDA15683936}"/>
          </ac:picMkLst>
        </pc:picChg>
        <pc:cxnChg chg="add mod">
          <ac:chgData name="Zheng Fei" userId="d19317889db4c986" providerId="LiveId" clId="{AA871E1B-A1EA-4D7E-A62D-1A8AEED4B061}" dt="2022-05-31T09:12:31.358" v="2803" actId="164"/>
          <ac:cxnSpMkLst>
            <pc:docMk/>
            <pc:sldMk cId="2926434322" sldId="450"/>
            <ac:cxnSpMk id="7" creationId="{95E8E51E-685A-F267-067A-DD0E4554095C}"/>
          </ac:cxnSpMkLst>
        </pc:cxnChg>
        <pc:cxnChg chg="add mod">
          <ac:chgData name="Zheng Fei" userId="d19317889db4c986" providerId="LiveId" clId="{AA871E1B-A1EA-4D7E-A62D-1A8AEED4B061}" dt="2022-05-31T09:12:31.358" v="2803" actId="164"/>
          <ac:cxnSpMkLst>
            <pc:docMk/>
            <pc:sldMk cId="2926434322" sldId="450"/>
            <ac:cxnSpMk id="9" creationId="{0F93CED0-5171-EB32-FB37-A6DD8C41965C}"/>
          </ac:cxnSpMkLst>
        </pc:cxnChg>
        <pc:cxnChg chg="add mod">
          <ac:chgData name="Zheng Fei" userId="d19317889db4c986" providerId="LiveId" clId="{AA871E1B-A1EA-4D7E-A62D-1A8AEED4B061}" dt="2022-05-31T09:12:31.358" v="2803" actId="164"/>
          <ac:cxnSpMkLst>
            <pc:docMk/>
            <pc:sldMk cId="2926434322" sldId="450"/>
            <ac:cxnSpMk id="11" creationId="{7F3A7831-E353-ABB8-94A7-FD0EE3B94737}"/>
          </ac:cxnSpMkLst>
        </pc:cxnChg>
        <pc:cxnChg chg="add mod">
          <ac:chgData name="Zheng Fei" userId="d19317889db4c986" providerId="LiveId" clId="{AA871E1B-A1EA-4D7E-A62D-1A8AEED4B061}" dt="2022-05-31T09:12:31.358" v="2803" actId="164"/>
          <ac:cxnSpMkLst>
            <pc:docMk/>
            <pc:sldMk cId="2926434322" sldId="450"/>
            <ac:cxnSpMk id="13" creationId="{9D4E3341-4CC4-E0F9-B14F-D14D69F497C5}"/>
          </ac:cxnSpMkLst>
        </pc:cxnChg>
        <pc:cxnChg chg="add mod">
          <ac:chgData name="Zheng Fei" userId="d19317889db4c986" providerId="LiveId" clId="{AA871E1B-A1EA-4D7E-A62D-1A8AEED4B061}" dt="2022-05-31T09:12:31.358" v="2803" actId="164"/>
          <ac:cxnSpMkLst>
            <pc:docMk/>
            <pc:sldMk cId="2926434322" sldId="450"/>
            <ac:cxnSpMk id="15" creationId="{6E581AD1-C9AA-A931-FBC4-F134D6A0D34F}"/>
          </ac:cxnSpMkLst>
        </pc:cxnChg>
        <pc:cxnChg chg="add mod">
          <ac:chgData name="Zheng Fei" userId="d19317889db4c986" providerId="LiveId" clId="{AA871E1B-A1EA-4D7E-A62D-1A8AEED4B061}" dt="2022-05-31T09:12:31.358" v="2803" actId="164"/>
          <ac:cxnSpMkLst>
            <pc:docMk/>
            <pc:sldMk cId="2926434322" sldId="450"/>
            <ac:cxnSpMk id="17" creationId="{3F4DC09D-1FB6-EB97-1859-A8F5B6C8AB8D}"/>
          </ac:cxnSpMkLst>
        </pc:cxnChg>
        <pc:cxnChg chg="add mod">
          <ac:chgData name="Zheng Fei" userId="d19317889db4c986" providerId="LiveId" clId="{AA871E1B-A1EA-4D7E-A62D-1A8AEED4B061}" dt="2022-05-31T09:12:31.358" v="2803" actId="164"/>
          <ac:cxnSpMkLst>
            <pc:docMk/>
            <pc:sldMk cId="2926434322" sldId="450"/>
            <ac:cxnSpMk id="19" creationId="{F5599687-D910-B623-A892-9BC5E527FC02}"/>
          </ac:cxnSpMkLst>
        </pc:cxnChg>
        <pc:cxnChg chg="add mod">
          <ac:chgData name="Zheng Fei" userId="d19317889db4c986" providerId="LiveId" clId="{AA871E1B-A1EA-4D7E-A62D-1A8AEED4B061}" dt="2022-05-31T09:12:31.358" v="2803" actId="164"/>
          <ac:cxnSpMkLst>
            <pc:docMk/>
            <pc:sldMk cId="2926434322" sldId="450"/>
            <ac:cxnSpMk id="23" creationId="{88C47E05-FB15-B651-D70E-05D82A8752F0}"/>
          </ac:cxnSpMkLst>
        </pc:cxnChg>
        <pc:cxnChg chg="add mod">
          <ac:chgData name="Zheng Fei" userId="d19317889db4c986" providerId="LiveId" clId="{AA871E1B-A1EA-4D7E-A62D-1A8AEED4B061}" dt="2022-05-31T09:12:31.358" v="2803" actId="164"/>
          <ac:cxnSpMkLst>
            <pc:docMk/>
            <pc:sldMk cId="2926434322" sldId="450"/>
            <ac:cxnSpMk id="27" creationId="{238B1ED2-D67C-858E-C269-D6FBEE4E3796}"/>
          </ac:cxnSpMkLst>
        </pc:cxnChg>
      </pc:sldChg>
      <pc:sldChg chg="addSp delSp modSp add mod">
        <pc:chgData name="Zheng Fei" userId="d19317889db4c986" providerId="LiveId" clId="{AA871E1B-A1EA-4D7E-A62D-1A8AEED4B061}" dt="2022-05-31T09:13:37.128" v="2839" actId="1076"/>
        <pc:sldMkLst>
          <pc:docMk/>
          <pc:sldMk cId="1146919773" sldId="451"/>
        </pc:sldMkLst>
        <pc:spChg chg="mod">
          <ac:chgData name="Zheng Fei" userId="d19317889db4c986" providerId="LiveId" clId="{AA871E1B-A1EA-4D7E-A62D-1A8AEED4B061}" dt="2022-05-31T09:13:27.378" v="2837" actId="2711"/>
          <ac:spMkLst>
            <pc:docMk/>
            <pc:sldMk cId="1146919773" sldId="451"/>
            <ac:spMk id="4" creationId="{3D55AD60-2BBC-428B-25C5-32ADEF12EF36}"/>
          </ac:spMkLst>
        </pc:spChg>
        <pc:spChg chg="add mod">
          <ac:chgData name="Zheng Fei" userId="d19317889db4c986" providerId="LiveId" clId="{AA871E1B-A1EA-4D7E-A62D-1A8AEED4B061}" dt="2022-05-31T03:45:25.063" v="1432"/>
          <ac:spMkLst>
            <pc:docMk/>
            <pc:sldMk cId="1146919773" sldId="451"/>
            <ac:spMk id="5" creationId="{EAC33F37-FDA9-A695-C527-138E0972DDAE}"/>
          </ac:spMkLst>
        </pc:spChg>
        <pc:spChg chg="mod">
          <ac:chgData name="Zheng Fei" userId="d19317889db4c986" providerId="LiveId" clId="{AA871E1B-A1EA-4D7E-A62D-1A8AEED4B061}" dt="2022-05-31T09:13:33.087" v="2838"/>
          <ac:spMkLst>
            <pc:docMk/>
            <pc:sldMk cId="1146919773" sldId="451"/>
            <ac:spMk id="8" creationId="{BFE6CDEE-33B5-0253-7A64-4504958E2AFE}"/>
          </ac:spMkLst>
        </pc:spChg>
        <pc:spChg chg="mod">
          <ac:chgData name="Zheng Fei" userId="d19317889db4c986" providerId="LiveId" clId="{AA871E1B-A1EA-4D7E-A62D-1A8AEED4B061}" dt="2022-05-31T09:13:33.087" v="2838"/>
          <ac:spMkLst>
            <pc:docMk/>
            <pc:sldMk cId="1146919773" sldId="451"/>
            <ac:spMk id="11" creationId="{5D3D1477-4EB2-4155-7B2A-495F80AE005E}"/>
          </ac:spMkLst>
        </pc:spChg>
        <pc:spChg chg="mod">
          <ac:chgData name="Zheng Fei" userId="d19317889db4c986" providerId="LiveId" clId="{AA871E1B-A1EA-4D7E-A62D-1A8AEED4B061}" dt="2022-05-31T09:13:33.087" v="2838"/>
          <ac:spMkLst>
            <pc:docMk/>
            <pc:sldMk cId="1146919773" sldId="451"/>
            <ac:spMk id="13" creationId="{F31E0D55-9CC3-AE5B-F829-F12B61784A3E}"/>
          </ac:spMkLst>
        </pc:spChg>
        <pc:spChg chg="mod">
          <ac:chgData name="Zheng Fei" userId="d19317889db4c986" providerId="LiveId" clId="{AA871E1B-A1EA-4D7E-A62D-1A8AEED4B061}" dt="2022-05-31T09:13:33.087" v="2838"/>
          <ac:spMkLst>
            <pc:docMk/>
            <pc:sldMk cId="1146919773" sldId="451"/>
            <ac:spMk id="15" creationId="{BEF187DE-FBA6-9D77-BB72-5064D44C15CA}"/>
          </ac:spMkLst>
        </pc:spChg>
        <pc:spChg chg="mod">
          <ac:chgData name="Zheng Fei" userId="d19317889db4c986" providerId="LiveId" clId="{AA871E1B-A1EA-4D7E-A62D-1A8AEED4B061}" dt="2022-05-31T09:13:33.087" v="2838"/>
          <ac:spMkLst>
            <pc:docMk/>
            <pc:sldMk cId="1146919773" sldId="451"/>
            <ac:spMk id="17" creationId="{25032408-EB78-7053-C31C-ED2B80455D93}"/>
          </ac:spMkLst>
        </pc:spChg>
        <pc:spChg chg="mod">
          <ac:chgData name="Zheng Fei" userId="d19317889db4c986" providerId="LiveId" clId="{AA871E1B-A1EA-4D7E-A62D-1A8AEED4B061}" dt="2022-05-31T09:13:33.087" v="2838"/>
          <ac:spMkLst>
            <pc:docMk/>
            <pc:sldMk cId="1146919773" sldId="451"/>
            <ac:spMk id="19" creationId="{79A4ACC4-917E-E321-8C27-CB0F5048366E}"/>
          </ac:spMkLst>
        </pc:spChg>
        <pc:grpChg chg="add mod">
          <ac:chgData name="Zheng Fei" userId="d19317889db4c986" providerId="LiveId" clId="{AA871E1B-A1EA-4D7E-A62D-1A8AEED4B061}" dt="2022-05-31T09:13:37.128" v="2839" actId="1076"/>
          <ac:grpSpMkLst>
            <pc:docMk/>
            <pc:sldMk cId="1146919773" sldId="451"/>
            <ac:grpSpMk id="7" creationId="{3BD3D00C-8ECA-DF87-3507-A62301415864}"/>
          </ac:grpSpMkLst>
        </pc:grpChg>
        <pc:picChg chg="del mod">
          <ac:chgData name="Zheng Fei" userId="d19317889db4c986" providerId="LiveId" clId="{AA871E1B-A1EA-4D7E-A62D-1A8AEED4B061}" dt="2022-05-31T09:13:11.428" v="2835" actId="478"/>
          <ac:picMkLst>
            <pc:docMk/>
            <pc:sldMk cId="1146919773" sldId="451"/>
            <ac:picMk id="6" creationId="{2C37E597-6ACF-507E-2AFD-36763327281A}"/>
          </ac:picMkLst>
        </pc:picChg>
        <pc:cxnChg chg="mod">
          <ac:chgData name="Zheng Fei" userId="d19317889db4c986" providerId="LiveId" clId="{AA871E1B-A1EA-4D7E-A62D-1A8AEED4B061}" dt="2022-05-31T09:13:33.087" v="2838"/>
          <ac:cxnSpMkLst>
            <pc:docMk/>
            <pc:sldMk cId="1146919773" sldId="451"/>
            <ac:cxnSpMk id="9" creationId="{D911A4B6-7216-6D23-CC45-5E3C9167BA4E}"/>
          </ac:cxnSpMkLst>
        </pc:cxnChg>
        <pc:cxnChg chg="mod">
          <ac:chgData name="Zheng Fei" userId="d19317889db4c986" providerId="LiveId" clId="{AA871E1B-A1EA-4D7E-A62D-1A8AEED4B061}" dt="2022-05-31T09:13:33.087" v="2838"/>
          <ac:cxnSpMkLst>
            <pc:docMk/>
            <pc:sldMk cId="1146919773" sldId="451"/>
            <ac:cxnSpMk id="10" creationId="{3C62A87F-F1BF-BD17-33D0-150C8C992058}"/>
          </ac:cxnSpMkLst>
        </pc:cxnChg>
        <pc:cxnChg chg="mod">
          <ac:chgData name="Zheng Fei" userId="d19317889db4c986" providerId="LiveId" clId="{AA871E1B-A1EA-4D7E-A62D-1A8AEED4B061}" dt="2022-05-31T09:13:33.087" v="2838"/>
          <ac:cxnSpMkLst>
            <pc:docMk/>
            <pc:sldMk cId="1146919773" sldId="451"/>
            <ac:cxnSpMk id="12" creationId="{4712C772-29B6-A3DE-AB66-0398FCC1B002}"/>
          </ac:cxnSpMkLst>
        </pc:cxnChg>
        <pc:cxnChg chg="mod">
          <ac:chgData name="Zheng Fei" userId="d19317889db4c986" providerId="LiveId" clId="{AA871E1B-A1EA-4D7E-A62D-1A8AEED4B061}" dt="2022-05-31T09:13:33.087" v="2838"/>
          <ac:cxnSpMkLst>
            <pc:docMk/>
            <pc:sldMk cId="1146919773" sldId="451"/>
            <ac:cxnSpMk id="14" creationId="{5E50E73D-42D5-DBE3-5B29-D192695F73ED}"/>
          </ac:cxnSpMkLst>
        </pc:cxnChg>
        <pc:cxnChg chg="mod">
          <ac:chgData name="Zheng Fei" userId="d19317889db4c986" providerId="LiveId" clId="{AA871E1B-A1EA-4D7E-A62D-1A8AEED4B061}" dt="2022-05-31T09:13:33.087" v="2838"/>
          <ac:cxnSpMkLst>
            <pc:docMk/>
            <pc:sldMk cId="1146919773" sldId="451"/>
            <ac:cxnSpMk id="16" creationId="{FE1CE12D-6C20-2CF2-4F44-06521BD7C335}"/>
          </ac:cxnSpMkLst>
        </pc:cxnChg>
        <pc:cxnChg chg="mod">
          <ac:chgData name="Zheng Fei" userId="d19317889db4c986" providerId="LiveId" clId="{AA871E1B-A1EA-4D7E-A62D-1A8AEED4B061}" dt="2022-05-31T09:13:33.087" v="2838"/>
          <ac:cxnSpMkLst>
            <pc:docMk/>
            <pc:sldMk cId="1146919773" sldId="451"/>
            <ac:cxnSpMk id="18" creationId="{67367E10-E399-82BB-0533-B6622C279104}"/>
          </ac:cxnSpMkLst>
        </pc:cxnChg>
        <pc:cxnChg chg="mod">
          <ac:chgData name="Zheng Fei" userId="d19317889db4c986" providerId="LiveId" clId="{AA871E1B-A1EA-4D7E-A62D-1A8AEED4B061}" dt="2022-05-31T09:13:33.087" v="2838"/>
          <ac:cxnSpMkLst>
            <pc:docMk/>
            <pc:sldMk cId="1146919773" sldId="451"/>
            <ac:cxnSpMk id="20" creationId="{708C00E7-89C8-C24E-8BF5-5FA1645B9EBF}"/>
          </ac:cxnSpMkLst>
        </pc:cxnChg>
        <pc:cxnChg chg="mod">
          <ac:chgData name="Zheng Fei" userId="d19317889db4c986" providerId="LiveId" clId="{AA871E1B-A1EA-4D7E-A62D-1A8AEED4B061}" dt="2022-05-31T09:13:33.087" v="2838"/>
          <ac:cxnSpMkLst>
            <pc:docMk/>
            <pc:sldMk cId="1146919773" sldId="451"/>
            <ac:cxnSpMk id="21" creationId="{F10EAAC5-29D8-C752-27A2-477B2CB0E6AB}"/>
          </ac:cxnSpMkLst>
        </pc:cxnChg>
        <pc:cxnChg chg="mod">
          <ac:chgData name="Zheng Fei" userId="d19317889db4c986" providerId="LiveId" clId="{AA871E1B-A1EA-4D7E-A62D-1A8AEED4B061}" dt="2022-05-31T09:13:33.087" v="2838"/>
          <ac:cxnSpMkLst>
            <pc:docMk/>
            <pc:sldMk cId="1146919773" sldId="451"/>
            <ac:cxnSpMk id="22" creationId="{1DB9C4D4-4F79-C455-C0DD-887FDDEFFDC5}"/>
          </ac:cxnSpMkLst>
        </pc:cxnChg>
      </pc:sldChg>
      <pc:sldChg chg="addSp delSp modSp add mod">
        <pc:chgData name="Zheng Fei" userId="d19317889db4c986" providerId="LiveId" clId="{AA871E1B-A1EA-4D7E-A62D-1A8AEED4B061}" dt="2022-05-31T09:18:14.850" v="2881" actId="1076"/>
        <pc:sldMkLst>
          <pc:docMk/>
          <pc:sldMk cId="2154708253" sldId="452"/>
        </pc:sldMkLst>
        <pc:spChg chg="mod">
          <ac:chgData name="Zheng Fei" userId="d19317889db4c986" providerId="LiveId" clId="{AA871E1B-A1EA-4D7E-A62D-1A8AEED4B061}" dt="2022-05-31T09:17:42.745" v="2872" actId="1076"/>
          <ac:spMkLst>
            <pc:docMk/>
            <pc:sldMk cId="2154708253" sldId="452"/>
            <ac:spMk id="4" creationId="{AB973315-5E4F-4E56-E0C7-FB2B99A4F3A8}"/>
          </ac:spMkLst>
        </pc:spChg>
        <pc:spChg chg="add mod">
          <ac:chgData name="Zheng Fei" userId="d19317889db4c986" providerId="LiveId" clId="{AA871E1B-A1EA-4D7E-A62D-1A8AEED4B061}" dt="2022-05-31T03:48:39.858" v="1498"/>
          <ac:spMkLst>
            <pc:docMk/>
            <pc:sldMk cId="2154708253" sldId="452"/>
            <ac:spMk id="5" creationId="{4F27845B-CB7B-236C-DA00-20820A2D89A6}"/>
          </ac:spMkLst>
        </pc:spChg>
        <pc:picChg chg="add del">
          <ac:chgData name="Zheng Fei" userId="d19317889db4c986" providerId="LiveId" clId="{AA871E1B-A1EA-4D7E-A62D-1A8AEED4B061}" dt="2022-05-31T09:17:29.364" v="2867" actId="478"/>
          <ac:picMkLst>
            <pc:docMk/>
            <pc:sldMk cId="2154708253" sldId="452"/>
            <ac:picMk id="6" creationId="{ED4EFE9E-E34E-74A6-1BC1-043BE22FA07E}"/>
          </ac:picMkLst>
        </pc:picChg>
        <pc:picChg chg="add del mod">
          <ac:chgData name="Zheng Fei" userId="d19317889db4c986" providerId="LiveId" clId="{AA871E1B-A1EA-4D7E-A62D-1A8AEED4B061}" dt="2022-05-31T09:17:58.859" v="2876"/>
          <ac:picMkLst>
            <pc:docMk/>
            <pc:sldMk cId="2154708253" sldId="452"/>
            <ac:picMk id="7" creationId="{21DE11D1-59FB-2536-CE4B-C007963263A2}"/>
          </ac:picMkLst>
        </pc:picChg>
        <pc:picChg chg="add mod modCrop">
          <ac:chgData name="Zheng Fei" userId="d19317889db4c986" providerId="LiveId" clId="{AA871E1B-A1EA-4D7E-A62D-1A8AEED4B061}" dt="2022-05-31T09:18:14.850" v="2881" actId="1076"/>
          <ac:picMkLst>
            <pc:docMk/>
            <pc:sldMk cId="2154708253" sldId="452"/>
            <ac:picMk id="8" creationId="{56D5E09F-F7F0-C045-4895-DAFA4AE27826}"/>
          </ac:picMkLst>
        </pc:picChg>
      </pc:sldChg>
      <pc:sldChg chg="addSp delSp modSp add mod ord">
        <pc:chgData name="Zheng Fei" userId="d19317889db4c986" providerId="LiveId" clId="{AA871E1B-A1EA-4D7E-A62D-1A8AEED4B061}" dt="2022-05-31T09:28:57.884" v="3172" actId="1035"/>
        <pc:sldMkLst>
          <pc:docMk/>
          <pc:sldMk cId="2350342937" sldId="453"/>
        </pc:sldMkLst>
        <pc:spChg chg="mod">
          <ac:chgData name="Zheng Fei" userId="d19317889db4c986" providerId="LiveId" clId="{AA871E1B-A1EA-4D7E-A62D-1A8AEED4B061}" dt="2022-05-31T09:28:22.004" v="3145" actId="20577"/>
          <ac:spMkLst>
            <pc:docMk/>
            <pc:sldMk cId="2350342937" sldId="453"/>
            <ac:spMk id="3" creationId="{134E5D6F-4039-1166-CACD-52EA0B71108B}"/>
          </ac:spMkLst>
        </pc:spChg>
        <pc:spChg chg="add mod">
          <ac:chgData name="Zheng Fei" userId="d19317889db4c986" providerId="LiveId" clId="{AA871E1B-A1EA-4D7E-A62D-1A8AEED4B061}" dt="2022-05-31T03:49:08.125" v="1506"/>
          <ac:spMkLst>
            <pc:docMk/>
            <pc:sldMk cId="2350342937" sldId="453"/>
            <ac:spMk id="4" creationId="{E4519701-8846-016C-A5B8-47FEDAFC75BB}"/>
          </ac:spMkLst>
        </pc:spChg>
        <pc:spChg chg="mod">
          <ac:chgData name="Zheng Fei" userId="d19317889db4c986" providerId="LiveId" clId="{AA871E1B-A1EA-4D7E-A62D-1A8AEED4B061}" dt="2022-05-31T09:25:16.217" v="2990"/>
          <ac:spMkLst>
            <pc:docMk/>
            <pc:sldMk cId="2350342937" sldId="453"/>
            <ac:spMk id="6" creationId="{4EE2FD51-B064-F97F-DBE5-0EF5AA11F1DB}"/>
          </ac:spMkLst>
        </pc:spChg>
        <pc:spChg chg="mod">
          <ac:chgData name="Zheng Fei" userId="d19317889db4c986" providerId="LiveId" clId="{AA871E1B-A1EA-4D7E-A62D-1A8AEED4B061}" dt="2022-05-31T09:25:16.217" v="2990"/>
          <ac:spMkLst>
            <pc:docMk/>
            <pc:sldMk cId="2350342937" sldId="453"/>
            <ac:spMk id="9" creationId="{4BDC375E-F378-6075-677D-07895FAD8B3A}"/>
          </ac:spMkLst>
        </pc:spChg>
        <pc:spChg chg="mod">
          <ac:chgData name="Zheng Fei" userId="d19317889db4c986" providerId="LiveId" clId="{AA871E1B-A1EA-4D7E-A62D-1A8AEED4B061}" dt="2022-05-31T09:25:16.217" v="2990"/>
          <ac:spMkLst>
            <pc:docMk/>
            <pc:sldMk cId="2350342937" sldId="453"/>
            <ac:spMk id="11" creationId="{7D1C34CF-F41F-5221-200C-474C34555393}"/>
          </ac:spMkLst>
        </pc:spChg>
        <pc:spChg chg="mod">
          <ac:chgData name="Zheng Fei" userId="d19317889db4c986" providerId="LiveId" clId="{AA871E1B-A1EA-4D7E-A62D-1A8AEED4B061}" dt="2022-05-31T09:25:16.217" v="2990"/>
          <ac:spMkLst>
            <pc:docMk/>
            <pc:sldMk cId="2350342937" sldId="453"/>
            <ac:spMk id="13" creationId="{FCC84F63-585F-3D8D-7A5D-A413620CECDD}"/>
          </ac:spMkLst>
        </pc:spChg>
        <pc:spChg chg="mod">
          <ac:chgData name="Zheng Fei" userId="d19317889db4c986" providerId="LiveId" clId="{AA871E1B-A1EA-4D7E-A62D-1A8AEED4B061}" dt="2022-05-31T09:25:16.217" v="2990"/>
          <ac:spMkLst>
            <pc:docMk/>
            <pc:sldMk cId="2350342937" sldId="453"/>
            <ac:spMk id="15" creationId="{471F65B0-5523-B95C-D779-BA8CC7736957}"/>
          </ac:spMkLst>
        </pc:spChg>
        <pc:spChg chg="mod">
          <ac:chgData name="Zheng Fei" userId="d19317889db4c986" providerId="LiveId" clId="{AA871E1B-A1EA-4D7E-A62D-1A8AEED4B061}" dt="2022-05-31T09:25:16.217" v="2990"/>
          <ac:spMkLst>
            <pc:docMk/>
            <pc:sldMk cId="2350342937" sldId="453"/>
            <ac:spMk id="17" creationId="{1E7FAD8F-125C-A2CA-A757-75332A059680}"/>
          </ac:spMkLst>
        </pc:spChg>
        <pc:spChg chg="mod">
          <ac:chgData name="Zheng Fei" userId="d19317889db4c986" providerId="LiveId" clId="{AA871E1B-A1EA-4D7E-A62D-1A8AEED4B061}" dt="2022-05-31T09:28:28.904" v="3146"/>
          <ac:spMkLst>
            <pc:docMk/>
            <pc:sldMk cId="2350342937" sldId="453"/>
            <ac:spMk id="22" creationId="{3A1E80B9-59BA-FA6A-5B2C-E60379E152B7}"/>
          </ac:spMkLst>
        </pc:spChg>
        <pc:spChg chg="mod">
          <ac:chgData name="Zheng Fei" userId="d19317889db4c986" providerId="LiveId" clId="{AA871E1B-A1EA-4D7E-A62D-1A8AEED4B061}" dt="2022-05-31T09:28:28.904" v="3146"/>
          <ac:spMkLst>
            <pc:docMk/>
            <pc:sldMk cId="2350342937" sldId="453"/>
            <ac:spMk id="25" creationId="{B41CF6AA-5EBF-D933-34F2-AA3F776D546D}"/>
          </ac:spMkLst>
        </pc:spChg>
        <pc:spChg chg="mod">
          <ac:chgData name="Zheng Fei" userId="d19317889db4c986" providerId="LiveId" clId="{AA871E1B-A1EA-4D7E-A62D-1A8AEED4B061}" dt="2022-05-31T09:28:28.904" v="3146"/>
          <ac:spMkLst>
            <pc:docMk/>
            <pc:sldMk cId="2350342937" sldId="453"/>
            <ac:spMk id="27" creationId="{ED78BB12-CD6D-6B96-D196-733C66290D07}"/>
          </ac:spMkLst>
        </pc:spChg>
        <pc:spChg chg="mod">
          <ac:chgData name="Zheng Fei" userId="d19317889db4c986" providerId="LiveId" clId="{AA871E1B-A1EA-4D7E-A62D-1A8AEED4B061}" dt="2022-05-31T09:28:28.904" v="3146"/>
          <ac:spMkLst>
            <pc:docMk/>
            <pc:sldMk cId="2350342937" sldId="453"/>
            <ac:spMk id="29" creationId="{A7883E55-8F80-513D-229E-15DE771FD358}"/>
          </ac:spMkLst>
        </pc:spChg>
        <pc:spChg chg="mod">
          <ac:chgData name="Zheng Fei" userId="d19317889db4c986" providerId="LiveId" clId="{AA871E1B-A1EA-4D7E-A62D-1A8AEED4B061}" dt="2022-05-31T09:28:28.904" v="3146"/>
          <ac:spMkLst>
            <pc:docMk/>
            <pc:sldMk cId="2350342937" sldId="453"/>
            <ac:spMk id="31" creationId="{2CEF3387-D2EC-7360-23FB-6EE769042BEC}"/>
          </ac:spMkLst>
        </pc:spChg>
        <pc:spChg chg="mod">
          <ac:chgData name="Zheng Fei" userId="d19317889db4c986" providerId="LiveId" clId="{AA871E1B-A1EA-4D7E-A62D-1A8AEED4B061}" dt="2022-05-31T09:28:28.904" v="3146"/>
          <ac:spMkLst>
            <pc:docMk/>
            <pc:sldMk cId="2350342937" sldId="453"/>
            <ac:spMk id="33" creationId="{E44FA688-2DD3-8571-B450-841A1ECE7097}"/>
          </ac:spMkLst>
        </pc:spChg>
        <pc:spChg chg="add mod">
          <ac:chgData name="Zheng Fei" userId="d19317889db4c986" providerId="LiveId" clId="{AA871E1B-A1EA-4D7E-A62D-1A8AEED4B061}" dt="2022-05-31T09:28:57.884" v="3172" actId="1035"/>
          <ac:spMkLst>
            <pc:docMk/>
            <pc:sldMk cId="2350342937" sldId="453"/>
            <ac:spMk id="35" creationId="{BD34DCD5-74F0-8004-108D-83EC1E3FDC48}"/>
          </ac:spMkLst>
        </pc:spChg>
        <pc:grpChg chg="add del mod">
          <ac:chgData name="Zheng Fei" userId="d19317889db4c986" providerId="LiveId" clId="{AA871E1B-A1EA-4D7E-A62D-1A8AEED4B061}" dt="2022-05-31T09:28:19.694" v="3144" actId="478"/>
          <ac:grpSpMkLst>
            <pc:docMk/>
            <pc:sldMk cId="2350342937" sldId="453"/>
            <ac:grpSpMk id="5" creationId="{9DECF5C9-33F5-24F7-3E66-D2D42461C462}"/>
          </ac:grpSpMkLst>
        </pc:grpChg>
        <pc:grpChg chg="add mod">
          <ac:chgData name="Zheng Fei" userId="d19317889db4c986" providerId="LiveId" clId="{AA871E1B-A1EA-4D7E-A62D-1A8AEED4B061}" dt="2022-05-31T09:28:57.884" v="3172" actId="1035"/>
          <ac:grpSpMkLst>
            <pc:docMk/>
            <pc:sldMk cId="2350342937" sldId="453"/>
            <ac:grpSpMk id="21" creationId="{91789D76-D8E3-AFFA-3D43-F599F6DAE8FC}"/>
          </ac:grpSpMkLst>
        </pc:grpChg>
        <pc:picChg chg="del mod">
          <ac:chgData name="Zheng Fei" userId="d19317889db4c986" providerId="LiveId" clId="{AA871E1B-A1EA-4D7E-A62D-1A8AEED4B061}" dt="2022-05-31T03:55:15.726" v="1535" actId="478"/>
          <ac:picMkLst>
            <pc:docMk/>
            <pc:sldMk cId="2350342937" sldId="453"/>
            <ac:picMk id="9" creationId="{0C8AF432-3944-6571-FBF6-CC0BD08039B1}"/>
          </ac:picMkLst>
        </pc:picChg>
        <pc:cxnChg chg="mod">
          <ac:chgData name="Zheng Fei" userId="d19317889db4c986" providerId="LiveId" clId="{AA871E1B-A1EA-4D7E-A62D-1A8AEED4B061}" dt="2022-05-31T09:25:16.217" v="2990"/>
          <ac:cxnSpMkLst>
            <pc:docMk/>
            <pc:sldMk cId="2350342937" sldId="453"/>
            <ac:cxnSpMk id="7" creationId="{B1BE3BEE-967A-10B7-E286-152EE4E54964}"/>
          </ac:cxnSpMkLst>
        </pc:cxnChg>
        <pc:cxnChg chg="mod">
          <ac:chgData name="Zheng Fei" userId="d19317889db4c986" providerId="LiveId" clId="{AA871E1B-A1EA-4D7E-A62D-1A8AEED4B061}" dt="2022-05-31T09:25:16.217" v="2990"/>
          <ac:cxnSpMkLst>
            <pc:docMk/>
            <pc:sldMk cId="2350342937" sldId="453"/>
            <ac:cxnSpMk id="8" creationId="{90CD09A2-8E1A-E2CA-9E35-359A2E98C17B}"/>
          </ac:cxnSpMkLst>
        </pc:cxnChg>
        <pc:cxnChg chg="mod">
          <ac:chgData name="Zheng Fei" userId="d19317889db4c986" providerId="LiveId" clId="{AA871E1B-A1EA-4D7E-A62D-1A8AEED4B061}" dt="2022-05-31T09:25:16.217" v="2990"/>
          <ac:cxnSpMkLst>
            <pc:docMk/>
            <pc:sldMk cId="2350342937" sldId="453"/>
            <ac:cxnSpMk id="10" creationId="{8541EB21-8949-AC78-C497-F476A70470D3}"/>
          </ac:cxnSpMkLst>
        </pc:cxnChg>
        <pc:cxnChg chg="mod">
          <ac:chgData name="Zheng Fei" userId="d19317889db4c986" providerId="LiveId" clId="{AA871E1B-A1EA-4D7E-A62D-1A8AEED4B061}" dt="2022-05-31T09:25:16.217" v="2990"/>
          <ac:cxnSpMkLst>
            <pc:docMk/>
            <pc:sldMk cId="2350342937" sldId="453"/>
            <ac:cxnSpMk id="12" creationId="{D534B543-90BD-7479-43B8-4D430F55F9A1}"/>
          </ac:cxnSpMkLst>
        </pc:cxnChg>
        <pc:cxnChg chg="mod">
          <ac:chgData name="Zheng Fei" userId="d19317889db4c986" providerId="LiveId" clId="{AA871E1B-A1EA-4D7E-A62D-1A8AEED4B061}" dt="2022-05-31T09:25:16.217" v="2990"/>
          <ac:cxnSpMkLst>
            <pc:docMk/>
            <pc:sldMk cId="2350342937" sldId="453"/>
            <ac:cxnSpMk id="14" creationId="{71A69AC4-BF54-B700-6A58-E0ADB50F181C}"/>
          </ac:cxnSpMkLst>
        </pc:cxnChg>
        <pc:cxnChg chg="mod">
          <ac:chgData name="Zheng Fei" userId="d19317889db4c986" providerId="LiveId" clId="{AA871E1B-A1EA-4D7E-A62D-1A8AEED4B061}" dt="2022-05-31T09:25:16.217" v="2990"/>
          <ac:cxnSpMkLst>
            <pc:docMk/>
            <pc:sldMk cId="2350342937" sldId="453"/>
            <ac:cxnSpMk id="16" creationId="{76C4B4E7-D03F-DA4C-1F7A-5A494A68B827}"/>
          </ac:cxnSpMkLst>
        </pc:cxnChg>
        <pc:cxnChg chg="mod">
          <ac:chgData name="Zheng Fei" userId="d19317889db4c986" providerId="LiveId" clId="{AA871E1B-A1EA-4D7E-A62D-1A8AEED4B061}" dt="2022-05-31T09:25:16.217" v="2990"/>
          <ac:cxnSpMkLst>
            <pc:docMk/>
            <pc:sldMk cId="2350342937" sldId="453"/>
            <ac:cxnSpMk id="18" creationId="{AA772106-86B6-BF96-D8A2-3B52FC2B2161}"/>
          </ac:cxnSpMkLst>
        </pc:cxnChg>
        <pc:cxnChg chg="mod">
          <ac:chgData name="Zheng Fei" userId="d19317889db4c986" providerId="LiveId" clId="{AA871E1B-A1EA-4D7E-A62D-1A8AEED4B061}" dt="2022-05-31T09:28:19.694" v="3144" actId="478"/>
          <ac:cxnSpMkLst>
            <pc:docMk/>
            <pc:sldMk cId="2350342937" sldId="453"/>
            <ac:cxnSpMk id="19" creationId="{8F038E64-69E2-6396-BC70-A42B179399B1}"/>
          </ac:cxnSpMkLst>
        </pc:cxnChg>
        <pc:cxnChg chg="mod">
          <ac:chgData name="Zheng Fei" userId="d19317889db4c986" providerId="LiveId" clId="{AA871E1B-A1EA-4D7E-A62D-1A8AEED4B061}" dt="2022-05-31T09:28:19.694" v="3144" actId="478"/>
          <ac:cxnSpMkLst>
            <pc:docMk/>
            <pc:sldMk cId="2350342937" sldId="453"/>
            <ac:cxnSpMk id="20" creationId="{1EE2913D-C604-6C2E-DDAA-142206FE9609}"/>
          </ac:cxnSpMkLst>
        </pc:cxnChg>
        <pc:cxnChg chg="mod">
          <ac:chgData name="Zheng Fei" userId="d19317889db4c986" providerId="LiveId" clId="{AA871E1B-A1EA-4D7E-A62D-1A8AEED4B061}" dt="2022-05-31T09:28:28.904" v="3146"/>
          <ac:cxnSpMkLst>
            <pc:docMk/>
            <pc:sldMk cId="2350342937" sldId="453"/>
            <ac:cxnSpMk id="23" creationId="{81484EA5-97D8-BD24-2CD4-6D4B5DCD0B3E}"/>
          </ac:cxnSpMkLst>
        </pc:cxnChg>
        <pc:cxnChg chg="mod">
          <ac:chgData name="Zheng Fei" userId="d19317889db4c986" providerId="LiveId" clId="{AA871E1B-A1EA-4D7E-A62D-1A8AEED4B061}" dt="2022-05-31T09:28:28.904" v="3146"/>
          <ac:cxnSpMkLst>
            <pc:docMk/>
            <pc:sldMk cId="2350342937" sldId="453"/>
            <ac:cxnSpMk id="24" creationId="{0336F665-E6DB-19C4-C172-D2C15FA7CFC1}"/>
          </ac:cxnSpMkLst>
        </pc:cxnChg>
        <pc:cxnChg chg="mod">
          <ac:chgData name="Zheng Fei" userId="d19317889db4c986" providerId="LiveId" clId="{AA871E1B-A1EA-4D7E-A62D-1A8AEED4B061}" dt="2022-05-31T09:28:28.904" v="3146"/>
          <ac:cxnSpMkLst>
            <pc:docMk/>
            <pc:sldMk cId="2350342937" sldId="453"/>
            <ac:cxnSpMk id="26" creationId="{FD3CFB72-B85E-C8EB-749D-CCD559562502}"/>
          </ac:cxnSpMkLst>
        </pc:cxnChg>
        <pc:cxnChg chg="mod">
          <ac:chgData name="Zheng Fei" userId="d19317889db4c986" providerId="LiveId" clId="{AA871E1B-A1EA-4D7E-A62D-1A8AEED4B061}" dt="2022-05-31T09:28:28.904" v="3146"/>
          <ac:cxnSpMkLst>
            <pc:docMk/>
            <pc:sldMk cId="2350342937" sldId="453"/>
            <ac:cxnSpMk id="28" creationId="{019B9B2C-5840-4692-E0C1-5211A288C515}"/>
          </ac:cxnSpMkLst>
        </pc:cxnChg>
        <pc:cxnChg chg="mod">
          <ac:chgData name="Zheng Fei" userId="d19317889db4c986" providerId="LiveId" clId="{AA871E1B-A1EA-4D7E-A62D-1A8AEED4B061}" dt="2022-05-31T09:28:28.904" v="3146"/>
          <ac:cxnSpMkLst>
            <pc:docMk/>
            <pc:sldMk cId="2350342937" sldId="453"/>
            <ac:cxnSpMk id="30" creationId="{7AEC3A0C-83B6-305A-978F-B81593BE18A0}"/>
          </ac:cxnSpMkLst>
        </pc:cxnChg>
        <pc:cxnChg chg="mod">
          <ac:chgData name="Zheng Fei" userId="d19317889db4c986" providerId="LiveId" clId="{AA871E1B-A1EA-4D7E-A62D-1A8AEED4B061}" dt="2022-05-31T09:28:28.904" v="3146"/>
          <ac:cxnSpMkLst>
            <pc:docMk/>
            <pc:sldMk cId="2350342937" sldId="453"/>
            <ac:cxnSpMk id="32" creationId="{FFAC9A5C-2D9B-F69E-A84F-B6E27FDD6845}"/>
          </ac:cxnSpMkLst>
        </pc:cxnChg>
        <pc:cxnChg chg="mod">
          <ac:chgData name="Zheng Fei" userId="d19317889db4c986" providerId="LiveId" clId="{AA871E1B-A1EA-4D7E-A62D-1A8AEED4B061}" dt="2022-05-31T09:28:28.904" v="3146"/>
          <ac:cxnSpMkLst>
            <pc:docMk/>
            <pc:sldMk cId="2350342937" sldId="453"/>
            <ac:cxnSpMk id="34" creationId="{C6E05EF9-DFF7-85D6-535F-D3E0DADDF539}"/>
          </ac:cxnSpMkLst>
        </pc:cxnChg>
        <pc:cxnChg chg="add mod">
          <ac:chgData name="Zheng Fei" userId="d19317889db4c986" providerId="LiveId" clId="{AA871E1B-A1EA-4D7E-A62D-1A8AEED4B061}" dt="2022-05-31T09:28:57.884" v="3172" actId="1035"/>
          <ac:cxnSpMkLst>
            <pc:docMk/>
            <pc:sldMk cId="2350342937" sldId="453"/>
            <ac:cxnSpMk id="36" creationId="{778E2581-B1AF-A0B9-6BED-133F74E3BF80}"/>
          </ac:cxnSpMkLst>
        </pc:cxnChg>
        <pc:cxnChg chg="add mod">
          <ac:chgData name="Zheng Fei" userId="d19317889db4c986" providerId="LiveId" clId="{AA871E1B-A1EA-4D7E-A62D-1A8AEED4B061}" dt="2022-05-31T09:28:57.884" v="3172" actId="1035"/>
          <ac:cxnSpMkLst>
            <pc:docMk/>
            <pc:sldMk cId="2350342937" sldId="453"/>
            <ac:cxnSpMk id="38" creationId="{85021E4C-E756-1370-98EA-B01EEBFC30BE}"/>
          </ac:cxnSpMkLst>
        </pc:cxnChg>
      </pc:sldChg>
      <pc:sldChg chg="delSp modSp add mod">
        <pc:chgData name="Zheng Fei" userId="d19317889db4c986" providerId="LiveId" clId="{AA871E1B-A1EA-4D7E-A62D-1A8AEED4B061}" dt="2022-05-31T09:23:29.832" v="2967" actId="20577"/>
        <pc:sldMkLst>
          <pc:docMk/>
          <pc:sldMk cId="2984786761" sldId="454"/>
        </pc:sldMkLst>
        <pc:spChg chg="mod">
          <ac:chgData name="Zheng Fei" userId="d19317889db4c986" providerId="LiveId" clId="{AA871E1B-A1EA-4D7E-A62D-1A8AEED4B061}" dt="2022-05-31T09:23:29.832" v="2967" actId="20577"/>
          <ac:spMkLst>
            <pc:docMk/>
            <pc:sldMk cId="2984786761" sldId="454"/>
            <ac:spMk id="3" creationId="{134E5D6F-4039-1166-CACD-52EA0B71108B}"/>
          </ac:spMkLst>
        </pc:spChg>
        <pc:spChg chg="mod">
          <ac:chgData name="Zheng Fei" userId="d19317889db4c986" providerId="LiveId" clId="{AA871E1B-A1EA-4D7E-A62D-1A8AEED4B061}" dt="2022-05-31T09:23:27.661" v="2966"/>
          <ac:spMkLst>
            <pc:docMk/>
            <pc:sldMk cId="2984786761" sldId="454"/>
            <ac:spMk id="4" creationId="{E4519701-8846-016C-A5B8-47FEDAFC75BB}"/>
          </ac:spMkLst>
        </pc:spChg>
        <pc:picChg chg="del">
          <ac:chgData name="Zheng Fei" userId="d19317889db4c986" providerId="LiveId" clId="{AA871E1B-A1EA-4D7E-A62D-1A8AEED4B061}" dt="2022-05-31T03:54:10.286" v="1522" actId="478"/>
          <ac:picMkLst>
            <pc:docMk/>
            <pc:sldMk cId="2984786761" sldId="454"/>
            <ac:picMk id="9" creationId="{0C8AF432-3944-6571-FBF6-CC0BD08039B1}"/>
          </ac:picMkLst>
        </pc:picChg>
      </pc:sldChg>
      <pc:sldChg chg="addSp modSp add mod ord">
        <pc:chgData name="Zheng Fei" userId="d19317889db4c986" providerId="LiveId" clId="{AA871E1B-A1EA-4D7E-A62D-1A8AEED4B061}" dt="2022-05-31T09:23:35.722" v="2968"/>
        <pc:sldMkLst>
          <pc:docMk/>
          <pc:sldMk cId="898951025" sldId="455"/>
        </pc:sldMkLst>
        <pc:spChg chg="add mod">
          <ac:chgData name="Zheng Fei" userId="d19317889db4c986" providerId="LiveId" clId="{AA871E1B-A1EA-4D7E-A62D-1A8AEED4B061}" dt="2022-05-31T09:23:35.722" v="2968"/>
          <ac:spMkLst>
            <pc:docMk/>
            <pc:sldMk cId="898951025" sldId="455"/>
            <ac:spMk id="3" creationId="{8F206EF5-0006-BA15-3018-9A0B78944411}"/>
          </ac:spMkLst>
        </pc:spChg>
        <pc:spChg chg="mod">
          <ac:chgData name="Zheng Fei" userId="d19317889db4c986" providerId="LiveId" clId="{AA871E1B-A1EA-4D7E-A62D-1A8AEED4B061}" dt="2022-05-31T09:20:53.915" v="2936" actId="20577"/>
          <ac:spMkLst>
            <pc:docMk/>
            <pc:sldMk cId="898951025" sldId="455"/>
            <ac:spMk id="4" creationId="{3A125DFB-597D-EA17-F628-6E5F36C4DBC1}"/>
          </ac:spMkLst>
        </pc:spChg>
      </pc:sldChg>
      <pc:sldChg chg="addSp modSp new mod">
        <pc:chgData name="Zheng Fei" userId="d19317889db4c986" providerId="LiveId" clId="{AA871E1B-A1EA-4D7E-A62D-1A8AEED4B061}" dt="2022-05-31T09:39:09.908" v="3222" actId="207"/>
        <pc:sldMkLst>
          <pc:docMk/>
          <pc:sldMk cId="3050760092" sldId="456"/>
        </pc:sldMkLst>
        <pc:spChg chg="add mod">
          <ac:chgData name="Zheng Fei" userId="d19317889db4c986" providerId="LiveId" clId="{AA871E1B-A1EA-4D7E-A62D-1A8AEED4B061}" dt="2022-05-31T09:39:09.908" v="3222" actId="207"/>
          <ac:spMkLst>
            <pc:docMk/>
            <pc:sldMk cId="3050760092" sldId="456"/>
            <ac:spMk id="2" creationId="{90813EB0-2250-9EFE-07D4-87C99A616B12}"/>
          </ac:spMkLst>
        </pc:spChg>
      </pc:sldChg>
      <pc:sldChg chg="addSp delSp modSp add mod ord">
        <pc:chgData name="Zheng Fei" userId="d19317889db4c986" providerId="LiveId" clId="{AA871E1B-A1EA-4D7E-A62D-1A8AEED4B061}" dt="2022-06-01T06:06:41.818" v="3286" actId="20577"/>
        <pc:sldMkLst>
          <pc:docMk/>
          <pc:sldMk cId="0" sldId="457"/>
        </pc:sldMkLst>
        <pc:spChg chg="add del mod">
          <ac:chgData name="Zheng Fei" userId="d19317889db4c986" providerId="LiveId" clId="{AA871E1B-A1EA-4D7E-A62D-1A8AEED4B061}" dt="2022-05-31T08:21:26.042" v="1783" actId="478"/>
          <ac:spMkLst>
            <pc:docMk/>
            <pc:sldMk cId="0" sldId="457"/>
            <ac:spMk id="3" creationId="{F63945DD-6CB5-4FD2-1238-98B49CFEF24F}"/>
          </ac:spMkLst>
        </pc:spChg>
        <pc:spChg chg="add mod">
          <ac:chgData name="Zheng Fei" userId="d19317889db4c986" providerId="LiveId" clId="{AA871E1B-A1EA-4D7E-A62D-1A8AEED4B061}" dt="2022-06-01T06:06:16.150" v="3268" actId="114"/>
          <ac:spMkLst>
            <pc:docMk/>
            <pc:sldMk cId="0" sldId="457"/>
            <ac:spMk id="19" creationId="{5976A5AC-801A-492E-60C2-D1DA88EB964A}"/>
          </ac:spMkLst>
        </pc:spChg>
        <pc:spChg chg="add mod">
          <ac:chgData name="Zheng Fei" userId="d19317889db4c986" providerId="LiveId" clId="{AA871E1B-A1EA-4D7E-A62D-1A8AEED4B061}" dt="2022-06-01T06:06:41.818" v="3286" actId="20577"/>
          <ac:spMkLst>
            <pc:docMk/>
            <pc:sldMk cId="0" sldId="457"/>
            <ac:spMk id="21" creationId="{E1C0B9DF-C2DC-881A-A8EF-665AA2538BC4}"/>
          </ac:spMkLst>
        </pc:spChg>
        <pc:spChg chg="del">
          <ac:chgData name="Zheng Fei" userId="d19317889db4c986" providerId="LiveId" clId="{AA871E1B-A1EA-4D7E-A62D-1A8AEED4B061}" dt="2022-05-31T08:21:24.612" v="1782" actId="478"/>
          <ac:spMkLst>
            <pc:docMk/>
            <pc:sldMk cId="0" sldId="457"/>
            <ac:spMk id="195587" creationId="{83DCF0C4-D4B8-38FD-4847-2FC3FA7E2F5D}"/>
          </ac:spMkLst>
        </pc:spChg>
        <pc:spChg chg="mod">
          <ac:chgData name="Zheng Fei" userId="d19317889db4c986" providerId="LiveId" clId="{AA871E1B-A1EA-4D7E-A62D-1A8AEED4B061}" dt="2022-05-31T08:24:28.562" v="1849" actId="2710"/>
          <ac:spMkLst>
            <pc:docMk/>
            <pc:sldMk cId="0" sldId="457"/>
            <ac:spMk id="195603" creationId="{542FE83A-0B90-8BA3-BB65-DF5C34F0D7C7}"/>
          </ac:spMkLst>
        </pc:spChg>
        <pc:spChg chg="del">
          <ac:chgData name="Zheng Fei" userId="d19317889db4c986" providerId="LiveId" clId="{AA871E1B-A1EA-4D7E-A62D-1A8AEED4B061}" dt="2022-05-31T09:37:17.957" v="3220" actId="478"/>
          <ac:spMkLst>
            <pc:docMk/>
            <pc:sldMk cId="0" sldId="457"/>
            <ac:spMk id="195613" creationId="{6283C583-5BF1-FC70-38C6-E84F30461950}"/>
          </ac:spMkLst>
        </pc:spChg>
        <pc:graphicFrameChg chg="del">
          <ac:chgData name="Zheng Fei" userId="d19317889db4c986" providerId="LiveId" clId="{AA871E1B-A1EA-4D7E-A62D-1A8AEED4B061}" dt="2022-05-31T08:21:26.912" v="1784" actId="478"/>
          <ac:graphicFrameMkLst>
            <pc:docMk/>
            <pc:sldMk cId="0" sldId="457"/>
            <ac:graphicFrameMk id="195588" creationId="{21CF03D1-9D38-BB06-164B-28FF3DFFDDCC}"/>
          </ac:graphicFrameMkLst>
        </pc:graphicFrameChg>
        <pc:graphicFrameChg chg="del">
          <ac:chgData name="Zheng Fei" userId="d19317889db4c986" providerId="LiveId" clId="{AA871E1B-A1EA-4D7E-A62D-1A8AEED4B061}" dt="2022-05-31T08:21:27.491" v="1785" actId="478"/>
          <ac:graphicFrameMkLst>
            <pc:docMk/>
            <pc:sldMk cId="0" sldId="457"/>
            <ac:graphicFrameMk id="195590" creationId="{8408FFC0-EAE6-541F-F689-9A838FE8DC9A}"/>
          </ac:graphicFrameMkLst>
        </pc:graphicFrameChg>
        <pc:graphicFrameChg chg="del">
          <ac:chgData name="Zheng Fei" userId="d19317889db4c986" providerId="LiveId" clId="{AA871E1B-A1EA-4D7E-A62D-1A8AEED4B061}" dt="2022-05-31T08:21:28.471" v="1786" actId="478"/>
          <ac:graphicFrameMkLst>
            <pc:docMk/>
            <pc:sldMk cId="0" sldId="457"/>
            <ac:graphicFrameMk id="195592" creationId="{14777F7C-47C9-1E7C-9F7E-771A2AD8947A}"/>
          </ac:graphicFrameMkLst>
        </pc:graphicFrameChg>
      </pc:sldChg>
      <pc:sldChg chg="add">
        <pc:chgData name="Zheng Fei" userId="d19317889db4c986" providerId="LiveId" clId="{AA871E1B-A1EA-4D7E-A62D-1A8AEED4B061}" dt="2022-05-31T08:23:18.670" v="1791"/>
        <pc:sldMkLst>
          <pc:docMk/>
          <pc:sldMk cId="3563612223" sldId="458"/>
        </pc:sldMkLst>
      </pc:sldChg>
      <pc:sldChg chg="modSp add ord">
        <pc:chgData name="Zheng Fei" userId="d19317889db4c986" providerId="LiveId" clId="{AA871E1B-A1EA-4D7E-A62D-1A8AEED4B061}" dt="2022-05-31T09:05:50.835" v="2481"/>
        <pc:sldMkLst>
          <pc:docMk/>
          <pc:sldMk cId="1657241544" sldId="459"/>
        </pc:sldMkLst>
        <pc:spChg chg="mod">
          <ac:chgData name="Zheng Fei" userId="d19317889db4c986" providerId="LiveId" clId="{AA871E1B-A1EA-4D7E-A62D-1A8AEED4B061}" dt="2022-05-31T09:05:47.278" v="2479" actId="20577"/>
          <ac:spMkLst>
            <pc:docMk/>
            <pc:sldMk cId="1657241544" sldId="459"/>
            <ac:spMk id="4" creationId="{541F518A-0F4C-A6A6-BAD2-3C6D549B65FF}"/>
          </ac:spMkLst>
        </pc:spChg>
      </pc:sldChg>
      <pc:sldChg chg="delSp add del mod">
        <pc:chgData name="Zheng Fei" userId="d19317889db4c986" providerId="LiveId" clId="{AA871E1B-A1EA-4D7E-A62D-1A8AEED4B061}" dt="2022-05-31T09:18:04.630" v="2878" actId="47"/>
        <pc:sldMkLst>
          <pc:docMk/>
          <pc:sldMk cId="644665051" sldId="460"/>
        </pc:sldMkLst>
        <pc:picChg chg="del">
          <ac:chgData name="Zheng Fei" userId="d19317889db4c986" providerId="LiveId" clId="{AA871E1B-A1EA-4D7E-A62D-1A8AEED4B061}" dt="2022-05-31T09:18:02.450" v="2877" actId="21"/>
          <ac:picMkLst>
            <pc:docMk/>
            <pc:sldMk cId="644665051" sldId="460"/>
            <ac:picMk id="3" creationId="{88297295-F66E-F349-9FC0-6FA9EDCE3AAE}"/>
          </ac:picMkLst>
        </pc:picChg>
      </pc:sldChg>
      <pc:sldChg chg="addSp delSp modSp add mod ord">
        <pc:chgData name="Zheng Fei" userId="d19317889db4c986" providerId="LiveId" clId="{AA871E1B-A1EA-4D7E-A62D-1A8AEED4B061}" dt="2022-05-31T09:17:17.087" v="2865"/>
        <pc:sldMkLst>
          <pc:docMk/>
          <pc:sldMk cId="2922804884" sldId="461"/>
        </pc:sldMkLst>
        <pc:spChg chg="mod">
          <ac:chgData name="Zheng Fei" userId="d19317889db4c986" providerId="LiveId" clId="{AA871E1B-A1EA-4D7E-A62D-1A8AEED4B061}" dt="2022-05-31T09:17:09.291" v="2863" actId="1076"/>
          <ac:spMkLst>
            <pc:docMk/>
            <pc:sldMk cId="2922804884" sldId="461"/>
            <ac:spMk id="4" creationId="{AB973315-5E4F-4E56-E0C7-FB2B99A4F3A8}"/>
          </ac:spMkLst>
        </pc:spChg>
        <pc:picChg chg="del">
          <ac:chgData name="Zheng Fei" userId="d19317889db4c986" providerId="LiveId" clId="{AA871E1B-A1EA-4D7E-A62D-1A8AEED4B061}" dt="2022-05-31T09:16:05.829" v="2855" actId="478"/>
          <ac:picMkLst>
            <pc:docMk/>
            <pc:sldMk cId="2922804884" sldId="461"/>
            <ac:picMk id="6" creationId="{ED4EFE9E-E34E-74A6-1BC1-043BE22FA07E}"/>
          </ac:picMkLst>
        </pc:picChg>
        <pc:picChg chg="add mod modCrop">
          <ac:chgData name="Zheng Fei" userId="d19317889db4c986" providerId="LiveId" clId="{AA871E1B-A1EA-4D7E-A62D-1A8AEED4B061}" dt="2022-05-31T09:16:25.879" v="2861" actId="1076"/>
          <ac:picMkLst>
            <pc:docMk/>
            <pc:sldMk cId="2922804884" sldId="461"/>
            <ac:picMk id="7" creationId="{F88FBFBA-D99A-B7F0-54E0-1E085C875251}"/>
          </ac:picMkLst>
        </pc:picChg>
      </pc:sldChg>
      <pc:sldChg chg="addSp delSp modSp add mod">
        <pc:chgData name="Zheng Fei" userId="d19317889db4c986" providerId="LiveId" clId="{AA871E1B-A1EA-4D7E-A62D-1A8AEED4B061}" dt="2022-05-31T09:19:46.270" v="2926" actId="20577"/>
        <pc:sldMkLst>
          <pc:docMk/>
          <pc:sldMk cId="4124036605" sldId="462"/>
        </pc:sldMkLst>
        <pc:spChg chg="add del mod">
          <ac:chgData name="Zheng Fei" userId="d19317889db4c986" providerId="LiveId" clId="{AA871E1B-A1EA-4D7E-A62D-1A8AEED4B061}" dt="2022-05-31T09:19:24.821" v="2919" actId="478"/>
          <ac:spMkLst>
            <pc:docMk/>
            <pc:sldMk cId="4124036605" sldId="462"/>
            <ac:spMk id="2" creationId="{E2336EF8-B46C-CE6A-2441-422AC78C55D6}"/>
          </ac:spMkLst>
        </pc:spChg>
        <pc:spChg chg="mod">
          <ac:chgData name="Zheng Fei" userId="d19317889db4c986" providerId="LiveId" clId="{AA871E1B-A1EA-4D7E-A62D-1A8AEED4B061}" dt="2022-05-31T09:18:22.500" v="2882" actId="20577"/>
          <ac:spMkLst>
            <pc:docMk/>
            <pc:sldMk cId="4124036605" sldId="462"/>
            <ac:spMk id="4" creationId="{AB973315-5E4F-4E56-E0C7-FB2B99A4F3A8}"/>
          </ac:spMkLst>
        </pc:spChg>
        <pc:spChg chg="add mod">
          <ac:chgData name="Zheng Fei" userId="d19317889db4c986" providerId="LiveId" clId="{AA871E1B-A1EA-4D7E-A62D-1A8AEED4B061}" dt="2022-05-31T09:19:46.270" v="2926" actId="20577"/>
          <ac:spMkLst>
            <pc:docMk/>
            <pc:sldMk cId="4124036605" sldId="462"/>
            <ac:spMk id="7" creationId="{02AD95F3-BB18-CF73-95AF-FD2F58C1B2F0}"/>
          </ac:spMkLst>
        </pc:spChg>
        <pc:picChg chg="mod">
          <ac:chgData name="Zheng Fei" userId="d19317889db4c986" providerId="LiveId" clId="{AA871E1B-A1EA-4D7E-A62D-1A8AEED4B061}" dt="2022-05-31T09:18:36.790" v="2889" actId="1076"/>
          <ac:picMkLst>
            <pc:docMk/>
            <pc:sldMk cId="4124036605" sldId="462"/>
            <ac:picMk id="6" creationId="{ED4EFE9E-E34E-74A6-1BC1-043BE22FA07E}"/>
          </ac:picMkLst>
        </pc:picChg>
      </pc:sldChg>
      <pc:sldChg chg="addSp delSp modSp add del mod ord">
        <pc:chgData name="Zheng Fei" userId="d19317889db4c986" providerId="LiveId" clId="{AA871E1B-A1EA-4D7E-A62D-1A8AEED4B061}" dt="2022-05-31T09:24:03.172" v="2977" actId="47"/>
        <pc:sldMkLst>
          <pc:docMk/>
          <pc:sldMk cId="1977034973" sldId="463"/>
        </pc:sldMkLst>
        <pc:spChg chg="del mod">
          <ac:chgData name="Zheng Fei" userId="d19317889db4c986" providerId="LiveId" clId="{AA871E1B-A1EA-4D7E-A62D-1A8AEED4B061}" dt="2022-05-31T09:23:48.462" v="2971" actId="21"/>
          <ac:spMkLst>
            <pc:docMk/>
            <pc:sldMk cId="1977034973" sldId="463"/>
            <ac:spMk id="3" creationId="{134E5D6F-4039-1166-CACD-52EA0B71108B}"/>
          </ac:spMkLst>
        </pc:spChg>
        <pc:spChg chg="add mod">
          <ac:chgData name="Zheng Fei" userId="d19317889db4c986" providerId="LiveId" clId="{AA871E1B-A1EA-4D7E-A62D-1A8AEED4B061}" dt="2022-05-31T09:23:48.462" v="2971" actId="21"/>
          <ac:spMkLst>
            <pc:docMk/>
            <pc:sldMk cId="1977034973" sldId="463"/>
            <ac:spMk id="5" creationId="{B6C8A7EB-FAC8-F7E3-014A-2CA36A63C264}"/>
          </ac:spMkLst>
        </pc:spChg>
      </pc:sldChg>
      <pc:sldChg chg="addSp modSp add mod ord">
        <pc:chgData name="Zheng Fei" userId="d19317889db4c986" providerId="LiveId" clId="{AA871E1B-A1EA-4D7E-A62D-1A8AEED4B061}" dt="2022-05-31T09:24:26.602" v="2988" actId="1076"/>
        <pc:sldMkLst>
          <pc:docMk/>
          <pc:sldMk cId="901248136" sldId="464"/>
        </pc:sldMkLst>
        <pc:spChg chg="mod">
          <ac:chgData name="Zheng Fei" userId="d19317889db4c986" providerId="LiveId" clId="{AA871E1B-A1EA-4D7E-A62D-1A8AEED4B061}" dt="2022-05-31T09:24:26.602" v="2988" actId="1076"/>
          <ac:spMkLst>
            <pc:docMk/>
            <pc:sldMk cId="901248136" sldId="464"/>
            <ac:spMk id="3" creationId="{134E5D6F-4039-1166-CACD-52EA0B71108B}"/>
          </ac:spMkLst>
        </pc:spChg>
        <pc:spChg chg="mod">
          <ac:chgData name="Zheng Fei" userId="d19317889db4c986" providerId="LiveId" clId="{AA871E1B-A1EA-4D7E-A62D-1A8AEED4B061}" dt="2022-05-31T09:24:20.322" v="2987"/>
          <ac:spMkLst>
            <pc:docMk/>
            <pc:sldMk cId="901248136" sldId="464"/>
            <ac:spMk id="4" creationId="{E4519701-8846-016C-A5B8-47FEDAFC75BB}"/>
          </ac:spMkLst>
        </pc:spChg>
        <pc:spChg chg="add mod">
          <ac:chgData name="Zheng Fei" userId="d19317889db4c986" providerId="LiveId" clId="{AA871E1B-A1EA-4D7E-A62D-1A8AEED4B061}" dt="2022-05-31T09:24:13.262" v="2979" actId="1076"/>
          <ac:spMkLst>
            <pc:docMk/>
            <pc:sldMk cId="901248136" sldId="464"/>
            <ac:spMk id="5" creationId="{BD65C7C2-3A95-6EBF-5B38-25F9617D0D93}"/>
          </ac:spMkLst>
        </pc:spChg>
      </pc:sldChg>
      <pc:sldChg chg="addSp delSp modSp add mod ord">
        <pc:chgData name="Zheng Fei" userId="d19317889db4c986" providerId="LiveId" clId="{AA871E1B-A1EA-4D7E-A62D-1A8AEED4B061}" dt="2022-05-31T09:29:02.924" v="3173" actId="164"/>
        <pc:sldMkLst>
          <pc:docMk/>
          <pc:sldMk cId="2651898088" sldId="465"/>
        </pc:sldMkLst>
        <pc:spChg chg="add mod">
          <ac:chgData name="Zheng Fei" userId="d19317889db4c986" providerId="LiveId" clId="{AA871E1B-A1EA-4D7E-A62D-1A8AEED4B061}" dt="2022-05-31T09:29:02.924" v="3173" actId="164"/>
          <ac:spMkLst>
            <pc:docMk/>
            <pc:sldMk cId="2651898088" sldId="465"/>
            <ac:spMk id="2" creationId="{8CA54579-0146-1C47-D937-9FA8A61E745F}"/>
          </ac:spMkLst>
        </pc:spChg>
        <pc:spChg chg="mod ord">
          <ac:chgData name="Zheng Fei" userId="d19317889db4c986" providerId="LiveId" clId="{AA871E1B-A1EA-4D7E-A62D-1A8AEED4B061}" dt="2022-05-31T09:26:36.073" v="3006" actId="20577"/>
          <ac:spMkLst>
            <pc:docMk/>
            <pc:sldMk cId="2651898088" sldId="465"/>
            <ac:spMk id="3" creationId="{134E5D6F-4039-1166-CACD-52EA0B71108B}"/>
          </ac:spMkLst>
        </pc:spChg>
        <pc:spChg chg="mod">
          <ac:chgData name="Zheng Fei" userId="d19317889db4c986" providerId="LiveId" clId="{AA871E1B-A1EA-4D7E-A62D-1A8AEED4B061}" dt="2022-05-31T09:27:15.009" v="3117" actId="14100"/>
          <ac:spMkLst>
            <pc:docMk/>
            <pc:sldMk cId="2651898088" sldId="465"/>
            <ac:spMk id="6" creationId="{4EE2FD51-B064-F97F-DBE5-0EF5AA11F1DB}"/>
          </ac:spMkLst>
        </pc:spChg>
        <pc:spChg chg="mod">
          <ac:chgData name="Zheng Fei" userId="d19317889db4c986" providerId="LiveId" clId="{AA871E1B-A1EA-4D7E-A62D-1A8AEED4B061}" dt="2022-05-31T09:26:56.803" v="3033" actId="1037"/>
          <ac:spMkLst>
            <pc:docMk/>
            <pc:sldMk cId="2651898088" sldId="465"/>
            <ac:spMk id="13" creationId="{FCC84F63-585F-3D8D-7A5D-A413620CECDD}"/>
          </ac:spMkLst>
        </pc:spChg>
        <pc:spChg chg="mod">
          <ac:chgData name="Zheng Fei" userId="d19317889db4c986" providerId="LiveId" clId="{AA871E1B-A1EA-4D7E-A62D-1A8AEED4B061}" dt="2022-05-31T09:27:02.233" v="3087" actId="1037"/>
          <ac:spMkLst>
            <pc:docMk/>
            <pc:sldMk cId="2651898088" sldId="465"/>
            <ac:spMk id="15" creationId="{471F65B0-5523-B95C-D779-BA8CC7736957}"/>
          </ac:spMkLst>
        </pc:spChg>
        <pc:spChg chg="mod">
          <ac:chgData name="Zheng Fei" userId="d19317889db4c986" providerId="LiveId" clId="{AA871E1B-A1EA-4D7E-A62D-1A8AEED4B061}" dt="2022-05-31T09:26:38.693" v="3007"/>
          <ac:spMkLst>
            <pc:docMk/>
            <pc:sldMk cId="2651898088" sldId="465"/>
            <ac:spMk id="22" creationId="{12A306AC-2EF8-2BA2-0714-148EB70E5642}"/>
          </ac:spMkLst>
        </pc:spChg>
        <pc:spChg chg="mod">
          <ac:chgData name="Zheng Fei" userId="d19317889db4c986" providerId="LiveId" clId="{AA871E1B-A1EA-4D7E-A62D-1A8AEED4B061}" dt="2022-05-31T09:26:38.693" v="3007"/>
          <ac:spMkLst>
            <pc:docMk/>
            <pc:sldMk cId="2651898088" sldId="465"/>
            <ac:spMk id="25" creationId="{160BDF19-8B53-44C9-8748-C6DFCD69FC7C}"/>
          </ac:spMkLst>
        </pc:spChg>
        <pc:spChg chg="mod">
          <ac:chgData name="Zheng Fei" userId="d19317889db4c986" providerId="LiveId" clId="{AA871E1B-A1EA-4D7E-A62D-1A8AEED4B061}" dt="2022-05-31T09:26:38.693" v="3007"/>
          <ac:spMkLst>
            <pc:docMk/>
            <pc:sldMk cId="2651898088" sldId="465"/>
            <ac:spMk id="27" creationId="{4244509A-169C-CD97-9FED-932CF3D7EC95}"/>
          </ac:spMkLst>
        </pc:spChg>
        <pc:spChg chg="mod">
          <ac:chgData name="Zheng Fei" userId="d19317889db4c986" providerId="LiveId" clId="{AA871E1B-A1EA-4D7E-A62D-1A8AEED4B061}" dt="2022-05-31T09:26:38.693" v="3007"/>
          <ac:spMkLst>
            <pc:docMk/>
            <pc:sldMk cId="2651898088" sldId="465"/>
            <ac:spMk id="29" creationId="{0DC9A9B7-D36B-EAE0-C547-C73E654BC983}"/>
          </ac:spMkLst>
        </pc:spChg>
        <pc:spChg chg="mod">
          <ac:chgData name="Zheng Fei" userId="d19317889db4c986" providerId="LiveId" clId="{AA871E1B-A1EA-4D7E-A62D-1A8AEED4B061}" dt="2022-05-31T09:26:38.693" v="3007"/>
          <ac:spMkLst>
            <pc:docMk/>
            <pc:sldMk cId="2651898088" sldId="465"/>
            <ac:spMk id="31" creationId="{B29EB4AA-8FD4-1A4D-2E90-2EA23DB58FD1}"/>
          </ac:spMkLst>
        </pc:spChg>
        <pc:spChg chg="mod">
          <ac:chgData name="Zheng Fei" userId="d19317889db4c986" providerId="LiveId" clId="{AA871E1B-A1EA-4D7E-A62D-1A8AEED4B061}" dt="2022-05-31T09:26:38.693" v="3007"/>
          <ac:spMkLst>
            <pc:docMk/>
            <pc:sldMk cId="2651898088" sldId="465"/>
            <ac:spMk id="33" creationId="{17BCD52A-A157-433C-2966-ACB8F31C8947}"/>
          </ac:spMkLst>
        </pc:spChg>
        <pc:spChg chg="mod">
          <ac:chgData name="Zheng Fei" userId="d19317889db4c986" providerId="LiveId" clId="{AA871E1B-A1EA-4D7E-A62D-1A8AEED4B061}" dt="2022-05-31T09:27:20.393" v="3119"/>
          <ac:spMkLst>
            <pc:docMk/>
            <pc:sldMk cId="2651898088" sldId="465"/>
            <ac:spMk id="36" creationId="{1411E293-43B3-B200-2E6F-A1A7F7A5D3C5}"/>
          </ac:spMkLst>
        </pc:spChg>
        <pc:spChg chg="mod">
          <ac:chgData name="Zheng Fei" userId="d19317889db4c986" providerId="LiveId" clId="{AA871E1B-A1EA-4D7E-A62D-1A8AEED4B061}" dt="2022-05-31T09:27:20.393" v="3119"/>
          <ac:spMkLst>
            <pc:docMk/>
            <pc:sldMk cId="2651898088" sldId="465"/>
            <ac:spMk id="39" creationId="{ECEC8A1D-B03F-E173-098B-78552F7B0EE6}"/>
          </ac:spMkLst>
        </pc:spChg>
        <pc:spChg chg="mod">
          <ac:chgData name="Zheng Fei" userId="d19317889db4c986" providerId="LiveId" clId="{AA871E1B-A1EA-4D7E-A62D-1A8AEED4B061}" dt="2022-05-31T09:27:20.393" v="3119"/>
          <ac:spMkLst>
            <pc:docMk/>
            <pc:sldMk cId="2651898088" sldId="465"/>
            <ac:spMk id="41" creationId="{C185230E-BFCA-C4EE-8B70-C6A1C4094ADC}"/>
          </ac:spMkLst>
        </pc:spChg>
        <pc:spChg chg="mod">
          <ac:chgData name="Zheng Fei" userId="d19317889db4c986" providerId="LiveId" clId="{AA871E1B-A1EA-4D7E-A62D-1A8AEED4B061}" dt="2022-05-31T09:27:20.393" v="3119"/>
          <ac:spMkLst>
            <pc:docMk/>
            <pc:sldMk cId="2651898088" sldId="465"/>
            <ac:spMk id="43" creationId="{74152510-8C8C-044F-52D1-1955CD51FE81}"/>
          </ac:spMkLst>
        </pc:spChg>
        <pc:spChg chg="mod">
          <ac:chgData name="Zheng Fei" userId="d19317889db4c986" providerId="LiveId" clId="{AA871E1B-A1EA-4D7E-A62D-1A8AEED4B061}" dt="2022-05-31T09:27:20.393" v="3119"/>
          <ac:spMkLst>
            <pc:docMk/>
            <pc:sldMk cId="2651898088" sldId="465"/>
            <ac:spMk id="45" creationId="{704AA9F0-55C1-AC6D-5267-C706230FB0A6}"/>
          </ac:spMkLst>
        </pc:spChg>
        <pc:spChg chg="mod">
          <ac:chgData name="Zheng Fei" userId="d19317889db4c986" providerId="LiveId" clId="{AA871E1B-A1EA-4D7E-A62D-1A8AEED4B061}" dt="2022-05-31T09:27:20.393" v="3119"/>
          <ac:spMkLst>
            <pc:docMk/>
            <pc:sldMk cId="2651898088" sldId="465"/>
            <ac:spMk id="47" creationId="{66A2957B-64A9-7CDD-CDA0-0C89BC7DC395}"/>
          </ac:spMkLst>
        </pc:spChg>
        <pc:grpChg chg="mod">
          <ac:chgData name="Zheng Fei" userId="d19317889db4c986" providerId="LiveId" clId="{AA871E1B-A1EA-4D7E-A62D-1A8AEED4B061}" dt="2022-05-31T09:26:34.812" v="3005" actId="1076"/>
          <ac:grpSpMkLst>
            <pc:docMk/>
            <pc:sldMk cId="2651898088" sldId="465"/>
            <ac:grpSpMk id="5" creationId="{9DECF5C9-33F5-24F7-3E66-D2D42461C462}"/>
          </ac:grpSpMkLst>
        </pc:grpChg>
        <pc:grpChg chg="add del mod">
          <ac:chgData name="Zheng Fei" userId="d19317889db4c986" providerId="LiveId" clId="{AA871E1B-A1EA-4D7E-A62D-1A8AEED4B061}" dt="2022-05-31T09:27:18.218" v="3118" actId="478"/>
          <ac:grpSpMkLst>
            <pc:docMk/>
            <pc:sldMk cId="2651898088" sldId="465"/>
            <ac:grpSpMk id="21" creationId="{3FF0C495-43FA-1E56-6AF4-90112B59C5A4}"/>
          </ac:grpSpMkLst>
        </pc:grpChg>
        <pc:grpChg chg="add mod">
          <ac:chgData name="Zheng Fei" userId="d19317889db4c986" providerId="LiveId" clId="{AA871E1B-A1EA-4D7E-A62D-1A8AEED4B061}" dt="2022-05-31T09:29:02.924" v="3173" actId="164"/>
          <ac:grpSpMkLst>
            <pc:docMk/>
            <pc:sldMk cId="2651898088" sldId="465"/>
            <ac:grpSpMk id="35" creationId="{A7797F9E-36AA-BAB1-C6A1-921EAD5748FF}"/>
          </ac:grpSpMkLst>
        </pc:grpChg>
        <pc:grpChg chg="add mod">
          <ac:chgData name="Zheng Fei" userId="d19317889db4c986" providerId="LiveId" clId="{AA871E1B-A1EA-4D7E-A62D-1A8AEED4B061}" dt="2022-05-31T09:29:02.924" v="3173" actId="164"/>
          <ac:grpSpMkLst>
            <pc:docMk/>
            <pc:sldMk cId="2651898088" sldId="465"/>
            <ac:grpSpMk id="50" creationId="{647C4869-38EF-DF51-9198-86C8EB8AEFAA}"/>
          </ac:grpSpMkLst>
        </pc:grpChg>
        <pc:cxnChg chg="mod">
          <ac:chgData name="Zheng Fei" userId="d19317889db4c986" providerId="LiveId" clId="{AA871E1B-A1EA-4D7E-A62D-1A8AEED4B061}" dt="2022-05-31T09:26:59.483" v="3061" actId="1037"/>
          <ac:cxnSpMkLst>
            <pc:docMk/>
            <pc:sldMk cId="2651898088" sldId="465"/>
            <ac:cxnSpMk id="12" creationId="{D534B543-90BD-7479-43B8-4D430F55F9A1}"/>
          </ac:cxnSpMkLst>
        </pc:cxnChg>
        <pc:cxnChg chg="mod">
          <ac:chgData name="Zheng Fei" userId="d19317889db4c986" providerId="LiveId" clId="{AA871E1B-A1EA-4D7E-A62D-1A8AEED4B061}" dt="2022-05-31T09:27:04.708" v="3115" actId="1037"/>
          <ac:cxnSpMkLst>
            <pc:docMk/>
            <pc:sldMk cId="2651898088" sldId="465"/>
            <ac:cxnSpMk id="14" creationId="{71A69AC4-BF54-B700-6A58-E0ADB50F181C}"/>
          </ac:cxnSpMkLst>
        </pc:cxnChg>
        <pc:cxnChg chg="mod">
          <ac:chgData name="Zheng Fei" userId="d19317889db4c986" providerId="LiveId" clId="{AA871E1B-A1EA-4D7E-A62D-1A8AEED4B061}" dt="2022-05-31T09:27:07.913" v="3116" actId="1076"/>
          <ac:cxnSpMkLst>
            <pc:docMk/>
            <pc:sldMk cId="2651898088" sldId="465"/>
            <ac:cxnSpMk id="18" creationId="{AA772106-86B6-BF96-D8A2-3B52FC2B2161}"/>
          </ac:cxnSpMkLst>
        </pc:cxnChg>
        <pc:cxnChg chg="del mod">
          <ac:chgData name="Zheng Fei" userId="d19317889db4c986" providerId="LiveId" clId="{AA871E1B-A1EA-4D7E-A62D-1A8AEED4B061}" dt="2022-05-31T09:25:41.538" v="3000" actId="478"/>
          <ac:cxnSpMkLst>
            <pc:docMk/>
            <pc:sldMk cId="2651898088" sldId="465"/>
            <ac:cxnSpMk id="19" creationId="{8F038E64-69E2-6396-BC70-A42B179399B1}"/>
          </ac:cxnSpMkLst>
        </pc:cxnChg>
        <pc:cxnChg chg="del mod">
          <ac:chgData name="Zheng Fei" userId="d19317889db4c986" providerId="LiveId" clId="{AA871E1B-A1EA-4D7E-A62D-1A8AEED4B061}" dt="2022-05-31T09:25:43.112" v="3001" actId="478"/>
          <ac:cxnSpMkLst>
            <pc:docMk/>
            <pc:sldMk cId="2651898088" sldId="465"/>
            <ac:cxnSpMk id="20" creationId="{1EE2913D-C604-6C2E-DDAA-142206FE9609}"/>
          </ac:cxnSpMkLst>
        </pc:cxnChg>
        <pc:cxnChg chg="mod">
          <ac:chgData name="Zheng Fei" userId="d19317889db4c986" providerId="LiveId" clId="{AA871E1B-A1EA-4D7E-A62D-1A8AEED4B061}" dt="2022-05-31T09:26:38.693" v="3007"/>
          <ac:cxnSpMkLst>
            <pc:docMk/>
            <pc:sldMk cId="2651898088" sldId="465"/>
            <ac:cxnSpMk id="23" creationId="{14309ABD-08D0-F072-FDBB-F94E0D2B7C0D}"/>
          </ac:cxnSpMkLst>
        </pc:cxnChg>
        <pc:cxnChg chg="mod">
          <ac:chgData name="Zheng Fei" userId="d19317889db4c986" providerId="LiveId" clId="{AA871E1B-A1EA-4D7E-A62D-1A8AEED4B061}" dt="2022-05-31T09:26:38.693" v="3007"/>
          <ac:cxnSpMkLst>
            <pc:docMk/>
            <pc:sldMk cId="2651898088" sldId="465"/>
            <ac:cxnSpMk id="24" creationId="{CBE37617-F3CC-60B3-091B-4EC0942BD6ED}"/>
          </ac:cxnSpMkLst>
        </pc:cxnChg>
        <pc:cxnChg chg="mod">
          <ac:chgData name="Zheng Fei" userId="d19317889db4c986" providerId="LiveId" clId="{AA871E1B-A1EA-4D7E-A62D-1A8AEED4B061}" dt="2022-05-31T09:26:38.693" v="3007"/>
          <ac:cxnSpMkLst>
            <pc:docMk/>
            <pc:sldMk cId="2651898088" sldId="465"/>
            <ac:cxnSpMk id="26" creationId="{F0ABEEBD-3BD1-0A95-E085-64D5CB017C46}"/>
          </ac:cxnSpMkLst>
        </pc:cxnChg>
        <pc:cxnChg chg="mod">
          <ac:chgData name="Zheng Fei" userId="d19317889db4c986" providerId="LiveId" clId="{AA871E1B-A1EA-4D7E-A62D-1A8AEED4B061}" dt="2022-05-31T09:26:38.693" v="3007"/>
          <ac:cxnSpMkLst>
            <pc:docMk/>
            <pc:sldMk cId="2651898088" sldId="465"/>
            <ac:cxnSpMk id="28" creationId="{8544C555-F4D1-6F7C-4788-7B20ACC73887}"/>
          </ac:cxnSpMkLst>
        </pc:cxnChg>
        <pc:cxnChg chg="mod">
          <ac:chgData name="Zheng Fei" userId="d19317889db4c986" providerId="LiveId" clId="{AA871E1B-A1EA-4D7E-A62D-1A8AEED4B061}" dt="2022-05-31T09:26:38.693" v="3007"/>
          <ac:cxnSpMkLst>
            <pc:docMk/>
            <pc:sldMk cId="2651898088" sldId="465"/>
            <ac:cxnSpMk id="30" creationId="{BF23F010-A092-DAB3-9DA0-414185A754D4}"/>
          </ac:cxnSpMkLst>
        </pc:cxnChg>
        <pc:cxnChg chg="mod">
          <ac:chgData name="Zheng Fei" userId="d19317889db4c986" providerId="LiveId" clId="{AA871E1B-A1EA-4D7E-A62D-1A8AEED4B061}" dt="2022-05-31T09:26:38.693" v="3007"/>
          <ac:cxnSpMkLst>
            <pc:docMk/>
            <pc:sldMk cId="2651898088" sldId="465"/>
            <ac:cxnSpMk id="32" creationId="{875D3F20-FB4B-B893-5588-D09D3D1AD4E7}"/>
          </ac:cxnSpMkLst>
        </pc:cxnChg>
        <pc:cxnChg chg="mod">
          <ac:chgData name="Zheng Fei" userId="d19317889db4c986" providerId="LiveId" clId="{AA871E1B-A1EA-4D7E-A62D-1A8AEED4B061}" dt="2022-05-31T09:26:38.693" v="3007"/>
          <ac:cxnSpMkLst>
            <pc:docMk/>
            <pc:sldMk cId="2651898088" sldId="465"/>
            <ac:cxnSpMk id="34" creationId="{7B257417-DEAF-E0D9-9605-86CF171CC8F9}"/>
          </ac:cxnSpMkLst>
        </pc:cxnChg>
        <pc:cxnChg chg="mod">
          <ac:chgData name="Zheng Fei" userId="d19317889db4c986" providerId="LiveId" clId="{AA871E1B-A1EA-4D7E-A62D-1A8AEED4B061}" dt="2022-05-31T09:27:20.393" v="3119"/>
          <ac:cxnSpMkLst>
            <pc:docMk/>
            <pc:sldMk cId="2651898088" sldId="465"/>
            <ac:cxnSpMk id="37" creationId="{C87BE788-81DB-77EA-43C0-C74B5A1BF6AE}"/>
          </ac:cxnSpMkLst>
        </pc:cxnChg>
        <pc:cxnChg chg="mod">
          <ac:chgData name="Zheng Fei" userId="d19317889db4c986" providerId="LiveId" clId="{AA871E1B-A1EA-4D7E-A62D-1A8AEED4B061}" dt="2022-05-31T09:27:20.393" v="3119"/>
          <ac:cxnSpMkLst>
            <pc:docMk/>
            <pc:sldMk cId="2651898088" sldId="465"/>
            <ac:cxnSpMk id="38" creationId="{3B2180C8-5BAE-0256-6CBB-7968B19BD157}"/>
          </ac:cxnSpMkLst>
        </pc:cxnChg>
        <pc:cxnChg chg="mod">
          <ac:chgData name="Zheng Fei" userId="d19317889db4c986" providerId="LiveId" clId="{AA871E1B-A1EA-4D7E-A62D-1A8AEED4B061}" dt="2022-05-31T09:27:20.393" v="3119"/>
          <ac:cxnSpMkLst>
            <pc:docMk/>
            <pc:sldMk cId="2651898088" sldId="465"/>
            <ac:cxnSpMk id="40" creationId="{34658058-773C-A59A-DFFB-81E2B8DE0A64}"/>
          </ac:cxnSpMkLst>
        </pc:cxnChg>
        <pc:cxnChg chg="mod">
          <ac:chgData name="Zheng Fei" userId="d19317889db4c986" providerId="LiveId" clId="{AA871E1B-A1EA-4D7E-A62D-1A8AEED4B061}" dt="2022-05-31T09:27:20.393" v="3119"/>
          <ac:cxnSpMkLst>
            <pc:docMk/>
            <pc:sldMk cId="2651898088" sldId="465"/>
            <ac:cxnSpMk id="42" creationId="{4DFF530C-EA11-016F-20FA-82722D37B6A9}"/>
          </ac:cxnSpMkLst>
        </pc:cxnChg>
        <pc:cxnChg chg="mod">
          <ac:chgData name="Zheng Fei" userId="d19317889db4c986" providerId="LiveId" clId="{AA871E1B-A1EA-4D7E-A62D-1A8AEED4B061}" dt="2022-05-31T09:27:20.393" v="3119"/>
          <ac:cxnSpMkLst>
            <pc:docMk/>
            <pc:sldMk cId="2651898088" sldId="465"/>
            <ac:cxnSpMk id="44" creationId="{08C93515-3B98-584E-BDA6-4AA0D1EC30A9}"/>
          </ac:cxnSpMkLst>
        </pc:cxnChg>
        <pc:cxnChg chg="mod">
          <ac:chgData name="Zheng Fei" userId="d19317889db4c986" providerId="LiveId" clId="{AA871E1B-A1EA-4D7E-A62D-1A8AEED4B061}" dt="2022-05-31T09:27:20.393" v="3119"/>
          <ac:cxnSpMkLst>
            <pc:docMk/>
            <pc:sldMk cId="2651898088" sldId="465"/>
            <ac:cxnSpMk id="46" creationId="{E96A8348-3F6F-80D4-0746-056A4774121E}"/>
          </ac:cxnSpMkLst>
        </pc:cxnChg>
        <pc:cxnChg chg="mod">
          <ac:chgData name="Zheng Fei" userId="d19317889db4c986" providerId="LiveId" clId="{AA871E1B-A1EA-4D7E-A62D-1A8AEED4B061}" dt="2022-05-31T09:27:20.393" v="3119"/>
          <ac:cxnSpMkLst>
            <pc:docMk/>
            <pc:sldMk cId="2651898088" sldId="465"/>
            <ac:cxnSpMk id="48" creationId="{A5A16DE6-4313-35B8-22BD-8C814D569336}"/>
          </ac:cxnSpMkLst>
        </pc:cxnChg>
        <pc:cxnChg chg="add del mod">
          <ac:chgData name="Zheng Fei" userId="d19317889db4c986" providerId="LiveId" clId="{AA871E1B-A1EA-4D7E-A62D-1A8AEED4B061}" dt="2022-05-31T09:28:08.704" v="3140" actId="478"/>
          <ac:cxnSpMkLst>
            <pc:docMk/>
            <pc:sldMk cId="2651898088" sldId="465"/>
            <ac:cxnSpMk id="49" creationId="{8B876A4C-0E6C-4087-F462-DEFFD3C997D7}"/>
          </ac:cxnSpMkLst>
        </pc:cxnChg>
      </pc:sldChg>
      <pc:sldChg chg="addSp modSp add mod">
        <pc:chgData name="Zheng Fei" userId="d19317889db4c986" providerId="LiveId" clId="{AA871E1B-A1EA-4D7E-A62D-1A8AEED4B061}" dt="2022-05-31T09:31:15.443" v="3193" actId="14100"/>
        <pc:sldMkLst>
          <pc:docMk/>
          <pc:sldMk cId="676291613" sldId="466"/>
        </pc:sldMkLst>
        <pc:spChg chg="mod">
          <ac:chgData name="Zheng Fei" userId="d19317889db4c986" providerId="LiveId" clId="{AA871E1B-A1EA-4D7E-A62D-1A8AEED4B061}" dt="2022-05-31T09:31:11.505" v="3192" actId="1076"/>
          <ac:spMkLst>
            <pc:docMk/>
            <pc:sldMk cId="676291613" sldId="466"/>
            <ac:spMk id="4" creationId="{9C64349D-72D7-D272-4637-D26F9BEA881B}"/>
          </ac:spMkLst>
        </pc:spChg>
        <pc:spChg chg="add mod">
          <ac:chgData name="Zheng Fei" userId="d19317889db4c986" providerId="LiveId" clId="{AA871E1B-A1EA-4D7E-A62D-1A8AEED4B061}" dt="2022-05-31T09:31:06.245" v="3190"/>
          <ac:spMkLst>
            <pc:docMk/>
            <pc:sldMk cId="676291613" sldId="466"/>
            <ac:spMk id="5" creationId="{BA21FFD7-7D0B-309A-BC16-FDC265E44C5D}"/>
          </ac:spMkLst>
        </pc:spChg>
        <pc:picChg chg="mod">
          <ac:chgData name="Zheng Fei" userId="d19317889db4c986" providerId="LiveId" clId="{AA871E1B-A1EA-4D7E-A62D-1A8AEED4B061}" dt="2022-05-31T09:31:15.443" v="3193" actId="14100"/>
          <ac:picMkLst>
            <pc:docMk/>
            <pc:sldMk cId="676291613" sldId="466"/>
            <ac:picMk id="6" creationId="{D508018E-9CD5-715B-29F7-3BFE3A00B013}"/>
          </ac:picMkLst>
        </pc:picChg>
      </pc:sldChg>
      <pc:sldChg chg="delSp new del mod">
        <pc:chgData name="Zheng Fei" userId="d19317889db4c986" providerId="LiveId" clId="{AA871E1B-A1EA-4D7E-A62D-1A8AEED4B061}" dt="2022-05-31T09:34:40.490" v="3198" actId="47"/>
        <pc:sldMkLst>
          <pc:docMk/>
          <pc:sldMk cId="2667389858" sldId="467"/>
        </pc:sldMkLst>
        <pc:spChg chg="del">
          <ac:chgData name="Zheng Fei" userId="d19317889db4c986" providerId="LiveId" clId="{AA871E1B-A1EA-4D7E-A62D-1A8AEED4B061}" dt="2022-05-31T09:34:29.896" v="3196" actId="478"/>
          <ac:spMkLst>
            <pc:docMk/>
            <pc:sldMk cId="2667389858" sldId="467"/>
            <ac:spMk id="2" creationId="{42DC5988-7AF2-2546-E8F6-ACE972C06D39}"/>
          </ac:spMkLst>
        </pc:spChg>
        <pc:spChg chg="del">
          <ac:chgData name="Zheng Fei" userId="d19317889db4c986" providerId="LiveId" clId="{AA871E1B-A1EA-4D7E-A62D-1A8AEED4B061}" dt="2022-05-31T09:34:29.036" v="3195" actId="478"/>
          <ac:spMkLst>
            <pc:docMk/>
            <pc:sldMk cId="2667389858" sldId="467"/>
            <ac:spMk id="3" creationId="{43206CD9-A6AB-6F8D-77EE-0A2BCE0CE289}"/>
          </ac:spMkLst>
        </pc:spChg>
      </pc:sldChg>
      <pc:sldChg chg="add">
        <pc:chgData name="Zheng Fei" userId="d19317889db4c986" providerId="LiveId" clId="{AA871E1B-A1EA-4D7E-A62D-1A8AEED4B061}" dt="2022-05-31T09:36:38.006" v="3217"/>
        <pc:sldMkLst>
          <pc:docMk/>
          <pc:sldMk cId="4162404930" sldId="467"/>
        </pc:sldMkLst>
      </pc:sldChg>
      <pc:sldChg chg="delSp add">
        <pc:chgData name="Zheng Fei" userId="d19317889db4c986" providerId="LiveId" clId="{AA871E1B-A1EA-4D7E-A62D-1A8AEED4B061}" dt="2022-06-01T06:05:14.188" v="3237" actId="478"/>
        <pc:sldMkLst>
          <pc:docMk/>
          <pc:sldMk cId="3583370521" sldId="468"/>
        </pc:sldMkLst>
        <pc:spChg chg="del">
          <ac:chgData name="Zheng Fei" userId="d19317889db4c986" providerId="LiveId" clId="{AA871E1B-A1EA-4D7E-A62D-1A8AEED4B061}" dt="2022-06-01T06:05:14.188" v="3237" actId="478"/>
          <ac:spMkLst>
            <pc:docMk/>
            <pc:sldMk cId="3583370521" sldId="468"/>
            <ac:spMk id="243717" creationId="{45CEF7E5-8D4E-1349-EB72-4125DA3DC9F0}"/>
          </ac:spMkLst>
        </pc:spChg>
      </pc:sldChg>
    </pc:docChg>
  </pc:docChgLst>
  <pc:docChgLst>
    <pc:chgData name="Fei Zheng" userId="d19317889db4c986" providerId="LiveId" clId="{B0836957-1F9A-8A49-BAF9-2E635B92CB2C}"/>
    <pc:docChg chg="undo custSel addSld delSld modSld sldOrd">
      <pc:chgData name="Fei Zheng" userId="d19317889db4c986" providerId="LiveId" clId="{B0836957-1F9A-8A49-BAF9-2E635B92CB2C}" dt="2023-05-15T15:22:41.059" v="1891" actId="2711"/>
      <pc:docMkLst>
        <pc:docMk/>
      </pc:docMkLst>
      <pc:sldChg chg="addSp delSp modSp add del mod ord">
        <pc:chgData name="Fei Zheng" userId="d19317889db4c986" providerId="LiveId" clId="{B0836957-1F9A-8A49-BAF9-2E635B92CB2C}" dt="2023-05-15T10:53:47.476" v="359" actId="20577"/>
        <pc:sldMkLst>
          <pc:docMk/>
          <pc:sldMk cId="3770873809" sldId="261"/>
        </pc:sldMkLst>
        <pc:spChg chg="del">
          <ac:chgData name="Fei Zheng" userId="d19317889db4c986" providerId="LiveId" clId="{B0836957-1F9A-8A49-BAF9-2E635B92CB2C}" dt="2023-05-15T10:53:41.094" v="357" actId="478"/>
          <ac:spMkLst>
            <pc:docMk/>
            <pc:sldMk cId="3770873809" sldId="261"/>
            <ac:spMk id="2" creationId="{0B72DD76-EDC9-920A-253D-089B01A35DE0}"/>
          </ac:spMkLst>
        </pc:spChg>
        <pc:spChg chg="mod">
          <ac:chgData name="Fei Zheng" userId="d19317889db4c986" providerId="LiveId" clId="{B0836957-1F9A-8A49-BAF9-2E635B92CB2C}" dt="2023-05-15T10:53:47.476" v="359" actId="20577"/>
          <ac:spMkLst>
            <pc:docMk/>
            <pc:sldMk cId="3770873809" sldId="261"/>
            <ac:spMk id="3" creationId="{A37EA942-92E5-FBBB-861D-F2A42391FCD0}"/>
          </ac:spMkLst>
        </pc:spChg>
        <pc:spChg chg="add del mod">
          <ac:chgData name="Fei Zheng" userId="d19317889db4c986" providerId="LiveId" clId="{B0836957-1F9A-8A49-BAF9-2E635B92CB2C}" dt="2023-05-15T10:53:43.503" v="358" actId="478"/>
          <ac:spMkLst>
            <pc:docMk/>
            <pc:sldMk cId="3770873809" sldId="261"/>
            <ac:spMk id="5" creationId="{83B3AE18-ECA9-4C80-23FE-223A42C46DB7}"/>
          </ac:spMkLst>
        </pc:spChg>
      </pc:sldChg>
      <pc:sldChg chg="addSp delSp modSp mod">
        <pc:chgData name="Fei Zheng" userId="d19317889db4c986" providerId="LiveId" clId="{B0836957-1F9A-8A49-BAF9-2E635B92CB2C}" dt="2023-05-15T14:37:08.991" v="1482" actId="16959"/>
        <pc:sldMkLst>
          <pc:docMk/>
          <pc:sldMk cId="866282703" sldId="262"/>
        </pc:sldMkLst>
        <pc:spChg chg="add mod">
          <ac:chgData name="Fei Zheng" userId="d19317889db4c986" providerId="LiveId" clId="{B0836957-1F9A-8A49-BAF9-2E635B92CB2C}" dt="2023-05-15T14:23:53.370" v="1374"/>
          <ac:spMkLst>
            <pc:docMk/>
            <pc:sldMk cId="866282703" sldId="262"/>
            <ac:spMk id="2" creationId="{8492DF1F-666F-75CB-54E8-A929986D4365}"/>
          </ac:spMkLst>
        </pc:spChg>
        <pc:spChg chg="mod">
          <ac:chgData name="Fei Zheng" userId="d19317889db4c986" providerId="LiveId" clId="{B0836957-1F9A-8A49-BAF9-2E635B92CB2C}" dt="2023-05-15T14:37:08.991" v="1482" actId="16959"/>
          <ac:spMkLst>
            <pc:docMk/>
            <pc:sldMk cId="866282703" sldId="262"/>
            <ac:spMk id="3" creationId="{50C2F5D3-CF45-4CAC-83D7-C4EC4E5F5B5F}"/>
          </ac:spMkLst>
        </pc:spChg>
        <pc:spChg chg="del">
          <ac:chgData name="Fei Zheng" userId="d19317889db4c986" providerId="LiveId" clId="{B0836957-1F9A-8A49-BAF9-2E635B92CB2C}" dt="2023-05-15T14:23:52.913" v="1373" actId="478"/>
          <ac:spMkLst>
            <pc:docMk/>
            <pc:sldMk cId="866282703" sldId="262"/>
            <ac:spMk id="4" creationId="{DCE2D005-C6D4-FE95-77E7-AE936988C4D0}"/>
          </ac:spMkLst>
        </pc:spChg>
      </pc:sldChg>
      <pc:sldChg chg="modSp mod">
        <pc:chgData name="Fei Zheng" userId="d19317889db4c986" providerId="LiveId" clId="{B0836957-1F9A-8A49-BAF9-2E635B92CB2C}" dt="2023-05-15T14:47:01.219" v="1689" actId="20577"/>
        <pc:sldMkLst>
          <pc:docMk/>
          <pc:sldMk cId="3979032099" sldId="263"/>
        </pc:sldMkLst>
        <pc:spChg chg="mod">
          <ac:chgData name="Fei Zheng" userId="d19317889db4c986" providerId="LiveId" clId="{B0836957-1F9A-8A49-BAF9-2E635B92CB2C}" dt="2023-05-15T14:24:11.766" v="1378" actId="20577"/>
          <ac:spMkLst>
            <pc:docMk/>
            <pc:sldMk cId="3979032099" sldId="263"/>
            <ac:spMk id="3" creationId="{0EBABAA2-2C30-D236-8938-53FEDA18BFE4}"/>
          </ac:spMkLst>
        </pc:spChg>
        <pc:spChg chg="mod">
          <ac:chgData name="Fei Zheng" userId="d19317889db4c986" providerId="LiveId" clId="{B0836957-1F9A-8A49-BAF9-2E635B92CB2C}" dt="2023-05-15T14:47:01.219" v="1689" actId="20577"/>
          <ac:spMkLst>
            <pc:docMk/>
            <pc:sldMk cId="3979032099" sldId="263"/>
            <ac:spMk id="4" creationId="{541F518A-0F4C-A6A6-BAD2-3C6D549B65FF}"/>
          </ac:spMkLst>
        </pc:spChg>
      </pc:sldChg>
      <pc:sldChg chg="modSp">
        <pc:chgData name="Fei Zheng" userId="d19317889db4c986" providerId="LiveId" clId="{B0836957-1F9A-8A49-BAF9-2E635B92CB2C}" dt="2023-05-15T14:50:22.780" v="1701" actId="20577"/>
        <pc:sldMkLst>
          <pc:docMk/>
          <pc:sldMk cId="3377763480" sldId="264"/>
        </pc:sldMkLst>
        <pc:spChg chg="mod">
          <ac:chgData name="Fei Zheng" userId="d19317889db4c986" providerId="LiveId" clId="{B0836957-1F9A-8A49-BAF9-2E635B92CB2C}" dt="2023-05-15T14:50:22.780" v="1701" actId="20577"/>
          <ac:spMkLst>
            <pc:docMk/>
            <pc:sldMk cId="3377763480" sldId="264"/>
            <ac:spMk id="4" creationId="{2524CFAF-ACAD-7609-5E86-BECCEFB77934}"/>
          </ac:spMkLst>
        </pc:spChg>
      </pc:sldChg>
      <pc:sldChg chg="addSp modSp mod modAnim">
        <pc:chgData name="Fei Zheng" userId="d19317889db4c986" providerId="LiveId" clId="{B0836957-1F9A-8A49-BAF9-2E635B92CB2C}" dt="2023-05-15T15:08:11.478" v="1832" actId="20577"/>
        <pc:sldMkLst>
          <pc:docMk/>
          <pc:sldMk cId="3663689735" sldId="265"/>
        </pc:sldMkLst>
        <pc:spChg chg="add mod">
          <ac:chgData name="Fei Zheng" userId="d19317889db4c986" providerId="LiveId" clId="{B0836957-1F9A-8A49-BAF9-2E635B92CB2C}" dt="2023-05-15T14:52:13.341" v="1703" actId="767"/>
          <ac:spMkLst>
            <pc:docMk/>
            <pc:sldMk cId="3663689735" sldId="265"/>
            <ac:spMk id="2" creationId="{9B964D05-04BA-9806-CDA3-4DAEC9AFCF0A}"/>
          </ac:spMkLst>
        </pc:spChg>
        <pc:spChg chg="add mod">
          <ac:chgData name="Fei Zheng" userId="d19317889db4c986" providerId="LiveId" clId="{B0836957-1F9A-8A49-BAF9-2E635B92CB2C}" dt="2023-05-15T14:55:12.621" v="1721" actId="207"/>
          <ac:spMkLst>
            <pc:docMk/>
            <pc:sldMk cId="3663689735" sldId="265"/>
            <ac:spMk id="3" creationId="{11A29F98-6695-8102-757E-322DA2A499B9}"/>
          </ac:spMkLst>
        </pc:spChg>
        <pc:spChg chg="mod">
          <ac:chgData name="Fei Zheng" userId="d19317889db4c986" providerId="LiveId" clId="{B0836957-1F9A-8A49-BAF9-2E635B92CB2C}" dt="2023-05-15T15:08:11.478" v="1832" actId="20577"/>
          <ac:spMkLst>
            <pc:docMk/>
            <pc:sldMk cId="3663689735" sldId="265"/>
            <ac:spMk id="4" creationId="{3D55AD60-2BBC-428B-25C5-32ADEF12EF36}"/>
          </ac:spMkLst>
        </pc:spChg>
        <pc:spChg chg="add mod">
          <ac:chgData name="Fei Zheng" userId="d19317889db4c986" providerId="LiveId" clId="{B0836957-1F9A-8A49-BAF9-2E635B92CB2C}" dt="2023-05-15T14:55:12.621" v="1721" actId="207"/>
          <ac:spMkLst>
            <pc:docMk/>
            <pc:sldMk cId="3663689735" sldId="265"/>
            <ac:spMk id="6" creationId="{AE116562-8EDA-2267-61A0-4E0936EA2BA9}"/>
          </ac:spMkLst>
        </pc:spChg>
        <pc:spChg chg="add mod">
          <ac:chgData name="Fei Zheng" userId="d19317889db4c986" providerId="LiveId" clId="{B0836957-1F9A-8A49-BAF9-2E635B92CB2C}" dt="2023-05-15T14:55:12.621" v="1721" actId="207"/>
          <ac:spMkLst>
            <pc:docMk/>
            <pc:sldMk cId="3663689735" sldId="265"/>
            <ac:spMk id="23" creationId="{D2655B0C-745A-EC43-EADC-67C3A90485FC}"/>
          </ac:spMkLst>
        </pc:spChg>
      </pc:sldChg>
      <pc:sldChg chg="modSp mod">
        <pc:chgData name="Fei Zheng" userId="d19317889db4c986" providerId="LiveId" clId="{B0836957-1F9A-8A49-BAF9-2E635B92CB2C}" dt="2023-05-15T15:00:09.324" v="1780" actId="20577"/>
        <pc:sldMkLst>
          <pc:docMk/>
          <pc:sldMk cId="367037503" sldId="266"/>
        </pc:sldMkLst>
        <pc:spChg chg="mod">
          <ac:chgData name="Fei Zheng" userId="d19317889db4c986" providerId="LiveId" clId="{B0836957-1F9A-8A49-BAF9-2E635B92CB2C}" dt="2023-05-15T15:00:09.324" v="1780" actId="20577"/>
          <ac:spMkLst>
            <pc:docMk/>
            <pc:sldMk cId="367037503" sldId="266"/>
            <ac:spMk id="4" creationId="{1A38F27D-EC50-70D3-61EE-245646D3ED11}"/>
          </ac:spMkLst>
        </pc:spChg>
      </pc:sldChg>
      <pc:sldChg chg="modSp mod">
        <pc:chgData name="Fei Zheng" userId="d19317889db4c986" providerId="LiveId" clId="{B0836957-1F9A-8A49-BAF9-2E635B92CB2C}" dt="2023-05-15T15:21:28.019" v="1888" actId="20577"/>
        <pc:sldMkLst>
          <pc:docMk/>
          <pc:sldMk cId="4034957788" sldId="269"/>
        </pc:sldMkLst>
        <pc:spChg chg="mod">
          <ac:chgData name="Fei Zheng" userId="d19317889db4c986" providerId="LiveId" clId="{B0836957-1F9A-8A49-BAF9-2E635B92CB2C}" dt="2023-05-15T15:21:28.019" v="1888" actId="20577"/>
          <ac:spMkLst>
            <pc:docMk/>
            <pc:sldMk cId="4034957788" sldId="269"/>
            <ac:spMk id="4" creationId="{9C64349D-72D7-D272-4637-D26F9BEA881B}"/>
          </ac:spMkLst>
        </pc:spChg>
      </pc:sldChg>
      <pc:sldChg chg="del">
        <pc:chgData name="Fei Zheng" userId="d19317889db4c986" providerId="LiveId" clId="{B0836957-1F9A-8A49-BAF9-2E635B92CB2C}" dt="2023-05-15T15:04:34.864" v="1820" actId="2696"/>
        <pc:sldMkLst>
          <pc:docMk/>
          <pc:sldMk cId="86293710" sldId="270"/>
        </pc:sldMkLst>
      </pc:sldChg>
      <pc:sldChg chg="add">
        <pc:chgData name="Fei Zheng" userId="d19317889db4c986" providerId="LiveId" clId="{B0836957-1F9A-8A49-BAF9-2E635B92CB2C}" dt="2023-05-15T15:04:39.278" v="1821"/>
        <pc:sldMkLst>
          <pc:docMk/>
          <pc:sldMk cId="4152282162" sldId="270"/>
        </pc:sldMkLst>
      </pc:sldChg>
      <pc:sldChg chg="modSp mod">
        <pc:chgData name="Fei Zheng" userId="d19317889db4c986" providerId="LiveId" clId="{B0836957-1F9A-8A49-BAF9-2E635B92CB2C}" dt="2023-05-15T14:05:18.833" v="1090" actId="1076"/>
        <pc:sldMkLst>
          <pc:docMk/>
          <pc:sldMk cId="630437862" sldId="445"/>
        </pc:sldMkLst>
        <pc:spChg chg="mod">
          <ac:chgData name="Fei Zheng" userId="d19317889db4c986" providerId="LiveId" clId="{B0836957-1F9A-8A49-BAF9-2E635B92CB2C}" dt="2023-05-15T14:05:18.833" v="1090" actId="1076"/>
          <ac:spMkLst>
            <pc:docMk/>
            <pc:sldMk cId="630437862" sldId="445"/>
            <ac:spMk id="4" creationId="{E324A49A-AD39-4E04-EA78-8F0CECD556D5}"/>
          </ac:spMkLst>
        </pc:spChg>
      </pc:sldChg>
      <pc:sldChg chg="modSp mod">
        <pc:chgData name="Fei Zheng" userId="d19317889db4c986" providerId="LiveId" clId="{B0836957-1F9A-8A49-BAF9-2E635B92CB2C}" dt="2023-05-15T14:08:06.384" v="1108" actId="2711"/>
        <pc:sldMkLst>
          <pc:docMk/>
          <pc:sldMk cId="1350672988" sldId="446"/>
        </pc:sldMkLst>
        <pc:spChg chg="mod">
          <ac:chgData name="Fei Zheng" userId="d19317889db4c986" providerId="LiveId" clId="{B0836957-1F9A-8A49-BAF9-2E635B92CB2C}" dt="2023-05-15T14:08:06.384" v="1108" actId="2711"/>
          <ac:spMkLst>
            <pc:docMk/>
            <pc:sldMk cId="1350672988" sldId="446"/>
            <ac:spMk id="4" creationId="{104E744D-FFAF-EDA3-E9D0-BD623F209453}"/>
          </ac:spMkLst>
        </pc:spChg>
      </pc:sldChg>
      <pc:sldChg chg="addSp delSp modSp mod modAnim">
        <pc:chgData name="Fei Zheng" userId="d19317889db4c986" providerId="LiveId" clId="{B0836957-1F9A-8A49-BAF9-2E635B92CB2C}" dt="2023-05-15T14:18:30.767" v="1293"/>
        <pc:sldMkLst>
          <pc:docMk/>
          <pc:sldMk cId="1781481049" sldId="447"/>
        </pc:sldMkLst>
        <pc:spChg chg="add mod">
          <ac:chgData name="Fei Zheng" userId="d19317889db4c986" providerId="LiveId" clId="{B0836957-1F9A-8A49-BAF9-2E635B92CB2C}" dt="2023-05-15T14:13:32.110" v="1197" actId="1037"/>
          <ac:spMkLst>
            <pc:docMk/>
            <pc:sldMk cId="1781481049" sldId="447"/>
            <ac:spMk id="3" creationId="{B834D906-8496-6334-01D9-6C9918E24CD2}"/>
          </ac:spMkLst>
        </pc:spChg>
        <pc:spChg chg="add mod">
          <ac:chgData name="Fei Zheng" userId="d19317889db4c986" providerId="LiveId" clId="{B0836957-1F9A-8A49-BAF9-2E635B92CB2C}" dt="2023-05-15T14:13:32.110" v="1197" actId="1037"/>
          <ac:spMkLst>
            <pc:docMk/>
            <pc:sldMk cId="1781481049" sldId="447"/>
            <ac:spMk id="5" creationId="{C0C3F672-2550-2D63-2212-1818557E6737}"/>
          </ac:spMkLst>
        </pc:spChg>
        <pc:spChg chg="del">
          <ac:chgData name="Fei Zheng" userId="d19317889db4c986" providerId="LiveId" clId="{B0836957-1F9A-8A49-BAF9-2E635B92CB2C}" dt="2023-05-15T14:12:41.078" v="1166" actId="478"/>
          <ac:spMkLst>
            <pc:docMk/>
            <pc:sldMk cId="1781481049" sldId="447"/>
            <ac:spMk id="7" creationId="{269321FE-F2BD-FF0B-6CCC-9E288EB0F941}"/>
          </ac:spMkLst>
        </pc:spChg>
        <pc:spChg chg="add mod">
          <ac:chgData name="Fei Zheng" userId="d19317889db4c986" providerId="LiveId" clId="{B0836957-1F9A-8A49-BAF9-2E635B92CB2C}" dt="2023-05-15T14:13:32.110" v="1197" actId="1037"/>
          <ac:spMkLst>
            <pc:docMk/>
            <pc:sldMk cId="1781481049" sldId="447"/>
            <ac:spMk id="8" creationId="{B54142D8-3F0B-9485-BD0A-3E03B8B05DC2}"/>
          </ac:spMkLst>
        </pc:spChg>
        <pc:spChg chg="add mod">
          <ac:chgData name="Fei Zheng" userId="d19317889db4c986" providerId="LiveId" clId="{B0836957-1F9A-8A49-BAF9-2E635B92CB2C}" dt="2023-05-15T14:13:32.110" v="1197" actId="1037"/>
          <ac:spMkLst>
            <pc:docMk/>
            <pc:sldMk cId="1781481049" sldId="447"/>
            <ac:spMk id="9" creationId="{6432F7E0-A31F-E9C8-76F2-70306598F8E3}"/>
          </ac:spMkLst>
        </pc:spChg>
        <pc:spChg chg="add mod">
          <ac:chgData name="Fei Zheng" userId="d19317889db4c986" providerId="LiveId" clId="{B0836957-1F9A-8A49-BAF9-2E635B92CB2C}" dt="2023-05-15T14:13:32.110" v="1197" actId="1037"/>
          <ac:spMkLst>
            <pc:docMk/>
            <pc:sldMk cId="1781481049" sldId="447"/>
            <ac:spMk id="10" creationId="{FC11DFA4-74B8-7184-217F-38C5CA933DE2}"/>
          </ac:spMkLst>
        </pc:spChg>
        <pc:spChg chg="add mod">
          <ac:chgData name="Fei Zheng" userId="d19317889db4c986" providerId="LiveId" clId="{B0836957-1F9A-8A49-BAF9-2E635B92CB2C}" dt="2023-05-15T14:13:32.110" v="1197" actId="1037"/>
          <ac:spMkLst>
            <pc:docMk/>
            <pc:sldMk cId="1781481049" sldId="447"/>
            <ac:spMk id="11" creationId="{07CACD50-59DE-E580-0B6D-6F9376240C64}"/>
          </ac:spMkLst>
        </pc:spChg>
        <pc:spChg chg="add mod">
          <ac:chgData name="Fei Zheng" userId="d19317889db4c986" providerId="LiveId" clId="{B0836957-1F9A-8A49-BAF9-2E635B92CB2C}" dt="2023-05-15T14:13:32.110" v="1197" actId="1037"/>
          <ac:spMkLst>
            <pc:docMk/>
            <pc:sldMk cId="1781481049" sldId="447"/>
            <ac:spMk id="12" creationId="{3D21F510-8AEA-95A6-5145-0F9AF80D52C3}"/>
          </ac:spMkLst>
        </pc:spChg>
        <pc:spChg chg="add mod">
          <ac:chgData name="Fei Zheng" userId="d19317889db4c986" providerId="LiveId" clId="{B0836957-1F9A-8A49-BAF9-2E635B92CB2C}" dt="2023-05-15T14:13:41.849" v="1233" actId="1037"/>
          <ac:spMkLst>
            <pc:docMk/>
            <pc:sldMk cId="1781481049" sldId="447"/>
            <ac:spMk id="13" creationId="{04820258-F443-39D9-01C1-B9E0D93D0225}"/>
          </ac:spMkLst>
        </pc:spChg>
        <pc:spChg chg="add mod">
          <ac:chgData name="Fei Zheng" userId="d19317889db4c986" providerId="LiveId" clId="{B0836957-1F9A-8A49-BAF9-2E635B92CB2C}" dt="2023-05-15T14:13:41.849" v="1233" actId="1037"/>
          <ac:spMkLst>
            <pc:docMk/>
            <pc:sldMk cId="1781481049" sldId="447"/>
            <ac:spMk id="14" creationId="{FDC558B3-35AB-EF48-9D3D-027A32C22A50}"/>
          </ac:spMkLst>
        </pc:spChg>
        <pc:spChg chg="add mod">
          <ac:chgData name="Fei Zheng" userId="d19317889db4c986" providerId="LiveId" clId="{B0836957-1F9A-8A49-BAF9-2E635B92CB2C}" dt="2023-05-15T14:13:41.849" v="1233" actId="1037"/>
          <ac:spMkLst>
            <pc:docMk/>
            <pc:sldMk cId="1781481049" sldId="447"/>
            <ac:spMk id="15" creationId="{B1A9C8E6-912A-0A9F-C694-46ECB17D8D30}"/>
          </ac:spMkLst>
        </pc:spChg>
        <pc:spChg chg="add mod">
          <ac:chgData name="Fei Zheng" userId="d19317889db4c986" providerId="LiveId" clId="{B0836957-1F9A-8A49-BAF9-2E635B92CB2C}" dt="2023-05-15T14:13:41.849" v="1233" actId="1037"/>
          <ac:spMkLst>
            <pc:docMk/>
            <pc:sldMk cId="1781481049" sldId="447"/>
            <ac:spMk id="16" creationId="{BF29AAD2-A443-CA22-B590-5AADBC10F49A}"/>
          </ac:spMkLst>
        </pc:spChg>
        <pc:spChg chg="add mod">
          <ac:chgData name="Fei Zheng" userId="d19317889db4c986" providerId="LiveId" clId="{B0836957-1F9A-8A49-BAF9-2E635B92CB2C}" dt="2023-05-15T14:13:41.849" v="1233" actId="1037"/>
          <ac:spMkLst>
            <pc:docMk/>
            <pc:sldMk cId="1781481049" sldId="447"/>
            <ac:spMk id="17" creationId="{350F141D-1084-AD22-2353-DDC0404C8E89}"/>
          </ac:spMkLst>
        </pc:spChg>
        <pc:spChg chg="add mod">
          <ac:chgData name="Fei Zheng" userId="d19317889db4c986" providerId="LiveId" clId="{B0836957-1F9A-8A49-BAF9-2E635B92CB2C}" dt="2023-05-15T14:13:41.849" v="1233" actId="1037"/>
          <ac:spMkLst>
            <pc:docMk/>
            <pc:sldMk cId="1781481049" sldId="447"/>
            <ac:spMk id="18" creationId="{D374DF4B-D122-A49D-F4AD-8B3D45726469}"/>
          </ac:spMkLst>
        </pc:spChg>
        <pc:spChg chg="add mod">
          <ac:chgData name="Fei Zheng" userId="d19317889db4c986" providerId="LiveId" clId="{B0836957-1F9A-8A49-BAF9-2E635B92CB2C}" dt="2023-05-15T14:13:41.849" v="1233" actId="1037"/>
          <ac:spMkLst>
            <pc:docMk/>
            <pc:sldMk cId="1781481049" sldId="447"/>
            <ac:spMk id="19" creationId="{A575A7FF-F8A7-932F-95EC-6EC6ADA7B036}"/>
          </ac:spMkLst>
        </pc:spChg>
        <pc:spChg chg="add mod">
          <ac:chgData name="Fei Zheng" userId="d19317889db4c986" providerId="LiveId" clId="{B0836957-1F9A-8A49-BAF9-2E635B92CB2C}" dt="2023-05-15T14:13:33.761" v="1198" actId="767"/>
          <ac:spMkLst>
            <pc:docMk/>
            <pc:sldMk cId="1781481049" sldId="447"/>
            <ac:spMk id="20" creationId="{5C59A197-B5C5-8B99-CCFD-24296017CF99}"/>
          </ac:spMkLst>
        </pc:spChg>
        <pc:spChg chg="add mod">
          <ac:chgData name="Fei Zheng" userId="d19317889db4c986" providerId="LiveId" clId="{B0836957-1F9A-8A49-BAF9-2E635B92CB2C}" dt="2023-05-15T14:18:25.168" v="1292" actId="403"/>
          <ac:spMkLst>
            <pc:docMk/>
            <pc:sldMk cId="1781481049" sldId="447"/>
            <ac:spMk id="22" creationId="{A8B62B1C-9092-C3CD-A53B-6D3BDEB46B89}"/>
          </ac:spMkLst>
        </pc:spChg>
        <pc:graphicFrameChg chg="add mod modGraphic">
          <ac:chgData name="Fei Zheng" userId="d19317889db4c986" providerId="LiveId" clId="{B0836957-1F9A-8A49-BAF9-2E635B92CB2C}" dt="2023-05-15T14:13:25.730" v="1178" actId="14734"/>
          <ac:graphicFrameMkLst>
            <pc:docMk/>
            <pc:sldMk cId="1781481049" sldId="447"/>
            <ac:graphicFrameMk id="2" creationId="{ED6DBC19-5DE2-2D11-2DF6-FA26976E93C3}"/>
          </ac:graphicFrameMkLst>
        </pc:graphicFrameChg>
        <pc:picChg chg="mod">
          <ac:chgData name="Fei Zheng" userId="d19317889db4c986" providerId="LiveId" clId="{B0836957-1F9A-8A49-BAF9-2E635B92CB2C}" dt="2023-05-15T14:12:44.013" v="1167" actId="1076"/>
          <ac:picMkLst>
            <pc:docMk/>
            <pc:sldMk cId="1781481049" sldId="447"/>
            <ac:picMk id="4" creationId="{918CBC95-CCE9-1BDE-9DF8-17C626C70981}"/>
          </ac:picMkLst>
        </pc:picChg>
      </pc:sldChg>
      <pc:sldChg chg="addSp modSp mod">
        <pc:chgData name="Fei Zheng" userId="d19317889db4c986" providerId="LiveId" clId="{B0836957-1F9A-8A49-BAF9-2E635B92CB2C}" dt="2023-05-15T14:38:47.292" v="1544" actId="1076"/>
        <pc:sldMkLst>
          <pc:docMk/>
          <pc:sldMk cId="2691649282" sldId="448"/>
        </pc:sldMkLst>
        <pc:spChg chg="add mod">
          <ac:chgData name="Fei Zheng" userId="d19317889db4c986" providerId="LiveId" clId="{B0836957-1F9A-8A49-BAF9-2E635B92CB2C}" dt="2023-05-15T14:38:47.292" v="1544" actId="1076"/>
          <ac:spMkLst>
            <pc:docMk/>
            <pc:sldMk cId="2691649282" sldId="448"/>
            <ac:spMk id="2" creationId="{F8109104-9626-FA1C-7587-4C3A7CC987CB}"/>
          </ac:spMkLst>
        </pc:spChg>
        <pc:spChg chg="mod">
          <ac:chgData name="Fei Zheng" userId="d19317889db4c986" providerId="LiveId" clId="{B0836957-1F9A-8A49-BAF9-2E635B92CB2C}" dt="2023-05-15T14:38:06.067" v="1486" actId="20577"/>
          <ac:spMkLst>
            <pc:docMk/>
            <pc:sldMk cId="2691649282" sldId="448"/>
            <ac:spMk id="3" creationId="{50C2F5D3-CF45-4CAC-83D7-C4EC4E5F5B5F}"/>
          </ac:spMkLst>
        </pc:spChg>
        <pc:spChg chg="mod">
          <ac:chgData name="Fei Zheng" userId="d19317889db4c986" providerId="LiveId" clId="{B0836957-1F9A-8A49-BAF9-2E635B92CB2C}" dt="2023-05-15T14:23:58.898" v="1375" actId="20577"/>
          <ac:spMkLst>
            <pc:docMk/>
            <pc:sldMk cId="2691649282" sldId="448"/>
            <ac:spMk id="4" creationId="{366280CF-7A6F-B0FA-A572-A50327AE8D3E}"/>
          </ac:spMkLst>
        </pc:spChg>
      </pc:sldChg>
      <pc:sldChg chg="modSp mod">
        <pc:chgData name="Fei Zheng" userId="d19317889db4c986" providerId="LiveId" clId="{B0836957-1F9A-8A49-BAF9-2E635B92CB2C}" dt="2023-05-15T14:48:53.502" v="1691" actId="1076"/>
        <pc:sldMkLst>
          <pc:docMk/>
          <pc:sldMk cId="633461253" sldId="449"/>
        </pc:sldMkLst>
        <pc:spChg chg="mod">
          <ac:chgData name="Fei Zheng" userId="d19317889db4c986" providerId="LiveId" clId="{B0836957-1F9A-8A49-BAF9-2E635B92CB2C}" dt="2023-05-15T14:48:44.752" v="1690"/>
          <ac:spMkLst>
            <pc:docMk/>
            <pc:sldMk cId="633461253" sldId="449"/>
            <ac:spMk id="3" creationId="{96B96CB4-664E-1DD0-2035-F33E58C16220}"/>
          </ac:spMkLst>
        </pc:spChg>
        <pc:spChg chg="mod">
          <ac:chgData name="Fei Zheng" userId="d19317889db4c986" providerId="LiveId" clId="{B0836957-1F9A-8A49-BAF9-2E635B92CB2C}" dt="2023-05-15T14:48:53.502" v="1691" actId="1076"/>
          <ac:spMkLst>
            <pc:docMk/>
            <pc:sldMk cId="633461253" sldId="449"/>
            <ac:spMk id="4" creationId="{541F518A-0F4C-A6A6-BAD2-3C6D549B65FF}"/>
          </ac:spMkLst>
        </pc:spChg>
      </pc:sldChg>
      <pc:sldChg chg="modSp mod">
        <pc:chgData name="Fei Zheng" userId="d19317889db4c986" providerId="LiveId" clId="{B0836957-1F9A-8A49-BAF9-2E635B92CB2C}" dt="2023-05-15T14:56:10.570" v="1729" actId="114"/>
        <pc:sldMkLst>
          <pc:docMk/>
          <pc:sldMk cId="1146919773" sldId="451"/>
        </pc:sldMkLst>
        <pc:spChg chg="mod">
          <ac:chgData name="Fei Zheng" userId="d19317889db4c986" providerId="LiveId" clId="{B0836957-1F9A-8A49-BAF9-2E635B92CB2C}" dt="2023-05-15T14:56:10.570" v="1729" actId="114"/>
          <ac:spMkLst>
            <pc:docMk/>
            <pc:sldMk cId="1146919773" sldId="451"/>
            <ac:spMk id="4" creationId="{3D55AD60-2BBC-428B-25C5-32ADEF12EF36}"/>
          </ac:spMkLst>
        </pc:spChg>
      </pc:sldChg>
      <pc:sldChg chg="modSp mod">
        <pc:chgData name="Fei Zheng" userId="d19317889db4c986" providerId="LiveId" clId="{B0836957-1F9A-8A49-BAF9-2E635B92CB2C}" dt="2023-05-15T15:03:04.540" v="1818" actId="20577"/>
        <pc:sldMkLst>
          <pc:docMk/>
          <pc:sldMk cId="2154708253" sldId="452"/>
        </pc:sldMkLst>
        <pc:spChg chg="mod">
          <ac:chgData name="Fei Zheng" userId="d19317889db4c986" providerId="LiveId" clId="{B0836957-1F9A-8A49-BAF9-2E635B92CB2C}" dt="2023-05-15T15:03:04.540" v="1818" actId="20577"/>
          <ac:spMkLst>
            <pc:docMk/>
            <pc:sldMk cId="2154708253" sldId="452"/>
            <ac:spMk id="4" creationId="{AB973315-5E4F-4E56-E0C7-FB2B99A4F3A8}"/>
          </ac:spMkLst>
        </pc:spChg>
      </pc:sldChg>
      <pc:sldChg chg="modSp mod">
        <pc:chgData name="Fei Zheng" userId="d19317889db4c986" providerId="LiveId" clId="{B0836957-1F9A-8A49-BAF9-2E635B92CB2C}" dt="2023-05-15T15:18:55.540" v="1862"/>
        <pc:sldMkLst>
          <pc:docMk/>
          <pc:sldMk cId="2350342937" sldId="453"/>
        </pc:sldMkLst>
        <pc:spChg chg="mod">
          <ac:chgData name="Fei Zheng" userId="d19317889db4c986" providerId="LiveId" clId="{B0836957-1F9A-8A49-BAF9-2E635B92CB2C}" dt="2023-05-15T15:18:55.540" v="1862"/>
          <ac:spMkLst>
            <pc:docMk/>
            <pc:sldMk cId="2350342937" sldId="453"/>
            <ac:spMk id="3" creationId="{134E5D6F-4039-1166-CACD-52EA0B71108B}"/>
          </ac:spMkLst>
        </pc:spChg>
      </pc:sldChg>
      <pc:sldChg chg="modSp mod modAnim">
        <pc:chgData name="Fei Zheng" userId="d19317889db4c986" providerId="LiveId" clId="{B0836957-1F9A-8A49-BAF9-2E635B92CB2C}" dt="2023-05-15T15:06:41.451" v="1830"/>
        <pc:sldMkLst>
          <pc:docMk/>
          <pc:sldMk cId="2984786761" sldId="454"/>
        </pc:sldMkLst>
        <pc:spChg chg="mod">
          <ac:chgData name="Fei Zheng" userId="d19317889db4c986" providerId="LiveId" clId="{B0836957-1F9A-8A49-BAF9-2E635B92CB2C}" dt="2023-05-15T15:06:26.619" v="1829" actId="207"/>
          <ac:spMkLst>
            <pc:docMk/>
            <pc:sldMk cId="2984786761" sldId="454"/>
            <ac:spMk id="3" creationId="{134E5D6F-4039-1166-CACD-52EA0B71108B}"/>
          </ac:spMkLst>
        </pc:spChg>
      </pc:sldChg>
      <pc:sldChg chg="del">
        <pc:chgData name="Fei Zheng" userId="d19317889db4c986" providerId="LiveId" clId="{B0836957-1F9A-8A49-BAF9-2E635B92CB2C}" dt="2023-05-15T15:04:34.864" v="1820" actId="2696"/>
        <pc:sldMkLst>
          <pc:docMk/>
          <pc:sldMk cId="898951025" sldId="455"/>
        </pc:sldMkLst>
      </pc:sldChg>
      <pc:sldChg chg="modSp add mod">
        <pc:chgData name="Fei Zheng" userId="d19317889db4c986" providerId="LiveId" clId="{B0836957-1F9A-8A49-BAF9-2E635B92CB2C}" dt="2023-05-15T15:22:41.059" v="1891" actId="2711"/>
        <pc:sldMkLst>
          <pc:docMk/>
          <pc:sldMk cId="2778035732" sldId="455"/>
        </pc:sldMkLst>
        <pc:spChg chg="mod">
          <ac:chgData name="Fei Zheng" userId="d19317889db4c986" providerId="LiveId" clId="{B0836957-1F9A-8A49-BAF9-2E635B92CB2C}" dt="2023-05-15T15:22:41.059" v="1891" actId="2711"/>
          <ac:spMkLst>
            <pc:docMk/>
            <pc:sldMk cId="2778035732" sldId="455"/>
            <ac:spMk id="4" creationId="{3A125DFB-597D-EA17-F628-6E5F36C4DBC1}"/>
          </ac:spMkLst>
        </pc:spChg>
      </pc:sldChg>
      <pc:sldChg chg="modSp mod">
        <pc:chgData name="Fei Zheng" userId="d19317889db4c986" providerId="LiveId" clId="{B0836957-1F9A-8A49-BAF9-2E635B92CB2C}" dt="2023-05-15T14:46:10.840" v="1637" actId="20577"/>
        <pc:sldMkLst>
          <pc:docMk/>
          <pc:sldMk cId="1657241544" sldId="459"/>
        </pc:sldMkLst>
        <pc:spChg chg="mod">
          <ac:chgData name="Fei Zheng" userId="d19317889db4c986" providerId="LiveId" clId="{B0836957-1F9A-8A49-BAF9-2E635B92CB2C}" dt="2023-05-15T14:24:07.506" v="1377" actId="20577"/>
          <ac:spMkLst>
            <pc:docMk/>
            <pc:sldMk cId="1657241544" sldId="459"/>
            <ac:spMk id="3" creationId="{0EBABAA2-2C30-D236-8938-53FEDA18BFE4}"/>
          </ac:spMkLst>
        </pc:spChg>
        <pc:spChg chg="mod">
          <ac:chgData name="Fei Zheng" userId="d19317889db4c986" providerId="LiveId" clId="{B0836957-1F9A-8A49-BAF9-2E635B92CB2C}" dt="2023-05-15T14:46:10.840" v="1637" actId="20577"/>
          <ac:spMkLst>
            <pc:docMk/>
            <pc:sldMk cId="1657241544" sldId="459"/>
            <ac:spMk id="4" creationId="{541F518A-0F4C-A6A6-BAD2-3C6D549B65FF}"/>
          </ac:spMkLst>
        </pc:spChg>
      </pc:sldChg>
      <pc:sldChg chg="modSp mod">
        <pc:chgData name="Fei Zheng" userId="d19317889db4c986" providerId="LiveId" clId="{B0836957-1F9A-8A49-BAF9-2E635B92CB2C}" dt="2023-05-15T15:02:02.226" v="1800" actId="20577"/>
        <pc:sldMkLst>
          <pc:docMk/>
          <pc:sldMk cId="2922804884" sldId="461"/>
        </pc:sldMkLst>
        <pc:spChg chg="mod">
          <ac:chgData name="Fei Zheng" userId="d19317889db4c986" providerId="LiveId" clId="{B0836957-1F9A-8A49-BAF9-2E635B92CB2C}" dt="2023-05-15T15:02:02.226" v="1800" actId="20577"/>
          <ac:spMkLst>
            <pc:docMk/>
            <pc:sldMk cId="2922804884" sldId="461"/>
            <ac:spMk id="4" creationId="{AB973315-5E4F-4E56-E0C7-FB2B99A4F3A8}"/>
          </ac:spMkLst>
        </pc:spChg>
      </pc:sldChg>
      <pc:sldChg chg="modSp mod">
        <pc:chgData name="Fei Zheng" userId="d19317889db4c986" providerId="LiveId" clId="{B0836957-1F9A-8A49-BAF9-2E635B92CB2C}" dt="2023-05-15T15:04:00.963" v="1819" actId="1076"/>
        <pc:sldMkLst>
          <pc:docMk/>
          <pc:sldMk cId="4124036605" sldId="462"/>
        </pc:sldMkLst>
        <pc:spChg chg="mod">
          <ac:chgData name="Fei Zheng" userId="d19317889db4c986" providerId="LiveId" clId="{B0836957-1F9A-8A49-BAF9-2E635B92CB2C}" dt="2023-05-15T15:04:00.963" v="1819" actId="1076"/>
          <ac:spMkLst>
            <pc:docMk/>
            <pc:sldMk cId="4124036605" sldId="462"/>
            <ac:spMk id="7" creationId="{02AD95F3-BB18-CF73-95AF-FD2F58C1B2F0}"/>
          </ac:spMkLst>
        </pc:spChg>
      </pc:sldChg>
      <pc:sldChg chg="modSp">
        <pc:chgData name="Fei Zheng" userId="d19317889db4c986" providerId="LiveId" clId="{B0836957-1F9A-8A49-BAF9-2E635B92CB2C}" dt="2023-05-15T15:20:06.963" v="1870" actId="20577"/>
        <pc:sldMkLst>
          <pc:docMk/>
          <pc:sldMk cId="901248136" sldId="464"/>
        </pc:sldMkLst>
        <pc:spChg chg="mod">
          <ac:chgData name="Fei Zheng" userId="d19317889db4c986" providerId="LiveId" clId="{B0836957-1F9A-8A49-BAF9-2E635B92CB2C}" dt="2023-05-15T15:20:06.963" v="1870" actId="20577"/>
          <ac:spMkLst>
            <pc:docMk/>
            <pc:sldMk cId="901248136" sldId="464"/>
            <ac:spMk id="5" creationId="{BD65C7C2-3A95-6EBF-5B38-25F9617D0D93}"/>
          </ac:spMkLst>
        </pc:spChg>
      </pc:sldChg>
      <pc:sldChg chg="modSp">
        <pc:chgData name="Fei Zheng" userId="d19317889db4c986" providerId="LiveId" clId="{B0836957-1F9A-8A49-BAF9-2E635B92CB2C}" dt="2023-05-15T15:20:42.245" v="1872"/>
        <pc:sldMkLst>
          <pc:docMk/>
          <pc:sldMk cId="2651898088" sldId="465"/>
        </pc:sldMkLst>
        <pc:spChg chg="mod">
          <ac:chgData name="Fei Zheng" userId="d19317889db4c986" providerId="LiveId" clId="{B0836957-1F9A-8A49-BAF9-2E635B92CB2C}" dt="2023-05-15T15:20:42.245" v="1872"/>
          <ac:spMkLst>
            <pc:docMk/>
            <pc:sldMk cId="2651898088" sldId="465"/>
            <ac:spMk id="3" creationId="{134E5D6F-4039-1166-CACD-52EA0B71108B}"/>
          </ac:spMkLst>
        </pc:spChg>
      </pc:sldChg>
      <pc:sldChg chg="addSp modSp mod">
        <pc:chgData name="Fei Zheng" userId="d19317889db4c986" providerId="LiveId" clId="{B0836957-1F9A-8A49-BAF9-2E635B92CB2C}" dt="2023-05-15T15:22:05.502" v="1890" actId="20577"/>
        <pc:sldMkLst>
          <pc:docMk/>
          <pc:sldMk cId="676291613" sldId="466"/>
        </pc:sldMkLst>
        <pc:spChg chg="add mod">
          <ac:chgData name="Fei Zheng" userId="d19317889db4c986" providerId="LiveId" clId="{B0836957-1F9A-8A49-BAF9-2E635B92CB2C}" dt="2023-05-15T09:15:47.253" v="127" actId="767"/>
          <ac:spMkLst>
            <pc:docMk/>
            <pc:sldMk cId="676291613" sldId="466"/>
            <ac:spMk id="2" creationId="{7CA353C6-5F27-28AA-29C0-33F40E154A78}"/>
          </ac:spMkLst>
        </pc:spChg>
        <pc:spChg chg="mod">
          <ac:chgData name="Fei Zheng" userId="d19317889db4c986" providerId="LiveId" clId="{B0836957-1F9A-8A49-BAF9-2E635B92CB2C}" dt="2023-05-15T15:22:05.502" v="1890" actId="20577"/>
          <ac:spMkLst>
            <pc:docMk/>
            <pc:sldMk cId="676291613" sldId="466"/>
            <ac:spMk id="4" creationId="{9C64349D-72D7-D272-4637-D26F9BEA881B}"/>
          </ac:spMkLst>
        </pc:spChg>
      </pc:sldChg>
      <pc:sldChg chg="modSp mod">
        <pc:chgData name="Fei Zheng" userId="d19317889db4c986" providerId="LiveId" clId="{B0836957-1F9A-8A49-BAF9-2E635B92CB2C}" dt="2023-05-15T14:42:05.476" v="1575" actId="20577"/>
        <pc:sldMkLst>
          <pc:docMk/>
          <pc:sldMk cId="1925769522" sldId="467"/>
        </pc:sldMkLst>
        <pc:spChg chg="mod">
          <ac:chgData name="Fei Zheng" userId="d19317889db4c986" providerId="LiveId" clId="{B0836957-1F9A-8A49-BAF9-2E635B92CB2C}" dt="2023-05-15T14:42:05.476" v="1575" actId="20577"/>
          <ac:spMkLst>
            <pc:docMk/>
            <pc:sldMk cId="1925769522" sldId="467"/>
            <ac:spMk id="3" creationId="{50C2F5D3-CF45-4CAC-83D7-C4EC4E5F5B5F}"/>
          </ac:spMkLst>
        </pc:spChg>
        <pc:spChg chg="mod">
          <ac:chgData name="Fei Zheng" userId="d19317889db4c986" providerId="LiveId" clId="{B0836957-1F9A-8A49-BAF9-2E635B92CB2C}" dt="2023-05-15T14:24:02.593" v="1376" actId="20577"/>
          <ac:spMkLst>
            <pc:docMk/>
            <pc:sldMk cId="1925769522" sldId="467"/>
            <ac:spMk id="4" creationId="{366280CF-7A6F-B0FA-A572-A50327AE8D3E}"/>
          </ac:spMkLst>
        </pc:spChg>
      </pc:sldChg>
      <pc:sldChg chg="addSp delSp modSp new mod modAnim">
        <pc:chgData name="Fei Zheng" userId="d19317889db4c986" providerId="LiveId" clId="{B0836957-1F9A-8A49-BAF9-2E635B92CB2C}" dt="2023-05-15T14:23:31.250" v="1371" actId="20577"/>
        <pc:sldMkLst>
          <pc:docMk/>
          <pc:sldMk cId="4068467369" sldId="468"/>
        </pc:sldMkLst>
        <pc:spChg chg="add mod">
          <ac:chgData name="Fei Zheng" userId="d19317889db4c986" providerId="LiveId" clId="{B0836957-1F9A-8A49-BAF9-2E635B92CB2C}" dt="2023-05-15T14:23:06.614" v="1365" actId="2085"/>
          <ac:spMkLst>
            <pc:docMk/>
            <pc:sldMk cId="4068467369" sldId="468"/>
            <ac:spMk id="2" creationId="{186A746C-5FD1-52AE-33E0-00382F9DC23B}"/>
          </ac:spMkLst>
        </pc:spChg>
        <pc:spChg chg="del">
          <ac:chgData name="Fei Zheng" userId="d19317889db4c986" providerId="LiveId" clId="{B0836957-1F9A-8A49-BAF9-2E635B92CB2C}" dt="2023-05-15T09:11:54.121" v="25" actId="478"/>
          <ac:spMkLst>
            <pc:docMk/>
            <pc:sldMk cId="4068467369" sldId="468"/>
            <ac:spMk id="2" creationId="{C934E1A0-96AF-C645-1541-467756580996}"/>
          </ac:spMkLst>
        </pc:spChg>
        <pc:spChg chg="mod">
          <ac:chgData name="Fei Zheng" userId="d19317889db4c986" providerId="LiveId" clId="{B0836957-1F9A-8A49-BAF9-2E635B92CB2C}" dt="2023-05-15T14:22:58.645" v="1363" actId="207"/>
          <ac:spMkLst>
            <pc:docMk/>
            <pc:sldMk cId="4068467369" sldId="468"/>
            <ac:spMk id="3" creationId="{5BFCABBC-D347-AFD3-67AC-A173FD668FCC}"/>
          </ac:spMkLst>
        </pc:spChg>
        <pc:spChg chg="add mod">
          <ac:chgData name="Fei Zheng" userId="d19317889db4c986" providerId="LiveId" clId="{B0836957-1F9A-8A49-BAF9-2E635B92CB2C}" dt="2023-05-15T09:14:19.424" v="77" actId="20577"/>
          <ac:spMkLst>
            <pc:docMk/>
            <pc:sldMk cId="4068467369" sldId="468"/>
            <ac:spMk id="4" creationId="{E399A895-0FBE-7BF9-2B4C-A43B11867968}"/>
          </ac:spMkLst>
        </pc:spChg>
        <pc:spChg chg="add mod">
          <ac:chgData name="Fei Zheng" userId="d19317889db4c986" providerId="LiveId" clId="{B0836957-1F9A-8A49-BAF9-2E635B92CB2C}" dt="2023-05-15T14:23:31.250" v="1371" actId="20577"/>
          <ac:spMkLst>
            <pc:docMk/>
            <pc:sldMk cId="4068467369" sldId="468"/>
            <ac:spMk id="5" creationId="{C4774D80-C20A-6E53-3076-CB725963E093}"/>
          </ac:spMkLst>
        </pc:spChg>
      </pc:sldChg>
      <pc:sldChg chg="addSp delSp modSp new mod modAnim">
        <pc:chgData name="Fei Zheng" userId="d19317889db4c986" providerId="LiveId" clId="{B0836957-1F9A-8A49-BAF9-2E635B92CB2C}" dt="2023-05-15T14:12:29.422" v="1164" actId="1036"/>
        <pc:sldMkLst>
          <pc:docMk/>
          <pc:sldMk cId="724580441" sldId="469"/>
        </pc:sldMkLst>
        <pc:spChg chg="add mod">
          <ac:chgData name="Fei Zheng" userId="d19317889db4c986" providerId="LiveId" clId="{B0836957-1F9A-8A49-BAF9-2E635B92CB2C}" dt="2023-05-15T14:10:13.232" v="1127" actId="1076"/>
          <ac:spMkLst>
            <pc:docMk/>
            <pc:sldMk cId="724580441" sldId="469"/>
            <ac:spMk id="2" creationId="{0E04F0EB-2FF5-ED9A-4EF5-BA699E45A685}"/>
          </ac:spMkLst>
        </pc:spChg>
        <pc:spChg chg="del">
          <ac:chgData name="Fei Zheng" userId="d19317889db4c986" providerId="LiveId" clId="{B0836957-1F9A-8A49-BAF9-2E635B92CB2C}" dt="2023-05-15T09:12:13.669" v="30" actId="478"/>
          <ac:spMkLst>
            <pc:docMk/>
            <pc:sldMk cId="724580441" sldId="469"/>
            <ac:spMk id="2" creationId="{4DBF4B55-6C1B-0F5F-FD5C-6AF83DC8E0E7}"/>
          </ac:spMkLst>
        </pc:spChg>
        <pc:spChg chg="del">
          <ac:chgData name="Fei Zheng" userId="d19317889db4c986" providerId="LiveId" clId="{B0836957-1F9A-8A49-BAF9-2E635B92CB2C}" dt="2023-05-15T09:12:12.071" v="29" actId="478"/>
          <ac:spMkLst>
            <pc:docMk/>
            <pc:sldMk cId="724580441" sldId="469"/>
            <ac:spMk id="3" creationId="{E464F9A5-ABE2-698E-F6F8-2EECD086A9F1}"/>
          </ac:spMkLst>
        </pc:spChg>
        <pc:spChg chg="add del mod">
          <ac:chgData name="Fei Zheng" userId="d19317889db4c986" providerId="LiveId" clId="{B0836957-1F9A-8A49-BAF9-2E635B92CB2C}" dt="2023-05-15T11:21:35.944" v="785" actId="478"/>
          <ac:spMkLst>
            <pc:docMk/>
            <pc:sldMk cId="724580441" sldId="469"/>
            <ac:spMk id="4" creationId="{3C23199C-4793-C371-2144-6472D9E4E949}"/>
          </ac:spMkLst>
        </pc:spChg>
        <pc:spChg chg="add mod">
          <ac:chgData name="Fei Zheng" userId="d19317889db4c986" providerId="LiveId" clId="{B0836957-1F9A-8A49-BAF9-2E635B92CB2C}" dt="2023-05-15T14:12:29.422" v="1164" actId="1036"/>
          <ac:spMkLst>
            <pc:docMk/>
            <pc:sldMk cId="724580441" sldId="469"/>
            <ac:spMk id="5" creationId="{37896E2B-5A0C-D17A-4CC8-1A7C9F096491}"/>
          </ac:spMkLst>
        </pc:spChg>
        <pc:spChg chg="add mod">
          <ac:chgData name="Fei Zheng" userId="d19317889db4c986" providerId="LiveId" clId="{B0836957-1F9A-8A49-BAF9-2E635B92CB2C}" dt="2023-05-15T14:12:29.422" v="1164" actId="1036"/>
          <ac:spMkLst>
            <pc:docMk/>
            <pc:sldMk cId="724580441" sldId="469"/>
            <ac:spMk id="6" creationId="{AA7398C0-53DF-6CAB-EC96-8FDF05261B51}"/>
          </ac:spMkLst>
        </pc:spChg>
        <pc:spChg chg="add mod">
          <ac:chgData name="Fei Zheng" userId="d19317889db4c986" providerId="LiveId" clId="{B0836957-1F9A-8A49-BAF9-2E635B92CB2C}" dt="2023-05-15T14:12:29.422" v="1164" actId="1036"/>
          <ac:spMkLst>
            <pc:docMk/>
            <pc:sldMk cId="724580441" sldId="469"/>
            <ac:spMk id="7" creationId="{539E23E8-E09E-18BA-E92B-4F62F25787F1}"/>
          </ac:spMkLst>
        </pc:spChg>
        <pc:spChg chg="add mod">
          <ac:chgData name="Fei Zheng" userId="d19317889db4c986" providerId="LiveId" clId="{B0836957-1F9A-8A49-BAF9-2E635B92CB2C}" dt="2023-05-15T14:12:29.422" v="1164" actId="1036"/>
          <ac:spMkLst>
            <pc:docMk/>
            <pc:sldMk cId="724580441" sldId="469"/>
            <ac:spMk id="8" creationId="{9E6A1E6D-C472-3FFF-242A-0C2B11F76ED7}"/>
          </ac:spMkLst>
        </pc:spChg>
        <pc:spChg chg="add mod">
          <ac:chgData name="Fei Zheng" userId="d19317889db4c986" providerId="LiveId" clId="{B0836957-1F9A-8A49-BAF9-2E635B92CB2C}" dt="2023-05-15T14:12:29.422" v="1164" actId="1036"/>
          <ac:spMkLst>
            <pc:docMk/>
            <pc:sldMk cId="724580441" sldId="469"/>
            <ac:spMk id="9" creationId="{E327F789-5E72-4C74-10F0-2BD4954319CE}"/>
          </ac:spMkLst>
        </pc:spChg>
        <pc:spChg chg="add mod">
          <ac:chgData name="Fei Zheng" userId="d19317889db4c986" providerId="LiveId" clId="{B0836957-1F9A-8A49-BAF9-2E635B92CB2C}" dt="2023-05-15T14:12:29.422" v="1164" actId="1036"/>
          <ac:spMkLst>
            <pc:docMk/>
            <pc:sldMk cId="724580441" sldId="469"/>
            <ac:spMk id="10" creationId="{8AD5FF3B-6695-412D-B736-0F886B2FF5C8}"/>
          </ac:spMkLst>
        </pc:spChg>
        <pc:spChg chg="add mod">
          <ac:chgData name="Fei Zheng" userId="d19317889db4c986" providerId="LiveId" clId="{B0836957-1F9A-8A49-BAF9-2E635B92CB2C}" dt="2023-05-15T14:12:29.422" v="1164" actId="1036"/>
          <ac:spMkLst>
            <pc:docMk/>
            <pc:sldMk cId="724580441" sldId="469"/>
            <ac:spMk id="11" creationId="{7BB7F2B6-C34C-A095-A07E-3F4B807FCD8F}"/>
          </ac:spMkLst>
        </pc:spChg>
        <pc:spChg chg="add mod">
          <ac:chgData name="Fei Zheng" userId="d19317889db4c986" providerId="LiveId" clId="{B0836957-1F9A-8A49-BAF9-2E635B92CB2C}" dt="2023-05-15T14:12:29.422" v="1164" actId="1036"/>
          <ac:spMkLst>
            <pc:docMk/>
            <pc:sldMk cId="724580441" sldId="469"/>
            <ac:spMk id="12" creationId="{E6B94058-9DE4-E8A0-E5BE-364EB21BB492}"/>
          </ac:spMkLst>
        </pc:spChg>
        <pc:spChg chg="add mod">
          <ac:chgData name="Fei Zheng" userId="d19317889db4c986" providerId="LiveId" clId="{B0836957-1F9A-8A49-BAF9-2E635B92CB2C}" dt="2023-05-15T14:12:29.422" v="1164" actId="1036"/>
          <ac:spMkLst>
            <pc:docMk/>
            <pc:sldMk cId="724580441" sldId="469"/>
            <ac:spMk id="13" creationId="{7D77B311-CCC5-E2F8-6F01-F75D446F44B2}"/>
          </ac:spMkLst>
        </pc:spChg>
        <pc:spChg chg="add mod">
          <ac:chgData name="Fei Zheng" userId="d19317889db4c986" providerId="LiveId" clId="{B0836957-1F9A-8A49-BAF9-2E635B92CB2C}" dt="2023-05-15T14:12:29.422" v="1164" actId="1036"/>
          <ac:spMkLst>
            <pc:docMk/>
            <pc:sldMk cId="724580441" sldId="469"/>
            <ac:spMk id="14" creationId="{D426000F-90A1-27B6-3636-8CC97E7ED165}"/>
          </ac:spMkLst>
        </pc:spChg>
        <pc:spChg chg="add mod">
          <ac:chgData name="Fei Zheng" userId="d19317889db4c986" providerId="LiveId" clId="{B0836957-1F9A-8A49-BAF9-2E635B92CB2C}" dt="2023-05-15T14:12:29.422" v="1164" actId="1036"/>
          <ac:spMkLst>
            <pc:docMk/>
            <pc:sldMk cId="724580441" sldId="469"/>
            <ac:spMk id="15" creationId="{89BB5288-35DD-FC82-A64A-6C6FC565E759}"/>
          </ac:spMkLst>
        </pc:spChg>
        <pc:spChg chg="add mod">
          <ac:chgData name="Fei Zheng" userId="d19317889db4c986" providerId="LiveId" clId="{B0836957-1F9A-8A49-BAF9-2E635B92CB2C}" dt="2023-05-15T14:12:29.422" v="1164" actId="1036"/>
          <ac:spMkLst>
            <pc:docMk/>
            <pc:sldMk cId="724580441" sldId="469"/>
            <ac:spMk id="16" creationId="{15F52A25-DA17-5071-F2E5-2F1F8A6A37F2}"/>
          </ac:spMkLst>
        </pc:spChg>
        <pc:spChg chg="add mod">
          <ac:chgData name="Fei Zheng" userId="d19317889db4c986" providerId="LiveId" clId="{B0836957-1F9A-8A49-BAF9-2E635B92CB2C}" dt="2023-05-15T14:12:29.422" v="1164" actId="1036"/>
          <ac:spMkLst>
            <pc:docMk/>
            <pc:sldMk cId="724580441" sldId="469"/>
            <ac:spMk id="17" creationId="{1B912A4A-4409-13E2-8406-4A6E778D2583}"/>
          </ac:spMkLst>
        </pc:spChg>
        <pc:spChg chg="add mod">
          <ac:chgData name="Fei Zheng" userId="d19317889db4c986" providerId="LiveId" clId="{B0836957-1F9A-8A49-BAF9-2E635B92CB2C}" dt="2023-05-15T14:12:29.422" v="1164" actId="1036"/>
          <ac:spMkLst>
            <pc:docMk/>
            <pc:sldMk cId="724580441" sldId="469"/>
            <ac:spMk id="18" creationId="{5A0EC64F-282A-4DF3-56AB-33CC46E3F94D}"/>
          </ac:spMkLst>
        </pc:spChg>
        <pc:spChg chg="add del mod">
          <ac:chgData name="Fei Zheng" userId="d19317889db4c986" providerId="LiveId" clId="{B0836957-1F9A-8A49-BAF9-2E635B92CB2C}" dt="2023-05-15T14:12:18.508" v="1129" actId="478"/>
          <ac:spMkLst>
            <pc:docMk/>
            <pc:sldMk cId="724580441" sldId="469"/>
            <ac:spMk id="19" creationId="{CFA2E37E-CC68-2FFB-FFD4-B248D8BA13E3}"/>
          </ac:spMkLst>
        </pc:spChg>
        <pc:spChg chg="add del mod">
          <ac:chgData name="Fei Zheng" userId="d19317889db4c986" providerId="LiveId" clId="{B0836957-1F9A-8A49-BAF9-2E635B92CB2C}" dt="2023-05-15T14:12:18.508" v="1129" actId="478"/>
          <ac:spMkLst>
            <pc:docMk/>
            <pc:sldMk cId="724580441" sldId="469"/>
            <ac:spMk id="20" creationId="{463B435C-5F27-CF57-C065-A19EBCD3697D}"/>
          </ac:spMkLst>
        </pc:spChg>
        <pc:spChg chg="add del mod">
          <ac:chgData name="Fei Zheng" userId="d19317889db4c986" providerId="LiveId" clId="{B0836957-1F9A-8A49-BAF9-2E635B92CB2C}" dt="2023-05-15T14:12:18.508" v="1129" actId="478"/>
          <ac:spMkLst>
            <pc:docMk/>
            <pc:sldMk cId="724580441" sldId="469"/>
            <ac:spMk id="21" creationId="{E68AF2AE-FED0-EE53-E5E8-D324C8BBBA2C}"/>
          </ac:spMkLst>
        </pc:spChg>
        <pc:spChg chg="add del mod">
          <ac:chgData name="Fei Zheng" userId="d19317889db4c986" providerId="LiveId" clId="{B0836957-1F9A-8A49-BAF9-2E635B92CB2C}" dt="2023-05-15T14:12:18.508" v="1129" actId="478"/>
          <ac:spMkLst>
            <pc:docMk/>
            <pc:sldMk cId="724580441" sldId="469"/>
            <ac:spMk id="22" creationId="{161F2732-4AD0-4E65-8ADA-5C139FD1CBF9}"/>
          </ac:spMkLst>
        </pc:spChg>
        <pc:spChg chg="add del mod">
          <ac:chgData name="Fei Zheng" userId="d19317889db4c986" providerId="LiveId" clId="{B0836957-1F9A-8A49-BAF9-2E635B92CB2C}" dt="2023-05-15T14:12:18.508" v="1129" actId="478"/>
          <ac:spMkLst>
            <pc:docMk/>
            <pc:sldMk cId="724580441" sldId="469"/>
            <ac:spMk id="23" creationId="{6C0C2115-DD60-FD5D-FCB5-0C450924A666}"/>
          </ac:spMkLst>
        </pc:spChg>
        <pc:spChg chg="add del mod">
          <ac:chgData name="Fei Zheng" userId="d19317889db4c986" providerId="LiveId" clId="{B0836957-1F9A-8A49-BAF9-2E635B92CB2C}" dt="2023-05-15T14:12:18.508" v="1129" actId="478"/>
          <ac:spMkLst>
            <pc:docMk/>
            <pc:sldMk cId="724580441" sldId="469"/>
            <ac:spMk id="24" creationId="{FA5E5568-5E63-17AE-6774-ACFA7C2002C3}"/>
          </ac:spMkLst>
        </pc:spChg>
        <pc:spChg chg="add del mod">
          <ac:chgData name="Fei Zheng" userId="d19317889db4c986" providerId="LiveId" clId="{B0836957-1F9A-8A49-BAF9-2E635B92CB2C}" dt="2023-05-15T14:12:18.508" v="1129" actId="478"/>
          <ac:spMkLst>
            <pc:docMk/>
            <pc:sldMk cId="724580441" sldId="469"/>
            <ac:spMk id="25" creationId="{0105EB61-788A-EFEC-2AB2-AD19F74104D3}"/>
          </ac:spMkLst>
        </pc:spChg>
        <pc:spChg chg="add mod">
          <ac:chgData name="Fei Zheng" userId="d19317889db4c986" providerId="LiveId" clId="{B0836957-1F9A-8A49-BAF9-2E635B92CB2C}" dt="2023-05-15T14:08:41.775" v="1112"/>
          <ac:spMkLst>
            <pc:docMk/>
            <pc:sldMk cId="724580441" sldId="469"/>
            <ac:spMk id="26" creationId="{B1E94164-88A8-88F2-4A4C-295FDB350A43}"/>
          </ac:spMkLst>
        </pc:spChg>
        <pc:graphicFrameChg chg="add mod modGraphic">
          <ac:chgData name="Fei Zheng" userId="d19317889db4c986" providerId="LiveId" clId="{B0836957-1F9A-8A49-BAF9-2E635B92CB2C}" dt="2023-05-15T14:12:29.422" v="1164" actId="1036"/>
          <ac:graphicFrameMkLst>
            <pc:docMk/>
            <pc:sldMk cId="724580441" sldId="469"/>
            <ac:graphicFrameMk id="3" creationId="{7C56C434-FAF9-990F-4553-FB398B0D9735}"/>
          </ac:graphicFrameMkLst>
        </pc:graphicFrameChg>
      </pc:sldChg>
      <pc:sldChg chg="addSp delSp modSp add mod">
        <pc:chgData name="Fei Zheng" userId="d19317889db4c986" providerId="LiveId" clId="{B0836957-1F9A-8A49-BAF9-2E635B92CB2C}" dt="2023-05-15T14:05:30.099" v="1092" actId="1076"/>
        <pc:sldMkLst>
          <pc:docMk/>
          <pc:sldMk cId="4963535" sldId="470"/>
        </pc:sldMkLst>
        <pc:spChg chg="del">
          <ac:chgData name="Fei Zheng" userId="d19317889db4c986" providerId="LiveId" clId="{B0836957-1F9A-8A49-BAF9-2E635B92CB2C}" dt="2023-05-15T09:12:26.272" v="32" actId="478"/>
          <ac:spMkLst>
            <pc:docMk/>
            <pc:sldMk cId="4963535" sldId="470"/>
            <ac:spMk id="4" creationId="{E324A49A-AD39-4E04-EA78-8F0CECD556D5}"/>
          </ac:spMkLst>
        </pc:spChg>
        <pc:spChg chg="add del mod">
          <ac:chgData name="Fei Zheng" userId="d19317889db4c986" providerId="LiveId" clId="{B0836957-1F9A-8A49-BAF9-2E635B92CB2C}" dt="2023-05-15T11:15:51.775" v="653" actId="21"/>
          <ac:spMkLst>
            <pc:docMk/>
            <pc:sldMk cId="4963535" sldId="470"/>
            <ac:spMk id="6" creationId="{A467C8FF-5CB4-2ACC-B0AE-565C7B8FCD48}"/>
          </ac:spMkLst>
        </pc:spChg>
        <pc:spChg chg="add mod">
          <ac:chgData name="Fei Zheng" userId="d19317889db4c986" providerId="LiveId" clId="{B0836957-1F9A-8A49-BAF9-2E635B92CB2C}" dt="2023-05-15T14:05:30.099" v="1092" actId="1076"/>
          <ac:spMkLst>
            <pc:docMk/>
            <pc:sldMk cId="4963535" sldId="470"/>
            <ac:spMk id="7" creationId="{F06BD627-02A7-AE0A-FE94-1BAE36F5A365}"/>
          </ac:spMkLst>
        </pc:spChg>
        <pc:graphicFrameChg chg="add del mod">
          <ac:chgData name="Fei Zheng" userId="d19317889db4c986" providerId="LiveId" clId="{B0836957-1F9A-8A49-BAF9-2E635B92CB2C}" dt="2023-05-15T11:12:16.315" v="390"/>
          <ac:graphicFrameMkLst>
            <pc:docMk/>
            <pc:sldMk cId="4963535" sldId="470"/>
            <ac:graphicFrameMk id="4" creationId="{1D575B4B-205A-4D7F-6C2D-2AA30986CEBD}"/>
          </ac:graphicFrameMkLst>
        </pc:graphicFrameChg>
      </pc:sldChg>
      <pc:sldChg chg="addSp modSp add del mod">
        <pc:chgData name="Fei Zheng" userId="d19317889db4c986" providerId="LiveId" clId="{B0836957-1F9A-8A49-BAF9-2E635B92CB2C}" dt="2023-05-15T14:21:44.769" v="1328" actId="2696"/>
        <pc:sldMkLst>
          <pc:docMk/>
          <pc:sldMk cId="794801405" sldId="471"/>
        </pc:sldMkLst>
        <pc:spChg chg="add mod">
          <ac:chgData name="Fei Zheng" userId="d19317889db4c986" providerId="LiveId" clId="{B0836957-1F9A-8A49-BAF9-2E635B92CB2C}" dt="2023-05-15T09:14:10.819" v="75" actId="20577"/>
          <ac:spMkLst>
            <pc:docMk/>
            <pc:sldMk cId="794801405" sldId="471"/>
            <ac:spMk id="2" creationId="{5EC122EA-E2CD-1473-4C6D-745F7BC72463}"/>
          </ac:spMkLst>
        </pc:spChg>
        <pc:spChg chg="mod">
          <ac:chgData name="Fei Zheng" userId="d19317889db4c986" providerId="LiveId" clId="{B0836957-1F9A-8A49-BAF9-2E635B92CB2C}" dt="2023-05-15T09:13:44.178" v="71" actId="20577"/>
          <ac:spMkLst>
            <pc:docMk/>
            <pc:sldMk cId="794801405" sldId="471"/>
            <ac:spMk id="3" creationId="{5BFCABBC-D347-AFD3-67AC-A173FD668FCC}"/>
          </ac:spMkLst>
        </pc:spChg>
      </pc:sldChg>
      <pc:sldChg chg="modSp add del mod">
        <pc:chgData name="Fei Zheng" userId="d19317889db4c986" providerId="LiveId" clId="{B0836957-1F9A-8A49-BAF9-2E635B92CB2C}" dt="2023-05-15T14:22:49.633" v="1362" actId="2696"/>
        <pc:sldMkLst>
          <pc:docMk/>
          <pc:sldMk cId="350687475" sldId="472"/>
        </pc:sldMkLst>
        <pc:spChg chg="mod">
          <ac:chgData name="Fei Zheng" userId="d19317889db4c986" providerId="LiveId" clId="{B0836957-1F9A-8A49-BAF9-2E635B92CB2C}" dt="2023-05-15T09:14:36.119" v="126" actId="20577"/>
          <ac:spMkLst>
            <pc:docMk/>
            <pc:sldMk cId="350687475" sldId="472"/>
            <ac:spMk id="3" creationId="{0EBABAA2-2C30-D236-8938-53FEDA18BFE4}"/>
          </ac:spMkLst>
        </pc:spChg>
      </pc:sldChg>
      <pc:sldChg chg="addSp delSp modSp add mod modAnim">
        <pc:chgData name="Fei Zheng" userId="d19317889db4c986" providerId="LiveId" clId="{B0836957-1F9A-8A49-BAF9-2E635B92CB2C}" dt="2023-05-15T10:53:37.750" v="356" actId="478"/>
        <pc:sldMkLst>
          <pc:docMk/>
          <pc:sldMk cId="3354525234" sldId="473"/>
        </pc:sldMkLst>
        <pc:spChg chg="del">
          <ac:chgData name="Fei Zheng" userId="d19317889db4c986" providerId="LiveId" clId="{B0836957-1F9A-8A49-BAF9-2E635B92CB2C}" dt="2023-05-15T10:53:36.235" v="355" actId="478"/>
          <ac:spMkLst>
            <pc:docMk/>
            <pc:sldMk cId="3354525234" sldId="473"/>
            <ac:spMk id="2" creationId="{0B72DD76-EDC9-920A-253D-089B01A35DE0}"/>
          </ac:spMkLst>
        </pc:spChg>
        <pc:spChg chg="mod">
          <ac:chgData name="Fei Zheng" userId="d19317889db4c986" providerId="LiveId" clId="{B0836957-1F9A-8A49-BAF9-2E635B92CB2C}" dt="2023-05-15T10:51:38.316" v="345" actId="20577"/>
          <ac:spMkLst>
            <pc:docMk/>
            <pc:sldMk cId="3354525234" sldId="473"/>
            <ac:spMk id="3" creationId="{A37EA942-92E5-FBBB-861D-F2A42391FCD0}"/>
          </ac:spMkLst>
        </pc:spChg>
        <pc:spChg chg="add del mod">
          <ac:chgData name="Fei Zheng" userId="d19317889db4c986" providerId="LiveId" clId="{B0836957-1F9A-8A49-BAF9-2E635B92CB2C}" dt="2023-05-15T10:53:37.750" v="356" actId="478"/>
          <ac:spMkLst>
            <pc:docMk/>
            <pc:sldMk cId="3354525234" sldId="473"/>
            <ac:spMk id="5" creationId="{6EB69D2F-0FD4-09AD-A39F-A9FF0484B567}"/>
          </ac:spMkLst>
        </pc:spChg>
      </pc:sldChg>
      <pc:sldChg chg="modSp add del mod">
        <pc:chgData name="Fei Zheng" userId="d19317889db4c986" providerId="LiveId" clId="{B0836957-1F9A-8A49-BAF9-2E635B92CB2C}" dt="2023-05-15T10:53:17.872" v="353" actId="2696"/>
        <pc:sldMkLst>
          <pc:docMk/>
          <pc:sldMk cId="1275873253" sldId="474"/>
        </pc:sldMkLst>
        <pc:spChg chg="mod">
          <ac:chgData name="Fei Zheng" userId="d19317889db4c986" providerId="LiveId" clId="{B0836957-1F9A-8A49-BAF9-2E635B92CB2C}" dt="2023-05-15T10:53:15.464" v="352" actId="20577"/>
          <ac:spMkLst>
            <pc:docMk/>
            <pc:sldMk cId="1275873253" sldId="474"/>
            <ac:spMk id="3" creationId="{A37EA942-92E5-FBBB-861D-F2A42391FCD0}"/>
          </ac:spMkLst>
        </pc:spChg>
      </pc:sldChg>
      <pc:sldChg chg="modSp add del mod">
        <pc:chgData name="Fei Zheng" userId="d19317889db4c986" providerId="LiveId" clId="{B0836957-1F9A-8A49-BAF9-2E635B92CB2C}" dt="2023-05-15T14:18:35.677" v="1294" actId="2696"/>
        <pc:sldMkLst>
          <pc:docMk/>
          <pc:sldMk cId="4016026648" sldId="474"/>
        </pc:sldMkLst>
        <pc:spChg chg="mod">
          <ac:chgData name="Fei Zheng" userId="d19317889db4c986" providerId="LiveId" clId="{B0836957-1F9A-8A49-BAF9-2E635B92CB2C}" dt="2023-05-15T14:18:16.058" v="1288" actId="21"/>
          <ac:spMkLst>
            <pc:docMk/>
            <pc:sldMk cId="4016026648" sldId="474"/>
            <ac:spMk id="3" creationId="{A37EA942-92E5-FBBB-861D-F2A42391FCD0}"/>
          </ac:spMkLst>
        </pc:spChg>
      </pc:sldChg>
      <pc:sldChg chg="addSp delSp modSp add mod ord">
        <pc:chgData name="Fei Zheng" userId="d19317889db4c986" providerId="LiveId" clId="{B0836957-1F9A-8A49-BAF9-2E635B92CB2C}" dt="2023-05-15T10:59:46.002" v="388" actId="20578"/>
        <pc:sldMkLst>
          <pc:docMk/>
          <pc:sldMk cId="2371136608" sldId="475"/>
        </pc:sldMkLst>
        <pc:spChg chg="mod">
          <ac:chgData name="Fei Zheng" userId="d19317889db4c986" providerId="LiveId" clId="{B0836957-1F9A-8A49-BAF9-2E635B92CB2C}" dt="2023-05-15T10:58:10.125" v="370" actId="14100"/>
          <ac:spMkLst>
            <pc:docMk/>
            <pc:sldMk cId="2371136608" sldId="475"/>
            <ac:spMk id="3" creationId="{A37EA942-92E5-FBBB-861D-F2A42391FCD0}"/>
          </ac:spMkLst>
        </pc:spChg>
        <pc:spChg chg="del">
          <ac:chgData name="Fei Zheng" userId="d19317889db4c986" providerId="LiveId" clId="{B0836957-1F9A-8A49-BAF9-2E635B92CB2C}" dt="2023-05-15T10:55:17.532" v="361" actId="478"/>
          <ac:spMkLst>
            <pc:docMk/>
            <pc:sldMk cId="2371136608" sldId="475"/>
            <ac:spMk id="4" creationId="{E324A49A-AD39-4E04-EA78-8F0CECD556D5}"/>
          </ac:spMkLst>
        </pc:spChg>
        <pc:spChg chg="add del mod">
          <ac:chgData name="Fei Zheng" userId="d19317889db4c986" providerId="LiveId" clId="{B0836957-1F9A-8A49-BAF9-2E635B92CB2C}" dt="2023-05-15T10:58:01.679" v="367" actId="478"/>
          <ac:spMkLst>
            <pc:docMk/>
            <pc:sldMk cId="2371136608" sldId="475"/>
            <ac:spMk id="6" creationId="{3A301D1D-44BA-2461-108A-A4A7352F6FEA}"/>
          </ac:spMkLst>
        </pc:spChg>
        <pc:spChg chg="add mod">
          <ac:chgData name="Fei Zheng" userId="d19317889db4c986" providerId="LiveId" clId="{B0836957-1F9A-8A49-BAF9-2E635B92CB2C}" dt="2023-05-15T10:59:36.986" v="387" actId="113"/>
          <ac:spMkLst>
            <pc:docMk/>
            <pc:sldMk cId="2371136608" sldId="475"/>
            <ac:spMk id="8" creationId="{2E0589A4-C89F-AA36-ADC7-75092D9EF546}"/>
          </ac:spMkLst>
        </pc:spChg>
        <pc:picChg chg="add mod">
          <ac:chgData name="Fei Zheng" userId="d19317889db4c986" providerId="LiveId" clId="{B0836957-1F9A-8A49-BAF9-2E635B92CB2C}" dt="2023-05-15T10:58:19.956" v="372" actId="1076"/>
          <ac:picMkLst>
            <pc:docMk/>
            <pc:sldMk cId="2371136608" sldId="475"/>
            <ac:picMk id="1026" creationId="{9BB90E9D-B83A-C010-91C3-7E0689728B77}"/>
          </ac:picMkLst>
        </pc:picChg>
      </pc:sldChg>
      <pc:sldChg chg="modSp add mod">
        <pc:chgData name="Fei Zheng" userId="d19317889db4c986" providerId="LiveId" clId="{B0836957-1F9A-8A49-BAF9-2E635B92CB2C}" dt="2023-05-15T14:15:39.561" v="1287" actId="1036"/>
        <pc:sldMkLst>
          <pc:docMk/>
          <pc:sldMk cId="1360843905" sldId="476"/>
        </pc:sldMkLst>
        <pc:spChg chg="mod">
          <ac:chgData name="Fei Zheng" userId="d19317889db4c986" providerId="LiveId" clId="{B0836957-1F9A-8A49-BAF9-2E635B92CB2C}" dt="2023-05-15T14:15:39.561" v="1287" actId="1036"/>
          <ac:spMkLst>
            <pc:docMk/>
            <pc:sldMk cId="1360843905" sldId="476"/>
            <ac:spMk id="7" creationId="{269321FE-F2BD-FF0B-6CCC-9E288EB0F941}"/>
          </ac:spMkLst>
        </pc:spChg>
      </pc:sldChg>
      <pc:sldChg chg="addSp modSp add mod modAnim">
        <pc:chgData name="Fei Zheng" userId="d19317889db4c986" providerId="LiveId" clId="{B0836957-1F9A-8A49-BAF9-2E635B92CB2C}" dt="2023-05-15T14:42:37.422" v="1577" actId="20577"/>
        <pc:sldMkLst>
          <pc:docMk/>
          <pc:sldMk cId="1254571451" sldId="477"/>
        </pc:sldMkLst>
        <pc:spChg chg="mod">
          <ac:chgData name="Fei Zheng" userId="d19317889db4c986" providerId="LiveId" clId="{B0836957-1F9A-8A49-BAF9-2E635B92CB2C}" dt="2023-05-15T14:42:37.422" v="1577" actId="20577"/>
          <ac:spMkLst>
            <pc:docMk/>
            <pc:sldMk cId="1254571451" sldId="477"/>
            <ac:spMk id="3" creationId="{5BFCABBC-D347-AFD3-67AC-A173FD668FCC}"/>
          </ac:spMkLst>
        </pc:spChg>
        <pc:spChg chg="mod">
          <ac:chgData name="Fei Zheng" userId="d19317889db4c986" providerId="LiveId" clId="{B0836957-1F9A-8A49-BAF9-2E635B92CB2C}" dt="2023-05-15T14:36:17.424" v="1478" actId="20577"/>
          <ac:spMkLst>
            <pc:docMk/>
            <pc:sldMk cId="1254571451" sldId="477"/>
            <ac:spMk id="5" creationId="{C4774D80-C20A-6E53-3076-CB725963E093}"/>
          </ac:spMkLst>
        </pc:spChg>
        <pc:spChg chg="add mod">
          <ac:chgData name="Fei Zheng" userId="d19317889db4c986" providerId="LiveId" clId="{B0836957-1F9A-8A49-BAF9-2E635B92CB2C}" dt="2023-05-15T14:37:32.533" v="1484"/>
          <ac:spMkLst>
            <pc:docMk/>
            <pc:sldMk cId="1254571451" sldId="477"/>
            <ac:spMk id="7" creationId="{292D5ACF-0112-C1EF-2314-C6A7E930B30D}"/>
          </ac:spMkLst>
        </pc:spChg>
      </pc:sldChg>
      <pc:sldChg chg="modSp add">
        <pc:chgData name="Fei Zheng" userId="d19317889db4c986" providerId="LiveId" clId="{B0836957-1F9A-8A49-BAF9-2E635B92CB2C}" dt="2023-05-15T14:39:28.729" v="1548"/>
        <pc:sldMkLst>
          <pc:docMk/>
          <pc:sldMk cId="3354975875" sldId="478"/>
        </pc:sldMkLst>
        <pc:spChg chg="mod">
          <ac:chgData name="Fei Zheng" userId="d19317889db4c986" providerId="LiveId" clId="{B0836957-1F9A-8A49-BAF9-2E635B92CB2C}" dt="2023-05-15T14:39:28.729" v="1548"/>
          <ac:spMkLst>
            <pc:docMk/>
            <pc:sldMk cId="3354975875" sldId="478"/>
            <ac:spMk id="3" creationId="{50C2F5D3-CF45-4CAC-83D7-C4EC4E5F5B5F}"/>
          </ac:spMkLst>
        </pc:spChg>
      </pc:sldChg>
      <pc:sldChg chg="addSp delSp modSp new mod">
        <pc:chgData name="Fei Zheng" userId="d19317889db4c986" providerId="LiveId" clId="{B0836957-1F9A-8A49-BAF9-2E635B92CB2C}" dt="2023-05-15T14:45:07.300" v="1608" actId="20577"/>
        <pc:sldMkLst>
          <pc:docMk/>
          <pc:sldMk cId="1802828779" sldId="479"/>
        </pc:sldMkLst>
        <pc:spChg chg="del">
          <ac:chgData name="Fei Zheng" userId="d19317889db4c986" providerId="LiveId" clId="{B0836957-1F9A-8A49-BAF9-2E635B92CB2C}" dt="2023-05-15T14:42:45.554" v="1579" actId="478"/>
          <ac:spMkLst>
            <pc:docMk/>
            <pc:sldMk cId="1802828779" sldId="479"/>
            <ac:spMk id="2" creationId="{9714A109-6941-5192-4AA4-273A03BDCCB4}"/>
          </ac:spMkLst>
        </pc:spChg>
        <pc:spChg chg="del">
          <ac:chgData name="Fei Zheng" userId="d19317889db4c986" providerId="LiveId" clId="{B0836957-1F9A-8A49-BAF9-2E635B92CB2C}" dt="2023-05-15T14:42:47.270" v="1580" actId="478"/>
          <ac:spMkLst>
            <pc:docMk/>
            <pc:sldMk cId="1802828779" sldId="479"/>
            <ac:spMk id="3" creationId="{8EFE2B02-BDAC-9F8D-306B-3A55D6A80D58}"/>
          </ac:spMkLst>
        </pc:spChg>
        <pc:spChg chg="add mod">
          <ac:chgData name="Fei Zheng" userId="d19317889db4c986" providerId="LiveId" clId="{B0836957-1F9A-8A49-BAF9-2E635B92CB2C}" dt="2023-05-15T14:45:07.300" v="1608" actId="20577"/>
          <ac:spMkLst>
            <pc:docMk/>
            <pc:sldMk cId="1802828779" sldId="479"/>
            <ac:spMk id="4" creationId="{320B6063-CA79-8F3A-1C86-F522115DB3BC}"/>
          </ac:spMkLst>
        </pc:spChg>
        <pc:spChg chg="add mod">
          <ac:chgData name="Fei Zheng" userId="d19317889db4c986" providerId="LiveId" clId="{B0836957-1F9A-8A49-BAF9-2E635B92CB2C}" dt="2023-05-15T14:42:56.433" v="1582"/>
          <ac:spMkLst>
            <pc:docMk/>
            <pc:sldMk cId="1802828779" sldId="479"/>
            <ac:spMk id="5" creationId="{615A8422-BC28-9A71-647D-5E9D012C540B}"/>
          </ac:spMkLst>
        </pc:spChg>
      </pc:sldChg>
      <pc:sldChg chg="add del">
        <pc:chgData name="Fei Zheng" userId="d19317889db4c986" providerId="LiveId" clId="{B0836957-1F9A-8A49-BAF9-2E635B92CB2C}" dt="2023-05-15T14:42:25.330" v="1576" actId="2696"/>
        <pc:sldMkLst>
          <pc:docMk/>
          <pc:sldMk cId="1981815766" sldId="479"/>
        </pc:sldMkLst>
      </pc:sldChg>
      <pc:sldChg chg="add">
        <pc:chgData name="Fei Zheng" userId="d19317889db4c986" providerId="LiveId" clId="{B0836957-1F9A-8A49-BAF9-2E635B92CB2C}" dt="2023-05-15T15:05:35.139" v="1822" actId="2890"/>
        <pc:sldMkLst>
          <pc:docMk/>
          <pc:sldMk cId="2635694640" sldId="480"/>
        </pc:sldMkLst>
      </pc:sldChg>
    </pc:docChg>
  </pc:docChgLst>
  <pc:docChgLst>
    <pc:chgData name="Fei Zheng" userId="d19317889db4c986" providerId="LiveId" clId="{8EA6728E-E6CA-5A48-8389-9D5A519D47A8}"/>
    <pc:docChg chg="custSel addSld delSld modSld">
      <pc:chgData name="Fei Zheng" userId="d19317889db4c986" providerId="LiveId" clId="{8EA6728E-E6CA-5A48-8389-9D5A519D47A8}" dt="2023-04-17T04:43:38.692" v="379" actId="255"/>
      <pc:docMkLst>
        <pc:docMk/>
      </pc:docMkLst>
      <pc:sldChg chg="del">
        <pc:chgData name="Fei Zheng" userId="d19317889db4c986" providerId="LiveId" clId="{8EA6728E-E6CA-5A48-8389-9D5A519D47A8}" dt="2023-04-12T09:19:22.188" v="1" actId="2696"/>
        <pc:sldMkLst>
          <pc:docMk/>
          <pc:sldMk cId="0" sldId="256"/>
        </pc:sldMkLst>
      </pc:sldChg>
      <pc:sldChg chg="del">
        <pc:chgData name="Fei Zheng" userId="d19317889db4c986" providerId="LiveId" clId="{8EA6728E-E6CA-5A48-8389-9D5A519D47A8}" dt="2023-04-12T09:19:22.188" v="1" actId="2696"/>
        <pc:sldMkLst>
          <pc:docMk/>
          <pc:sldMk cId="1216094134" sldId="257"/>
        </pc:sldMkLst>
      </pc:sldChg>
      <pc:sldChg chg="del">
        <pc:chgData name="Fei Zheng" userId="d19317889db4c986" providerId="LiveId" clId="{8EA6728E-E6CA-5A48-8389-9D5A519D47A8}" dt="2023-04-12T09:19:22.188" v="1" actId="2696"/>
        <pc:sldMkLst>
          <pc:docMk/>
          <pc:sldMk cId="1645511775" sldId="258"/>
        </pc:sldMkLst>
      </pc:sldChg>
      <pc:sldChg chg="del">
        <pc:chgData name="Fei Zheng" userId="d19317889db4c986" providerId="LiveId" clId="{8EA6728E-E6CA-5A48-8389-9D5A519D47A8}" dt="2023-04-12T09:19:22.188" v="1" actId="2696"/>
        <pc:sldMkLst>
          <pc:docMk/>
          <pc:sldMk cId="3190379674" sldId="260"/>
        </pc:sldMkLst>
      </pc:sldChg>
      <pc:sldChg chg="modSp">
        <pc:chgData name="Fei Zheng" userId="d19317889db4c986" providerId="LiveId" clId="{8EA6728E-E6CA-5A48-8389-9D5A519D47A8}" dt="2023-04-17T04:41:51.663" v="350"/>
        <pc:sldMkLst>
          <pc:docMk/>
          <pc:sldMk cId="3770873809" sldId="261"/>
        </pc:sldMkLst>
        <pc:spChg chg="mod">
          <ac:chgData name="Fei Zheng" userId="d19317889db4c986" providerId="LiveId" clId="{8EA6728E-E6CA-5A48-8389-9D5A519D47A8}" dt="2023-04-17T04:41:51.663" v="350"/>
          <ac:spMkLst>
            <pc:docMk/>
            <pc:sldMk cId="3770873809" sldId="261"/>
            <ac:spMk id="3" creationId="{A37EA942-92E5-FBBB-861D-F2A42391FCD0}"/>
          </ac:spMkLst>
        </pc:spChg>
      </pc:sldChg>
      <pc:sldChg chg="modSp mod">
        <pc:chgData name="Fei Zheng" userId="d19317889db4c986" providerId="LiveId" clId="{8EA6728E-E6CA-5A48-8389-9D5A519D47A8}" dt="2023-04-16T14:51:23.442" v="17"/>
        <pc:sldMkLst>
          <pc:docMk/>
          <pc:sldMk cId="866282703" sldId="262"/>
        </pc:sldMkLst>
        <pc:spChg chg="mod">
          <ac:chgData name="Fei Zheng" userId="d19317889db4c986" providerId="LiveId" clId="{8EA6728E-E6CA-5A48-8389-9D5A519D47A8}" dt="2023-04-16T14:51:23.442" v="17"/>
          <ac:spMkLst>
            <pc:docMk/>
            <pc:sldMk cId="866282703" sldId="262"/>
            <ac:spMk id="3" creationId="{50C2F5D3-CF45-4CAC-83D7-C4EC4E5F5B5F}"/>
          </ac:spMkLst>
        </pc:spChg>
      </pc:sldChg>
      <pc:sldChg chg="modSp mod">
        <pc:chgData name="Fei Zheng" userId="d19317889db4c986" providerId="LiveId" clId="{8EA6728E-E6CA-5A48-8389-9D5A519D47A8}" dt="2023-04-16T14:55:57.863" v="79" actId="1076"/>
        <pc:sldMkLst>
          <pc:docMk/>
          <pc:sldMk cId="3979032099" sldId="263"/>
        </pc:sldMkLst>
        <pc:spChg chg="mod">
          <ac:chgData name="Fei Zheng" userId="d19317889db4c986" providerId="LiveId" clId="{8EA6728E-E6CA-5A48-8389-9D5A519D47A8}" dt="2023-04-16T14:55:47.929" v="76" actId="20577"/>
          <ac:spMkLst>
            <pc:docMk/>
            <pc:sldMk cId="3979032099" sldId="263"/>
            <ac:spMk id="4" creationId="{541F518A-0F4C-A6A6-BAD2-3C6D549B65FF}"/>
          </ac:spMkLst>
        </pc:spChg>
        <pc:spChg chg="mod">
          <ac:chgData name="Fei Zheng" userId="d19317889db4c986" providerId="LiveId" clId="{8EA6728E-E6CA-5A48-8389-9D5A519D47A8}" dt="2023-04-16T14:55:57.863" v="79" actId="1076"/>
          <ac:spMkLst>
            <pc:docMk/>
            <pc:sldMk cId="3979032099" sldId="263"/>
            <ac:spMk id="7" creationId="{B781835F-F00A-937D-5359-1E129D400AE4}"/>
          </ac:spMkLst>
        </pc:spChg>
      </pc:sldChg>
      <pc:sldChg chg="modSp mod">
        <pc:chgData name="Fei Zheng" userId="d19317889db4c986" providerId="LiveId" clId="{8EA6728E-E6CA-5A48-8389-9D5A519D47A8}" dt="2023-04-16T14:57:21.691" v="210" actId="1076"/>
        <pc:sldMkLst>
          <pc:docMk/>
          <pc:sldMk cId="3377763480" sldId="264"/>
        </pc:sldMkLst>
        <pc:spChg chg="mod">
          <ac:chgData name="Fei Zheng" userId="d19317889db4c986" providerId="LiveId" clId="{8EA6728E-E6CA-5A48-8389-9D5A519D47A8}" dt="2023-04-16T14:57:21.691" v="210" actId="1076"/>
          <ac:spMkLst>
            <pc:docMk/>
            <pc:sldMk cId="3377763480" sldId="264"/>
            <ac:spMk id="4" creationId="{2524CFAF-ACAD-7609-5E86-BECCEFB77934}"/>
          </ac:spMkLst>
        </pc:spChg>
      </pc:sldChg>
      <pc:sldChg chg="modSp mod">
        <pc:chgData name="Fei Zheng" userId="d19317889db4c986" providerId="LiveId" clId="{8EA6728E-E6CA-5A48-8389-9D5A519D47A8}" dt="2023-04-16T14:58:25.984" v="225" actId="2711"/>
        <pc:sldMkLst>
          <pc:docMk/>
          <pc:sldMk cId="3663689735" sldId="265"/>
        </pc:sldMkLst>
        <pc:spChg chg="mod">
          <ac:chgData name="Fei Zheng" userId="d19317889db4c986" providerId="LiveId" clId="{8EA6728E-E6CA-5A48-8389-9D5A519D47A8}" dt="2023-04-16T14:58:25.984" v="225" actId="2711"/>
          <ac:spMkLst>
            <pc:docMk/>
            <pc:sldMk cId="3663689735" sldId="265"/>
            <ac:spMk id="4" creationId="{3D55AD60-2BBC-428B-25C5-32ADEF12EF36}"/>
          </ac:spMkLst>
        </pc:spChg>
      </pc:sldChg>
      <pc:sldChg chg="modSp">
        <pc:chgData name="Fei Zheng" userId="d19317889db4c986" providerId="LiveId" clId="{8EA6728E-E6CA-5A48-8389-9D5A519D47A8}" dt="2023-04-16T14:59:25.621" v="253" actId="20577"/>
        <pc:sldMkLst>
          <pc:docMk/>
          <pc:sldMk cId="367037503" sldId="266"/>
        </pc:sldMkLst>
        <pc:spChg chg="mod">
          <ac:chgData name="Fei Zheng" userId="d19317889db4c986" providerId="LiveId" clId="{8EA6728E-E6CA-5A48-8389-9D5A519D47A8}" dt="2023-04-16T14:59:25.621" v="253" actId="20577"/>
          <ac:spMkLst>
            <pc:docMk/>
            <pc:sldMk cId="367037503" sldId="266"/>
            <ac:spMk id="4" creationId="{1A38F27D-EC50-70D3-61EE-245646D3ED11}"/>
          </ac:spMkLst>
        </pc:spChg>
      </pc:sldChg>
      <pc:sldChg chg="modSp mod">
        <pc:chgData name="Fei Zheng" userId="d19317889db4c986" providerId="LiveId" clId="{8EA6728E-E6CA-5A48-8389-9D5A519D47A8}" dt="2023-04-16T15:01:23.093" v="346" actId="20577"/>
        <pc:sldMkLst>
          <pc:docMk/>
          <pc:sldMk cId="4034957788" sldId="269"/>
        </pc:sldMkLst>
        <pc:spChg chg="mod">
          <ac:chgData name="Fei Zheng" userId="d19317889db4c986" providerId="LiveId" clId="{8EA6728E-E6CA-5A48-8389-9D5A519D47A8}" dt="2023-04-16T15:01:23.093" v="346" actId="20577"/>
          <ac:spMkLst>
            <pc:docMk/>
            <pc:sldMk cId="4034957788" sldId="269"/>
            <ac:spMk id="4" creationId="{9C64349D-72D7-D272-4637-D26F9BEA881B}"/>
          </ac:spMkLst>
        </pc:spChg>
      </pc:sldChg>
      <pc:sldChg chg="modSp mod">
        <pc:chgData name="Fei Zheng" userId="d19317889db4c986" providerId="LiveId" clId="{8EA6728E-E6CA-5A48-8389-9D5A519D47A8}" dt="2023-04-16T15:00:21.455" v="292" actId="20577"/>
        <pc:sldMkLst>
          <pc:docMk/>
          <pc:sldMk cId="86293710" sldId="270"/>
        </pc:sldMkLst>
        <pc:spChg chg="mod">
          <ac:chgData name="Fei Zheng" userId="d19317889db4c986" providerId="LiveId" clId="{8EA6728E-E6CA-5A48-8389-9D5A519D47A8}" dt="2023-04-16T15:00:21.455" v="292" actId="20577"/>
          <ac:spMkLst>
            <pc:docMk/>
            <pc:sldMk cId="86293710" sldId="270"/>
            <ac:spMk id="4" creationId="{3A125DFB-597D-EA17-F628-6E5F36C4DBC1}"/>
          </ac:spMkLst>
        </pc:spChg>
      </pc:sldChg>
      <pc:sldChg chg="del">
        <pc:chgData name="Fei Zheng" userId="d19317889db4c986" providerId="LiveId" clId="{8EA6728E-E6CA-5A48-8389-9D5A519D47A8}" dt="2023-04-12T09:19:11.717" v="0" actId="2696"/>
        <pc:sldMkLst>
          <pc:docMk/>
          <pc:sldMk cId="0" sldId="272"/>
        </pc:sldMkLst>
      </pc:sldChg>
      <pc:sldChg chg="del">
        <pc:chgData name="Fei Zheng" userId="d19317889db4c986" providerId="LiveId" clId="{8EA6728E-E6CA-5A48-8389-9D5A519D47A8}" dt="2023-04-12T09:19:11.717" v="0" actId="2696"/>
        <pc:sldMkLst>
          <pc:docMk/>
          <pc:sldMk cId="0" sldId="273"/>
        </pc:sldMkLst>
      </pc:sldChg>
      <pc:sldChg chg="del">
        <pc:chgData name="Fei Zheng" userId="d19317889db4c986" providerId="LiveId" clId="{8EA6728E-E6CA-5A48-8389-9D5A519D47A8}" dt="2023-04-16T14:50:40.234" v="6" actId="2696"/>
        <pc:sldMkLst>
          <pc:docMk/>
          <pc:sldMk cId="0" sldId="274"/>
        </pc:sldMkLst>
      </pc:sldChg>
      <pc:sldChg chg="del">
        <pc:chgData name="Fei Zheng" userId="d19317889db4c986" providerId="LiveId" clId="{8EA6728E-E6CA-5A48-8389-9D5A519D47A8}" dt="2023-04-16T14:50:40.224" v="5" actId="2696"/>
        <pc:sldMkLst>
          <pc:docMk/>
          <pc:sldMk cId="0" sldId="275"/>
        </pc:sldMkLst>
      </pc:sldChg>
      <pc:sldChg chg="del">
        <pc:chgData name="Fei Zheng" userId="d19317889db4c986" providerId="LiveId" clId="{8EA6728E-E6CA-5A48-8389-9D5A519D47A8}" dt="2023-04-12T09:19:22.188" v="1" actId="2696"/>
        <pc:sldMkLst>
          <pc:docMk/>
          <pc:sldMk cId="0" sldId="308"/>
        </pc:sldMkLst>
      </pc:sldChg>
      <pc:sldChg chg="del">
        <pc:chgData name="Fei Zheng" userId="d19317889db4c986" providerId="LiveId" clId="{8EA6728E-E6CA-5A48-8389-9D5A519D47A8}" dt="2023-04-12T09:19:27.916" v="2" actId="2696"/>
        <pc:sldMkLst>
          <pc:docMk/>
          <pc:sldMk cId="3844135901" sldId="329"/>
        </pc:sldMkLst>
      </pc:sldChg>
      <pc:sldChg chg="del">
        <pc:chgData name="Fei Zheng" userId="d19317889db4c986" providerId="LiveId" clId="{8EA6728E-E6CA-5A48-8389-9D5A519D47A8}" dt="2023-04-12T09:19:11.717" v="0" actId="2696"/>
        <pc:sldMkLst>
          <pc:docMk/>
          <pc:sldMk cId="2288785410" sldId="341"/>
        </pc:sldMkLst>
      </pc:sldChg>
      <pc:sldChg chg="del">
        <pc:chgData name="Fei Zheng" userId="d19317889db4c986" providerId="LiveId" clId="{8EA6728E-E6CA-5A48-8389-9D5A519D47A8}" dt="2023-04-12T09:19:22.188" v="1" actId="2696"/>
        <pc:sldMkLst>
          <pc:docMk/>
          <pc:sldMk cId="3355953997" sldId="430"/>
        </pc:sldMkLst>
      </pc:sldChg>
      <pc:sldChg chg="del">
        <pc:chgData name="Fei Zheng" userId="d19317889db4c986" providerId="LiveId" clId="{8EA6728E-E6CA-5A48-8389-9D5A519D47A8}" dt="2023-04-12T09:19:11.717" v="0" actId="2696"/>
        <pc:sldMkLst>
          <pc:docMk/>
          <pc:sldMk cId="3697305915" sldId="432"/>
        </pc:sldMkLst>
      </pc:sldChg>
      <pc:sldChg chg="del">
        <pc:chgData name="Fei Zheng" userId="d19317889db4c986" providerId="LiveId" clId="{8EA6728E-E6CA-5A48-8389-9D5A519D47A8}" dt="2023-04-12T09:19:22.188" v="1" actId="2696"/>
        <pc:sldMkLst>
          <pc:docMk/>
          <pc:sldMk cId="1057420800" sldId="433"/>
        </pc:sldMkLst>
      </pc:sldChg>
      <pc:sldChg chg="del">
        <pc:chgData name="Fei Zheng" userId="d19317889db4c986" providerId="LiveId" clId="{8EA6728E-E6CA-5A48-8389-9D5A519D47A8}" dt="2023-04-12T09:19:22.188" v="1" actId="2696"/>
        <pc:sldMkLst>
          <pc:docMk/>
          <pc:sldMk cId="188046780" sldId="434"/>
        </pc:sldMkLst>
      </pc:sldChg>
      <pc:sldChg chg="del">
        <pc:chgData name="Fei Zheng" userId="d19317889db4c986" providerId="LiveId" clId="{8EA6728E-E6CA-5A48-8389-9D5A519D47A8}" dt="2023-04-12T09:19:22.188" v="1" actId="2696"/>
        <pc:sldMkLst>
          <pc:docMk/>
          <pc:sldMk cId="905381530" sldId="435"/>
        </pc:sldMkLst>
      </pc:sldChg>
      <pc:sldChg chg="del">
        <pc:chgData name="Fei Zheng" userId="d19317889db4c986" providerId="LiveId" clId="{8EA6728E-E6CA-5A48-8389-9D5A519D47A8}" dt="2023-04-12T09:19:22.188" v="1" actId="2696"/>
        <pc:sldMkLst>
          <pc:docMk/>
          <pc:sldMk cId="1751148915" sldId="436"/>
        </pc:sldMkLst>
      </pc:sldChg>
      <pc:sldChg chg="del">
        <pc:chgData name="Fei Zheng" userId="d19317889db4c986" providerId="LiveId" clId="{8EA6728E-E6CA-5A48-8389-9D5A519D47A8}" dt="2023-04-12T09:19:22.188" v="1" actId="2696"/>
        <pc:sldMkLst>
          <pc:docMk/>
          <pc:sldMk cId="470862343" sldId="437"/>
        </pc:sldMkLst>
      </pc:sldChg>
      <pc:sldChg chg="del">
        <pc:chgData name="Fei Zheng" userId="d19317889db4c986" providerId="LiveId" clId="{8EA6728E-E6CA-5A48-8389-9D5A519D47A8}" dt="2023-04-12T09:19:22.188" v="1" actId="2696"/>
        <pc:sldMkLst>
          <pc:docMk/>
          <pc:sldMk cId="4155052864" sldId="438"/>
        </pc:sldMkLst>
      </pc:sldChg>
      <pc:sldChg chg="del">
        <pc:chgData name="Fei Zheng" userId="d19317889db4c986" providerId="LiveId" clId="{8EA6728E-E6CA-5A48-8389-9D5A519D47A8}" dt="2023-04-12T09:19:22.188" v="1" actId="2696"/>
        <pc:sldMkLst>
          <pc:docMk/>
          <pc:sldMk cId="1844936738" sldId="439"/>
        </pc:sldMkLst>
      </pc:sldChg>
      <pc:sldChg chg="del">
        <pc:chgData name="Fei Zheng" userId="d19317889db4c986" providerId="LiveId" clId="{8EA6728E-E6CA-5A48-8389-9D5A519D47A8}" dt="2023-04-12T09:19:22.188" v="1" actId="2696"/>
        <pc:sldMkLst>
          <pc:docMk/>
          <pc:sldMk cId="2077041129" sldId="440"/>
        </pc:sldMkLst>
      </pc:sldChg>
      <pc:sldChg chg="del">
        <pc:chgData name="Fei Zheng" userId="d19317889db4c986" providerId="LiveId" clId="{8EA6728E-E6CA-5A48-8389-9D5A519D47A8}" dt="2023-04-12T09:19:22.188" v="1" actId="2696"/>
        <pc:sldMkLst>
          <pc:docMk/>
          <pc:sldMk cId="2474415889" sldId="441"/>
        </pc:sldMkLst>
      </pc:sldChg>
      <pc:sldChg chg="del">
        <pc:chgData name="Fei Zheng" userId="d19317889db4c986" providerId="LiveId" clId="{8EA6728E-E6CA-5A48-8389-9D5A519D47A8}" dt="2023-04-12T09:19:22.188" v="1" actId="2696"/>
        <pc:sldMkLst>
          <pc:docMk/>
          <pc:sldMk cId="3715198591" sldId="442"/>
        </pc:sldMkLst>
      </pc:sldChg>
      <pc:sldChg chg="del">
        <pc:chgData name="Fei Zheng" userId="d19317889db4c986" providerId="LiveId" clId="{8EA6728E-E6CA-5A48-8389-9D5A519D47A8}" dt="2023-04-12T09:19:22.188" v="1" actId="2696"/>
        <pc:sldMkLst>
          <pc:docMk/>
          <pc:sldMk cId="4184174401" sldId="444"/>
        </pc:sldMkLst>
      </pc:sldChg>
      <pc:sldChg chg="delSp modSp mod">
        <pc:chgData name="Fei Zheng" userId="d19317889db4c986" providerId="LiveId" clId="{8EA6728E-E6CA-5A48-8389-9D5A519D47A8}" dt="2023-04-17T04:43:09.130" v="374" actId="11"/>
        <pc:sldMkLst>
          <pc:docMk/>
          <pc:sldMk cId="1350672988" sldId="446"/>
        </pc:sldMkLst>
        <pc:spChg chg="mod">
          <ac:chgData name="Fei Zheng" userId="d19317889db4c986" providerId="LiveId" clId="{8EA6728E-E6CA-5A48-8389-9D5A519D47A8}" dt="2023-04-17T04:43:09.130" v="374" actId="11"/>
          <ac:spMkLst>
            <pc:docMk/>
            <pc:sldMk cId="1350672988" sldId="446"/>
            <ac:spMk id="4" creationId="{104E744D-FFAF-EDA3-E9D0-BD623F209453}"/>
          </ac:spMkLst>
        </pc:spChg>
        <pc:picChg chg="del">
          <ac:chgData name="Fei Zheng" userId="d19317889db4c986" providerId="LiveId" clId="{8EA6728E-E6CA-5A48-8389-9D5A519D47A8}" dt="2023-04-16T14:50:06.124" v="3" actId="478"/>
          <ac:picMkLst>
            <pc:docMk/>
            <pc:sldMk cId="1350672988" sldId="446"/>
            <ac:picMk id="5" creationId="{64489E1D-CFCE-A3E4-97EB-B819205D78E6}"/>
          </ac:picMkLst>
        </pc:picChg>
      </pc:sldChg>
      <pc:sldChg chg="modSp mod">
        <pc:chgData name="Fei Zheng" userId="d19317889db4c986" providerId="LiveId" clId="{8EA6728E-E6CA-5A48-8389-9D5A519D47A8}" dt="2023-04-17T04:43:32.253" v="377" actId="20577"/>
        <pc:sldMkLst>
          <pc:docMk/>
          <pc:sldMk cId="2691649282" sldId="448"/>
        </pc:sldMkLst>
        <pc:spChg chg="mod">
          <ac:chgData name="Fei Zheng" userId="d19317889db4c986" providerId="LiveId" clId="{8EA6728E-E6CA-5A48-8389-9D5A519D47A8}" dt="2023-04-17T04:43:32.253" v="377" actId="20577"/>
          <ac:spMkLst>
            <pc:docMk/>
            <pc:sldMk cId="2691649282" sldId="448"/>
            <ac:spMk id="3" creationId="{50C2F5D3-CF45-4CAC-83D7-C4EC4E5F5B5F}"/>
          </ac:spMkLst>
        </pc:spChg>
      </pc:sldChg>
      <pc:sldChg chg="modSp mod">
        <pc:chgData name="Fei Zheng" userId="d19317889db4c986" providerId="LiveId" clId="{8EA6728E-E6CA-5A48-8389-9D5A519D47A8}" dt="2023-04-16T14:57:40.404" v="216" actId="1076"/>
        <pc:sldMkLst>
          <pc:docMk/>
          <pc:sldMk cId="2926434322" sldId="450"/>
        </pc:sldMkLst>
        <pc:spChg chg="mod">
          <ac:chgData name="Fei Zheng" userId="d19317889db4c986" providerId="LiveId" clId="{8EA6728E-E6CA-5A48-8389-9D5A519D47A8}" dt="2023-04-16T14:57:40.404" v="216" actId="1076"/>
          <ac:spMkLst>
            <pc:docMk/>
            <pc:sldMk cId="2926434322" sldId="450"/>
            <ac:spMk id="4" creationId="{2524CFAF-ACAD-7609-5E86-BECCEFB77934}"/>
          </ac:spMkLst>
        </pc:spChg>
      </pc:sldChg>
      <pc:sldChg chg="modSp">
        <pc:chgData name="Fei Zheng" userId="d19317889db4c986" providerId="LiveId" clId="{8EA6728E-E6CA-5A48-8389-9D5A519D47A8}" dt="2023-04-16T14:59:03.465" v="232" actId="114"/>
        <pc:sldMkLst>
          <pc:docMk/>
          <pc:sldMk cId="1146919773" sldId="451"/>
        </pc:sldMkLst>
        <pc:spChg chg="mod">
          <ac:chgData name="Fei Zheng" userId="d19317889db4c986" providerId="LiveId" clId="{8EA6728E-E6CA-5A48-8389-9D5A519D47A8}" dt="2023-04-16T14:59:03.465" v="232" actId="114"/>
          <ac:spMkLst>
            <pc:docMk/>
            <pc:sldMk cId="1146919773" sldId="451"/>
            <ac:spMk id="4" creationId="{3D55AD60-2BBC-428B-25C5-32ADEF12EF36}"/>
          </ac:spMkLst>
        </pc:spChg>
      </pc:sldChg>
      <pc:sldChg chg="modSp mod">
        <pc:chgData name="Fei Zheng" userId="d19317889db4c986" providerId="LiveId" clId="{8EA6728E-E6CA-5A48-8389-9D5A519D47A8}" dt="2023-04-16T14:59:50.053" v="289" actId="20577"/>
        <pc:sldMkLst>
          <pc:docMk/>
          <pc:sldMk cId="2154708253" sldId="452"/>
        </pc:sldMkLst>
        <pc:spChg chg="mod">
          <ac:chgData name="Fei Zheng" userId="d19317889db4c986" providerId="LiveId" clId="{8EA6728E-E6CA-5A48-8389-9D5A519D47A8}" dt="2023-04-16T14:59:50.053" v="289" actId="20577"/>
          <ac:spMkLst>
            <pc:docMk/>
            <pc:sldMk cId="2154708253" sldId="452"/>
            <ac:spMk id="4" creationId="{AB973315-5E4F-4E56-E0C7-FB2B99A4F3A8}"/>
          </ac:spMkLst>
        </pc:spChg>
      </pc:sldChg>
      <pc:sldChg chg="modSp mod">
        <pc:chgData name="Fei Zheng" userId="d19317889db4c986" providerId="LiveId" clId="{8EA6728E-E6CA-5A48-8389-9D5A519D47A8}" dt="2023-04-16T15:00:57.682" v="299" actId="14100"/>
        <pc:sldMkLst>
          <pc:docMk/>
          <pc:sldMk cId="2350342937" sldId="453"/>
        </pc:sldMkLst>
        <pc:cxnChg chg="mod">
          <ac:chgData name="Fei Zheng" userId="d19317889db4c986" providerId="LiveId" clId="{8EA6728E-E6CA-5A48-8389-9D5A519D47A8}" dt="2023-04-16T15:00:57.682" v="299" actId="14100"/>
          <ac:cxnSpMkLst>
            <pc:docMk/>
            <pc:sldMk cId="2350342937" sldId="453"/>
            <ac:cxnSpMk id="23" creationId="{81484EA5-97D8-BD24-2CD4-6D4B5DCD0B3E}"/>
          </ac:cxnSpMkLst>
        </pc:cxnChg>
      </pc:sldChg>
      <pc:sldChg chg="del">
        <pc:chgData name="Fei Zheng" userId="d19317889db4c986" providerId="LiveId" clId="{8EA6728E-E6CA-5A48-8389-9D5A519D47A8}" dt="2023-04-12T09:19:11.717" v="0" actId="2696"/>
        <pc:sldMkLst>
          <pc:docMk/>
          <pc:sldMk cId="3050760092" sldId="456"/>
        </pc:sldMkLst>
      </pc:sldChg>
      <pc:sldChg chg="del">
        <pc:chgData name="Fei Zheng" userId="d19317889db4c986" providerId="LiveId" clId="{8EA6728E-E6CA-5A48-8389-9D5A519D47A8}" dt="2023-04-12T09:19:22.188" v="1" actId="2696"/>
        <pc:sldMkLst>
          <pc:docMk/>
          <pc:sldMk cId="0" sldId="457"/>
        </pc:sldMkLst>
      </pc:sldChg>
      <pc:sldChg chg="del">
        <pc:chgData name="Fei Zheng" userId="d19317889db4c986" providerId="LiveId" clId="{8EA6728E-E6CA-5A48-8389-9D5A519D47A8}" dt="2023-04-12T09:19:22.188" v="1" actId="2696"/>
        <pc:sldMkLst>
          <pc:docMk/>
          <pc:sldMk cId="3563612223" sldId="458"/>
        </pc:sldMkLst>
      </pc:sldChg>
      <pc:sldChg chg="modSp mod">
        <pc:chgData name="Fei Zheng" userId="d19317889db4c986" providerId="LiveId" clId="{8EA6728E-E6CA-5A48-8389-9D5A519D47A8}" dt="2023-04-16T14:54:57.843" v="56" actId="1076"/>
        <pc:sldMkLst>
          <pc:docMk/>
          <pc:sldMk cId="1657241544" sldId="459"/>
        </pc:sldMkLst>
        <pc:spChg chg="mod">
          <ac:chgData name="Fei Zheng" userId="d19317889db4c986" providerId="LiveId" clId="{8EA6728E-E6CA-5A48-8389-9D5A519D47A8}" dt="2023-04-16T14:54:57.843" v="56" actId="1076"/>
          <ac:spMkLst>
            <pc:docMk/>
            <pc:sldMk cId="1657241544" sldId="459"/>
            <ac:spMk id="4" creationId="{541F518A-0F4C-A6A6-BAD2-3C6D549B65FF}"/>
          </ac:spMkLst>
        </pc:spChg>
      </pc:sldChg>
      <pc:sldChg chg="modSp">
        <pc:chgData name="Fei Zheng" userId="d19317889db4c986" providerId="LiveId" clId="{8EA6728E-E6CA-5A48-8389-9D5A519D47A8}" dt="2023-04-16T14:59:39.525" v="271" actId="20577"/>
        <pc:sldMkLst>
          <pc:docMk/>
          <pc:sldMk cId="2922804884" sldId="461"/>
        </pc:sldMkLst>
        <pc:spChg chg="mod">
          <ac:chgData name="Fei Zheng" userId="d19317889db4c986" providerId="LiveId" clId="{8EA6728E-E6CA-5A48-8389-9D5A519D47A8}" dt="2023-04-16T14:59:39.525" v="271" actId="20577"/>
          <ac:spMkLst>
            <pc:docMk/>
            <pc:sldMk cId="2922804884" sldId="461"/>
            <ac:spMk id="4" creationId="{AB973315-5E4F-4E56-E0C7-FB2B99A4F3A8}"/>
          </ac:spMkLst>
        </pc:spChg>
      </pc:sldChg>
      <pc:sldChg chg="modSp mod">
        <pc:chgData name="Fei Zheng" userId="d19317889db4c986" providerId="LiveId" clId="{8EA6728E-E6CA-5A48-8389-9D5A519D47A8}" dt="2023-04-16T14:59:56.118" v="291" actId="1076"/>
        <pc:sldMkLst>
          <pc:docMk/>
          <pc:sldMk cId="4124036605" sldId="462"/>
        </pc:sldMkLst>
        <pc:picChg chg="mod">
          <ac:chgData name="Fei Zheng" userId="d19317889db4c986" providerId="LiveId" clId="{8EA6728E-E6CA-5A48-8389-9D5A519D47A8}" dt="2023-04-16T14:59:56.118" v="291" actId="1076"/>
          <ac:picMkLst>
            <pc:docMk/>
            <pc:sldMk cId="4124036605" sldId="462"/>
            <ac:picMk id="6" creationId="{ED4EFE9E-E34E-74A6-1BC1-043BE22FA07E}"/>
          </ac:picMkLst>
        </pc:picChg>
      </pc:sldChg>
      <pc:sldChg chg="modSp mod">
        <pc:chgData name="Fei Zheng" userId="d19317889db4c986" providerId="LiveId" clId="{8EA6728E-E6CA-5A48-8389-9D5A519D47A8}" dt="2023-04-16T15:00:50.534" v="298" actId="1036"/>
        <pc:sldMkLst>
          <pc:docMk/>
          <pc:sldMk cId="2651898088" sldId="465"/>
        </pc:sldMkLst>
        <pc:cxnChg chg="mod">
          <ac:chgData name="Fei Zheng" userId="d19317889db4c986" providerId="LiveId" clId="{8EA6728E-E6CA-5A48-8389-9D5A519D47A8}" dt="2023-04-16T15:00:45.001" v="296" actId="14100"/>
          <ac:cxnSpMkLst>
            <pc:docMk/>
            <pc:sldMk cId="2651898088" sldId="465"/>
            <ac:cxnSpMk id="7" creationId="{B1BE3BEE-967A-10B7-E286-152EE4E54964}"/>
          </ac:cxnSpMkLst>
        </pc:cxnChg>
        <pc:cxnChg chg="mod">
          <ac:chgData name="Fei Zheng" userId="d19317889db4c986" providerId="LiveId" clId="{8EA6728E-E6CA-5A48-8389-9D5A519D47A8}" dt="2023-04-16T15:00:50.534" v="298" actId="1036"/>
          <ac:cxnSpMkLst>
            <pc:docMk/>
            <pc:sldMk cId="2651898088" sldId="465"/>
            <ac:cxnSpMk id="14" creationId="{71A69AC4-BF54-B700-6A58-E0ADB50F181C}"/>
          </ac:cxnSpMkLst>
        </pc:cxnChg>
        <pc:cxnChg chg="mod">
          <ac:chgData name="Fei Zheng" userId="d19317889db4c986" providerId="LiveId" clId="{8EA6728E-E6CA-5A48-8389-9D5A519D47A8}" dt="2023-04-16T15:00:49.214" v="297" actId="1036"/>
          <ac:cxnSpMkLst>
            <pc:docMk/>
            <pc:sldMk cId="2651898088" sldId="465"/>
            <ac:cxnSpMk id="16" creationId="{76C4B4E7-D03F-DA4C-1F7A-5A494A68B827}"/>
          </ac:cxnSpMkLst>
        </pc:cxnChg>
        <pc:cxnChg chg="mod">
          <ac:chgData name="Fei Zheng" userId="d19317889db4c986" providerId="LiveId" clId="{8EA6728E-E6CA-5A48-8389-9D5A519D47A8}" dt="2023-04-16T15:00:36.328" v="293" actId="14100"/>
          <ac:cxnSpMkLst>
            <pc:docMk/>
            <pc:sldMk cId="2651898088" sldId="465"/>
            <ac:cxnSpMk id="37" creationId="{C87BE788-81DB-77EA-43C0-C74B5A1BF6AE}"/>
          </ac:cxnSpMkLst>
        </pc:cxnChg>
        <pc:cxnChg chg="mod">
          <ac:chgData name="Fei Zheng" userId="d19317889db4c986" providerId="LiveId" clId="{8EA6728E-E6CA-5A48-8389-9D5A519D47A8}" dt="2023-04-16T15:00:40.883" v="295" actId="1036"/>
          <ac:cxnSpMkLst>
            <pc:docMk/>
            <pc:sldMk cId="2651898088" sldId="465"/>
            <ac:cxnSpMk id="44" creationId="{08C93515-3B98-584E-BDA6-4AA0D1EC30A9}"/>
          </ac:cxnSpMkLst>
        </pc:cxnChg>
        <pc:cxnChg chg="mod">
          <ac:chgData name="Fei Zheng" userId="d19317889db4c986" providerId="LiveId" clId="{8EA6728E-E6CA-5A48-8389-9D5A519D47A8}" dt="2023-04-16T15:00:39.022" v="294" actId="1036"/>
          <ac:cxnSpMkLst>
            <pc:docMk/>
            <pc:sldMk cId="2651898088" sldId="465"/>
            <ac:cxnSpMk id="46" creationId="{E96A8348-3F6F-80D4-0746-056A4774121E}"/>
          </ac:cxnSpMkLst>
        </pc:cxnChg>
      </pc:sldChg>
      <pc:sldChg chg="modSp mod">
        <pc:chgData name="Fei Zheng" userId="d19317889db4c986" providerId="LiveId" clId="{8EA6728E-E6CA-5A48-8389-9D5A519D47A8}" dt="2023-04-16T15:01:28.512" v="348" actId="1076"/>
        <pc:sldMkLst>
          <pc:docMk/>
          <pc:sldMk cId="676291613" sldId="466"/>
        </pc:sldMkLst>
        <pc:picChg chg="mod">
          <ac:chgData name="Fei Zheng" userId="d19317889db4c986" providerId="LiveId" clId="{8EA6728E-E6CA-5A48-8389-9D5A519D47A8}" dt="2023-04-16T15:01:28.512" v="348" actId="1076"/>
          <ac:picMkLst>
            <pc:docMk/>
            <pc:sldMk cId="676291613" sldId="466"/>
            <ac:picMk id="6" creationId="{D508018E-9CD5-715B-29F7-3BFE3A00B013}"/>
          </ac:picMkLst>
        </pc:picChg>
      </pc:sldChg>
      <pc:sldChg chg="modSp add mod">
        <pc:chgData name="Fei Zheng" userId="d19317889db4c986" providerId="LiveId" clId="{8EA6728E-E6CA-5A48-8389-9D5A519D47A8}" dt="2023-04-17T04:43:38.692" v="379" actId="255"/>
        <pc:sldMkLst>
          <pc:docMk/>
          <pc:sldMk cId="1925769522" sldId="467"/>
        </pc:sldMkLst>
        <pc:spChg chg="mod">
          <ac:chgData name="Fei Zheng" userId="d19317889db4c986" providerId="LiveId" clId="{8EA6728E-E6CA-5A48-8389-9D5A519D47A8}" dt="2023-04-17T04:43:38.692" v="379" actId="255"/>
          <ac:spMkLst>
            <pc:docMk/>
            <pc:sldMk cId="1925769522" sldId="467"/>
            <ac:spMk id="3" creationId="{50C2F5D3-CF45-4CAC-83D7-C4EC4E5F5B5F}"/>
          </ac:spMkLst>
        </pc:spChg>
      </pc:sldChg>
      <pc:sldChg chg="delSp del mod">
        <pc:chgData name="Fei Zheng" userId="d19317889db4c986" providerId="LiveId" clId="{8EA6728E-E6CA-5A48-8389-9D5A519D47A8}" dt="2023-04-16T14:50:42.898" v="7" actId="2696"/>
        <pc:sldMkLst>
          <pc:docMk/>
          <pc:sldMk cId="4162404930" sldId="467"/>
        </pc:sldMkLst>
        <pc:picChg chg="del">
          <ac:chgData name="Fei Zheng" userId="d19317889db4c986" providerId="LiveId" clId="{8EA6728E-E6CA-5A48-8389-9D5A519D47A8}" dt="2023-04-16T14:50:32.091" v="4" actId="478"/>
          <ac:picMkLst>
            <pc:docMk/>
            <pc:sldMk cId="4162404930" sldId="467"/>
            <ac:picMk id="5" creationId="{64489E1D-CFCE-A3E4-97EB-B819205D78E6}"/>
          </ac:picMkLst>
        </pc:picChg>
      </pc:sldChg>
      <pc:sldChg chg="del">
        <pc:chgData name="Fei Zheng" userId="d19317889db4c986" providerId="LiveId" clId="{8EA6728E-E6CA-5A48-8389-9D5A519D47A8}" dt="2023-04-12T09:19:22.188" v="1" actId="2696"/>
        <pc:sldMkLst>
          <pc:docMk/>
          <pc:sldMk cId="3583370521" sldId="468"/>
        </pc:sldMkLst>
      </pc:sldChg>
      <pc:sldMasterChg chg="delSldLayout">
        <pc:chgData name="Fei Zheng" userId="d19317889db4c986" providerId="LiveId" clId="{8EA6728E-E6CA-5A48-8389-9D5A519D47A8}" dt="2023-04-12T09:19:22.188" v="1" actId="2696"/>
        <pc:sldMasterMkLst>
          <pc:docMk/>
          <pc:sldMasterMk cId="2003094035" sldId="2147483648"/>
        </pc:sldMasterMkLst>
        <pc:sldLayoutChg chg="del">
          <pc:chgData name="Fei Zheng" userId="d19317889db4c986" providerId="LiveId" clId="{8EA6728E-E6CA-5A48-8389-9D5A519D47A8}" dt="2023-04-12T09:19:11.717" v="0" actId="2696"/>
          <pc:sldLayoutMkLst>
            <pc:docMk/>
            <pc:sldMasterMk cId="2003094035" sldId="2147483648"/>
            <pc:sldLayoutMk cId="2807098503" sldId="2147483660"/>
          </pc:sldLayoutMkLst>
        </pc:sldLayoutChg>
        <pc:sldLayoutChg chg="del">
          <pc:chgData name="Fei Zheng" userId="d19317889db4c986" providerId="LiveId" clId="{8EA6728E-E6CA-5A48-8389-9D5A519D47A8}" dt="2023-04-12T09:19:22.188" v="1" actId="2696"/>
          <pc:sldLayoutMkLst>
            <pc:docMk/>
            <pc:sldMasterMk cId="2003094035" sldId="2147483648"/>
            <pc:sldLayoutMk cId="1365159840"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C854C7-C07F-474A-8ADF-5B8B71C88CAF}" type="datetimeFigureOut">
              <a:rPr lang="zh-CN" altLang="en-US" smtClean="0"/>
              <a:t>2023/5/15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E713C7-0288-468B-8A4B-A93E7E0736BE}" type="slidenum">
              <a:rPr lang="zh-CN" altLang="en-US" smtClean="0"/>
              <a:t>‹#›</a:t>
            </a:fld>
            <a:endParaRPr lang="zh-CN" altLang="en-US"/>
          </a:p>
        </p:txBody>
      </p:sp>
    </p:spTree>
    <p:extLst>
      <p:ext uri="{BB962C8B-B14F-4D97-AF65-F5344CB8AC3E}">
        <p14:creationId xmlns:p14="http://schemas.microsoft.com/office/powerpoint/2010/main" val="107040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1.xml"/><Relationship Id="rId1" Type="http://schemas.openxmlformats.org/officeDocument/2006/relationships/slideLayout" Target="../slideLayouts/slideLayout7.xml"/><Relationship Id="rId4" Type="http://schemas.openxmlformats.org/officeDocument/2006/relationships/slide" Target="slide29.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hlinkClick r:id="rId2" action="ppaction://hlinksldjump" tooltip="点击进入"/>
            <a:extLst>
              <a:ext uri="{FF2B5EF4-FFF2-40B4-BE49-F238E27FC236}">
                <a16:creationId xmlns:a16="http://schemas.microsoft.com/office/drawing/2014/main" id="{9979D594-9100-0446-A19F-7140E5533581}"/>
              </a:ext>
            </a:extLst>
          </p:cNvPr>
          <p:cNvSpPr txBox="1">
            <a:spLocks noChangeArrowheads="1"/>
          </p:cNvSpPr>
          <p:nvPr/>
        </p:nvSpPr>
        <p:spPr bwMode="auto">
          <a:xfrm>
            <a:off x="2264588" y="538263"/>
            <a:ext cx="8011526" cy="71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ctr" fontAlgn="base">
              <a:spcBef>
                <a:spcPct val="50000"/>
              </a:spcBef>
              <a:spcAft>
                <a:spcPct val="0"/>
              </a:spcAft>
              <a:buSzPct val="70000"/>
              <a:defRPr/>
            </a:pPr>
            <a:r>
              <a:rPr kumimoji="1" lang="zh-CN" altLang="en-US" sz="4000" b="1" dirty="0">
                <a:solidFill>
                  <a:srgbClr val="0000FF"/>
                </a:solidFill>
                <a:latin typeface="Times New Roman" panose="02020603050405020304" pitchFamily="18" charset="0"/>
                <a:ea typeface="华文新魏" panose="02010800040101010101" pitchFamily="2" charset="-122"/>
              </a:rPr>
              <a:t>第六章   样本及抽样分布</a:t>
            </a:r>
          </a:p>
        </p:txBody>
      </p:sp>
      <p:sp>
        <p:nvSpPr>
          <p:cNvPr id="61444" name="Text Box 4">
            <a:hlinkClick r:id="rId3" action="ppaction://hlinksldjump"/>
            <a:extLst>
              <a:ext uri="{FF2B5EF4-FFF2-40B4-BE49-F238E27FC236}">
                <a16:creationId xmlns:a16="http://schemas.microsoft.com/office/drawing/2014/main" id="{601F1377-4EC1-A648-9D08-93B0CEF44388}"/>
              </a:ext>
            </a:extLst>
          </p:cNvPr>
          <p:cNvSpPr txBox="1">
            <a:spLocks noChangeArrowheads="1"/>
          </p:cNvSpPr>
          <p:nvPr/>
        </p:nvSpPr>
        <p:spPr bwMode="auto">
          <a:xfrm>
            <a:off x="3042572" y="2658768"/>
            <a:ext cx="5761037" cy="5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indent="0" fontAlgn="base">
              <a:lnSpc>
                <a:spcPct val="90000"/>
              </a:lnSpc>
              <a:spcBef>
                <a:spcPct val="50000"/>
              </a:spcBef>
              <a:spcAft>
                <a:spcPct val="0"/>
              </a:spcAft>
              <a:buClr>
                <a:srgbClr val="CC0000"/>
              </a:buClr>
              <a:defRPr/>
            </a:pPr>
            <a:r>
              <a:rPr kumimoji="1" lang="en-US" altLang="zh-CN" sz="3200" b="1" dirty="0">
                <a:latin typeface="Times New Roman" panose="02020603050405020304" pitchFamily="18" charset="0"/>
                <a:ea typeface="KaiTi" panose="02010609060101010101" pitchFamily="49" charset="-122"/>
                <a:cs typeface="Times New Roman" panose="02020603050405020304" pitchFamily="18" charset="0"/>
              </a:rPr>
              <a:t>§6.1</a:t>
            </a:r>
            <a:r>
              <a:rPr kumimoji="1" lang="zh-CN" altLang="en-US" sz="3200" b="1" dirty="0">
                <a:latin typeface="Times New Roman" panose="02020603050405020304" pitchFamily="18" charset="0"/>
                <a:ea typeface="KaiTi" panose="02010609060101010101" pitchFamily="49" charset="-122"/>
                <a:cs typeface="Times New Roman" panose="02020603050405020304" pitchFamily="18" charset="0"/>
              </a:rPr>
              <a:t> 随机样本</a:t>
            </a:r>
          </a:p>
        </p:txBody>
      </p:sp>
      <p:sp>
        <p:nvSpPr>
          <p:cNvPr id="61446" name="Text Box 6">
            <a:hlinkClick r:id="rId4" action="ppaction://hlinksldjump"/>
            <a:extLst>
              <a:ext uri="{FF2B5EF4-FFF2-40B4-BE49-F238E27FC236}">
                <a16:creationId xmlns:a16="http://schemas.microsoft.com/office/drawing/2014/main" id="{3CA5D0EF-1412-D449-86E5-3BEFAEB9289A}"/>
              </a:ext>
            </a:extLst>
          </p:cNvPr>
          <p:cNvSpPr txBox="1">
            <a:spLocks noChangeArrowheads="1"/>
          </p:cNvSpPr>
          <p:nvPr/>
        </p:nvSpPr>
        <p:spPr bwMode="auto">
          <a:xfrm>
            <a:off x="3042572" y="3792340"/>
            <a:ext cx="5761037" cy="5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indent="0" fontAlgn="base">
              <a:lnSpc>
                <a:spcPct val="90000"/>
              </a:lnSpc>
              <a:spcBef>
                <a:spcPct val="50000"/>
              </a:spcBef>
              <a:spcAft>
                <a:spcPct val="0"/>
              </a:spcAft>
              <a:buClr>
                <a:srgbClr val="CC0000"/>
              </a:buClr>
              <a:defRPr/>
            </a:pPr>
            <a:r>
              <a:rPr kumimoji="1" lang="en-US" altLang="zh-CN"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§6.2</a:t>
            </a:r>
            <a:r>
              <a:rPr kumimoji="1" lang="zh-CN" altLang="en-US"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直方图和箱线图</a:t>
            </a:r>
          </a:p>
        </p:txBody>
      </p:sp>
      <p:sp>
        <p:nvSpPr>
          <p:cNvPr id="5" name="Text Box 6">
            <a:hlinkClick r:id="rId4" action="ppaction://hlinksldjump"/>
            <a:extLst>
              <a:ext uri="{FF2B5EF4-FFF2-40B4-BE49-F238E27FC236}">
                <a16:creationId xmlns:a16="http://schemas.microsoft.com/office/drawing/2014/main" id="{6A76435A-043E-9CE6-A38F-49C71B87F62E}"/>
              </a:ext>
            </a:extLst>
          </p:cNvPr>
          <p:cNvSpPr txBox="1">
            <a:spLocks noChangeArrowheads="1"/>
          </p:cNvSpPr>
          <p:nvPr/>
        </p:nvSpPr>
        <p:spPr bwMode="auto">
          <a:xfrm>
            <a:off x="3032289" y="4881580"/>
            <a:ext cx="5761037" cy="5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indent="0" fontAlgn="base">
              <a:lnSpc>
                <a:spcPct val="90000"/>
              </a:lnSpc>
              <a:spcBef>
                <a:spcPct val="50000"/>
              </a:spcBef>
              <a:spcAft>
                <a:spcPct val="0"/>
              </a:spcAft>
              <a:buClr>
                <a:srgbClr val="CC0000"/>
              </a:buClr>
              <a:defRPr/>
            </a:pPr>
            <a:r>
              <a:rPr kumimoji="1" lang="en-US" altLang="zh-CN" sz="3200" b="1" dirty="0">
                <a:latin typeface="Times New Roman" panose="02020603050405020304" pitchFamily="18" charset="0"/>
                <a:ea typeface="KaiTi" panose="02010609060101010101" pitchFamily="49" charset="-122"/>
                <a:cs typeface="Times New Roman" panose="02020603050405020304" pitchFamily="18" charset="0"/>
              </a:rPr>
              <a:t>§6.3</a:t>
            </a:r>
            <a:r>
              <a:rPr kumimoji="1" lang="zh-CN" altLang="en-US" sz="3200" b="1" dirty="0">
                <a:latin typeface="Times New Roman" panose="02020603050405020304" pitchFamily="18" charset="0"/>
                <a:ea typeface="KaiTi" panose="02010609060101010101" pitchFamily="49" charset="-122"/>
                <a:cs typeface="Times New Roman" panose="02020603050405020304" pitchFamily="18" charset="0"/>
              </a:rPr>
              <a:t> </a:t>
            </a:r>
            <a:r>
              <a:rPr kumimoji="1" lang="zh-CN" altLang="en-US" sz="3200" b="1" dirty="0">
                <a:solidFill>
                  <a:srgbClr val="000000"/>
                </a:solidFill>
                <a:latin typeface="Times New Roman" panose="02020603050405020304" pitchFamily="18" charset="0"/>
                <a:ea typeface="KaiTi" panose="02010609060101010101" pitchFamily="49" charset="-122"/>
                <a:cs typeface="Times New Roman" panose="02020603050405020304" pitchFamily="18" charset="0"/>
              </a:rPr>
              <a:t>抽样分布</a:t>
            </a:r>
          </a:p>
        </p:txBody>
      </p:sp>
    </p:spTree>
    <p:extLst>
      <p:ext uri="{BB962C8B-B14F-4D97-AF65-F5344CB8AC3E}">
        <p14:creationId xmlns:p14="http://schemas.microsoft.com/office/powerpoint/2010/main" val="6768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37EA942-92E5-FBBB-861D-F2A42391FCD0}"/>
                  </a:ext>
                </a:extLst>
              </p:cNvPr>
              <p:cNvSpPr>
                <a:spLocks noGrp="1"/>
              </p:cNvSpPr>
              <p:nvPr>
                <p:ph idx="1"/>
              </p:nvPr>
            </p:nvSpPr>
            <p:spPr>
              <a:xfrm>
                <a:off x="617079" y="1626169"/>
                <a:ext cx="11090607" cy="483802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为了研究总体分布的性质，人们通过试验得到</a:t>
                </a:r>
                <a:r>
                  <a:rPr lang="zh-CN" altLang="en-US" b="1" dirty="0">
                    <a:solidFill>
                      <a:srgbClr val="FF0000"/>
                    </a:solidFill>
                    <a:latin typeface="Times New Roman" panose="02020603050405020304" pitchFamily="18" charset="0"/>
                    <a:cs typeface="Times New Roman" panose="02020603050405020304" pitchFamily="18" charset="0"/>
                  </a:rPr>
                  <a:t>许多观察值</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b="1" dirty="0">
                    <a:latin typeface="Times New Roman" panose="02020603050405020304" pitchFamily="18" charset="0"/>
                    <a:cs typeface="Times New Roman" panose="02020603050405020304" pitchFamily="18" charset="0"/>
                  </a:rPr>
                  <a:t>对总体</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𝑿</m:t>
                    </m:r>
                  </m:oMath>
                </a14:m>
                <a:r>
                  <a:rPr lang="zh-CN" altLang="en-US" b="1" dirty="0">
                    <a:latin typeface="Times New Roman" panose="02020603050405020304" pitchFamily="18" charset="0"/>
                    <a:cs typeface="Times New Roman" panose="02020603050405020304" pitchFamily="18" charset="0"/>
                  </a:rPr>
                  <a:t>，容量是</a:t>
                </a:r>
                <a:r>
                  <a:rPr lang="en-US" altLang="zh-CN" b="1" dirty="0">
                    <a:latin typeface="Times New Roman" panose="02020603050405020304" pitchFamily="18" charset="0"/>
                    <a:cs typeface="Times New Roman" panose="02020603050405020304" pitchFamily="18" charset="0"/>
                  </a:rPr>
                  <a:t>100</a:t>
                </a:r>
                <a:r>
                  <a:rPr lang="zh-CN" altLang="en-US" b="1" dirty="0">
                    <a:latin typeface="Times New Roman" panose="02020603050405020304" pitchFamily="18" charset="0"/>
                    <a:cs typeface="Times New Roman" panose="02020603050405020304" pitchFamily="18" charset="0"/>
                  </a:rPr>
                  <a:t>的简单随机样本</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m:t>
                          </m:r>
                          <m:r>
                            <a:rPr lang="en-US" altLang="zh-CN" b="1" i="1">
                              <a:latin typeface="Cambria Math" panose="02040503050406030204" pitchFamily="18" charset="0"/>
                            </a:rPr>
                            <m:t>𝑿</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𝑿</m:t>
                          </m:r>
                        </m:e>
                        <m:sub>
                          <m:r>
                            <a:rPr lang="en-US" altLang="zh-CN" b="1" i="1">
                              <a:latin typeface="Cambria Math" panose="02040503050406030204" pitchFamily="18" charset="0"/>
                            </a:rPr>
                            <m:t>𝟐</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𝑿</m:t>
                          </m:r>
                        </m:e>
                        <m:sub>
                          <m:r>
                            <a:rPr lang="en-US" altLang="zh-CN" b="1" i="1" smtClean="0">
                              <a:latin typeface="Cambria Math" panose="02040503050406030204" pitchFamily="18" charset="0"/>
                            </a:rPr>
                            <m:t>𝟏</m:t>
                          </m:r>
                          <m:r>
                            <a:rPr lang="en-US" altLang="zh-CN" b="1" i="1" smtClean="0">
                              <a:latin typeface="Cambria Math" panose="02040503050406030204" pitchFamily="18" charset="0"/>
                            </a:rPr>
                            <m:t>𝟎</m:t>
                          </m:r>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m:t>
                      </m:r>
                    </m:oMath>
                  </m:oMathPara>
                </a14:m>
                <a:endParaRPr lang="en" altLang="zh-CN" b="1" dirty="0">
                  <a:effectLst/>
                  <a:latin typeface="Helvetica" pitchFamily="2" charset="0"/>
                </a:endParaRPr>
              </a:p>
              <a:p>
                <a:pPr marL="0" indent="0">
                  <a:lnSpc>
                    <a:spcPct val="150000"/>
                  </a:lnSpc>
                  <a:buNone/>
                </a:pPr>
                <a:r>
                  <a:rPr lang="zh-CN" altLang="en" b="1" dirty="0">
                    <a:latin typeface="Helvetica" pitchFamily="2" charset="0"/>
                  </a:rPr>
                  <a:t>样本</a:t>
                </a:r>
                <a:r>
                  <a:rPr lang="zh-CN" altLang="en-US" b="1" dirty="0">
                    <a:latin typeface="Helvetica" pitchFamily="2" charset="0"/>
                  </a:rPr>
                  <a:t>值（</a:t>
                </a:r>
                <a:r>
                  <a:rPr lang="en-US" altLang="zh-CN" b="1" dirty="0">
                    <a:cs typeface="Times New Roman" panose="02020603050405020304" pitchFamily="18" charset="0"/>
                  </a:rPr>
                  <a:t> </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𝑿</m:t>
                    </m:r>
                  </m:oMath>
                </a14:m>
                <a:r>
                  <a:rPr lang="zh-CN" altLang="en-US" b="1" dirty="0">
                    <a:latin typeface="Times New Roman" panose="02020603050405020304" pitchFamily="18" charset="0"/>
                    <a:cs typeface="Times New Roman" panose="02020603050405020304" pitchFamily="18" charset="0"/>
                  </a:rPr>
                  <a:t>的</a:t>
                </a:r>
                <a:r>
                  <a:rPr lang="en-US" altLang="zh-CN" b="1" dirty="0">
                    <a:latin typeface="Times New Roman" panose="02020603050405020304" pitchFamily="18" charset="0"/>
                    <a:cs typeface="Times New Roman" panose="02020603050405020304" pitchFamily="18" charset="0"/>
                  </a:rPr>
                  <a:t>100</a:t>
                </a:r>
                <a:r>
                  <a:rPr lang="zh-CN" altLang="en-US" b="1" dirty="0">
                    <a:latin typeface="Times New Roman" panose="02020603050405020304" pitchFamily="18" charset="0"/>
                    <a:cs typeface="Times New Roman" panose="02020603050405020304" pitchFamily="18" charset="0"/>
                  </a:rPr>
                  <a:t>个独立的观察值</a:t>
                </a:r>
                <a:r>
                  <a:rPr lang="zh-CN" altLang="en-US" b="1" dirty="0">
                    <a:latin typeface="Helvetica" pitchFamily="2" charset="0"/>
                  </a:rPr>
                  <a:t>）</a:t>
                </a:r>
                <a:endParaRPr lang="en" altLang="zh-CN" b="1" dirty="0">
                  <a:effectLst/>
                  <a:latin typeface="Helvetica" pitchFamily="2"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a:latin typeface="Cambria Math" panose="02040503050406030204" pitchFamily="18" charset="0"/>
                            </a:rPr>
                            <m:t>𝟐</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r>
                            <a:rPr lang="en-US" altLang="zh-CN" b="1" i="1" smtClean="0">
                              <a:latin typeface="Cambria Math" panose="02040503050406030204" pitchFamily="18" charset="0"/>
                            </a:rPr>
                            <m:t>𝟎</m:t>
                          </m:r>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m:t>
                      </m:r>
                    </m:oMath>
                  </m:oMathPara>
                </a14:m>
                <a:endParaRPr lang="en" altLang="zh-CN" b="1" dirty="0">
                  <a:effectLst/>
                  <a:latin typeface="Helvetica" pitchFamily="2" charset="0"/>
                </a:endParaRPr>
              </a:p>
              <a:p>
                <a:pPr marL="0" indent="0">
                  <a:lnSpc>
                    <a:spcPct val="150000"/>
                  </a:lnSpc>
                  <a:buNone/>
                </a:pPr>
                <a:endParaRPr lang="en" altLang="zh-CN" b="1" dirty="0">
                  <a:effectLst/>
                  <a:latin typeface="Helvetica" pitchFamily="2" charset="0"/>
                </a:endParaRPr>
              </a:p>
              <a:p>
                <a:pPr marL="0" indent="0">
                  <a:lnSpc>
                    <a:spcPct val="150000"/>
                  </a:lnSpc>
                  <a:buNone/>
                </a:pPr>
                <a:endParaRPr lang="en-US" altLang="zh-CN"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A37EA942-92E5-FBBB-861D-F2A42391FCD0}"/>
                  </a:ext>
                </a:extLst>
              </p:cNvPr>
              <p:cNvSpPr>
                <a:spLocks noGrp="1" noRot="1" noChangeAspect="1" noMove="1" noResize="1" noEditPoints="1" noAdjustHandles="1" noChangeArrowheads="1" noChangeShapeType="1" noTextEdit="1"/>
              </p:cNvSpPr>
              <p:nvPr>
                <p:ph idx="1"/>
              </p:nvPr>
            </p:nvSpPr>
            <p:spPr>
              <a:xfrm>
                <a:off x="617079" y="1626169"/>
                <a:ext cx="11090607" cy="4838020"/>
              </a:xfrm>
              <a:blipFill>
                <a:blip r:embed="rId2"/>
                <a:stretch>
                  <a:fillRect l="-11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5452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37EA942-92E5-FBBB-861D-F2A42391FCD0}"/>
              </a:ext>
            </a:extLst>
          </p:cNvPr>
          <p:cNvSpPr>
            <a:spLocks noGrp="1"/>
          </p:cNvSpPr>
          <p:nvPr>
            <p:ph idx="1"/>
          </p:nvPr>
        </p:nvSpPr>
        <p:spPr>
          <a:xfrm>
            <a:off x="617079" y="1626169"/>
            <a:ext cx="11090607" cy="483802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为了研究总体分布的性质，人们通过试验得到</a:t>
            </a:r>
            <a:r>
              <a:rPr lang="zh-CN" altLang="en-US" b="1" dirty="0">
                <a:solidFill>
                  <a:srgbClr val="FF0000"/>
                </a:solidFill>
                <a:latin typeface="Times New Roman" panose="02020603050405020304" pitchFamily="18" charset="0"/>
                <a:cs typeface="Times New Roman" panose="02020603050405020304" pitchFamily="18" charset="0"/>
              </a:rPr>
              <a:t>许多观察值</a:t>
            </a:r>
            <a:r>
              <a:rPr lang="zh-CN" altLang="en-US" b="1" dirty="0">
                <a:latin typeface="Times New Roman" panose="02020603050405020304" pitchFamily="18" charset="0"/>
                <a:cs typeface="Times New Roman" panose="02020603050405020304" pitchFamily="18" charset="0"/>
              </a:rPr>
              <a:t>，一般来说这些数据是杂乱无章的。</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b="1" dirty="0">
                <a:latin typeface="Times New Roman" panose="02020603050405020304" pitchFamily="18" charset="0"/>
                <a:cs typeface="Times New Roman" panose="02020603050405020304" pitchFamily="18" charset="0"/>
              </a:rPr>
              <a:t>为了利用它们进行统计分析，将这些数据加以整理，还常</a:t>
            </a:r>
            <a:r>
              <a:rPr lang="zh-CN" altLang="en-US" b="1" dirty="0">
                <a:solidFill>
                  <a:srgbClr val="FF0000"/>
                </a:solidFill>
                <a:latin typeface="Times New Roman" panose="02020603050405020304" pitchFamily="18" charset="0"/>
                <a:cs typeface="Times New Roman" panose="02020603050405020304" pitchFamily="18" charset="0"/>
              </a:rPr>
              <a:t>借助于表格或图形对它们加以描述</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873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2DD76-EDC9-920A-253D-089B01A35DE0}"/>
              </a:ext>
            </a:extLst>
          </p:cNvPr>
          <p:cNvSpPr>
            <a:spLocks noGrp="1"/>
          </p:cNvSpPr>
          <p:nvPr>
            <p:ph type="title"/>
          </p:nvPr>
        </p:nvSpPr>
        <p:spPr>
          <a:xfrm>
            <a:off x="838200" y="-190061"/>
            <a:ext cx="10515600" cy="1325563"/>
          </a:xfrm>
        </p:spPr>
        <p:txBody>
          <a:body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sp>
        <p:nvSpPr>
          <p:cNvPr id="3" name="内容占位符 2">
            <a:extLst>
              <a:ext uri="{FF2B5EF4-FFF2-40B4-BE49-F238E27FC236}">
                <a16:creationId xmlns:a16="http://schemas.microsoft.com/office/drawing/2014/main" id="{A37EA942-92E5-FBBB-861D-F2A42391FCD0}"/>
              </a:ext>
            </a:extLst>
          </p:cNvPr>
          <p:cNvSpPr>
            <a:spLocks noGrp="1"/>
          </p:cNvSpPr>
          <p:nvPr>
            <p:ph idx="1"/>
          </p:nvPr>
        </p:nvSpPr>
        <p:spPr>
          <a:xfrm>
            <a:off x="261257" y="767428"/>
            <a:ext cx="6935190" cy="483802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下面列出了</a:t>
            </a:r>
            <a:r>
              <a:rPr lang="en-US" altLang="zh-CN" b="1" dirty="0">
                <a:latin typeface="Times New Roman" panose="02020603050405020304" pitchFamily="18" charset="0"/>
                <a:cs typeface="Times New Roman" panose="02020603050405020304" pitchFamily="18" charset="0"/>
              </a:rPr>
              <a:t>84</a:t>
            </a:r>
            <a:r>
              <a:rPr lang="zh-CN" altLang="en-US" b="1" dirty="0">
                <a:latin typeface="Times New Roman" panose="02020603050405020304" pitchFamily="18" charset="0"/>
                <a:cs typeface="Times New Roman" panose="02020603050405020304" pitchFamily="18" charset="0"/>
              </a:rPr>
              <a:t>个伊特鲁里亚人男子的头颅的最大宽度</a:t>
            </a:r>
          </a:p>
        </p:txBody>
      </p:sp>
      <p:pic>
        <p:nvPicPr>
          <p:cNvPr id="1026" name="Picture 2">
            <a:extLst>
              <a:ext uri="{FF2B5EF4-FFF2-40B4-BE49-F238E27FC236}">
                <a16:creationId xmlns:a16="http://schemas.microsoft.com/office/drawing/2014/main" id="{9BB90E9D-B83A-C010-91C3-7E0689728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7163" y="0"/>
            <a:ext cx="3144837"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2E0589A4-C89F-AA36-ADC7-75092D9EF546}"/>
              </a:ext>
            </a:extLst>
          </p:cNvPr>
          <p:cNvSpPr txBox="1"/>
          <p:nvPr/>
        </p:nvSpPr>
        <p:spPr>
          <a:xfrm>
            <a:off x="412667" y="3429000"/>
            <a:ext cx="7531925" cy="3046988"/>
          </a:xfrm>
          <a:prstGeom prst="rect">
            <a:avLst/>
          </a:prstGeom>
          <a:noFill/>
        </p:spPr>
        <p:txBody>
          <a:bodyPr wrap="square">
            <a:spAutoFit/>
          </a:bodyPr>
          <a:lstStyle/>
          <a:p>
            <a:pPr algn="just"/>
            <a:r>
              <a:rPr lang="en-US" altLang="zh-CN" sz="2400" b="0" i="0" u="none" strike="noStrike" dirty="0">
                <a:solidFill>
                  <a:srgbClr val="A64E41"/>
                </a:solidFill>
                <a:effectLst/>
                <a:latin typeface="-apple-system-font"/>
              </a:rPr>
              <a:t>『</a:t>
            </a:r>
            <a:r>
              <a:rPr lang="zh-CN" altLang="en-US" sz="2400" b="0" i="0" u="none" strike="noStrike" dirty="0">
                <a:solidFill>
                  <a:srgbClr val="A64E41"/>
                </a:solidFill>
                <a:effectLst/>
                <a:latin typeface="-apple-system-font"/>
              </a:rPr>
              <a:t>古代意大利，文明天宇浩瀚广袤。而</a:t>
            </a:r>
            <a:r>
              <a:rPr lang="zh-CN" altLang="en-US" sz="2400" i="0" u="none" strike="noStrike" dirty="0">
                <a:solidFill>
                  <a:srgbClr val="A64E41"/>
                </a:solidFill>
                <a:effectLst/>
                <a:latin typeface="-apple-system-font"/>
              </a:rPr>
              <a:t>伊特鲁里亚文明</a:t>
            </a:r>
            <a:r>
              <a:rPr lang="zh-CN" altLang="en-US" sz="2400" b="0" i="0" u="none" strike="noStrike" dirty="0">
                <a:solidFill>
                  <a:srgbClr val="A64E41"/>
                </a:solidFill>
                <a:effectLst/>
                <a:latin typeface="-apple-system-font"/>
              </a:rPr>
              <a:t>仿佛是其中一颗璀璨的流星，在公元前</a:t>
            </a:r>
            <a:r>
              <a:rPr lang="en-US" altLang="zh-CN" sz="2400" b="0" i="0" u="none" strike="noStrike" dirty="0">
                <a:solidFill>
                  <a:srgbClr val="A64E41"/>
                </a:solidFill>
                <a:effectLst/>
                <a:latin typeface="-apple-system-font"/>
              </a:rPr>
              <a:t>10</a:t>
            </a:r>
            <a:r>
              <a:rPr lang="zh-CN" altLang="en-US" sz="2400" b="0" i="0" u="none" strike="noStrike" dirty="0">
                <a:solidFill>
                  <a:srgbClr val="A64E41"/>
                </a:solidFill>
                <a:effectLst/>
                <a:latin typeface="-apple-system-font"/>
              </a:rPr>
              <a:t>世纪至公元前</a:t>
            </a:r>
            <a:r>
              <a:rPr lang="en-US" altLang="zh-CN" sz="2400" b="0" i="0" u="none" strike="noStrike" dirty="0">
                <a:solidFill>
                  <a:srgbClr val="A64E41"/>
                </a:solidFill>
                <a:effectLst/>
                <a:latin typeface="-apple-system-font"/>
              </a:rPr>
              <a:t>3</a:t>
            </a:r>
            <a:r>
              <a:rPr lang="zh-CN" altLang="en-US" sz="2400" b="0" i="0" u="none" strike="noStrike" dirty="0">
                <a:solidFill>
                  <a:srgbClr val="A64E41"/>
                </a:solidFill>
                <a:effectLst/>
                <a:latin typeface="-apple-system-font"/>
              </a:rPr>
              <a:t>世纪间盛放又消逝。其鼎盛之时“几乎统治了意大利全域”，最终却在公元前</a:t>
            </a:r>
            <a:r>
              <a:rPr lang="en-US" altLang="zh-CN" sz="2400" b="0" i="0" u="none" strike="noStrike" dirty="0">
                <a:solidFill>
                  <a:srgbClr val="A64E41"/>
                </a:solidFill>
                <a:effectLst/>
                <a:latin typeface="-apple-system-font"/>
              </a:rPr>
              <a:t>1</a:t>
            </a:r>
            <a:r>
              <a:rPr lang="zh-CN" altLang="en-US" sz="2400" b="0" i="0" u="none" strike="noStrike" dirty="0">
                <a:solidFill>
                  <a:srgbClr val="A64E41"/>
                </a:solidFill>
                <a:effectLst/>
                <a:latin typeface="-apple-system-font"/>
              </a:rPr>
              <a:t>世纪被罗马吞并，消隐在了历史深处，唯余那些精美的文物遗存，让我们得以窥见那个明艳热烈、令人惊叹的时代。</a:t>
            </a:r>
            <a:r>
              <a:rPr lang="en-US" altLang="zh-CN" sz="2400" b="0" i="0" u="none" strike="noStrike" dirty="0">
                <a:solidFill>
                  <a:srgbClr val="A64E41"/>
                </a:solidFill>
                <a:effectLst/>
                <a:latin typeface="-apple-system-font"/>
              </a:rPr>
              <a:t>』</a:t>
            </a:r>
            <a:endParaRPr lang="zh-CN" altLang="en-US" sz="2400" b="0" i="0" u="none" strike="noStrike" dirty="0">
              <a:solidFill>
                <a:srgbClr val="A64E41"/>
              </a:solidFill>
              <a:effectLst/>
              <a:latin typeface="-apple-system-font"/>
            </a:endParaRPr>
          </a:p>
          <a:p>
            <a:br>
              <a:rPr lang="zh-CN" altLang="en-US" sz="2400" dirty="0">
                <a:solidFill>
                  <a:srgbClr val="A64E41"/>
                </a:solidFill>
              </a:rPr>
            </a:br>
            <a:endParaRPr lang="zh-CN" altLang="en-US" sz="2400" dirty="0">
              <a:solidFill>
                <a:srgbClr val="A64E41"/>
              </a:solidFill>
            </a:endParaRPr>
          </a:p>
        </p:txBody>
      </p:sp>
    </p:spTree>
    <p:extLst>
      <p:ext uri="{BB962C8B-B14F-4D97-AF65-F5344CB8AC3E}">
        <p14:creationId xmlns:p14="http://schemas.microsoft.com/office/powerpoint/2010/main" val="2371136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2DD76-EDC9-920A-253D-089B01A35DE0}"/>
              </a:ext>
            </a:extLst>
          </p:cNvPr>
          <p:cNvSpPr>
            <a:spLocks noGrp="1"/>
          </p:cNvSpPr>
          <p:nvPr>
            <p:ph type="title"/>
          </p:nvPr>
        </p:nvSpPr>
        <p:spPr>
          <a:xfrm>
            <a:off x="838200" y="-190061"/>
            <a:ext cx="10515600" cy="1325563"/>
          </a:xfrm>
        </p:spPr>
        <p:txBody>
          <a:body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sp>
        <p:nvSpPr>
          <p:cNvPr id="3" name="内容占位符 2">
            <a:extLst>
              <a:ext uri="{FF2B5EF4-FFF2-40B4-BE49-F238E27FC236}">
                <a16:creationId xmlns:a16="http://schemas.microsoft.com/office/drawing/2014/main" id="{A37EA942-92E5-FBBB-861D-F2A42391FCD0}"/>
              </a:ext>
            </a:extLst>
          </p:cNvPr>
          <p:cNvSpPr>
            <a:spLocks noGrp="1"/>
          </p:cNvSpPr>
          <p:nvPr>
            <p:ph idx="1"/>
          </p:nvPr>
        </p:nvSpPr>
        <p:spPr>
          <a:xfrm>
            <a:off x="261257" y="767428"/>
            <a:ext cx="11707586" cy="483802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下面列出了</a:t>
            </a:r>
            <a:r>
              <a:rPr lang="en-US" altLang="zh-CN" b="1" dirty="0">
                <a:latin typeface="Times New Roman" panose="02020603050405020304" pitchFamily="18" charset="0"/>
                <a:cs typeface="Times New Roman" panose="02020603050405020304" pitchFamily="18" charset="0"/>
              </a:rPr>
              <a:t>84</a:t>
            </a:r>
            <a:r>
              <a:rPr lang="zh-CN" altLang="en-US" b="1" dirty="0">
                <a:latin typeface="Times New Roman" panose="02020603050405020304" pitchFamily="18" charset="0"/>
                <a:cs typeface="Times New Roman" panose="02020603050405020304" pitchFamily="18" charset="0"/>
              </a:rPr>
              <a:t>个伊特鲁里亚人男子的头颅的最大宽度（以</a:t>
            </a:r>
            <a:r>
              <a:rPr lang="en-US" altLang="zh-CN" b="1" dirty="0">
                <a:latin typeface="Times New Roman" panose="02020603050405020304" pitchFamily="18" charset="0"/>
                <a:cs typeface="Times New Roman" panose="02020603050405020304" pitchFamily="18" charset="0"/>
              </a:rPr>
              <a:t>mm</a:t>
            </a:r>
            <a:r>
              <a:rPr lang="zh-CN" altLang="en-US" b="1" dirty="0">
                <a:latin typeface="Times New Roman" panose="02020603050405020304" pitchFamily="18" charset="0"/>
                <a:cs typeface="Times New Roman" panose="02020603050405020304" pitchFamily="18" charset="0"/>
              </a:rPr>
              <a:t>计），现在来画这些数据的“频率直方图”。</a:t>
            </a:r>
          </a:p>
        </p:txBody>
      </p:sp>
      <p:sp>
        <p:nvSpPr>
          <p:cNvPr id="4" name="文本框 3">
            <a:extLst>
              <a:ext uri="{FF2B5EF4-FFF2-40B4-BE49-F238E27FC236}">
                <a16:creationId xmlns:a16="http://schemas.microsoft.com/office/drawing/2014/main" id="{E324A49A-AD39-4E04-EA78-8F0CECD556D5}"/>
              </a:ext>
            </a:extLst>
          </p:cNvPr>
          <p:cNvSpPr txBox="1"/>
          <p:nvPr/>
        </p:nvSpPr>
        <p:spPr>
          <a:xfrm>
            <a:off x="2309278" y="2521059"/>
            <a:ext cx="7186583" cy="1815882"/>
          </a:xfrm>
          <a:prstGeom prst="rect">
            <a:avLst/>
          </a:prstGeom>
          <a:noFill/>
        </p:spPr>
        <p:txBody>
          <a:bodyPr wrap="none" rtlCol="0">
            <a:spAutoFit/>
          </a:bodyPr>
          <a:lstStyle/>
          <a:p>
            <a:pPr marL="342900" indent="-342900">
              <a:buAutoNum type="arabicPlain" startAt="141"/>
            </a:pPr>
            <a:r>
              <a:rPr lang="en-US" altLang="zh-CN" sz="2800" b="1" dirty="0">
                <a:latin typeface="Times New Roman" panose="02020603050405020304" pitchFamily="18" charset="0"/>
                <a:cs typeface="Times New Roman" panose="02020603050405020304" pitchFamily="18" charset="0"/>
              </a:rPr>
              <a:t>  148  132  138  154  142  150  146  155  158</a:t>
            </a:r>
          </a:p>
          <a:p>
            <a:pPr marL="514350" indent="-514350">
              <a:buAutoNum type="arabicPlain" startAt="150"/>
            </a:pPr>
            <a:r>
              <a:rPr lang="en-US" altLang="zh-CN" sz="2800" b="1" dirty="0">
                <a:latin typeface="Times New Roman" panose="02020603050405020304" pitchFamily="18" charset="0"/>
                <a:cs typeface="Times New Roman" panose="02020603050405020304" pitchFamily="18" charset="0"/>
              </a:rPr>
              <a:t>  140  147  148  144  150  149  145  149  158</a:t>
            </a:r>
          </a:p>
          <a:p>
            <a:r>
              <a:rPr lang="en-US" altLang="zh-CN" sz="2800" b="1" dirty="0">
                <a:latin typeface="Times New Roman" panose="02020603050405020304" pitchFamily="18" charset="0"/>
                <a:cs typeface="Times New Roman" panose="02020603050405020304" pitchFamily="18" charset="0"/>
              </a:rPr>
              <a:t>……</a:t>
            </a:r>
          </a:p>
          <a:p>
            <a:r>
              <a:rPr lang="en-US" altLang="zh-CN" sz="2800" b="1" dirty="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437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2DD76-EDC9-920A-253D-089B01A35DE0}"/>
              </a:ext>
            </a:extLst>
          </p:cNvPr>
          <p:cNvSpPr>
            <a:spLocks noGrp="1"/>
          </p:cNvSpPr>
          <p:nvPr>
            <p:ph type="title"/>
          </p:nvPr>
        </p:nvSpPr>
        <p:spPr>
          <a:xfrm>
            <a:off x="838200" y="-190061"/>
            <a:ext cx="10515600" cy="1325563"/>
          </a:xfrm>
        </p:spPr>
        <p:txBody>
          <a:body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sp>
        <p:nvSpPr>
          <p:cNvPr id="3" name="内容占位符 2">
            <a:extLst>
              <a:ext uri="{FF2B5EF4-FFF2-40B4-BE49-F238E27FC236}">
                <a16:creationId xmlns:a16="http://schemas.microsoft.com/office/drawing/2014/main" id="{A37EA942-92E5-FBBB-861D-F2A42391FCD0}"/>
              </a:ext>
            </a:extLst>
          </p:cNvPr>
          <p:cNvSpPr>
            <a:spLocks noGrp="1"/>
          </p:cNvSpPr>
          <p:nvPr>
            <p:ph idx="1"/>
          </p:nvPr>
        </p:nvSpPr>
        <p:spPr>
          <a:xfrm>
            <a:off x="261257" y="767428"/>
            <a:ext cx="11707586" cy="483802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下面列出了</a:t>
            </a:r>
            <a:r>
              <a:rPr lang="en-US" altLang="zh-CN" b="1" dirty="0">
                <a:latin typeface="Times New Roman" panose="02020603050405020304" pitchFamily="18" charset="0"/>
                <a:cs typeface="Times New Roman" panose="02020603050405020304" pitchFamily="18" charset="0"/>
              </a:rPr>
              <a:t>84</a:t>
            </a:r>
            <a:r>
              <a:rPr lang="zh-CN" altLang="en-US" b="1" dirty="0">
                <a:latin typeface="Times New Roman" panose="02020603050405020304" pitchFamily="18" charset="0"/>
                <a:cs typeface="Times New Roman" panose="02020603050405020304" pitchFamily="18" charset="0"/>
              </a:rPr>
              <a:t>个伊特鲁里亚人男子的头颅的最大宽度（以</a:t>
            </a:r>
            <a:r>
              <a:rPr lang="en-US" altLang="zh-CN" b="1" dirty="0">
                <a:latin typeface="Times New Roman" panose="02020603050405020304" pitchFamily="18" charset="0"/>
                <a:cs typeface="Times New Roman" panose="02020603050405020304" pitchFamily="18" charset="0"/>
              </a:rPr>
              <a:t>mm</a:t>
            </a:r>
            <a:r>
              <a:rPr lang="zh-CN" altLang="en-US" b="1" dirty="0">
                <a:latin typeface="Times New Roman" panose="02020603050405020304" pitchFamily="18" charset="0"/>
                <a:cs typeface="Times New Roman" panose="02020603050405020304" pitchFamily="18" charset="0"/>
              </a:rPr>
              <a:t>计），现在来画这些数据的“频率直方图”。</a:t>
            </a:r>
          </a:p>
        </p:txBody>
      </p:sp>
      <p:sp>
        <p:nvSpPr>
          <p:cNvPr id="7" name="文本框 6">
            <a:extLst>
              <a:ext uri="{FF2B5EF4-FFF2-40B4-BE49-F238E27FC236}">
                <a16:creationId xmlns:a16="http://schemas.microsoft.com/office/drawing/2014/main" id="{F06BD627-02A7-AE0A-FE94-1BAE36F5A365}"/>
              </a:ext>
            </a:extLst>
          </p:cNvPr>
          <p:cNvSpPr txBox="1"/>
          <p:nvPr/>
        </p:nvSpPr>
        <p:spPr>
          <a:xfrm>
            <a:off x="1758043" y="2290485"/>
            <a:ext cx="8429006" cy="4272452"/>
          </a:xfrm>
          <a:prstGeom prst="rect">
            <a:avLst/>
          </a:prstGeom>
          <a:noFill/>
        </p:spPr>
        <p:txBody>
          <a:bodyPr wrap="square">
            <a:spAutoFit/>
          </a:bodyPr>
          <a:lstStyle/>
          <a:p>
            <a:pPr>
              <a:lnSpc>
                <a:spcPct val="150000"/>
              </a:lnSpc>
            </a:pPr>
            <a:r>
              <a:rPr lang="en-US" altLang="zh-CN" sz="2300" b="1" dirty="0">
                <a:latin typeface="Times New Roman" panose="02020603050405020304" pitchFamily="18" charset="0"/>
                <a:cs typeface="Times New Roman" panose="02020603050405020304" pitchFamily="18" charset="0"/>
              </a:rPr>
              <a:t>126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139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141</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146</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147</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149</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150</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152</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153</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154</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155</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158</a:t>
            </a:r>
            <a:r>
              <a:rPr lang="zh-CN" altLang="en-US" sz="2300" b="1" dirty="0">
                <a:latin typeface="Times New Roman" panose="02020603050405020304" pitchFamily="18" charset="0"/>
                <a:cs typeface="Times New Roman" panose="02020603050405020304" pitchFamily="18" charset="0"/>
              </a:rPr>
              <a:t>，</a:t>
            </a:r>
            <a:r>
              <a:rPr lang="en-US" altLang="zh-CN" sz="2300" b="1" dirty="0">
                <a:latin typeface="Times New Roman" panose="02020603050405020304" pitchFamily="18" charset="0"/>
                <a:cs typeface="Times New Roman" panose="02020603050405020304" pitchFamily="18" charset="0"/>
              </a:rPr>
              <a:t>158</a:t>
            </a:r>
            <a:endParaRPr lang="zh-CN" altLang="en-US" sz="23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8CD69074-6737-244F-E4BF-39015BCDE8FD}"/>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104E744D-FFAF-EDA3-E9D0-BD623F209453}"/>
                  </a:ext>
                </a:extLst>
              </p:cNvPr>
              <p:cNvSpPr txBox="1"/>
              <p:nvPr/>
            </p:nvSpPr>
            <p:spPr>
              <a:xfrm>
                <a:off x="406474" y="1316604"/>
                <a:ext cx="11278845" cy="3479671"/>
              </a:xfrm>
              <a:prstGeom prst="rect">
                <a:avLst/>
              </a:prstGeom>
              <a:noFill/>
            </p:spPr>
            <p:txBody>
              <a:bodyPr wrap="square" rtlCol="0">
                <a:spAutoFit/>
              </a:bodyPr>
              <a:lstStyle/>
              <a:p>
                <a:pPr marL="514350" indent="-514350">
                  <a:lnSpc>
                    <a:spcPct val="150000"/>
                  </a:lnSpc>
                  <a:spcBef>
                    <a:spcPts val="1200"/>
                  </a:spcBef>
                  <a:buFont typeface="+mj-lt"/>
                  <a:buAutoNum type="arabicPeriod"/>
                </a:pPr>
                <a14:m>
                  <m:oMath xmlns:m="http://schemas.openxmlformats.org/officeDocument/2006/math">
                    <m:r>
                      <a:rPr lang="zh-CN" altLang="en-US" sz="2800" b="1" i="0" dirty="0" smtClean="0">
                        <a:solidFill>
                          <a:schemeClr val="tx1"/>
                        </a:solidFill>
                        <a:latin typeface="Cambria Math" panose="02040503050406030204" pitchFamily="18" charset="0"/>
                        <a:cs typeface="Times New Roman" panose="02020603050405020304" pitchFamily="18" charset="0"/>
                      </a:rPr>
                      <m:t>数据最小值为</m:t>
                    </m:r>
                    <m:r>
                      <m:rPr>
                        <m:nor/>
                      </m:rPr>
                      <a:rPr lang="en-US" altLang="zh-CN" sz="2800" b="1" i="0" dirty="0">
                        <a:solidFill>
                          <a:schemeClr val="tx1"/>
                        </a:solidFill>
                        <a:latin typeface="Times New Roman" panose="02020603050405020304" pitchFamily="18" charset="0"/>
                        <a:cs typeface="Times New Roman" panose="02020603050405020304" pitchFamily="18" charset="0"/>
                      </a:rPr>
                      <m:t>126</m:t>
                    </m:r>
                    <m:r>
                      <a:rPr lang="zh-CN" altLang="en-US" sz="2800" b="1" i="0" dirty="0">
                        <a:solidFill>
                          <a:schemeClr val="tx1"/>
                        </a:solidFill>
                        <a:latin typeface="Cambria Math" panose="02040503050406030204" pitchFamily="18" charset="0"/>
                        <a:cs typeface="Times New Roman" panose="02020603050405020304" pitchFamily="18" charset="0"/>
                      </a:rPr>
                      <m:t>，最大值为</m:t>
                    </m:r>
                    <m:r>
                      <m:rPr>
                        <m:nor/>
                      </m:rPr>
                      <a:rPr lang="en-US" altLang="zh-CN" sz="2800" b="1" i="0" dirty="0">
                        <a:solidFill>
                          <a:schemeClr val="tx1"/>
                        </a:solidFill>
                        <a:latin typeface="Times New Roman" panose="02020603050405020304" pitchFamily="18" charset="0"/>
                        <a:cs typeface="Times New Roman" panose="02020603050405020304" pitchFamily="18" charset="0"/>
                      </a:rPr>
                      <m:t>158</m:t>
                    </m:r>
                    <m:r>
                      <a:rPr lang="zh-CN" altLang="en-US" sz="2800" b="1" i="0" dirty="0" smtClean="0">
                        <a:solidFill>
                          <a:schemeClr val="tx1"/>
                        </a:solidFill>
                        <a:latin typeface="Cambria Math" panose="02040503050406030204" pitchFamily="18" charset="0"/>
                        <a:cs typeface="Times New Roman" panose="02020603050405020304" pitchFamily="18" charset="0"/>
                      </a:rPr>
                      <m:t>，</m:t>
                    </m:r>
                    <m:r>
                      <a:rPr lang="zh-CN" altLang="en-US" sz="2800" b="1" i="0" dirty="0">
                        <a:solidFill>
                          <a:schemeClr val="tx1"/>
                        </a:solidFill>
                        <a:latin typeface="Cambria Math" panose="02040503050406030204" pitchFamily="18" charset="0"/>
                        <a:cs typeface="Times New Roman" panose="02020603050405020304" pitchFamily="18" charset="0"/>
                      </a:rPr>
                      <m:t> </m:t>
                    </m:r>
                    <m:d>
                      <m:dPr>
                        <m:begChr m:val="["/>
                        <m:endChr m:val="]"/>
                        <m:ctrlPr>
                          <a:rPr lang="en-US" altLang="zh-CN" sz="2800" b="1" i="0" dirty="0">
                            <a:solidFill>
                              <a:schemeClr val="tx1"/>
                            </a:solidFill>
                            <a:latin typeface="Cambria Math" panose="02040503050406030204" pitchFamily="18" charset="0"/>
                            <a:cs typeface="Times New Roman" panose="02020603050405020304" pitchFamily="18" charset="0"/>
                          </a:rPr>
                        </m:ctrlPr>
                      </m:dPr>
                      <m:e>
                        <m:r>
                          <m:rPr>
                            <m:nor/>
                          </m:rPr>
                          <a:rPr lang="en-US" altLang="zh-CN" sz="2800" b="1" i="0" dirty="0">
                            <a:solidFill>
                              <a:schemeClr val="tx1"/>
                            </a:solidFill>
                            <a:latin typeface="Times New Roman" panose="02020603050405020304" pitchFamily="18" charset="0"/>
                            <a:cs typeface="Times New Roman" panose="02020603050405020304" pitchFamily="18" charset="0"/>
                          </a:rPr>
                          <m:t>126,</m:t>
                        </m:r>
                        <m:r>
                          <m:rPr>
                            <m:nor/>
                          </m:rPr>
                          <a:rPr lang="zh-CN" altLang="en-US" sz="2800" b="1" i="0" dirty="0" smtClean="0">
                            <a:solidFill>
                              <a:schemeClr val="tx1"/>
                            </a:solidFill>
                            <a:latin typeface="Times New Roman" panose="02020603050405020304" pitchFamily="18" charset="0"/>
                            <a:cs typeface="Times New Roman" panose="02020603050405020304" pitchFamily="18" charset="0"/>
                          </a:rPr>
                          <m:t> </m:t>
                        </m:r>
                        <m:r>
                          <m:rPr>
                            <m:nor/>
                          </m:rPr>
                          <a:rPr lang="en-US" altLang="zh-CN" sz="2800" b="1" i="0" dirty="0">
                            <a:solidFill>
                              <a:schemeClr val="tx1"/>
                            </a:solidFill>
                            <a:latin typeface="Times New Roman" panose="02020603050405020304" pitchFamily="18" charset="0"/>
                            <a:cs typeface="Times New Roman" panose="02020603050405020304" pitchFamily="18" charset="0"/>
                          </a:rPr>
                          <m:t>158</m:t>
                        </m:r>
                      </m:e>
                    </m:d>
                    <m:r>
                      <m:rPr>
                        <m:nor/>
                      </m:rPr>
                      <a:rPr lang="zh-CN" altLang="en-US" sz="2800" b="1" i="0" dirty="0" smtClean="0">
                        <a:solidFill>
                          <a:schemeClr val="tx1"/>
                        </a:solidFill>
                        <a:latin typeface="Times New Roman" panose="02020603050405020304" pitchFamily="18" charset="0"/>
                        <a:cs typeface="Times New Roman" panose="02020603050405020304" pitchFamily="18" charset="0"/>
                      </a:rPr>
                      <m:t>，</m:t>
                    </m:r>
                    <m:r>
                      <m:rPr>
                        <m:nor/>
                      </m:rPr>
                      <a:rPr lang="en-US" altLang="zh-CN" sz="2800" b="1" i="0" dirty="0">
                        <a:solidFill>
                          <a:schemeClr val="tx1"/>
                        </a:solidFill>
                        <a:latin typeface="Times New Roman" panose="02020603050405020304" pitchFamily="18" charset="0"/>
                        <a:cs typeface="Times New Roman" panose="02020603050405020304" pitchFamily="18" charset="0"/>
                      </a:rPr>
                      <m:t>[124.5,</m:t>
                    </m:r>
                    <m:r>
                      <m:rPr>
                        <m:nor/>
                      </m:rPr>
                      <a:rPr lang="zh-CN" altLang="en-US" sz="2800" b="1" i="0" dirty="0" smtClean="0">
                        <a:solidFill>
                          <a:schemeClr val="tx1"/>
                        </a:solidFill>
                        <a:latin typeface="Times New Roman" panose="02020603050405020304" pitchFamily="18" charset="0"/>
                        <a:cs typeface="Times New Roman" panose="02020603050405020304" pitchFamily="18" charset="0"/>
                      </a:rPr>
                      <m:t> </m:t>
                    </m:r>
                    <m:r>
                      <m:rPr>
                        <m:nor/>
                      </m:rPr>
                      <a:rPr lang="en-US" altLang="zh-CN" sz="2800" b="1" i="0" dirty="0">
                        <a:solidFill>
                          <a:schemeClr val="tx1"/>
                        </a:solidFill>
                        <a:latin typeface="Times New Roman" panose="02020603050405020304" pitchFamily="18" charset="0"/>
                        <a:cs typeface="Times New Roman" panose="02020603050405020304" pitchFamily="18" charset="0"/>
                      </a:rPr>
                      <m:t>159.5]</m:t>
                    </m:r>
                  </m:oMath>
                </a14:m>
                <a:endParaRPr lang="en-US" altLang="zh-CN" sz="2800" b="1" dirty="0">
                  <a:solidFill>
                    <a:schemeClr val="tx1"/>
                  </a:solidFill>
                  <a:latin typeface="Times New Roman" panose="02020603050405020304" pitchFamily="18" charset="0"/>
                  <a:cs typeface="Times New Roman" panose="02020603050405020304" pitchFamily="18" charset="0"/>
                </a:endParaRPr>
              </a:p>
              <a:p>
                <a:pPr marL="514350" indent="-514350">
                  <a:lnSpc>
                    <a:spcPct val="150000"/>
                  </a:lnSpc>
                  <a:spcBef>
                    <a:spcPts val="1200"/>
                  </a:spcBef>
                  <a:buFont typeface="+mj-lt"/>
                  <a:buAutoNum type="arabicPeriod"/>
                </a:pPr>
                <a14:m>
                  <m:oMath xmlns:m="http://schemas.openxmlformats.org/officeDocument/2006/math">
                    <m:r>
                      <a:rPr lang="zh-CN" altLang="en-US" sz="2800" b="1" i="0" dirty="0" smtClean="0">
                        <a:latin typeface="Cambria Math" panose="02040503050406030204" pitchFamily="18" charset="0"/>
                        <a:cs typeface="Times New Roman" panose="02020603050405020304" pitchFamily="18" charset="0"/>
                      </a:rPr>
                      <m:t>将</m:t>
                    </m:r>
                    <m:r>
                      <m:rPr>
                        <m:nor/>
                      </m:rPr>
                      <a:rPr lang="en-US" altLang="zh-CN" sz="2800" b="1" i="0" dirty="0">
                        <a:latin typeface="Times New Roman" panose="02020603050405020304" pitchFamily="18" charset="0"/>
                        <a:cs typeface="Times New Roman" panose="02020603050405020304" pitchFamily="18" charset="0"/>
                      </a:rPr>
                      <m:t>[124.5,</m:t>
                    </m:r>
                    <m:r>
                      <m:rPr>
                        <m:nor/>
                      </m:rPr>
                      <a:rPr lang="zh-CN" altLang="en-US" sz="2800" b="1" i="0" dirty="0" smtClean="0">
                        <a:latin typeface="Times New Roman" panose="02020603050405020304" pitchFamily="18" charset="0"/>
                        <a:cs typeface="Times New Roman" panose="02020603050405020304" pitchFamily="18" charset="0"/>
                      </a:rPr>
                      <m:t> </m:t>
                    </m:r>
                    <m:r>
                      <m:rPr>
                        <m:nor/>
                      </m:rPr>
                      <a:rPr lang="en-US" altLang="zh-CN" sz="2800" b="1" i="0" dirty="0">
                        <a:latin typeface="Times New Roman" panose="02020603050405020304" pitchFamily="18" charset="0"/>
                        <a:cs typeface="Times New Roman" panose="02020603050405020304" pitchFamily="18" charset="0"/>
                      </a:rPr>
                      <m:t>159.5]</m:t>
                    </m:r>
                    <m:r>
                      <a:rPr lang="zh-CN" altLang="en-US" sz="2800" b="1" i="0" dirty="0">
                        <a:solidFill>
                          <a:srgbClr val="FF0000"/>
                        </a:solidFill>
                        <a:latin typeface="Cambria Math" panose="02040503050406030204" pitchFamily="18" charset="0"/>
                        <a:cs typeface="Times New Roman" panose="02020603050405020304" pitchFamily="18" charset="0"/>
                      </a:rPr>
                      <m:t>等分成</m:t>
                    </m:r>
                    <m:r>
                      <m:rPr>
                        <m:nor/>
                      </m:rPr>
                      <a:rPr lang="en-US" altLang="zh-CN" sz="2800" b="1" i="0" dirty="0">
                        <a:solidFill>
                          <a:srgbClr val="FF0000"/>
                        </a:solidFill>
                        <a:latin typeface="Times New Roman" panose="02020603050405020304" pitchFamily="18" charset="0"/>
                        <a:cs typeface="Times New Roman" panose="02020603050405020304" pitchFamily="18" charset="0"/>
                      </a:rPr>
                      <m:t>7</m:t>
                    </m:r>
                    <m:r>
                      <a:rPr lang="zh-CN" altLang="en-US" sz="2800" b="1" i="0" dirty="0">
                        <a:solidFill>
                          <a:srgbClr val="FF0000"/>
                        </a:solidFill>
                        <a:latin typeface="Cambria Math" panose="02040503050406030204" pitchFamily="18" charset="0"/>
                        <a:cs typeface="Times New Roman" panose="02020603050405020304" pitchFamily="18" charset="0"/>
                      </a:rPr>
                      <m:t>个小区间</m:t>
                    </m:r>
                    <m:r>
                      <a:rPr lang="zh-CN" altLang="en-US" sz="2800" b="1" i="0" dirty="0">
                        <a:latin typeface="Cambria Math" panose="02040503050406030204" pitchFamily="18" charset="0"/>
                        <a:cs typeface="Times New Roman" panose="02020603050405020304" pitchFamily="18" charset="0"/>
                      </a:rPr>
                      <m:t>。小区间的长度记为</m:t>
                    </m:r>
                    <m:r>
                      <a:rPr lang="zh-CN" altLang="en-US" sz="2800" b="1" i="0" smtClean="0">
                        <a:latin typeface="Cambria Math" panose="02040503050406030204" pitchFamily="18" charset="0"/>
                        <a:cs typeface="Times New Roman" panose="02020603050405020304" pitchFamily="18" charset="0"/>
                      </a:rPr>
                      <m:t>∆</m:t>
                    </m:r>
                    <m:r>
                      <a:rPr lang="zh-CN" altLang="en-US" sz="2800" b="1" i="0" dirty="0" smtClean="0">
                        <a:latin typeface="Cambria Math" panose="02040503050406030204" pitchFamily="18" charset="0"/>
                        <a:cs typeface="Times New Roman" panose="02020603050405020304" pitchFamily="18" charset="0"/>
                      </a:rPr>
                      <m:t>，</m:t>
                    </m:r>
                    <m:r>
                      <a:rPr lang="zh-CN" altLang="en-US" sz="2800" b="1" i="0" dirty="0" smtClean="0">
                        <a:latin typeface="Cambria Math" panose="02040503050406030204" pitchFamily="18" charset="0"/>
                        <a:cs typeface="Times New Roman" panose="02020603050405020304" pitchFamily="18" charset="0"/>
                      </a:rPr>
                      <m:t> </m:t>
                    </m:r>
                  </m:oMath>
                </a14:m>
                <a:endParaRPr lang="en-US" altLang="zh-CN" sz="2800" b="1" dirty="0">
                  <a:latin typeface="Times New Roman" panose="02020603050405020304" pitchFamily="18" charset="0"/>
                  <a:cs typeface="Times New Roman" panose="02020603050405020304" pitchFamily="18" charset="0"/>
                </a:endParaRPr>
              </a:p>
              <a:p>
                <a:pPr>
                  <a:lnSpc>
                    <a:spcPct val="150000"/>
                  </a:lnSpc>
                  <a:spcBef>
                    <a:spcPts val="1200"/>
                  </a:spcBef>
                </a:pPr>
                <a14:m>
                  <m:oMathPara xmlns:m="http://schemas.openxmlformats.org/officeDocument/2006/math">
                    <m:oMathParaPr>
                      <m:jc m:val="centerGroup"/>
                    </m:oMathParaPr>
                    <m:oMath xmlns:m="http://schemas.openxmlformats.org/officeDocument/2006/math">
                      <m:r>
                        <a:rPr lang="zh-CN" altLang="en-US" sz="2800" b="1" i="1">
                          <a:latin typeface="Cambria Math" panose="02040503050406030204" pitchFamily="18" charset="0"/>
                          <a:cs typeface="Times New Roman" panose="02020603050405020304" pitchFamily="18" charset="0"/>
                        </a:rPr>
                        <m:t>∆</m:t>
                      </m:r>
                      <m:r>
                        <a:rPr lang="en-US" altLang="zh-CN" sz="2800" b="1" i="1" dirty="0" smtClean="0">
                          <a:latin typeface="Cambria Math" panose="02040503050406030204" pitchFamily="18" charset="0"/>
                          <a:cs typeface="Times New Roman" panose="02020603050405020304" pitchFamily="18" charset="0"/>
                        </a:rPr>
                        <m:t>=</m:t>
                      </m:r>
                      <m:f>
                        <m:fPr>
                          <m:ctrlPr>
                            <a:rPr lang="en-US" altLang="zh-CN" sz="2800" b="1" i="1" dirty="0" smtClean="0">
                              <a:latin typeface="Cambria Math" panose="02040503050406030204" pitchFamily="18" charset="0"/>
                              <a:cs typeface="Times New Roman" panose="02020603050405020304" pitchFamily="18" charset="0"/>
                            </a:rPr>
                          </m:ctrlPr>
                        </m:fPr>
                        <m:num>
                          <m:r>
                            <m:rPr>
                              <m:nor/>
                            </m:rPr>
                            <a:rPr lang="en-US" altLang="zh-CN" sz="2800" b="1" i="0" dirty="0" smtClean="0">
                              <a:latin typeface="Times New Roman" panose="02020603050405020304" pitchFamily="18" charset="0"/>
                              <a:cs typeface="Times New Roman" panose="02020603050405020304" pitchFamily="18" charset="0"/>
                            </a:rPr>
                            <m:t>159.5-124.5</m:t>
                          </m:r>
                        </m:num>
                        <m:den>
                          <m:r>
                            <m:rPr>
                              <m:nor/>
                            </m:rPr>
                            <a:rPr lang="en-US" altLang="zh-CN" sz="2800" b="1" i="0" dirty="0">
                              <a:latin typeface="Times New Roman" panose="02020603050405020304" pitchFamily="18" charset="0"/>
                              <a:cs typeface="Times New Roman" panose="02020603050405020304" pitchFamily="18" charset="0"/>
                            </a:rPr>
                            <m:t>7</m:t>
                          </m:r>
                        </m:den>
                      </m:f>
                      <m:r>
                        <m:rPr>
                          <m:nor/>
                        </m:rPr>
                        <a:rPr lang="en-US" altLang="zh-CN" sz="2800" b="1" i="0" dirty="0" smtClean="0">
                          <a:latin typeface="Times New Roman" panose="02020603050405020304" pitchFamily="18" charset="0"/>
                          <a:cs typeface="Times New Roman" panose="02020603050405020304" pitchFamily="18" charset="0"/>
                        </a:rPr>
                        <m:t>=5</m:t>
                      </m:r>
                      <m:r>
                        <a:rPr lang="zh-CN" altLang="en-US" sz="2800" b="1" dirty="0">
                          <a:latin typeface="Cambria Math" panose="02040503050406030204" pitchFamily="18" charset="0"/>
                          <a:cs typeface="Times New Roman" panose="02020603050405020304" pitchFamily="18" charset="0"/>
                        </a:rPr>
                        <m:t>，</m:t>
                      </m:r>
                      <m:r>
                        <a:rPr lang="zh-CN" altLang="en-US" sz="2800" b="1" i="1" smtClean="0">
                          <a:solidFill>
                            <a:srgbClr val="FF0000"/>
                          </a:solidFill>
                          <a:latin typeface="Cambria Math" panose="02040503050406030204" pitchFamily="18" charset="0"/>
                          <a:cs typeface="Times New Roman" panose="02020603050405020304" pitchFamily="18" charset="0"/>
                        </a:rPr>
                        <m:t>∆</m:t>
                      </m:r>
                      <m:r>
                        <a:rPr lang="zh-CN" altLang="en-US" sz="2800" b="1" i="1" dirty="0" smtClean="0">
                          <a:solidFill>
                            <a:srgbClr val="FF0000"/>
                          </a:solidFill>
                          <a:latin typeface="Cambria Math" panose="02040503050406030204" pitchFamily="18" charset="0"/>
                          <a:cs typeface="Times New Roman" panose="02020603050405020304" pitchFamily="18" charset="0"/>
                        </a:rPr>
                        <m:t>为组距</m:t>
                      </m:r>
                      <m:r>
                        <a:rPr lang="zh-CN" altLang="en-US" sz="2800" b="1" i="1" dirty="0">
                          <a:latin typeface="Cambria Math" panose="02040503050406030204" pitchFamily="18" charset="0"/>
                          <a:cs typeface="Times New Roman" panose="02020603050405020304" pitchFamily="18" charset="0"/>
                        </a:rPr>
                        <m:t>，小区间的端点称为组限</m:t>
                      </m:r>
                    </m:oMath>
                  </m:oMathPara>
                </a14:m>
                <a:endParaRPr lang="en-US" altLang="zh-CN" sz="2800" b="1" dirty="0">
                  <a:latin typeface="Times New Roman" panose="02020603050405020304" pitchFamily="18" charset="0"/>
                  <a:cs typeface="Times New Roman" panose="02020603050405020304" pitchFamily="18" charset="0"/>
                </a:endParaRPr>
              </a:p>
              <a:p>
                <a:pPr marL="514350" indent="-514350">
                  <a:lnSpc>
                    <a:spcPct val="150000"/>
                  </a:lnSpc>
                  <a:spcBef>
                    <a:spcPts val="1200"/>
                  </a:spcBef>
                  <a:buFont typeface="+mj-lt"/>
                  <a:buAutoNum type="arabicPeriod" startAt="3"/>
                </a:pPr>
                <a:endParaRPr lang="zh-CN" altLang="en-US" sz="2800" b="1" dirty="0">
                  <a:latin typeface="Times New Roman" panose="02020603050405020304" pitchFamily="18" charset="0"/>
                  <a:cs typeface="Times New Roman" panose="02020603050405020304" pitchFamily="18" charset="0"/>
                </a:endParaRPr>
              </a:p>
            </p:txBody>
          </p:sp>
        </mc:Choice>
        <mc:Fallback>
          <p:sp>
            <p:nvSpPr>
              <p:cNvPr id="4" name="文本框 3">
                <a:extLst>
                  <a:ext uri="{FF2B5EF4-FFF2-40B4-BE49-F238E27FC236}">
                    <a16:creationId xmlns:a16="http://schemas.microsoft.com/office/drawing/2014/main" id="{104E744D-FFAF-EDA3-E9D0-BD623F209453}"/>
                  </a:ext>
                </a:extLst>
              </p:cNvPr>
              <p:cNvSpPr txBox="1">
                <a:spLocks noRot="1" noChangeAspect="1" noMove="1" noResize="1" noEditPoints="1" noAdjustHandles="1" noChangeArrowheads="1" noChangeShapeType="1" noTextEdit="1"/>
              </p:cNvSpPr>
              <p:nvPr/>
            </p:nvSpPr>
            <p:spPr>
              <a:xfrm>
                <a:off x="406474" y="1316604"/>
                <a:ext cx="11278845" cy="3479671"/>
              </a:xfrm>
              <a:prstGeom prst="rect">
                <a:avLst/>
              </a:prstGeom>
              <a:blipFill>
                <a:blip r:embed="rId2"/>
                <a:stretch>
                  <a:fillRect l="-9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067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04F0EB-2FF5-ED9A-4EF5-BA699E45A685}"/>
              </a:ext>
            </a:extLst>
          </p:cNvPr>
          <p:cNvSpPr txBox="1"/>
          <p:nvPr/>
        </p:nvSpPr>
        <p:spPr>
          <a:xfrm>
            <a:off x="176579" y="4916439"/>
            <a:ext cx="11838842" cy="1756058"/>
          </a:xfrm>
          <a:prstGeom prst="rect">
            <a:avLst/>
          </a:prstGeom>
          <a:noFill/>
          <a:ln>
            <a:solidFill>
              <a:schemeClr val="accent1"/>
            </a:solidFill>
          </a:ln>
        </p:spPr>
        <p:txBody>
          <a:bodyPr wrap="square">
            <a:spAutoFit/>
          </a:bodyPr>
          <a:lstStyle/>
          <a:p>
            <a:pPr>
              <a:lnSpc>
                <a:spcPct val="110000"/>
              </a:lnSpc>
            </a:pPr>
            <a:r>
              <a:rPr lang="en-US" altLang="zh-CN" sz="2000" dirty="0">
                <a:latin typeface="Arial" panose="020B0604020202020204" pitchFamily="34" charset="0"/>
                <a:cs typeface="Arial" panose="020B0604020202020204" pitchFamily="34" charset="0"/>
              </a:rPr>
              <a:t>126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139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146</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147</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149</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150</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152</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153</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154</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155</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158</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158</a:t>
            </a:r>
            <a:endParaRPr lang="zh-CN" altLang="en-US" sz="2000" dirty="0">
              <a:latin typeface="Arial" panose="020B0604020202020204" pitchFamily="34" charset="0"/>
              <a:cs typeface="Arial" panose="020B0604020202020204" pitchFamily="34" charset="0"/>
            </a:endParaRPr>
          </a:p>
        </p:txBody>
      </p:sp>
      <p:graphicFrame>
        <p:nvGraphicFramePr>
          <p:cNvPr id="3" name="表格 4">
            <a:extLst>
              <a:ext uri="{FF2B5EF4-FFF2-40B4-BE49-F238E27FC236}">
                <a16:creationId xmlns:a16="http://schemas.microsoft.com/office/drawing/2014/main" id="{7C56C434-FAF9-990F-4553-FB398B0D9735}"/>
              </a:ext>
            </a:extLst>
          </p:cNvPr>
          <p:cNvGraphicFramePr>
            <a:graphicFrameLocks noGrp="1"/>
          </p:cNvGraphicFramePr>
          <p:nvPr>
            <p:extLst>
              <p:ext uri="{D42A27DB-BD31-4B8C-83A1-F6EECF244321}">
                <p14:modId xmlns:p14="http://schemas.microsoft.com/office/powerpoint/2010/main" val="3380835204"/>
              </p:ext>
            </p:extLst>
          </p:nvPr>
        </p:nvGraphicFramePr>
        <p:xfrm>
          <a:off x="3259147" y="888184"/>
          <a:ext cx="5562600" cy="3614043"/>
        </p:xfrm>
        <a:graphic>
          <a:graphicData uri="http://schemas.openxmlformats.org/drawingml/2006/table">
            <a:tbl>
              <a:tblPr firstRow="1" bandRow="1">
                <a:tableStyleId>{5C22544A-7EE6-4342-B048-85BDC9FD1C3A}</a:tableStyleId>
              </a:tblPr>
              <a:tblGrid>
                <a:gridCol w="1971304">
                  <a:extLst>
                    <a:ext uri="{9D8B030D-6E8A-4147-A177-3AD203B41FA5}">
                      <a16:colId xmlns:a16="http://schemas.microsoft.com/office/drawing/2014/main" val="2713864443"/>
                    </a:ext>
                  </a:extLst>
                </a:gridCol>
                <a:gridCol w="1737096">
                  <a:extLst>
                    <a:ext uri="{9D8B030D-6E8A-4147-A177-3AD203B41FA5}">
                      <a16:colId xmlns:a16="http://schemas.microsoft.com/office/drawing/2014/main" val="2164562518"/>
                    </a:ext>
                  </a:extLst>
                </a:gridCol>
                <a:gridCol w="1854200">
                  <a:extLst>
                    <a:ext uri="{9D8B030D-6E8A-4147-A177-3AD203B41FA5}">
                      <a16:colId xmlns:a16="http://schemas.microsoft.com/office/drawing/2014/main" val="1164039521"/>
                    </a:ext>
                  </a:extLst>
                </a:gridCol>
              </a:tblGrid>
              <a:tr h="370840">
                <a:tc>
                  <a:txBody>
                    <a:bodyPr/>
                    <a:lstStyle/>
                    <a:p>
                      <a:pPr algn="ctr">
                        <a:lnSpc>
                          <a:spcPct val="150000"/>
                        </a:lnSpc>
                      </a:pPr>
                      <a:r>
                        <a:rPr lang="zh-CN" altLang="en-US" b="1" dirty="0">
                          <a:latin typeface="Arial" panose="020B0604020202020204" pitchFamily="34" charset="0"/>
                          <a:cs typeface="Arial" panose="020B0604020202020204" pitchFamily="34" charset="0"/>
                        </a:rPr>
                        <a:t>组限</a:t>
                      </a:r>
                    </a:p>
                  </a:txBody>
                  <a:tcPr anchor="ctr"/>
                </a:tc>
                <a:tc>
                  <a:txBody>
                    <a:bodyPr/>
                    <a:lstStyle/>
                    <a:p>
                      <a:pPr algn="ctr">
                        <a:lnSpc>
                          <a:spcPct val="150000"/>
                        </a:lnSpc>
                      </a:pPr>
                      <a:r>
                        <a:rPr lang="zh-CN" altLang="en-US" b="1" dirty="0">
                          <a:latin typeface="Arial" panose="020B0604020202020204" pitchFamily="34" charset="0"/>
                          <a:cs typeface="Arial" panose="020B0604020202020204" pitchFamily="34" charset="0"/>
                        </a:rPr>
                        <a:t>频数</a:t>
                      </a:r>
                    </a:p>
                  </a:txBody>
                  <a:tcPr anchor="ctr"/>
                </a:tc>
                <a:tc>
                  <a:txBody>
                    <a:bodyPr/>
                    <a:lstStyle/>
                    <a:p>
                      <a:pPr algn="ctr">
                        <a:lnSpc>
                          <a:spcPct val="150000"/>
                        </a:lnSpc>
                      </a:pPr>
                      <a:r>
                        <a:rPr lang="zh-CN" altLang="en-US" b="1" dirty="0">
                          <a:latin typeface="Arial" panose="020B0604020202020204" pitchFamily="34" charset="0"/>
                          <a:cs typeface="Arial" panose="020B0604020202020204" pitchFamily="34" charset="0"/>
                        </a:rPr>
                        <a:t>频率</a:t>
                      </a:r>
                    </a:p>
                  </a:txBody>
                  <a:tcPr anchor="ctr"/>
                </a:tc>
                <a:extLst>
                  <a:ext uri="{0D108BD9-81ED-4DB2-BD59-A6C34878D82A}">
                    <a16:rowId xmlns:a16="http://schemas.microsoft.com/office/drawing/2014/main" val="341748940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124.5~129.5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4326325"/>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129.5~134.5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99376679"/>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134.5~139.5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0260096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139.5~144.5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0520394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144.5~149.5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51256662"/>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149.5~154.5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25112840"/>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154.5~159.5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64777830"/>
                  </a:ext>
                </a:extLst>
              </a:tr>
            </a:tbl>
          </a:graphicData>
        </a:graphic>
      </p:graphicFrame>
      <p:sp>
        <p:nvSpPr>
          <p:cNvPr id="5" name="文本框 4">
            <a:extLst>
              <a:ext uri="{FF2B5EF4-FFF2-40B4-BE49-F238E27FC236}">
                <a16:creationId xmlns:a16="http://schemas.microsoft.com/office/drawing/2014/main" id="{37896E2B-5A0C-D17A-4CC8-1A7C9F096491}"/>
              </a:ext>
            </a:extLst>
          </p:cNvPr>
          <p:cNvSpPr txBox="1"/>
          <p:nvPr/>
        </p:nvSpPr>
        <p:spPr>
          <a:xfrm>
            <a:off x="5929471" y="1901443"/>
            <a:ext cx="31290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4</a:t>
            </a:r>
            <a:endParaRPr kumimoji="1" lang="zh-CN" altLang="en-US"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AA7398C0-53DF-6CAB-EC96-8FDF05261B51}"/>
              </a:ext>
            </a:extLst>
          </p:cNvPr>
          <p:cNvSpPr txBox="1"/>
          <p:nvPr/>
        </p:nvSpPr>
        <p:spPr>
          <a:xfrm>
            <a:off x="5929471" y="1409148"/>
            <a:ext cx="31290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1</a:t>
            </a:r>
            <a:endParaRPr kumimoji="1"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539E23E8-E09E-18BA-E92B-4F62F25787F1}"/>
              </a:ext>
            </a:extLst>
          </p:cNvPr>
          <p:cNvSpPr txBox="1"/>
          <p:nvPr/>
        </p:nvSpPr>
        <p:spPr>
          <a:xfrm>
            <a:off x="5865351" y="2321284"/>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10</a:t>
            </a:r>
            <a:endParaRPr kumimoji="1" lang="zh-CN" altLang="en-US"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9E6A1E6D-C472-3FFF-242A-0C2B11F76ED7}"/>
              </a:ext>
            </a:extLst>
          </p:cNvPr>
          <p:cNvSpPr txBox="1"/>
          <p:nvPr/>
        </p:nvSpPr>
        <p:spPr>
          <a:xfrm>
            <a:off x="5865351" y="2762965"/>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33</a:t>
            </a:r>
            <a:endParaRPr kumimoji="1" lang="zh-CN" altLang="en-US"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E327F789-5E72-4C74-10F0-2BD4954319CE}"/>
              </a:ext>
            </a:extLst>
          </p:cNvPr>
          <p:cNvSpPr txBox="1"/>
          <p:nvPr/>
        </p:nvSpPr>
        <p:spPr>
          <a:xfrm>
            <a:off x="5865351" y="3269046"/>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24</a:t>
            </a:r>
            <a:endParaRPr kumimoji="1" lang="zh-CN" altLang="en-US"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8AD5FF3B-6695-412D-B736-0F886B2FF5C8}"/>
              </a:ext>
            </a:extLst>
          </p:cNvPr>
          <p:cNvSpPr txBox="1"/>
          <p:nvPr/>
        </p:nvSpPr>
        <p:spPr>
          <a:xfrm>
            <a:off x="5929471" y="3710727"/>
            <a:ext cx="31290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9</a:t>
            </a:r>
            <a:endParaRPr kumimoji="1" lang="zh-CN" altLang="en-US"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7BB7F2B6-C34C-A095-A07E-3F4B807FCD8F}"/>
              </a:ext>
            </a:extLst>
          </p:cNvPr>
          <p:cNvSpPr txBox="1"/>
          <p:nvPr/>
        </p:nvSpPr>
        <p:spPr>
          <a:xfrm>
            <a:off x="5929471" y="4106477"/>
            <a:ext cx="31290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3</a:t>
            </a:r>
            <a:endParaRPr kumimoji="1" lang="zh-CN" altLang="en-US"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E6B94058-9DE4-E8A0-E5BE-364EB21BB492}"/>
              </a:ext>
            </a:extLst>
          </p:cNvPr>
          <p:cNvSpPr txBox="1"/>
          <p:nvPr/>
        </p:nvSpPr>
        <p:spPr>
          <a:xfrm>
            <a:off x="7462981" y="1901443"/>
            <a:ext cx="88998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0.0476</a:t>
            </a:r>
            <a:endParaRPr kumimoji="1" lang="zh-CN" altLang="en-US"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7D77B311-CCC5-E2F8-6F01-F75D446F44B2}"/>
              </a:ext>
            </a:extLst>
          </p:cNvPr>
          <p:cNvSpPr txBox="1"/>
          <p:nvPr/>
        </p:nvSpPr>
        <p:spPr>
          <a:xfrm>
            <a:off x="7471540" y="1409148"/>
            <a:ext cx="872868"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0.0119</a:t>
            </a:r>
            <a:endParaRPr kumimoji="1" lang="zh-CN" altLang="en-US"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D426000F-90A1-27B6-3636-8CC97E7ED165}"/>
              </a:ext>
            </a:extLst>
          </p:cNvPr>
          <p:cNvSpPr txBox="1"/>
          <p:nvPr/>
        </p:nvSpPr>
        <p:spPr>
          <a:xfrm>
            <a:off x="7471540" y="2321284"/>
            <a:ext cx="872868"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0.1191</a:t>
            </a:r>
            <a:endParaRPr kumimoji="1" lang="zh-CN" altLang="en-US"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89BB5288-35DD-FC82-A64A-6C6FC565E759}"/>
              </a:ext>
            </a:extLst>
          </p:cNvPr>
          <p:cNvSpPr txBox="1"/>
          <p:nvPr/>
        </p:nvSpPr>
        <p:spPr>
          <a:xfrm>
            <a:off x="7462981" y="2762965"/>
            <a:ext cx="88998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0.3929</a:t>
            </a:r>
            <a:endParaRPr kumimoji="1" lang="zh-CN" altLang="en-US"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15F52A25-DA17-5071-F2E5-2F1F8A6A37F2}"/>
              </a:ext>
            </a:extLst>
          </p:cNvPr>
          <p:cNvSpPr txBox="1"/>
          <p:nvPr/>
        </p:nvSpPr>
        <p:spPr>
          <a:xfrm>
            <a:off x="7462981" y="3269046"/>
            <a:ext cx="88998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0.2857</a:t>
            </a:r>
            <a:endParaRPr kumimoji="1" lang="zh-CN" altLang="en-US"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1B912A4A-4409-13E2-8406-4A6E778D2583}"/>
              </a:ext>
            </a:extLst>
          </p:cNvPr>
          <p:cNvSpPr txBox="1"/>
          <p:nvPr/>
        </p:nvSpPr>
        <p:spPr>
          <a:xfrm>
            <a:off x="7462981" y="3710727"/>
            <a:ext cx="88998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0.1071</a:t>
            </a:r>
            <a:endParaRPr kumimoji="1" lang="zh-CN" altLang="en-US"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5A0EC64F-282A-4DF3-56AB-33CC46E3F94D}"/>
              </a:ext>
            </a:extLst>
          </p:cNvPr>
          <p:cNvSpPr txBox="1"/>
          <p:nvPr/>
        </p:nvSpPr>
        <p:spPr>
          <a:xfrm>
            <a:off x="7462981" y="4106477"/>
            <a:ext cx="88998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0.0357</a:t>
            </a:r>
            <a:endParaRPr kumimoji="1" lang="zh-CN" altLang="en-US" dirty="0">
              <a:latin typeface="Arial" panose="020B0604020202020204" pitchFamily="34" charset="0"/>
              <a:cs typeface="Arial" panose="020B0604020202020204" pitchFamily="34" charset="0"/>
            </a:endParaRPr>
          </a:p>
        </p:txBody>
      </p:sp>
      <p:sp>
        <p:nvSpPr>
          <p:cNvPr id="26" name="标题 1">
            <a:extLst>
              <a:ext uri="{FF2B5EF4-FFF2-40B4-BE49-F238E27FC236}">
                <a16:creationId xmlns:a16="http://schemas.microsoft.com/office/drawing/2014/main" id="{B1E94164-88A8-88F2-4A4C-295FDB350A43}"/>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spTree>
    <p:extLst>
      <p:ext uri="{BB962C8B-B14F-4D97-AF65-F5344CB8AC3E}">
        <p14:creationId xmlns:p14="http://schemas.microsoft.com/office/powerpoint/2010/main" val="72458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93D19AD0-61F6-1422-1C95-0DC05B7F323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pic>
        <p:nvPicPr>
          <p:cNvPr id="4" name="图片 3" descr="手机屏幕截图&#10;&#10;中度可信度描述已自动生成">
            <a:extLst>
              <a:ext uri="{FF2B5EF4-FFF2-40B4-BE49-F238E27FC236}">
                <a16:creationId xmlns:a16="http://schemas.microsoft.com/office/drawing/2014/main" id="{918CBC95-CCE9-1BDE-9DF8-17C626C70981}"/>
              </a:ext>
            </a:extLst>
          </p:cNvPr>
          <p:cNvPicPr>
            <a:picLocks noChangeAspect="1"/>
          </p:cNvPicPr>
          <p:nvPr/>
        </p:nvPicPr>
        <p:blipFill rotWithShape="1">
          <a:blip r:embed="rId2">
            <a:extLst>
              <a:ext uri="{28A0092B-C50C-407E-A947-70E740481C1C}">
                <a14:useLocalDpi xmlns:a14="http://schemas.microsoft.com/office/drawing/2010/main" val="0"/>
              </a:ext>
            </a:extLst>
          </a:blip>
          <a:srcRect l="7689"/>
          <a:stretch/>
        </p:blipFill>
        <p:spPr>
          <a:xfrm rot="16200000">
            <a:off x="7163767" y="-1011066"/>
            <a:ext cx="3344792" cy="9492976"/>
          </a:xfrm>
          <a:prstGeom prst="rect">
            <a:avLst/>
          </a:prstGeom>
        </p:spPr>
      </p:pic>
      <p:graphicFrame>
        <p:nvGraphicFramePr>
          <p:cNvPr id="2" name="表格 4">
            <a:extLst>
              <a:ext uri="{FF2B5EF4-FFF2-40B4-BE49-F238E27FC236}">
                <a16:creationId xmlns:a16="http://schemas.microsoft.com/office/drawing/2014/main" id="{ED6DBC19-5DE2-2D11-2DF6-FA26976E93C3}"/>
              </a:ext>
            </a:extLst>
          </p:cNvPr>
          <p:cNvGraphicFramePr>
            <a:graphicFrameLocks noGrp="1"/>
          </p:cNvGraphicFramePr>
          <p:nvPr>
            <p:extLst>
              <p:ext uri="{D42A27DB-BD31-4B8C-83A1-F6EECF244321}">
                <p14:modId xmlns:p14="http://schemas.microsoft.com/office/powerpoint/2010/main" val="1937115671"/>
              </p:ext>
            </p:extLst>
          </p:nvPr>
        </p:nvGraphicFramePr>
        <p:xfrm>
          <a:off x="115897" y="1793775"/>
          <a:ext cx="4356092" cy="3614043"/>
        </p:xfrm>
        <a:graphic>
          <a:graphicData uri="http://schemas.openxmlformats.org/drawingml/2006/table">
            <a:tbl>
              <a:tblPr firstRow="1" bandRow="1">
                <a:tableStyleId>{5C22544A-7EE6-4342-B048-85BDC9FD1C3A}</a:tableStyleId>
              </a:tblPr>
              <a:tblGrid>
                <a:gridCol w="1641466">
                  <a:extLst>
                    <a:ext uri="{9D8B030D-6E8A-4147-A177-3AD203B41FA5}">
                      <a16:colId xmlns:a16="http://schemas.microsoft.com/office/drawing/2014/main" val="2713864443"/>
                    </a:ext>
                  </a:extLst>
                </a:gridCol>
                <a:gridCol w="1300162">
                  <a:extLst>
                    <a:ext uri="{9D8B030D-6E8A-4147-A177-3AD203B41FA5}">
                      <a16:colId xmlns:a16="http://schemas.microsoft.com/office/drawing/2014/main" val="2164562518"/>
                    </a:ext>
                  </a:extLst>
                </a:gridCol>
                <a:gridCol w="1414464">
                  <a:extLst>
                    <a:ext uri="{9D8B030D-6E8A-4147-A177-3AD203B41FA5}">
                      <a16:colId xmlns:a16="http://schemas.microsoft.com/office/drawing/2014/main" val="1164039521"/>
                    </a:ext>
                  </a:extLst>
                </a:gridCol>
              </a:tblGrid>
              <a:tr h="370840">
                <a:tc>
                  <a:txBody>
                    <a:bodyPr/>
                    <a:lstStyle/>
                    <a:p>
                      <a:pPr algn="ctr">
                        <a:lnSpc>
                          <a:spcPct val="150000"/>
                        </a:lnSpc>
                      </a:pPr>
                      <a:r>
                        <a:rPr lang="zh-CN" altLang="en-US" b="1" dirty="0">
                          <a:latin typeface="Arial" panose="020B0604020202020204" pitchFamily="34" charset="0"/>
                          <a:cs typeface="Arial" panose="020B0604020202020204" pitchFamily="34" charset="0"/>
                        </a:rPr>
                        <a:t>组限</a:t>
                      </a:r>
                    </a:p>
                  </a:txBody>
                  <a:tcPr anchor="ctr"/>
                </a:tc>
                <a:tc>
                  <a:txBody>
                    <a:bodyPr/>
                    <a:lstStyle/>
                    <a:p>
                      <a:pPr algn="ctr">
                        <a:lnSpc>
                          <a:spcPct val="150000"/>
                        </a:lnSpc>
                      </a:pPr>
                      <a:r>
                        <a:rPr lang="zh-CN" altLang="en-US" b="1" dirty="0">
                          <a:latin typeface="Arial" panose="020B0604020202020204" pitchFamily="34" charset="0"/>
                          <a:cs typeface="Arial" panose="020B0604020202020204" pitchFamily="34" charset="0"/>
                        </a:rPr>
                        <a:t>频数</a:t>
                      </a:r>
                    </a:p>
                  </a:txBody>
                  <a:tcPr anchor="ctr"/>
                </a:tc>
                <a:tc>
                  <a:txBody>
                    <a:bodyPr/>
                    <a:lstStyle/>
                    <a:p>
                      <a:pPr algn="ctr">
                        <a:lnSpc>
                          <a:spcPct val="150000"/>
                        </a:lnSpc>
                      </a:pPr>
                      <a:r>
                        <a:rPr lang="zh-CN" altLang="en-US" b="1" dirty="0">
                          <a:latin typeface="Arial" panose="020B0604020202020204" pitchFamily="34" charset="0"/>
                          <a:cs typeface="Arial" panose="020B0604020202020204" pitchFamily="34" charset="0"/>
                        </a:rPr>
                        <a:t>频率</a:t>
                      </a:r>
                    </a:p>
                  </a:txBody>
                  <a:tcPr anchor="ctr"/>
                </a:tc>
                <a:extLst>
                  <a:ext uri="{0D108BD9-81ED-4DB2-BD59-A6C34878D82A}">
                    <a16:rowId xmlns:a16="http://schemas.microsoft.com/office/drawing/2014/main" val="341748940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124.5~129.5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4326325"/>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129.5~134.5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99376679"/>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134.5~139.5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0260096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139.5~144.5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05203944"/>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144.5~149.5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51256662"/>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149.5~154.5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25112840"/>
                  </a:ext>
                </a:extLst>
              </a:tr>
              <a:tr h="370840">
                <a:tc>
                  <a:txBody>
                    <a:bodyPr/>
                    <a:lstStyle/>
                    <a:p>
                      <a:pPr algn="ctr">
                        <a:lnSpc>
                          <a:spcPct val="150000"/>
                        </a:lnSpc>
                      </a:pPr>
                      <a:r>
                        <a:rPr lang="en-US" altLang="zh-CN" dirty="0">
                          <a:latin typeface="Arial" panose="020B0604020202020204" pitchFamily="34" charset="0"/>
                          <a:cs typeface="Arial" panose="020B0604020202020204" pitchFamily="34" charset="0"/>
                        </a:rPr>
                        <a:t>154.5~159.5</a:t>
                      </a:r>
                      <a:endParaRPr lang="zh-CN" altLang="en-US" dirty="0">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a:latin typeface="Arial" panose="020B0604020202020204" pitchFamily="34" charset="0"/>
                        <a:cs typeface="Arial" panose="020B0604020202020204" pitchFamily="34" charset="0"/>
                      </a:endParaRPr>
                    </a:p>
                  </a:txBody>
                  <a:tcPr/>
                </a:tc>
                <a:tc>
                  <a:txBody>
                    <a:bodyPr/>
                    <a:lstStyle/>
                    <a:p>
                      <a:pPr algn="ctr">
                        <a:lnSpc>
                          <a:spcPct val="150000"/>
                        </a:lnSpc>
                      </a:pPr>
                      <a:endParaRPr lang="zh-CN" alt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64777830"/>
                  </a:ext>
                </a:extLst>
              </a:tr>
            </a:tbl>
          </a:graphicData>
        </a:graphic>
      </p:graphicFrame>
      <p:sp>
        <p:nvSpPr>
          <p:cNvPr id="3" name="文本框 2">
            <a:extLst>
              <a:ext uri="{FF2B5EF4-FFF2-40B4-BE49-F238E27FC236}">
                <a16:creationId xmlns:a16="http://schemas.microsoft.com/office/drawing/2014/main" id="{B834D906-8496-6334-01D9-6C9918E24CD2}"/>
              </a:ext>
            </a:extLst>
          </p:cNvPr>
          <p:cNvSpPr txBox="1"/>
          <p:nvPr/>
        </p:nvSpPr>
        <p:spPr>
          <a:xfrm>
            <a:off x="2257577" y="2807034"/>
            <a:ext cx="31290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4</a:t>
            </a:r>
            <a:endParaRPr kumimoji="1" lang="zh-CN" altLang="en-US"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C0C3F672-2550-2D63-2212-1818557E6737}"/>
              </a:ext>
            </a:extLst>
          </p:cNvPr>
          <p:cNvSpPr txBox="1"/>
          <p:nvPr/>
        </p:nvSpPr>
        <p:spPr>
          <a:xfrm>
            <a:off x="2257577" y="2314739"/>
            <a:ext cx="31290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1</a:t>
            </a:r>
            <a:endParaRPr kumimoji="1" lang="zh-CN" altLang="en-US"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B54142D8-3F0B-9485-BD0A-3E03B8B05DC2}"/>
              </a:ext>
            </a:extLst>
          </p:cNvPr>
          <p:cNvSpPr txBox="1"/>
          <p:nvPr/>
        </p:nvSpPr>
        <p:spPr>
          <a:xfrm>
            <a:off x="2193457" y="3226875"/>
            <a:ext cx="44114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10</a:t>
            </a:r>
            <a:endParaRPr kumimoji="1" lang="zh-CN" altLang="en-US"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6432F7E0-A31F-E9C8-76F2-70306598F8E3}"/>
              </a:ext>
            </a:extLst>
          </p:cNvPr>
          <p:cNvSpPr txBox="1"/>
          <p:nvPr/>
        </p:nvSpPr>
        <p:spPr>
          <a:xfrm>
            <a:off x="2193457" y="3668556"/>
            <a:ext cx="44114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33</a:t>
            </a:r>
            <a:endParaRPr kumimoji="1" lang="zh-CN" altLang="en-US"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FC11DFA4-74B8-7184-217F-38C5CA933DE2}"/>
              </a:ext>
            </a:extLst>
          </p:cNvPr>
          <p:cNvSpPr txBox="1"/>
          <p:nvPr/>
        </p:nvSpPr>
        <p:spPr>
          <a:xfrm>
            <a:off x="2193457" y="4174637"/>
            <a:ext cx="44114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24</a:t>
            </a:r>
            <a:endParaRPr kumimoji="1" lang="zh-CN" altLang="en-US"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07CACD50-59DE-E580-0B6D-6F9376240C64}"/>
              </a:ext>
            </a:extLst>
          </p:cNvPr>
          <p:cNvSpPr txBox="1"/>
          <p:nvPr/>
        </p:nvSpPr>
        <p:spPr>
          <a:xfrm>
            <a:off x="2257577" y="4616318"/>
            <a:ext cx="31290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9</a:t>
            </a:r>
            <a:endParaRPr kumimoji="1" lang="zh-CN" altLang="en-US"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3D21F510-8AEA-95A6-5145-0F9AF80D52C3}"/>
              </a:ext>
            </a:extLst>
          </p:cNvPr>
          <p:cNvSpPr txBox="1"/>
          <p:nvPr/>
        </p:nvSpPr>
        <p:spPr>
          <a:xfrm>
            <a:off x="2257577" y="5012068"/>
            <a:ext cx="312906"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3</a:t>
            </a:r>
            <a:endParaRPr kumimoji="1" lang="zh-CN" altLang="en-US"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04820258-F443-39D9-01C1-B9E0D93D0225}"/>
              </a:ext>
            </a:extLst>
          </p:cNvPr>
          <p:cNvSpPr txBox="1"/>
          <p:nvPr/>
        </p:nvSpPr>
        <p:spPr>
          <a:xfrm>
            <a:off x="3362455" y="2807034"/>
            <a:ext cx="889987"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0.0476</a:t>
            </a:r>
            <a:endParaRPr kumimoji="1" lang="zh-CN" altLang="en-US"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FDC558B3-35AB-EF48-9D3D-027A32C22A50}"/>
              </a:ext>
            </a:extLst>
          </p:cNvPr>
          <p:cNvSpPr txBox="1"/>
          <p:nvPr/>
        </p:nvSpPr>
        <p:spPr>
          <a:xfrm>
            <a:off x="3371014" y="2314739"/>
            <a:ext cx="872868"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0.0119</a:t>
            </a:r>
            <a:endParaRPr kumimoji="1" lang="zh-CN" altLang="en-US"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B1A9C8E6-912A-0A9F-C694-46ECB17D8D30}"/>
              </a:ext>
            </a:extLst>
          </p:cNvPr>
          <p:cNvSpPr txBox="1"/>
          <p:nvPr/>
        </p:nvSpPr>
        <p:spPr>
          <a:xfrm>
            <a:off x="3371014" y="3226875"/>
            <a:ext cx="872868"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0.1191</a:t>
            </a:r>
            <a:endParaRPr kumimoji="1" lang="zh-CN" altLang="en-US"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BF29AAD2-A443-CA22-B590-5AADBC10F49A}"/>
              </a:ext>
            </a:extLst>
          </p:cNvPr>
          <p:cNvSpPr txBox="1"/>
          <p:nvPr/>
        </p:nvSpPr>
        <p:spPr>
          <a:xfrm>
            <a:off x="3362455" y="3668556"/>
            <a:ext cx="889987"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0.3929</a:t>
            </a:r>
            <a:endParaRPr kumimoji="1" lang="zh-CN" altLang="en-US"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350F141D-1084-AD22-2353-DDC0404C8E89}"/>
              </a:ext>
            </a:extLst>
          </p:cNvPr>
          <p:cNvSpPr txBox="1"/>
          <p:nvPr/>
        </p:nvSpPr>
        <p:spPr>
          <a:xfrm>
            <a:off x="3362455" y="4174637"/>
            <a:ext cx="889987"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0.2857</a:t>
            </a:r>
            <a:endParaRPr kumimoji="1" lang="zh-CN" altLang="en-US"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D374DF4B-D122-A49D-F4AD-8B3D45726469}"/>
              </a:ext>
            </a:extLst>
          </p:cNvPr>
          <p:cNvSpPr txBox="1"/>
          <p:nvPr/>
        </p:nvSpPr>
        <p:spPr>
          <a:xfrm>
            <a:off x="3362455" y="4616318"/>
            <a:ext cx="889987"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0.1071</a:t>
            </a:r>
            <a:endParaRPr kumimoji="1" lang="zh-CN" altLang="en-US"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A575A7FF-F8A7-932F-95EC-6EC6ADA7B036}"/>
              </a:ext>
            </a:extLst>
          </p:cNvPr>
          <p:cNvSpPr txBox="1"/>
          <p:nvPr/>
        </p:nvSpPr>
        <p:spPr>
          <a:xfrm>
            <a:off x="3362455" y="5012068"/>
            <a:ext cx="889987" cy="369332"/>
          </a:xfrm>
          <a:prstGeom prst="rect">
            <a:avLst/>
          </a:prstGeom>
          <a:noFill/>
        </p:spPr>
        <p:txBody>
          <a:bodyPr wrap="square" rtlCol="0">
            <a:spAutoFit/>
          </a:bodyPr>
          <a:lstStyle/>
          <a:p>
            <a:r>
              <a:rPr kumimoji="1" lang="en-US" altLang="zh-CN" dirty="0">
                <a:latin typeface="Arial" panose="020B0604020202020204" pitchFamily="34" charset="0"/>
                <a:cs typeface="Arial" panose="020B0604020202020204" pitchFamily="34" charset="0"/>
              </a:rPr>
              <a:t>0.0357</a:t>
            </a:r>
            <a:endParaRPr kumimoji="1" lang="zh-CN" altLang="en-US"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5C59A197-B5C5-8B99-CCFD-24296017CF99}"/>
              </a:ext>
            </a:extLst>
          </p:cNvPr>
          <p:cNvSpPr txBox="1"/>
          <p:nvPr/>
        </p:nvSpPr>
        <p:spPr>
          <a:xfrm>
            <a:off x="5114925" y="6272213"/>
            <a:ext cx="184731" cy="369332"/>
          </a:xfrm>
          <a:prstGeom prst="rect">
            <a:avLst/>
          </a:prstGeom>
          <a:noFill/>
        </p:spPr>
        <p:txBody>
          <a:bodyPr wrap="none" rtlCol="0">
            <a:spAutoFit/>
          </a:bodyPr>
          <a:lstStyle/>
          <a:p>
            <a:endParaRPr kumimoji="1" lang="zh-CN" altLang="en-US" dirty="0"/>
          </a:p>
        </p:txBody>
      </p:sp>
      <mc:AlternateContent xmlns:mc="http://schemas.openxmlformats.org/markup-compatibility/2006">
        <mc:Choice xmlns:a14="http://schemas.microsoft.com/office/drawing/2010/main" Requires="a14">
          <p:sp>
            <p:nvSpPr>
              <p:cNvPr id="22" name="文本框 21">
                <a:extLst>
                  <a:ext uri="{FF2B5EF4-FFF2-40B4-BE49-F238E27FC236}">
                    <a16:creationId xmlns:a16="http://schemas.microsoft.com/office/drawing/2014/main" id="{A8B62B1C-9092-C3CD-A53B-6D3BDEB46B89}"/>
                  </a:ext>
                </a:extLst>
              </p:cNvPr>
              <p:cNvSpPr txBox="1"/>
              <p:nvPr/>
            </p:nvSpPr>
            <p:spPr>
              <a:xfrm>
                <a:off x="6096000" y="5902881"/>
                <a:ext cx="6793706" cy="461665"/>
              </a:xfrm>
              <a:prstGeom prst="rect">
                <a:avLst/>
              </a:prstGeom>
              <a:noFill/>
            </p:spPr>
            <p:txBody>
              <a:bodyPr wrap="square">
                <a:spAutoFit/>
              </a:bodyPr>
              <a:lstStyle/>
              <a:p>
                <a:r>
                  <a:rPr lang="zh-CN" altLang="en-US" sz="2400" b="1" dirty="0">
                    <a:latin typeface="Times New Roman" panose="02020603050405020304" pitchFamily="18" charset="0"/>
                    <a:cs typeface="Times New Roman" panose="02020603050405020304" pitchFamily="18" charset="0"/>
                  </a:rPr>
                  <a:t>对总体</a:t>
                </a:r>
                <a14:m>
                  <m:oMath xmlns:m="http://schemas.openxmlformats.org/officeDocument/2006/math">
                    <m:r>
                      <a:rPr lang="en-US" altLang="zh-CN" sz="2400" b="1" i="1" dirty="0" smtClean="0">
                        <a:latin typeface="Cambria Math" panose="02040503050406030204" pitchFamily="18" charset="0"/>
                        <a:cs typeface="Times New Roman" panose="02020603050405020304" pitchFamily="18" charset="0"/>
                      </a:rPr>
                      <m:t>𝑿</m:t>
                    </m:r>
                  </m:oMath>
                </a14:m>
                <a:r>
                  <a:rPr lang="zh-CN" altLang="en-US" sz="2400" b="1" dirty="0">
                    <a:latin typeface="Times New Roman" panose="02020603050405020304" pitchFamily="18" charset="0"/>
                    <a:cs typeface="Times New Roman" panose="02020603050405020304" pitchFamily="18" charset="0"/>
                  </a:rPr>
                  <a:t>的分布有一个粗略的了解</a:t>
                </a:r>
                <a:endParaRPr lang="zh-CN" altLang="en-US" sz="2400" dirty="0"/>
              </a:p>
            </p:txBody>
          </p:sp>
        </mc:Choice>
        <mc:Fallback>
          <p:sp>
            <p:nvSpPr>
              <p:cNvPr id="22" name="文本框 21">
                <a:extLst>
                  <a:ext uri="{FF2B5EF4-FFF2-40B4-BE49-F238E27FC236}">
                    <a16:creationId xmlns:a16="http://schemas.microsoft.com/office/drawing/2014/main" id="{A8B62B1C-9092-C3CD-A53B-6D3BDEB46B89}"/>
                  </a:ext>
                </a:extLst>
              </p:cNvPr>
              <p:cNvSpPr txBox="1">
                <a:spLocks noRot="1" noChangeAspect="1" noMove="1" noResize="1" noEditPoints="1" noAdjustHandles="1" noChangeArrowheads="1" noChangeShapeType="1" noTextEdit="1"/>
              </p:cNvSpPr>
              <p:nvPr/>
            </p:nvSpPr>
            <p:spPr>
              <a:xfrm>
                <a:off x="6096000" y="5902881"/>
                <a:ext cx="6793706" cy="461665"/>
              </a:xfrm>
              <a:prstGeom prst="rect">
                <a:avLst/>
              </a:prstGeom>
              <a:blipFill>
                <a:blip r:embed="rId3"/>
                <a:stretch>
                  <a:fillRect l="-1495" t="-15789" b="-236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148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93D19AD0-61F6-1422-1C95-0DC05B7F323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直方图</a:t>
            </a:r>
          </a:p>
        </p:txBody>
      </p:sp>
      <p:pic>
        <p:nvPicPr>
          <p:cNvPr id="4" name="图片 3" descr="手机屏幕截图&#10;&#10;中度可信度描述已自动生成">
            <a:extLst>
              <a:ext uri="{FF2B5EF4-FFF2-40B4-BE49-F238E27FC236}">
                <a16:creationId xmlns:a16="http://schemas.microsoft.com/office/drawing/2014/main" id="{918CBC95-CCE9-1BDE-9DF8-17C626C70981}"/>
              </a:ext>
            </a:extLst>
          </p:cNvPr>
          <p:cNvPicPr>
            <a:picLocks noChangeAspect="1"/>
          </p:cNvPicPr>
          <p:nvPr/>
        </p:nvPicPr>
        <p:blipFill rotWithShape="1">
          <a:blip r:embed="rId2">
            <a:extLst>
              <a:ext uri="{28A0092B-C50C-407E-A947-70E740481C1C}">
                <a14:useLocalDpi xmlns:a14="http://schemas.microsoft.com/office/drawing/2010/main" val="0"/>
              </a:ext>
            </a:extLst>
          </a:blip>
          <a:srcRect l="7689"/>
          <a:stretch/>
        </p:blipFill>
        <p:spPr>
          <a:xfrm rot="16200000">
            <a:off x="4634880" y="-1725441"/>
            <a:ext cx="3344792" cy="9492976"/>
          </a:xfrm>
          <a:prstGeom prst="rect">
            <a:avLst/>
          </a:prstGeom>
        </p:spPr>
      </p:pic>
      <p:sp>
        <p:nvSpPr>
          <p:cNvPr id="7" name="文本框 6">
            <a:extLst>
              <a:ext uri="{FF2B5EF4-FFF2-40B4-BE49-F238E27FC236}">
                <a16:creationId xmlns:a16="http://schemas.microsoft.com/office/drawing/2014/main" id="{269321FE-F2BD-FF0B-6CCC-9E288EB0F941}"/>
              </a:ext>
            </a:extLst>
          </p:cNvPr>
          <p:cNvSpPr txBox="1"/>
          <p:nvPr/>
        </p:nvSpPr>
        <p:spPr>
          <a:xfrm>
            <a:off x="1617106" y="4889572"/>
            <a:ext cx="10286521" cy="1953868"/>
          </a:xfrm>
          <a:prstGeom prst="rect">
            <a:avLst/>
          </a:prstGeom>
          <a:noFill/>
        </p:spPr>
        <p:txBody>
          <a:bodyPr wrap="square" rtlCol="0">
            <a:spAutoFit/>
          </a:bodyPr>
          <a:lstStyle/>
          <a:p>
            <a:pPr marL="514350" indent="-514350">
              <a:lnSpc>
                <a:spcPct val="150000"/>
              </a:lnSpc>
              <a:buFont typeface="+mj-lt"/>
              <a:buAutoNum type="arabicPeriod"/>
            </a:pPr>
            <a:r>
              <a:rPr lang="en-US" altLang="zh-CN" sz="2800" b="1" dirty="0">
                <a:latin typeface="Times New Roman" panose="02020603050405020304" pitchFamily="18" charset="0"/>
                <a:cs typeface="Times New Roman" panose="02020603050405020304" pitchFamily="18" charset="0"/>
              </a:rPr>
              <a:t>51.2%</a:t>
            </a:r>
            <a:r>
              <a:rPr lang="zh-CN" altLang="en-US" sz="2800" b="1" dirty="0">
                <a:latin typeface="Times New Roman" panose="02020603050405020304" pitchFamily="18" charset="0"/>
                <a:cs typeface="Times New Roman" panose="02020603050405020304" pitchFamily="18" charset="0"/>
              </a:rPr>
              <a:t>的人的最大头颅宽度落在区间（</a:t>
            </a:r>
            <a:r>
              <a:rPr lang="en-US" altLang="zh-CN" sz="2800" b="1" dirty="0">
                <a:latin typeface="Times New Roman" panose="02020603050405020304" pitchFamily="18" charset="0"/>
                <a:cs typeface="Times New Roman" panose="02020603050405020304" pitchFamily="18" charset="0"/>
              </a:rPr>
              <a:t>134.5-144.5</a:t>
            </a:r>
            <a:r>
              <a:rPr lang="zh-CN" altLang="en-US"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zh-CN" altLang="en-US" sz="2800" b="1" dirty="0">
                <a:latin typeface="Times New Roman" panose="02020603050405020304" pitchFamily="18" charset="0"/>
                <a:cs typeface="Times New Roman" panose="02020603050405020304" pitchFamily="18" charset="0"/>
              </a:rPr>
              <a:t>最大头颅宽度小于</a:t>
            </a:r>
            <a:r>
              <a:rPr lang="en-US" altLang="zh-CN" sz="2800" b="1" dirty="0">
                <a:latin typeface="Times New Roman" panose="02020603050405020304" pitchFamily="18" charset="0"/>
                <a:cs typeface="Times New Roman" panose="02020603050405020304" pitchFamily="18" charset="0"/>
              </a:rPr>
              <a:t>129.5</a:t>
            </a:r>
            <a:r>
              <a:rPr lang="zh-CN" altLang="en-US" sz="2800" b="1" dirty="0">
                <a:latin typeface="Times New Roman" panose="02020603050405020304" pitchFamily="18" charset="0"/>
                <a:cs typeface="Times New Roman" panose="02020603050405020304" pitchFamily="18" charset="0"/>
              </a:rPr>
              <a:t>的仅占</a:t>
            </a:r>
            <a:r>
              <a:rPr lang="en-US" altLang="zh-CN" sz="2800" b="1" dirty="0">
                <a:latin typeface="Times New Roman" panose="02020603050405020304" pitchFamily="18" charset="0"/>
                <a:cs typeface="Times New Roman" panose="02020603050405020304" pitchFamily="18" charset="0"/>
              </a:rPr>
              <a:t>1.19%</a:t>
            </a:r>
          </a:p>
          <a:p>
            <a:pPr marL="514350" indent="-514350">
              <a:lnSpc>
                <a:spcPct val="150000"/>
              </a:lnSpc>
              <a:buFont typeface="+mj-lt"/>
              <a:buAutoNum type="arabicPeriod"/>
            </a:pP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0843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FCABBC-D347-AFD3-67AC-A173FD668FCC}"/>
              </a:ext>
            </a:extLst>
          </p:cNvPr>
          <p:cNvSpPr>
            <a:spLocks noGrp="1"/>
          </p:cNvSpPr>
          <p:nvPr>
            <p:ph idx="1"/>
          </p:nvPr>
        </p:nvSpPr>
        <p:spPr/>
        <p:txBody>
          <a:bodyPr/>
          <a:lstStyle/>
          <a:p>
            <a:pPr marL="0" indent="0">
              <a:buNone/>
            </a:pPr>
            <a:r>
              <a:rPr lang="en-US" altLang="zh-CN" sz="2800" b="1" dirty="0">
                <a:latin typeface="Times New Roman" panose="02020603050405020304" pitchFamily="18" charset="0"/>
                <a:cs typeface="Times New Roman" panose="02020603050405020304" pitchFamily="18" charset="0"/>
              </a:rPr>
              <a:t>126</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131</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132</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132</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134</a:t>
            </a:r>
            <a:r>
              <a:rPr lang="zh-CN" altLang="en-US" sz="2800" b="1" dirty="0">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135</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135</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136</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r>
              <a:rPr lang="zh-CN" altLang="en-US" sz="2800" b="1" dirty="0">
                <a:latin typeface="Times New Roman" panose="02020603050405020304" pitchFamily="18" charset="0"/>
                <a:cs typeface="Times New Roman" panose="02020603050405020304" pitchFamily="18" charset="0"/>
              </a:rPr>
              <a:t>，</a:t>
            </a:r>
            <a:endParaRPr kumimoji="1" lang="zh-CN" altLang="en-US" b="1" dirty="0">
              <a:latin typeface="Times New Roman" panose="02020603050405020304" pitchFamily="18" charset="0"/>
              <a:cs typeface="Times New Roman" panose="02020603050405020304" pitchFamily="18" charset="0"/>
            </a:endParaRPr>
          </a:p>
        </p:txBody>
      </p:sp>
      <p:sp>
        <p:nvSpPr>
          <p:cNvPr id="4" name="标题 1">
            <a:extLst>
              <a:ext uri="{FF2B5EF4-FFF2-40B4-BE49-F238E27FC236}">
                <a16:creationId xmlns:a16="http://schemas.microsoft.com/office/drawing/2014/main" id="{E399A895-0FBE-7BF9-2B4C-A43B11867968}"/>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
        <p:nvSpPr>
          <p:cNvPr id="2" name="上箭头 1">
            <a:extLst>
              <a:ext uri="{FF2B5EF4-FFF2-40B4-BE49-F238E27FC236}">
                <a16:creationId xmlns:a16="http://schemas.microsoft.com/office/drawing/2014/main" id="{186A746C-5FD1-52AE-33E0-00382F9DC23B}"/>
              </a:ext>
            </a:extLst>
          </p:cNvPr>
          <p:cNvSpPr/>
          <p:nvPr/>
        </p:nvSpPr>
        <p:spPr>
          <a:xfrm>
            <a:off x="5486401" y="2371725"/>
            <a:ext cx="314325" cy="38576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C4774D80-C20A-6E53-3076-CB725963E093}"/>
              </a:ext>
            </a:extLst>
          </p:cNvPr>
          <p:cNvSpPr txBox="1"/>
          <p:nvPr/>
        </p:nvSpPr>
        <p:spPr>
          <a:xfrm>
            <a:off x="4679196" y="3023296"/>
            <a:ext cx="1928733" cy="1476110"/>
          </a:xfrm>
          <a:prstGeom prst="rect">
            <a:avLst/>
          </a:prstGeom>
          <a:noFill/>
        </p:spPr>
        <p:txBody>
          <a:bodyPr wrap="none" rtlCol="0">
            <a:spAutoFit/>
          </a:bodyPr>
          <a:lstStyle/>
          <a:p>
            <a:pPr algn="ctr">
              <a:lnSpc>
                <a:spcPct val="150000"/>
              </a:lnSpc>
            </a:pPr>
            <a:r>
              <a:rPr kumimoji="1" lang="zh-CN" altLang="en-US" sz="3200" b="1" dirty="0">
                <a:solidFill>
                  <a:srgbClr val="FF0000"/>
                </a:solidFill>
                <a:latin typeface="Times New Roman" panose="02020603050405020304" pitchFamily="18" charset="0"/>
                <a:cs typeface="Times New Roman" panose="02020603050405020304" pitchFamily="18" charset="0"/>
              </a:rPr>
              <a:t>中位数</a:t>
            </a:r>
            <a:endParaRPr kumimoji="1" lang="en-US" altLang="zh-CN" sz="3200" b="1" dirty="0">
              <a:solidFill>
                <a:srgbClr val="FF0000"/>
              </a:solidFill>
              <a:latin typeface="Times New Roman" panose="02020603050405020304" pitchFamily="18" charset="0"/>
              <a:cs typeface="Times New Roman" panose="02020603050405020304" pitchFamily="18" charset="0"/>
            </a:endParaRPr>
          </a:p>
          <a:p>
            <a:pPr algn="ctr">
              <a:lnSpc>
                <a:spcPct val="150000"/>
              </a:lnSpc>
            </a:pPr>
            <a:r>
              <a:rPr kumimoji="1" lang="en-US" altLang="zh-CN" sz="3200" b="1" dirty="0">
                <a:solidFill>
                  <a:srgbClr val="FF0000"/>
                </a:solidFill>
                <a:latin typeface="Times New Roman" panose="02020603050405020304" pitchFamily="18" charset="0"/>
                <a:cs typeface="Times New Roman" panose="02020603050405020304" pitchFamily="18" charset="0"/>
              </a:rPr>
              <a:t>0.5</a:t>
            </a:r>
            <a:r>
              <a:rPr kumimoji="1" lang="zh-CN" altLang="en-US" sz="3200" b="1" dirty="0">
                <a:solidFill>
                  <a:srgbClr val="FF0000"/>
                </a:solidFill>
                <a:latin typeface="Times New Roman" panose="02020603050405020304" pitchFamily="18" charset="0"/>
                <a:cs typeface="Times New Roman" panose="02020603050405020304" pitchFamily="18" charset="0"/>
              </a:rPr>
              <a:t>分位数</a:t>
            </a:r>
            <a:endParaRPr kumimoji="1" lang="en-US" altLang="zh-CN" sz="3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46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0C2F5D3-CF45-4CAC-83D7-C4EC4E5F5B5F}"/>
                  </a:ext>
                </a:extLst>
              </p:cNvPr>
              <p:cNvSpPr>
                <a:spLocks noGrp="1"/>
              </p:cNvSpPr>
              <p:nvPr>
                <p:ph idx="1"/>
              </p:nvPr>
            </p:nvSpPr>
            <p:spPr>
              <a:xfrm>
                <a:off x="516834" y="1608576"/>
                <a:ext cx="11485659" cy="6335485"/>
              </a:xfrm>
            </p:spPr>
            <p:txBody>
              <a:bodyPr>
                <a:normAutofit/>
              </a:bodyPr>
              <a:lstStyle/>
              <a:p>
                <a:pPr marL="0" indent="0">
                  <a:lnSpc>
                    <a:spcPct val="150000"/>
                  </a:lnSpc>
                  <a:buNone/>
                </a:pPr>
                <a:r>
                  <a:rPr lang="zh-CN" altLang="en-US" b="1" dirty="0">
                    <a:solidFill>
                      <a:srgbClr val="FF0000"/>
                    </a:solidFill>
                    <a:latin typeface="Times New Roman" panose="02020603050405020304" pitchFamily="18" charset="0"/>
                    <a:cs typeface="Times New Roman" panose="02020603050405020304" pitchFamily="18" charset="0"/>
                  </a:rPr>
                  <a:t>定义</a:t>
                </a:r>
                <a:r>
                  <a:rPr lang="zh-CN" altLang="en-US" b="1" dirty="0">
                    <a:latin typeface="Times New Roman" panose="02020603050405020304" pitchFamily="18" charset="0"/>
                    <a:cs typeface="Times New Roman" panose="02020603050405020304" pitchFamily="18" charset="0"/>
                  </a:rPr>
                  <a:t>  设有容量为</a:t>
                </a:r>
                <a:r>
                  <a:rPr lang="en-US" altLang="zh-CN"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的样本观察值</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𝒏</m:t>
                        </m:r>
                      </m:sub>
                    </m:sSub>
                  </m:oMath>
                </a14:m>
                <a:r>
                  <a:rPr lang="zh-CN" altLang="en-US" b="1" dirty="0">
                    <a:latin typeface="Times New Roman" panose="02020603050405020304" pitchFamily="18" charset="0"/>
                    <a:cs typeface="Times New Roman" panose="02020603050405020304" pitchFamily="18" charset="0"/>
                  </a:rPr>
                  <a:t>，样本</a:t>
                </a:r>
                <a:r>
                  <a:rPr lang="en-US" altLang="zh-CN" b="1" i="1" dirty="0">
                    <a:latin typeface="Times New Roman" panose="02020603050405020304" pitchFamily="18" charset="0"/>
                    <a:cs typeface="Times New Roman" panose="02020603050405020304" pitchFamily="18" charset="0"/>
                  </a:rPr>
                  <a:t>p</a:t>
                </a:r>
                <a:r>
                  <a:rPr lang="zh-CN" altLang="en-US" b="1" dirty="0">
                    <a:latin typeface="Times New Roman" panose="02020603050405020304" pitchFamily="18" charset="0"/>
                    <a:cs typeface="Times New Roman" panose="02020603050405020304" pitchFamily="18" charset="0"/>
                  </a:rPr>
                  <a:t>分位数</a:t>
                </a:r>
                <a14:m>
                  <m:oMath xmlns:m="http://schemas.openxmlformats.org/officeDocument/2006/math">
                    <m:r>
                      <a:rPr lang="en-US" altLang="zh-CN" b="1" i="0" dirty="0" smtClean="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𝟎</m:t>
                    </m:r>
                    <m:r>
                      <a:rPr lang="en-US" altLang="zh-CN" b="1" i="1" dirty="0">
                        <a:latin typeface="Cambria Math" panose="02040503050406030204" pitchFamily="18" charset="0"/>
                        <a:cs typeface="Times New Roman" panose="02020603050405020304" pitchFamily="18" charset="0"/>
                      </a:rPr>
                      <m:t>&lt;</m:t>
                    </m:r>
                    <m:r>
                      <a:rPr lang="en-US" altLang="zh-CN" b="1" i="1" dirty="0">
                        <a:latin typeface="Cambria Math" panose="02040503050406030204" pitchFamily="18" charset="0"/>
                        <a:cs typeface="Times New Roman" panose="02020603050405020304" pitchFamily="18" charset="0"/>
                      </a:rPr>
                      <m:t>𝒑</m:t>
                    </m:r>
                    <m:r>
                      <a:rPr lang="en-US" altLang="zh-CN" b="1" i="1" dirty="0">
                        <a:latin typeface="Cambria Math" panose="02040503050406030204" pitchFamily="18" charset="0"/>
                        <a:cs typeface="Times New Roman" panose="02020603050405020304" pitchFamily="18" charset="0"/>
                      </a:rPr>
                      <m:t>&lt;</m:t>
                    </m:r>
                    <m:r>
                      <a:rPr lang="en-US" altLang="zh-CN" b="1" i="1" dirty="0">
                        <a:latin typeface="Cambria Math" panose="02040503050406030204" pitchFamily="18" charset="0"/>
                        <a:cs typeface="Times New Roman" panose="02020603050405020304" pitchFamily="18" charset="0"/>
                      </a:rPr>
                      <m:t>𝟏</m:t>
                    </m:r>
                    <m:r>
                      <a:rPr lang="en-US" altLang="zh-CN" b="1" i="1" dirty="0">
                        <a:latin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记为</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𝒑</m:t>
                        </m:r>
                      </m:sub>
                    </m:sSub>
                    <m:r>
                      <a:rPr lang="en-US" altLang="zh-CN" b="1" i="1" smtClean="0">
                        <a:latin typeface="Cambria Math" panose="02040503050406030204" pitchFamily="18" charset="0"/>
                      </a:rPr>
                      <m:t> </m:t>
                    </m:r>
                  </m:oMath>
                </a14:m>
                <a:r>
                  <a:rPr lang="zh-CN" altLang="en-US" b="1" dirty="0">
                    <a:latin typeface="Times New Roman" panose="02020603050405020304" pitchFamily="18" charset="0"/>
                    <a:cs typeface="Times New Roman" panose="02020603050405020304" pitchFamily="18" charset="0"/>
                  </a:rPr>
                  <a:t>，它具有以下的性质：</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 至少有</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𝒏𝒑</m:t>
                    </m:r>
                  </m:oMath>
                </a14:m>
                <a:r>
                  <a:rPr lang="zh-CN" altLang="en-US" b="1" dirty="0">
                    <a:latin typeface="Times New Roman" panose="02020603050405020304" pitchFamily="18" charset="0"/>
                    <a:cs typeface="Times New Roman" panose="02020603050405020304" pitchFamily="18" charset="0"/>
                  </a:rPr>
                  <a:t>个观察值</a:t>
                </a:r>
                <a14:m>
                  <m:oMath xmlns:m="http://schemas.openxmlformats.org/officeDocument/2006/math">
                    <m:r>
                      <a:rPr lang="zh-CN" altLang="en-US" b="1" i="1" dirty="0" smtClean="0">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𝒑</m:t>
                        </m:r>
                      </m:sub>
                    </m:sSub>
                    <m:r>
                      <a:rPr lang="en-US" altLang="zh-CN" b="1" i="0" smtClean="0">
                        <a:latin typeface="Cambria Math" panose="02040503050406030204" pitchFamily="18" charset="0"/>
                      </a:rPr>
                      <m:t>.</m:t>
                    </m:r>
                  </m:oMath>
                </a14:m>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 至少有</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𝒏</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𝟏</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𝒑</m:t>
                    </m:r>
                    <m:r>
                      <a:rPr lang="en-US" altLang="zh-CN" b="1" i="1" dirty="0" smtClean="0">
                        <a:latin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个观察值</a:t>
                </a:r>
                <a14:m>
                  <m:oMath xmlns:m="http://schemas.openxmlformats.org/officeDocument/2006/math">
                    <m:r>
                      <a:rPr lang="zh-CN" altLang="en-US" b="1" i="1" dirty="0" smtClean="0">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𝒑</m:t>
                        </m:r>
                      </m:sub>
                    </m:sSub>
                    <m:r>
                      <a:rPr lang="en-US" altLang="zh-CN" b="1" i="1" smtClean="0">
                        <a:latin typeface="Cambria Math" panose="02040503050406030204" pitchFamily="18" charset="0"/>
                      </a:rPr>
                      <m:t> </m:t>
                    </m:r>
                  </m:oMath>
                </a14:m>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50C2F5D3-CF45-4CAC-83D7-C4EC4E5F5B5F}"/>
                  </a:ext>
                </a:extLst>
              </p:cNvPr>
              <p:cNvSpPr>
                <a:spLocks noGrp="1" noRot="1" noChangeAspect="1" noMove="1" noResize="1" noEditPoints="1" noAdjustHandles="1" noChangeArrowheads="1" noChangeShapeType="1" noTextEdit="1"/>
              </p:cNvSpPr>
              <p:nvPr>
                <p:ph idx="1"/>
              </p:nvPr>
            </p:nvSpPr>
            <p:spPr>
              <a:xfrm>
                <a:off x="516834" y="1608576"/>
                <a:ext cx="11485659" cy="6335485"/>
              </a:xfrm>
              <a:blipFill>
                <a:blip r:embed="rId2"/>
                <a:stretch>
                  <a:fillRect l="-1104"/>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8492DF1F-666F-75CB-54E8-A929986D4365}"/>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866282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FCABBC-D347-AFD3-67AC-A173FD668FCC}"/>
              </a:ext>
            </a:extLst>
          </p:cNvPr>
          <p:cNvSpPr>
            <a:spLocks noGrp="1"/>
          </p:cNvSpPr>
          <p:nvPr>
            <p:ph idx="1"/>
          </p:nvPr>
        </p:nvSpPr>
        <p:spPr/>
        <p:txBody>
          <a:bodyPr/>
          <a:lstStyle/>
          <a:p>
            <a:pPr marL="0" indent="0">
              <a:buNone/>
            </a:pPr>
            <a:r>
              <a:rPr lang="en-US" altLang="zh-CN" sz="2800" b="1" dirty="0">
                <a:latin typeface="Times New Roman" panose="02020603050405020304" pitchFamily="18" charset="0"/>
                <a:cs typeface="Times New Roman" panose="02020603050405020304" pitchFamily="18" charset="0"/>
              </a:rPr>
              <a:t>126</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131</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132</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132</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134</a:t>
            </a:r>
            <a:r>
              <a:rPr lang="zh-CN" altLang="en-US" sz="2800" b="1" dirty="0">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135</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135</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136</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137</a:t>
            </a:r>
            <a:endParaRPr kumimoji="1" lang="zh-CN" altLang="en-US" b="1" dirty="0">
              <a:latin typeface="Times New Roman" panose="02020603050405020304" pitchFamily="18" charset="0"/>
              <a:cs typeface="Times New Roman" panose="02020603050405020304" pitchFamily="18" charset="0"/>
            </a:endParaRPr>
          </a:p>
        </p:txBody>
      </p:sp>
      <p:sp>
        <p:nvSpPr>
          <p:cNvPr id="4" name="标题 1">
            <a:extLst>
              <a:ext uri="{FF2B5EF4-FFF2-40B4-BE49-F238E27FC236}">
                <a16:creationId xmlns:a16="http://schemas.microsoft.com/office/drawing/2014/main" id="{E399A895-0FBE-7BF9-2B4C-A43B11867968}"/>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
        <p:nvSpPr>
          <p:cNvPr id="2" name="上箭头 1">
            <a:extLst>
              <a:ext uri="{FF2B5EF4-FFF2-40B4-BE49-F238E27FC236}">
                <a16:creationId xmlns:a16="http://schemas.microsoft.com/office/drawing/2014/main" id="{186A746C-5FD1-52AE-33E0-00382F9DC23B}"/>
              </a:ext>
            </a:extLst>
          </p:cNvPr>
          <p:cNvSpPr/>
          <p:nvPr/>
        </p:nvSpPr>
        <p:spPr>
          <a:xfrm>
            <a:off x="5486401" y="2371725"/>
            <a:ext cx="314325" cy="38576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C4774D80-C20A-6E53-3076-CB725963E093}"/>
              </a:ext>
            </a:extLst>
          </p:cNvPr>
          <p:cNvSpPr txBox="1"/>
          <p:nvPr/>
        </p:nvSpPr>
        <p:spPr>
          <a:xfrm>
            <a:off x="3997920" y="3023296"/>
            <a:ext cx="3291287" cy="1476110"/>
          </a:xfrm>
          <a:prstGeom prst="rect">
            <a:avLst/>
          </a:prstGeom>
          <a:noFill/>
        </p:spPr>
        <p:txBody>
          <a:bodyPr wrap="none" rtlCol="0">
            <a:spAutoFit/>
          </a:bodyPr>
          <a:lstStyle/>
          <a:p>
            <a:pPr algn="ctr">
              <a:lnSpc>
                <a:spcPct val="150000"/>
              </a:lnSpc>
            </a:pPr>
            <a:r>
              <a:rPr kumimoji="1" lang="zh-CN" altLang="en-US" sz="3200" b="1" dirty="0">
                <a:solidFill>
                  <a:srgbClr val="FF0000"/>
                </a:solidFill>
                <a:latin typeface="Times New Roman" panose="02020603050405020304" pitchFamily="18" charset="0"/>
                <a:cs typeface="Times New Roman" panose="02020603050405020304" pitchFamily="18" charset="0"/>
              </a:rPr>
              <a:t>中位数</a:t>
            </a:r>
            <a:endParaRPr kumimoji="1" lang="en-US" altLang="zh-CN" sz="3200" b="1" dirty="0">
              <a:solidFill>
                <a:srgbClr val="FF0000"/>
              </a:solidFill>
              <a:latin typeface="Times New Roman" panose="02020603050405020304" pitchFamily="18" charset="0"/>
              <a:cs typeface="Times New Roman" panose="02020603050405020304" pitchFamily="18" charset="0"/>
            </a:endParaRPr>
          </a:p>
          <a:p>
            <a:pPr algn="ctr">
              <a:lnSpc>
                <a:spcPct val="150000"/>
              </a:lnSpc>
            </a:pPr>
            <a:r>
              <a:rPr kumimoji="1" lang="en-US" altLang="zh-CN" sz="3200" b="1" dirty="0">
                <a:solidFill>
                  <a:srgbClr val="FF0000"/>
                </a:solidFill>
                <a:latin typeface="Times New Roman" panose="02020603050405020304" pitchFamily="18" charset="0"/>
                <a:cs typeface="Times New Roman" panose="02020603050405020304" pitchFamily="18" charset="0"/>
              </a:rPr>
              <a:t>0.5</a:t>
            </a:r>
            <a:r>
              <a:rPr kumimoji="1" lang="zh-CN" altLang="en-US" sz="3200" b="1" dirty="0">
                <a:solidFill>
                  <a:srgbClr val="FF0000"/>
                </a:solidFill>
                <a:latin typeface="Times New Roman" panose="02020603050405020304" pitchFamily="18" charset="0"/>
                <a:cs typeface="Times New Roman" panose="02020603050405020304" pitchFamily="18" charset="0"/>
              </a:rPr>
              <a:t>分位数，</a:t>
            </a:r>
            <a:r>
              <a:rPr kumimoji="1" lang="en-US" altLang="zh-CN" sz="3200" b="1" i="1" dirty="0">
                <a:solidFill>
                  <a:srgbClr val="FF0000"/>
                </a:solidFill>
                <a:latin typeface="Times New Roman" panose="02020603050405020304" pitchFamily="18" charset="0"/>
                <a:cs typeface="Times New Roman" panose="02020603050405020304" pitchFamily="18" charset="0"/>
              </a:rPr>
              <a:t>p</a:t>
            </a:r>
            <a:r>
              <a:rPr kumimoji="1" lang="en-US" altLang="zh-CN" sz="3200" b="1" dirty="0">
                <a:solidFill>
                  <a:srgbClr val="FF0000"/>
                </a:solidFill>
                <a:latin typeface="Times New Roman" panose="02020603050405020304" pitchFamily="18" charset="0"/>
                <a:cs typeface="Times New Roman" panose="02020603050405020304" pitchFamily="18" charset="0"/>
              </a:rPr>
              <a:t>=0.5</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292D5ACF-0112-C1EF-2314-C6A7E930B30D}"/>
                  </a:ext>
                </a:extLst>
              </p:cNvPr>
              <p:cNvSpPr txBox="1"/>
              <p:nvPr/>
            </p:nvSpPr>
            <p:spPr>
              <a:xfrm>
                <a:off x="826294" y="4929503"/>
                <a:ext cx="9320213" cy="1431354"/>
              </a:xfrm>
              <a:prstGeom prst="rect">
                <a:avLst/>
              </a:prstGeom>
              <a:noFill/>
            </p:spPr>
            <p:txBody>
              <a:bodyPr wrap="square">
                <a:spAutoFit/>
              </a:bodyPr>
              <a:lstStyle/>
              <a:p>
                <a:pPr lvl="0">
                  <a:lnSpc>
                    <a:spcPct val="150000"/>
                  </a:lnSpc>
                  <a:spcBef>
                    <a:spcPts val="1000"/>
                  </a:spcBef>
                </a:pPr>
                <a:r>
                  <a:rPr lang="en-US" altLang="zh-CN" sz="2800" b="1" dirty="0">
                    <a:solidFill>
                      <a:prstClr val="black"/>
                    </a:solidFill>
                    <a:latin typeface="Times New Roman" panose="02020603050405020304" pitchFamily="18" charset="0"/>
                    <a:cs typeface="Times New Roman" panose="02020603050405020304" pitchFamily="18" charset="0"/>
                  </a:rPr>
                  <a:t>(1)</a:t>
                </a:r>
                <a:r>
                  <a:rPr lang="zh-CN" altLang="en-US" sz="2800" b="1" dirty="0">
                    <a:solidFill>
                      <a:prstClr val="black"/>
                    </a:solidFill>
                    <a:latin typeface="Times New Roman" panose="02020603050405020304" pitchFamily="18" charset="0"/>
                    <a:cs typeface="Times New Roman" panose="02020603050405020304" pitchFamily="18" charset="0"/>
                  </a:rPr>
                  <a:t> 至少有</a:t>
                </a:r>
                <a14:m>
                  <m:oMath xmlns:m="http://schemas.openxmlformats.org/officeDocument/2006/math">
                    <m:r>
                      <m:rPr>
                        <m:nor/>
                      </m:rPr>
                      <a:rPr lang="en-US" altLang="zh-CN" sz="2800" b="1" i="0" dirty="0" smtClean="0">
                        <a:solidFill>
                          <a:prstClr val="black"/>
                        </a:solidFill>
                        <a:latin typeface="Times New Roman" panose="02020603050405020304" pitchFamily="18" charset="0"/>
                        <a:cs typeface="Times New Roman" panose="02020603050405020304" pitchFamily="18" charset="0"/>
                      </a:rPr>
                      <m:t>11</m:t>
                    </m:r>
                    <m:r>
                      <m:rPr>
                        <m:nor/>
                      </m:rPr>
                      <a:rPr lang="en-US" altLang="zh-CN" sz="2800" b="1" i="0" dirty="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m:t>
                    </m:r>
                    <m:r>
                      <m:rPr>
                        <m:nor/>
                      </m:rPr>
                      <a:rPr lang="en-US" altLang="zh-CN" sz="2800" b="1" i="0" dirty="0" smtClean="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0.5=0.55</m:t>
                    </m:r>
                  </m:oMath>
                </a14:m>
                <a:r>
                  <a:rPr lang="zh-CN" altLang="en-US" sz="2800" b="1" dirty="0">
                    <a:solidFill>
                      <a:prstClr val="black"/>
                    </a:solidFill>
                    <a:latin typeface="Times New Roman" panose="02020603050405020304" pitchFamily="18" charset="0"/>
                    <a:cs typeface="Times New Roman" panose="02020603050405020304" pitchFamily="18" charset="0"/>
                  </a:rPr>
                  <a:t>个观察值</a:t>
                </a:r>
                <a14:m>
                  <m:oMath xmlns:m="http://schemas.openxmlformats.org/officeDocument/2006/math">
                    <m:r>
                      <a:rPr lang="zh-CN" altLang="en-US" sz="2800" b="1" i="1" dirty="0">
                        <a:latin typeface="Cambria Math" panose="02040503050406030204" pitchFamily="18" charset="0"/>
                        <a:cs typeface="Times New Roman" panose="02020603050405020304" pitchFamily="18" charset="0"/>
                      </a:rPr>
                      <m:t>≤ </m:t>
                    </m:r>
                  </m:oMath>
                </a14:m>
                <a:r>
                  <a:rPr lang="en-US" altLang="zh-CN" sz="2800" b="1" dirty="0">
                    <a:solidFill>
                      <a:prstClr val="black"/>
                    </a:solidFill>
                    <a:latin typeface="Times New Roman" panose="02020603050405020304" pitchFamily="18" charset="0"/>
                    <a:cs typeface="Times New Roman" panose="02020603050405020304" pitchFamily="18" charset="0"/>
                  </a:rPr>
                  <a:t>135</a:t>
                </a:r>
              </a:p>
              <a:p>
                <a:pPr lvl="0">
                  <a:lnSpc>
                    <a:spcPct val="150000"/>
                  </a:lnSpc>
                  <a:spcBef>
                    <a:spcPts val="1000"/>
                  </a:spcBef>
                </a:pPr>
                <a:r>
                  <a:rPr lang="en-US" altLang="zh-CN" sz="2800" b="1" dirty="0">
                    <a:solidFill>
                      <a:prstClr val="black"/>
                    </a:solidFill>
                    <a:latin typeface="Times New Roman" panose="02020603050405020304" pitchFamily="18" charset="0"/>
                    <a:cs typeface="Times New Roman" panose="02020603050405020304" pitchFamily="18" charset="0"/>
                  </a:rPr>
                  <a:t>(2)</a:t>
                </a:r>
                <a:r>
                  <a:rPr lang="zh-CN" altLang="en-US" sz="2800" b="1" dirty="0">
                    <a:solidFill>
                      <a:prstClr val="black"/>
                    </a:solidFill>
                    <a:latin typeface="Times New Roman" panose="02020603050405020304" pitchFamily="18" charset="0"/>
                    <a:cs typeface="Times New Roman" panose="02020603050405020304" pitchFamily="18" charset="0"/>
                  </a:rPr>
                  <a:t> 至少有</a:t>
                </a:r>
                <a14:m>
                  <m:oMath xmlns:m="http://schemas.openxmlformats.org/officeDocument/2006/math">
                    <m:r>
                      <m:rPr>
                        <m:nor/>
                      </m:rPr>
                      <a:rPr lang="en-US" altLang="zh-CN" sz="2800" b="1" dirty="0">
                        <a:solidFill>
                          <a:prstClr val="black"/>
                        </a:solidFill>
                        <a:latin typeface="Times New Roman" panose="02020603050405020304" pitchFamily="18" charset="0"/>
                        <a:cs typeface="Times New Roman" panose="02020603050405020304" pitchFamily="18" charset="0"/>
                      </a:rPr>
                      <m:t>11</m:t>
                    </m:r>
                    <m:r>
                      <m:rPr>
                        <m:nor/>
                      </m:rPr>
                      <a:rPr lang="en-US" altLang="zh-CN" sz="2800" b="1" dirty="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m:t>
                    </m:r>
                    <m:r>
                      <m:rPr>
                        <m:nor/>
                      </m:rPr>
                      <a:rPr lang="en-US" altLang="zh-CN" sz="2800" b="1" dirty="0">
                        <a:solidFill>
                          <a:prstClr val="black"/>
                        </a:solidFill>
                        <a:latin typeface="Times New Roman" panose="02020603050405020304" pitchFamily="18" charset="0"/>
                        <a:ea typeface="Cambria Math" panose="02040503050406030204" pitchFamily="18" charset="0"/>
                        <a:cs typeface="Times New Roman" panose="02020603050405020304" pitchFamily="18" charset="0"/>
                      </a:rPr>
                      <m:t>0.5=0.55</m:t>
                    </m:r>
                  </m:oMath>
                </a14:m>
                <a:r>
                  <a:rPr lang="zh-CN" altLang="en-US" sz="2800" b="1" dirty="0">
                    <a:solidFill>
                      <a:prstClr val="black"/>
                    </a:solidFill>
                    <a:latin typeface="Times New Roman" panose="02020603050405020304" pitchFamily="18" charset="0"/>
                    <a:cs typeface="Times New Roman" panose="02020603050405020304" pitchFamily="18" charset="0"/>
                  </a:rPr>
                  <a:t>个观察值</a:t>
                </a:r>
                <a14:m>
                  <m:oMath xmlns:m="http://schemas.openxmlformats.org/officeDocument/2006/math">
                    <m:r>
                      <a:rPr lang="zh-CN" altLang="en-US" sz="2800" b="1" i="1" dirty="0">
                        <a:latin typeface="Cambria Math" panose="02040503050406030204" pitchFamily="18" charset="0"/>
                        <a:cs typeface="Times New Roman" panose="02020603050405020304" pitchFamily="18" charset="0"/>
                      </a:rPr>
                      <m:t>≥ </m:t>
                    </m:r>
                  </m:oMath>
                </a14:m>
                <a:r>
                  <a:rPr lang="en-US" altLang="zh-CN" sz="2800" b="1" dirty="0">
                    <a:solidFill>
                      <a:prstClr val="black"/>
                    </a:solidFill>
                    <a:latin typeface="Times New Roman" panose="02020603050405020304" pitchFamily="18" charset="0"/>
                    <a:cs typeface="Times New Roman" panose="02020603050405020304" pitchFamily="18" charset="0"/>
                  </a:rPr>
                  <a:t>135</a:t>
                </a:r>
              </a:p>
            </p:txBody>
          </p:sp>
        </mc:Choice>
        <mc:Fallback>
          <p:sp>
            <p:nvSpPr>
              <p:cNvPr id="7" name="文本框 6">
                <a:extLst>
                  <a:ext uri="{FF2B5EF4-FFF2-40B4-BE49-F238E27FC236}">
                    <a16:creationId xmlns:a16="http://schemas.microsoft.com/office/drawing/2014/main" id="{292D5ACF-0112-C1EF-2314-C6A7E930B30D}"/>
                  </a:ext>
                </a:extLst>
              </p:cNvPr>
              <p:cNvSpPr txBox="1">
                <a:spLocks noRot="1" noChangeAspect="1" noMove="1" noResize="1" noEditPoints="1" noAdjustHandles="1" noChangeArrowheads="1" noChangeShapeType="1" noTextEdit="1"/>
              </p:cNvSpPr>
              <p:nvPr/>
            </p:nvSpPr>
            <p:spPr>
              <a:xfrm>
                <a:off x="826294" y="4929503"/>
                <a:ext cx="9320213" cy="1431354"/>
              </a:xfrm>
              <a:prstGeom prst="rect">
                <a:avLst/>
              </a:prstGeom>
              <a:blipFill>
                <a:blip r:embed="rId2"/>
                <a:stretch>
                  <a:fillRect l="-1362" b="-123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4571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0C2F5D3-CF45-4CAC-83D7-C4EC4E5F5B5F}"/>
                  </a:ext>
                </a:extLst>
              </p:cNvPr>
              <p:cNvSpPr>
                <a:spLocks noGrp="1"/>
              </p:cNvSpPr>
              <p:nvPr>
                <p:ph idx="1"/>
              </p:nvPr>
            </p:nvSpPr>
            <p:spPr>
              <a:xfrm>
                <a:off x="246668" y="1135502"/>
                <a:ext cx="11698664" cy="6335485"/>
              </a:xfrm>
            </p:spPr>
            <p:txBody>
              <a:bodyPr>
                <a:normAutofit/>
              </a:bodyPr>
              <a:lstStyle/>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将</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𝟏</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𝟐</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𝒏</m:t>
                        </m:r>
                      </m:sub>
                    </m:sSub>
                  </m:oMath>
                </a14:m>
                <a:r>
                  <a:rPr lang="zh-CN" altLang="en-US" sz="2600" b="1" dirty="0">
                    <a:latin typeface="Times New Roman" panose="02020603050405020304" pitchFamily="18" charset="0"/>
                    <a:cs typeface="Times New Roman" panose="02020603050405020304" pitchFamily="18" charset="0"/>
                  </a:rPr>
                  <a:t>按自小到大的次序排列成</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𝟐</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 </m:t>
                    </m:r>
                  </m:oMath>
                </a14:m>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600" b="1" dirty="0">
                    <a:solidFill>
                      <a:srgbClr val="FF0000"/>
                    </a:solidFill>
                    <a:latin typeface="Times New Roman" panose="02020603050405020304" pitchFamily="18" charset="0"/>
                    <a:cs typeface="Times New Roman" panose="02020603050405020304" pitchFamily="18" charset="0"/>
                  </a:rPr>
                  <a:t>若</a:t>
                </a:r>
                <a14:m>
                  <m:oMath xmlns:m="http://schemas.openxmlformats.org/officeDocument/2006/math">
                    <m:r>
                      <a:rPr lang="en-US" altLang="zh-CN" sz="2600" b="1" i="1" dirty="0" smtClean="0">
                        <a:solidFill>
                          <a:srgbClr val="FF0000"/>
                        </a:solidFill>
                        <a:latin typeface="Cambria Math" panose="02040503050406030204" pitchFamily="18" charset="0"/>
                        <a:cs typeface="Times New Roman" panose="02020603050405020304" pitchFamily="18" charset="0"/>
                      </a:rPr>
                      <m:t>𝒏𝒑</m:t>
                    </m:r>
                  </m:oMath>
                </a14:m>
                <a:r>
                  <a:rPr lang="zh-CN" altLang="en-US" sz="2600" b="1" dirty="0">
                    <a:solidFill>
                      <a:srgbClr val="FF0000"/>
                    </a:solidFill>
                    <a:latin typeface="Times New Roman" panose="02020603050405020304" pitchFamily="18" charset="0"/>
                    <a:cs typeface="Times New Roman" panose="02020603050405020304" pitchFamily="18" charset="0"/>
                  </a:rPr>
                  <a:t>不是整数，则只有一个数据满足定义中的两点要求</a:t>
                </a:r>
                <a:r>
                  <a:rPr lang="zh-CN" altLang="en-US" sz="2600" b="1" dirty="0">
                    <a:latin typeface="Times New Roman" panose="02020603050405020304" pitchFamily="18" charset="0"/>
                    <a:cs typeface="Times New Roman" panose="02020603050405020304" pitchFamily="18" charset="0"/>
                  </a:rPr>
                  <a:t>，这一数据位于大于</a:t>
                </a:r>
                <a14:m>
                  <m:oMath xmlns:m="http://schemas.openxmlformats.org/officeDocument/2006/math">
                    <m:r>
                      <a:rPr lang="en-US" altLang="zh-CN" sz="2600" b="1" i="1" dirty="0" smtClean="0">
                        <a:latin typeface="Cambria Math" panose="02040503050406030204" pitchFamily="18" charset="0"/>
                        <a:cs typeface="Times New Roman" panose="02020603050405020304" pitchFamily="18" charset="0"/>
                      </a:rPr>
                      <m:t>𝒏𝒑</m:t>
                    </m:r>
                  </m:oMath>
                </a14:m>
                <a:r>
                  <a:rPr lang="zh-CN" altLang="en-US" sz="2600" b="1" dirty="0">
                    <a:latin typeface="Times New Roman" panose="02020603050405020304" pitchFamily="18" charset="0"/>
                    <a:cs typeface="Times New Roman" panose="02020603050405020304" pitchFamily="18" charset="0"/>
                  </a:rPr>
                  <a:t>的最小整数处，即</a:t>
                </a:r>
                <a:r>
                  <a:rPr lang="zh-CN" altLang="en-US" sz="2600" b="1" dirty="0">
                    <a:solidFill>
                      <a:srgbClr val="FF0000"/>
                    </a:solidFill>
                    <a:latin typeface="Times New Roman" panose="02020603050405020304" pitchFamily="18" charset="0"/>
                    <a:cs typeface="Times New Roman" panose="02020603050405020304" pitchFamily="18" charset="0"/>
                  </a:rPr>
                  <a:t>为位于</a:t>
                </a:r>
                <a14:m>
                  <m:oMath xmlns:m="http://schemas.openxmlformats.org/officeDocument/2006/math">
                    <m:r>
                      <a:rPr lang="en-US" altLang="zh-CN" sz="2600" b="1" i="1" dirty="0" smtClean="0">
                        <a:solidFill>
                          <a:srgbClr val="FF0000"/>
                        </a:solidFill>
                        <a:latin typeface="Cambria Math" panose="02040503050406030204" pitchFamily="18" charset="0"/>
                        <a:cs typeface="Times New Roman" panose="02020603050405020304" pitchFamily="18" charset="0"/>
                      </a:rPr>
                      <m:t>[</m:t>
                    </m:r>
                    <m:r>
                      <a:rPr lang="en-US" altLang="zh-CN" sz="2600" b="1" i="1" dirty="0" smtClean="0">
                        <a:solidFill>
                          <a:srgbClr val="FF0000"/>
                        </a:solidFill>
                        <a:latin typeface="Cambria Math" panose="02040503050406030204" pitchFamily="18" charset="0"/>
                        <a:cs typeface="Times New Roman" panose="02020603050405020304" pitchFamily="18" charset="0"/>
                      </a:rPr>
                      <m:t>𝒏𝒑</m:t>
                    </m:r>
                    <m:r>
                      <a:rPr lang="en-US" altLang="zh-CN" sz="2600" b="1" i="1" dirty="0" smtClean="0">
                        <a:solidFill>
                          <a:srgbClr val="FF0000"/>
                        </a:solidFill>
                        <a:latin typeface="Cambria Math" panose="02040503050406030204" pitchFamily="18" charset="0"/>
                        <a:cs typeface="Times New Roman" panose="02020603050405020304" pitchFamily="18" charset="0"/>
                      </a:rPr>
                      <m:t>]+</m:t>
                    </m:r>
                    <m:r>
                      <a:rPr lang="en-US" altLang="zh-CN" sz="2600" b="1" i="1" dirty="0" smtClean="0">
                        <a:solidFill>
                          <a:srgbClr val="FF0000"/>
                        </a:solidFill>
                        <a:latin typeface="Cambria Math" panose="02040503050406030204" pitchFamily="18" charset="0"/>
                        <a:cs typeface="Times New Roman" panose="02020603050405020304" pitchFamily="18" charset="0"/>
                      </a:rPr>
                      <m:t>𝟏</m:t>
                    </m:r>
                  </m:oMath>
                </a14:m>
                <a:r>
                  <a:rPr lang="zh-CN" altLang="en-US" sz="2600" b="1" dirty="0">
                    <a:solidFill>
                      <a:srgbClr val="FF0000"/>
                    </a:solidFill>
                    <a:latin typeface="Times New Roman" panose="02020603050405020304" pitchFamily="18" charset="0"/>
                    <a:cs typeface="Times New Roman" panose="02020603050405020304" pitchFamily="18" charset="0"/>
                  </a:rPr>
                  <a:t>处的数</a:t>
                </a:r>
                <a:r>
                  <a:rPr lang="zh-CN" altLang="en-US" sz="2600" b="1" dirty="0">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endParaRPr lang="en-US" altLang="zh-CN" sz="1600"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50C2F5D3-CF45-4CAC-83D7-C4EC4E5F5B5F}"/>
                  </a:ext>
                </a:extLst>
              </p:cNvPr>
              <p:cNvSpPr>
                <a:spLocks noGrp="1" noRot="1" noChangeAspect="1" noMove="1" noResize="1" noEditPoints="1" noAdjustHandles="1" noChangeArrowheads="1" noChangeShapeType="1" noTextEdit="1"/>
              </p:cNvSpPr>
              <p:nvPr>
                <p:ph idx="1"/>
              </p:nvPr>
            </p:nvSpPr>
            <p:spPr>
              <a:xfrm>
                <a:off x="246668" y="1135502"/>
                <a:ext cx="11698664" cy="6335485"/>
              </a:xfrm>
              <a:blipFill>
                <a:blip r:embed="rId2"/>
                <a:stretch>
                  <a:fillRect l="-868"/>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366280CF-7A6F-B0FA-A572-A50327AE8D3E}"/>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
        <p:nvSpPr>
          <p:cNvPr id="2" name="内容占位符 2">
            <a:extLst>
              <a:ext uri="{FF2B5EF4-FFF2-40B4-BE49-F238E27FC236}">
                <a16:creationId xmlns:a16="http://schemas.microsoft.com/office/drawing/2014/main" id="{F8109104-9626-FA1C-7587-4C3A7CC987CB}"/>
              </a:ext>
            </a:extLst>
          </p:cNvPr>
          <p:cNvSpPr txBox="1">
            <a:spLocks/>
          </p:cNvSpPr>
          <p:nvPr/>
        </p:nvSpPr>
        <p:spPr>
          <a:xfrm>
            <a:off x="246668" y="405447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b="1" dirty="0">
                <a:latin typeface="Times New Roman" panose="02020603050405020304" pitchFamily="18" charset="0"/>
                <a:cs typeface="Times New Roman" panose="02020603050405020304" pitchFamily="18" charset="0"/>
              </a:rPr>
              <a:t>126</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131</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134</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135</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135</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136</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137</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137</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137</a:t>
            </a:r>
          </a:p>
          <a:p>
            <a:pPr marL="0" indent="0">
              <a:buFont typeface="Arial" panose="020B0604020202020204" pitchFamily="34" charset="0"/>
              <a:buNone/>
            </a:pPr>
            <a:endParaRPr kumimoji="1" lang="en-US" altLang="zh-CN"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kumimoji="1" lang="zh-CN" altLang="en-US" b="1" dirty="0">
                <a:latin typeface="Times New Roman" panose="02020603050405020304" pitchFamily="18" charset="0"/>
                <a:cs typeface="Times New Roman" panose="02020603050405020304" pitchFamily="18" charset="0"/>
              </a:rPr>
              <a:t>计算</a:t>
            </a:r>
            <a:r>
              <a:rPr kumimoji="1" lang="en-US" altLang="zh-CN" b="1" dirty="0">
                <a:latin typeface="Times New Roman" panose="02020603050405020304" pitchFamily="18" charset="0"/>
                <a:cs typeface="Times New Roman" panose="02020603050405020304" pitchFamily="18" charset="0"/>
              </a:rPr>
              <a:t>0.9</a:t>
            </a:r>
            <a:r>
              <a:rPr kumimoji="1" lang="zh-CN" altLang="en-US" b="1" dirty="0">
                <a:latin typeface="Times New Roman" panose="02020603050405020304" pitchFamily="18" charset="0"/>
                <a:cs typeface="Times New Roman" panose="02020603050405020304" pitchFamily="18" charset="0"/>
              </a:rPr>
              <a:t>分位数</a:t>
            </a:r>
          </a:p>
        </p:txBody>
      </p:sp>
    </p:spTree>
    <p:extLst>
      <p:ext uri="{BB962C8B-B14F-4D97-AF65-F5344CB8AC3E}">
        <p14:creationId xmlns:p14="http://schemas.microsoft.com/office/powerpoint/2010/main" val="2691649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0C2F5D3-CF45-4CAC-83D7-C4EC4E5F5B5F}"/>
                  </a:ext>
                </a:extLst>
              </p:cNvPr>
              <p:cNvSpPr>
                <a:spLocks noGrp="1"/>
              </p:cNvSpPr>
              <p:nvPr>
                <p:ph idx="1"/>
              </p:nvPr>
            </p:nvSpPr>
            <p:spPr>
              <a:xfrm>
                <a:off x="246668" y="1135502"/>
                <a:ext cx="11698664" cy="6335485"/>
              </a:xfrm>
            </p:spPr>
            <p:txBody>
              <a:bodyPr>
                <a:normAutofit/>
              </a:bodyPr>
              <a:lstStyle/>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将</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𝟏</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𝟐</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𝒏</m:t>
                        </m:r>
                      </m:sub>
                    </m:sSub>
                  </m:oMath>
                </a14:m>
                <a:r>
                  <a:rPr lang="zh-CN" altLang="en-US" sz="2600" b="1" dirty="0">
                    <a:latin typeface="Times New Roman" panose="02020603050405020304" pitchFamily="18" charset="0"/>
                    <a:cs typeface="Times New Roman" panose="02020603050405020304" pitchFamily="18" charset="0"/>
                  </a:rPr>
                  <a:t>按自小到大的次序排列成</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𝟐</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 </m:t>
                    </m:r>
                  </m:oMath>
                </a14:m>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600" b="1" dirty="0">
                    <a:solidFill>
                      <a:srgbClr val="FF0000"/>
                    </a:solidFill>
                    <a:latin typeface="Times New Roman" panose="02020603050405020304" pitchFamily="18" charset="0"/>
                    <a:cs typeface="Times New Roman" panose="02020603050405020304" pitchFamily="18" charset="0"/>
                  </a:rPr>
                  <a:t>若</a:t>
                </a:r>
                <a14:m>
                  <m:oMath xmlns:m="http://schemas.openxmlformats.org/officeDocument/2006/math">
                    <m:r>
                      <a:rPr lang="en-US" altLang="zh-CN" sz="2600" b="1" i="1" dirty="0" smtClean="0">
                        <a:solidFill>
                          <a:srgbClr val="FF0000"/>
                        </a:solidFill>
                        <a:latin typeface="Cambria Math" panose="02040503050406030204" pitchFamily="18" charset="0"/>
                        <a:cs typeface="Times New Roman" panose="02020603050405020304" pitchFamily="18" charset="0"/>
                      </a:rPr>
                      <m:t>𝒏𝒑</m:t>
                    </m:r>
                  </m:oMath>
                </a14:m>
                <a:r>
                  <a:rPr lang="zh-CN" altLang="en-US" sz="2600" b="1" dirty="0">
                    <a:solidFill>
                      <a:srgbClr val="FF0000"/>
                    </a:solidFill>
                    <a:latin typeface="Times New Roman" panose="02020603050405020304" pitchFamily="18" charset="0"/>
                    <a:cs typeface="Times New Roman" panose="02020603050405020304" pitchFamily="18" charset="0"/>
                  </a:rPr>
                  <a:t>不是整数，则只有一个数据满足定义中的两点要求</a:t>
                </a:r>
                <a:r>
                  <a:rPr lang="zh-CN" altLang="en-US" sz="2600" b="1" dirty="0">
                    <a:latin typeface="Times New Roman" panose="02020603050405020304" pitchFamily="18" charset="0"/>
                    <a:cs typeface="Times New Roman" panose="02020603050405020304" pitchFamily="18" charset="0"/>
                  </a:rPr>
                  <a:t>，这一数据位于大于</a:t>
                </a:r>
                <a14:m>
                  <m:oMath xmlns:m="http://schemas.openxmlformats.org/officeDocument/2006/math">
                    <m:r>
                      <a:rPr lang="en-US" altLang="zh-CN" sz="2600" b="1" i="1" dirty="0" smtClean="0">
                        <a:latin typeface="Cambria Math" panose="02040503050406030204" pitchFamily="18" charset="0"/>
                        <a:cs typeface="Times New Roman" panose="02020603050405020304" pitchFamily="18" charset="0"/>
                      </a:rPr>
                      <m:t>𝒏𝒑</m:t>
                    </m:r>
                  </m:oMath>
                </a14:m>
                <a:r>
                  <a:rPr lang="zh-CN" altLang="en-US" sz="2600" b="1" dirty="0">
                    <a:latin typeface="Times New Roman" panose="02020603050405020304" pitchFamily="18" charset="0"/>
                    <a:cs typeface="Times New Roman" panose="02020603050405020304" pitchFamily="18" charset="0"/>
                  </a:rPr>
                  <a:t>的最小整数处，即</a:t>
                </a:r>
                <a:r>
                  <a:rPr lang="zh-CN" altLang="en-US" sz="2600" b="1" dirty="0">
                    <a:solidFill>
                      <a:srgbClr val="FF0000"/>
                    </a:solidFill>
                    <a:latin typeface="Times New Roman" panose="02020603050405020304" pitchFamily="18" charset="0"/>
                    <a:cs typeface="Times New Roman" panose="02020603050405020304" pitchFamily="18" charset="0"/>
                  </a:rPr>
                  <a:t>为位于</a:t>
                </a:r>
                <a14:m>
                  <m:oMath xmlns:m="http://schemas.openxmlformats.org/officeDocument/2006/math">
                    <m:r>
                      <a:rPr lang="en-US" altLang="zh-CN" sz="2600" b="1" i="1" dirty="0" smtClean="0">
                        <a:solidFill>
                          <a:srgbClr val="FF0000"/>
                        </a:solidFill>
                        <a:latin typeface="Cambria Math" panose="02040503050406030204" pitchFamily="18" charset="0"/>
                        <a:cs typeface="Times New Roman" panose="02020603050405020304" pitchFamily="18" charset="0"/>
                      </a:rPr>
                      <m:t>[</m:t>
                    </m:r>
                    <m:r>
                      <a:rPr lang="en-US" altLang="zh-CN" sz="2600" b="1" i="1" dirty="0" smtClean="0">
                        <a:solidFill>
                          <a:srgbClr val="FF0000"/>
                        </a:solidFill>
                        <a:latin typeface="Cambria Math" panose="02040503050406030204" pitchFamily="18" charset="0"/>
                        <a:cs typeface="Times New Roman" panose="02020603050405020304" pitchFamily="18" charset="0"/>
                      </a:rPr>
                      <m:t>𝒏𝒑</m:t>
                    </m:r>
                    <m:r>
                      <a:rPr lang="en-US" altLang="zh-CN" sz="2600" b="1" i="1" dirty="0" smtClean="0">
                        <a:solidFill>
                          <a:srgbClr val="FF0000"/>
                        </a:solidFill>
                        <a:latin typeface="Cambria Math" panose="02040503050406030204" pitchFamily="18" charset="0"/>
                        <a:cs typeface="Times New Roman" panose="02020603050405020304" pitchFamily="18" charset="0"/>
                      </a:rPr>
                      <m:t>]+</m:t>
                    </m:r>
                    <m:r>
                      <a:rPr lang="en-US" altLang="zh-CN" sz="2600" b="1" i="1" dirty="0" smtClean="0">
                        <a:solidFill>
                          <a:srgbClr val="FF0000"/>
                        </a:solidFill>
                        <a:latin typeface="Cambria Math" panose="02040503050406030204" pitchFamily="18" charset="0"/>
                        <a:cs typeface="Times New Roman" panose="02020603050405020304" pitchFamily="18" charset="0"/>
                      </a:rPr>
                      <m:t>𝟏</m:t>
                    </m:r>
                  </m:oMath>
                </a14:m>
                <a:r>
                  <a:rPr lang="zh-CN" altLang="en-US" sz="2600" b="1" dirty="0">
                    <a:solidFill>
                      <a:srgbClr val="FF0000"/>
                    </a:solidFill>
                    <a:latin typeface="Times New Roman" panose="02020603050405020304" pitchFamily="18" charset="0"/>
                    <a:cs typeface="Times New Roman" panose="02020603050405020304" pitchFamily="18" charset="0"/>
                  </a:rPr>
                  <a:t>处的数</a:t>
                </a:r>
                <a:r>
                  <a:rPr lang="zh-CN" altLang="en-US" sz="2600" b="1" dirty="0">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endParaRPr lang="en-US" altLang="zh-CN" sz="16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例如，</a:t>
                </a:r>
                <a14:m>
                  <m:oMath xmlns:m="http://schemas.openxmlformats.org/officeDocument/2006/math">
                    <m:r>
                      <a:rPr lang="en-US" altLang="zh-CN" sz="2600" b="1" i="1" dirty="0" smtClean="0">
                        <a:latin typeface="Cambria Math" panose="02040503050406030204" pitchFamily="18" charset="0"/>
                        <a:cs typeface="Times New Roman" panose="02020603050405020304" pitchFamily="18" charset="0"/>
                      </a:rPr>
                      <m:t>𝒏</m:t>
                    </m:r>
                    <m:r>
                      <a:rPr lang="en-US" altLang="zh-CN" sz="2600" b="1" i="1" dirty="0" smtClean="0">
                        <a:latin typeface="Cambria Math" panose="02040503050406030204" pitchFamily="18" charset="0"/>
                        <a:cs typeface="Times New Roman" panose="02020603050405020304" pitchFamily="18" charset="0"/>
                      </a:rPr>
                      <m:t>=</m:t>
                    </m:r>
                    <m:r>
                      <m:rPr>
                        <m:nor/>
                      </m:rPr>
                      <a:rPr lang="en-US" altLang="zh-CN" sz="2600" b="1" i="0" dirty="0" smtClean="0">
                        <a:latin typeface="Cambria Math" panose="02040503050406030204" pitchFamily="18" charset="0"/>
                        <a:cs typeface="Times New Roman" panose="02020603050405020304" pitchFamily="18" charset="0"/>
                      </a:rPr>
                      <m:t>11</m:t>
                    </m:r>
                    <m:r>
                      <a:rPr lang="en-US" altLang="zh-CN" sz="2600" b="1" i="1" dirty="0" smtClean="0">
                        <a:latin typeface="Cambria Math" panose="02040503050406030204" pitchFamily="18" charset="0"/>
                        <a:cs typeface="Times New Roman" panose="02020603050405020304" pitchFamily="18" charset="0"/>
                      </a:rPr>
                      <m:t>, </m:t>
                    </m:r>
                    <m:r>
                      <a:rPr lang="en-US" altLang="zh-CN" sz="2600" b="1" i="1" dirty="0" smtClean="0">
                        <a:latin typeface="Cambria Math" panose="02040503050406030204" pitchFamily="18" charset="0"/>
                        <a:cs typeface="Times New Roman" panose="02020603050405020304" pitchFamily="18" charset="0"/>
                      </a:rPr>
                      <m:t>𝒑</m:t>
                    </m:r>
                    <m:r>
                      <a:rPr lang="en-US" altLang="zh-CN" sz="2600" b="1" i="1" dirty="0" smtClean="0">
                        <a:latin typeface="Cambria Math" panose="02040503050406030204" pitchFamily="18" charset="0"/>
                        <a:cs typeface="Times New Roman" panose="02020603050405020304" pitchFamily="18" charset="0"/>
                      </a:rPr>
                      <m:t>=</m:t>
                    </m:r>
                    <m:r>
                      <m:rPr>
                        <m:nor/>
                      </m:rPr>
                      <a:rPr lang="en-US" altLang="zh-CN" sz="2600" b="1" i="0" dirty="0" smtClean="0">
                        <a:latin typeface="Cambria Math" panose="02040503050406030204" pitchFamily="18" charset="0"/>
                        <a:cs typeface="Times New Roman" panose="02020603050405020304" pitchFamily="18" charset="0"/>
                      </a:rPr>
                      <m:t>0.9</m:t>
                    </m:r>
                    <m:r>
                      <a:rPr lang="en-US" altLang="zh-CN" sz="2600" b="1" i="1" dirty="0" smtClean="0">
                        <a:latin typeface="Cambria Math" panose="02040503050406030204" pitchFamily="18" charset="0"/>
                        <a:cs typeface="Times New Roman" panose="02020603050405020304" pitchFamily="18" charset="0"/>
                      </a:rPr>
                      <m:t>, </m:t>
                    </m:r>
                    <m:r>
                      <a:rPr lang="en-US" altLang="zh-CN" sz="2600" b="1" i="1" dirty="0" smtClean="0">
                        <a:latin typeface="Cambria Math" panose="02040503050406030204" pitchFamily="18" charset="0"/>
                        <a:cs typeface="Times New Roman" panose="02020603050405020304" pitchFamily="18" charset="0"/>
                      </a:rPr>
                      <m:t>𝒏𝒑</m:t>
                    </m:r>
                    <m:r>
                      <a:rPr lang="en-US" altLang="zh-CN" sz="2600" b="1" i="1" dirty="0" smtClean="0">
                        <a:latin typeface="Cambria Math" panose="02040503050406030204" pitchFamily="18" charset="0"/>
                        <a:cs typeface="Times New Roman" panose="02020603050405020304" pitchFamily="18" charset="0"/>
                      </a:rPr>
                      <m:t>=</m:t>
                    </m:r>
                    <m:r>
                      <m:rPr>
                        <m:nor/>
                      </m:rPr>
                      <a:rPr lang="en-US" altLang="zh-CN" sz="2600" b="1" i="0" dirty="0" smtClean="0">
                        <a:latin typeface="Cambria Math" panose="02040503050406030204" pitchFamily="18" charset="0"/>
                        <a:cs typeface="Times New Roman" panose="02020603050405020304" pitchFamily="18" charset="0"/>
                      </a:rPr>
                      <m:t>9.9</m:t>
                    </m:r>
                    <m:r>
                      <a:rPr lang="en-US" altLang="zh-CN" sz="2600" b="1" i="1" dirty="0" smtClean="0">
                        <a:latin typeface="Cambria Math" panose="02040503050406030204" pitchFamily="18" charset="0"/>
                        <a:cs typeface="Times New Roman" panose="02020603050405020304" pitchFamily="18" charset="0"/>
                      </a:rPr>
                      <m:t>, </m:t>
                    </m:r>
                    <m:r>
                      <a:rPr lang="en-US" altLang="zh-CN" sz="2600" b="1" i="1" dirty="0" smtClean="0">
                        <a:latin typeface="Cambria Math" panose="02040503050406030204" pitchFamily="18" charset="0"/>
                        <a:cs typeface="Times New Roman" panose="02020603050405020304" pitchFamily="18" charset="0"/>
                      </a:rPr>
                      <m:t>𝒏</m:t>
                    </m:r>
                    <m:d>
                      <m:dPr>
                        <m:ctrlPr>
                          <a:rPr lang="en-US" altLang="zh-CN" sz="2600" b="1" i="1" dirty="0" smtClean="0">
                            <a:latin typeface="Cambria Math" panose="02040503050406030204" pitchFamily="18" charset="0"/>
                            <a:cs typeface="Times New Roman" panose="02020603050405020304" pitchFamily="18" charset="0"/>
                          </a:rPr>
                        </m:ctrlPr>
                      </m:dPr>
                      <m:e>
                        <m:r>
                          <a:rPr lang="en-US" altLang="zh-CN" sz="2600" b="1" i="1" dirty="0" smtClean="0">
                            <a:latin typeface="Cambria Math" panose="02040503050406030204" pitchFamily="18" charset="0"/>
                            <a:cs typeface="Times New Roman" panose="02020603050405020304" pitchFamily="18" charset="0"/>
                          </a:rPr>
                          <m:t>𝟏</m:t>
                        </m:r>
                        <m:r>
                          <a:rPr lang="en-US" altLang="zh-CN" sz="2600" b="1" i="1" dirty="0" smtClean="0">
                            <a:latin typeface="Cambria Math" panose="02040503050406030204" pitchFamily="18" charset="0"/>
                            <a:cs typeface="Times New Roman" panose="02020603050405020304" pitchFamily="18" charset="0"/>
                          </a:rPr>
                          <m:t>−</m:t>
                        </m:r>
                        <m:r>
                          <a:rPr lang="en-US" altLang="zh-CN" sz="2600" b="1" i="1" dirty="0" smtClean="0">
                            <a:latin typeface="Cambria Math" panose="02040503050406030204" pitchFamily="18" charset="0"/>
                            <a:cs typeface="Times New Roman" panose="02020603050405020304" pitchFamily="18" charset="0"/>
                          </a:rPr>
                          <m:t>𝒑</m:t>
                        </m:r>
                      </m:e>
                    </m:d>
                    <m:r>
                      <a:rPr lang="en-US" altLang="zh-CN" sz="2600" b="1" i="1" dirty="0" smtClean="0">
                        <a:latin typeface="Cambria Math" panose="02040503050406030204" pitchFamily="18" charset="0"/>
                        <a:cs typeface="Times New Roman" panose="02020603050405020304" pitchFamily="18" charset="0"/>
                      </a:rPr>
                      <m:t>=</m:t>
                    </m:r>
                    <m:r>
                      <m:rPr>
                        <m:nor/>
                      </m:rPr>
                      <a:rPr lang="en-US" altLang="zh-CN" sz="2600" b="1" i="0" dirty="0" smtClean="0">
                        <a:latin typeface="Cambria Math" panose="02040503050406030204" pitchFamily="18" charset="0"/>
                        <a:cs typeface="Times New Roman" panose="02020603050405020304" pitchFamily="18" charset="0"/>
                      </a:rPr>
                      <m:t>1.1</m:t>
                    </m:r>
                  </m:oMath>
                </a14:m>
                <a:r>
                  <a:rPr lang="en-US" altLang="zh-CN" sz="2600" b="1" dirty="0">
                    <a:latin typeface="Times New Roman" panose="02020603050405020304" pitchFamily="18" charset="0"/>
                    <a:cs typeface="Times New Roman" panose="02020603050405020304" pitchFamily="18" charset="0"/>
                  </a:rPr>
                  <a:t>, </a:t>
                </a:r>
              </a:p>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则</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的位置应满足至少有</a:t>
                </a:r>
                <a:r>
                  <a:rPr lang="en-US" altLang="zh-CN" sz="2600" b="1" dirty="0">
                    <a:latin typeface="Times New Roman" panose="02020603050405020304" pitchFamily="18" charset="0"/>
                    <a:cs typeface="Times New Roman" panose="02020603050405020304" pitchFamily="18" charset="0"/>
                  </a:rPr>
                  <a:t>9.9</a:t>
                </a:r>
                <a:r>
                  <a:rPr lang="zh-CN" altLang="en-US" sz="2600" b="1" dirty="0">
                    <a:latin typeface="Times New Roman" panose="02020603050405020304" pitchFamily="18" charset="0"/>
                    <a:cs typeface="Times New Roman" panose="02020603050405020304" pitchFamily="18" charset="0"/>
                  </a:rPr>
                  <a:t>个数据≤</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r>
                      <a:rPr lang="en-US" altLang="zh-CN" sz="2600" b="1" i="1">
                        <a:latin typeface="Cambria Math" panose="02040503050406030204" pitchFamily="18" charset="0"/>
                      </a:rPr>
                      <m:t> </m:t>
                    </m:r>
                  </m:oMath>
                </a14:m>
                <a:r>
                  <a:rPr lang="en-US" altLang="zh-CN" sz="26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应位于第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或大于第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处）；</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且至少有</a:t>
                </a:r>
                <a:r>
                  <a:rPr lang="en-US" altLang="zh-CN" sz="2600" b="1" dirty="0">
                    <a:latin typeface="Times New Roman" panose="02020603050405020304" pitchFamily="18" charset="0"/>
                    <a:cs typeface="Times New Roman" panose="02020603050405020304" pitchFamily="18" charset="0"/>
                  </a:rPr>
                  <a:t>1.1</a:t>
                </a:r>
                <a:r>
                  <a:rPr lang="zh-CN" altLang="en-US" sz="2600" b="1" dirty="0">
                    <a:latin typeface="Times New Roman" panose="02020603050405020304" pitchFamily="18" charset="0"/>
                    <a:cs typeface="Times New Roman" panose="02020603050405020304" pitchFamily="18" charset="0"/>
                  </a:rPr>
                  <a:t>个数据≥</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r>
                      <a:rPr lang="en-US" altLang="zh-CN" sz="2600" b="1" i="1">
                        <a:latin typeface="Cambria Math" panose="02040503050406030204" pitchFamily="18" charset="0"/>
                      </a:rPr>
                      <m:t> </m:t>
                    </m:r>
                  </m:oMath>
                </a14:m>
                <a:r>
                  <a:rPr lang="en-US" altLang="zh-CN" sz="26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应位于第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或小于第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处），</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故</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应位于第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处。</a:t>
                </a:r>
                <a:endParaRPr lang="en-US" altLang="zh-CN" sz="2600"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50C2F5D3-CF45-4CAC-83D7-C4EC4E5F5B5F}"/>
                  </a:ext>
                </a:extLst>
              </p:cNvPr>
              <p:cNvSpPr>
                <a:spLocks noGrp="1" noRot="1" noChangeAspect="1" noMove="1" noResize="1" noEditPoints="1" noAdjustHandles="1" noChangeArrowheads="1" noChangeShapeType="1" noTextEdit="1"/>
              </p:cNvSpPr>
              <p:nvPr>
                <p:ph idx="1"/>
              </p:nvPr>
            </p:nvSpPr>
            <p:spPr>
              <a:xfrm>
                <a:off x="246668" y="1135502"/>
                <a:ext cx="11698664" cy="6335485"/>
              </a:xfrm>
              <a:blipFill>
                <a:blip r:embed="rId2"/>
                <a:stretch>
                  <a:fillRect l="-868"/>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366280CF-7A6F-B0FA-A572-A50327AE8D3E}"/>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3354975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0C2F5D3-CF45-4CAC-83D7-C4EC4E5F5B5F}"/>
                  </a:ext>
                </a:extLst>
              </p:cNvPr>
              <p:cNvSpPr>
                <a:spLocks noGrp="1"/>
              </p:cNvSpPr>
              <p:nvPr>
                <p:ph idx="1"/>
              </p:nvPr>
            </p:nvSpPr>
            <p:spPr>
              <a:xfrm>
                <a:off x="246668" y="1584630"/>
                <a:ext cx="11698664" cy="6335485"/>
              </a:xfrm>
            </p:spPr>
            <p:txBody>
              <a:bodyPr>
                <a:normAutofit/>
              </a:bodyPr>
              <a:lstStyle/>
              <a:p>
                <a:pPr marL="0" indent="0">
                  <a:lnSpc>
                    <a:spcPct val="150000"/>
                  </a:lnSpc>
                  <a:buNone/>
                </a:pPr>
                <a:r>
                  <a:rPr lang="zh-CN" altLang="en-US" sz="2600" b="1" dirty="0">
                    <a:latin typeface="Times New Roman" panose="02020603050405020304" pitchFamily="18" charset="0"/>
                    <a:cs typeface="Times New Roman" panose="02020603050405020304" pitchFamily="18" charset="0"/>
                  </a:rPr>
                  <a:t>将</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𝟏</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𝟐</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𝒏</m:t>
                        </m:r>
                      </m:sub>
                    </m:sSub>
                  </m:oMath>
                </a14:m>
                <a:r>
                  <a:rPr lang="zh-CN" altLang="en-US" sz="2600" b="1" dirty="0">
                    <a:latin typeface="Times New Roman" panose="02020603050405020304" pitchFamily="18" charset="0"/>
                    <a:cs typeface="Times New Roman" panose="02020603050405020304" pitchFamily="18" charset="0"/>
                  </a:rPr>
                  <a:t>按自小到大的次序排列成</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𝟐</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m:t>
                    </m:r>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smtClean="0">
                            <a:latin typeface="Cambria Math" panose="02040503050406030204" pitchFamily="18" charset="0"/>
                          </a:rPr>
                          <m:t>(</m:t>
                        </m:r>
                        <m:r>
                          <a:rPr lang="en-US" altLang="zh-CN" sz="2600" b="1" i="1">
                            <a:latin typeface="Cambria Math" panose="02040503050406030204" pitchFamily="18" charset="0"/>
                          </a:rPr>
                          <m:t>𝒏</m:t>
                        </m:r>
                        <m:r>
                          <a:rPr lang="en-US" altLang="zh-CN" sz="2600" b="1" i="1" smtClean="0">
                            <a:latin typeface="Cambria Math" panose="02040503050406030204" pitchFamily="18" charset="0"/>
                          </a:rPr>
                          <m:t>)</m:t>
                        </m:r>
                      </m:sub>
                    </m:sSub>
                    <m:r>
                      <a:rPr lang="en-US" altLang="zh-CN" sz="2600" b="1" i="1">
                        <a:latin typeface="Cambria Math" panose="02040503050406030204" pitchFamily="18" charset="0"/>
                      </a:rPr>
                      <m:t> </m:t>
                    </m:r>
                  </m:oMath>
                </a14:m>
                <a:endParaRPr lang="en-US" altLang="zh-CN" sz="2600" b="1" dirty="0">
                  <a:latin typeface="Times New Roman" panose="02020603050405020304" pitchFamily="18" charset="0"/>
                  <a:cs typeface="Times New Roman" panose="02020603050405020304" pitchFamily="18" charset="0"/>
                </a:endParaRPr>
              </a:p>
              <a:p>
                <a:pPr marL="0" indent="0">
                  <a:lnSpc>
                    <a:spcPct val="110000"/>
                  </a:lnSpc>
                  <a:buNone/>
                </a:pP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600" b="1" dirty="0">
                    <a:solidFill>
                      <a:srgbClr val="FF0000"/>
                    </a:solidFill>
                    <a:latin typeface="Times New Roman" panose="02020603050405020304" pitchFamily="18" charset="0"/>
                    <a:cs typeface="Times New Roman" panose="02020603050405020304" pitchFamily="18" charset="0"/>
                  </a:rPr>
                  <a:t>若</a:t>
                </a:r>
                <a:r>
                  <a:rPr lang="en-US" altLang="zh-CN" sz="2600" b="1" i="1" dirty="0">
                    <a:solidFill>
                      <a:srgbClr val="FF0000"/>
                    </a:solidFill>
                    <a:latin typeface="Times New Roman" panose="02020603050405020304" pitchFamily="18" charset="0"/>
                    <a:cs typeface="Times New Roman" panose="02020603050405020304" pitchFamily="18" charset="0"/>
                  </a:rPr>
                  <a:t>np</a:t>
                </a:r>
                <a:r>
                  <a:rPr lang="zh-CN" altLang="en-US" sz="2600" b="1" dirty="0">
                    <a:solidFill>
                      <a:srgbClr val="FF0000"/>
                    </a:solidFill>
                    <a:latin typeface="Times New Roman" panose="02020603050405020304" pitchFamily="18" charset="0"/>
                    <a:cs typeface="Times New Roman" panose="02020603050405020304" pitchFamily="18" charset="0"/>
                  </a:rPr>
                  <a:t>是整数</a:t>
                </a:r>
                <a:r>
                  <a:rPr lang="zh-CN" altLang="en-US" sz="2600" b="1" dirty="0">
                    <a:latin typeface="Times New Roman" panose="02020603050405020304" pitchFamily="18" charset="0"/>
                    <a:cs typeface="Times New Roman" panose="02020603050405020304" pitchFamily="18" charset="0"/>
                  </a:rPr>
                  <a:t>。例如在</a:t>
                </a:r>
                <a14:m>
                  <m:oMath xmlns:m="http://schemas.openxmlformats.org/officeDocument/2006/math">
                    <m:r>
                      <a:rPr lang="en-US" altLang="zh-CN" sz="2600" b="1" i="1" dirty="0" smtClean="0">
                        <a:latin typeface="Cambria Math" panose="02040503050406030204" pitchFamily="18" charset="0"/>
                        <a:cs typeface="Times New Roman" panose="02020603050405020304" pitchFamily="18" charset="0"/>
                      </a:rPr>
                      <m:t>𝒏</m:t>
                    </m:r>
                    <m:r>
                      <a:rPr lang="en-US" altLang="zh-CN" sz="2600" b="1" i="1" dirty="0" smtClean="0">
                        <a:latin typeface="Cambria Math" panose="02040503050406030204" pitchFamily="18" charset="0"/>
                        <a:cs typeface="Times New Roman" panose="02020603050405020304" pitchFamily="18" charset="0"/>
                      </a:rPr>
                      <m:t>=</m:t>
                    </m:r>
                    <m:r>
                      <a:rPr lang="en-US" altLang="zh-CN" sz="2600" b="1" i="1" dirty="0" smtClean="0">
                        <a:latin typeface="Cambria Math" panose="02040503050406030204" pitchFamily="18" charset="0"/>
                        <a:cs typeface="Times New Roman" panose="02020603050405020304" pitchFamily="18" charset="0"/>
                      </a:rPr>
                      <m:t>𝟏</m:t>
                    </m:r>
                    <m:r>
                      <a:rPr lang="en-US" altLang="zh-CN" sz="2600" b="1" i="1" dirty="0" smtClean="0">
                        <a:latin typeface="Cambria Math" panose="02040503050406030204" pitchFamily="18" charset="0"/>
                        <a:cs typeface="Times New Roman" panose="02020603050405020304" pitchFamily="18" charset="0"/>
                      </a:rPr>
                      <m:t>𝟎</m:t>
                    </m:r>
                    <m:r>
                      <a:rPr lang="en-US" altLang="zh-CN" sz="2600" b="1" i="1" dirty="0" smtClean="0">
                        <a:latin typeface="Cambria Math" panose="02040503050406030204" pitchFamily="18" charset="0"/>
                        <a:cs typeface="Times New Roman" panose="02020603050405020304" pitchFamily="18" charset="0"/>
                      </a:rPr>
                      <m:t>, </m:t>
                    </m:r>
                    <m:r>
                      <a:rPr lang="en-US" altLang="zh-CN" sz="2600" b="1" i="1" dirty="0" smtClean="0">
                        <a:latin typeface="Cambria Math" panose="02040503050406030204" pitchFamily="18" charset="0"/>
                        <a:cs typeface="Times New Roman" panose="02020603050405020304" pitchFamily="18" charset="0"/>
                      </a:rPr>
                      <m:t>𝒑</m:t>
                    </m:r>
                    <m:r>
                      <a:rPr lang="en-US" altLang="zh-CN" sz="2600" b="1" i="1" dirty="0" smtClean="0">
                        <a:latin typeface="Cambria Math" panose="02040503050406030204" pitchFamily="18" charset="0"/>
                        <a:cs typeface="Times New Roman" panose="02020603050405020304" pitchFamily="18" charset="0"/>
                      </a:rPr>
                      <m:t>=</m:t>
                    </m:r>
                    <m:r>
                      <a:rPr lang="en-US" altLang="zh-CN" sz="2600" b="1" i="1" dirty="0" smtClean="0">
                        <a:latin typeface="Cambria Math" panose="02040503050406030204" pitchFamily="18" charset="0"/>
                        <a:cs typeface="Times New Roman" panose="02020603050405020304" pitchFamily="18" charset="0"/>
                      </a:rPr>
                      <m:t>𝟎</m:t>
                    </m:r>
                    <m:r>
                      <a:rPr lang="en-US" altLang="zh-CN" sz="2600" b="1" i="1" dirty="0" smtClean="0">
                        <a:latin typeface="Cambria Math" panose="02040503050406030204" pitchFamily="18" charset="0"/>
                        <a:cs typeface="Times New Roman" panose="02020603050405020304" pitchFamily="18" charset="0"/>
                      </a:rPr>
                      <m:t>.</m:t>
                    </m:r>
                    <m:r>
                      <a:rPr lang="en-US" altLang="zh-CN" sz="2600" b="1" i="1" dirty="0" smtClean="0">
                        <a:latin typeface="Cambria Math" panose="02040503050406030204" pitchFamily="18" charset="0"/>
                        <a:cs typeface="Times New Roman" panose="02020603050405020304" pitchFamily="18" charset="0"/>
                      </a:rPr>
                      <m:t>𝟗</m:t>
                    </m:r>
                  </m:oMath>
                </a14:m>
                <a:r>
                  <a:rPr lang="zh-CN" altLang="en-US" sz="2600" b="1" dirty="0">
                    <a:latin typeface="Times New Roman" panose="02020603050405020304" pitchFamily="18" charset="0"/>
                    <a:cs typeface="Times New Roman" panose="02020603050405020304" pitchFamily="18" charset="0"/>
                  </a:rPr>
                  <a:t>时，</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的位置应满足</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至少有</a:t>
                </a:r>
                <a:r>
                  <a:rPr lang="en-US" altLang="zh-CN" sz="2600" b="1" dirty="0">
                    <a:latin typeface="Times New Roman" panose="02020603050405020304" pitchFamily="18" charset="0"/>
                    <a:cs typeface="Times New Roman" panose="02020603050405020304" pitchFamily="18" charset="0"/>
                  </a:rPr>
                  <a:t>9</a:t>
                </a:r>
                <a:r>
                  <a:rPr lang="zh-CN" altLang="en-US" sz="2600" b="1" dirty="0">
                    <a:latin typeface="Times New Roman" panose="02020603050405020304" pitchFamily="18" charset="0"/>
                    <a:cs typeface="Times New Roman" panose="02020603050405020304" pitchFamily="18" charset="0"/>
                  </a:rPr>
                  <a:t>个数据≤</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en-US" altLang="zh-CN" sz="26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应位于第</a:t>
                </a:r>
                <a:r>
                  <a:rPr lang="en-US" altLang="zh-CN" sz="2600" b="1" dirty="0">
                    <a:latin typeface="Times New Roman" panose="02020603050405020304" pitchFamily="18" charset="0"/>
                    <a:cs typeface="Times New Roman" panose="02020603050405020304" pitchFamily="18" charset="0"/>
                  </a:rPr>
                  <a:t>	9</a:t>
                </a:r>
                <a:r>
                  <a:rPr lang="zh-CN" altLang="en-US" sz="2600" b="1" dirty="0">
                    <a:latin typeface="Times New Roman" panose="02020603050405020304" pitchFamily="18" charset="0"/>
                    <a:cs typeface="Times New Roman" panose="02020603050405020304" pitchFamily="18" charset="0"/>
                  </a:rPr>
                  <a:t>或大于第</a:t>
                </a:r>
                <a:r>
                  <a:rPr lang="en-US" altLang="zh-CN" sz="2600" b="1" dirty="0">
                    <a:latin typeface="Times New Roman" panose="02020603050405020304" pitchFamily="18" charset="0"/>
                    <a:cs typeface="Times New Roman" panose="02020603050405020304" pitchFamily="18" charset="0"/>
                  </a:rPr>
                  <a:t>9</a:t>
                </a:r>
                <a:r>
                  <a:rPr lang="zh-CN" altLang="en-US" sz="2600" b="1" dirty="0">
                    <a:latin typeface="Times New Roman" panose="02020603050405020304" pitchFamily="18" charset="0"/>
                    <a:cs typeface="Times New Roman" panose="02020603050405020304" pitchFamily="18" charset="0"/>
                  </a:rPr>
                  <a:t>处</a:t>
                </a:r>
                <a:r>
                  <a:rPr lang="en-US" altLang="zh-CN" sz="2600" b="1" dirty="0">
                    <a:latin typeface="Times New Roman" panose="02020603050405020304" pitchFamily="18" charset="0"/>
                    <a:cs typeface="Times New Roman" panose="02020603050405020304" pitchFamily="18" charset="0"/>
                  </a:rPr>
                  <a:t>)</a:t>
                </a: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且至少有</a:t>
                </a:r>
                <a:r>
                  <a:rPr lang="en-US" altLang="zh-CN" sz="2600" b="1" dirty="0">
                    <a:latin typeface="Times New Roman" panose="02020603050405020304" pitchFamily="18" charset="0"/>
                    <a:cs typeface="Times New Roman" panose="02020603050405020304" pitchFamily="18" charset="0"/>
                  </a:rPr>
                  <a:t>1</a:t>
                </a:r>
                <a:r>
                  <a:rPr lang="zh-CN" altLang="en-US" sz="2600" b="1" dirty="0">
                    <a:latin typeface="Times New Roman" panose="02020603050405020304" pitchFamily="18" charset="0"/>
                    <a:cs typeface="Times New Roman" panose="02020603050405020304" pitchFamily="18" charset="0"/>
                  </a:rPr>
                  <a:t>个数据≥</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en-US" altLang="zh-CN" sz="26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zh-CN" altLang="en-US" sz="2600" b="1" dirty="0">
                    <a:latin typeface="Times New Roman" panose="02020603050405020304" pitchFamily="18" charset="0"/>
                    <a:cs typeface="Times New Roman" panose="02020603050405020304" pitchFamily="18" charset="0"/>
                  </a:rPr>
                  <a:t>应位于第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或小于第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处），</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故第</a:t>
                </a:r>
                <a:r>
                  <a:rPr lang="en-US" altLang="zh-CN" sz="2600" b="1" dirty="0">
                    <a:latin typeface="Times New Roman" panose="02020603050405020304" pitchFamily="18" charset="0"/>
                    <a:cs typeface="Times New Roman" panose="02020603050405020304" pitchFamily="18" charset="0"/>
                  </a:rPr>
                  <a:t>9</a:t>
                </a:r>
                <a:r>
                  <a:rPr lang="zh-CN" altLang="en-US" sz="2600" b="1" dirty="0">
                    <a:latin typeface="Times New Roman" panose="02020603050405020304" pitchFamily="18" charset="0"/>
                    <a:cs typeface="Times New Roman" panose="02020603050405020304" pitchFamily="18" charset="0"/>
                  </a:rPr>
                  <a:t>或第</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的数据均符合要求，就取这两个数的平均值作为</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𝒑</m:t>
                        </m:r>
                      </m:sub>
                    </m:sSub>
                  </m:oMath>
                </a14:m>
                <a:r>
                  <a:rPr lang="en-US" altLang="zh-CN" sz="2600" b="1" dirty="0">
                    <a:latin typeface="Times New Roman" panose="02020603050405020304" pitchFamily="18" charset="0"/>
                    <a:cs typeface="Times New Roman" panose="02020603050405020304" pitchFamily="18" charset="0"/>
                  </a:rPr>
                  <a:t>.</a:t>
                </a:r>
                <a:endParaRPr lang="zh-CN" altLang="en-US" sz="2600"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50C2F5D3-CF45-4CAC-83D7-C4EC4E5F5B5F}"/>
                  </a:ext>
                </a:extLst>
              </p:cNvPr>
              <p:cNvSpPr>
                <a:spLocks noGrp="1" noRot="1" noChangeAspect="1" noMove="1" noResize="1" noEditPoints="1" noAdjustHandles="1" noChangeArrowheads="1" noChangeShapeType="1" noTextEdit="1"/>
              </p:cNvSpPr>
              <p:nvPr>
                <p:ph idx="1"/>
              </p:nvPr>
            </p:nvSpPr>
            <p:spPr>
              <a:xfrm>
                <a:off x="246668" y="1584630"/>
                <a:ext cx="11698664" cy="6335485"/>
              </a:xfrm>
              <a:blipFill>
                <a:blip r:embed="rId2"/>
                <a:stretch>
                  <a:fillRect l="-868"/>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366280CF-7A6F-B0FA-A572-A50327AE8D3E}"/>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1925769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320B6063-CA79-8F3A-1C86-F522115DB3BC}"/>
                  </a:ext>
                </a:extLst>
              </p:cNvPr>
              <p:cNvSpPr txBox="1">
                <a:spLocks/>
              </p:cNvSpPr>
              <p:nvPr/>
            </p:nvSpPr>
            <p:spPr>
              <a:xfrm>
                <a:off x="360968" y="192563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b="1" dirty="0">
                    <a:latin typeface="Times New Roman" panose="02020603050405020304" pitchFamily="18" charset="0"/>
                    <a:cs typeface="Times New Roman" panose="02020603050405020304" pitchFamily="18" charset="0"/>
                  </a:rPr>
                  <a:t>126</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131</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134</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135</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135</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136</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137</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137</a:t>
                </a:r>
              </a:p>
              <a:p>
                <a:pPr marL="0" indent="0">
                  <a:buFont typeface="Arial" panose="020B0604020202020204" pitchFamily="34" charset="0"/>
                  <a:buNone/>
                </a:pPr>
                <a:endParaRPr kumimoji="1" lang="en-US" altLang="zh-CN"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kumimoji="1" lang="zh-CN" altLang="en-US" b="1" dirty="0">
                    <a:latin typeface="Times New Roman" panose="02020603050405020304" pitchFamily="18" charset="0"/>
                    <a:cs typeface="Times New Roman" panose="02020603050405020304" pitchFamily="18" charset="0"/>
                  </a:rPr>
                  <a:t>计算</a:t>
                </a:r>
                <a:r>
                  <a:rPr kumimoji="1" lang="en-US" altLang="zh-CN" b="1" dirty="0">
                    <a:latin typeface="Times New Roman" panose="02020603050405020304" pitchFamily="18" charset="0"/>
                    <a:cs typeface="Times New Roman" panose="02020603050405020304" pitchFamily="18" charset="0"/>
                  </a:rPr>
                  <a:t>0.9</a:t>
                </a:r>
                <a:r>
                  <a:rPr kumimoji="1" lang="zh-CN" altLang="en-US" b="1" dirty="0">
                    <a:latin typeface="Times New Roman" panose="02020603050405020304" pitchFamily="18" charset="0"/>
                    <a:cs typeface="Times New Roman" panose="02020603050405020304" pitchFamily="18" charset="0"/>
                  </a:rPr>
                  <a:t>分位数</a:t>
                </a:r>
                <a:endParaRPr kumimoji="1" lang="en-US" altLang="zh-CN"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kumimoji="1" lang="en-US" altLang="zh-CN"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800" b="1" dirty="0">
                    <a:latin typeface="Times New Roman" panose="02020603050405020304" pitchFamily="18" charset="0"/>
                    <a:cs typeface="Times New Roman" panose="02020603050405020304" pitchFamily="18" charset="0"/>
                  </a:rPr>
                  <a:t>至少有</a:t>
                </a:r>
                <a:r>
                  <a:rPr lang="en-US" altLang="zh-CN" sz="2800" b="1" dirty="0">
                    <a:latin typeface="Times New Roman" panose="02020603050405020304" pitchFamily="18" charset="0"/>
                    <a:cs typeface="Times New Roman" panose="02020603050405020304" pitchFamily="18" charset="0"/>
                  </a:rPr>
                  <a:t>9</a:t>
                </a:r>
                <a:r>
                  <a:rPr lang="zh-CN" altLang="en-US" sz="2800" b="1" dirty="0">
                    <a:latin typeface="Times New Roman" panose="02020603050405020304" pitchFamily="18" charset="0"/>
                    <a:cs typeface="Times New Roman" panose="02020603050405020304" pitchFamily="18" charset="0"/>
                  </a:rPr>
                  <a:t>个数据 ≤</a:t>
                </a:r>
                <a:r>
                  <a:rPr lang="en-US" altLang="zh-CN" sz="2800" b="1" dirty="0">
                    <a:latin typeface="Times New Roman" panose="02020603050405020304" pitchFamily="18" charset="0"/>
                    <a:cs typeface="Times New Roman" panose="02020603050405020304" pitchFamily="18" charset="0"/>
                  </a:rPr>
                  <a:t> </a:t>
                </a:r>
                <a14:m>
                  <m:oMath xmlns:m="http://schemas.openxmlformats.org/officeDocument/2006/math">
                    <m:r>
                      <m:rPr>
                        <m:nor/>
                      </m:rPr>
                      <a:rPr lang="en-US" altLang="zh-CN" sz="2800" b="1" i="0" smtClean="0">
                        <a:latin typeface="Times New Roman" panose="02020603050405020304" pitchFamily="18" charset="0"/>
                        <a:cs typeface="Times New Roman" panose="02020603050405020304" pitchFamily="18" charset="0"/>
                      </a:rPr>
                      <m:t>137</m:t>
                    </m:r>
                  </m:oMath>
                </a14:m>
                <a:endParaRPr lang="en-US" altLang="zh-CN" sz="28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800" b="1" dirty="0">
                    <a:latin typeface="Times New Roman" panose="02020603050405020304" pitchFamily="18" charset="0"/>
                    <a:cs typeface="Times New Roman" panose="02020603050405020304" pitchFamily="18" charset="0"/>
                  </a:rPr>
                  <a:t>且至少有</a:t>
                </a:r>
                <a:r>
                  <a:rPr lang="en-US" altLang="zh-CN" sz="2800" b="1" dirty="0">
                    <a:latin typeface="Times New Roman" panose="02020603050405020304" pitchFamily="18" charset="0"/>
                    <a:cs typeface="Times New Roman" panose="02020603050405020304" pitchFamily="18" charset="0"/>
                  </a:rPr>
                  <a:t>1</a:t>
                </a:r>
                <a:r>
                  <a:rPr lang="zh-CN" altLang="en-US" sz="2800" b="1" dirty="0">
                    <a:latin typeface="Times New Roman" panose="02020603050405020304" pitchFamily="18" charset="0"/>
                    <a:cs typeface="Times New Roman" panose="02020603050405020304" pitchFamily="18" charset="0"/>
                  </a:rPr>
                  <a:t>个数据 ≥</a:t>
                </a:r>
                <a:r>
                  <a:rPr lang="en-US" altLang="zh-CN" sz="2800" b="1" dirty="0">
                    <a:latin typeface="Times New Roman" panose="02020603050405020304" pitchFamily="18" charset="0"/>
                    <a:cs typeface="Times New Roman" panose="02020603050405020304" pitchFamily="18" charset="0"/>
                  </a:rPr>
                  <a:t> </a:t>
                </a:r>
                <a14:m>
                  <m:oMath xmlns:m="http://schemas.openxmlformats.org/officeDocument/2006/math">
                    <m:r>
                      <m:rPr>
                        <m:nor/>
                      </m:rPr>
                      <a:rPr lang="en-US" altLang="zh-CN" b="1">
                        <a:latin typeface="Times New Roman" panose="02020603050405020304" pitchFamily="18" charset="0"/>
                        <a:cs typeface="Times New Roman" panose="02020603050405020304" pitchFamily="18" charset="0"/>
                      </a:rPr>
                      <m:t>137</m:t>
                    </m:r>
                  </m:oMath>
                </a14:m>
                <a:endParaRPr kumimoji="1" lang="en-US" altLang="zh-CN"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kumimoji="1"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320B6063-CA79-8F3A-1C86-F522115DB3BC}"/>
                  </a:ext>
                </a:extLst>
              </p:cNvPr>
              <p:cNvSpPr txBox="1">
                <a:spLocks noRot="1" noChangeAspect="1" noMove="1" noResize="1" noEditPoints="1" noAdjustHandles="1" noChangeArrowheads="1" noChangeShapeType="1" noTextEdit="1"/>
              </p:cNvSpPr>
              <p:nvPr/>
            </p:nvSpPr>
            <p:spPr>
              <a:xfrm>
                <a:off x="360968" y="1925638"/>
                <a:ext cx="10515600" cy="4351338"/>
              </a:xfrm>
              <a:prstGeom prst="rect">
                <a:avLst/>
              </a:prstGeom>
              <a:blipFill>
                <a:blip r:embed="rId2"/>
                <a:stretch>
                  <a:fillRect l="-1206" t="-2907"/>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615A8422-BC28-9A71-647D-5E9D012C540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1802828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541F518A-0F4C-A6A6-BAD2-3C6D549B65FF}"/>
                  </a:ext>
                </a:extLst>
              </p:cNvPr>
              <p:cNvSpPr>
                <a:spLocks noGrp="1"/>
              </p:cNvSpPr>
              <p:nvPr>
                <p:ph idx="1"/>
              </p:nvPr>
            </p:nvSpPr>
            <p:spPr>
              <a:xfrm>
                <a:off x="232206" y="1891913"/>
                <a:ext cx="11576957" cy="6335485"/>
              </a:xfrm>
            </p:spPr>
            <p:txBody>
              <a:bodyPr>
                <a:noAutofit/>
              </a:bodyPr>
              <a:lstStyle/>
              <a:p>
                <a:pPr marL="0" indent="0">
                  <a:lnSpc>
                    <a:spcPct val="100000"/>
                  </a:lnSpc>
                  <a:buNone/>
                </a:pPr>
                <a:r>
                  <a:rPr lang="zh-CN" altLang="en-US" b="1" dirty="0">
                    <a:latin typeface="Times New Roman" panose="02020603050405020304" pitchFamily="18" charset="0"/>
                    <a:cs typeface="Times New Roman" panose="02020603050405020304" pitchFamily="18" charset="0"/>
                  </a:rPr>
                  <a:t>综上</a:t>
                </a:r>
                <a:r>
                  <a:rPr lang="en-US" altLang="zh-CN" b="1" dirty="0">
                    <a:latin typeface="Times New Roman" panose="02020603050405020304" pitchFamily="18" charset="0"/>
                    <a:cs typeface="Times New Roman" panose="02020603050405020304" pitchFamily="18" charset="0"/>
                  </a:rPr>
                  <a:t>,</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𝒑</m:t>
                          </m:r>
                        </m:sub>
                      </m:sSub>
                      <m:r>
                        <a:rPr lang="en-US" altLang="zh-CN" b="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e/>
                            <m:e/>
                            <m:e/>
                          </m:eqArr>
                        </m:e>
                      </m:d>
                      <m:r>
                        <a:rPr lang="zh-CN" altLang="en-US" b="1" i="0" smtClean="0">
                          <a:latin typeface="Cambria Math" panose="02040503050406030204" pitchFamily="18" charset="0"/>
                        </a:rPr>
                        <m:t>   </m:t>
                      </m:r>
                      <m:eqArr>
                        <m:eqArrPr>
                          <m:ctrlPr>
                            <a:rPr lang="zh-CN" altLang="zh-CN" b="1" i="1">
                              <a:latin typeface="Cambria Math" panose="02040503050406030204" pitchFamily="18" charset="0"/>
                            </a:rPr>
                          </m:ctrlPr>
                        </m:eqArrPr>
                        <m:e>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smtClean="0">
                                  <a:latin typeface="Cambria Math" panose="02040503050406030204" pitchFamily="18" charset="0"/>
                                </a:rPr>
                                <m:t>(</m:t>
                              </m:r>
                              <m:r>
                                <a:rPr lang="en-US" altLang="zh-CN" b="1" i="0" smtClean="0">
                                  <a:latin typeface="Cambria Math" panose="02040503050406030204" pitchFamily="18" charset="0"/>
                                </a:rPr>
                                <m:t>[</m:t>
                              </m:r>
                              <m:r>
                                <a:rPr lang="en-US" altLang="zh-CN" b="1" i="1" smtClean="0">
                                  <a:latin typeface="Cambria Math" panose="02040503050406030204" pitchFamily="18" charset="0"/>
                                </a:rPr>
                                <m:t>𝒏𝒑</m:t>
                              </m:r>
                              <m:r>
                                <a:rPr lang="en-US" altLang="zh-CN" b="1" i="0" smtClean="0">
                                  <a:latin typeface="Cambria Math" panose="02040503050406030204" pitchFamily="18" charset="0"/>
                                </a:rPr>
                                <m:t>]</m:t>
                              </m:r>
                              <m:r>
                                <a:rPr lang="en-US" altLang="zh-CN" b="1" smtClean="0">
                                  <a:latin typeface="Cambria Math" panose="02040503050406030204" pitchFamily="18" charset="0"/>
                                </a:rPr>
                                <m:t>+</m:t>
                              </m:r>
                              <m:r>
                                <a:rPr lang="en-US" altLang="zh-CN" b="1" i="1">
                                  <a:latin typeface="Cambria Math" panose="02040503050406030204" pitchFamily="18" charset="0"/>
                                </a:rPr>
                                <m:t>𝟏</m:t>
                              </m:r>
                              <m:r>
                                <a:rPr lang="en-US" altLang="zh-CN" b="1">
                                  <a:latin typeface="Cambria Math" panose="02040503050406030204" pitchFamily="18" charset="0"/>
                                </a:rPr>
                                <m:t>)</m:t>
                              </m:r>
                            </m:sub>
                          </m:sSub>
                          <m:r>
                            <a:rPr lang="en-US" altLang="zh-CN" b="1" i="0" smtClean="0">
                              <a:latin typeface="Cambria Math" panose="02040503050406030204" pitchFamily="18" charset="0"/>
                            </a:rPr>
                            <m:t>,</m:t>
                          </m:r>
                          <m:r>
                            <a:rPr lang="en-US" altLang="zh-CN" b="1" i="1" smtClean="0">
                              <a:latin typeface="Cambria Math" panose="02040503050406030204" pitchFamily="18" charset="0"/>
                            </a:rPr>
                            <m:t>                </m:t>
                          </m:r>
                          <m:r>
                            <a:rPr lang="zh-CN" altLang="en-US" b="1" i="1" smtClean="0">
                              <a:latin typeface="Cambria Math" panose="02040503050406030204" pitchFamily="18" charset="0"/>
                            </a:rPr>
                            <m:t>当</m:t>
                          </m:r>
                          <m:r>
                            <a:rPr lang="en-US" altLang="zh-CN" b="1" i="1" smtClean="0">
                              <a:latin typeface="Cambria Math" panose="02040503050406030204" pitchFamily="18" charset="0"/>
                            </a:rPr>
                            <m:t>𝒏</m:t>
                          </m:r>
                          <m:r>
                            <a:rPr lang="en-US" altLang="zh-CN" b="1" i="1" smtClean="0">
                              <a:latin typeface="Cambria Math" panose="02040503050406030204" pitchFamily="18" charset="0"/>
                            </a:rPr>
                            <m:t>𝒑</m:t>
                          </m:r>
                          <m:r>
                            <a:rPr lang="zh-CN" altLang="en-US" b="1" i="1" smtClean="0">
                              <a:latin typeface="Cambria Math" panose="02040503050406030204" pitchFamily="18" charset="0"/>
                            </a:rPr>
                            <m:t>不</m:t>
                          </m:r>
                          <m:r>
                            <a:rPr lang="zh-CN" altLang="en-US" b="1" i="1" smtClean="0">
                              <a:latin typeface="Cambria Math" panose="02040503050406030204" pitchFamily="18" charset="0"/>
                            </a:rPr>
                            <m:t>是</m:t>
                          </m:r>
                          <m:r>
                            <a:rPr lang="zh-CN" altLang="en-US" b="1" i="1" smtClean="0">
                              <a:latin typeface="Cambria Math" panose="02040503050406030204" pitchFamily="18" charset="0"/>
                            </a:rPr>
                            <m:t>整</m:t>
                          </m:r>
                          <m:r>
                            <a:rPr lang="zh-CN" altLang="en-US" b="1" i="1" smtClean="0">
                              <a:latin typeface="Cambria Math" panose="02040503050406030204" pitchFamily="18" charset="0"/>
                            </a:rPr>
                            <m:t>数</m:t>
                          </m:r>
                        </m:e>
                        <m:e/>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d>
                            <m:dPr>
                              <m:begChr m:val="["/>
                              <m:endChr m:val="]"/>
                              <m:ctrlPr>
                                <a:rPr lang="en-US" altLang="zh-CN" b="1" i="1" smtClean="0">
                                  <a:latin typeface="Cambria Math" panose="02040503050406030204" pitchFamily="18" charset="0"/>
                                </a:rPr>
                              </m:ctrlPr>
                            </m:dPr>
                            <m:e>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𝒏𝒑</m:t>
                                      </m:r>
                                    </m:e>
                                  </m:d>
                                </m:sub>
                              </m:sSub>
                              <m:r>
                                <a:rPr lang="en-US" altLang="zh-CN" b="1" i="1" smtClean="0">
                                  <a:latin typeface="Cambria Math" panose="02040503050406030204" pitchFamily="18" charset="0"/>
                                </a:rPr>
                                <m:t>+</m:t>
                              </m:r>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d>
                                    <m:dPr>
                                      <m:ctrlPr>
                                        <a:rPr lang="en-US" altLang="zh-CN" b="1" i="1">
                                          <a:latin typeface="Cambria Math" panose="02040503050406030204" pitchFamily="18" charset="0"/>
                                        </a:rPr>
                                      </m:ctrlPr>
                                    </m:dPr>
                                    <m:e>
                                      <m:r>
                                        <a:rPr lang="en-US" altLang="zh-CN" b="1" i="1" smtClean="0">
                                          <a:latin typeface="Cambria Math" panose="02040503050406030204" pitchFamily="18" charset="0"/>
                                        </a:rPr>
                                        <m:t>𝒏𝒑</m:t>
                                      </m:r>
                                      <m:r>
                                        <a:rPr lang="en-US" altLang="zh-CN" b="1" smtClean="0">
                                          <a:latin typeface="Cambria Math" panose="02040503050406030204" pitchFamily="18" charset="0"/>
                                        </a:rPr>
                                        <m:t>+</m:t>
                                      </m:r>
                                      <m:r>
                                        <a:rPr lang="en-US" altLang="zh-CN" b="1" i="1" smtClean="0">
                                          <a:latin typeface="Cambria Math" panose="02040503050406030204" pitchFamily="18" charset="0"/>
                                        </a:rPr>
                                        <m:t>𝟏</m:t>
                                      </m:r>
                                    </m:e>
                                  </m:d>
                                </m:sub>
                              </m:sSub>
                            </m:e>
                          </m:d>
                          <m:r>
                            <a:rPr lang="en-US" altLang="zh-CN" b="1" i="1" smtClean="0">
                              <a:latin typeface="Cambria Math" panose="02040503050406030204" pitchFamily="18" charset="0"/>
                            </a:rPr>
                            <m:t>,  </m:t>
                          </m:r>
                          <m:r>
                            <a:rPr lang="zh-CN" altLang="en-US" b="1" i="1" smtClean="0">
                              <a:latin typeface="Cambria Math" panose="02040503050406030204" pitchFamily="18" charset="0"/>
                            </a:rPr>
                            <m:t>当</m:t>
                          </m:r>
                          <m:r>
                            <a:rPr lang="en-US" altLang="zh-CN" b="1" i="1" smtClean="0">
                              <a:latin typeface="Cambria Math" panose="02040503050406030204" pitchFamily="18" charset="0"/>
                            </a:rPr>
                            <m:t>𝒏</m:t>
                          </m:r>
                          <m:r>
                            <a:rPr lang="en-US" altLang="zh-CN" b="1" i="1" smtClean="0">
                              <a:latin typeface="Cambria Math" panose="02040503050406030204" pitchFamily="18" charset="0"/>
                            </a:rPr>
                            <m:t>𝒑</m:t>
                          </m:r>
                          <m:r>
                            <a:rPr lang="zh-CN" altLang="en-US" b="1" i="1" smtClean="0">
                              <a:latin typeface="Cambria Math" panose="02040503050406030204" pitchFamily="18" charset="0"/>
                            </a:rPr>
                            <m:t>是</m:t>
                          </m:r>
                          <m:r>
                            <a:rPr lang="zh-CN" altLang="en-US" b="1" i="1" smtClean="0">
                              <a:latin typeface="Cambria Math" panose="02040503050406030204" pitchFamily="18" charset="0"/>
                            </a:rPr>
                            <m:t>整</m:t>
                          </m:r>
                          <m:r>
                            <a:rPr lang="zh-CN" altLang="en-US" b="1" i="1" smtClean="0">
                              <a:latin typeface="Cambria Math" panose="02040503050406030204" pitchFamily="18" charset="0"/>
                            </a:rPr>
                            <m:t>数</m:t>
                          </m:r>
                        </m:e>
                      </m:eqArr>
                    </m:oMath>
                  </m:oMathPara>
                </a14:m>
                <a:endParaRPr lang="zh-CN" altLang="zh-CN" b="1" dirty="0">
                  <a:latin typeface="Times New Roman" panose="02020603050405020304" pitchFamily="18" charset="0"/>
                  <a:cs typeface="Times New Roman" panose="02020603050405020304" pitchFamily="18" charset="0"/>
                </a:endParaRPr>
              </a:p>
              <a:p>
                <a:pPr marL="0" indent="0">
                  <a:lnSpc>
                    <a:spcPct val="100000"/>
                  </a:lnSpc>
                  <a:buNone/>
                </a:pPr>
                <a:endParaRPr lang="en-US" altLang="zh-CN"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541F518A-0F4C-A6A6-BAD2-3C6D549B65FF}"/>
                  </a:ext>
                </a:extLst>
              </p:cNvPr>
              <p:cNvSpPr>
                <a:spLocks noGrp="1" noRot="1" noChangeAspect="1" noMove="1" noResize="1" noEditPoints="1" noAdjustHandles="1" noChangeArrowheads="1" noChangeShapeType="1" noTextEdit="1"/>
              </p:cNvSpPr>
              <p:nvPr>
                <p:ph idx="1"/>
              </p:nvPr>
            </p:nvSpPr>
            <p:spPr>
              <a:xfrm>
                <a:off x="232206" y="1891913"/>
                <a:ext cx="11576957" cy="6335485"/>
              </a:xfrm>
              <a:blipFill>
                <a:blip r:embed="rId2"/>
                <a:stretch>
                  <a:fillRect l="-1096" t="-1400"/>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0EBABAA2-2C30-D236-8938-53FEDA18BFE4}"/>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165724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541F518A-0F4C-A6A6-BAD2-3C6D549B65FF}"/>
                  </a:ext>
                </a:extLst>
              </p:cNvPr>
              <p:cNvSpPr>
                <a:spLocks noGrp="1"/>
              </p:cNvSpPr>
              <p:nvPr>
                <p:ph idx="1"/>
              </p:nvPr>
            </p:nvSpPr>
            <p:spPr>
              <a:xfrm>
                <a:off x="222779" y="1326305"/>
                <a:ext cx="11576957" cy="6335485"/>
              </a:xfrm>
            </p:spPr>
            <p:txBody>
              <a:bodyPr>
                <a:noAutofit/>
              </a:bodyPr>
              <a:lstStyle/>
              <a:p>
                <a:pPr marL="0" indent="0">
                  <a:lnSpc>
                    <a:spcPct val="100000"/>
                  </a:lnSpc>
                  <a:buNone/>
                </a:pPr>
                <a:r>
                  <a:rPr lang="zh-CN" altLang="en-US" b="1" dirty="0">
                    <a:latin typeface="Times New Roman" panose="02020603050405020304" pitchFamily="18" charset="0"/>
                    <a:cs typeface="Times New Roman" panose="02020603050405020304" pitchFamily="18" charset="0"/>
                  </a:rPr>
                  <a:t>特别，当</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𝒑</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𝟎</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𝟓</m:t>
                    </m:r>
                  </m:oMath>
                </a14:m>
                <a:r>
                  <a:rPr lang="zh-CN" altLang="en-US" b="1" dirty="0">
                    <a:latin typeface="Times New Roman" panose="02020603050405020304" pitchFamily="18" charset="0"/>
                    <a:cs typeface="Times New Roman" panose="02020603050405020304" pitchFamily="18" charset="0"/>
                  </a:rPr>
                  <a:t>时，</a:t>
                </a:r>
                <a:r>
                  <a:rPr lang="en-US" altLang="zh-CN" b="1" dirty="0">
                    <a:solidFill>
                      <a:srgbClr val="FF0000"/>
                    </a:solidFill>
                    <a:latin typeface="Times New Roman" panose="02020603050405020304" pitchFamily="18" charset="0"/>
                    <a:cs typeface="Times New Roman" panose="02020603050405020304" pitchFamily="18" charset="0"/>
                  </a:rPr>
                  <a:t>0.5</a:t>
                </a:r>
                <a:r>
                  <a:rPr lang="zh-CN" altLang="en-US" b="1" dirty="0">
                    <a:solidFill>
                      <a:srgbClr val="FF0000"/>
                    </a:solidFill>
                    <a:latin typeface="Times New Roman" panose="02020603050405020304" pitchFamily="18" charset="0"/>
                    <a:cs typeface="Times New Roman" panose="02020603050405020304" pitchFamily="18" charset="0"/>
                  </a:rPr>
                  <a:t>分位数</a:t>
                </a:r>
                <a14:m>
                  <m:oMath xmlns:m="http://schemas.openxmlformats.org/officeDocument/2006/math">
                    <m:sSub>
                      <m:sSubPr>
                        <m:ctrlPr>
                          <a:rPr lang="zh-CN"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𝟎</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𝟓</m:t>
                        </m:r>
                      </m:sub>
                    </m:sSub>
                  </m:oMath>
                </a14:m>
                <a:r>
                  <a:rPr lang="zh-CN" altLang="en-US" b="1" dirty="0">
                    <a:solidFill>
                      <a:srgbClr val="FF0000"/>
                    </a:solidFill>
                    <a:latin typeface="Times New Roman" panose="02020603050405020304" pitchFamily="18" charset="0"/>
                    <a:cs typeface="Times New Roman" panose="02020603050405020304" pitchFamily="18" charset="0"/>
                  </a:rPr>
                  <a:t>也记为</a:t>
                </a:r>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𝑸</m:t>
                        </m:r>
                      </m:e>
                      <m:sub>
                        <m:r>
                          <a:rPr lang="en-US" altLang="zh-CN" b="1" i="1" smtClean="0">
                            <a:solidFill>
                              <a:srgbClr val="FF0000"/>
                            </a:solidFill>
                            <a:latin typeface="Cambria Math" panose="02040503050406030204" pitchFamily="18" charset="0"/>
                          </a:rPr>
                          <m:t>𝟐</m:t>
                        </m:r>
                      </m:sub>
                    </m:sSub>
                    <m:r>
                      <a:rPr lang="zh-CN" altLang="en-US" b="1" i="1" smtClean="0">
                        <a:solidFill>
                          <a:srgbClr val="FF0000"/>
                        </a:solidFill>
                        <a:latin typeface="Cambria Math" panose="02040503050406030204" pitchFamily="18" charset="0"/>
                      </a:rPr>
                      <m:t>或</m:t>
                    </m:r>
                  </m:oMath>
                </a14:m>
                <a:r>
                  <a:rPr lang="en-US" altLang="zh-CN" b="1" dirty="0">
                    <a:solidFill>
                      <a:srgbClr val="FF0000"/>
                    </a:solidFill>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，称为</a:t>
                </a:r>
                <a:r>
                  <a:rPr lang="zh-CN" altLang="en-US" b="1" dirty="0">
                    <a:solidFill>
                      <a:srgbClr val="FF0000"/>
                    </a:solidFill>
                    <a:latin typeface="Times New Roman" panose="02020603050405020304" pitchFamily="18" charset="0"/>
                    <a:cs typeface="Times New Roman" panose="02020603050405020304" pitchFamily="18" charset="0"/>
                  </a:rPr>
                  <a:t>样本中位数</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即有                    </a:t>
                </a:r>
                <a14:m>
                  <m:oMath xmlns:m="http://schemas.openxmlformats.org/officeDocument/2006/math">
                    <m:sSub>
                      <m:sSubPr>
                        <m:ctrlPr>
                          <a:rPr lang="zh-CN"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𝟎</m:t>
                        </m:r>
                        <m:r>
                          <a:rPr lang="en-US" altLang="zh-CN" b="1" i="1">
                            <a:latin typeface="Cambria Math" panose="02040503050406030204" pitchFamily="18" charset="0"/>
                          </a:rPr>
                          <m:t>.</m:t>
                        </m:r>
                        <m:r>
                          <a:rPr lang="en-US" altLang="zh-CN" b="1" i="1" smtClean="0">
                            <a:latin typeface="Cambria Math" panose="02040503050406030204" pitchFamily="18" charset="0"/>
                          </a:rPr>
                          <m:t>𝟓</m:t>
                        </m:r>
                      </m:sub>
                    </m:sSub>
                    <m:r>
                      <a:rPr lang="en-US" altLang="zh-CN" b="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e/>
                          <m:e/>
                          <m:e/>
                        </m:eqArr>
                      </m:e>
                    </m:d>
                    <m:eqArr>
                      <m:eqArrPr>
                        <m:ctrlPr>
                          <a:rPr lang="zh-CN" altLang="zh-CN" b="1" i="1">
                            <a:latin typeface="Cambria Math" panose="02040503050406030204" pitchFamily="18" charset="0"/>
                          </a:rPr>
                        </m:ctrlPr>
                      </m:eqArrPr>
                      <m:e>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smtClean="0">
                                <a:latin typeface="Cambria Math" panose="02040503050406030204" pitchFamily="18" charset="0"/>
                              </a:rPr>
                              <m:t>(</m:t>
                            </m:r>
                            <m:r>
                              <a:rPr lang="en-US" altLang="zh-CN" b="1" i="0" smtClean="0">
                                <a:latin typeface="Cambria Math" panose="02040503050406030204" pitchFamily="18" charset="0"/>
                              </a:rPr>
                              <m:t>[</m:t>
                            </m:r>
                            <m:r>
                              <a:rPr lang="en-US" altLang="zh-CN" b="1" i="1" smtClean="0">
                                <a:latin typeface="Cambria Math" panose="02040503050406030204" pitchFamily="18" charset="0"/>
                              </a:rPr>
                              <m:t>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0" smtClean="0">
                                <a:latin typeface="Cambria Math" panose="02040503050406030204" pitchFamily="18" charset="0"/>
                              </a:rPr>
                              <m:t>]</m:t>
                            </m:r>
                            <m:r>
                              <a:rPr lang="en-US" altLang="zh-CN" b="1" smtClean="0">
                                <a:latin typeface="Cambria Math" panose="02040503050406030204" pitchFamily="18" charset="0"/>
                              </a:rPr>
                              <m:t>+</m:t>
                            </m:r>
                            <m:r>
                              <a:rPr lang="en-US" altLang="zh-CN" b="1" i="1">
                                <a:latin typeface="Cambria Math" panose="02040503050406030204" pitchFamily="18" charset="0"/>
                              </a:rPr>
                              <m:t>𝟏</m:t>
                            </m:r>
                            <m:r>
                              <a:rPr lang="en-US" altLang="zh-CN" b="1">
                                <a:latin typeface="Cambria Math" panose="02040503050406030204" pitchFamily="18" charset="0"/>
                              </a:rPr>
                              <m:t>)</m:t>
                            </m:r>
                          </m:sub>
                        </m:sSub>
                        <m:r>
                          <a:rPr lang="en-US" altLang="zh-CN" b="1" i="0" smtClean="0">
                            <a:latin typeface="Cambria Math" panose="02040503050406030204" pitchFamily="18" charset="0"/>
                          </a:rPr>
                          <m:t>,</m:t>
                        </m:r>
                        <m:r>
                          <a:rPr lang="en-US" altLang="zh-CN" b="1" i="1" smtClean="0">
                            <a:latin typeface="Cambria Math" panose="02040503050406030204" pitchFamily="18" charset="0"/>
                          </a:rPr>
                          <m:t>                    </m:t>
                        </m:r>
                        <m:r>
                          <a:rPr lang="zh-CN" altLang="en-US" b="1" i="1" smtClean="0">
                            <a:latin typeface="Cambria Math" panose="02040503050406030204" pitchFamily="18" charset="0"/>
                          </a:rPr>
                          <m:t>当</m:t>
                        </m:r>
                        <m:r>
                          <a:rPr lang="en-US" altLang="zh-CN" b="1" i="1" smtClean="0">
                            <a:latin typeface="Cambria Math" panose="02040503050406030204" pitchFamily="18" charset="0"/>
                          </a:rPr>
                          <m:t>𝒏</m:t>
                        </m:r>
                        <m:r>
                          <a:rPr lang="zh-CN" altLang="en-US" b="1" i="1" smtClean="0">
                            <a:latin typeface="Cambria Math" panose="02040503050406030204" pitchFamily="18" charset="0"/>
                          </a:rPr>
                          <m:t>是</m:t>
                        </m:r>
                        <m:r>
                          <a:rPr lang="zh-CN" altLang="en-US" b="1" i="1">
                            <a:latin typeface="Cambria Math" panose="02040503050406030204" pitchFamily="18" charset="0"/>
                          </a:rPr>
                          <m:t>奇</m:t>
                        </m:r>
                        <m:r>
                          <a:rPr lang="zh-CN" altLang="en-US" b="1" i="1" smtClean="0">
                            <a:latin typeface="Cambria Math" panose="02040503050406030204" pitchFamily="18" charset="0"/>
                          </a:rPr>
                          <m:t>数</m:t>
                        </m:r>
                      </m:e>
                      <m:e/>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d>
                          <m:dPr>
                            <m:begChr m:val="["/>
                            <m:endChr m:val="]"/>
                            <m:ctrlPr>
                              <a:rPr lang="en-US" altLang="zh-CN" b="1" i="1" smtClean="0">
                                <a:latin typeface="Cambria Math" panose="02040503050406030204" pitchFamily="18" charset="0"/>
                              </a:rPr>
                            </m:ctrlPr>
                          </m:dPr>
                          <m:e>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d>
                              </m:sub>
                            </m:sSub>
                            <m:r>
                              <a:rPr lang="en-US" altLang="zh-CN" b="1" i="1" smtClean="0">
                                <a:latin typeface="Cambria Math" panose="02040503050406030204" pitchFamily="18" charset="0"/>
                              </a:rPr>
                              <m:t>+</m:t>
                            </m:r>
                            <m:sSub>
                              <m:sSubPr>
                                <m:ctrlPr>
                                  <a:rPr lang="zh-CN" altLang="zh-CN" b="1" i="1">
                                    <a:latin typeface="Cambria Math" panose="02040503050406030204" pitchFamily="18" charset="0"/>
                                  </a:rPr>
                                </m:ctrlPr>
                              </m:sSubPr>
                              <m:e>
                                <m:r>
                                  <a:rPr lang="en-US" altLang="zh-CN" b="1" i="1" smtClean="0">
                                    <a:latin typeface="Cambria Math" panose="02040503050406030204" pitchFamily="18" charset="0"/>
                                  </a:rPr>
                                  <m:t>𝒙</m:t>
                                </m:r>
                              </m:e>
                              <m:sub>
                                <m:d>
                                  <m:dPr>
                                    <m:ctrlPr>
                                      <a:rPr lang="en-US" altLang="zh-CN" b="1" i="1">
                                        <a:latin typeface="Cambria Math" panose="02040503050406030204" pitchFamily="18" charset="0"/>
                                      </a:rPr>
                                    </m:ctrlPr>
                                  </m:dPr>
                                  <m:e>
                                    <m:r>
                                      <a:rPr lang="en-US" altLang="zh-CN" b="1" i="1" smtClean="0">
                                        <a:latin typeface="Cambria Math" panose="02040503050406030204" pitchFamily="18" charset="0"/>
                                      </a:rPr>
                                      <m:t>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smtClean="0">
                                        <a:latin typeface="Cambria Math" panose="02040503050406030204" pitchFamily="18" charset="0"/>
                                      </a:rPr>
                                      <m:t>+</m:t>
                                    </m:r>
                                    <m:r>
                                      <a:rPr lang="en-US" altLang="zh-CN" b="1" i="1" smtClean="0">
                                        <a:latin typeface="Cambria Math" panose="02040503050406030204" pitchFamily="18" charset="0"/>
                                      </a:rPr>
                                      <m:t>𝟏</m:t>
                                    </m:r>
                                  </m:e>
                                </m:d>
                              </m:sub>
                            </m:sSub>
                          </m:e>
                        </m:d>
                        <m:r>
                          <a:rPr lang="en-US" altLang="zh-CN" b="1" i="1" smtClean="0">
                            <a:latin typeface="Cambria Math" panose="02040503050406030204" pitchFamily="18" charset="0"/>
                          </a:rPr>
                          <m:t>,    </m:t>
                        </m:r>
                        <m:r>
                          <a:rPr lang="zh-CN" altLang="en-US" b="1" i="1" smtClean="0">
                            <a:latin typeface="Cambria Math" panose="02040503050406030204" pitchFamily="18" charset="0"/>
                          </a:rPr>
                          <m:t>当</m:t>
                        </m:r>
                        <m:r>
                          <a:rPr lang="en-US" altLang="zh-CN" b="1" i="1" smtClean="0">
                            <a:latin typeface="Cambria Math" panose="02040503050406030204" pitchFamily="18" charset="0"/>
                          </a:rPr>
                          <m:t>𝒏</m:t>
                        </m:r>
                        <m:r>
                          <a:rPr lang="zh-CN" altLang="en-US" b="1" i="1" smtClean="0">
                            <a:latin typeface="Cambria Math" panose="02040503050406030204" pitchFamily="18" charset="0"/>
                          </a:rPr>
                          <m:t>是</m:t>
                        </m:r>
                        <m:r>
                          <a:rPr lang="zh-CN" altLang="en-US" b="1" i="1">
                            <a:latin typeface="Cambria Math" panose="02040503050406030204" pitchFamily="18" charset="0"/>
                          </a:rPr>
                          <m:t>偶</m:t>
                        </m:r>
                        <m:r>
                          <a:rPr lang="zh-CN" altLang="en-US" b="1" i="1" smtClean="0">
                            <a:latin typeface="Cambria Math" panose="02040503050406030204" pitchFamily="18" charset="0"/>
                          </a:rPr>
                          <m:t>数</m:t>
                        </m:r>
                      </m:e>
                    </m:eqArr>
                  </m:oMath>
                </a14:m>
                <a:endParaRPr lang="en-US" altLang="zh-CN"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541F518A-0F4C-A6A6-BAD2-3C6D549B65FF}"/>
                  </a:ext>
                </a:extLst>
              </p:cNvPr>
              <p:cNvSpPr>
                <a:spLocks noGrp="1" noRot="1" noChangeAspect="1" noMove="1" noResize="1" noEditPoints="1" noAdjustHandles="1" noChangeArrowheads="1" noChangeShapeType="1" noTextEdit="1"/>
              </p:cNvSpPr>
              <p:nvPr>
                <p:ph idx="1"/>
              </p:nvPr>
            </p:nvSpPr>
            <p:spPr>
              <a:xfrm>
                <a:off x="222779" y="1326305"/>
                <a:ext cx="11576957" cy="6335485"/>
              </a:xfrm>
              <a:blipFill>
                <a:blip r:embed="rId2"/>
                <a:stretch>
                  <a:fillRect l="-1095" t="-1400"/>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0EBABAA2-2C30-D236-8938-53FEDA18BFE4}"/>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781835F-F00A-937D-5359-1E129D400AE4}"/>
                  </a:ext>
                </a:extLst>
              </p:cNvPr>
              <p:cNvSpPr txBox="1"/>
              <p:nvPr/>
            </p:nvSpPr>
            <p:spPr>
              <a:xfrm>
                <a:off x="343239" y="3769985"/>
                <a:ext cx="11336035" cy="2848537"/>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当</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是奇数时中位数</a:t>
                </a:r>
                <a14:m>
                  <m:oMath xmlns:m="http://schemas.openxmlformats.org/officeDocument/2006/math">
                    <m:sSub>
                      <m:sSubPr>
                        <m:ctrlPr>
                          <a:rPr kumimoji="0" lang="zh-CN" altLang="zh-CN" sz="2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𝟓</m:t>
                        </m:r>
                      </m:sub>
                    </m:sSub>
                  </m:oMath>
                </a14:m>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就是</a:t>
                </a:r>
                <a14:m>
                  <m:oMath xmlns:m="http://schemas.openxmlformats.org/officeDocument/2006/math">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𝟏</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𝟐</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𝒏</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这一数组中最中间的一个数；而当</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n</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是偶数时中位数</a:t>
                </a:r>
                <a14:m>
                  <m:oMath xmlns:m="http://schemas.openxmlformats.org/officeDocument/2006/math">
                    <m:sSub>
                      <m:sSubPr>
                        <m:ctrlPr>
                          <a:rPr kumimoji="0" lang="zh-CN"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𝟓</m:t>
                        </m:r>
                      </m:sub>
                    </m:sSub>
                  </m:oMath>
                </a14:m>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就是</a:t>
                </a:r>
                <a14:m>
                  <m:oMath xmlns:m="http://schemas.openxmlformats.org/officeDocument/2006/math">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𝟏</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𝟐</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𝒙</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𝒏</m:t>
                        </m:r>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cs typeface="+mn-cs"/>
                          </a:rPr>
                          <m:t>)</m:t>
                        </m:r>
                      </m:sub>
                    </m:sSub>
                  </m:oMath>
                </a14:m>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这一数组中最中间两个数的平均值。</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B781835F-F00A-937D-5359-1E129D400AE4}"/>
                  </a:ext>
                </a:extLst>
              </p:cNvPr>
              <p:cNvSpPr txBox="1">
                <a:spLocks noRot="1" noChangeAspect="1" noMove="1" noResize="1" noEditPoints="1" noAdjustHandles="1" noChangeArrowheads="1" noChangeShapeType="1" noTextEdit="1"/>
              </p:cNvSpPr>
              <p:nvPr/>
            </p:nvSpPr>
            <p:spPr>
              <a:xfrm>
                <a:off x="343239" y="3769985"/>
                <a:ext cx="11336035" cy="2848537"/>
              </a:xfrm>
              <a:prstGeom prst="rect">
                <a:avLst/>
              </a:prstGeom>
              <a:blipFill>
                <a:blip r:embed="rId3"/>
                <a:stretch>
                  <a:fillRect l="-1119" r="-671" b="-44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79032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541F518A-0F4C-A6A6-BAD2-3C6D549B65FF}"/>
                  </a:ext>
                </a:extLst>
              </p:cNvPr>
              <p:cNvSpPr>
                <a:spLocks noGrp="1"/>
              </p:cNvSpPr>
              <p:nvPr>
                <p:ph idx="1"/>
              </p:nvPr>
            </p:nvSpPr>
            <p:spPr>
              <a:xfrm>
                <a:off x="442693" y="2156597"/>
                <a:ext cx="11576957" cy="6335485"/>
              </a:xfrm>
            </p:spPr>
            <p:txBody>
              <a:bodyPr>
                <a:noAutofit/>
              </a:bodyPr>
              <a:lstStyle/>
              <a:p>
                <a:pPr marL="0" indent="0">
                  <a:lnSpc>
                    <a:spcPct val="150000"/>
                  </a:lnSpc>
                  <a:buNone/>
                </a:pPr>
                <a:r>
                  <a:rPr lang="en-US" altLang="zh-CN" b="1" dirty="0">
                    <a:latin typeface="Times New Roman" panose="02020603050405020304" pitchFamily="18" charset="0"/>
                    <a:cs typeface="Times New Roman" panose="02020603050405020304" pitchFamily="18" charset="0"/>
                  </a:rPr>
                  <a:t>0.25</a:t>
                </a:r>
                <a:r>
                  <a:rPr lang="zh-CN" altLang="en-US" b="1" dirty="0">
                    <a:latin typeface="Times New Roman" panose="02020603050405020304" pitchFamily="18" charset="0"/>
                    <a:cs typeface="Times New Roman" panose="02020603050405020304" pitchFamily="18" charset="0"/>
                  </a:rPr>
                  <a:t>分位数</a:t>
                </a:r>
                <a14:m>
                  <m:oMath xmlns:m="http://schemas.openxmlformats.org/officeDocument/2006/math">
                    <m:sSub>
                      <m:sSubPr>
                        <m:ctrlPr>
                          <a:rPr lang="zh-CN" altLang="zh-CN" b="1" i="1" smtClean="0">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𝟎</m:t>
                        </m:r>
                        <m:r>
                          <a:rPr lang="en-US" altLang="zh-CN" b="1" i="1" smtClean="0">
                            <a:latin typeface="Cambria Math" panose="02040503050406030204" pitchFamily="18" charset="0"/>
                          </a:rPr>
                          <m:t>.</m:t>
                        </m:r>
                        <m:r>
                          <a:rPr lang="en-US" altLang="zh-CN" b="1" i="1" smtClean="0">
                            <a:latin typeface="Cambria Math" panose="02040503050406030204" pitchFamily="18" charset="0"/>
                          </a:rPr>
                          <m:t>𝟐𝟓</m:t>
                        </m:r>
                      </m:sub>
                    </m:sSub>
                  </m:oMath>
                </a14:m>
                <a:r>
                  <a:rPr lang="zh-CN" altLang="en-US" b="1" dirty="0">
                    <a:latin typeface="Times New Roman" panose="02020603050405020304" pitchFamily="18" charset="0"/>
                    <a:cs typeface="Times New Roman" panose="02020603050405020304" pitchFamily="18" charset="0"/>
                  </a:rPr>
                  <a:t>称为</a:t>
                </a:r>
                <a:r>
                  <a:rPr lang="zh-CN" altLang="en-US" b="1" dirty="0">
                    <a:solidFill>
                      <a:srgbClr val="FF0000"/>
                    </a:solidFill>
                    <a:latin typeface="Times New Roman" panose="02020603050405020304" pitchFamily="18" charset="0"/>
                    <a:cs typeface="Times New Roman" panose="02020603050405020304" pitchFamily="18" charset="0"/>
                  </a:rPr>
                  <a:t>第一四分位数</a:t>
                </a:r>
                <a:r>
                  <a:rPr lang="zh-CN" altLang="en-US" b="1" dirty="0">
                    <a:latin typeface="Times New Roman" panose="02020603050405020304" pitchFamily="18" charset="0"/>
                    <a:cs typeface="Times New Roman" panose="02020603050405020304" pitchFamily="18" charset="0"/>
                  </a:rPr>
                  <a:t>，又记为</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𝑸</m:t>
                        </m:r>
                      </m:e>
                      <m:sub>
                        <m:r>
                          <a:rPr lang="en-US" altLang="zh-CN" b="1" i="1" smtClean="0">
                            <a:latin typeface="Cambria Math" panose="02040503050406030204" pitchFamily="18" charset="0"/>
                          </a:rPr>
                          <m:t>𝟏</m:t>
                        </m:r>
                      </m:sub>
                    </m:sSub>
                  </m:oMath>
                </a14:m>
                <a:r>
                  <a:rPr lang="en-US" altLang="zh-CN" b="1" dirty="0">
                    <a:latin typeface="Times New Roman" panose="02020603050405020304" pitchFamily="18" charset="0"/>
                    <a:cs typeface="Times New Roman" panose="02020603050405020304" pitchFamily="18" charset="0"/>
                  </a:rPr>
                  <a:t>;</a:t>
                </a:r>
              </a:p>
              <a:p>
                <a:pPr marL="0" indent="0">
                  <a:lnSpc>
                    <a:spcPct val="150000"/>
                  </a:lnSpc>
                  <a:buNone/>
                </a:pPr>
                <a:r>
                  <a:rPr lang="en-US" altLang="zh-CN" b="1" dirty="0">
                    <a:latin typeface="Times New Roman" panose="02020603050405020304" pitchFamily="18" charset="0"/>
                    <a:cs typeface="Times New Roman" panose="02020603050405020304" pitchFamily="18" charset="0"/>
                  </a:rPr>
                  <a:t>0.75</a:t>
                </a:r>
                <a:r>
                  <a:rPr lang="zh-CN" altLang="en-US" b="1" dirty="0">
                    <a:latin typeface="Times New Roman" panose="02020603050405020304" pitchFamily="18" charset="0"/>
                    <a:cs typeface="Times New Roman" panose="02020603050405020304" pitchFamily="18" charset="0"/>
                  </a:rPr>
                  <a:t>分位数</a:t>
                </a:r>
                <a14:m>
                  <m:oMath xmlns:m="http://schemas.openxmlformats.org/officeDocument/2006/math">
                    <m:sSub>
                      <m:sSubPr>
                        <m:ctrlPr>
                          <a:rPr lang="zh-CN"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𝟎</m:t>
                        </m:r>
                        <m:r>
                          <a:rPr lang="en-US" altLang="zh-CN" b="1" i="1">
                            <a:latin typeface="Cambria Math" panose="02040503050406030204" pitchFamily="18" charset="0"/>
                          </a:rPr>
                          <m:t>.</m:t>
                        </m:r>
                        <m:r>
                          <a:rPr lang="en-US" altLang="zh-CN" b="1" i="1" smtClean="0">
                            <a:latin typeface="Cambria Math" panose="02040503050406030204" pitchFamily="18" charset="0"/>
                          </a:rPr>
                          <m:t>𝟕</m:t>
                        </m:r>
                        <m:r>
                          <a:rPr lang="en-US" altLang="zh-CN" b="1" i="1">
                            <a:latin typeface="Cambria Math" panose="02040503050406030204" pitchFamily="18" charset="0"/>
                          </a:rPr>
                          <m:t>𝟓</m:t>
                        </m:r>
                      </m:sub>
                    </m:sSub>
                  </m:oMath>
                </a14:m>
                <a:r>
                  <a:rPr lang="zh-CN" altLang="en-US" b="1" dirty="0">
                    <a:latin typeface="Times New Roman" panose="02020603050405020304" pitchFamily="18" charset="0"/>
                    <a:cs typeface="Times New Roman" panose="02020603050405020304" pitchFamily="18" charset="0"/>
                  </a:rPr>
                  <a:t>称为</a:t>
                </a:r>
                <a:r>
                  <a:rPr lang="zh-CN" altLang="en-US" b="1" dirty="0">
                    <a:solidFill>
                      <a:srgbClr val="FF0000"/>
                    </a:solidFill>
                    <a:latin typeface="Times New Roman" panose="02020603050405020304" pitchFamily="18" charset="0"/>
                    <a:cs typeface="Times New Roman" panose="02020603050405020304" pitchFamily="18" charset="0"/>
                  </a:rPr>
                  <a:t>第三四分位数</a:t>
                </a:r>
                <a:r>
                  <a:rPr lang="zh-CN" altLang="en-US" b="1" dirty="0">
                    <a:latin typeface="Times New Roman" panose="02020603050405020304" pitchFamily="18" charset="0"/>
                    <a:cs typeface="Times New Roman" panose="02020603050405020304" pitchFamily="18" charset="0"/>
                  </a:rPr>
                  <a:t>，又记为</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𝑸</m:t>
                        </m:r>
                      </m:e>
                      <m:sub>
                        <m:r>
                          <a:rPr lang="en-US" altLang="zh-CN" b="1" i="1">
                            <a:latin typeface="Cambria Math" panose="02040503050406030204" pitchFamily="18" charset="0"/>
                          </a:rPr>
                          <m:t>𝟑</m:t>
                        </m:r>
                      </m:sub>
                    </m:sSub>
                  </m:oMath>
                </a14:m>
                <a:r>
                  <a:rPr lang="en-US" altLang="zh-CN" b="1" dirty="0">
                    <a:latin typeface="Times New Roman" panose="02020603050405020304" pitchFamily="18" charset="0"/>
                    <a:cs typeface="Times New Roman" panose="02020603050405020304" pitchFamily="18" charset="0"/>
                  </a:rPr>
                  <a:t>.</a:t>
                </a:r>
              </a:p>
              <a:p>
                <a:pPr marL="0" indent="0">
                  <a:lnSpc>
                    <a:spcPct val="150000"/>
                  </a:lnSpc>
                  <a:buNone/>
                </a:pPr>
                <a:r>
                  <a:rPr lang="zh-CN" altLang="zh-C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𝟐𝟓</m:t>
                        </m:r>
                      </m:sub>
                    </m:sSub>
                  </m:oMath>
                </a14:m>
                <a:r>
                  <a:rPr lang="en-US" altLang="zh-CN" b="1" dirty="0">
                    <a:solidFill>
                      <a:srgbClr val="FF0000"/>
                    </a:solidFill>
                    <a:latin typeface="Times New Roman" panose="02020603050405020304" pitchFamily="18" charset="0"/>
                    <a:cs typeface="Times New Roman" panose="02020603050405020304" pitchFamily="18" charset="0"/>
                  </a:rPr>
                  <a:t> </a:t>
                </a:r>
                <a:r>
                  <a:rPr lang="zh-CN" altLang="en-US" b="1" dirty="0">
                    <a:solidFill>
                      <a:srgbClr val="FF0000"/>
                    </a:solidFill>
                    <a:latin typeface="Times New Roman" panose="02020603050405020304" pitchFamily="18" charset="0"/>
                    <a:cs typeface="Times New Roman" panose="02020603050405020304" pitchFamily="18" charset="0"/>
                  </a:rPr>
                  <a:t>，</a:t>
                </a:r>
                <a:r>
                  <a:rPr lang="zh-CN" altLang="zh-CN" b="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sub>
                    </m:sSub>
                  </m:oMath>
                </a14:m>
                <a:r>
                  <a:rPr lang="zh-CN" altLang="en-US" b="1" dirty="0">
                    <a:solidFill>
                      <a:srgbClr val="FF0000"/>
                    </a:solidFill>
                    <a:latin typeface="Times New Roman" panose="02020603050405020304" pitchFamily="18" charset="0"/>
                    <a:cs typeface="Times New Roman" panose="02020603050405020304" pitchFamily="18" charset="0"/>
                  </a:rPr>
                  <a:t>，</a:t>
                </a:r>
                <a:r>
                  <a:rPr lang="zh-CN" altLang="zh-CN" b="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𝟕𝟓</m:t>
                        </m:r>
                      </m:sub>
                    </m:sSub>
                  </m:oMath>
                </a14:m>
                <a:r>
                  <a:rPr lang="zh-CN" altLang="en-US" b="1" dirty="0">
                    <a:solidFill>
                      <a:srgbClr val="FF0000"/>
                    </a:solidFill>
                    <a:latin typeface="Times New Roman" panose="02020603050405020304" pitchFamily="18" charset="0"/>
                    <a:cs typeface="Times New Roman" panose="02020603050405020304" pitchFamily="18" charset="0"/>
                  </a:rPr>
                  <a:t>在统计中是很有用的</a:t>
                </a:r>
                <a:r>
                  <a:rPr lang="zh-CN" altLang="en-US" b="1" dirty="0">
                    <a:latin typeface="Times New Roman" panose="02020603050405020304" pitchFamily="18" charset="0"/>
                    <a:cs typeface="Times New Roman" panose="02020603050405020304" pitchFamily="18" charset="0"/>
                  </a:rPr>
                  <a:t>。</a:t>
                </a:r>
              </a:p>
            </p:txBody>
          </p:sp>
        </mc:Choice>
        <mc:Fallback>
          <p:sp>
            <p:nvSpPr>
              <p:cNvPr id="4" name="内容占位符 2">
                <a:extLst>
                  <a:ext uri="{FF2B5EF4-FFF2-40B4-BE49-F238E27FC236}">
                    <a16:creationId xmlns:a16="http://schemas.microsoft.com/office/drawing/2014/main" id="{541F518A-0F4C-A6A6-BAD2-3C6D549B65FF}"/>
                  </a:ext>
                </a:extLst>
              </p:cNvPr>
              <p:cNvSpPr>
                <a:spLocks noGrp="1" noRot="1" noChangeAspect="1" noMove="1" noResize="1" noEditPoints="1" noAdjustHandles="1" noChangeArrowheads="1" noChangeShapeType="1" noTextEdit="1"/>
              </p:cNvSpPr>
              <p:nvPr>
                <p:ph idx="1"/>
              </p:nvPr>
            </p:nvSpPr>
            <p:spPr>
              <a:xfrm>
                <a:off x="442693" y="2156597"/>
                <a:ext cx="11576957" cy="6335485"/>
              </a:xfrm>
              <a:blipFill>
                <a:blip r:embed="rId2"/>
                <a:stretch>
                  <a:fillRect l="-1206"/>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96B96CB4-664E-1DD0-2035-F33E58C16220}"/>
              </a:ext>
            </a:extLst>
          </p:cNvPr>
          <p:cNvSpPr txBox="1">
            <a:spLocks/>
          </p:cNvSpPr>
          <p:nvPr/>
        </p:nvSpPr>
        <p:spPr>
          <a:xfrm>
            <a:off x="742784" y="1438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r>
              <a:rPr lang="en-US" altLang="zh-CN" b="1" i="0" u="none" strike="noStrike" dirty="0">
                <a:solidFill>
                  <a:srgbClr val="202124"/>
                </a:solidFill>
                <a:effectLst/>
                <a:latin typeface="Helvetica" pitchFamily="2" charset="0"/>
              </a:rPr>
              <a:t>quantile</a:t>
            </a:r>
            <a:endParaRPr lang="zh-CN" altLang="en-US" dirty="0">
              <a:solidFill>
                <a:srgbClr val="0000FF"/>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633461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2524CFAF-ACAD-7609-5E86-BECCEFB77934}"/>
                  </a:ext>
                </a:extLst>
              </p:cNvPr>
              <p:cNvSpPr>
                <a:spLocks noGrp="1"/>
              </p:cNvSpPr>
              <p:nvPr>
                <p:ph idx="1"/>
              </p:nvPr>
            </p:nvSpPr>
            <p:spPr>
              <a:xfrm>
                <a:off x="84842" y="1121294"/>
                <a:ext cx="12613064" cy="6335485"/>
              </a:xfrm>
            </p:spPr>
            <p:txBody>
              <a:bodyPr>
                <a:noAutofit/>
              </a:bodyPr>
              <a:lstStyle/>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例</a:t>
                </a:r>
                <a:r>
                  <a:rPr lang="en-US" altLang="zh-CN" sz="2600" b="1" dirty="0">
                    <a:latin typeface="Times New Roman" panose="02020603050405020304" pitchFamily="18" charset="0"/>
                    <a:cs typeface="Times New Roman" panose="02020603050405020304" pitchFamily="18" charset="0"/>
                  </a:rPr>
                  <a:t>2    </a:t>
                </a:r>
                <a:r>
                  <a:rPr lang="zh-CN" altLang="en-US" sz="2600" b="1" dirty="0">
                    <a:latin typeface="Times New Roman" panose="02020603050405020304" pitchFamily="18" charset="0"/>
                    <a:cs typeface="Times New Roman" panose="02020603050405020304" pitchFamily="18" charset="0"/>
                  </a:rPr>
                  <a:t>设有一组容量为</a:t>
                </a:r>
                <a:r>
                  <a:rPr lang="en-US" altLang="zh-CN" sz="2600" b="1" dirty="0">
                    <a:latin typeface="Times New Roman" panose="02020603050405020304" pitchFamily="18" charset="0"/>
                    <a:cs typeface="Times New Roman" panose="02020603050405020304" pitchFamily="18" charset="0"/>
                  </a:rPr>
                  <a:t>18</a:t>
                </a:r>
                <a:r>
                  <a:rPr lang="zh-CN" altLang="en-US" sz="2600" b="1" dirty="0">
                    <a:latin typeface="Times New Roman" panose="02020603050405020304" pitchFamily="18" charset="0"/>
                    <a:cs typeface="Times New Roman" panose="02020603050405020304" pitchFamily="18" charset="0"/>
                  </a:rPr>
                  <a:t>的样本值如下（已经排过序）：</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2600" b="1" dirty="0">
                    <a:latin typeface="Times New Roman" panose="02020603050405020304" pitchFamily="18" charset="0"/>
                    <a:cs typeface="Times New Roman" panose="02020603050405020304" pitchFamily="18" charset="0"/>
                  </a:rPr>
                  <a:t>122  126  133  140  145  145  149  150  157</a:t>
                </a:r>
              </a:p>
              <a:p>
                <a:pPr marL="0" indent="0">
                  <a:lnSpc>
                    <a:spcPct val="150000"/>
                  </a:lnSpc>
                  <a:spcBef>
                    <a:spcPts val="0"/>
                  </a:spcBef>
                  <a:buNone/>
                </a:pPr>
                <a:r>
                  <a:rPr lang="en-US" altLang="zh-CN" sz="2600" b="1" dirty="0">
                    <a:latin typeface="Times New Roman" panose="02020603050405020304" pitchFamily="18" charset="0"/>
                    <a:cs typeface="Times New Roman" panose="02020603050405020304" pitchFamily="18" charset="0"/>
                  </a:rPr>
                  <a:t>162  166  175  177  177  183  188  199  212</a:t>
                </a: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求样本分位数：</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𝟐</m:t>
                        </m:r>
                      </m:sub>
                    </m:sSub>
                  </m:oMath>
                </a14:m>
                <a:r>
                  <a:rPr lang="en-US" altLang="zh-CN" sz="2600" b="1" dirty="0">
                    <a:latin typeface="Times New Roman" panose="02020603050405020304" pitchFamily="18" charset="0"/>
                    <a:cs typeface="Times New Roman" panose="02020603050405020304" pitchFamily="18" charset="0"/>
                  </a:rPr>
                  <a:t> </a:t>
                </a:r>
                <a:r>
                  <a:rPr lang="zh-CN" altLang="en-US" sz="2600" b="1" dirty="0">
                    <a:latin typeface="Times New Roman" panose="02020603050405020304" pitchFamily="18" charset="0"/>
                    <a:cs typeface="Times New Roman" panose="02020603050405020304" pitchFamily="18" charset="0"/>
                  </a:rPr>
                  <a:t>，</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𝟐𝟓</m:t>
                        </m:r>
                      </m:sub>
                    </m:sSub>
                  </m:oMath>
                </a14:m>
                <a:r>
                  <a:rPr lang="zh-CN" altLang="en-US" sz="2600" b="1" dirty="0">
                    <a:latin typeface="Times New Roman" panose="02020603050405020304" pitchFamily="18" charset="0"/>
                    <a:cs typeface="Times New Roman" panose="02020603050405020304" pitchFamily="18" charset="0"/>
                  </a:rPr>
                  <a:t>，</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𝟓</m:t>
                        </m:r>
                      </m:sub>
                    </m:sSub>
                  </m:oMath>
                </a14:m>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解    因为</a:t>
                </a:r>
                <a14:m>
                  <m:oMath xmlns:m="http://schemas.openxmlformats.org/officeDocument/2006/math">
                    <m:r>
                      <a:rPr lang="en-US" altLang="zh-CN" sz="2600" b="1" i="1" smtClean="0">
                        <a:latin typeface="Cambria Math" panose="02040503050406030204" pitchFamily="18" charset="0"/>
                      </a:rPr>
                      <m:t>𝒏𝒑</m:t>
                    </m:r>
                    <m:r>
                      <a:rPr lang="en-US" altLang="zh-CN" sz="2600" b="1" smtClean="0">
                        <a:latin typeface="Cambria Math" panose="02040503050406030204" pitchFamily="18" charset="0"/>
                      </a:rPr>
                      <m:t>=</m:t>
                    </m:r>
                    <m:r>
                      <m:rPr>
                        <m:nor/>
                      </m:rPr>
                      <a:rPr lang="en-US" altLang="zh-CN" sz="2600" b="1" i="0">
                        <a:latin typeface="Times New Roman" panose="02020603050405020304" pitchFamily="18" charset="0"/>
                        <a:cs typeface="Times New Roman" panose="02020603050405020304" pitchFamily="18" charset="0"/>
                      </a:rPr>
                      <m:t>18×0.2=3.6</m:t>
                    </m:r>
                  </m:oMath>
                </a14:m>
                <a:r>
                  <a:rPr lang="zh-CN" altLang="en-US" sz="2600" b="1" dirty="0">
                    <a:latin typeface="Times New Roman" panose="02020603050405020304" pitchFamily="18" charset="0"/>
                    <a:cs typeface="Times New Roman" panose="02020603050405020304" pitchFamily="18" charset="0"/>
                  </a:rPr>
                  <a:t>，</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𝟐</m:t>
                        </m:r>
                      </m:sub>
                    </m:sSub>
                  </m:oMath>
                </a14:m>
                <a:r>
                  <a:rPr lang="en-US" altLang="zh-CN" sz="2600" b="1" dirty="0">
                    <a:latin typeface="Times New Roman" panose="02020603050405020304" pitchFamily="18" charset="0"/>
                    <a:cs typeface="Times New Roman" panose="02020603050405020304" pitchFamily="18" charset="0"/>
                  </a:rPr>
                  <a:t> </a:t>
                </a:r>
                <a:r>
                  <a:rPr lang="zh-CN" altLang="en-US" sz="2600" b="1" dirty="0">
                    <a:latin typeface="Times New Roman" panose="02020603050405020304" pitchFamily="18" charset="0"/>
                    <a:cs typeface="Times New Roman" panose="02020603050405020304" pitchFamily="18" charset="0"/>
                  </a:rPr>
                  <a:t>位于第</a:t>
                </a:r>
                <a:r>
                  <a:rPr lang="en-US" altLang="zh-CN" sz="2600" b="1" dirty="0">
                    <a:latin typeface="Times New Roman" panose="02020603050405020304" pitchFamily="18" charset="0"/>
                    <a:cs typeface="Times New Roman" panose="02020603050405020304" pitchFamily="18" charset="0"/>
                  </a:rPr>
                  <a:t>[3.6]+1=4</a:t>
                </a:r>
                <a:r>
                  <a:rPr lang="zh-CN" altLang="en-US" sz="2600" b="1" dirty="0">
                    <a:latin typeface="Times New Roman" panose="02020603050405020304" pitchFamily="18" charset="0"/>
                    <a:cs typeface="Times New Roman" panose="02020603050405020304" pitchFamily="18" charset="0"/>
                  </a:rPr>
                  <a:t>处，即</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𝟎</m:t>
                        </m:r>
                        <m:r>
                          <a:rPr lang="en-US" altLang="zh-CN" sz="2600" b="1" i="1">
                            <a:latin typeface="Cambria Math" panose="02040503050406030204" pitchFamily="18" charset="0"/>
                          </a:rPr>
                          <m:t>.</m:t>
                        </m:r>
                        <m:r>
                          <a:rPr lang="en-US" altLang="zh-CN" sz="2600" b="1" i="1">
                            <a:latin typeface="Cambria Math" panose="02040503050406030204" pitchFamily="18" charset="0"/>
                          </a:rPr>
                          <m:t>𝟐</m:t>
                        </m:r>
                      </m:sub>
                    </m:sSub>
                  </m:oMath>
                </a14:m>
                <a:r>
                  <a:rPr lang="en-US" altLang="zh-CN" sz="2600" b="1"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𝒙</m:t>
                        </m:r>
                      </m:e>
                      <m:sub>
                        <m:r>
                          <a:rPr lang="en-US" altLang="zh-CN" sz="2600" b="1" i="1">
                            <a:latin typeface="Cambria Math" panose="02040503050406030204" pitchFamily="18" charset="0"/>
                          </a:rPr>
                          <m:t>(</m:t>
                        </m:r>
                        <m:r>
                          <a:rPr lang="en-US" altLang="zh-CN" sz="2600" b="1" i="1">
                            <a:latin typeface="Cambria Math" panose="02040503050406030204" pitchFamily="18" charset="0"/>
                          </a:rPr>
                          <m:t>𝟒</m:t>
                        </m:r>
                        <m:r>
                          <a:rPr lang="en-US" altLang="zh-CN" sz="2600" b="1" i="1">
                            <a:latin typeface="Cambria Math" panose="02040503050406030204" pitchFamily="18" charset="0"/>
                          </a:rPr>
                          <m:t>)</m:t>
                        </m:r>
                      </m:sub>
                    </m:sSub>
                    <m:r>
                      <a:rPr lang="en-US" altLang="zh-CN" sz="2600" b="1" i="1">
                        <a:latin typeface="Cambria Math" panose="02040503050406030204" pitchFamily="18" charset="0"/>
                      </a:rPr>
                      <m:t>=</m:t>
                    </m:r>
                  </m:oMath>
                </a14:m>
                <a:r>
                  <a:rPr lang="en-US" altLang="zh-CN" sz="2600" b="1" dirty="0">
                    <a:latin typeface="Times New Roman" panose="02020603050405020304" pitchFamily="18" charset="0"/>
                    <a:cs typeface="Times New Roman" panose="02020603050405020304" pitchFamily="18" charset="0"/>
                  </a:rPr>
                  <a:t>140</a:t>
                </a: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        因为</a:t>
                </a:r>
                <a14:m>
                  <m:oMath xmlns:m="http://schemas.openxmlformats.org/officeDocument/2006/math">
                    <m:r>
                      <a:rPr lang="en-US" altLang="zh-CN" sz="2600" b="1" i="1" smtClean="0">
                        <a:latin typeface="Cambria Math" panose="02040503050406030204" pitchFamily="18" charset="0"/>
                      </a:rPr>
                      <m:t>𝒏𝒑</m:t>
                    </m:r>
                    <m:r>
                      <a:rPr lang="en-US" altLang="zh-CN" sz="2600" b="1" smtClean="0">
                        <a:latin typeface="Cambria Math" panose="02040503050406030204" pitchFamily="18" charset="0"/>
                      </a:rPr>
                      <m:t>=</m:t>
                    </m:r>
                    <m:r>
                      <m:rPr>
                        <m:nor/>
                      </m:rPr>
                      <a:rPr lang="en-US" altLang="zh-CN" sz="2600" b="1" i="0">
                        <a:latin typeface="Times New Roman" panose="02020603050405020304" pitchFamily="18" charset="0"/>
                        <a:cs typeface="Times New Roman" panose="02020603050405020304" pitchFamily="18" charset="0"/>
                      </a:rPr>
                      <m:t>18×0.2</m:t>
                    </m:r>
                    <m:r>
                      <m:rPr>
                        <m:nor/>
                      </m:rPr>
                      <a:rPr lang="en-US" altLang="zh-CN" sz="2600" b="1" i="0" smtClean="0">
                        <a:latin typeface="Times New Roman" panose="02020603050405020304" pitchFamily="18" charset="0"/>
                        <a:cs typeface="Times New Roman" panose="02020603050405020304" pitchFamily="18" charset="0"/>
                      </a:rPr>
                      <m:t>5=4</m:t>
                    </m:r>
                  </m:oMath>
                </a14:m>
                <a:r>
                  <a:rPr lang="en-US" altLang="zh-CN" sz="2600" b="1" dirty="0">
                    <a:latin typeface="Times New Roman" panose="02020603050405020304" pitchFamily="18" charset="0"/>
                    <a:cs typeface="Times New Roman" panose="02020603050405020304" pitchFamily="18" charset="0"/>
                  </a:rPr>
                  <a:t>.5</a:t>
                </a:r>
                <a:r>
                  <a:rPr lang="zh-CN" altLang="en-US" sz="2600" b="1" dirty="0">
                    <a:latin typeface="Times New Roman" panose="02020603050405020304" pitchFamily="18" charset="0"/>
                    <a:cs typeface="Times New Roman" panose="02020603050405020304" pitchFamily="18" charset="0"/>
                  </a:rPr>
                  <a:t>，</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𝟐𝟓</m:t>
                        </m:r>
                      </m:sub>
                    </m:sSub>
                  </m:oMath>
                </a14:m>
                <a:r>
                  <a:rPr lang="zh-CN" altLang="en-US" sz="2600" b="1" dirty="0">
                    <a:latin typeface="Times New Roman" panose="02020603050405020304" pitchFamily="18" charset="0"/>
                    <a:cs typeface="Times New Roman" panose="02020603050405020304" pitchFamily="18" charset="0"/>
                  </a:rPr>
                  <a:t>位于第</a:t>
                </a:r>
                <a:r>
                  <a:rPr lang="en-US" altLang="zh-CN" sz="2600" b="1" dirty="0">
                    <a:latin typeface="Times New Roman" panose="02020603050405020304" pitchFamily="18" charset="0"/>
                    <a:cs typeface="Times New Roman" panose="02020603050405020304" pitchFamily="18" charset="0"/>
                  </a:rPr>
                  <a:t>[4.5]+1=5</a:t>
                </a:r>
                <a:r>
                  <a:rPr lang="zh-CN" altLang="en-US" sz="2600" b="1" dirty="0">
                    <a:latin typeface="Times New Roman" panose="02020603050405020304" pitchFamily="18" charset="0"/>
                    <a:cs typeface="Times New Roman" panose="02020603050405020304" pitchFamily="18" charset="0"/>
                  </a:rPr>
                  <a:t>处，即有</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𝟐𝟓</m:t>
                        </m:r>
                      </m:sub>
                    </m:sSub>
                  </m:oMath>
                </a14:m>
                <a:r>
                  <a:rPr lang="en-US" altLang="zh-CN" sz="2600" b="1" dirty="0">
                    <a:latin typeface="Times New Roman" panose="02020603050405020304" pitchFamily="18" charset="0"/>
                    <a:cs typeface="Times New Roman" panose="02020603050405020304" pitchFamily="18" charset="0"/>
                  </a:rPr>
                  <a:t>=145.</a:t>
                </a:r>
              </a:p>
              <a:p>
                <a:pPr marL="0" indent="0">
                  <a:lnSpc>
                    <a:spcPct val="150000"/>
                  </a:lnSpc>
                  <a:spcBef>
                    <a:spcPts val="0"/>
                  </a:spcBef>
                  <a:buNone/>
                </a:pPr>
                <a:r>
                  <a:rPr lang="zh-CN" altLang="en-US" sz="2600" b="1" dirty="0">
                    <a:latin typeface="Times New Roman" panose="02020603050405020304" pitchFamily="18" charset="0"/>
                    <a:cs typeface="Times New Roman" panose="02020603050405020304" pitchFamily="18" charset="0"/>
                  </a:rPr>
                  <a:t>        因为</a:t>
                </a:r>
                <a14:m>
                  <m:oMath xmlns:m="http://schemas.openxmlformats.org/officeDocument/2006/math">
                    <m:r>
                      <a:rPr lang="en-US" altLang="zh-CN" sz="2600" b="1" i="1" smtClean="0">
                        <a:latin typeface="Cambria Math" panose="02040503050406030204" pitchFamily="18" charset="0"/>
                      </a:rPr>
                      <m:t>𝒏𝒑</m:t>
                    </m:r>
                    <m:r>
                      <a:rPr lang="en-US" altLang="zh-CN" sz="2600" b="1" smtClean="0">
                        <a:latin typeface="Cambria Math" panose="02040503050406030204" pitchFamily="18" charset="0"/>
                      </a:rPr>
                      <m:t>=</m:t>
                    </m:r>
                    <m:r>
                      <m:rPr>
                        <m:nor/>
                      </m:rPr>
                      <a:rPr lang="en-US" altLang="zh-CN" sz="2600" b="1" i="0">
                        <a:latin typeface="Times New Roman" panose="02020603050405020304" pitchFamily="18" charset="0"/>
                        <a:cs typeface="Times New Roman" panose="02020603050405020304" pitchFamily="18" charset="0"/>
                      </a:rPr>
                      <m:t>18×0.</m:t>
                    </m:r>
                    <m:r>
                      <m:rPr>
                        <m:nor/>
                      </m:rPr>
                      <a:rPr lang="en-US" altLang="zh-CN" sz="2600" b="1" i="0" smtClean="0">
                        <a:latin typeface="Times New Roman" panose="02020603050405020304" pitchFamily="18" charset="0"/>
                        <a:cs typeface="Times New Roman" panose="02020603050405020304" pitchFamily="18" charset="0"/>
                      </a:rPr>
                      <m:t>5=9</m:t>
                    </m:r>
                  </m:oMath>
                </a14:m>
                <a:r>
                  <a:rPr lang="zh-CN" altLang="en-US" sz="2600" b="1" dirty="0">
                    <a:latin typeface="Times New Roman" panose="02020603050405020304" pitchFamily="18" charset="0"/>
                    <a:cs typeface="Times New Roman" panose="02020603050405020304" pitchFamily="18" charset="0"/>
                  </a:rPr>
                  <a:t>，</a:t>
                </a:r>
                <a:r>
                  <a:rPr lang="zh-CN"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2600" b="1" i="1">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𝟓</m:t>
                        </m:r>
                      </m:sub>
                    </m:sSub>
                    <m:r>
                      <a:rPr lang="zh-CN" altLang="en-US" sz="2600" b="1" i="1" smtClean="0">
                        <a:latin typeface="Cambria Math" panose="02040503050406030204" pitchFamily="18" charset="0"/>
                      </a:rPr>
                      <m:t>是</m:t>
                    </m:r>
                  </m:oMath>
                </a14:m>
                <a:r>
                  <a:rPr lang="zh-CN" altLang="en-US" sz="2600" b="1" dirty="0">
                    <a:latin typeface="Times New Roman" panose="02020603050405020304" pitchFamily="18" charset="0"/>
                    <a:cs typeface="Times New Roman" panose="02020603050405020304" pitchFamily="18" charset="0"/>
                  </a:rPr>
                  <a:t>这组数中间两个数的平均值，即有</a:t>
                </a:r>
                <a:endParaRPr lang="en-US" altLang="zh-CN" sz="26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600" b="1" dirty="0"/>
                  <a:t>                                                                                                  </a:t>
                </a:r>
                <a14:m>
                  <m:oMath xmlns:m="http://schemas.openxmlformats.org/officeDocument/2006/math">
                    <m:sSub>
                      <m:sSubPr>
                        <m:ctrlPr>
                          <a:rPr lang="zh-CN" altLang="zh-CN" sz="2600" b="1" i="1" smtClean="0">
                            <a:latin typeface="Cambria Math" panose="02040503050406030204" pitchFamily="18" charset="0"/>
                          </a:rPr>
                        </m:ctrlPr>
                      </m:sSubPr>
                      <m:e>
                        <m:r>
                          <a:rPr lang="en-US" altLang="zh-CN" sz="2600" b="1" i="1" smtClean="0">
                            <a:latin typeface="Cambria Math" panose="02040503050406030204" pitchFamily="18" charset="0"/>
                          </a:rPr>
                          <m:t>𝒙</m:t>
                        </m:r>
                      </m:e>
                      <m:sub>
                        <m:r>
                          <a:rPr lang="en-US" altLang="zh-CN" sz="2600" b="1" i="1" smtClean="0">
                            <a:latin typeface="Cambria Math" panose="02040503050406030204" pitchFamily="18" charset="0"/>
                          </a:rPr>
                          <m:t>𝟎</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𝟓</m:t>
                        </m:r>
                      </m:sub>
                    </m:sSub>
                  </m:oMath>
                </a14:m>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CN" sz="2600" b="1" i="1" smtClean="0">
                            <a:latin typeface="Cambria Math" panose="02040503050406030204" pitchFamily="18" charset="0"/>
                          </a:rPr>
                        </m:ctrlPr>
                      </m:fPr>
                      <m:num>
                        <m:r>
                          <a:rPr lang="en-US" altLang="zh-CN" sz="2600" b="1" i="1" smtClean="0">
                            <a:latin typeface="Cambria Math" panose="02040503050406030204" pitchFamily="18" charset="0"/>
                          </a:rPr>
                          <m:t>𝟏</m:t>
                        </m:r>
                      </m:num>
                      <m:den>
                        <m:r>
                          <a:rPr lang="en-US" altLang="zh-CN" sz="2600" b="1" i="1" smtClean="0">
                            <a:latin typeface="Cambria Math" panose="02040503050406030204" pitchFamily="18" charset="0"/>
                          </a:rPr>
                          <m:t>𝟐</m:t>
                        </m:r>
                      </m:den>
                    </m:f>
                  </m:oMath>
                </a14:m>
                <a:r>
                  <a:rPr lang="en-US" altLang="zh-CN" sz="2600" b="1" dirty="0">
                    <a:latin typeface="Times New Roman" panose="02020603050405020304" pitchFamily="18" charset="0"/>
                    <a:cs typeface="Times New Roman" panose="02020603050405020304" pitchFamily="18" charset="0"/>
                  </a:rPr>
                  <a:t>(157+162)=159.5.</a:t>
                </a:r>
              </a:p>
            </p:txBody>
          </p:sp>
        </mc:Choice>
        <mc:Fallback>
          <p:sp>
            <p:nvSpPr>
              <p:cNvPr id="4" name="内容占位符 2">
                <a:extLst>
                  <a:ext uri="{FF2B5EF4-FFF2-40B4-BE49-F238E27FC236}">
                    <a16:creationId xmlns:a16="http://schemas.microsoft.com/office/drawing/2014/main" id="{2524CFAF-ACAD-7609-5E86-BECCEFB77934}"/>
                  </a:ext>
                </a:extLst>
              </p:cNvPr>
              <p:cNvSpPr>
                <a:spLocks noGrp="1" noRot="1" noChangeAspect="1" noMove="1" noResize="1" noEditPoints="1" noAdjustHandles="1" noChangeArrowheads="1" noChangeShapeType="1" noTextEdit="1"/>
              </p:cNvSpPr>
              <p:nvPr>
                <p:ph idx="1"/>
              </p:nvPr>
            </p:nvSpPr>
            <p:spPr>
              <a:xfrm>
                <a:off x="84842" y="1121294"/>
                <a:ext cx="12613064" cy="6335485"/>
              </a:xfrm>
              <a:blipFill>
                <a:blip r:embed="rId2"/>
                <a:stretch>
                  <a:fillRect l="-805"/>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F03CCD0F-F2C4-CF94-4CE8-7A9A02DC5527}"/>
              </a:ext>
            </a:extLst>
          </p:cNvPr>
          <p:cNvSpPr txBox="1">
            <a:spLocks/>
          </p:cNvSpPr>
          <p:nvPr/>
        </p:nvSpPr>
        <p:spPr>
          <a:xfrm>
            <a:off x="742784" y="1438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样本分位数</a:t>
            </a:r>
          </a:p>
        </p:txBody>
      </p:sp>
    </p:spTree>
    <p:extLst>
      <p:ext uri="{BB962C8B-B14F-4D97-AF65-F5344CB8AC3E}">
        <p14:creationId xmlns:p14="http://schemas.microsoft.com/office/powerpoint/2010/main" val="3377763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2524CFAF-ACAD-7609-5E86-BECCEFB77934}"/>
                  </a:ext>
                </a:extLst>
              </p:cNvPr>
              <p:cNvSpPr>
                <a:spLocks noGrp="1"/>
              </p:cNvSpPr>
              <p:nvPr>
                <p:ph idx="1"/>
              </p:nvPr>
            </p:nvSpPr>
            <p:spPr>
              <a:xfrm>
                <a:off x="167473" y="1637429"/>
                <a:ext cx="11857053" cy="6335485"/>
              </a:xfrm>
            </p:spPr>
            <p:txBody>
              <a:bodyPr>
                <a:noAutofit/>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数据集的箱线图是基于以下</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个数的图形概括：</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b="1" dirty="0">
                    <a:solidFill>
                      <a:srgbClr val="FF0000"/>
                    </a:solidFill>
                    <a:latin typeface="Times New Roman" panose="02020603050405020304" pitchFamily="18" charset="0"/>
                    <a:cs typeface="Times New Roman" panose="02020603050405020304" pitchFamily="18" charset="0"/>
                  </a:rPr>
                  <a:t>最小值</a:t>
                </a:r>
                <a:r>
                  <a:rPr lang="en-US" altLang="zh-CN" b="1" i="1" dirty="0">
                    <a:solidFill>
                      <a:srgbClr val="FF0000"/>
                    </a:solidFill>
                    <a:latin typeface="Times New Roman" panose="02020603050405020304" pitchFamily="18" charset="0"/>
                    <a:cs typeface="Times New Roman" panose="02020603050405020304" pitchFamily="18" charset="0"/>
                  </a:rPr>
                  <a:t>Min</a:t>
                </a:r>
                <a:r>
                  <a:rPr lang="zh-CN" altLang="en-US" b="1" dirty="0">
                    <a:solidFill>
                      <a:srgbClr val="FF0000"/>
                    </a:solidFill>
                    <a:latin typeface="Times New Roman" panose="02020603050405020304" pitchFamily="18" charset="0"/>
                    <a:cs typeface="Times New Roman" panose="02020603050405020304" pitchFamily="18" charset="0"/>
                  </a:rPr>
                  <a:t>，第一四分为数</a:t>
                </a:r>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𝑸</m:t>
                        </m:r>
                      </m:e>
                      <m:sub>
                        <m:r>
                          <a:rPr lang="en-US" altLang="zh-CN" b="1" i="1">
                            <a:solidFill>
                              <a:srgbClr val="FF0000"/>
                            </a:solidFill>
                            <a:latin typeface="Cambria Math" panose="02040503050406030204" pitchFamily="18" charset="0"/>
                          </a:rPr>
                          <m:t>𝟏</m:t>
                        </m:r>
                      </m:sub>
                    </m:sSub>
                  </m:oMath>
                </a14:m>
                <a:r>
                  <a:rPr lang="zh-CN" altLang="en-US" b="1" dirty="0">
                    <a:solidFill>
                      <a:srgbClr val="FF0000"/>
                    </a:solidFill>
                    <a:latin typeface="Times New Roman" panose="02020603050405020304" pitchFamily="18" charset="0"/>
                    <a:cs typeface="Times New Roman" panose="02020603050405020304" pitchFamily="18" charset="0"/>
                  </a:rPr>
                  <a:t>，中位数</a:t>
                </a:r>
                <a:r>
                  <a:rPr lang="en-US" altLang="zh-CN" b="1" i="1" dirty="0">
                    <a:solidFill>
                      <a:srgbClr val="FF0000"/>
                    </a:solidFill>
                    <a:latin typeface="Times New Roman" panose="02020603050405020304" pitchFamily="18" charset="0"/>
                    <a:cs typeface="Times New Roman" panose="02020603050405020304" pitchFamily="18" charset="0"/>
                  </a:rPr>
                  <a:t>M</a:t>
                </a:r>
                <a:r>
                  <a:rPr lang="zh-CN" altLang="en-US" b="1" dirty="0">
                    <a:solidFill>
                      <a:srgbClr val="FF0000"/>
                    </a:solidFill>
                    <a:latin typeface="Times New Roman" panose="02020603050405020304" pitchFamily="18" charset="0"/>
                    <a:cs typeface="Times New Roman" panose="02020603050405020304" pitchFamily="18" charset="0"/>
                  </a:rPr>
                  <a:t>，第三四分位数</a:t>
                </a:r>
                <a14:m>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𝑸</m:t>
                        </m:r>
                      </m:e>
                      <m:sub>
                        <m:r>
                          <a:rPr lang="en-US" altLang="zh-CN" b="1" i="1">
                            <a:solidFill>
                              <a:srgbClr val="FF0000"/>
                            </a:solidFill>
                            <a:latin typeface="Cambria Math" panose="02040503050406030204" pitchFamily="18" charset="0"/>
                          </a:rPr>
                          <m:t>𝟑</m:t>
                        </m:r>
                      </m:sub>
                    </m:sSub>
                  </m:oMath>
                </a14:m>
                <a:r>
                  <a:rPr lang="zh-CN" altLang="en-US" b="1" dirty="0">
                    <a:solidFill>
                      <a:srgbClr val="FF0000"/>
                    </a:solidFill>
                    <a:latin typeface="Times New Roman" panose="02020603050405020304" pitchFamily="18" charset="0"/>
                    <a:cs typeface="Times New Roman" panose="02020603050405020304" pitchFamily="18" charset="0"/>
                  </a:rPr>
                  <a:t>和最大值</a:t>
                </a:r>
                <a:r>
                  <a:rPr lang="en-US" altLang="zh-CN" b="1" i="1" dirty="0">
                    <a:solidFill>
                      <a:srgbClr val="FF0000"/>
                    </a:solidFill>
                    <a:latin typeface="Times New Roman" panose="02020603050405020304" pitchFamily="18" charset="0"/>
                    <a:cs typeface="Times New Roman" panose="02020603050405020304" pitchFamily="18" charset="0"/>
                  </a:rPr>
                  <a:t>Max</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None/>
                </a:pPr>
                <a:endParaRPr lang="zh-CN" altLang="en-US" b="1" dirty="0">
                  <a:latin typeface="Times New Roman" panose="02020603050405020304" pitchFamily="18" charset="0"/>
                  <a:cs typeface="Times New Roman" panose="02020603050405020304" pitchFamily="18" charset="0"/>
                </a:endParaRPr>
              </a:p>
            </p:txBody>
          </p:sp>
        </mc:Choice>
        <mc:Fallback xmlns="">
          <p:sp>
            <p:nvSpPr>
              <p:cNvPr id="4" name="内容占位符 2">
                <a:extLst>
                  <a:ext uri="{FF2B5EF4-FFF2-40B4-BE49-F238E27FC236}">
                    <a16:creationId xmlns:a16="http://schemas.microsoft.com/office/drawing/2014/main" id="{2524CFAF-ACAD-7609-5E86-BECCEFB77934}"/>
                  </a:ext>
                </a:extLst>
              </p:cNvPr>
              <p:cNvSpPr>
                <a:spLocks noGrp="1" noRot="1" noChangeAspect="1" noMove="1" noResize="1" noEditPoints="1" noAdjustHandles="1" noChangeArrowheads="1" noChangeShapeType="1" noTextEdit="1"/>
              </p:cNvSpPr>
              <p:nvPr>
                <p:ph idx="1"/>
              </p:nvPr>
            </p:nvSpPr>
            <p:spPr>
              <a:xfrm>
                <a:off x="167473" y="1637429"/>
                <a:ext cx="11857053" cy="6335485"/>
              </a:xfrm>
              <a:blipFill>
                <a:blip r:embed="rId2"/>
                <a:stretch>
                  <a:fillRect l="-962" r="-3953"/>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17955A7C-225B-A366-0714-07945B0B8231}"/>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grpSp>
        <p:nvGrpSpPr>
          <p:cNvPr id="30" name="组合 29">
            <a:extLst>
              <a:ext uri="{FF2B5EF4-FFF2-40B4-BE49-F238E27FC236}">
                <a16:creationId xmlns:a16="http://schemas.microsoft.com/office/drawing/2014/main" id="{D4200B15-7394-518B-5755-687B9D02BF0E}"/>
              </a:ext>
            </a:extLst>
          </p:cNvPr>
          <p:cNvGrpSpPr/>
          <p:nvPr/>
        </p:nvGrpSpPr>
        <p:grpSpPr>
          <a:xfrm>
            <a:off x="3405158" y="4465414"/>
            <a:ext cx="4914199" cy="1593667"/>
            <a:chOff x="6148358" y="4426145"/>
            <a:chExt cx="4914199" cy="1593667"/>
          </a:xfrm>
        </p:grpSpPr>
        <p:sp>
          <p:nvSpPr>
            <p:cNvPr id="2" name="矩形 1">
              <a:extLst>
                <a:ext uri="{FF2B5EF4-FFF2-40B4-BE49-F238E27FC236}">
                  <a16:creationId xmlns:a16="http://schemas.microsoft.com/office/drawing/2014/main" id="{F29B428F-12B4-6CF8-A44C-639BE675BDE2}"/>
                </a:ext>
              </a:extLst>
            </p:cNvPr>
            <p:cNvSpPr/>
            <p:nvPr/>
          </p:nvSpPr>
          <p:spPr>
            <a:xfrm>
              <a:off x="7152515" y="4426145"/>
              <a:ext cx="2288805"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95E8E51E-685A-F267-067A-DD0E4554095C}"/>
                </a:ext>
              </a:extLst>
            </p:cNvPr>
            <p:cNvCxnSpPr/>
            <p:nvPr/>
          </p:nvCxnSpPr>
          <p:spPr>
            <a:xfrm flipV="1">
              <a:off x="6148358" y="5520061"/>
              <a:ext cx="4914199" cy="392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F93CED0-5171-EB32-FB37-A6DD8C41965C}"/>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5350EB5-4078-4AE1-6B4F-84600DA987F9}"/>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11" name="直接连接符 10">
              <a:extLst>
                <a:ext uri="{FF2B5EF4-FFF2-40B4-BE49-F238E27FC236}">
                  <a16:creationId xmlns:a16="http://schemas.microsoft.com/office/drawing/2014/main" id="{7F3A7831-E353-ABB8-94A7-FD0EE3B94737}"/>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CE5AE91C-5640-5F35-7B04-1DFF14832364}"/>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13" name="直接连接符 12">
              <a:extLst>
                <a:ext uri="{FF2B5EF4-FFF2-40B4-BE49-F238E27FC236}">
                  <a16:creationId xmlns:a16="http://schemas.microsoft.com/office/drawing/2014/main" id="{9D4E3341-4CC4-E0F9-B14F-D14D69F497C5}"/>
                </a:ext>
              </a:extLst>
            </p:cNvPr>
            <p:cNvCxnSpPr/>
            <p:nvPr/>
          </p:nvCxnSpPr>
          <p:spPr>
            <a:xfrm>
              <a:off x="8606390"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DDFED012-583C-FAF9-15A0-472EF7A7DDA0}"/>
                </a:ext>
              </a:extLst>
            </p:cNvPr>
            <p:cNvSpPr txBox="1"/>
            <p:nvPr/>
          </p:nvSpPr>
          <p:spPr>
            <a:xfrm>
              <a:off x="8353948"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15" name="直接连接符 14">
              <a:extLst>
                <a:ext uri="{FF2B5EF4-FFF2-40B4-BE49-F238E27FC236}">
                  <a16:creationId xmlns:a16="http://schemas.microsoft.com/office/drawing/2014/main" id="{6E581AD1-C9AA-A931-FBC4-F134D6A0D34F}"/>
                </a:ext>
              </a:extLst>
            </p:cNvPr>
            <p:cNvCxnSpPr/>
            <p:nvPr/>
          </p:nvCxnSpPr>
          <p:spPr>
            <a:xfrm>
              <a:off x="9454406" y="5454610"/>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957B715-8307-662A-652D-B06D04361234}"/>
                </a:ext>
              </a:extLst>
            </p:cNvPr>
            <p:cNvSpPr txBox="1"/>
            <p:nvPr/>
          </p:nvSpPr>
          <p:spPr>
            <a:xfrm>
              <a:off x="9201964"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17" name="直接连接符 16">
              <a:extLst>
                <a:ext uri="{FF2B5EF4-FFF2-40B4-BE49-F238E27FC236}">
                  <a16:creationId xmlns:a16="http://schemas.microsoft.com/office/drawing/2014/main" id="{3F4DC09D-1FB6-EB97-1859-A8F5B6C8AB8D}"/>
                </a:ext>
              </a:extLst>
            </p:cNvPr>
            <p:cNvCxnSpPr/>
            <p:nvPr/>
          </p:nvCxnSpPr>
          <p:spPr>
            <a:xfrm>
              <a:off x="10487548" y="5455544"/>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53C260C2-E727-FC01-6B4D-98BFBA42BE5C}"/>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19" name="直接连接符 18">
              <a:extLst>
                <a:ext uri="{FF2B5EF4-FFF2-40B4-BE49-F238E27FC236}">
                  <a16:creationId xmlns:a16="http://schemas.microsoft.com/office/drawing/2014/main" id="{F5599687-D910-B623-A892-9BC5E527FC02}"/>
                </a:ext>
              </a:extLst>
            </p:cNvPr>
            <p:cNvCxnSpPr>
              <a:cxnSpLocks/>
            </p:cNvCxnSpPr>
            <p:nvPr/>
          </p:nvCxnSpPr>
          <p:spPr>
            <a:xfrm>
              <a:off x="8605457"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8C47E05-FB15-B651-D70E-05D82A8752F0}"/>
                </a:ext>
              </a:extLst>
            </p:cNvPr>
            <p:cNvCxnSpPr>
              <a:cxnSpLocks/>
              <a:endCxn id="2" idx="1"/>
            </p:cNvCxnSpPr>
            <p:nvPr/>
          </p:nvCxnSpPr>
          <p:spPr>
            <a:xfrm>
              <a:off x="6400800" y="4793588"/>
              <a:ext cx="7517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38B1ED2-D67C-858E-C269-D6FBEE4E3796}"/>
                </a:ext>
              </a:extLst>
            </p:cNvPr>
            <p:cNvCxnSpPr>
              <a:cxnSpLocks/>
              <a:stCxn id="2" idx="3"/>
            </p:cNvCxnSpPr>
            <p:nvPr/>
          </p:nvCxnSpPr>
          <p:spPr>
            <a:xfrm>
              <a:off x="9441320" y="4793588"/>
              <a:ext cx="10462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6434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3D55AD60-2BBC-428B-25C5-32ADEF12EF36}"/>
                  </a:ext>
                </a:extLst>
              </p:cNvPr>
              <p:cNvSpPr>
                <a:spLocks noGrp="1"/>
              </p:cNvSpPr>
              <p:nvPr>
                <p:ph idx="1"/>
              </p:nvPr>
            </p:nvSpPr>
            <p:spPr>
              <a:xfrm>
                <a:off x="307521" y="1002020"/>
                <a:ext cx="11602118" cy="6335485"/>
              </a:xfrm>
            </p:spPr>
            <p:txBody>
              <a:bodyPr>
                <a:noAutofit/>
              </a:bodyPr>
              <a:lstStyle/>
              <a:p>
                <a:pPr marL="514350" indent="-514350" algn="just">
                  <a:lnSpc>
                    <a:spcPct val="150000"/>
                  </a:lnSpc>
                  <a:spcBef>
                    <a:spcPts val="0"/>
                  </a:spcBef>
                  <a:buFont typeface="+mj-lt"/>
                  <a:buAutoNum type="arabicPeriod"/>
                </a:pPr>
                <a:r>
                  <a:rPr lang="zh-CN" altLang="en-US" sz="2600" b="1" dirty="0">
                    <a:latin typeface="Times New Roman" panose="02020603050405020304" pitchFamily="18" charset="0"/>
                    <a:cs typeface="Times New Roman" panose="02020603050405020304" pitchFamily="18" charset="0"/>
                  </a:rPr>
                  <a:t>画一水平数轴，在轴上标上</a:t>
                </a:r>
                <a:r>
                  <a:rPr lang="en-US" altLang="zh-CN" sz="2600" b="1" i="1" dirty="0">
                    <a:latin typeface="Times New Roman" panose="02020603050405020304" pitchFamily="18" charset="0"/>
                    <a:cs typeface="Times New Roman" panose="02020603050405020304" pitchFamily="18" charset="0"/>
                  </a:rPr>
                  <a:t>Min</a:t>
                </a:r>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a:latin typeface="Cambria Math" panose="02040503050406030204" pitchFamily="18" charset="0"/>
                          </a:rPr>
                          <m:t>𝑸</m:t>
                        </m:r>
                      </m:e>
                      <m:sub>
                        <m:r>
                          <a:rPr lang="en-US" altLang="zh-CN" sz="2600" b="1" i="1">
                            <a:latin typeface="Cambria Math" panose="02040503050406030204" pitchFamily="18" charset="0"/>
                          </a:rPr>
                          <m:t>𝟏</m:t>
                        </m:r>
                      </m:sub>
                    </m:sSub>
                  </m:oMath>
                </a14:m>
                <a:r>
                  <a:rPr lang="zh-CN" altLang="en-US" sz="2600" b="1" dirty="0">
                    <a:latin typeface="Times New Roman" panose="02020603050405020304" pitchFamily="18" charset="0"/>
                    <a:cs typeface="Times New Roman" panose="02020603050405020304" pitchFamily="18" charset="0"/>
                  </a:rPr>
                  <a:t>，</a:t>
                </a:r>
                <a:r>
                  <a:rPr lang="en-US" altLang="zh-CN" sz="2600" b="1" i="1" dirty="0">
                    <a:latin typeface="Times New Roman" panose="02020603050405020304" pitchFamily="18" charset="0"/>
                    <a:cs typeface="Times New Roman" panose="02020603050405020304" pitchFamily="18" charset="0"/>
                  </a:rPr>
                  <a:t>M</a:t>
                </a:r>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𝑸</m:t>
                        </m:r>
                      </m:e>
                      <m:sub>
                        <m:r>
                          <a:rPr lang="en-US" altLang="zh-CN" sz="2600" b="1" i="1">
                            <a:latin typeface="Cambria Math" panose="02040503050406030204" pitchFamily="18" charset="0"/>
                          </a:rPr>
                          <m:t>𝟑</m:t>
                        </m:r>
                      </m:sub>
                    </m:sSub>
                  </m:oMath>
                </a14:m>
                <a:r>
                  <a:rPr lang="zh-CN" altLang="en-US" sz="2600" b="1" dirty="0">
                    <a:latin typeface="Times New Roman" panose="02020603050405020304" pitchFamily="18" charset="0"/>
                    <a:cs typeface="Times New Roman" panose="02020603050405020304" pitchFamily="18" charset="0"/>
                  </a:rPr>
                  <a:t>，</a:t>
                </a:r>
                <a:r>
                  <a:rPr lang="en-US" altLang="zh-CN" sz="2600" b="1" i="1" dirty="0">
                    <a:latin typeface="Times New Roman" panose="02020603050405020304" pitchFamily="18" charset="0"/>
                    <a:cs typeface="Times New Roman" panose="02020603050405020304" pitchFamily="18" charset="0"/>
                  </a:rPr>
                  <a:t>Max</a:t>
                </a:r>
                <a:r>
                  <a:rPr lang="zh-CN" altLang="en-US" sz="2600" b="1" dirty="0">
                    <a:latin typeface="Times New Roman" panose="02020603050405020304" pitchFamily="18" charset="0"/>
                    <a:cs typeface="Times New Roman" panose="02020603050405020304" pitchFamily="18" charset="0"/>
                  </a:rPr>
                  <a:t>。在数轴上方画一个上、下侧平行于数轴的矩形箱子，箱子的左右两侧分别位于</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𝑸</m:t>
                        </m:r>
                      </m:e>
                      <m:sub>
                        <m:r>
                          <a:rPr lang="en-US" altLang="zh-CN" sz="2600" b="1" i="1">
                            <a:latin typeface="Cambria Math" panose="02040503050406030204" pitchFamily="18" charset="0"/>
                          </a:rPr>
                          <m:t>𝟏</m:t>
                        </m:r>
                      </m:sub>
                    </m:sSub>
                  </m:oMath>
                </a14:m>
                <a:r>
                  <a:rPr lang="zh-CN" altLang="en-US" sz="2600" b="1" dirty="0">
                    <a:latin typeface="Times New Roman" panose="02020603050405020304" pitchFamily="18" charset="0"/>
                    <a:cs typeface="Times New Roman" panose="02020603050405020304" pitchFamily="18" charset="0"/>
                  </a:rPr>
                  <a:t>，</a:t>
                </a:r>
                <a:r>
                  <a:rPr lang="en-US" altLang="zh-CN" sz="26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600" b="1" i="1">
                            <a:latin typeface="Cambria Math" panose="02040503050406030204" pitchFamily="18" charset="0"/>
                          </a:rPr>
                        </m:ctrlPr>
                      </m:sSubPr>
                      <m:e>
                        <m:r>
                          <a:rPr lang="en-US" altLang="zh-CN" sz="2600" b="1" i="1">
                            <a:latin typeface="Cambria Math" panose="02040503050406030204" pitchFamily="18" charset="0"/>
                          </a:rPr>
                          <m:t>𝑸</m:t>
                        </m:r>
                      </m:e>
                      <m:sub>
                        <m:r>
                          <a:rPr lang="en-US" altLang="zh-CN" sz="2600" b="1" i="1">
                            <a:latin typeface="Cambria Math" panose="02040503050406030204" pitchFamily="18" charset="0"/>
                          </a:rPr>
                          <m:t>𝟑</m:t>
                        </m:r>
                      </m:sub>
                    </m:sSub>
                  </m:oMath>
                </a14:m>
                <a:r>
                  <a:rPr lang="zh-CN" altLang="en-US" sz="2600" b="1" dirty="0">
                    <a:latin typeface="Times New Roman" panose="02020603050405020304" pitchFamily="18" charset="0"/>
                    <a:cs typeface="Times New Roman" panose="02020603050405020304" pitchFamily="18" charset="0"/>
                  </a:rPr>
                  <a:t>的上方。在</a:t>
                </a:r>
                <a:r>
                  <a:rPr lang="en-US" altLang="zh-CN" sz="2600" b="1" i="1" dirty="0">
                    <a:latin typeface="Times New Roman" panose="02020603050405020304" pitchFamily="18" charset="0"/>
                    <a:cs typeface="Times New Roman" panose="02020603050405020304" pitchFamily="18" charset="0"/>
                  </a:rPr>
                  <a:t>M</a:t>
                </a:r>
                <a:r>
                  <a:rPr lang="zh-CN" altLang="en-US" sz="2600" b="1" dirty="0">
                    <a:latin typeface="Times New Roman" panose="02020603050405020304" pitchFamily="18" charset="0"/>
                    <a:cs typeface="Times New Roman" panose="02020603050405020304" pitchFamily="18" charset="0"/>
                  </a:rPr>
                  <a:t>点的上方画一条垂直线段，线段位于箱子内部。</a:t>
                </a:r>
                <a:endParaRPr lang="en-US" altLang="zh-CN" sz="2600" b="1" dirty="0">
                  <a:latin typeface="Times New Roman" panose="02020603050405020304" pitchFamily="18" charset="0"/>
                  <a:cs typeface="Times New Roman" panose="02020603050405020304" pitchFamily="18" charset="0"/>
                </a:endParaRPr>
              </a:p>
              <a:p>
                <a:pPr marL="514350" indent="-514350" algn="just">
                  <a:lnSpc>
                    <a:spcPct val="150000"/>
                  </a:lnSpc>
                  <a:spcBef>
                    <a:spcPts val="0"/>
                  </a:spcBef>
                  <a:buFont typeface="+mj-lt"/>
                  <a:buAutoNum type="arabicPeriod"/>
                </a:pPr>
                <a:r>
                  <a:rPr lang="zh-CN" altLang="en-US" sz="2600" b="1" dirty="0">
                    <a:latin typeface="Times New Roman" panose="02020603050405020304" pitchFamily="18" charset="0"/>
                    <a:cs typeface="Times New Roman" panose="02020603050405020304" pitchFamily="18" charset="0"/>
                  </a:rPr>
                  <a:t>自箱子左侧引一条水平线直至最小值</a:t>
                </a:r>
                <a:r>
                  <a:rPr lang="en-US" altLang="zh-CN" sz="2600" b="1" i="1" dirty="0">
                    <a:latin typeface="Times New Roman" panose="02020603050405020304" pitchFamily="18" charset="0"/>
                    <a:cs typeface="Times New Roman" panose="02020603050405020304" pitchFamily="18" charset="0"/>
                  </a:rPr>
                  <a:t>Min</a:t>
                </a:r>
                <a:r>
                  <a:rPr lang="zh-CN" altLang="en-US" sz="2600" b="1" dirty="0">
                    <a:latin typeface="Times New Roman" panose="02020603050405020304" pitchFamily="18" charset="0"/>
                    <a:cs typeface="Times New Roman" panose="02020603050405020304" pitchFamily="18" charset="0"/>
                  </a:rPr>
                  <a:t>，在同一水平高度自箱子右侧引一条水平线直至最大值</a:t>
                </a:r>
                <a:r>
                  <a:rPr lang="en-US" altLang="zh-CN" sz="2600" b="1" i="1" dirty="0">
                    <a:latin typeface="Times New Roman" panose="02020603050405020304" pitchFamily="18" charset="0"/>
                    <a:cs typeface="Times New Roman" panose="02020603050405020304" pitchFamily="18" charset="0"/>
                  </a:rPr>
                  <a:t>Max</a:t>
                </a:r>
                <a:r>
                  <a:rPr lang="zh-CN" altLang="en-US" sz="2600" b="1" dirty="0">
                    <a:latin typeface="Times New Roman" panose="02020603050405020304" pitchFamily="18" charset="0"/>
                    <a:cs typeface="Times New Roman" panose="02020603050405020304" pitchFamily="18" charset="0"/>
                  </a:rPr>
                  <a:t>。这样就将箱线图作好了。</a:t>
                </a:r>
              </a:p>
            </p:txBody>
          </p:sp>
        </mc:Choice>
        <mc:Fallback>
          <p:sp>
            <p:nvSpPr>
              <p:cNvPr id="4" name="内容占位符 2">
                <a:extLst>
                  <a:ext uri="{FF2B5EF4-FFF2-40B4-BE49-F238E27FC236}">
                    <a16:creationId xmlns:a16="http://schemas.microsoft.com/office/drawing/2014/main" id="{3D55AD60-2BBC-428B-25C5-32ADEF12EF36}"/>
                  </a:ext>
                </a:extLst>
              </p:cNvPr>
              <p:cNvSpPr>
                <a:spLocks noGrp="1" noRot="1" noChangeAspect="1" noMove="1" noResize="1" noEditPoints="1" noAdjustHandles="1" noChangeArrowheads="1" noChangeShapeType="1" noTextEdit="1"/>
              </p:cNvSpPr>
              <p:nvPr>
                <p:ph idx="1"/>
              </p:nvPr>
            </p:nvSpPr>
            <p:spPr>
              <a:xfrm>
                <a:off x="307521" y="1002020"/>
                <a:ext cx="11602118" cy="6335485"/>
              </a:xfrm>
              <a:blipFill>
                <a:blip r:embed="rId2"/>
                <a:stretch>
                  <a:fillRect l="-875" r="-3829"/>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B55B0BE8-9309-A020-4E96-80C9DC1810C8}"/>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箱线图的画法</a:t>
            </a:r>
          </a:p>
        </p:txBody>
      </p:sp>
      <p:grpSp>
        <p:nvGrpSpPr>
          <p:cNvPr id="7" name="组合 6">
            <a:extLst>
              <a:ext uri="{FF2B5EF4-FFF2-40B4-BE49-F238E27FC236}">
                <a16:creationId xmlns:a16="http://schemas.microsoft.com/office/drawing/2014/main" id="{DE55D6C3-1FD0-4388-4703-F9FD5EE791F3}"/>
              </a:ext>
            </a:extLst>
          </p:cNvPr>
          <p:cNvGrpSpPr/>
          <p:nvPr/>
        </p:nvGrpSpPr>
        <p:grpSpPr>
          <a:xfrm>
            <a:off x="3405158" y="4745906"/>
            <a:ext cx="4914199" cy="1593667"/>
            <a:chOff x="6148358" y="4426145"/>
            <a:chExt cx="4914199" cy="1593667"/>
          </a:xfrm>
        </p:grpSpPr>
        <p:sp>
          <p:nvSpPr>
            <p:cNvPr id="8" name="矩形 7">
              <a:extLst>
                <a:ext uri="{FF2B5EF4-FFF2-40B4-BE49-F238E27FC236}">
                  <a16:creationId xmlns:a16="http://schemas.microsoft.com/office/drawing/2014/main" id="{22CB9DA4-33D1-48E4-7EEA-9F2EEC075C55}"/>
                </a:ext>
              </a:extLst>
            </p:cNvPr>
            <p:cNvSpPr/>
            <p:nvPr/>
          </p:nvSpPr>
          <p:spPr>
            <a:xfrm>
              <a:off x="7152515" y="4426145"/>
              <a:ext cx="2288805"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DA26FBD2-5A78-6E1C-86D4-044C11B9F9F8}"/>
                </a:ext>
              </a:extLst>
            </p:cNvPr>
            <p:cNvCxnSpPr/>
            <p:nvPr/>
          </p:nvCxnSpPr>
          <p:spPr>
            <a:xfrm flipV="1">
              <a:off x="6148358" y="5520061"/>
              <a:ext cx="4914199" cy="392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75E7B7A-BB83-C838-EFD4-3A06B3F99AC3}"/>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BC414B3-D9A9-55F5-5A9F-143777AC0E2B}"/>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12" name="直接连接符 11">
              <a:extLst>
                <a:ext uri="{FF2B5EF4-FFF2-40B4-BE49-F238E27FC236}">
                  <a16:creationId xmlns:a16="http://schemas.microsoft.com/office/drawing/2014/main" id="{01CEC0CA-9AD4-0AEC-7EAB-F7F1ED1E4305}"/>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C5871A3-2A25-D7FF-6C0C-4C5139D1FAAD}"/>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14" name="直接连接符 13">
              <a:extLst>
                <a:ext uri="{FF2B5EF4-FFF2-40B4-BE49-F238E27FC236}">
                  <a16:creationId xmlns:a16="http://schemas.microsoft.com/office/drawing/2014/main" id="{BDC99B92-92D0-4E6B-762A-DA89FA748538}"/>
                </a:ext>
              </a:extLst>
            </p:cNvPr>
            <p:cNvCxnSpPr/>
            <p:nvPr/>
          </p:nvCxnSpPr>
          <p:spPr>
            <a:xfrm>
              <a:off x="8606390"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EB18456D-34E5-223A-1FB1-7F449E84AB94}"/>
                </a:ext>
              </a:extLst>
            </p:cNvPr>
            <p:cNvSpPr txBox="1"/>
            <p:nvPr/>
          </p:nvSpPr>
          <p:spPr>
            <a:xfrm>
              <a:off x="8353948"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16" name="直接连接符 15">
              <a:extLst>
                <a:ext uri="{FF2B5EF4-FFF2-40B4-BE49-F238E27FC236}">
                  <a16:creationId xmlns:a16="http://schemas.microsoft.com/office/drawing/2014/main" id="{B7CB7609-F709-8824-B291-0B0FDCCD4351}"/>
                </a:ext>
              </a:extLst>
            </p:cNvPr>
            <p:cNvCxnSpPr/>
            <p:nvPr/>
          </p:nvCxnSpPr>
          <p:spPr>
            <a:xfrm>
              <a:off x="9454406" y="5454610"/>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CB99D59B-B686-EA12-516D-CBE7E1046EA7}"/>
                </a:ext>
              </a:extLst>
            </p:cNvPr>
            <p:cNvSpPr txBox="1"/>
            <p:nvPr/>
          </p:nvSpPr>
          <p:spPr>
            <a:xfrm>
              <a:off x="9201964"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18" name="直接连接符 17">
              <a:extLst>
                <a:ext uri="{FF2B5EF4-FFF2-40B4-BE49-F238E27FC236}">
                  <a16:creationId xmlns:a16="http://schemas.microsoft.com/office/drawing/2014/main" id="{3B9071B4-796A-B2E7-7B90-7485E554B799}"/>
                </a:ext>
              </a:extLst>
            </p:cNvPr>
            <p:cNvCxnSpPr/>
            <p:nvPr/>
          </p:nvCxnSpPr>
          <p:spPr>
            <a:xfrm>
              <a:off x="10487548" y="5455544"/>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14F35E7-45DA-4BA6-279A-DFCB8F117B37}"/>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20" name="直接连接符 19">
              <a:extLst>
                <a:ext uri="{FF2B5EF4-FFF2-40B4-BE49-F238E27FC236}">
                  <a16:creationId xmlns:a16="http://schemas.microsoft.com/office/drawing/2014/main" id="{B796AA3A-A68C-A8F8-613E-8ACF6AAF8B0C}"/>
                </a:ext>
              </a:extLst>
            </p:cNvPr>
            <p:cNvCxnSpPr>
              <a:cxnSpLocks/>
            </p:cNvCxnSpPr>
            <p:nvPr/>
          </p:nvCxnSpPr>
          <p:spPr>
            <a:xfrm>
              <a:off x="8605457"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C71A4B2-0B67-ED25-2250-E947EB5EC002}"/>
                </a:ext>
              </a:extLst>
            </p:cNvPr>
            <p:cNvCxnSpPr>
              <a:cxnSpLocks/>
              <a:endCxn id="8" idx="1"/>
            </p:cNvCxnSpPr>
            <p:nvPr/>
          </p:nvCxnSpPr>
          <p:spPr>
            <a:xfrm>
              <a:off x="6400800" y="4793588"/>
              <a:ext cx="7517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DEE4BEA-6050-50FE-5319-37233EA945E6}"/>
                </a:ext>
              </a:extLst>
            </p:cNvPr>
            <p:cNvCxnSpPr>
              <a:cxnSpLocks/>
              <a:stCxn id="8" idx="3"/>
            </p:cNvCxnSpPr>
            <p:nvPr/>
          </p:nvCxnSpPr>
          <p:spPr>
            <a:xfrm>
              <a:off x="9441320" y="4793588"/>
              <a:ext cx="10462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9B964D05-04BA-9806-CDA3-4DAEC9AFCF0A}"/>
              </a:ext>
            </a:extLst>
          </p:cNvPr>
          <p:cNvSpPr txBox="1"/>
          <p:nvPr/>
        </p:nvSpPr>
        <p:spPr>
          <a:xfrm>
            <a:off x="7572375" y="5272088"/>
            <a:ext cx="184731" cy="369332"/>
          </a:xfrm>
          <a:prstGeom prst="rect">
            <a:avLst/>
          </a:prstGeom>
          <a:noFill/>
        </p:spPr>
        <p:txBody>
          <a:bodyPr wrap="none" rtlCol="0">
            <a:spAutoFit/>
          </a:bodyPr>
          <a:lstStyle/>
          <a:p>
            <a:endParaRPr kumimoji="1" lang="zh-CN" altLang="en-US" dirty="0"/>
          </a:p>
        </p:txBody>
      </p:sp>
      <p:sp>
        <p:nvSpPr>
          <p:cNvPr id="3" name="矩形 2">
            <a:extLst>
              <a:ext uri="{FF2B5EF4-FFF2-40B4-BE49-F238E27FC236}">
                <a16:creationId xmlns:a16="http://schemas.microsoft.com/office/drawing/2014/main" id="{11A29F98-6695-8102-757E-322DA2A499B9}"/>
              </a:ext>
            </a:extLst>
          </p:cNvPr>
          <p:cNvSpPr/>
          <p:nvPr/>
        </p:nvSpPr>
        <p:spPr>
          <a:xfrm>
            <a:off x="3600451" y="4543425"/>
            <a:ext cx="800100" cy="971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AE116562-8EDA-2267-61A0-4E0936EA2BA9}"/>
              </a:ext>
            </a:extLst>
          </p:cNvPr>
          <p:cNvSpPr/>
          <p:nvPr/>
        </p:nvSpPr>
        <p:spPr>
          <a:xfrm>
            <a:off x="6710757" y="4640398"/>
            <a:ext cx="1204515" cy="971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D2655B0C-745A-EC43-EADC-67C3A90485FC}"/>
              </a:ext>
            </a:extLst>
          </p:cNvPr>
          <p:cNvSpPr/>
          <p:nvPr/>
        </p:nvSpPr>
        <p:spPr>
          <a:xfrm>
            <a:off x="4382390" y="4611144"/>
            <a:ext cx="2365705" cy="971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66368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23"/>
                                        </p:tgtEl>
                                      </p:cBhvr>
                                    </p:animEffect>
                                    <p:set>
                                      <p:cBhvr>
                                        <p:cTn id="11" dur="1" fill="hold">
                                          <p:stCondLst>
                                            <p:cond delay="499"/>
                                          </p:stCondLst>
                                        </p:cTn>
                                        <p:tgtEl>
                                          <p:spTgt spid="2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3D55AD60-2BBC-428B-25C5-32ADEF12EF36}"/>
                  </a:ext>
                </a:extLst>
              </p:cNvPr>
              <p:cNvSpPr>
                <a:spLocks noGrp="1"/>
              </p:cNvSpPr>
              <p:nvPr>
                <p:ph idx="1"/>
              </p:nvPr>
            </p:nvSpPr>
            <p:spPr>
              <a:xfrm>
                <a:off x="485171" y="1071865"/>
                <a:ext cx="11576957" cy="6335485"/>
              </a:xfrm>
            </p:spPr>
            <p:txBody>
              <a:bodyPr>
                <a:noAutofit/>
              </a:bodyPr>
              <a:lstStyle/>
              <a:p>
                <a:pPr marL="0" indent="0">
                  <a:lnSpc>
                    <a:spcPct val="130000"/>
                  </a:lnSpc>
                  <a:buNone/>
                </a:pPr>
                <a:r>
                  <a:rPr lang="zh-CN" altLang="en-US" b="1" dirty="0">
                    <a:solidFill>
                      <a:srgbClr val="FF0000"/>
                    </a:solidFill>
                    <a:latin typeface="Times New Roman" panose="02020603050405020304" pitchFamily="18" charset="0"/>
                    <a:cs typeface="Times New Roman" panose="02020603050405020304" pitchFamily="18" charset="0"/>
                  </a:rPr>
                  <a:t>①中心位置</a:t>
                </a:r>
                <a:r>
                  <a:rPr lang="zh-CN" altLang="en-US" b="1" dirty="0">
                    <a:latin typeface="Times New Roman" panose="02020603050405020304" pitchFamily="18" charset="0"/>
                    <a:cs typeface="Times New Roman" panose="02020603050405020304" pitchFamily="18" charset="0"/>
                  </a:rPr>
                  <a:t>：中位数所在的位置就是数据集的中心</a:t>
                </a:r>
                <a:endParaRPr lang="en-US" altLang="zh-CN" b="1" dirty="0">
                  <a:latin typeface="Times New Roman" panose="02020603050405020304" pitchFamily="18" charset="0"/>
                  <a:cs typeface="Times New Roman" panose="02020603050405020304" pitchFamily="18" charset="0"/>
                </a:endParaRPr>
              </a:p>
              <a:p>
                <a:pPr marL="0" indent="0">
                  <a:lnSpc>
                    <a:spcPct val="130000"/>
                  </a:lnSpc>
                  <a:buNone/>
                </a:pPr>
                <a:r>
                  <a:rPr lang="zh-CN" altLang="en-US" b="1" dirty="0">
                    <a:solidFill>
                      <a:srgbClr val="FF0000"/>
                    </a:solidFill>
                    <a:latin typeface="Times New Roman" panose="02020603050405020304" pitchFamily="18" charset="0"/>
                    <a:cs typeface="Times New Roman" panose="02020603050405020304" pitchFamily="18" charset="0"/>
                  </a:rPr>
                  <a:t>②散布程度</a:t>
                </a:r>
                <a:r>
                  <a:rPr lang="zh-CN" altLang="en-US" b="1" dirty="0">
                    <a:latin typeface="Times New Roman" panose="02020603050405020304" pitchFamily="18" charset="0"/>
                    <a:cs typeface="Times New Roman" panose="02020603050405020304" pitchFamily="18" charset="0"/>
                  </a:rPr>
                  <a:t>：全部数据都落在</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Min</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Max</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之内，在区间</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Min</a:t>
                </a:r>
                <a:r>
                  <a:rPr lang="en-US" altLang="zh-C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𝑸</m:t>
                        </m:r>
                      </m:e>
                      <m:sub>
                        <m:r>
                          <a:rPr lang="en-US" altLang="zh-CN" b="1" i="1" smtClean="0">
                            <a:latin typeface="Cambria Math" panose="02040503050406030204" pitchFamily="18" charset="0"/>
                          </a:rPr>
                          <m:t>𝟏</m:t>
                        </m:r>
                      </m:sub>
                    </m:sSub>
                  </m:oMath>
                </a14:m>
                <a:r>
                  <a:rPr lang="en-US" altLang="zh-CN"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𝑸</m:t>
                        </m:r>
                      </m:e>
                      <m:sub>
                        <m:r>
                          <a:rPr lang="en-US" altLang="zh-CN" b="1" i="1" smtClean="0">
                            <a:latin typeface="Cambria Math" panose="02040503050406030204" pitchFamily="18" charset="0"/>
                          </a:rPr>
                          <m:t>𝟏</m:t>
                        </m:r>
                      </m:sub>
                    </m:sSub>
                  </m:oMath>
                </a14:m>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[M, </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𝑸</m:t>
                        </m:r>
                      </m:e>
                      <m:sub>
                        <m:r>
                          <a:rPr lang="en-US" altLang="zh-CN" b="1" i="1" smtClean="0">
                            <a:latin typeface="Cambria Math" panose="02040503050406030204" pitchFamily="18" charset="0"/>
                          </a:rPr>
                          <m:t>𝟑</m:t>
                        </m:r>
                      </m:sub>
                    </m:sSub>
                  </m:oMath>
                </a14:m>
                <a:r>
                  <a:rPr lang="en-US" altLang="zh-CN"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𝑸</m:t>
                        </m:r>
                      </m:e>
                      <m:sub>
                        <m:r>
                          <a:rPr lang="en-US" altLang="zh-CN" b="1" i="1" smtClean="0">
                            <a:latin typeface="Cambria Math" panose="02040503050406030204" pitchFamily="18" charset="0"/>
                          </a:rPr>
                          <m:t>𝟑</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Max</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上的数据个数各约占</a:t>
                </a:r>
                <a:r>
                  <a:rPr lang="en-US" altLang="zh-CN" b="1" dirty="0">
                    <a:latin typeface="Times New Roman" panose="02020603050405020304" pitchFamily="18" charset="0"/>
                    <a:cs typeface="Times New Roman" panose="02020603050405020304" pitchFamily="18" charset="0"/>
                  </a:rPr>
                  <a:t>1/4</a:t>
                </a:r>
                <a:r>
                  <a:rPr lang="zh-CN" altLang="en-US" b="1" dirty="0">
                    <a:latin typeface="Times New Roman" panose="02020603050405020304" pitchFamily="18" charset="0"/>
                    <a:cs typeface="Times New Roman" panose="02020603050405020304" pitchFamily="18" charset="0"/>
                  </a:rPr>
                  <a:t>。区间较短时，表示落在该区间的点较集中，反之较为分散</a:t>
                </a:r>
                <a:endParaRPr lang="en-US" altLang="zh-CN" b="1" dirty="0">
                  <a:latin typeface="Times New Roman" panose="02020603050405020304" pitchFamily="18" charset="0"/>
                  <a:cs typeface="Times New Roman" panose="02020603050405020304" pitchFamily="18" charset="0"/>
                </a:endParaRPr>
              </a:p>
              <a:p>
                <a:pPr marL="0" indent="0">
                  <a:lnSpc>
                    <a:spcPct val="130000"/>
                  </a:lnSpc>
                  <a:buNone/>
                </a:pPr>
                <a:r>
                  <a:rPr lang="zh-CN" altLang="en-US" b="1" dirty="0">
                    <a:solidFill>
                      <a:srgbClr val="FF0000"/>
                    </a:solidFill>
                    <a:latin typeface="Times New Roman" panose="02020603050405020304" pitchFamily="18" charset="0"/>
                    <a:cs typeface="Times New Roman" panose="02020603050405020304" pitchFamily="18" charset="0"/>
                  </a:rPr>
                  <a:t>③关于对称性</a:t>
                </a:r>
                <a:r>
                  <a:rPr lang="zh-CN" altLang="en-US" b="1" dirty="0">
                    <a:latin typeface="Times New Roman" panose="02020603050405020304" pitchFamily="18" charset="0"/>
                    <a:cs typeface="Times New Roman" panose="02020603050405020304" pitchFamily="18" charset="0"/>
                  </a:rPr>
                  <a:t>：若中位数位于箱子的中间位置，则数据分布较为对称。又若</a:t>
                </a:r>
                <a:r>
                  <a:rPr lang="en-US" altLang="zh-CN" b="1" i="1" dirty="0">
                    <a:latin typeface="Times New Roman" panose="02020603050405020304" pitchFamily="18" charset="0"/>
                    <a:cs typeface="Times New Roman" panose="02020603050405020304" pitchFamily="18" charset="0"/>
                  </a:rPr>
                  <a:t>Min</a:t>
                </a:r>
                <a:r>
                  <a:rPr lang="zh-CN" altLang="en-US" b="1" dirty="0">
                    <a:latin typeface="Times New Roman" panose="02020603050405020304" pitchFamily="18" charset="0"/>
                    <a:cs typeface="Times New Roman" panose="02020603050405020304" pitchFamily="18" charset="0"/>
                  </a:rPr>
                  <a:t>离</a:t>
                </a:r>
                <a:r>
                  <a:rPr lang="en-US" altLang="zh-CN" b="1" i="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的距离较</a:t>
                </a:r>
                <a:r>
                  <a:rPr lang="en-US" altLang="zh-CN" b="1" i="1" dirty="0">
                    <a:latin typeface="Times New Roman" panose="02020603050405020304" pitchFamily="18" charset="0"/>
                    <a:cs typeface="Times New Roman" panose="02020603050405020304" pitchFamily="18" charset="0"/>
                  </a:rPr>
                  <a:t>Max</a:t>
                </a:r>
                <a:r>
                  <a:rPr lang="zh-CN" altLang="en-US" b="1" dirty="0">
                    <a:latin typeface="Times New Roman" panose="02020603050405020304" pitchFamily="18" charset="0"/>
                    <a:cs typeface="Times New Roman" panose="02020603050405020304" pitchFamily="18" charset="0"/>
                  </a:rPr>
                  <a:t>离</a:t>
                </a:r>
                <a:r>
                  <a:rPr lang="en-US" altLang="zh-CN" b="1" i="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的距离大，则表示数据分布向左倾斜，反之表示数据向右倾斜，且能看出分布尾部的长短</a:t>
                </a:r>
                <a:endParaRPr lang="en-US" altLang="zh-CN" b="1" dirty="0">
                  <a:latin typeface="Times New Roman" panose="02020603050405020304" pitchFamily="18" charset="0"/>
                  <a:cs typeface="Times New Roman" panose="02020603050405020304" pitchFamily="18" charset="0"/>
                </a:endParaRPr>
              </a:p>
              <a:p>
                <a:pPr marL="0" indent="0">
                  <a:lnSpc>
                    <a:spcPct val="130000"/>
                  </a:lnSpc>
                  <a:buNone/>
                </a:pPr>
                <a:endParaRPr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3D55AD60-2BBC-428B-25C5-32ADEF12EF36}"/>
                  </a:ext>
                </a:extLst>
              </p:cNvPr>
              <p:cNvSpPr>
                <a:spLocks noGrp="1" noRot="1" noChangeAspect="1" noMove="1" noResize="1" noEditPoints="1" noAdjustHandles="1" noChangeArrowheads="1" noChangeShapeType="1" noTextEdit="1"/>
              </p:cNvSpPr>
              <p:nvPr>
                <p:ph idx="1"/>
              </p:nvPr>
            </p:nvSpPr>
            <p:spPr>
              <a:xfrm>
                <a:off x="485171" y="1071865"/>
                <a:ext cx="11576957" cy="6335485"/>
              </a:xfrm>
              <a:blipFill>
                <a:blip r:embed="rId2"/>
                <a:stretch>
                  <a:fillRect l="-1096" t="-200" r="-4167"/>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EAC33F37-FDA9-A695-C527-138E0972DDAE}"/>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箱线图的分析</a:t>
            </a:r>
          </a:p>
        </p:txBody>
      </p:sp>
      <p:grpSp>
        <p:nvGrpSpPr>
          <p:cNvPr id="7" name="组合 6">
            <a:extLst>
              <a:ext uri="{FF2B5EF4-FFF2-40B4-BE49-F238E27FC236}">
                <a16:creationId xmlns:a16="http://schemas.microsoft.com/office/drawing/2014/main" id="{3BD3D00C-8ECA-DF87-3507-A62301415864}"/>
              </a:ext>
            </a:extLst>
          </p:cNvPr>
          <p:cNvGrpSpPr/>
          <p:nvPr/>
        </p:nvGrpSpPr>
        <p:grpSpPr>
          <a:xfrm>
            <a:off x="7216104" y="5181032"/>
            <a:ext cx="4914199" cy="1593667"/>
            <a:chOff x="6148358" y="4426145"/>
            <a:chExt cx="4914199" cy="1593667"/>
          </a:xfrm>
        </p:grpSpPr>
        <p:sp>
          <p:nvSpPr>
            <p:cNvPr id="8" name="矩形 7">
              <a:extLst>
                <a:ext uri="{FF2B5EF4-FFF2-40B4-BE49-F238E27FC236}">
                  <a16:creationId xmlns:a16="http://schemas.microsoft.com/office/drawing/2014/main" id="{BFE6CDEE-33B5-0253-7A64-4504958E2AFE}"/>
                </a:ext>
              </a:extLst>
            </p:cNvPr>
            <p:cNvSpPr/>
            <p:nvPr/>
          </p:nvSpPr>
          <p:spPr>
            <a:xfrm>
              <a:off x="7152515" y="4426145"/>
              <a:ext cx="2288805"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D911A4B6-7216-6D23-CC45-5E3C9167BA4E}"/>
                </a:ext>
              </a:extLst>
            </p:cNvPr>
            <p:cNvCxnSpPr/>
            <p:nvPr/>
          </p:nvCxnSpPr>
          <p:spPr>
            <a:xfrm flipV="1">
              <a:off x="6148358" y="5520061"/>
              <a:ext cx="4914199" cy="392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C62A87F-F1BF-BD17-33D0-150C8C992058}"/>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D3D1477-4EB2-4155-7B2A-495F80AE005E}"/>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12" name="直接连接符 11">
              <a:extLst>
                <a:ext uri="{FF2B5EF4-FFF2-40B4-BE49-F238E27FC236}">
                  <a16:creationId xmlns:a16="http://schemas.microsoft.com/office/drawing/2014/main" id="{4712C772-29B6-A3DE-AB66-0398FCC1B002}"/>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31E0D55-9CC3-AE5B-F829-F12B61784A3E}"/>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14" name="直接连接符 13">
              <a:extLst>
                <a:ext uri="{FF2B5EF4-FFF2-40B4-BE49-F238E27FC236}">
                  <a16:creationId xmlns:a16="http://schemas.microsoft.com/office/drawing/2014/main" id="{5E50E73D-42D5-DBE3-5B29-D192695F73ED}"/>
                </a:ext>
              </a:extLst>
            </p:cNvPr>
            <p:cNvCxnSpPr/>
            <p:nvPr/>
          </p:nvCxnSpPr>
          <p:spPr>
            <a:xfrm>
              <a:off x="8606390"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BEF187DE-FBA6-9D77-BB72-5064D44C15CA}"/>
                </a:ext>
              </a:extLst>
            </p:cNvPr>
            <p:cNvSpPr txBox="1"/>
            <p:nvPr/>
          </p:nvSpPr>
          <p:spPr>
            <a:xfrm>
              <a:off x="8353948"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16" name="直接连接符 15">
              <a:extLst>
                <a:ext uri="{FF2B5EF4-FFF2-40B4-BE49-F238E27FC236}">
                  <a16:creationId xmlns:a16="http://schemas.microsoft.com/office/drawing/2014/main" id="{FE1CE12D-6C20-2CF2-4F44-06521BD7C335}"/>
                </a:ext>
              </a:extLst>
            </p:cNvPr>
            <p:cNvCxnSpPr/>
            <p:nvPr/>
          </p:nvCxnSpPr>
          <p:spPr>
            <a:xfrm>
              <a:off x="9454406" y="5454610"/>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25032408-EB78-7053-C31C-ED2B80455D93}"/>
                </a:ext>
              </a:extLst>
            </p:cNvPr>
            <p:cNvSpPr txBox="1"/>
            <p:nvPr/>
          </p:nvSpPr>
          <p:spPr>
            <a:xfrm>
              <a:off x="9201964"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18" name="直接连接符 17">
              <a:extLst>
                <a:ext uri="{FF2B5EF4-FFF2-40B4-BE49-F238E27FC236}">
                  <a16:creationId xmlns:a16="http://schemas.microsoft.com/office/drawing/2014/main" id="{67367E10-E399-82BB-0533-B6622C279104}"/>
                </a:ext>
              </a:extLst>
            </p:cNvPr>
            <p:cNvCxnSpPr/>
            <p:nvPr/>
          </p:nvCxnSpPr>
          <p:spPr>
            <a:xfrm>
              <a:off x="10487548" y="5455544"/>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9A4ACC4-917E-E321-8C27-CB0F5048366E}"/>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20" name="直接连接符 19">
              <a:extLst>
                <a:ext uri="{FF2B5EF4-FFF2-40B4-BE49-F238E27FC236}">
                  <a16:creationId xmlns:a16="http://schemas.microsoft.com/office/drawing/2014/main" id="{708C00E7-89C8-C24E-8BF5-5FA1645B9EBF}"/>
                </a:ext>
              </a:extLst>
            </p:cNvPr>
            <p:cNvCxnSpPr>
              <a:cxnSpLocks/>
            </p:cNvCxnSpPr>
            <p:nvPr/>
          </p:nvCxnSpPr>
          <p:spPr>
            <a:xfrm>
              <a:off x="8605457"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10EAAC5-29D8-C752-27A2-477B2CB0E6AB}"/>
                </a:ext>
              </a:extLst>
            </p:cNvPr>
            <p:cNvCxnSpPr>
              <a:cxnSpLocks/>
              <a:endCxn id="8" idx="1"/>
            </p:cNvCxnSpPr>
            <p:nvPr/>
          </p:nvCxnSpPr>
          <p:spPr>
            <a:xfrm>
              <a:off x="6400800" y="4793588"/>
              <a:ext cx="7517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DB9C4D4-4F79-C455-C0DD-887FDDEFFDC5}"/>
                </a:ext>
              </a:extLst>
            </p:cNvPr>
            <p:cNvCxnSpPr>
              <a:cxnSpLocks/>
              <a:stCxn id="8" idx="3"/>
            </p:cNvCxnSpPr>
            <p:nvPr/>
          </p:nvCxnSpPr>
          <p:spPr>
            <a:xfrm>
              <a:off x="9441320" y="4793588"/>
              <a:ext cx="10462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6919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1A38F27D-EC50-70D3-61EE-245646D3ED11}"/>
                  </a:ext>
                </a:extLst>
              </p:cNvPr>
              <p:cNvSpPr txBox="1">
                <a:spLocks/>
              </p:cNvSpPr>
              <p:nvPr/>
            </p:nvSpPr>
            <p:spPr>
              <a:xfrm>
                <a:off x="307521" y="1269938"/>
                <a:ext cx="11576957" cy="63354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3    </a:t>
                </a:r>
                <a:r>
                  <a:rPr lang="zh-CN" altLang="en-US" b="1" dirty="0">
                    <a:latin typeface="Times New Roman" panose="02020603050405020304" pitchFamily="18" charset="0"/>
                    <a:cs typeface="Times New Roman" panose="02020603050405020304" pitchFamily="18" charset="0"/>
                  </a:rPr>
                  <a:t>以下是</a:t>
                </a:r>
                <a:r>
                  <a:rPr lang="en-US" altLang="zh-CN" b="1" dirty="0">
                    <a:latin typeface="Times New Roman" panose="02020603050405020304" pitchFamily="18" charset="0"/>
                    <a:cs typeface="Times New Roman" panose="02020603050405020304" pitchFamily="18" charset="0"/>
                  </a:rPr>
                  <a:t>8</a:t>
                </a:r>
                <a:r>
                  <a:rPr lang="zh-CN" altLang="en-US" b="1" dirty="0">
                    <a:latin typeface="Times New Roman" panose="02020603050405020304" pitchFamily="18" charset="0"/>
                    <a:cs typeface="Times New Roman" panose="02020603050405020304" pitchFamily="18" charset="0"/>
                  </a:rPr>
                  <a:t>个患者的血压（收缩压，以</a:t>
                </a:r>
                <a:r>
                  <a:rPr lang="en-US" altLang="zh-CN" b="1" dirty="0">
                    <a:latin typeface="Times New Roman" panose="02020603050405020304" pitchFamily="18" charset="0"/>
                    <a:cs typeface="Times New Roman" panose="02020603050405020304" pitchFamily="18" charset="0"/>
                  </a:rPr>
                  <a:t>mmHg</a:t>
                </a:r>
                <a:r>
                  <a:rPr lang="zh-CN" altLang="en-US" b="1" dirty="0">
                    <a:latin typeface="Times New Roman" panose="02020603050405020304" pitchFamily="18" charset="0"/>
                    <a:cs typeface="Times New Roman" panose="02020603050405020304" pitchFamily="18" charset="0"/>
                  </a:rPr>
                  <a:t>计）数据（已经过排序），试作出箱线图</a:t>
                </a:r>
                <a:endParaRPr lang="en-US" altLang="zh-CN" b="1"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AutoNum type="arabicPlain" startAt="102"/>
                </a:pPr>
                <a:r>
                  <a:rPr lang="en-US" altLang="zh-CN" b="1" dirty="0">
                    <a:latin typeface="Times New Roman" panose="02020603050405020304" pitchFamily="18" charset="0"/>
                    <a:cs typeface="Times New Roman" panose="02020603050405020304" pitchFamily="18" charset="0"/>
                  </a:rPr>
                  <a:t>  110  117  118  122  123  132  150</a:t>
                </a:r>
              </a:p>
              <a:p>
                <a:pPr marL="0" indent="0">
                  <a:lnSpc>
                    <a:spcPct val="100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kern="100" dirty="0">
                    <a:latin typeface="Times New Roman" panose="02020603050405020304" pitchFamily="18" charset="0"/>
                    <a:cs typeface="Times New Roman" panose="02020603050405020304" pitchFamily="18" charset="0"/>
                  </a:rPr>
                  <a:t>解 </a:t>
                </a:r>
                <a14:m>
                  <m:oMath xmlns:m="http://schemas.openxmlformats.org/officeDocument/2006/math">
                    <m:r>
                      <a:rPr lang="zh-CN" altLang="en-US" b="1" i="0" kern="100" smtClean="0">
                        <a:latin typeface="Cambria Math" panose="02040503050406030204" pitchFamily="18" charset="0"/>
                        <a:cs typeface="Times New Roman" panose="02020603050405020304" pitchFamily="18" charset="0"/>
                      </a:rPr>
                      <m:t>     </m:t>
                    </m:r>
                    <m:r>
                      <a:rPr lang="en-US" altLang="zh-CN" b="1" i="1" kern="100" smtClean="0">
                        <a:latin typeface="Cambria Math" panose="02040503050406030204" pitchFamily="18" charset="0"/>
                        <a:cs typeface="Times New Roman" panose="02020603050405020304" pitchFamily="18" charset="0"/>
                      </a:rPr>
                      <m:t>𝑴𝒊𝒏</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102</m:t>
                    </m:r>
                    <m:r>
                      <a:rPr lang="en-US" altLang="zh-CN" b="1" i="1" kern="100" smtClean="0">
                        <a:latin typeface="Cambria Math" panose="02040503050406030204" pitchFamily="18" charset="0"/>
                        <a:cs typeface="Times New Roman" panose="02020603050405020304" pitchFamily="18" charset="0"/>
                      </a:rPr>
                      <m:t>,</m:t>
                    </m:r>
                    <m:r>
                      <a:rPr lang="en-US" altLang="zh-CN" b="1" i="1" kern="100" smtClean="0">
                        <a:latin typeface="Cambria Math" panose="02040503050406030204" pitchFamily="18" charset="0"/>
                        <a:cs typeface="Times New Roman" panose="02020603050405020304" pitchFamily="18" charset="0"/>
                      </a:rPr>
                      <m:t>𝑴𝒂𝒙</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150</m:t>
                    </m:r>
                    <m:r>
                      <a:rPr lang="zh-CN" altLang="en-US" b="1" i="1" kern="100" smtClean="0">
                        <a:latin typeface="Cambria Math" panose="02040503050406030204" pitchFamily="18" charset="0"/>
                        <a:cs typeface="Times New Roman" panose="02020603050405020304" pitchFamily="18" charset="0"/>
                      </a:rPr>
                      <m:t>，</m:t>
                    </m:r>
                  </m:oMath>
                </a14:m>
                <a:endParaRPr lang="en-US" altLang="zh-CN" b="1" kern="100"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kern="100" dirty="0">
                    <a:latin typeface="Times New Roman" panose="02020603050405020304" pitchFamily="18" charset="0"/>
                    <a:cs typeface="Times New Roman" panose="02020603050405020304" pitchFamily="18" charset="0"/>
                  </a:rPr>
                  <a:t>         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8×0.25</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2</m:t>
                    </m:r>
                  </m:oMath>
                </a14:m>
                <a:r>
                  <a:rPr lang="zh-CN" altLang="en-US" b="1" i="1" kern="100" dirty="0">
                    <a:latin typeface="Times New Roman" panose="02020603050405020304" pitchFamily="18" charset="0"/>
                    <a:cs typeface="Times New Roman" panose="02020603050405020304" pitchFamily="18" charset="0"/>
                  </a:rPr>
                  <a:t>，</a:t>
                </a:r>
                <a:r>
                  <a:rPr lang="zh-CN" altLang="en-US" b="1" kern="100" dirty="0">
                    <a:latin typeface="Times New Roman" panose="02020603050405020304" pitchFamily="18" charset="0"/>
                    <a:cs typeface="Times New Roman" panose="02020603050405020304" pitchFamily="18" charset="0"/>
                  </a:rPr>
                  <a:t>故</a:t>
                </a:r>
                <a14:m>
                  <m:oMath xmlns:m="http://schemas.openxmlformats.org/officeDocument/2006/math">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𝒙</m:t>
                        </m:r>
                      </m:e>
                      <m:sub>
                        <m:r>
                          <a:rPr lang="en-US" altLang="zh-CN" b="1" i="1" kern="100" smtClean="0">
                            <a:latin typeface="Cambria Math" panose="02040503050406030204" pitchFamily="18" charset="0"/>
                            <a:cs typeface="Times New Roman" panose="02020603050405020304" pitchFamily="18" charset="0"/>
                          </a:rPr>
                          <m:t>𝟎</m:t>
                        </m:r>
                        <m:r>
                          <a:rPr lang="en-US" altLang="zh-CN" b="1" i="1" kern="100" smtClean="0">
                            <a:latin typeface="Cambria Math" panose="02040503050406030204" pitchFamily="18" charset="0"/>
                            <a:cs typeface="Times New Roman" panose="02020603050405020304" pitchFamily="18" charset="0"/>
                          </a:rPr>
                          <m:t>.</m:t>
                        </m:r>
                        <m:r>
                          <a:rPr lang="en-US" altLang="zh-CN" b="1" i="1" kern="100" smtClean="0">
                            <a:latin typeface="Cambria Math" panose="02040503050406030204" pitchFamily="18" charset="0"/>
                            <a:cs typeface="Times New Roman" panose="02020603050405020304" pitchFamily="18" charset="0"/>
                          </a:rPr>
                          <m:t>𝟐𝟓</m:t>
                        </m:r>
                      </m:sub>
                    </m:sSub>
                  </m:oMath>
                </a14:m>
                <a:r>
                  <a:rPr lang="en-US" altLang="zh-CN" b="1" i="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𝟏</m:t>
                        </m:r>
                      </m:sub>
                    </m:sSub>
                  </m:oMath>
                </a14:m>
                <a:r>
                  <a:rPr lang="en-US" altLang="zh-CN" b="1" i="1" kern="100" dirty="0">
                    <a:latin typeface="Times New Roman" panose="02020603050405020304" pitchFamily="18" charset="0"/>
                    <a:cs typeface="Times New Roman" panose="02020603050405020304" pitchFamily="18" charset="0"/>
                  </a:rPr>
                  <a:t>=</a:t>
                </a:r>
                <a:r>
                  <a:rPr lang="zh-CN" altLang="zh-CN" b="1" i="1" kern="100" dirty="0">
                    <a:latin typeface="Times New Roman" panose="02020603050405020304" pitchFamily="18" charset="0"/>
                    <a:cs typeface="Times New Roman" panose="02020603050405020304" pitchFamily="18" charset="0"/>
                  </a:rPr>
                  <a:t> </a:t>
                </a:r>
                <a14:m>
                  <m:oMath xmlns:m="http://schemas.openxmlformats.org/officeDocument/2006/math">
                    <m:f>
                      <m:fPr>
                        <m:ctrlPr>
                          <a:rPr lang="zh-CN" altLang="zh-CN" b="1" i="1" kern="100">
                            <a:latin typeface="Cambria Math" panose="02040503050406030204" pitchFamily="18" charset="0"/>
                            <a:cs typeface="Times New Roman" panose="02020603050405020304" pitchFamily="18" charset="0"/>
                          </a:rPr>
                        </m:ctrlPr>
                      </m:fPr>
                      <m:num>
                        <m:r>
                          <a:rPr lang="en-US" altLang="zh-CN" b="1" i="1" kern="100" smtClean="0">
                            <a:latin typeface="Cambria Math" panose="02040503050406030204" pitchFamily="18" charset="0"/>
                            <a:cs typeface="Times New Roman" panose="02020603050405020304" pitchFamily="18" charset="0"/>
                          </a:rPr>
                          <m:t>𝟏</m:t>
                        </m:r>
                      </m:num>
                      <m:den>
                        <m:r>
                          <a:rPr lang="en-US" altLang="zh-CN" b="1" i="1" kern="100" smtClean="0">
                            <a:latin typeface="Cambria Math" panose="02040503050406030204" pitchFamily="18" charset="0"/>
                            <a:cs typeface="Times New Roman" panose="02020603050405020304" pitchFamily="18" charset="0"/>
                          </a:rPr>
                          <m:t>𝟐</m:t>
                        </m:r>
                      </m:den>
                    </m:f>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110+117</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113.5</m:t>
                    </m:r>
                  </m:oMath>
                </a14:m>
                <a:endParaRPr lang="zh-CN" altLang="zh-CN" b="1" i="1" kern="100"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i="1" kern="100" dirty="0">
                    <a:latin typeface="Times New Roman" panose="02020603050405020304" pitchFamily="18" charset="0"/>
                    <a:cs typeface="Times New Roman" panose="02020603050405020304" pitchFamily="18" charset="0"/>
                  </a:rPr>
                  <a:t>         </a:t>
                </a:r>
                <a:r>
                  <a:rPr lang="zh-CN" altLang="en-US" b="1" kern="100" dirty="0">
                    <a:latin typeface="Times New Roman" panose="02020603050405020304" pitchFamily="18" charset="0"/>
                    <a:cs typeface="Times New Roman" panose="02020603050405020304" pitchFamily="18" charset="0"/>
                  </a:rPr>
                  <a:t>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8×0.5</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4</m:t>
                    </m:r>
                  </m:oMath>
                </a14:m>
                <a:r>
                  <a:rPr lang="zh-CN" altLang="en-US" b="1" i="1" kern="100" dirty="0">
                    <a:latin typeface="Times New Roman" panose="02020603050405020304" pitchFamily="18" charset="0"/>
                    <a:cs typeface="Times New Roman" panose="02020603050405020304" pitchFamily="18" charset="0"/>
                  </a:rPr>
                  <a:t>，  </a:t>
                </a:r>
                <a:r>
                  <a:rPr lang="zh-CN" altLang="en-US" b="1" kern="100" dirty="0">
                    <a:latin typeface="Times New Roman" panose="02020603050405020304" pitchFamily="18" charset="0"/>
                    <a:cs typeface="Times New Roman" panose="02020603050405020304" pitchFamily="18" charset="0"/>
                  </a:rPr>
                  <a:t>故</a:t>
                </a:r>
                <a14:m>
                  <m:oMath xmlns:m="http://schemas.openxmlformats.org/officeDocument/2006/math">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𝒙</m:t>
                        </m:r>
                      </m:e>
                      <m:sub>
                        <m:r>
                          <a:rPr lang="en-US" altLang="zh-CN" b="1" i="1" kern="100" smtClean="0">
                            <a:latin typeface="Cambria Math" panose="02040503050406030204" pitchFamily="18" charset="0"/>
                            <a:cs typeface="Times New Roman" panose="02020603050405020304" pitchFamily="18" charset="0"/>
                          </a:rPr>
                          <m:t>𝟎</m:t>
                        </m:r>
                        <m:r>
                          <a:rPr lang="en-US" altLang="zh-CN" b="1" i="1" kern="100" smtClean="0">
                            <a:latin typeface="Cambria Math" panose="02040503050406030204" pitchFamily="18" charset="0"/>
                            <a:cs typeface="Times New Roman" panose="02020603050405020304" pitchFamily="18" charset="0"/>
                          </a:rPr>
                          <m:t>.</m:t>
                        </m:r>
                        <m:r>
                          <a:rPr lang="en-US" altLang="zh-CN" b="1" i="1" kern="100" smtClean="0">
                            <a:latin typeface="Cambria Math" panose="02040503050406030204" pitchFamily="18" charset="0"/>
                            <a:cs typeface="Times New Roman" panose="02020603050405020304" pitchFamily="18" charset="0"/>
                          </a:rPr>
                          <m:t>𝟓</m:t>
                        </m:r>
                      </m:sub>
                    </m:sSub>
                  </m:oMath>
                </a14:m>
                <a:r>
                  <a:rPr lang="en-US" altLang="zh-CN" b="1" i="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𝟐</m:t>
                        </m:r>
                      </m:sub>
                    </m:sSub>
                  </m:oMath>
                </a14:m>
                <a:r>
                  <a:rPr lang="en-US" altLang="zh-CN" b="1" i="1" kern="100" dirty="0">
                    <a:latin typeface="Times New Roman" panose="02020603050405020304" pitchFamily="18" charset="0"/>
                    <a:cs typeface="Times New Roman" panose="02020603050405020304" pitchFamily="18" charset="0"/>
                  </a:rPr>
                  <a:t>=</a:t>
                </a:r>
                <a:r>
                  <a:rPr lang="zh-CN" altLang="zh-CN" b="1" i="1" kern="100" dirty="0">
                    <a:latin typeface="Times New Roman" panose="02020603050405020304" pitchFamily="18" charset="0"/>
                    <a:cs typeface="Times New Roman" panose="02020603050405020304" pitchFamily="18" charset="0"/>
                  </a:rPr>
                  <a:t> </a:t>
                </a:r>
                <a14:m>
                  <m:oMath xmlns:m="http://schemas.openxmlformats.org/officeDocument/2006/math">
                    <m:f>
                      <m:fPr>
                        <m:ctrlPr>
                          <a:rPr lang="zh-CN" altLang="zh-CN" b="1" i="1" kern="100">
                            <a:latin typeface="Cambria Math" panose="02040503050406030204" pitchFamily="18" charset="0"/>
                            <a:cs typeface="Times New Roman" panose="02020603050405020304" pitchFamily="18" charset="0"/>
                          </a:rPr>
                        </m:ctrlPr>
                      </m:fPr>
                      <m:num>
                        <m:r>
                          <a:rPr lang="en-US" altLang="zh-CN" b="1" i="1" kern="100" smtClean="0">
                            <a:latin typeface="Cambria Math" panose="02040503050406030204" pitchFamily="18" charset="0"/>
                            <a:cs typeface="Times New Roman" panose="02020603050405020304" pitchFamily="18" charset="0"/>
                          </a:rPr>
                          <m:t>𝟏</m:t>
                        </m:r>
                      </m:num>
                      <m:den>
                        <m:r>
                          <a:rPr lang="en-US" altLang="zh-CN" b="1" i="1" kern="100" smtClean="0">
                            <a:latin typeface="Cambria Math" panose="02040503050406030204" pitchFamily="18" charset="0"/>
                            <a:cs typeface="Times New Roman" panose="02020603050405020304" pitchFamily="18" charset="0"/>
                          </a:rPr>
                          <m:t>𝟐</m:t>
                        </m:r>
                      </m:den>
                    </m:f>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118+122</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120</m:t>
                    </m:r>
                  </m:oMath>
                </a14:m>
                <a:endParaRPr lang="en-US" altLang="zh-CN" b="1" i="1" kern="100"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i="1" kern="100" dirty="0">
                    <a:latin typeface="Times New Roman" panose="02020603050405020304" pitchFamily="18" charset="0"/>
                    <a:cs typeface="Times New Roman" panose="02020603050405020304" pitchFamily="18" charset="0"/>
                  </a:rPr>
                  <a:t>         </a:t>
                </a:r>
                <a:r>
                  <a:rPr lang="zh-CN" altLang="en-US" b="1" kern="100" dirty="0">
                    <a:latin typeface="Times New Roman" panose="02020603050405020304" pitchFamily="18" charset="0"/>
                    <a:cs typeface="Times New Roman" panose="02020603050405020304" pitchFamily="18" charset="0"/>
                  </a:rPr>
                  <a:t>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8×0.75</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6</m:t>
                    </m:r>
                  </m:oMath>
                </a14:m>
                <a:r>
                  <a:rPr lang="zh-CN" altLang="en-US" b="1" i="1" kern="100" dirty="0">
                    <a:latin typeface="Times New Roman" panose="02020603050405020304" pitchFamily="18" charset="0"/>
                    <a:cs typeface="Times New Roman" panose="02020603050405020304" pitchFamily="18" charset="0"/>
                  </a:rPr>
                  <a:t>，</a:t>
                </a:r>
                <a:r>
                  <a:rPr lang="zh-CN" altLang="en-US" b="1" kern="100" dirty="0">
                    <a:latin typeface="Times New Roman" panose="02020603050405020304" pitchFamily="18" charset="0"/>
                    <a:cs typeface="Times New Roman" panose="02020603050405020304" pitchFamily="18" charset="0"/>
                  </a:rPr>
                  <a:t>故</a:t>
                </a:r>
                <a14:m>
                  <m:oMath xmlns:m="http://schemas.openxmlformats.org/officeDocument/2006/math">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𝒙</m:t>
                        </m:r>
                      </m:e>
                      <m:sub>
                        <m:r>
                          <a:rPr lang="en-US" altLang="zh-CN" b="1" i="1" kern="100" smtClean="0">
                            <a:latin typeface="Cambria Math" panose="02040503050406030204" pitchFamily="18" charset="0"/>
                            <a:cs typeface="Times New Roman" panose="02020603050405020304" pitchFamily="18" charset="0"/>
                          </a:rPr>
                          <m:t>𝟎</m:t>
                        </m:r>
                        <m:r>
                          <a:rPr lang="en-US" altLang="zh-CN" b="1" i="1" kern="100" smtClean="0">
                            <a:latin typeface="Cambria Math" panose="02040503050406030204" pitchFamily="18" charset="0"/>
                            <a:cs typeface="Times New Roman" panose="02020603050405020304" pitchFamily="18" charset="0"/>
                          </a:rPr>
                          <m:t>.</m:t>
                        </m:r>
                        <m:r>
                          <a:rPr lang="en-US" altLang="zh-CN" b="1" i="1" kern="100" smtClean="0">
                            <a:latin typeface="Cambria Math" panose="02040503050406030204" pitchFamily="18" charset="0"/>
                            <a:cs typeface="Times New Roman" panose="02020603050405020304" pitchFamily="18" charset="0"/>
                          </a:rPr>
                          <m:t>𝟕𝟓</m:t>
                        </m:r>
                      </m:sub>
                    </m:sSub>
                  </m:oMath>
                </a14:m>
                <a:r>
                  <a:rPr lang="en-US" altLang="zh-CN" b="1" i="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𝟑</m:t>
                        </m:r>
                      </m:sub>
                    </m:sSub>
                  </m:oMath>
                </a14:m>
                <a:r>
                  <a:rPr lang="en-US" altLang="zh-CN" b="1" i="1" kern="100" dirty="0">
                    <a:latin typeface="Times New Roman" panose="02020603050405020304" pitchFamily="18" charset="0"/>
                    <a:cs typeface="Times New Roman" panose="02020603050405020304" pitchFamily="18" charset="0"/>
                  </a:rPr>
                  <a:t>=</a:t>
                </a:r>
                <a:r>
                  <a:rPr lang="zh-CN" altLang="zh-CN" b="1" i="1" kern="100" dirty="0">
                    <a:latin typeface="Times New Roman" panose="02020603050405020304" pitchFamily="18" charset="0"/>
                    <a:cs typeface="Times New Roman" panose="02020603050405020304" pitchFamily="18" charset="0"/>
                  </a:rPr>
                  <a:t> </a:t>
                </a:r>
                <a14:m>
                  <m:oMath xmlns:m="http://schemas.openxmlformats.org/officeDocument/2006/math">
                    <m:f>
                      <m:fPr>
                        <m:ctrlPr>
                          <a:rPr lang="zh-CN" altLang="zh-CN" b="1" i="1" kern="100">
                            <a:latin typeface="Cambria Math" panose="02040503050406030204" pitchFamily="18" charset="0"/>
                            <a:cs typeface="Times New Roman" panose="02020603050405020304" pitchFamily="18" charset="0"/>
                          </a:rPr>
                        </m:ctrlPr>
                      </m:fPr>
                      <m:num>
                        <m:r>
                          <a:rPr lang="en-US" altLang="zh-CN" b="1" i="1" kern="100" smtClean="0">
                            <a:latin typeface="Cambria Math" panose="02040503050406030204" pitchFamily="18" charset="0"/>
                            <a:cs typeface="Times New Roman" panose="02020603050405020304" pitchFamily="18" charset="0"/>
                          </a:rPr>
                          <m:t>𝟏</m:t>
                        </m:r>
                      </m:num>
                      <m:den>
                        <m:r>
                          <a:rPr lang="en-US" altLang="zh-CN" b="1" i="1" kern="100" smtClean="0">
                            <a:latin typeface="Cambria Math" panose="02040503050406030204" pitchFamily="18" charset="0"/>
                            <a:cs typeface="Times New Roman" panose="02020603050405020304" pitchFamily="18" charset="0"/>
                          </a:rPr>
                          <m:t>𝟐</m:t>
                        </m:r>
                      </m:den>
                    </m:f>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123+132</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1</m:t>
                    </m:r>
                  </m:oMath>
                </a14:m>
                <a:r>
                  <a:rPr lang="en-US" altLang="zh-CN" b="1" kern="100" dirty="0">
                    <a:latin typeface="Times New Roman" panose="02020603050405020304" pitchFamily="18" charset="0"/>
                    <a:cs typeface="Times New Roman" panose="02020603050405020304" pitchFamily="18" charset="0"/>
                  </a:rPr>
                  <a:t>27.5</a:t>
                </a:r>
              </a:p>
              <a:p>
                <a:pPr marL="0" indent="0">
                  <a:lnSpc>
                    <a:spcPct val="100000"/>
                  </a:lnSpc>
                  <a:buNone/>
                </a:pPr>
                <a:endParaRPr lang="zh-CN" altLang="zh-CN" b="1" kern="100" dirty="0">
                  <a:effectLst/>
                  <a:latin typeface="Times New Roman" panose="02020603050405020304" pitchFamily="18" charset="0"/>
                  <a:cs typeface="Times New Roman" panose="02020603050405020304" pitchFamily="18" charset="0"/>
                </a:endParaRPr>
              </a:p>
              <a:p>
                <a:pPr marL="0" indent="0">
                  <a:lnSpc>
                    <a:spcPct val="100000"/>
                  </a:lnSpc>
                  <a:buNone/>
                </a:pPr>
                <a:endParaRPr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1A38F27D-EC50-70D3-61EE-245646D3ED11}"/>
                  </a:ext>
                </a:extLst>
              </p:cNvPr>
              <p:cNvSpPr txBox="1">
                <a:spLocks noRot="1" noChangeAspect="1" noMove="1" noResize="1" noEditPoints="1" noAdjustHandles="1" noChangeArrowheads="1" noChangeShapeType="1" noTextEdit="1"/>
              </p:cNvSpPr>
              <p:nvPr/>
            </p:nvSpPr>
            <p:spPr>
              <a:xfrm>
                <a:off x="307521" y="1269938"/>
                <a:ext cx="11576957" cy="6335485"/>
              </a:xfrm>
              <a:prstGeom prst="rect">
                <a:avLst/>
              </a:prstGeom>
              <a:blipFill>
                <a:blip r:embed="rId2"/>
                <a:stretch>
                  <a:fillRect l="-1095" t="-1397" r="-3834"/>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75D0AA7E-541D-64D6-BD61-892EAC1CC062}"/>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spTree>
    <p:extLst>
      <p:ext uri="{BB962C8B-B14F-4D97-AF65-F5344CB8AC3E}">
        <p14:creationId xmlns:p14="http://schemas.microsoft.com/office/powerpoint/2010/main" val="36703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B973315-5E4F-4E56-E0C7-FB2B99A4F3A8}"/>
              </a:ext>
            </a:extLst>
          </p:cNvPr>
          <p:cNvSpPr txBox="1">
            <a:spLocks/>
          </p:cNvSpPr>
          <p:nvPr/>
        </p:nvSpPr>
        <p:spPr>
          <a:xfrm>
            <a:off x="307521" y="992350"/>
            <a:ext cx="11576957" cy="63354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kern="100" dirty="0">
                <a:effectLst/>
                <a:latin typeface="Times New Roman" panose="02020603050405020304" pitchFamily="18" charset="0"/>
                <a:cs typeface="Times New Roman" panose="02020603050405020304" pitchFamily="18" charset="0"/>
              </a:rPr>
              <a:t>例</a:t>
            </a:r>
            <a:r>
              <a:rPr lang="en-US" altLang="zh-CN" b="1" kern="100" dirty="0">
                <a:effectLst/>
                <a:latin typeface="Times New Roman" panose="02020603050405020304" pitchFamily="18" charset="0"/>
                <a:cs typeface="Times New Roman" panose="02020603050405020304" pitchFamily="18" charset="0"/>
              </a:rPr>
              <a:t>4   </a:t>
            </a:r>
            <a:r>
              <a:rPr lang="zh-CN" altLang="en-US" b="1" kern="100" dirty="0">
                <a:effectLst/>
                <a:latin typeface="Times New Roman" panose="02020603050405020304" pitchFamily="18" charset="0"/>
                <a:cs typeface="Times New Roman" panose="02020603050405020304" pitchFamily="18" charset="0"/>
              </a:rPr>
              <a:t>下面分别给出了</a:t>
            </a:r>
            <a:r>
              <a:rPr lang="en-US" altLang="zh-CN" b="1" kern="100" dirty="0">
                <a:effectLst/>
                <a:latin typeface="Times New Roman" panose="02020603050405020304" pitchFamily="18" charset="0"/>
                <a:cs typeface="Times New Roman" panose="02020603050405020304" pitchFamily="18" charset="0"/>
              </a:rPr>
              <a:t>25</a:t>
            </a:r>
            <a:r>
              <a:rPr lang="zh-CN" altLang="en-US" b="1" kern="100" dirty="0">
                <a:effectLst/>
                <a:latin typeface="Times New Roman" panose="02020603050405020304" pitchFamily="18" charset="0"/>
                <a:cs typeface="Times New Roman" panose="02020603050405020304" pitchFamily="18" charset="0"/>
              </a:rPr>
              <a:t>个男子和</a:t>
            </a:r>
            <a:r>
              <a:rPr lang="en-US" altLang="zh-CN" b="1" kern="100" dirty="0">
                <a:effectLst/>
                <a:latin typeface="Times New Roman" panose="02020603050405020304" pitchFamily="18" charset="0"/>
                <a:cs typeface="Times New Roman" panose="02020603050405020304" pitchFamily="18" charset="0"/>
              </a:rPr>
              <a:t>25</a:t>
            </a:r>
            <a:r>
              <a:rPr lang="zh-CN" altLang="en-US" b="1" kern="100" dirty="0">
                <a:effectLst/>
                <a:latin typeface="Times New Roman" panose="02020603050405020304" pitchFamily="18" charset="0"/>
                <a:cs typeface="Times New Roman" panose="02020603050405020304" pitchFamily="18" charset="0"/>
              </a:rPr>
              <a:t>个女子的肺活量（以</a:t>
            </a:r>
            <a:r>
              <a:rPr lang="en-US" altLang="zh-CN" b="1" kern="100" dirty="0">
                <a:effectLst/>
                <a:latin typeface="Times New Roman" panose="02020603050405020304" pitchFamily="18" charset="0"/>
                <a:cs typeface="Times New Roman" panose="02020603050405020304" pitchFamily="18" charset="0"/>
              </a:rPr>
              <a:t>L</a:t>
            </a:r>
            <a:r>
              <a:rPr lang="zh-CN" altLang="en-US" b="1" kern="100" dirty="0">
                <a:effectLst/>
                <a:latin typeface="Times New Roman" panose="02020603050405020304" pitchFamily="18" charset="0"/>
                <a:cs typeface="Times New Roman" panose="02020603050405020304" pitchFamily="18" charset="0"/>
              </a:rPr>
              <a:t>计，数据已经排过序）试分别画出这两组数据的箱线图</a:t>
            </a:r>
            <a:endParaRPr lang="en-US" altLang="zh-CN" b="1" kern="100" dirty="0">
              <a:effectLst/>
              <a:latin typeface="Times New Roman" panose="02020603050405020304" pitchFamily="18" charset="0"/>
              <a:cs typeface="Times New Roman" panose="02020603050405020304" pitchFamily="18" charset="0"/>
            </a:endParaRPr>
          </a:p>
          <a:p>
            <a:pPr marL="0" indent="0">
              <a:lnSpc>
                <a:spcPct val="150000"/>
              </a:lnSpc>
              <a:buNone/>
            </a:pPr>
            <a:endParaRPr lang="zh-CN" altLang="en-US" b="1" dirty="0">
              <a:latin typeface="Times New Roman" panose="02020603050405020304" pitchFamily="18" charset="0"/>
              <a:cs typeface="Times New Roman" panose="02020603050405020304" pitchFamily="18" charset="0"/>
            </a:endParaRPr>
          </a:p>
        </p:txBody>
      </p:sp>
      <p:sp>
        <p:nvSpPr>
          <p:cNvPr id="5" name="标题 1">
            <a:extLst>
              <a:ext uri="{FF2B5EF4-FFF2-40B4-BE49-F238E27FC236}">
                <a16:creationId xmlns:a16="http://schemas.microsoft.com/office/drawing/2014/main" id="{A278DC51-FA4C-467E-FEFE-6C231F8D6AB1}"/>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pic>
        <p:nvPicPr>
          <p:cNvPr id="3" name="图片 2" descr="日历&#10;&#10;描述已自动生成">
            <a:extLst>
              <a:ext uri="{FF2B5EF4-FFF2-40B4-BE49-F238E27FC236}">
                <a16:creationId xmlns:a16="http://schemas.microsoft.com/office/drawing/2014/main" id="{88297295-F66E-F349-9FC0-6FA9EDCE3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548829" y="237824"/>
            <a:ext cx="2845252" cy="8794898"/>
          </a:xfrm>
          <a:prstGeom prst="rect">
            <a:avLst/>
          </a:prstGeom>
        </p:spPr>
      </p:pic>
    </p:spTree>
    <p:extLst>
      <p:ext uri="{BB962C8B-B14F-4D97-AF65-F5344CB8AC3E}">
        <p14:creationId xmlns:p14="http://schemas.microsoft.com/office/powerpoint/2010/main" val="2537850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AB973315-5E4F-4E56-E0C7-FB2B99A4F3A8}"/>
                  </a:ext>
                </a:extLst>
              </p:cNvPr>
              <p:cNvSpPr txBox="1">
                <a:spLocks/>
              </p:cNvSpPr>
              <p:nvPr/>
            </p:nvSpPr>
            <p:spPr>
              <a:xfrm>
                <a:off x="1643403" y="3858002"/>
                <a:ext cx="11576957" cy="63354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b="1" kern="100" dirty="0">
                    <a:latin typeface="Times New Roman" panose="02020603050405020304" pitchFamily="18" charset="0"/>
                    <a:cs typeface="Times New Roman" panose="02020603050405020304" pitchFamily="18" charset="0"/>
                  </a:rPr>
                  <a:t>解     女子组</a:t>
                </a:r>
                <a:r>
                  <a:rPr lang="en-US" altLang="zh-CN" b="1" i="1" kern="100" dirty="0">
                    <a:latin typeface="Times New Roman" panose="02020603050405020304" pitchFamily="18" charset="0"/>
                    <a:cs typeface="Times New Roman" panose="02020603050405020304" pitchFamily="18" charset="0"/>
                  </a:rPr>
                  <a:t>Min</a:t>
                </a:r>
                <a:r>
                  <a:rPr lang="zh-CN" altLang="en-US" b="1" i="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a:t>
                </a:r>
                <a:r>
                  <a:rPr lang="zh-CN" altLang="en-US" b="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2.7</a:t>
                </a:r>
                <a:r>
                  <a:rPr lang="zh-CN" altLang="en-US" b="1" kern="100" dirty="0">
                    <a:latin typeface="Times New Roman" panose="02020603050405020304" pitchFamily="18" charset="0"/>
                    <a:cs typeface="Times New Roman" panose="02020603050405020304" pitchFamily="18" charset="0"/>
                  </a:rPr>
                  <a:t>，</a:t>
                </a:r>
                <a:r>
                  <a:rPr lang="en-US" altLang="zh-CN" b="1" i="1" kern="100" dirty="0">
                    <a:latin typeface="Times New Roman" panose="02020603050405020304" pitchFamily="18" charset="0"/>
                    <a:cs typeface="Times New Roman" panose="02020603050405020304" pitchFamily="18" charset="0"/>
                  </a:rPr>
                  <a:t>Max</a:t>
                </a:r>
                <a:r>
                  <a:rPr lang="zh-CN" altLang="en-US" b="1" i="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a:t>
                </a:r>
                <a:r>
                  <a:rPr lang="zh-CN" altLang="en-US" b="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4.2</a:t>
                </a:r>
                <a:r>
                  <a:rPr lang="zh-CN" altLang="en-US" b="1" kern="100" dirty="0">
                    <a:latin typeface="Times New Roman" panose="02020603050405020304" pitchFamily="18" charset="0"/>
                    <a:cs typeface="Times New Roman" panose="02020603050405020304" pitchFamily="18" charset="0"/>
                  </a:rPr>
                  <a:t>，</a:t>
                </a:r>
                <a:r>
                  <a:rPr lang="en-US" altLang="zh-CN" b="1" i="1" kern="100" dirty="0">
                    <a:latin typeface="Times New Roman" panose="02020603050405020304" pitchFamily="18" charset="0"/>
                    <a:cs typeface="Times New Roman" panose="02020603050405020304" pitchFamily="18" charset="0"/>
                  </a:rPr>
                  <a:t>M</a:t>
                </a:r>
                <a:r>
                  <a:rPr lang="zh-CN" altLang="en-US" b="1" i="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a:t>
                </a:r>
                <a:r>
                  <a:rPr lang="zh-CN" altLang="en-US" b="1" kern="100" dirty="0">
                    <a:latin typeface="Times New Roman" panose="02020603050405020304" pitchFamily="18" charset="0"/>
                    <a:cs typeface="Times New Roman" panose="02020603050405020304" pitchFamily="18" charset="0"/>
                  </a:rPr>
                  <a:t> </a:t>
                </a:r>
                <a:r>
                  <a:rPr lang="en-US" altLang="zh-CN" b="1" kern="100" dirty="0">
                    <a:latin typeface="Times New Roman" panose="02020603050405020304" pitchFamily="18" charset="0"/>
                    <a:cs typeface="Times New Roman" panose="02020603050405020304" pitchFamily="18" charset="0"/>
                  </a:rPr>
                  <a:t>3.5</a:t>
                </a:r>
                <a:endParaRPr lang="zh-CN" altLang="zh-CN" b="1" kern="100" dirty="0">
                  <a:latin typeface="Times New Roman" panose="02020603050405020304" pitchFamily="18" charset="0"/>
                  <a:cs typeface="Times New Roman" panose="02020603050405020304" pitchFamily="18" charset="0"/>
                </a:endParaRPr>
              </a:p>
              <a:p>
                <a:pPr marL="0" indent="0">
                  <a:lnSpc>
                    <a:spcPct val="125000"/>
                  </a:lnSpc>
                  <a:buNone/>
                </a:pPr>
                <a:r>
                  <a:rPr lang="zh-CN" altLang="en-US" b="1" dirty="0">
                    <a:latin typeface="Times New Roman" panose="02020603050405020304" pitchFamily="18" charset="0"/>
                    <a:cs typeface="Times New Roman" panose="02020603050405020304" pitchFamily="18" charset="0"/>
                  </a:rPr>
                  <a:t>         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25×0.25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6.</m:t>
                    </m:r>
                  </m:oMath>
                </a14:m>
                <a:r>
                  <a:rPr lang="en-US" altLang="zh-CN" b="1" dirty="0">
                    <a:latin typeface="Times New Roman" panose="02020603050405020304" pitchFamily="18" charset="0"/>
                    <a:cs typeface="Times New Roman" panose="02020603050405020304" pitchFamily="18" charset="0"/>
                  </a:rPr>
                  <a:t>25</a:t>
                </a:r>
                <a:r>
                  <a:rPr lang="zh-CN" altLang="en-US" b="1" dirty="0">
                    <a:latin typeface="Times New Roman" panose="02020603050405020304" pitchFamily="18" charset="0"/>
                    <a:cs typeface="Times New Roman" panose="02020603050405020304" pitchFamily="18" charset="0"/>
                  </a:rPr>
                  <a:t>，</a:t>
                </a:r>
                <a:r>
                  <a:rPr lang="en-US" altLang="zh-CN" b="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𝟏</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3.2</a:t>
                </a:r>
              </a:p>
              <a:p>
                <a:pPr marL="0" indent="0">
                  <a:lnSpc>
                    <a:spcPct val="125000"/>
                  </a:lnSpc>
                  <a:buNone/>
                </a:pPr>
                <a:r>
                  <a:rPr lang="zh-CN" altLang="en-US" b="1" dirty="0">
                    <a:latin typeface="Times New Roman" panose="02020603050405020304" pitchFamily="18" charset="0"/>
                    <a:cs typeface="Times New Roman" panose="02020603050405020304" pitchFamily="18" charset="0"/>
                  </a:rPr>
                  <a:t>         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25×0.75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18.7</m:t>
                    </m:r>
                  </m:oMath>
                </a14:m>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a:t>
                </a:r>
                <a:r>
                  <a:rPr lang="en-US" altLang="zh-CN" b="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𝟑</m:t>
                        </m:r>
                      </m:sub>
                    </m:sSub>
                  </m:oMath>
                </a14:m>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3.7</a:t>
                </a:r>
              </a:p>
              <a:p>
                <a:pPr marL="0" indent="0">
                  <a:lnSpc>
                    <a:spcPct val="125000"/>
                  </a:lnSpc>
                  <a:buNone/>
                </a:pPr>
                <a:endParaRPr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AB973315-5E4F-4E56-E0C7-FB2B99A4F3A8}"/>
                  </a:ext>
                </a:extLst>
              </p:cNvPr>
              <p:cNvSpPr txBox="1">
                <a:spLocks noRot="1" noChangeAspect="1" noMove="1" noResize="1" noEditPoints="1" noAdjustHandles="1" noChangeArrowheads="1" noChangeShapeType="1" noTextEdit="1"/>
              </p:cNvSpPr>
              <p:nvPr/>
            </p:nvSpPr>
            <p:spPr>
              <a:xfrm>
                <a:off x="1643403" y="3858002"/>
                <a:ext cx="11576957" cy="6335485"/>
              </a:xfrm>
              <a:prstGeom prst="rect">
                <a:avLst/>
              </a:prstGeom>
              <a:blipFill>
                <a:blip r:embed="rId2"/>
                <a:stretch>
                  <a:fillRect l="-1095" t="-400"/>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4F27845B-CB7B-236C-DA00-20820A2D89A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pic>
        <p:nvPicPr>
          <p:cNvPr id="7" name="图片 6" descr="日历&#10;&#10;描述已自动生成">
            <a:extLst>
              <a:ext uri="{FF2B5EF4-FFF2-40B4-BE49-F238E27FC236}">
                <a16:creationId xmlns:a16="http://schemas.microsoft.com/office/drawing/2014/main" id="{F88FBFBA-D99A-B7F0-54E0-1E085C875251}"/>
              </a:ext>
            </a:extLst>
          </p:cNvPr>
          <p:cNvPicPr>
            <a:picLocks noChangeAspect="1"/>
          </p:cNvPicPr>
          <p:nvPr/>
        </p:nvPicPr>
        <p:blipFill rotWithShape="1">
          <a:blip r:embed="rId3">
            <a:extLst>
              <a:ext uri="{28A0092B-C50C-407E-A947-70E740481C1C}">
                <a14:useLocalDpi xmlns:a14="http://schemas.microsoft.com/office/drawing/2010/main" val="0"/>
              </a:ext>
            </a:extLst>
          </a:blip>
          <a:srcRect l="45947"/>
          <a:stretch/>
        </p:blipFill>
        <p:spPr>
          <a:xfrm rot="16200000">
            <a:off x="5181050" y="-1950703"/>
            <a:ext cx="1537947" cy="8794898"/>
          </a:xfrm>
          <a:prstGeom prst="rect">
            <a:avLst/>
          </a:prstGeom>
        </p:spPr>
      </p:pic>
    </p:spTree>
    <p:extLst>
      <p:ext uri="{BB962C8B-B14F-4D97-AF65-F5344CB8AC3E}">
        <p14:creationId xmlns:p14="http://schemas.microsoft.com/office/powerpoint/2010/main" val="2922804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AB973315-5E4F-4E56-E0C7-FB2B99A4F3A8}"/>
                  </a:ext>
                </a:extLst>
              </p:cNvPr>
              <p:cNvSpPr txBox="1">
                <a:spLocks/>
              </p:cNvSpPr>
              <p:nvPr/>
            </p:nvSpPr>
            <p:spPr>
              <a:xfrm>
                <a:off x="1411714" y="3220980"/>
                <a:ext cx="11576957" cy="63354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b="1" kern="100" dirty="0">
                    <a:latin typeface="Times New Roman" panose="02020603050405020304" pitchFamily="18" charset="0"/>
                    <a:cs typeface="Times New Roman" panose="02020603050405020304" pitchFamily="18" charset="0"/>
                  </a:rPr>
                  <a:t>解  </a:t>
                </a:r>
                <a:r>
                  <a:rPr lang="zh-CN" altLang="en-US" b="1" dirty="0">
                    <a:latin typeface="Times New Roman" panose="02020603050405020304" pitchFamily="18" charset="0"/>
                    <a:cs typeface="Times New Roman" panose="02020603050405020304" pitchFamily="18" charset="0"/>
                  </a:rPr>
                  <a:t>男子组</a:t>
                </a:r>
                <a:r>
                  <a:rPr lang="en-US" altLang="zh-CN" b="1" i="1" dirty="0">
                    <a:latin typeface="Times New Roman" panose="02020603050405020304" pitchFamily="18" charset="0"/>
                    <a:cs typeface="Times New Roman" panose="02020603050405020304" pitchFamily="18" charset="0"/>
                  </a:rPr>
                  <a:t>Min</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4.1</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Max</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6.7</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5.3</a:t>
                </a:r>
              </a:p>
              <a:p>
                <a:pPr marL="0" indent="0">
                  <a:lnSpc>
                    <a:spcPct val="125000"/>
                  </a:lnSpc>
                  <a:buNone/>
                </a:pPr>
                <a:r>
                  <a:rPr lang="zh-CN" altLang="en-US" b="1" dirty="0">
                    <a:latin typeface="Times New Roman" panose="02020603050405020304" pitchFamily="18" charset="0"/>
                    <a:cs typeface="Times New Roman" panose="02020603050405020304" pitchFamily="18" charset="0"/>
                  </a:rPr>
                  <a:t>      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25×0.25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6</m:t>
                    </m:r>
                  </m:oMath>
                </a14:m>
                <a:r>
                  <a:rPr lang="en-US" altLang="zh-CN" b="1" dirty="0">
                    <a:latin typeface="Times New Roman" panose="02020603050405020304" pitchFamily="18" charset="0"/>
                    <a:cs typeface="Times New Roman" panose="02020603050405020304" pitchFamily="18" charset="0"/>
                  </a:rPr>
                  <a:t>.25</a:t>
                </a:r>
                <a:r>
                  <a:rPr lang="zh-CN" altLang="en-US" b="1" dirty="0">
                    <a:latin typeface="Times New Roman" panose="02020603050405020304" pitchFamily="18" charset="0"/>
                    <a:cs typeface="Times New Roman" panose="02020603050405020304" pitchFamily="18" charset="0"/>
                  </a:rPr>
                  <a:t>，</a:t>
                </a:r>
                <a:r>
                  <a:rPr lang="en-US" altLang="zh-CN" b="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𝟏</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4.7</a:t>
                </a:r>
              </a:p>
              <a:p>
                <a:pPr marL="0" indent="0">
                  <a:lnSpc>
                    <a:spcPct val="125000"/>
                  </a:lnSpc>
                  <a:buNone/>
                </a:pPr>
                <a:r>
                  <a:rPr lang="zh-CN" altLang="en-US" b="1" dirty="0">
                    <a:latin typeface="Times New Roman" panose="02020603050405020304" pitchFamily="18" charset="0"/>
                    <a:cs typeface="Times New Roman" panose="02020603050405020304" pitchFamily="18" charset="0"/>
                  </a:rPr>
                  <a:t>      因</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𝒏𝒑</m:t>
                    </m:r>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25×0.75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18.7</m:t>
                    </m:r>
                  </m:oMath>
                </a14:m>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a:t>
                </a:r>
                <a:r>
                  <a:rPr lang="en-US" altLang="zh-CN" b="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𝟑</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5.8</a:t>
                </a:r>
              </a:p>
              <a:p>
                <a:pPr marL="0" indent="0">
                  <a:lnSpc>
                    <a:spcPct val="125000"/>
                  </a:lnSpc>
                  <a:buNone/>
                </a:pPr>
                <a:r>
                  <a:rPr lang="zh-CN" altLang="en-US" b="1" dirty="0">
                    <a:latin typeface="Times New Roman" panose="02020603050405020304" pitchFamily="18" charset="0"/>
                    <a:cs typeface="Times New Roman" panose="02020603050405020304" pitchFamily="18" charset="0"/>
                  </a:rPr>
                  <a:t>      作出箱线图如图</a:t>
                </a:r>
                <a:r>
                  <a:rPr lang="en-US" altLang="zh-CN" b="1" dirty="0">
                    <a:latin typeface="Times New Roman" panose="02020603050405020304" pitchFamily="18" charset="0"/>
                    <a:cs typeface="Times New Roman" panose="02020603050405020304" pitchFamily="18" charset="0"/>
                  </a:rPr>
                  <a:t>6-4</a:t>
                </a:r>
                <a:r>
                  <a:rPr lang="zh-CN" altLang="en-US" b="1" dirty="0">
                    <a:latin typeface="Times New Roman" panose="02020603050405020304" pitchFamily="18" charset="0"/>
                    <a:cs typeface="Times New Roman" panose="02020603050405020304" pitchFamily="18" charset="0"/>
                  </a:rPr>
                  <a:t>所示。</a:t>
                </a:r>
                <a:endParaRPr lang="en-US" altLang="zh-CN" b="1" dirty="0">
                  <a:latin typeface="Times New Roman" panose="02020603050405020304" pitchFamily="18" charset="0"/>
                  <a:cs typeface="Times New Roman" panose="02020603050405020304" pitchFamily="18" charset="0"/>
                </a:endParaRPr>
              </a:p>
              <a:p>
                <a:pPr marL="0" indent="0">
                  <a:lnSpc>
                    <a:spcPct val="125000"/>
                  </a:lnSpc>
                  <a:buNone/>
                </a:pPr>
                <a:endParaRPr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AB973315-5E4F-4E56-E0C7-FB2B99A4F3A8}"/>
                  </a:ext>
                </a:extLst>
              </p:cNvPr>
              <p:cNvSpPr txBox="1">
                <a:spLocks noRot="1" noChangeAspect="1" noMove="1" noResize="1" noEditPoints="1" noAdjustHandles="1" noChangeArrowheads="1" noChangeShapeType="1" noTextEdit="1"/>
              </p:cNvSpPr>
              <p:nvPr/>
            </p:nvSpPr>
            <p:spPr>
              <a:xfrm>
                <a:off x="1411714" y="3220980"/>
                <a:ext cx="11576957" cy="6335485"/>
              </a:xfrm>
              <a:prstGeom prst="rect">
                <a:avLst/>
              </a:prstGeom>
              <a:blipFill>
                <a:blip r:embed="rId2"/>
                <a:stretch>
                  <a:fillRect l="-1096" t="-400"/>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4F27845B-CB7B-236C-DA00-20820A2D89A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pic>
        <p:nvPicPr>
          <p:cNvPr id="8" name="图片 7" descr="日历&#10;&#10;描述已自动生成">
            <a:extLst>
              <a:ext uri="{FF2B5EF4-FFF2-40B4-BE49-F238E27FC236}">
                <a16:creationId xmlns:a16="http://schemas.microsoft.com/office/drawing/2014/main" id="{56D5E09F-F7F0-C045-4895-DAFA4AE27826}"/>
              </a:ext>
            </a:extLst>
          </p:cNvPr>
          <p:cNvPicPr>
            <a:picLocks noChangeAspect="1"/>
          </p:cNvPicPr>
          <p:nvPr/>
        </p:nvPicPr>
        <p:blipFill rotWithShape="1">
          <a:blip r:embed="rId3">
            <a:extLst>
              <a:ext uri="{28A0092B-C50C-407E-A947-70E740481C1C}">
                <a14:useLocalDpi xmlns:a14="http://schemas.microsoft.com/office/drawing/2010/main" val="0"/>
              </a:ext>
            </a:extLst>
          </a:blip>
          <a:srcRect r="50036"/>
          <a:stretch/>
        </p:blipFill>
        <p:spPr>
          <a:xfrm rot="16200000">
            <a:off x="5098361" y="-2350765"/>
            <a:ext cx="1421605" cy="8794898"/>
          </a:xfrm>
          <a:prstGeom prst="rect">
            <a:avLst/>
          </a:prstGeom>
        </p:spPr>
      </p:pic>
    </p:spTree>
    <p:extLst>
      <p:ext uri="{BB962C8B-B14F-4D97-AF65-F5344CB8AC3E}">
        <p14:creationId xmlns:p14="http://schemas.microsoft.com/office/powerpoint/2010/main" val="2154708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B973315-5E4F-4E56-E0C7-FB2B99A4F3A8}"/>
              </a:ext>
            </a:extLst>
          </p:cNvPr>
          <p:cNvSpPr txBox="1">
            <a:spLocks/>
          </p:cNvSpPr>
          <p:nvPr/>
        </p:nvSpPr>
        <p:spPr>
          <a:xfrm>
            <a:off x="307521" y="992350"/>
            <a:ext cx="11576957" cy="63354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endParaRPr lang="zh-CN" altLang="en-US" sz="2400"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ED4EFE9E-E34E-74A6-1BC1-043BE22FA07E}"/>
              </a:ext>
            </a:extLst>
          </p:cNvPr>
          <p:cNvPicPr>
            <a:picLocks noChangeAspect="1"/>
          </p:cNvPicPr>
          <p:nvPr/>
        </p:nvPicPr>
        <p:blipFill>
          <a:blip r:embed="rId2"/>
          <a:stretch>
            <a:fillRect/>
          </a:stretch>
        </p:blipFill>
        <p:spPr>
          <a:xfrm>
            <a:off x="838200" y="1596692"/>
            <a:ext cx="4507505" cy="3079596"/>
          </a:xfrm>
          <a:prstGeom prst="rect">
            <a:avLst/>
          </a:prstGeom>
        </p:spPr>
      </p:pic>
      <p:sp>
        <p:nvSpPr>
          <p:cNvPr id="5" name="标题 1">
            <a:extLst>
              <a:ext uri="{FF2B5EF4-FFF2-40B4-BE49-F238E27FC236}">
                <a16:creationId xmlns:a16="http://schemas.microsoft.com/office/drawing/2014/main" id="{4F27845B-CB7B-236C-DA00-20820A2D89A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箱线图</a:t>
            </a:r>
          </a:p>
        </p:txBody>
      </p:sp>
      <p:sp>
        <p:nvSpPr>
          <p:cNvPr id="7" name="内容占位符 2">
            <a:extLst>
              <a:ext uri="{FF2B5EF4-FFF2-40B4-BE49-F238E27FC236}">
                <a16:creationId xmlns:a16="http://schemas.microsoft.com/office/drawing/2014/main" id="{02AD95F3-BB18-CF73-95AF-FD2F58C1B2F0}"/>
              </a:ext>
            </a:extLst>
          </p:cNvPr>
          <p:cNvSpPr>
            <a:spLocks noGrp="1"/>
          </p:cNvSpPr>
          <p:nvPr>
            <p:ph idx="1"/>
          </p:nvPr>
        </p:nvSpPr>
        <p:spPr>
          <a:xfrm>
            <a:off x="5876384" y="1596692"/>
            <a:ext cx="5257800" cy="6384471"/>
          </a:xfrm>
        </p:spPr>
        <p:txBody>
          <a:bodyPr>
            <a:normAutofit/>
          </a:bodyPr>
          <a:lstStyle/>
          <a:p>
            <a:pPr marL="0" indent="0" algn="just">
              <a:lnSpc>
                <a:spcPct val="150000"/>
              </a:lnSpc>
              <a:buNone/>
            </a:pPr>
            <a:r>
              <a:rPr lang="zh-CN" altLang="en-US" b="1" dirty="0">
                <a:latin typeface="Times New Roman" panose="02020603050405020304" pitchFamily="18" charset="0"/>
                <a:cs typeface="Times New Roman" panose="02020603050405020304" pitchFamily="18" charset="0"/>
              </a:rPr>
              <a:t>箱线图特别适用于比较两个或两个以上数据集的性质。</a:t>
            </a:r>
            <a:endParaRPr lang="en-US" altLang="zh-CN" b="1" dirty="0">
              <a:latin typeface="Times New Roman" panose="02020603050405020304" pitchFamily="18" charset="0"/>
              <a:cs typeface="Times New Roman" panose="02020603050405020304" pitchFamily="18" charset="0"/>
            </a:endParaRPr>
          </a:p>
          <a:p>
            <a:pPr marL="0" indent="0" algn="just">
              <a:lnSpc>
                <a:spcPct val="150000"/>
              </a:lnSpc>
              <a:buNone/>
            </a:pPr>
            <a:r>
              <a:rPr lang="zh-CN" altLang="en-US" b="1" dirty="0">
                <a:latin typeface="Times New Roman" panose="02020603050405020304" pitchFamily="18" charset="0"/>
                <a:cs typeface="Times New Roman" panose="02020603050405020304" pitchFamily="18" charset="0"/>
              </a:rPr>
              <a:t>例如在例</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中可以明显地看到男子的肺活量要比女子大，男子的肺活量较女子的肺活量更为分散。</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036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34E5D6F-4039-1166-CACD-52EA0B71108B}"/>
              </a:ext>
            </a:extLst>
          </p:cNvPr>
          <p:cNvSpPr>
            <a:spLocks noGrp="1"/>
          </p:cNvSpPr>
          <p:nvPr>
            <p:ph idx="1"/>
          </p:nvPr>
        </p:nvSpPr>
        <p:spPr>
          <a:xfrm>
            <a:off x="842553" y="1476102"/>
            <a:ext cx="10798157" cy="6384471"/>
          </a:xfrm>
        </p:spPr>
        <p:txBody>
          <a:bodyPr>
            <a:normAutofit/>
          </a:bodyPr>
          <a:lstStyle/>
          <a:p>
            <a:pPr marL="0" indent="0">
              <a:lnSpc>
                <a:spcPct val="150000"/>
              </a:lnSpc>
              <a:buNone/>
            </a:pPr>
            <a:r>
              <a:rPr lang="zh-CN" altLang="en-US" b="1" dirty="0"/>
              <a:t>若在数据集中某一个观察值不寻常地大于或小于该数集中的其他数据，则称之为</a:t>
            </a:r>
            <a:r>
              <a:rPr lang="zh-CN" altLang="en-US" b="1" dirty="0">
                <a:solidFill>
                  <a:srgbClr val="0000FF"/>
                </a:solidFill>
              </a:rPr>
              <a:t>疑似异常值</a:t>
            </a:r>
            <a:r>
              <a:rPr lang="zh-CN" altLang="en-US" b="1" dirty="0"/>
              <a:t>。</a:t>
            </a:r>
            <a:endParaRPr lang="en-US" altLang="zh-CN" b="1" dirty="0"/>
          </a:p>
          <a:p>
            <a:pPr marL="0" indent="0">
              <a:lnSpc>
                <a:spcPct val="150000"/>
              </a:lnSpc>
              <a:buNone/>
            </a:pPr>
            <a:endParaRPr lang="en-US" altLang="zh-CN" b="1" dirty="0"/>
          </a:p>
          <a:p>
            <a:pPr marL="0" indent="0">
              <a:lnSpc>
                <a:spcPct val="100000"/>
              </a:lnSpc>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5   </a:t>
            </a:r>
            <a:r>
              <a:rPr lang="zh-CN" altLang="en-US" b="1" dirty="0">
                <a:latin typeface="Times New Roman" panose="02020603050405020304" pitchFamily="18" charset="0"/>
                <a:cs typeface="Times New Roman" panose="02020603050405020304" pitchFamily="18" charset="0"/>
              </a:rPr>
              <a:t>下面给出了某医院</a:t>
            </a:r>
            <a:r>
              <a:rPr lang="en-US" altLang="zh-CN" b="1" dirty="0">
                <a:latin typeface="Times New Roman" panose="02020603050405020304" pitchFamily="18" charset="0"/>
                <a:cs typeface="Times New Roman" panose="02020603050405020304" pitchFamily="18" charset="0"/>
              </a:rPr>
              <a:t>21</a:t>
            </a:r>
            <a:r>
              <a:rPr lang="zh-CN" altLang="en-US" b="1" dirty="0">
                <a:latin typeface="Times New Roman" panose="02020603050405020304" pitchFamily="18" charset="0"/>
                <a:cs typeface="Times New Roman" panose="02020603050405020304" pitchFamily="18" charset="0"/>
              </a:rPr>
              <a:t>个患者的住院时间（以天计），试画出修正箱线图（数据已经过排序）</a:t>
            </a: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r>
              <a:rPr lang="en-US" altLang="zh-CN" b="1" dirty="0">
                <a:latin typeface="Times New Roman" panose="02020603050405020304" pitchFamily="18" charset="0"/>
                <a:cs typeface="Times New Roman" panose="02020603050405020304" pitchFamily="18" charset="0"/>
              </a:rPr>
              <a:t>1  2  3  3  4  4  5  6  6  7  7  9  9  </a:t>
            </a:r>
          </a:p>
          <a:p>
            <a:pPr marL="457200" indent="-457200">
              <a:lnSpc>
                <a:spcPct val="100000"/>
              </a:lnSpc>
              <a:buAutoNum type="arabicPlain" startAt="10"/>
            </a:pPr>
            <a:r>
              <a:rPr lang="en-US" altLang="zh-CN" b="1" dirty="0">
                <a:latin typeface="Times New Roman" panose="02020603050405020304" pitchFamily="18" charset="0"/>
                <a:cs typeface="Times New Roman" panose="02020603050405020304" pitchFamily="18" charset="0"/>
              </a:rPr>
              <a:t>12  12  13  15  18  23  </a:t>
            </a:r>
            <a:r>
              <a:rPr lang="en-US" altLang="zh-CN" b="1" dirty="0">
                <a:solidFill>
                  <a:srgbClr val="0000FF"/>
                </a:solidFill>
                <a:latin typeface="Times New Roman" panose="02020603050405020304" pitchFamily="18" charset="0"/>
                <a:cs typeface="Times New Roman" panose="02020603050405020304" pitchFamily="18" charset="0"/>
              </a:rPr>
              <a:t>55</a:t>
            </a:r>
          </a:p>
          <a:p>
            <a:pPr marL="0" indent="0">
              <a:lnSpc>
                <a:spcPct val="150000"/>
              </a:lnSpc>
              <a:buNone/>
            </a:pPr>
            <a:endParaRPr lang="en-US" altLang="zh-CN" b="1" dirty="0"/>
          </a:p>
          <a:p>
            <a:pPr marL="0" indent="0">
              <a:lnSpc>
                <a:spcPct val="150000"/>
              </a:lnSpc>
              <a:buNone/>
            </a:pPr>
            <a:endParaRPr lang="zh-CN" altLang="en-US" b="1" dirty="0"/>
          </a:p>
        </p:txBody>
      </p:sp>
      <p:sp>
        <p:nvSpPr>
          <p:cNvPr id="4" name="标题 1">
            <a:extLst>
              <a:ext uri="{FF2B5EF4-FFF2-40B4-BE49-F238E27FC236}">
                <a16:creationId xmlns:a16="http://schemas.microsoft.com/office/drawing/2014/main" id="{E4519701-8846-016C-A5B8-47FEDAFC75B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疑似异常值</a:t>
            </a:r>
          </a:p>
        </p:txBody>
      </p:sp>
    </p:spTree>
    <p:extLst>
      <p:ext uri="{BB962C8B-B14F-4D97-AF65-F5344CB8AC3E}">
        <p14:creationId xmlns:p14="http://schemas.microsoft.com/office/powerpoint/2010/main" val="298478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34E5D6F-4039-1166-CACD-52EA0B71108B}"/>
              </a:ext>
            </a:extLst>
          </p:cNvPr>
          <p:cNvSpPr>
            <a:spLocks noGrp="1"/>
          </p:cNvSpPr>
          <p:nvPr>
            <p:ph idx="1"/>
          </p:nvPr>
        </p:nvSpPr>
        <p:spPr>
          <a:xfrm>
            <a:off x="842553" y="1476102"/>
            <a:ext cx="10798157" cy="6384471"/>
          </a:xfrm>
        </p:spPr>
        <p:txBody>
          <a:bodyPr>
            <a:normAutofit/>
          </a:bodyPr>
          <a:lstStyle/>
          <a:p>
            <a:pPr marL="0" indent="0">
              <a:lnSpc>
                <a:spcPct val="150000"/>
              </a:lnSpc>
              <a:buNone/>
            </a:pPr>
            <a:r>
              <a:rPr lang="zh-CN" altLang="en-US" b="1" dirty="0"/>
              <a:t>若在数据集中某一个观察值不寻常地大于或小于该数集中的其他数据，则称之为</a:t>
            </a:r>
            <a:r>
              <a:rPr lang="zh-CN" altLang="en-US" b="1" dirty="0">
                <a:solidFill>
                  <a:srgbClr val="FF0000"/>
                </a:solidFill>
              </a:rPr>
              <a:t>疑似异常值</a:t>
            </a:r>
            <a:r>
              <a:rPr lang="zh-CN" altLang="en-US" b="1" dirty="0"/>
              <a:t>。</a:t>
            </a:r>
            <a:endParaRPr lang="en-US" altLang="zh-CN" b="1" dirty="0"/>
          </a:p>
          <a:p>
            <a:pPr marL="0" indent="0">
              <a:lnSpc>
                <a:spcPct val="150000"/>
              </a:lnSpc>
              <a:buNone/>
            </a:pPr>
            <a:r>
              <a:rPr lang="zh-CN" altLang="en-US" b="1" dirty="0"/>
              <a:t>疑似异常值的存在，会对随后的计算结果产生不适当的影响。</a:t>
            </a:r>
            <a:endParaRPr lang="en-US" altLang="zh-CN" b="1" dirty="0"/>
          </a:p>
          <a:p>
            <a:pPr marL="0" indent="0">
              <a:lnSpc>
                <a:spcPct val="150000"/>
              </a:lnSpc>
              <a:buNone/>
            </a:pPr>
            <a:r>
              <a:rPr lang="zh-CN" altLang="en-US" b="1" dirty="0"/>
              <a:t>检查疑似异常值并加以适当的处理是十分重要的。</a:t>
            </a:r>
            <a:endParaRPr lang="en-US" altLang="zh-CN" b="1" dirty="0"/>
          </a:p>
          <a:p>
            <a:pPr marL="0" indent="0">
              <a:lnSpc>
                <a:spcPct val="150000"/>
              </a:lnSpc>
              <a:buNone/>
            </a:pPr>
            <a:endParaRPr lang="zh-CN" altLang="en-US" b="1" dirty="0"/>
          </a:p>
        </p:txBody>
      </p:sp>
      <p:sp>
        <p:nvSpPr>
          <p:cNvPr id="4" name="标题 1">
            <a:extLst>
              <a:ext uri="{FF2B5EF4-FFF2-40B4-BE49-F238E27FC236}">
                <a16:creationId xmlns:a16="http://schemas.microsoft.com/office/drawing/2014/main" id="{E4519701-8846-016C-A5B8-47FEDAFC75B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疑似异常值</a:t>
            </a:r>
          </a:p>
        </p:txBody>
      </p:sp>
    </p:spTree>
    <p:extLst>
      <p:ext uri="{BB962C8B-B14F-4D97-AF65-F5344CB8AC3E}">
        <p14:creationId xmlns:p14="http://schemas.microsoft.com/office/powerpoint/2010/main" val="2635694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34E5D6F-4039-1166-CACD-52EA0B71108B}"/>
              </a:ext>
            </a:extLst>
          </p:cNvPr>
          <p:cNvSpPr>
            <a:spLocks noGrp="1"/>
          </p:cNvSpPr>
          <p:nvPr>
            <p:ph idx="1"/>
          </p:nvPr>
        </p:nvSpPr>
        <p:spPr>
          <a:xfrm>
            <a:off x="1059036" y="5260922"/>
            <a:ext cx="10798157" cy="6384471"/>
          </a:xfrm>
        </p:spPr>
        <p:txBody>
          <a:bodyPr>
            <a:normAutofit/>
          </a:bodyPr>
          <a:lstStyle/>
          <a:p>
            <a:pPr marL="0" indent="0">
              <a:lnSpc>
                <a:spcPct val="150000"/>
              </a:lnSpc>
              <a:buNone/>
            </a:pPr>
            <a:r>
              <a:rPr lang="zh-CN" altLang="en-US" b="1" dirty="0">
                <a:solidFill>
                  <a:srgbClr val="FF0000"/>
                </a:solidFill>
              </a:rPr>
              <a:t>箱线图只要稍加修改，就能用来检测数据集是否存在疑似异常值</a:t>
            </a:r>
            <a:r>
              <a:rPr lang="zh-CN" altLang="en-US" b="1" dirty="0"/>
              <a:t>。</a:t>
            </a:r>
            <a:endParaRPr lang="en-US" altLang="zh-CN" b="1" dirty="0"/>
          </a:p>
          <a:p>
            <a:pPr marL="0" indent="0">
              <a:lnSpc>
                <a:spcPct val="150000"/>
              </a:lnSpc>
              <a:buNone/>
            </a:pPr>
            <a:endParaRPr lang="en-US" altLang="zh-CN" b="1" dirty="0"/>
          </a:p>
          <a:p>
            <a:pPr marL="0" indent="0">
              <a:lnSpc>
                <a:spcPct val="150000"/>
              </a:lnSpc>
              <a:buNone/>
            </a:pPr>
            <a:endParaRPr lang="en-US" altLang="zh-CN" b="1" dirty="0"/>
          </a:p>
          <a:p>
            <a:pPr marL="0" indent="0">
              <a:lnSpc>
                <a:spcPct val="150000"/>
              </a:lnSpc>
              <a:buNone/>
            </a:pPr>
            <a:endParaRPr lang="zh-CN" altLang="en-US" b="1" dirty="0"/>
          </a:p>
        </p:txBody>
      </p:sp>
      <p:sp>
        <p:nvSpPr>
          <p:cNvPr id="4" name="标题 1">
            <a:extLst>
              <a:ext uri="{FF2B5EF4-FFF2-40B4-BE49-F238E27FC236}">
                <a16:creationId xmlns:a16="http://schemas.microsoft.com/office/drawing/2014/main" id="{E4519701-8846-016C-A5B8-47FEDAFC75B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疑似异常值的判别</a:t>
            </a:r>
          </a:p>
        </p:txBody>
      </p:sp>
      <mc:AlternateContent xmlns:mc="http://schemas.openxmlformats.org/markup-compatibility/2006">
        <mc:Choice xmlns:a14="http://schemas.microsoft.com/office/drawing/2010/main" Requires="a14">
          <p:sp>
            <p:nvSpPr>
              <p:cNvPr id="5" name="内容占位符 2">
                <a:extLst>
                  <a:ext uri="{FF2B5EF4-FFF2-40B4-BE49-F238E27FC236}">
                    <a16:creationId xmlns:a16="http://schemas.microsoft.com/office/drawing/2014/main" id="{BD65C7C2-3A95-6EBF-5B38-25F9617D0D93}"/>
                  </a:ext>
                </a:extLst>
              </p:cNvPr>
              <p:cNvSpPr txBox="1">
                <a:spLocks/>
              </p:cNvSpPr>
              <p:nvPr/>
            </p:nvSpPr>
            <p:spPr>
              <a:xfrm>
                <a:off x="979523" y="1913423"/>
                <a:ext cx="11080805" cy="63844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b="1" dirty="0">
                    <a:latin typeface="Times New Roman" panose="02020603050405020304" pitchFamily="18" charset="0"/>
                    <a:cs typeface="Times New Roman" panose="02020603050405020304" pitchFamily="18" charset="0"/>
                  </a:rPr>
                  <a:t>第一四分位数</a:t>
                </a:r>
                <a14:m>
                  <m:oMath xmlns:m="http://schemas.openxmlformats.org/officeDocument/2006/math">
                    <m:sSub>
                      <m:sSubPr>
                        <m:ctrlPr>
                          <a:rPr lang="en-US" altLang="zh-CN" b="1" i="1" kern="100"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𝟏</m:t>
                        </m:r>
                      </m:sub>
                    </m:sSub>
                  </m:oMath>
                </a14:m>
                <a:r>
                  <a:rPr lang="zh-CN" altLang="en-US" b="1" dirty="0">
                    <a:latin typeface="Times New Roman" panose="02020603050405020304" pitchFamily="18" charset="0"/>
                    <a:cs typeface="Times New Roman" panose="02020603050405020304" pitchFamily="18" charset="0"/>
                  </a:rPr>
                  <a:t>与第三四分位数</a:t>
                </a:r>
                <a14:m>
                  <m:oMath xmlns:m="http://schemas.openxmlformats.org/officeDocument/2006/math">
                    <m:sSub>
                      <m:sSubPr>
                        <m:ctrlPr>
                          <a:rPr lang="en-US" altLang="zh-CN" b="1" i="1" kern="10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𝟑</m:t>
                        </m:r>
                      </m:sub>
                    </m:sSub>
                  </m:oMath>
                </a14:m>
                <a:r>
                  <a:rPr lang="zh-CN" altLang="en-US" b="1" dirty="0">
                    <a:latin typeface="Times New Roman" panose="02020603050405020304" pitchFamily="18" charset="0"/>
                    <a:cs typeface="Times New Roman" panose="02020603050405020304" pitchFamily="18" charset="0"/>
                  </a:rPr>
                  <a:t>之间的距离，称为</a:t>
                </a:r>
                <a:r>
                  <a:rPr lang="zh-CN" altLang="en-US" b="1" dirty="0">
                    <a:solidFill>
                      <a:srgbClr val="FF0000"/>
                    </a:solidFill>
                    <a:latin typeface="Times New Roman" panose="02020603050405020304" pitchFamily="18" charset="0"/>
                    <a:cs typeface="Times New Roman" panose="02020603050405020304" pitchFamily="18" charset="0"/>
                  </a:rPr>
                  <a:t>四分位数间距</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IQR</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r>
                  <a:rPr lang="zh-CN" altLang="en-US" b="1" dirty="0">
                    <a:latin typeface="Times New Roman" panose="02020603050405020304" pitchFamily="18" charset="0"/>
                    <a:cs typeface="Times New Roman" panose="02020603050405020304" pitchFamily="18" charset="0"/>
                  </a:rPr>
                  <a:t>若</a:t>
                </a:r>
                <a:r>
                  <a:rPr lang="zh-CN" altLang="en-US" b="1" dirty="0">
                    <a:solidFill>
                      <a:srgbClr val="FF0000"/>
                    </a:solidFill>
                    <a:latin typeface="Times New Roman" panose="02020603050405020304" pitchFamily="18" charset="0"/>
                    <a:cs typeface="Times New Roman" panose="02020603050405020304" pitchFamily="18" charset="0"/>
                  </a:rPr>
                  <a:t>数据小于</a:t>
                </a:r>
                <a14:m>
                  <m:oMath xmlns:m="http://schemas.openxmlformats.org/officeDocument/2006/math">
                    <m:sSub>
                      <m:sSubPr>
                        <m:ctrlP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b="1" dirty="0">
                    <a:solidFill>
                      <a:srgbClr val="FF0000"/>
                    </a:solidFill>
                    <a:latin typeface="Times New Roman" panose="02020603050405020304" pitchFamily="18" charset="0"/>
                    <a:cs typeface="Times New Roman" panose="02020603050405020304" pitchFamily="18" charset="0"/>
                  </a:rPr>
                  <a:t>1.5</a:t>
                </a:r>
                <a:r>
                  <a:rPr lang="zh-CN" altLang="en-US"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FF0000"/>
                    </a:solidFill>
                    <a:latin typeface="Times New Roman" panose="02020603050405020304" pitchFamily="18" charset="0"/>
                    <a:cs typeface="Times New Roman" panose="02020603050405020304" pitchFamily="18" charset="0"/>
                  </a:rPr>
                  <a:t>IQR</a:t>
                </a:r>
                <a:r>
                  <a:rPr lang="zh-CN" altLang="en-US" b="1" dirty="0">
                    <a:solidFill>
                      <a:srgbClr val="FF0000"/>
                    </a:solidFill>
                    <a:latin typeface="Times New Roman" panose="02020603050405020304" pitchFamily="18" charset="0"/>
                    <a:cs typeface="Times New Roman" panose="02020603050405020304" pitchFamily="18" charset="0"/>
                  </a:rPr>
                  <a:t>或大于</a:t>
                </a:r>
                <a14:m>
                  <m:oMath xmlns:m="http://schemas.openxmlformats.org/officeDocument/2006/math">
                    <m:sSub>
                      <m:sSubPr>
                        <m:ctrlP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𝟑</m:t>
                        </m:r>
                      </m:sub>
                    </m:sSub>
                    <m:r>
                      <a:rPr lang="en-US" altLang="zh-CN" b="1"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 </m:t>
                    </m:r>
                  </m:oMath>
                </a14:m>
                <a:r>
                  <a:rPr lang="en-US" altLang="zh-CN" b="1" dirty="0">
                    <a:solidFill>
                      <a:srgbClr val="FF0000"/>
                    </a:solidFill>
                    <a:latin typeface="Times New Roman" panose="02020603050405020304" pitchFamily="18" charset="0"/>
                    <a:cs typeface="Times New Roman" panose="02020603050405020304" pitchFamily="18" charset="0"/>
                  </a:rPr>
                  <a:t>+1.5</a:t>
                </a:r>
                <a:r>
                  <a:rPr lang="zh-CN" altLang="en-US"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FF0000"/>
                    </a:solidFill>
                    <a:latin typeface="Times New Roman" panose="02020603050405020304" pitchFamily="18" charset="0"/>
                    <a:cs typeface="Times New Roman" panose="02020603050405020304" pitchFamily="18" charset="0"/>
                  </a:rPr>
                  <a:t>IQR,</a:t>
                </a:r>
                <a:r>
                  <a:rPr lang="zh-CN" altLang="en-US" b="1" dirty="0">
                    <a:solidFill>
                      <a:srgbClr val="FF0000"/>
                    </a:solidFill>
                    <a:latin typeface="Times New Roman" panose="02020603050405020304" pitchFamily="18" charset="0"/>
                    <a:cs typeface="Times New Roman" panose="02020603050405020304" pitchFamily="18" charset="0"/>
                  </a:rPr>
                  <a:t>就认为它是疑似异常值</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CN" b="1" dirty="0">
                  <a:latin typeface="Times New Roman" panose="02020603050405020304" pitchFamily="18" charset="0"/>
                  <a:cs typeface="Times New Roman" panose="02020603050405020304" pitchFamily="18" charset="0"/>
                </a:endParaRPr>
              </a:p>
            </p:txBody>
          </p:sp>
        </mc:Choice>
        <mc:Fallback>
          <p:sp>
            <p:nvSpPr>
              <p:cNvPr id="5" name="内容占位符 2">
                <a:extLst>
                  <a:ext uri="{FF2B5EF4-FFF2-40B4-BE49-F238E27FC236}">
                    <a16:creationId xmlns:a16="http://schemas.microsoft.com/office/drawing/2014/main" id="{BD65C7C2-3A95-6EBF-5B38-25F9617D0D93}"/>
                  </a:ext>
                </a:extLst>
              </p:cNvPr>
              <p:cNvSpPr txBox="1">
                <a:spLocks noRot="1" noChangeAspect="1" noMove="1" noResize="1" noEditPoints="1" noAdjustHandles="1" noChangeArrowheads="1" noChangeShapeType="1" noTextEdit="1"/>
              </p:cNvSpPr>
              <p:nvPr/>
            </p:nvSpPr>
            <p:spPr>
              <a:xfrm>
                <a:off x="979523" y="1913423"/>
                <a:ext cx="11080805" cy="6384471"/>
              </a:xfrm>
              <a:prstGeom prst="rect">
                <a:avLst/>
              </a:prstGeom>
              <a:blipFill>
                <a:blip r:embed="rId2"/>
                <a:stretch>
                  <a:fillRect l="-1145" r="-4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1248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34E5D6F-4039-1166-CACD-52EA0B71108B}"/>
                  </a:ext>
                </a:extLst>
              </p:cNvPr>
              <p:cNvSpPr>
                <a:spLocks noGrp="1"/>
              </p:cNvSpPr>
              <p:nvPr>
                <p:ph idx="1"/>
              </p:nvPr>
            </p:nvSpPr>
            <p:spPr>
              <a:xfrm>
                <a:off x="318052" y="832046"/>
                <a:ext cx="11441927" cy="6384471"/>
              </a:xfrm>
            </p:spPr>
            <p:txBody>
              <a:bodyPr>
                <a:noAutofit/>
              </a:bodyPr>
              <a:lstStyle/>
              <a:p>
                <a:pPr marL="0" indent="0">
                  <a:lnSpc>
                    <a:spcPct val="125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25000"/>
                  </a:lnSpc>
                  <a:buNone/>
                </a:pP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同</a:t>
                </a:r>
                <a:r>
                  <a:rPr lang="en-US" altLang="zh-CN" b="1" dirty="0">
                    <a:latin typeface="Times New Roman" panose="02020603050405020304" pitchFamily="18" charset="0"/>
                    <a:cs typeface="Times New Roman" panose="02020603050405020304" pitchFamily="18" charset="0"/>
                  </a:rPr>
                  <a:t>(1)</a:t>
                </a:r>
              </a:p>
              <a:p>
                <a:pPr marL="0" indent="0">
                  <a:lnSpc>
                    <a:spcPct val="125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25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25000"/>
                  </a:lnSpc>
                  <a:buNone/>
                </a:pP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计算</a:t>
                </a:r>
                <a:r>
                  <a:rPr lang="en-US" altLang="zh-CN" b="1" dirty="0">
                    <a:latin typeface="Times New Roman" panose="02020603050405020304" pitchFamily="18" charset="0"/>
                    <a:cs typeface="Times New Roman" panose="02020603050405020304" pitchFamily="18" charset="0"/>
                  </a:rPr>
                  <a:t>IQR=</a:t>
                </a:r>
                <a:r>
                  <a:rPr lang="en-US" altLang="zh-CN" b="1" kern="100" dirty="0">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sSub>
                      <m:sSubPr>
                        <m:ctrlPr>
                          <a:rPr lang="en-US" altLang="zh-CN" b="1" i="1" kern="100"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𝟑</m:t>
                        </m:r>
                      </m:sub>
                    </m:sSub>
                    <m:r>
                      <a:rPr lang="zh-CN" altLang="en-US" b="1" i="1" dirty="0">
                        <a:latin typeface="Cambria Math" panose="02040503050406030204" pitchFamily="18" charset="0"/>
                        <a:cs typeface="Times New Roman" panose="02020603050405020304" pitchFamily="18" charset="0"/>
                      </a:rPr>
                      <m:t>−</m:t>
                    </m:r>
                    <m:sSub>
                      <m:sSubPr>
                        <m:ctrlPr>
                          <a:rPr lang="en-US" altLang="zh-CN" b="1" i="1" kern="10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𝟏</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若一个数据小于</a:t>
                </a:r>
                <a14:m>
                  <m:oMath xmlns:m="http://schemas.openxmlformats.org/officeDocument/2006/math">
                    <m:sSub>
                      <m:sSubPr>
                        <m:ctrlPr>
                          <a:rPr lang="en-US" altLang="zh-CN" b="1" i="1" kern="10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𝟏</m:t>
                        </m:r>
                      </m:sub>
                    </m:sSub>
                    <m:r>
                      <a:rPr lang="zh-CN" altLang="en-US" b="1" i="1" dirty="0" smtClean="0">
                        <a:latin typeface="Cambria Math" panose="02040503050406030204" pitchFamily="18" charset="0"/>
                        <a:cs typeface="Times New Roman" panose="02020603050405020304" pitchFamily="18" charset="0"/>
                      </a:rPr>
                      <m:t>−</m:t>
                    </m:r>
                  </m:oMath>
                </a14:m>
                <a:r>
                  <a:rPr lang="en-US" altLang="zh-CN" b="1" dirty="0">
                    <a:latin typeface="Times New Roman" panose="02020603050405020304" pitchFamily="18" charset="0"/>
                    <a:cs typeface="Times New Roman" panose="02020603050405020304" pitchFamily="18" charset="0"/>
                  </a:rPr>
                  <a:t>1.5</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IQR</a:t>
                </a:r>
                <a:r>
                  <a:rPr lang="zh-CN" altLang="en-US" b="1" dirty="0">
                    <a:latin typeface="Times New Roman" panose="02020603050405020304" pitchFamily="18" charset="0"/>
                    <a:cs typeface="Times New Roman" panose="02020603050405020304" pitchFamily="18" charset="0"/>
                  </a:rPr>
                  <a:t>或大于</a:t>
                </a:r>
                <a14:m>
                  <m:oMath xmlns:m="http://schemas.openxmlformats.org/officeDocument/2006/math">
                    <m:sSub>
                      <m:sSubPr>
                        <m:ctrlPr>
                          <a:rPr lang="en-US" altLang="zh-CN" b="1" i="1" kern="10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1" i="1" kern="100">
                            <a:latin typeface="Cambria Math" panose="02040503050406030204" pitchFamily="18" charset="0"/>
                            <a:ea typeface="等线" panose="02010600030101010101" pitchFamily="2" charset="-122"/>
                            <a:cs typeface="Times New Roman" panose="02020603050405020304" pitchFamily="18" charset="0"/>
                          </a:rPr>
                          <m:t>𝑸</m:t>
                        </m:r>
                      </m:e>
                      <m: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𝟑</m:t>
                        </m:r>
                      </m:sub>
                    </m:sSub>
                    <m:r>
                      <a:rPr lang="en-US" altLang="zh-CN" b="1" i="1" kern="100">
                        <a:latin typeface="Cambria Math" panose="02040503050406030204" pitchFamily="18" charset="0"/>
                        <a:ea typeface="等线" panose="02010600030101010101" pitchFamily="2" charset="-122"/>
                        <a:cs typeface="Times New Roman" panose="02020603050405020304" pitchFamily="18" charset="0"/>
                      </a:rPr>
                      <m:t> </m:t>
                    </m:r>
                  </m:oMath>
                </a14:m>
                <a:r>
                  <a:rPr lang="en-US" altLang="zh-CN" b="1" dirty="0">
                    <a:latin typeface="Times New Roman" panose="02020603050405020304" pitchFamily="18" charset="0"/>
                    <a:cs typeface="Times New Roman" panose="02020603050405020304" pitchFamily="18" charset="0"/>
                  </a:rPr>
                  <a:t>+1.5</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IQR</a:t>
                </a:r>
                <a:r>
                  <a:rPr lang="zh-CN" altLang="en-US" b="1" dirty="0">
                    <a:latin typeface="Times New Roman" panose="02020603050405020304" pitchFamily="18" charset="0"/>
                    <a:cs typeface="Times New Roman" panose="02020603050405020304" pitchFamily="18" charset="0"/>
                  </a:rPr>
                  <a:t>，则认为它是一个疑似异常值。画出疑似异常值，并以*表示</a:t>
                </a:r>
                <a:endParaRPr lang="en-US" altLang="zh-CN" b="1"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134E5D6F-4039-1166-CACD-52EA0B71108B}"/>
                  </a:ext>
                </a:extLst>
              </p:cNvPr>
              <p:cNvSpPr>
                <a:spLocks noGrp="1" noRot="1" noChangeAspect="1" noMove="1" noResize="1" noEditPoints="1" noAdjustHandles="1" noChangeArrowheads="1" noChangeShapeType="1" noTextEdit="1"/>
              </p:cNvSpPr>
              <p:nvPr>
                <p:ph idx="1"/>
              </p:nvPr>
            </p:nvSpPr>
            <p:spPr>
              <a:xfrm>
                <a:off x="318052" y="832046"/>
                <a:ext cx="11441927" cy="6384471"/>
              </a:xfrm>
              <a:blipFill>
                <a:blip r:embed="rId2"/>
                <a:stretch>
                  <a:fillRect l="-1109" r="-4213"/>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E4519701-8846-016C-A5B8-47FEDAFC75B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修正箱线图</a:t>
            </a:r>
          </a:p>
        </p:txBody>
      </p:sp>
      <p:grpSp>
        <p:nvGrpSpPr>
          <p:cNvPr id="5" name="组合 4">
            <a:extLst>
              <a:ext uri="{FF2B5EF4-FFF2-40B4-BE49-F238E27FC236}">
                <a16:creationId xmlns:a16="http://schemas.microsoft.com/office/drawing/2014/main" id="{9DECF5C9-33F5-24F7-3E66-D2D42461C462}"/>
              </a:ext>
            </a:extLst>
          </p:cNvPr>
          <p:cNvGrpSpPr/>
          <p:nvPr/>
        </p:nvGrpSpPr>
        <p:grpSpPr>
          <a:xfrm>
            <a:off x="3789975" y="1657933"/>
            <a:ext cx="4914199" cy="1593667"/>
            <a:chOff x="6148358" y="4426145"/>
            <a:chExt cx="4914199" cy="1593667"/>
          </a:xfrm>
        </p:grpSpPr>
        <p:sp>
          <p:nvSpPr>
            <p:cNvPr id="6" name="矩形 5">
              <a:extLst>
                <a:ext uri="{FF2B5EF4-FFF2-40B4-BE49-F238E27FC236}">
                  <a16:creationId xmlns:a16="http://schemas.microsoft.com/office/drawing/2014/main" id="{4EE2FD51-B064-F97F-DBE5-0EF5AA11F1DB}"/>
                </a:ext>
              </a:extLst>
            </p:cNvPr>
            <p:cNvSpPr/>
            <p:nvPr/>
          </p:nvSpPr>
          <p:spPr>
            <a:xfrm>
              <a:off x="7152516" y="4426145"/>
              <a:ext cx="1301868"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 name="直接连接符 6">
              <a:extLst>
                <a:ext uri="{FF2B5EF4-FFF2-40B4-BE49-F238E27FC236}">
                  <a16:creationId xmlns:a16="http://schemas.microsoft.com/office/drawing/2014/main" id="{B1BE3BEE-967A-10B7-E286-152EE4E54964}"/>
                </a:ext>
              </a:extLst>
            </p:cNvPr>
            <p:cNvCxnSpPr>
              <a:cxnSpLocks/>
            </p:cNvCxnSpPr>
            <p:nvPr/>
          </p:nvCxnSpPr>
          <p:spPr>
            <a:xfrm>
              <a:off x="6148358" y="5559330"/>
              <a:ext cx="49141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0CD09A2-8E1A-E2CA-9E35-359A2E98C17B}"/>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4BDC375E-F378-6075-677D-07895FAD8B3A}"/>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10" name="直接连接符 9">
              <a:extLst>
                <a:ext uri="{FF2B5EF4-FFF2-40B4-BE49-F238E27FC236}">
                  <a16:creationId xmlns:a16="http://schemas.microsoft.com/office/drawing/2014/main" id="{8541EB21-8949-AC78-C497-F476A70470D3}"/>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D1C34CF-F41F-5221-200C-474C34555393}"/>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12" name="直接连接符 11">
              <a:extLst>
                <a:ext uri="{FF2B5EF4-FFF2-40B4-BE49-F238E27FC236}">
                  <a16:creationId xmlns:a16="http://schemas.microsoft.com/office/drawing/2014/main" id="{D534B543-90BD-7479-43B8-4D430F55F9A1}"/>
                </a:ext>
              </a:extLst>
            </p:cNvPr>
            <p:cNvCxnSpPr/>
            <p:nvPr/>
          </p:nvCxnSpPr>
          <p:spPr>
            <a:xfrm>
              <a:off x="7715845"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CC84F63-585F-3D8D-7A5D-A413620CECDD}"/>
                </a:ext>
              </a:extLst>
            </p:cNvPr>
            <p:cNvSpPr txBox="1"/>
            <p:nvPr/>
          </p:nvSpPr>
          <p:spPr>
            <a:xfrm>
              <a:off x="7487256"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14" name="直接连接符 13">
              <a:extLst>
                <a:ext uri="{FF2B5EF4-FFF2-40B4-BE49-F238E27FC236}">
                  <a16:creationId xmlns:a16="http://schemas.microsoft.com/office/drawing/2014/main" id="{71A69AC4-BF54-B700-6A58-E0ADB50F181C}"/>
                </a:ext>
              </a:extLst>
            </p:cNvPr>
            <p:cNvCxnSpPr/>
            <p:nvPr/>
          </p:nvCxnSpPr>
          <p:spPr>
            <a:xfrm>
              <a:off x="8500250" y="5464037"/>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471F65B0-5523-B95C-D779-BA8CC7736957}"/>
                </a:ext>
              </a:extLst>
            </p:cNvPr>
            <p:cNvSpPr txBox="1"/>
            <p:nvPr/>
          </p:nvSpPr>
          <p:spPr>
            <a:xfrm>
              <a:off x="8263710"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16" name="直接连接符 15">
              <a:extLst>
                <a:ext uri="{FF2B5EF4-FFF2-40B4-BE49-F238E27FC236}">
                  <a16:creationId xmlns:a16="http://schemas.microsoft.com/office/drawing/2014/main" id="{76C4B4E7-D03F-DA4C-1F7A-5A494A68B827}"/>
                </a:ext>
              </a:extLst>
            </p:cNvPr>
            <p:cNvCxnSpPr/>
            <p:nvPr/>
          </p:nvCxnSpPr>
          <p:spPr>
            <a:xfrm>
              <a:off x="10487548" y="546497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1E7FAD8F-125C-A2CA-A757-75332A059680}"/>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18" name="直接连接符 17">
              <a:extLst>
                <a:ext uri="{FF2B5EF4-FFF2-40B4-BE49-F238E27FC236}">
                  <a16:creationId xmlns:a16="http://schemas.microsoft.com/office/drawing/2014/main" id="{AA772106-86B6-BF96-D8A2-3B52FC2B2161}"/>
                </a:ext>
              </a:extLst>
            </p:cNvPr>
            <p:cNvCxnSpPr>
              <a:cxnSpLocks/>
            </p:cNvCxnSpPr>
            <p:nvPr/>
          </p:nvCxnSpPr>
          <p:spPr>
            <a:xfrm>
              <a:off x="7715845"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647C4869-38EF-DF51-9198-86C8EB8AEFAA}"/>
              </a:ext>
            </a:extLst>
          </p:cNvPr>
          <p:cNvGrpSpPr/>
          <p:nvPr/>
        </p:nvGrpSpPr>
        <p:grpSpPr>
          <a:xfrm>
            <a:off x="3789974" y="5005532"/>
            <a:ext cx="4914200" cy="1593667"/>
            <a:chOff x="3789974" y="5005532"/>
            <a:chExt cx="4914200" cy="1593667"/>
          </a:xfrm>
        </p:grpSpPr>
        <p:grpSp>
          <p:nvGrpSpPr>
            <p:cNvPr id="35" name="组合 34">
              <a:extLst>
                <a:ext uri="{FF2B5EF4-FFF2-40B4-BE49-F238E27FC236}">
                  <a16:creationId xmlns:a16="http://schemas.microsoft.com/office/drawing/2014/main" id="{A7797F9E-36AA-BAB1-C6A1-921EAD5748FF}"/>
                </a:ext>
              </a:extLst>
            </p:cNvPr>
            <p:cNvGrpSpPr/>
            <p:nvPr/>
          </p:nvGrpSpPr>
          <p:grpSpPr>
            <a:xfrm>
              <a:off x="3789974" y="5005532"/>
              <a:ext cx="4914200" cy="1593667"/>
              <a:chOff x="6148358" y="4426145"/>
              <a:chExt cx="4914200" cy="1593667"/>
            </a:xfrm>
          </p:grpSpPr>
          <p:sp>
            <p:nvSpPr>
              <p:cNvPr id="36" name="矩形 35">
                <a:extLst>
                  <a:ext uri="{FF2B5EF4-FFF2-40B4-BE49-F238E27FC236}">
                    <a16:creationId xmlns:a16="http://schemas.microsoft.com/office/drawing/2014/main" id="{1411E293-43B3-B200-2E6F-A1A7F7A5D3C5}"/>
                  </a:ext>
                </a:extLst>
              </p:cNvPr>
              <p:cNvSpPr/>
              <p:nvPr/>
            </p:nvSpPr>
            <p:spPr>
              <a:xfrm>
                <a:off x="7152516" y="4426145"/>
                <a:ext cx="1301868"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7" name="直接连接符 36">
                <a:extLst>
                  <a:ext uri="{FF2B5EF4-FFF2-40B4-BE49-F238E27FC236}">
                    <a16:creationId xmlns:a16="http://schemas.microsoft.com/office/drawing/2014/main" id="{C87BE788-81DB-77EA-43C0-C74B5A1BF6AE}"/>
                  </a:ext>
                </a:extLst>
              </p:cNvPr>
              <p:cNvCxnSpPr>
                <a:cxnSpLocks/>
              </p:cNvCxnSpPr>
              <p:nvPr/>
            </p:nvCxnSpPr>
            <p:spPr>
              <a:xfrm>
                <a:off x="6148358" y="5559330"/>
                <a:ext cx="4914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3B2180C8-5BAE-0256-6CBB-7968B19BD157}"/>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ECEC8A1D-B03F-E173-098B-78552F7B0EE6}"/>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40" name="直接连接符 39">
                <a:extLst>
                  <a:ext uri="{FF2B5EF4-FFF2-40B4-BE49-F238E27FC236}">
                    <a16:creationId xmlns:a16="http://schemas.microsoft.com/office/drawing/2014/main" id="{34658058-773C-A59A-DFFB-81E2B8DE0A64}"/>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C185230E-BFCA-C4EE-8B70-C6A1C4094ADC}"/>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42" name="直接连接符 41">
                <a:extLst>
                  <a:ext uri="{FF2B5EF4-FFF2-40B4-BE49-F238E27FC236}">
                    <a16:creationId xmlns:a16="http://schemas.microsoft.com/office/drawing/2014/main" id="{4DFF530C-EA11-016F-20FA-82722D37B6A9}"/>
                  </a:ext>
                </a:extLst>
              </p:cNvPr>
              <p:cNvCxnSpPr/>
              <p:nvPr/>
            </p:nvCxnSpPr>
            <p:spPr>
              <a:xfrm>
                <a:off x="7715845"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74152510-8C8C-044F-52D1-1955CD51FE81}"/>
                  </a:ext>
                </a:extLst>
              </p:cNvPr>
              <p:cNvSpPr txBox="1"/>
              <p:nvPr/>
            </p:nvSpPr>
            <p:spPr>
              <a:xfrm>
                <a:off x="7487256"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44" name="直接连接符 43">
                <a:extLst>
                  <a:ext uri="{FF2B5EF4-FFF2-40B4-BE49-F238E27FC236}">
                    <a16:creationId xmlns:a16="http://schemas.microsoft.com/office/drawing/2014/main" id="{08C93515-3B98-584E-BDA6-4AA0D1EC30A9}"/>
                  </a:ext>
                </a:extLst>
              </p:cNvPr>
              <p:cNvCxnSpPr/>
              <p:nvPr/>
            </p:nvCxnSpPr>
            <p:spPr>
              <a:xfrm>
                <a:off x="8500250" y="5464037"/>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704AA9F0-55C1-AC6D-5267-C706230FB0A6}"/>
                  </a:ext>
                </a:extLst>
              </p:cNvPr>
              <p:cNvSpPr txBox="1"/>
              <p:nvPr/>
            </p:nvSpPr>
            <p:spPr>
              <a:xfrm>
                <a:off x="8263710"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46" name="直接连接符 45">
                <a:extLst>
                  <a:ext uri="{FF2B5EF4-FFF2-40B4-BE49-F238E27FC236}">
                    <a16:creationId xmlns:a16="http://schemas.microsoft.com/office/drawing/2014/main" id="{E96A8348-3F6F-80D4-0746-056A4774121E}"/>
                  </a:ext>
                </a:extLst>
              </p:cNvPr>
              <p:cNvCxnSpPr/>
              <p:nvPr/>
            </p:nvCxnSpPr>
            <p:spPr>
              <a:xfrm>
                <a:off x="10487548" y="546497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66A2957B-64A9-7CDD-CDA0-0C89BC7DC395}"/>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48" name="直接连接符 47">
                <a:extLst>
                  <a:ext uri="{FF2B5EF4-FFF2-40B4-BE49-F238E27FC236}">
                    <a16:creationId xmlns:a16="http://schemas.microsoft.com/office/drawing/2014/main" id="{A5A16DE6-4313-35B8-22BD-8C814D569336}"/>
                  </a:ext>
                </a:extLst>
              </p:cNvPr>
              <p:cNvCxnSpPr>
                <a:cxnSpLocks/>
              </p:cNvCxnSpPr>
              <p:nvPr/>
            </p:nvCxnSpPr>
            <p:spPr>
              <a:xfrm>
                <a:off x="7715845"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CA54579-0146-1C47-D937-9FA8A61E745F}"/>
                </a:ext>
              </a:extLst>
            </p:cNvPr>
            <p:cNvSpPr txBox="1"/>
            <p:nvPr/>
          </p:nvSpPr>
          <p:spPr>
            <a:xfrm>
              <a:off x="7955879" y="5102499"/>
              <a:ext cx="346570" cy="461665"/>
            </a:xfrm>
            <a:prstGeom prst="rect">
              <a:avLst/>
            </a:prstGeom>
            <a:noFill/>
          </p:spPr>
          <p:txBody>
            <a:bodyPr wrap="none" rtlCol="0">
              <a:spAutoFit/>
            </a:bodyPr>
            <a:lstStyle/>
            <a:p>
              <a:r>
                <a:rPr lang="zh-CN" altLang="en-US" sz="2400" b="1" dirty="0"/>
                <a:t>*</a:t>
              </a:r>
            </a:p>
          </p:txBody>
        </p:sp>
      </p:grpSp>
    </p:spTree>
    <p:extLst>
      <p:ext uri="{BB962C8B-B14F-4D97-AF65-F5344CB8AC3E}">
        <p14:creationId xmlns:p14="http://schemas.microsoft.com/office/powerpoint/2010/main" val="2651898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34E5D6F-4039-1166-CACD-52EA0B71108B}"/>
              </a:ext>
            </a:extLst>
          </p:cNvPr>
          <p:cNvSpPr>
            <a:spLocks noGrp="1"/>
          </p:cNvSpPr>
          <p:nvPr>
            <p:ph idx="1"/>
          </p:nvPr>
        </p:nvSpPr>
        <p:spPr>
          <a:xfrm>
            <a:off x="318052" y="1484053"/>
            <a:ext cx="11404256" cy="6384471"/>
          </a:xfrm>
        </p:spPr>
        <p:txBody>
          <a:bodyPr>
            <a:noAutofit/>
          </a:bodyPr>
          <a:lstStyle/>
          <a:p>
            <a:pPr marL="0" indent="0">
              <a:lnSpc>
                <a:spcPct val="125000"/>
              </a:lnSpc>
              <a:buNone/>
            </a:pPr>
            <a:endParaRPr lang="en-US" altLang="zh-CN" b="1" dirty="0">
              <a:latin typeface="Times New Roman" panose="02020603050405020304" pitchFamily="18" charset="0"/>
              <a:cs typeface="Times New Roman" panose="02020603050405020304" pitchFamily="18" charset="0"/>
            </a:endParaRPr>
          </a:p>
          <a:p>
            <a:pPr marL="0" indent="0">
              <a:lnSpc>
                <a:spcPct val="125000"/>
              </a:lnSpc>
              <a:buNone/>
            </a:pP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自箱子左侧引一水平线段直至数据集中除去疑似异常值后的最小值，又自箱子右侧引一水平线直至数据集中除去疑似异常值后的最大值。</a:t>
            </a:r>
            <a:endParaRPr lang="en-US" altLang="zh-CN" b="1" dirty="0">
              <a:latin typeface="Times New Roman" panose="02020603050405020304" pitchFamily="18" charset="0"/>
              <a:cs typeface="Times New Roman" panose="02020603050405020304" pitchFamily="18" charset="0"/>
            </a:endParaRPr>
          </a:p>
        </p:txBody>
      </p:sp>
      <p:sp>
        <p:nvSpPr>
          <p:cNvPr id="4" name="标题 1">
            <a:extLst>
              <a:ext uri="{FF2B5EF4-FFF2-40B4-BE49-F238E27FC236}">
                <a16:creationId xmlns:a16="http://schemas.microsoft.com/office/drawing/2014/main" id="{E4519701-8846-016C-A5B8-47FEDAFC75BB}"/>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修正箱线图</a:t>
            </a:r>
          </a:p>
        </p:txBody>
      </p:sp>
      <p:grpSp>
        <p:nvGrpSpPr>
          <p:cNvPr id="21" name="组合 20">
            <a:extLst>
              <a:ext uri="{FF2B5EF4-FFF2-40B4-BE49-F238E27FC236}">
                <a16:creationId xmlns:a16="http://schemas.microsoft.com/office/drawing/2014/main" id="{91789D76-D8E3-AFFA-3D43-F599F6DAE8FC}"/>
              </a:ext>
            </a:extLst>
          </p:cNvPr>
          <p:cNvGrpSpPr/>
          <p:nvPr/>
        </p:nvGrpSpPr>
        <p:grpSpPr>
          <a:xfrm>
            <a:off x="3789974" y="4440988"/>
            <a:ext cx="4873259" cy="1593667"/>
            <a:chOff x="6148358" y="4426145"/>
            <a:chExt cx="4873259" cy="1593667"/>
          </a:xfrm>
        </p:grpSpPr>
        <p:sp>
          <p:nvSpPr>
            <p:cNvPr id="22" name="矩形 21">
              <a:extLst>
                <a:ext uri="{FF2B5EF4-FFF2-40B4-BE49-F238E27FC236}">
                  <a16:creationId xmlns:a16="http://schemas.microsoft.com/office/drawing/2014/main" id="{3A1E80B9-59BA-FA6A-5B2C-E60379E152B7}"/>
                </a:ext>
              </a:extLst>
            </p:cNvPr>
            <p:cNvSpPr/>
            <p:nvPr/>
          </p:nvSpPr>
          <p:spPr>
            <a:xfrm>
              <a:off x="7152516" y="4426145"/>
              <a:ext cx="1301868" cy="7348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 name="直接连接符 22">
              <a:extLst>
                <a:ext uri="{FF2B5EF4-FFF2-40B4-BE49-F238E27FC236}">
                  <a16:creationId xmlns:a16="http://schemas.microsoft.com/office/drawing/2014/main" id="{81484EA5-97D8-BD24-2CD4-6D4B5DCD0B3E}"/>
                </a:ext>
              </a:extLst>
            </p:cNvPr>
            <p:cNvCxnSpPr>
              <a:cxnSpLocks/>
            </p:cNvCxnSpPr>
            <p:nvPr/>
          </p:nvCxnSpPr>
          <p:spPr>
            <a:xfrm flipV="1">
              <a:off x="6148358" y="5548108"/>
              <a:ext cx="4873259" cy="112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336F665-E6DB-19C4-C172-D2C15FA7CFC1}"/>
                </a:ext>
              </a:extLst>
            </p:cNvPr>
            <p:cNvCxnSpPr/>
            <p:nvPr/>
          </p:nvCxnSpPr>
          <p:spPr>
            <a:xfrm>
              <a:off x="6400800" y="5463961"/>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B41CF6AA-5EBF-D933-34F2-AA3F776D546D}"/>
                </a:ext>
              </a:extLst>
            </p:cNvPr>
            <p:cNvSpPr txBox="1"/>
            <p:nvPr/>
          </p:nvSpPr>
          <p:spPr>
            <a:xfrm>
              <a:off x="6148358" y="5649543"/>
              <a:ext cx="582211"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Min</a:t>
              </a:r>
              <a:endParaRPr lang="zh-CN" altLang="en-US" b="1" i="1" dirty="0">
                <a:latin typeface="Times New Roman" panose="02020603050405020304" pitchFamily="18" charset="0"/>
                <a:cs typeface="Times New Roman" panose="02020603050405020304" pitchFamily="18" charset="0"/>
              </a:endParaRPr>
            </a:p>
          </p:txBody>
        </p:sp>
        <p:cxnSp>
          <p:nvCxnSpPr>
            <p:cNvPr id="26" name="直接连接符 25">
              <a:extLst>
                <a:ext uri="{FF2B5EF4-FFF2-40B4-BE49-F238E27FC236}">
                  <a16:creationId xmlns:a16="http://schemas.microsoft.com/office/drawing/2014/main" id="{FD3CFB72-B85E-C8EB-749D-CCD559562502}"/>
                </a:ext>
              </a:extLst>
            </p:cNvPr>
            <p:cNvCxnSpPr/>
            <p:nvPr/>
          </p:nvCxnSpPr>
          <p:spPr>
            <a:xfrm>
              <a:off x="7131013" y="5464898"/>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ED78BB12-CD6D-6B96-D196-733C66290D07}"/>
                </a:ext>
              </a:extLst>
            </p:cNvPr>
            <p:cNvSpPr txBox="1"/>
            <p:nvPr/>
          </p:nvSpPr>
          <p:spPr>
            <a:xfrm>
              <a:off x="6878571" y="5650480"/>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Q1</a:t>
              </a:r>
              <a:endParaRPr lang="zh-CN" altLang="en-US" b="1" i="1" dirty="0">
                <a:latin typeface="Times New Roman" panose="02020603050405020304" pitchFamily="18" charset="0"/>
                <a:cs typeface="Times New Roman" panose="02020603050405020304" pitchFamily="18" charset="0"/>
              </a:endParaRPr>
            </a:p>
          </p:txBody>
        </p:sp>
        <p:cxnSp>
          <p:nvCxnSpPr>
            <p:cNvPr id="28" name="直接连接符 27">
              <a:extLst>
                <a:ext uri="{FF2B5EF4-FFF2-40B4-BE49-F238E27FC236}">
                  <a16:creationId xmlns:a16="http://schemas.microsoft.com/office/drawing/2014/main" id="{019B9B2C-5840-4692-E0C1-5211A288C515}"/>
                </a:ext>
              </a:extLst>
            </p:cNvPr>
            <p:cNvCxnSpPr/>
            <p:nvPr/>
          </p:nvCxnSpPr>
          <p:spPr>
            <a:xfrm>
              <a:off x="7715845" y="5464895"/>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A7883E55-8F80-513D-229E-15DE771FD358}"/>
                </a:ext>
              </a:extLst>
            </p:cNvPr>
            <p:cNvSpPr txBox="1"/>
            <p:nvPr/>
          </p:nvSpPr>
          <p:spPr>
            <a:xfrm>
              <a:off x="7487256" y="5650477"/>
              <a:ext cx="389850"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t>
              </a:r>
              <a:endParaRPr lang="zh-CN" altLang="en-US" b="1" i="1" dirty="0">
                <a:latin typeface="Times New Roman" panose="02020603050405020304" pitchFamily="18" charset="0"/>
                <a:cs typeface="Times New Roman" panose="02020603050405020304" pitchFamily="18" charset="0"/>
              </a:endParaRPr>
            </a:p>
          </p:txBody>
        </p:sp>
        <p:cxnSp>
          <p:nvCxnSpPr>
            <p:cNvPr id="30" name="直接连接符 29">
              <a:extLst>
                <a:ext uri="{FF2B5EF4-FFF2-40B4-BE49-F238E27FC236}">
                  <a16:creationId xmlns:a16="http://schemas.microsoft.com/office/drawing/2014/main" id="{7AEC3A0C-83B6-305A-978F-B81593BE18A0}"/>
                </a:ext>
              </a:extLst>
            </p:cNvPr>
            <p:cNvCxnSpPr/>
            <p:nvPr/>
          </p:nvCxnSpPr>
          <p:spPr>
            <a:xfrm>
              <a:off x="8500250" y="5454610"/>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2CEF3387-D2EC-7360-23FB-6EE769042BEC}"/>
                </a:ext>
              </a:extLst>
            </p:cNvPr>
            <p:cNvSpPr txBox="1"/>
            <p:nvPr/>
          </p:nvSpPr>
          <p:spPr>
            <a:xfrm>
              <a:off x="8263710" y="5640192"/>
              <a:ext cx="46679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Q3</a:t>
              </a:r>
              <a:endParaRPr lang="zh-CN" altLang="en-US" b="1" i="1" dirty="0">
                <a:latin typeface="Times New Roman" panose="02020603050405020304" pitchFamily="18" charset="0"/>
                <a:cs typeface="Times New Roman" panose="02020603050405020304" pitchFamily="18" charset="0"/>
              </a:endParaRPr>
            </a:p>
          </p:txBody>
        </p:sp>
        <p:cxnSp>
          <p:nvCxnSpPr>
            <p:cNvPr id="32" name="直接连接符 31">
              <a:extLst>
                <a:ext uri="{FF2B5EF4-FFF2-40B4-BE49-F238E27FC236}">
                  <a16:creationId xmlns:a16="http://schemas.microsoft.com/office/drawing/2014/main" id="{FFAC9A5C-2D9B-F69E-A84F-B6E27FDD6845}"/>
                </a:ext>
              </a:extLst>
            </p:cNvPr>
            <p:cNvCxnSpPr/>
            <p:nvPr/>
          </p:nvCxnSpPr>
          <p:spPr>
            <a:xfrm>
              <a:off x="10487548" y="5455544"/>
              <a:ext cx="0" cy="8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E44FA688-2DD3-8571-B450-841A1ECE7097}"/>
                </a:ext>
              </a:extLst>
            </p:cNvPr>
            <p:cNvSpPr txBox="1"/>
            <p:nvPr/>
          </p:nvSpPr>
          <p:spPr>
            <a:xfrm>
              <a:off x="10235106" y="5641126"/>
              <a:ext cx="620683"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Max</a:t>
              </a:r>
              <a:endParaRPr lang="zh-CN" altLang="en-US" b="1" i="1" dirty="0">
                <a:latin typeface="Times New Roman" panose="02020603050405020304" pitchFamily="18" charset="0"/>
                <a:cs typeface="Times New Roman" panose="02020603050405020304" pitchFamily="18" charset="0"/>
              </a:endParaRPr>
            </a:p>
          </p:txBody>
        </p:sp>
        <p:cxnSp>
          <p:nvCxnSpPr>
            <p:cNvPr id="34" name="直接连接符 33">
              <a:extLst>
                <a:ext uri="{FF2B5EF4-FFF2-40B4-BE49-F238E27FC236}">
                  <a16:creationId xmlns:a16="http://schemas.microsoft.com/office/drawing/2014/main" id="{C6E05EF9-DFF7-85D6-535F-D3E0DADDF539}"/>
                </a:ext>
              </a:extLst>
            </p:cNvPr>
            <p:cNvCxnSpPr>
              <a:cxnSpLocks/>
            </p:cNvCxnSpPr>
            <p:nvPr/>
          </p:nvCxnSpPr>
          <p:spPr>
            <a:xfrm>
              <a:off x="7715845" y="4426145"/>
              <a:ext cx="0" cy="7348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文本框 34">
            <a:extLst>
              <a:ext uri="{FF2B5EF4-FFF2-40B4-BE49-F238E27FC236}">
                <a16:creationId xmlns:a16="http://schemas.microsoft.com/office/drawing/2014/main" id="{BD34DCD5-74F0-8004-108D-83EC1E3FDC48}"/>
              </a:ext>
            </a:extLst>
          </p:cNvPr>
          <p:cNvSpPr txBox="1"/>
          <p:nvPr/>
        </p:nvSpPr>
        <p:spPr>
          <a:xfrm>
            <a:off x="7955879" y="4537955"/>
            <a:ext cx="346570" cy="461665"/>
          </a:xfrm>
          <a:prstGeom prst="rect">
            <a:avLst/>
          </a:prstGeom>
          <a:noFill/>
        </p:spPr>
        <p:txBody>
          <a:bodyPr wrap="none" rtlCol="0">
            <a:spAutoFit/>
          </a:bodyPr>
          <a:lstStyle/>
          <a:p>
            <a:r>
              <a:rPr lang="zh-CN" altLang="en-US" sz="2400" b="1" dirty="0"/>
              <a:t>*</a:t>
            </a:r>
          </a:p>
        </p:txBody>
      </p:sp>
      <p:cxnSp>
        <p:nvCxnSpPr>
          <p:cNvPr id="36" name="直接连接符 35">
            <a:extLst>
              <a:ext uri="{FF2B5EF4-FFF2-40B4-BE49-F238E27FC236}">
                <a16:creationId xmlns:a16="http://schemas.microsoft.com/office/drawing/2014/main" id="{778E2581-B1AF-A0B9-6BED-133F74E3BF80}"/>
              </a:ext>
            </a:extLst>
          </p:cNvPr>
          <p:cNvCxnSpPr>
            <a:cxnSpLocks/>
            <a:endCxn id="22" idx="1"/>
          </p:cNvCxnSpPr>
          <p:nvPr/>
        </p:nvCxnSpPr>
        <p:spPr>
          <a:xfrm flipV="1">
            <a:off x="4042416" y="4808431"/>
            <a:ext cx="751716" cy="2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5021E4C-E756-1370-98EA-B01EEBFC30BE}"/>
              </a:ext>
            </a:extLst>
          </p:cNvPr>
          <p:cNvCxnSpPr>
            <a:cxnSpLocks/>
            <a:stCxn id="22" idx="3"/>
          </p:cNvCxnSpPr>
          <p:nvPr/>
        </p:nvCxnSpPr>
        <p:spPr>
          <a:xfrm>
            <a:off x="6096000" y="4808431"/>
            <a:ext cx="7944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342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9C64349D-72D7-D272-4637-D26F9BEA881B}"/>
                  </a:ext>
                </a:extLst>
              </p:cNvPr>
              <p:cNvSpPr>
                <a:spLocks noGrp="1"/>
              </p:cNvSpPr>
              <p:nvPr>
                <p:ph idx="1"/>
              </p:nvPr>
            </p:nvSpPr>
            <p:spPr>
              <a:xfrm>
                <a:off x="510635" y="1135502"/>
                <a:ext cx="11170729" cy="6384471"/>
              </a:xfrm>
            </p:spPr>
            <p:txBody>
              <a:bodyPr>
                <a:noAutofit/>
              </a:bodyPr>
              <a:lstStyle/>
              <a:p>
                <a:pPr marL="0" indent="0">
                  <a:lnSpc>
                    <a:spcPct val="100000"/>
                  </a:lnSpc>
                  <a:buNone/>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5   </a:t>
                </a:r>
                <a:r>
                  <a:rPr lang="zh-CN" altLang="en-US" b="1" dirty="0">
                    <a:latin typeface="Times New Roman" panose="02020603050405020304" pitchFamily="18" charset="0"/>
                    <a:cs typeface="Times New Roman" panose="02020603050405020304" pitchFamily="18" charset="0"/>
                  </a:rPr>
                  <a:t>下面给出了某医院</a:t>
                </a:r>
                <a:r>
                  <a:rPr lang="en-US" altLang="zh-CN" b="1" dirty="0">
                    <a:latin typeface="Times New Roman" panose="02020603050405020304" pitchFamily="18" charset="0"/>
                    <a:cs typeface="Times New Roman" panose="02020603050405020304" pitchFamily="18" charset="0"/>
                  </a:rPr>
                  <a:t>21</a:t>
                </a:r>
                <a:r>
                  <a:rPr lang="zh-CN" altLang="en-US" b="1" dirty="0">
                    <a:latin typeface="Times New Roman" panose="02020603050405020304" pitchFamily="18" charset="0"/>
                    <a:cs typeface="Times New Roman" panose="02020603050405020304" pitchFamily="18" charset="0"/>
                  </a:rPr>
                  <a:t>个患者的住院时间（以天计），试画出修正箱线图（数据已经过排序）</a:t>
                </a: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r>
                  <a:rPr lang="en-US" altLang="zh-CN" b="1" dirty="0">
                    <a:latin typeface="Times New Roman" panose="02020603050405020304" pitchFamily="18" charset="0"/>
                    <a:cs typeface="Times New Roman" panose="02020603050405020304" pitchFamily="18" charset="0"/>
                  </a:rPr>
                  <a:t>1  2  3  3  4  4  5  6  6  7  7  9  9  </a:t>
                </a:r>
              </a:p>
              <a:p>
                <a:pPr marL="457200" indent="-457200">
                  <a:lnSpc>
                    <a:spcPct val="100000"/>
                  </a:lnSpc>
                  <a:buAutoNum type="arabicPlain" startAt="10"/>
                </a:pPr>
                <a:r>
                  <a:rPr lang="en-US" altLang="zh-CN" b="1" dirty="0">
                    <a:latin typeface="Times New Roman" panose="02020603050405020304" pitchFamily="18" charset="0"/>
                    <a:cs typeface="Times New Roman" panose="02020603050405020304" pitchFamily="18" charset="0"/>
                  </a:rPr>
                  <a:t>12  12  13  15  18  23  55</a:t>
                </a:r>
              </a:p>
              <a:p>
                <a:pPr marL="457200" indent="-457200">
                  <a:lnSpc>
                    <a:spcPct val="100000"/>
                  </a:lnSpc>
                  <a:buAutoNum type="arabicPlain" startAt="10"/>
                </a:pPr>
                <a:endParaRPr lang="en-US" altLang="zh-CN" b="1"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dirty="0">
                    <a:latin typeface="Times New Roman" panose="02020603050405020304" pitchFamily="18" charset="0"/>
                    <a:cs typeface="Times New Roman" panose="02020603050405020304" pitchFamily="18" charset="0"/>
                  </a:rPr>
                  <a:t>解   </a:t>
                </a:r>
                <a:r>
                  <a:rPr lang="en-US" altLang="zh-CN" b="1" i="1" dirty="0">
                    <a:latin typeface="Times New Roman" panose="02020603050405020304" pitchFamily="18" charset="0"/>
                    <a:cs typeface="Times New Roman" panose="02020603050405020304" pitchFamily="18" charset="0"/>
                  </a:rPr>
                  <a:t>Min</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Max</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55</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t>
                </a:r>
                <a:r>
                  <a:rPr lang="zh-CN" altLang="en-US"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7</a:t>
                </a:r>
              </a:p>
              <a:p>
                <a:pPr marL="0" indent="0">
                  <a:lnSpc>
                    <a:spcPct val="100000"/>
                  </a:lnSpc>
                  <a:buNone/>
                </a:pPr>
                <a:r>
                  <a:rPr lang="zh-CN" altLang="en-US" b="1" dirty="0">
                    <a:latin typeface="Times New Roman" panose="02020603050405020304" pitchFamily="18" charset="0"/>
                    <a:cs typeface="Times New Roman" panose="02020603050405020304" pitchFamily="18" charset="0"/>
                  </a:rPr>
                  <a:t>      因</a:t>
                </a:r>
                <a14:m>
                  <m:oMath xmlns:m="http://schemas.openxmlformats.org/officeDocument/2006/math">
                    <m:r>
                      <m:rPr>
                        <m:nor/>
                      </m:rPr>
                      <a:rPr lang="en-US" altLang="zh-CN" b="1" i="0" kern="100" smtClean="0">
                        <a:latin typeface="Times New Roman" panose="02020603050405020304" pitchFamily="18" charset="0"/>
                        <a:cs typeface="Times New Roman" panose="02020603050405020304" pitchFamily="18" charset="0"/>
                      </a:rPr>
                      <m:t>21</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0.25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5.25</a:t>
                </a:r>
                <a:r>
                  <a:rPr lang="zh-CN" altLang="en-US" b="1" dirty="0">
                    <a:latin typeface="Times New Roman" panose="02020603050405020304" pitchFamily="18" charset="0"/>
                    <a:cs typeface="Times New Roman" panose="02020603050405020304" pitchFamily="18" charset="0"/>
                  </a:rPr>
                  <a:t>，得</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𝟏</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4</a:t>
                </a:r>
              </a:p>
              <a:p>
                <a:pPr marL="0" indent="0">
                  <a:lnSpc>
                    <a:spcPct val="100000"/>
                  </a:lnSpc>
                  <a:buNone/>
                </a:pPr>
                <a:r>
                  <a:rPr lang="zh-CN" altLang="en-US" b="1" dirty="0">
                    <a:latin typeface="Times New Roman" panose="02020603050405020304" pitchFamily="18" charset="0"/>
                    <a:cs typeface="Times New Roman" panose="02020603050405020304" pitchFamily="18" charset="0"/>
                  </a:rPr>
                  <a:t>      又</a:t>
                </a:r>
                <a14:m>
                  <m:oMath xmlns:m="http://schemas.openxmlformats.org/officeDocument/2006/math">
                    <m:r>
                      <m:rPr>
                        <m:nor/>
                      </m:rPr>
                      <a:rPr lang="en-US" altLang="zh-CN" b="1" i="0" kern="100" smtClean="0">
                        <a:latin typeface="Times New Roman" panose="02020603050405020304" pitchFamily="18" charset="0"/>
                        <a:cs typeface="Times New Roman" panose="02020603050405020304" pitchFamily="18" charset="0"/>
                      </a:rPr>
                      <m:t>21</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0.75</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smtClean="0">
                        <a:latin typeface="Times New Roman" panose="020206030504050203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15.75</a:t>
                </a:r>
                <a:r>
                  <a:rPr lang="zh-CN" altLang="en-US" b="1" dirty="0">
                    <a:latin typeface="Times New Roman" panose="02020603050405020304" pitchFamily="18" charset="0"/>
                    <a:cs typeface="Times New Roman" panose="02020603050405020304" pitchFamily="18" charset="0"/>
                  </a:rPr>
                  <a:t>，得</a:t>
                </a:r>
                <a14:m>
                  <m:oMath xmlns:m="http://schemas.openxmlformats.org/officeDocument/2006/math">
                    <m:sSub>
                      <m:sSubPr>
                        <m:ctrlPr>
                          <a:rPr lang="en-US"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𝟑</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12</a:t>
                </a:r>
              </a:p>
              <a:p>
                <a:pPr marL="0" indent="0">
                  <a:lnSpc>
                    <a:spcPct val="100000"/>
                  </a:lnSpc>
                  <a:buNone/>
                </a:pPr>
                <a:r>
                  <a:rPr lang="zh-CN" altLang="en-US" b="1" kern="100" dirty="0">
                    <a:latin typeface="Times New Roman" panose="02020603050405020304" pitchFamily="18" charset="0"/>
                    <a:cs typeface="Times New Roman" panose="02020603050405020304" pitchFamily="18" charset="0"/>
                  </a:rPr>
                  <a:t>      故    </a:t>
                </a:r>
                <a14:m>
                  <m:oMath xmlns:m="http://schemas.openxmlformats.org/officeDocument/2006/math">
                    <m:r>
                      <a:rPr lang="en-US" altLang="zh-CN" b="1" i="1" kern="100" smtClean="0">
                        <a:latin typeface="Cambria Math" panose="02040503050406030204" pitchFamily="18" charset="0"/>
                        <a:cs typeface="Times New Roman" panose="02020603050405020304" pitchFamily="18" charset="0"/>
                      </a:rPr>
                      <m:t>𝑰𝑸𝑹</m:t>
                    </m:r>
                    <m:r>
                      <a:rPr lang="en-US" altLang="zh-CN" b="1" i="1" kern="100" smtClean="0">
                        <a:latin typeface="Cambria Math" panose="02040503050406030204" pitchFamily="18" charset="0"/>
                        <a:cs typeface="Times New Roman" panose="02020603050405020304" pitchFamily="18" charset="0"/>
                      </a:rPr>
                      <m:t>=</m:t>
                    </m:r>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𝟑</m:t>
                        </m:r>
                      </m:sub>
                    </m:sSub>
                    <m:r>
                      <a:rPr lang="en-US" altLang="zh-CN" b="1" i="1" kern="100" smtClean="0">
                        <a:latin typeface="Cambria Math" panose="02040503050406030204" pitchFamily="18" charset="0"/>
                        <a:cs typeface="Times New Roman" panose="02020603050405020304" pitchFamily="18" charset="0"/>
                      </a:rPr>
                      <m:t>−</m:t>
                    </m:r>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𝑸</m:t>
                        </m:r>
                      </m:e>
                      <m:sub>
                        <m:r>
                          <a:rPr lang="en-US" altLang="zh-CN" b="1" i="1" kern="100" smtClean="0">
                            <a:latin typeface="Cambria Math" panose="02040503050406030204" pitchFamily="18" charset="0"/>
                            <a:cs typeface="Times New Roman" panose="02020603050405020304" pitchFamily="18" charset="0"/>
                          </a:rPr>
                          <m:t>𝟏</m:t>
                        </m:r>
                      </m:sub>
                    </m:sSub>
                    <m:r>
                      <a:rPr lang="en-US" altLang="zh-CN" b="1" i="1" kern="100" smtClean="0">
                        <a:latin typeface="Cambria Math" panose="02040503050406030204" pitchFamily="18" charset="0"/>
                        <a:cs typeface="Times New Roman" panose="02020603050405020304" pitchFamily="18" charset="0"/>
                      </a:rPr>
                      <m:t>=</m:t>
                    </m:r>
                    <m:r>
                      <m:rPr>
                        <m:nor/>
                      </m:rPr>
                      <a:rPr lang="en-US" altLang="zh-CN" b="1" i="0" kern="100" smtClean="0">
                        <a:latin typeface="Times New Roman" panose="02020603050405020304" pitchFamily="18" charset="0"/>
                        <a:cs typeface="Times New Roman" panose="02020603050405020304" pitchFamily="18" charset="0"/>
                      </a:rPr>
                      <m:t>8</m:t>
                    </m:r>
                  </m:oMath>
                </a14:m>
                <a:r>
                  <a:rPr lang="en-US" altLang="zh-CN" b="1" i="1" kern="100" dirty="0">
                    <a:latin typeface="Times New Roman" panose="02020603050405020304" pitchFamily="18" charset="0"/>
                    <a:cs typeface="Times New Roman" panose="02020603050405020304" pitchFamily="18" charset="0"/>
                  </a:rPr>
                  <a:t>  </a:t>
                </a:r>
                <a:r>
                  <a:rPr lang="zh-CN" altLang="en-US" b="1" i="1" kern="100" dirty="0">
                    <a:latin typeface="Times New Roman" panose="02020603050405020304" pitchFamily="18" charset="0"/>
                    <a:cs typeface="Times New Roman" panose="02020603050405020304" pitchFamily="18" charset="0"/>
                  </a:rPr>
                  <a:t>，</a:t>
                </a:r>
                <a:endParaRPr lang="en-US" altLang="zh-CN" b="1" i="1" kern="100" dirty="0">
                  <a:latin typeface="Times New Roman" panose="02020603050405020304" pitchFamily="18" charset="0"/>
                  <a:cs typeface="Times New Roman" panose="02020603050405020304" pitchFamily="18" charset="0"/>
                </a:endParaRPr>
              </a:p>
              <a:p>
                <a:pPr marL="0" indent="0">
                  <a:lnSpc>
                    <a:spcPct val="100000"/>
                  </a:lnSpc>
                  <a:buNone/>
                </a:pPr>
                <a:r>
                  <a:rPr lang="zh-CN" altLang="en-US" b="1" kern="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b="1" i="1" kern="100">
                            <a:latin typeface="Cambria Math" panose="02040503050406030204" pitchFamily="18" charset="0"/>
                            <a:cs typeface="Times New Roman" panose="02020603050405020304" pitchFamily="18" charset="0"/>
                          </a:rPr>
                        </m:ctrlPr>
                      </m:sSubPr>
                      <m:e>
                        <m:r>
                          <a:rPr lang="en-US" altLang="zh-CN" b="1" i="1" kern="100" smtClean="0">
                            <a:latin typeface="Cambria Math" panose="02040503050406030204" pitchFamily="18" charset="0"/>
                            <a:cs typeface="Times New Roman" panose="02020603050405020304" pitchFamily="18" charset="0"/>
                          </a:rPr>
                          <m:t>𝐐</m:t>
                        </m:r>
                      </m:e>
                      <m:sub>
                        <m:r>
                          <a:rPr lang="en-US" altLang="zh-CN" b="1" i="1" kern="100" smtClean="0">
                            <a:latin typeface="Cambria Math" panose="02040503050406030204" pitchFamily="18" charset="0"/>
                            <a:cs typeface="Times New Roman" panose="02020603050405020304" pitchFamily="18" charset="0"/>
                          </a:rPr>
                          <m:t>𝟑</m:t>
                        </m:r>
                      </m:sub>
                    </m:sSub>
                    <m:r>
                      <a:rPr lang="en-US" altLang="zh-CN" b="1" kern="100" smtClean="0">
                        <a:latin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1.5</m:t>
                    </m:r>
                    <m:r>
                      <m:rPr>
                        <m:nor/>
                      </m:rPr>
                      <a:rPr lang="zh-CN" altLang="en-US" b="1" i="0" kern="100" smtClean="0">
                        <a:latin typeface="Times New Roman" panose="02020603050405020304" pitchFamily="18" charset="0"/>
                        <a:cs typeface="Times New Roman" panose="02020603050405020304" pitchFamily="18" charset="0"/>
                      </a:rPr>
                      <m:t> </m:t>
                    </m:r>
                    <m:r>
                      <a:rPr lang="en-US" altLang="zh-CN" b="1" i="1" kern="100">
                        <a:latin typeface="Cambria Math" panose="02040503050406030204" pitchFamily="18" charset="0"/>
                        <a:cs typeface="Times New Roman" panose="02020603050405020304" pitchFamily="18" charset="0"/>
                      </a:rPr>
                      <m:t>𝐈𝐐𝐑</m:t>
                    </m:r>
                    <m:r>
                      <a:rPr lang="en-US" altLang="zh-CN" b="1" kern="100">
                        <a:latin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12+1.5×8</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a:latin typeface="Times New Roman" panose="02020603050405020304" pitchFamily="18" charset="0"/>
                        <a:cs typeface="Times New Roman" panose="02020603050405020304" pitchFamily="18" charset="0"/>
                      </a:rPr>
                      <m:t>=</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a:latin typeface="Times New Roman" panose="02020603050405020304" pitchFamily="18" charset="0"/>
                        <a:cs typeface="Times New Roman" panose="02020603050405020304" pitchFamily="18" charset="0"/>
                      </a:rPr>
                      <m:t>24</m:t>
                    </m:r>
                    <m:r>
                      <a:rPr lang="en-US" altLang="zh-CN" b="1" kern="100">
                        <a:latin typeface="Cambria Math" panose="02040503050406030204" pitchFamily="18" charset="0"/>
                        <a:cs typeface="Times New Roman" panose="02020603050405020304" pitchFamily="18" charset="0"/>
                      </a:rPr>
                      <m:t>,</m:t>
                    </m:r>
                    <m:sSub>
                      <m:sSubPr>
                        <m:ctrlPr>
                          <a:rPr lang="zh-CN" altLang="zh-CN" b="1" i="1" kern="100">
                            <a:latin typeface="Cambria Math" panose="02040503050406030204" pitchFamily="18" charset="0"/>
                            <a:cs typeface="Times New Roman" panose="02020603050405020304" pitchFamily="18" charset="0"/>
                          </a:rPr>
                        </m:ctrlPr>
                      </m:sSubPr>
                      <m:e>
                        <m:r>
                          <a:rPr lang="en-US" altLang="zh-CN" b="1" i="0" kern="100" smtClean="0">
                            <a:latin typeface="Cambria Math" panose="02040503050406030204" pitchFamily="18" charset="0"/>
                            <a:cs typeface="Times New Roman" panose="02020603050405020304" pitchFamily="18" charset="0"/>
                          </a:rPr>
                          <m:t>        </m:t>
                        </m:r>
                        <m:r>
                          <a:rPr lang="en-US" altLang="zh-CN" b="1" i="1" kern="100" smtClean="0">
                            <a:latin typeface="Cambria Math" panose="02040503050406030204" pitchFamily="18" charset="0"/>
                            <a:cs typeface="Times New Roman" panose="02020603050405020304" pitchFamily="18" charset="0"/>
                          </a:rPr>
                          <m:t>𝐐</m:t>
                        </m:r>
                      </m:e>
                      <m:sub>
                        <m:r>
                          <a:rPr lang="en-US" altLang="zh-CN" b="1" i="1" kern="100" smtClean="0">
                            <a:latin typeface="Cambria Math" panose="02040503050406030204" pitchFamily="18" charset="0"/>
                            <a:cs typeface="Times New Roman" panose="02020603050405020304" pitchFamily="18" charset="0"/>
                          </a:rPr>
                          <m:t>𝟏</m:t>
                        </m:r>
                      </m:sub>
                    </m:sSub>
                    <m:r>
                      <a:rPr lang="en-US" altLang="zh-CN" b="1" kern="100" smtClean="0">
                        <a:latin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1.5</m:t>
                    </m:r>
                    <m:r>
                      <a:rPr lang="zh-CN" altLang="en-US" b="1" i="1" kern="100" smtClean="0">
                        <a:latin typeface="Cambria Math" panose="02040503050406030204" pitchFamily="18" charset="0"/>
                        <a:cs typeface="Times New Roman" panose="02020603050405020304" pitchFamily="18" charset="0"/>
                      </a:rPr>
                      <m:t> </m:t>
                    </m:r>
                    <m:r>
                      <a:rPr lang="en-US" altLang="zh-CN" b="1" i="1" kern="100">
                        <a:latin typeface="Cambria Math" panose="02040503050406030204" pitchFamily="18" charset="0"/>
                        <a:cs typeface="Times New Roman" panose="02020603050405020304" pitchFamily="18" charset="0"/>
                      </a:rPr>
                      <m:t>𝐈𝐐𝐑</m:t>
                    </m:r>
                    <m:r>
                      <a:rPr lang="en-US" altLang="zh-CN" b="1" kern="100">
                        <a:latin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4</m:t>
                    </m:r>
                    <m:r>
                      <a:rPr lang="en-US" altLang="zh-CN" b="1" i="1" kern="1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12</m:t>
                    </m:r>
                    <m:r>
                      <m:rPr>
                        <m:nor/>
                      </m:rPr>
                      <a:rPr lang="zh-CN" altLang="en-US" b="1" i="0" kern="100" smtClean="0">
                        <a:latin typeface="Times New Roman" panose="02020603050405020304" pitchFamily="18" charset="0"/>
                        <a:cs typeface="Times New Roman" panose="02020603050405020304" pitchFamily="18" charset="0"/>
                      </a:rPr>
                      <m:t> </m:t>
                    </m:r>
                    <m:r>
                      <m:rPr>
                        <m:nor/>
                      </m:rPr>
                      <a:rPr lang="en-US" altLang="zh-CN" b="1" i="0" kern="100">
                        <a:latin typeface="Times New Roman" panose="02020603050405020304" pitchFamily="18" charset="0"/>
                        <a:cs typeface="Times New Roman" panose="02020603050405020304" pitchFamily="18" charset="0"/>
                      </a:rPr>
                      <m:t>=</m:t>
                    </m:r>
                    <m:r>
                      <a:rPr lang="en-US" altLang="zh-CN" b="1" i="1" kern="10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b="1" i="0" kern="100">
                        <a:latin typeface="Times New Roman" panose="02020603050405020304" pitchFamily="18" charset="0"/>
                        <a:cs typeface="Times New Roman" panose="02020603050405020304" pitchFamily="18" charset="0"/>
                      </a:rPr>
                      <m:t>8</m:t>
                    </m:r>
                  </m:oMath>
                </a14:m>
                <a:endParaRPr lang="zh-CN" altLang="zh-CN" b="1" kern="100" dirty="0">
                  <a:latin typeface="Times New Roman" panose="02020603050405020304" pitchFamily="18" charset="0"/>
                  <a:cs typeface="Times New Roman" panose="02020603050405020304" pitchFamily="18" charset="0"/>
                </a:endParaRPr>
              </a:p>
              <a:p>
                <a:pPr marL="0" indent="0">
                  <a:lnSpc>
                    <a:spcPct val="100000"/>
                  </a:lnSpc>
                  <a:buNone/>
                </a:pPr>
                <a:endParaRPr lang="zh-CN" altLang="en-US" b="1" dirty="0">
                  <a:latin typeface="Times New Roman" panose="02020603050405020304" pitchFamily="18" charset="0"/>
                  <a:cs typeface="Times New Roman" panose="02020603050405020304" pitchFamily="18" charset="0"/>
                </a:endParaRPr>
              </a:p>
            </p:txBody>
          </p:sp>
        </mc:Choice>
        <mc:Fallback>
          <p:sp>
            <p:nvSpPr>
              <p:cNvPr id="4" name="内容占位符 2">
                <a:extLst>
                  <a:ext uri="{FF2B5EF4-FFF2-40B4-BE49-F238E27FC236}">
                    <a16:creationId xmlns:a16="http://schemas.microsoft.com/office/drawing/2014/main" id="{9C64349D-72D7-D272-4637-D26F9BEA881B}"/>
                  </a:ext>
                </a:extLst>
              </p:cNvPr>
              <p:cNvSpPr>
                <a:spLocks noGrp="1" noRot="1" noChangeAspect="1" noMove="1" noResize="1" noEditPoints="1" noAdjustHandles="1" noChangeArrowheads="1" noChangeShapeType="1" noTextEdit="1"/>
              </p:cNvSpPr>
              <p:nvPr>
                <p:ph idx="1"/>
              </p:nvPr>
            </p:nvSpPr>
            <p:spPr>
              <a:xfrm>
                <a:off x="510635" y="1135502"/>
                <a:ext cx="11170729" cy="6384471"/>
              </a:xfrm>
              <a:blipFill>
                <a:blip r:embed="rId2"/>
                <a:stretch>
                  <a:fillRect l="-1136" t="-1389"/>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5EECFDAB-FF81-02BA-A542-0E5A5B25D0E6}"/>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修正箱线图</a:t>
            </a:r>
          </a:p>
        </p:txBody>
      </p:sp>
    </p:spTree>
    <p:extLst>
      <p:ext uri="{BB962C8B-B14F-4D97-AF65-F5344CB8AC3E}">
        <p14:creationId xmlns:p14="http://schemas.microsoft.com/office/powerpoint/2010/main" val="40349577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C64349D-72D7-D272-4637-D26F9BEA881B}"/>
              </a:ext>
            </a:extLst>
          </p:cNvPr>
          <p:cNvSpPr>
            <a:spLocks noGrp="1"/>
          </p:cNvSpPr>
          <p:nvPr>
            <p:ph idx="1"/>
          </p:nvPr>
        </p:nvSpPr>
        <p:spPr>
          <a:xfrm>
            <a:off x="510635" y="1605454"/>
            <a:ext cx="11170729" cy="6384471"/>
          </a:xfrm>
        </p:spPr>
        <p:txBody>
          <a:bodyPr>
            <a:noAutofit/>
          </a:bodyPr>
          <a:lstStyle/>
          <a:p>
            <a:pPr marL="0" indent="0">
              <a:lnSpc>
                <a:spcPct val="150000"/>
              </a:lnSpc>
              <a:buNone/>
            </a:pPr>
            <a:r>
              <a:rPr lang="zh-CN" altLang="en-US" b="1" kern="100" dirty="0">
                <a:latin typeface="Times New Roman" panose="02020603050405020304" pitchFamily="18" charset="0"/>
                <a:cs typeface="Times New Roman" panose="02020603050405020304" pitchFamily="18" charset="0"/>
              </a:rPr>
              <a:t>观察值</a:t>
            </a:r>
            <a:r>
              <a:rPr lang="en-US" altLang="zh-CN" b="1" kern="100" dirty="0">
                <a:latin typeface="Times New Roman" panose="02020603050405020304" pitchFamily="18" charset="0"/>
                <a:cs typeface="Times New Roman" panose="02020603050405020304" pitchFamily="18" charset="0"/>
              </a:rPr>
              <a:t>55&gt;24</a:t>
            </a:r>
            <a:r>
              <a:rPr lang="zh-CN" altLang="en-US" b="1" kern="100" dirty="0">
                <a:latin typeface="Times New Roman" panose="02020603050405020304" pitchFamily="18" charset="0"/>
                <a:cs typeface="Times New Roman" panose="02020603050405020304" pitchFamily="18" charset="0"/>
              </a:rPr>
              <a:t>，故</a:t>
            </a:r>
            <a:r>
              <a:rPr lang="en-US" altLang="zh-CN" b="1" kern="100" dirty="0">
                <a:latin typeface="Times New Roman" panose="02020603050405020304" pitchFamily="18" charset="0"/>
                <a:cs typeface="Times New Roman" panose="02020603050405020304" pitchFamily="18" charset="0"/>
              </a:rPr>
              <a:t>55</a:t>
            </a:r>
            <a:r>
              <a:rPr lang="zh-CN" altLang="en-US" b="1" kern="100" dirty="0">
                <a:latin typeface="Times New Roman" panose="02020603050405020304" pitchFamily="18" charset="0"/>
                <a:cs typeface="Times New Roman" panose="02020603050405020304" pitchFamily="18" charset="0"/>
              </a:rPr>
              <a:t>是疑似异常值，且仅此一个疑似异常值。作出修止箱线图如图</a:t>
            </a:r>
            <a:r>
              <a:rPr lang="en-US" altLang="zh-CN" b="1" kern="100" dirty="0">
                <a:latin typeface="Times New Roman" panose="02020603050405020304" pitchFamily="18" charset="0"/>
                <a:cs typeface="Times New Roman" panose="02020603050405020304" pitchFamily="18" charset="0"/>
              </a:rPr>
              <a:t>6-5</a:t>
            </a:r>
            <a:r>
              <a:rPr lang="zh-CN" altLang="en-US" b="1" kern="100" dirty="0">
                <a:latin typeface="Times New Roman" panose="02020603050405020304" pitchFamily="18" charset="0"/>
                <a:cs typeface="Times New Roman" panose="02020603050405020304" pitchFamily="18" charset="0"/>
              </a:rPr>
              <a:t>所示。可见数据分布不对称，而向右倾斜，在中位数的右边较为分散。</a:t>
            </a:r>
            <a:endParaRPr lang="zh-CN" altLang="zh-CN" b="1" kern="100" dirty="0">
              <a:latin typeface="Times New Roman" panose="02020603050405020304" pitchFamily="18" charset="0"/>
              <a:cs typeface="Times New Roman" panose="02020603050405020304" pitchFamily="18" charset="0"/>
            </a:endParaRPr>
          </a:p>
          <a:p>
            <a:pPr marL="0" indent="0">
              <a:lnSpc>
                <a:spcPct val="150000"/>
              </a:lnSpc>
              <a:buNone/>
            </a:pPr>
            <a:endParaRPr lang="zh-CN" altLang="en-US"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D508018E-9CD5-715B-29F7-3BFE3A00B013}"/>
              </a:ext>
            </a:extLst>
          </p:cNvPr>
          <p:cNvPicPr>
            <a:picLocks noChangeAspect="1"/>
          </p:cNvPicPr>
          <p:nvPr/>
        </p:nvPicPr>
        <p:blipFill>
          <a:blip r:embed="rId2"/>
          <a:stretch>
            <a:fillRect/>
          </a:stretch>
        </p:blipFill>
        <p:spPr>
          <a:xfrm>
            <a:off x="4326902" y="4173124"/>
            <a:ext cx="4364573" cy="1998973"/>
          </a:xfrm>
          <a:prstGeom prst="rect">
            <a:avLst/>
          </a:prstGeom>
        </p:spPr>
      </p:pic>
      <p:sp>
        <p:nvSpPr>
          <p:cNvPr id="5" name="标题 1">
            <a:extLst>
              <a:ext uri="{FF2B5EF4-FFF2-40B4-BE49-F238E27FC236}">
                <a16:creationId xmlns:a16="http://schemas.microsoft.com/office/drawing/2014/main" id="{BA21FFD7-7D0B-309A-BC16-FDC265E44C5D}"/>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修正箱线图</a:t>
            </a:r>
          </a:p>
        </p:txBody>
      </p:sp>
      <p:sp>
        <p:nvSpPr>
          <p:cNvPr id="2" name="文本框 1">
            <a:extLst>
              <a:ext uri="{FF2B5EF4-FFF2-40B4-BE49-F238E27FC236}">
                <a16:creationId xmlns:a16="http://schemas.microsoft.com/office/drawing/2014/main" id="{7CA353C6-5F27-28AA-29C0-33F40E154A78}"/>
              </a:ext>
            </a:extLst>
          </p:cNvPr>
          <p:cNvSpPr txBox="1"/>
          <p:nvPr/>
        </p:nvSpPr>
        <p:spPr>
          <a:xfrm>
            <a:off x="8963378" y="5633156"/>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676291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A125DFB-597D-EA17-F628-6E5F36C4DBC1}"/>
              </a:ext>
            </a:extLst>
          </p:cNvPr>
          <p:cNvSpPr>
            <a:spLocks noGrp="1"/>
          </p:cNvSpPr>
          <p:nvPr>
            <p:ph idx="1"/>
          </p:nvPr>
        </p:nvSpPr>
        <p:spPr>
          <a:xfrm>
            <a:off x="1256021" y="2096304"/>
            <a:ext cx="11560629" cy="6384471"/>
          </a:xfrm>
        </p:spPr>
        <p:txBody>
          <a:bodyPr>
            <a:normAutofit/>
          </a:bodyPr>
          <a:lstStyle/>
          <a:p>
            <a:pPr marL="0" indent="0">
              <a:lnSpc>
                <a:spcPct val="120000"/>
              </a:lnSpc>
              <a:buNone/>
            </a:pPr>
            <a:r>
              <a:rPr lang="zh-CN" altLang="en-US" b="1" dirty="0">
                <a:latin typeface="Times New Roman" panose="02020603050405020304" pitchFamily="18" charset="0"/>
                <a:cs typeface="Times New Roman" panose="02020603050405020304" pitchFamily="18" charset="0"/>
              </a:rPr>
              <a:t>数据集中，疑似异常值的产生源于：</a:t>
            </a:r>
            <a:endParaRPr lang="en-US" altLang="zh-CN" b="1" dirty="0">
              <a:latin typeface="Times New Roman" panose="02020603050405020304" pitchFamily="18" charset="0"/>
              <a:cs typeface="Times New Roman" panose="02020603050405020304" pitchFamily="18" charset="0"/>
            </a:endParaRPr>
          </a:p>
          <a:p>
            <a:pPr marL="0" indent="0">
              <a:lnSpc>
                <a:spcPct val="120000"/>
              </a:lnSpc>
              <a:buNone/>
            </a:pP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数据的测量、记录或输入计算机时的错误</a:t>
            </a:r>
            <a:endParaRPr lang="en-US" altLang="zh-CN" b="1" dirty="0">
              <a:latin typeface="Times New Roman" panose="02020603050405020304" pitchFamily="18" charset="0"/>
              <a:cs typeface="Times New Roman" panose="02020603050405020304" pitchFamily="18" charset="0"/>
            </a:endParaRPr>
          </a:p>
          <a:p>
            <a:pPr marL="0" indent="0">
              <a:lnSpc>
                <a:spcPct val="120000"/>
              </a:lnSpc>
              <a:buNone/>
            </a:pP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数据来自不同的总体</a:t>
            </a:r>
            <a:endParaRPr lang="en-US" altLang="zh-CN" b="1" dirty="0">
              <a:latin typeface="Times New Roman" panose="02020603050405020304" pitchFamily="18" charset="0"/>
              <a:cs typeface="Times New Roman" panose="02020603050405020304" pitchFamily="18" charset="0"/>
            </a:endParaRPr>
          </a:p>
          <a:p>
            <a:pPr marL="0" indent="0">
              <a:lnSpc>
                <a:spcPct val="120000"/>
              </a:lnSpc>
              <a:buNone/>
            </a:pP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数据是正确的，但它只体现小概率事件</a:t>
            </a:r>
            <a:endParaRPr lang="en-US" altLang="zh-CN" b="1" dirty="0">
              <a:latin typeface="Times New Roman" panose="02020603050405020304" pitchFamily="18" charset="0"/>
              <a:cs typeface="Times New Roman" panose="02020603050405020304" pitchFamily="18" charset="0"/>
            </a:endParaRPr>
          </a:p>
          <a:p>
            <a:pPr marL="0" indent="0">
              <a:lnSpc>
                <a:spcPct val="120000"/>
              </a:lnSpc>
              <a:buNone/>
            </a:pPr>
            <a:endParaRPr lang="en-US" altLang="zh-CN" b="1" dirty="0">
              <a:latin typeface="Times New Roman" panose="02020603050405020304" pitchFamily="18" charset="0"/>
              <a:cs typeface="Times New Roman" panose="02020603050405020304" pitchFamily="18" charset="0"/>
            </a:endParaRPr>
          </a:p>
        </p:txBody>
      </p:sp>
      <p:sp>
        <p:nvSpPr>
          <p:cNvPr id="3" name="标题 1">
            <a:extLst>
              <a:ext uri="{FF2B5EF4-FFF2-40B4-BE49-F238E27FC236}">
                <a16:creationId xmlns:a16="http://schemas.microsoft.com/office/drawing/2014/main" id="{8F206EF5-0006-BA15-3018-9A0B78944411}"/>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疑似异常值</a:t>
            </a:r>
          </a:p>
        </p:txBody>
      </p:sp>
    </p:spTree>
    <p:extLst>
      <p:ext uri="{BB962C8B-B14F-4D97-AF65-F5344CB8AC3E}">
        <p14:creationId xmlns:p14="http://schemas.microsoft.com/office/powerpoint/2010/main" val="2778035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A125DFB-597D-EA17-F628-6E5F36C4DBC1}"/>
              </a:ext>
            </a:extLst>
          </p:cNvPr>
          <p:cNvSpPr>
            <a:spLocks noGrp="1"/>
          </p:cNvSpPr>
          <p:nvPr>
            <p:ph idx="1"/>
          </p:nvPr>
        </p:nvSpPr>
        <p:spPr>
          <a:xfrm>
            <a:off x="485030" y="641215"/>
            <a:ext cx="10820872" cy="6384471"/>
          </a:xfrm>
        </p:spPr>
        <p:txBody>
          <a:bodyPr>
            <a:normAutofit/>
          </a:bodyPr>
          <a:lstStyle/>
          <a:p>
            <a:pPr marL="0" indent="0">
              <a:lnSpc>
                <a:spcPct val="120000"/>
              </a:lnSpc>
              <a:buNone/>
            </a:pPr>
            <a:endParaRPr lang="en-US" altLang="zh-CN" b="1" dirty="0"/>
          </a:p>
          <a:p>
            <a:pPr marL="0" indent="0">
              <a:lnSpc>
                <a:spcPct val="120000"/>
              </a:lnSpc>
              <a:buNone/>
            </a:pPr>
            <a:r>
              <a:rPr lang="zh-CN" altLang="en-US" b="1" dirty="0"/>
              <a:t>当检测出疑似异常值时，人们需对疑似异常值出现的原因加以分析，</a:t>
            </a:r>
            <a:r>
              <a:rPr lang="zh-CN" altLang="en-US" b="1" dirty="0">
                <a:solidFill>
                  <a:srgbClr val="FF0000"/>
                </a:solidFill>
              </a:rPr>
              <a:t>如果是由于测量或记录的错误，或某些其他明显的原因造成的，那么将这些疑似异常值从数据集中丢弃就可以了</a:t>
            </a:r>
            <a:r>
              <a:rPr lang="zh-CN" altLang="en-US" b="1" dirty="0"/>
              <a:t>。</a:t>
            </a:r>
            <a:endParaRPr lang="en-US" altLang="zh-CN" b="1" dirty="0"/>
          </a:p>
          <a:p>
            <a:pPr marL="0" indent="0">
              <a:lnSpc>
                <a:spcPct val="120000"/>
              </a:lnSpc>
              <a:buNone/>
            </a:pPr>
            <a:endParaRPr lang="en-US" altLang="zh-CN" b="1" dirty="0"/>
          </a:p>
          <a:p>
            <a:pPr marL="0" indent="0">
              <a:lnSpc>
                <a:spcPct val="120000"/>
              </a:lnSpc>
              <a:buNone/>
            </a:pPr>
            <a:r>
              <a:rPr lang="zh-CN" altLang="en-US" b="1" dirty="0"/>
              <a:t>然而当出现的原因无法解释时，要作出丢弃或保留这些值的决策无疑是困难的，</a:t>
            </a:r>
            <a:r>
              <a:rPr lang="zh-CN" altLang="en-US" b="1" dirty="0">
                <a:solidFill>
                  <a:srgbClr val="FF0000"/>
                </a:solidFill>
              </a:rPr>
              <a:t>此时我们在对数据集作分析时尽量选用稳健的方法，使得疑似异常值对我们的结论的影响较小</a:t>
            </a:r>
            <a:r>
              <a:rPr lang="zh-CN" altLang="en-US" b="1" dirty="0"/>
              <a:t>。</a:t>
            </a:r>
            <a:endParaRPr lang="en-US" altLang="zh-CN" b="1" dirty="0"/>
          </a:p>
        </p:txBody>
      </p:sp>
      <p:sp>
        <p:nvSpPr>
          <p:cNvPr id="3" name="标题 1">
            <a:extLst>
              <a:ext uri="{FF2B5EF4-FFF2-40B4-BE49-F238E27FC236}">
                <a16:creationId xmlns:a16="http://schemas.microsoft.com/office/drawing/2014/main" id="{CB5B9383-3907-9280-86A8-449864CBA237}"/>
              </a:ext>
            </a:extLst>
          </p:cNvPr>
          <p:cNvSpPr txBox="1">
            <a:spLocks/>
          </p:cNvSpPr>
          <p:nvPr/>
        </p:nvSpPr>
        <p:spPr>
          <a:xfrm>
            <a:off x="838200" y="-1900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rgbClr val="0000FF"/>
                </a:solidFill>
                <a:latin typeface="华文新魏" panose="02010800040101010101" pitchFamily="2" charset="-122"/>
                <a:ea typeface="华文新魏" panose="02010800040101010101" pitchFamily="2" charset="-122"/>
              </a:rPr>
              <a:t>疑似异常值</a:t>
            </a:r>
          </a:p>
        </p:txBody>
      </p:sp>
    </p:spTree>
    <p:extLst>
      <p:ext uri="{BB962C8B-B14F-4D97-AF65-F5344CB8AC3E}">
        <p14:creationId xmlns:p14="http://schemas.microsoft.com/office/powerpoint/2010/main" val="41522821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1020</TotalTime>
  <Words>2851</Words>
  <Application>Microsoft Macintosh PowerPoint</Application>
  <PresentationFormat>宽屏</PresentationFormat>
  <Paragraphs>261</Paragraphs>
  <Slides>38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-apple-system-font</vt:lpstr>
      <vt:lpstr>等线</vt:lpstr>
      <vt:lpstr>华文新魏</vt:lpstr>
      <vt:lpstr>Arial</vt:lpstr>
      <vt:lpstr>Cambria Math</vt:lpstr>
      <vt:lpstr>Corbel</vt:lpstr>
      <vt:lpstr>Helvetica</vt:lpstr>
      <vt:lpstr>Times New Roman</vt:lpstr>
      <vt:lpstr>Office 主题</vt:lpstr>
      <vt:lpstr>PowerPoint 演示文稿</vt:lpstr>
      <vt:lpstr>PowerPoint 演示文稿</vt:lpstr>
      <vt:lpstr>PowerPoint 演示文稿</vt:lpstr>
      <vt:lpstr>直方图</vt:lpstr>
      <vt:lpstr>直方图</vt:lpstr>
      <vt:lpstr>直方图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随机样本</dc:title>
  <dc:creator>qingyang li</dc:creator>
  <cp:lastModifiedBy>Fei Zheng</cp:lastModifiedBy>
  <cp:revision>3</cp:revision>
  <dcterms:created xsi:type="dcterms:W3CDTF">2022-05-13T09:22:17Z</dcterms:created>
  <dcterms:modified xsi:type="dcterms:W3CDTF">2023-05-15T15:22:52Z</dcterms:modified>
</cp:coreProperties>
</file>