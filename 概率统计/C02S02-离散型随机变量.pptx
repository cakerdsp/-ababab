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39"/>
  </p:notesMasterIdLst>
  <p:sldIdLst>
    <p:sldId id="257" r:id="rId2"/>
    <p:sldId id="1788" r:id="rId3"/>
    <p:sldId id="313" r:id="rId4"/>
    <p:sldId id="265" r:id="rId5"/>
    <p:sldId id="319" r:id="rId6"/>
    <p:sldId id="267" r:id="rId7"/>
    <p:sldId id="268" r:id="rId8"/>
    <p:sldId id="269" r:id="rId9"/>
    <p:sldId id="270" r:id="rId10"/>
    <p:sldId id="271" r:id="rId11"/>
    <p:sldId id="272" r:id="rId12"/>
    <p:sldId id="320" r:id="rId13"/>
    <p:sldId id="273" r:id="rId14"/>
    <p:sldId id="404" r:id="rId15"/>
    <p:sldId id="411" r:id="rId16"/>
    <p:sldId id="405" r:id="rId17"/>
    <p:sldId id="1796" r:id="rId18"/>
    <p:sldId id="351" r:id="rId19"/>
    <p:sldId id="352" r:id="rId20"/>
    <p:sldId id="274" r:id="rId21"/>
    <p:sldId id="406" r:id="rId22"/>
    <p:sldId id="407" r:id="rId23"/>
    <p:sldId id="275" r:id="rId24"/>
    <p:sldId id="276" r:id="rId25"/>
    <p:sldId id="408" r:id="rId26"/>
    <p:sldId id="279" r:id="rId27"/>
    <p:sldId id="323" r:id="rId28"/>
    <p:sldId id="280" r:id="rId29"/>
    <p:sldId id="281" r:id="rId30"/>
    <p:sldId id="283" r:id="rId31"/>
    <p:sldId id="1794" r:id="rId32"/>
    <p:sldId id="1795" r:id="rId33"/>
    <p:sldId id="285" r:id="rId34"/>
    <p:sldId id="1793" r:id="rId35"/>
    <p:sldId id="1789" r:id="rId36"/>
    <p:sldId id="1792" r:id="rId37"/>
    <p:sldId id="409" r:id="rId3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892"/>
    <a:srgbClr val="4E3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C46AF-FAE1-E84D-8A63-3E954065312D}" v="488" dt="2023-03-06T16:21:43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8"/>
    <p:restoredTop sz="95794"/>
  </p:normalViewPr>
  <p:slideViewPr>
    <p:cSldViewPr>
      <p:cViewPr varScale="1">
        <p:scale>
          <a:sx n="83" d="100"/>
          <a:sy n="83" d="100"/>
        </p:scale>
        <p:origin x="1421" y="77"/>
      </p:cViewPr>
      <p:guideLst>
        <p:guide orient="horz" pos="36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6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Fei" userId="d19317889db4c986" providerId="LiveId" clId="{0BE8D872-FCB8-E342-A578-7A6D5209EF09}"/>
    <pc:docChg chg="undo custSel addSld delSld modSld sldOrd">
      <pc:chgData name="Zheng Fei" userId="d19317889db4c986" providerId="LiveId" clId="{0BE8D872-FCB8-E342-A578-7A6D5209EF09}" dt="2023-02-09T14:23:56.838" v="184" actId="1076"/>
      <pc:docMkLst>
        <pc:docMk/>
      </pc:docMkLst>
      <pc:sldChg chg="modSp add">
        <pc:chgData name="Zheng Fei" userId="d19317889db4c986" providerId="LiveId" clId="{0BE8D872-FCB8-E342-A578-7A6D5209EF09}" dt="2023-02-09T14:06:53.376" v="96" actId="207"/>
        <pc:sldMkLst>
          <pc:docMk/>
          <pc:sldMk cId="0" sldId="257"/>
        </pc:sldMkLst>
        <pc:spChg chg="mod">
          <ac:chgData name="Zheng Fei" userId="d19317889db4c986" providerId="LiveId" clId="{0BE8D872-FCB8-E342-A578-7A6D5209EF09}" dt="2023-02-09T14:06:48.870" v="95" actId="207"/>
          <ac:spMkLst>
            <pc:docMk/>
            <pc:sldMk cId="0" sldId="257"/>
            <ac:spMk id="61444" creationId="{601F1377-4EC1-A648-9D08-93B0CEF44388}"/>
          </ac:spMkLst>
        </pc:spChg>
        <pc:spChg chg="mod">
          <ac:chgData name="Zheng Fei" userId="d19317889db4c986" providerId="LiveId" clId="{0BE8D872-FCB8-E342-A578-7A6D5209EF09}" dt="2023-02-09T14:06:53.376" v="96" actId="207"/>
          <ac:spMkLst>
            <pc:docMk/>
            <pc:sldMk cId="0" sldId="257"/>
            <ac:spMk id="61445" creationId="{D75E15BB-A7A5-2C46-90D2-B9B92ACCDED9}"/>
          </ac:spMkLst>
        </pc:spChg>
      </pc:sldChg>
      <pc:sldChg chg="addSp delSp modSp mod">
        <pc:chgData name="Zheng Fei" userId="d19317889db4c986" providerId="LiveId" clId="{0BE8D872-FCB8-E342-A578-7A6D5209EF09}" dt="2023-02-09T12:23:17.902" v="1"/>
        <pc:sldMkLst>
          <pc:docMk/>
          <pc:sldMk cId="0" sldId="269"/>
        </pc:sldMkLst>
        <pc:spChg chg="add mod">
          <ac:chgData name="Zheng Fei" userId="d19317889db4c986" providerId="LiveId" clId="{0BE8D872-FCB8-E342-A578-7A6D5209EF09}" dt="2023-02-09T12:23:17.902" v="1"/>
          <ac:spMkLst>
            <pc:docMk/>
            <pc:sldMk cId="0" sldId="269"/>
            <ac:spMk id="2" creationId="{722E36C2-E82E-35EA-9BD7-14A5A5E5FDF1}"/>
          </ac:spMkLst>
        </pc:spChg>
        <pc:spChg chg="del">
          <ac:chgData name="Zheng Fei" userId="d19317889db4c986" providerId="LiveId" clId="{0BE8D872-FCB8-E342-A578-7A6D5209EF09}" dt="2023-02-09T12:23:17.395" v="0" actId="478"/>
          <ac:spMkLst>
            <pc:docMk/>
            <pc:sldMk cId="0" sldId="269"/>
            <ac:spMk id="3" creationId="{757088A5-76BF-8EBD-8DA4-64BE829F2251}"/>
          </ac:spMkLst>
        </pc:spChg>
      </pc:sldChg>
      <pc:sldChg chg="addSp delSp modSp mod">
        <pc:chgData name="Zheng Fei" userId="d19317889db4c986" providerId="LiveId" clId="{0BE8D872-FCB8-E342-A578-7A6D5209EF09}" dt="2023-02-09T12:46:29.652" v="93" actId="478"/>
        <pc:sldMkLst>
          <pc:docMk/>
          <pc:sldMk cId="0" sldId="272"/>
        </pc:sldMkLst>
        <pc:spChg chg="add del mod">
          <ac:chgData name="Zheng Fei" userId="d19317889db4c986" providerId="LiveId" clId="{0BE8D872-FCB8-E342-A578-7A6D5209EF09}" dt="2023-02-09T12:46:29.153" v="92" actId="478"/>
          <ac:spMkLst>
            <pc:docMk/>
            <pc:sldMk cId="0" sldId="272"/>
            <ac:spMk id="19" creationId="{67C6A4E8-C978-43D3-9C8D-71937334982E}"/>
          </ac:spMkLst>
        </pc:spChg>
        <pc:spChg chg="mod">
          <ac:chgData name="Zheng Fei" userId="d19317889db4c986" providerId="LiveId" clId="{0BE8D872-FCB8-E342-A578-7A6D5209EF09}" dt="2023-02-09T12:23:59.738" v="7" actId="20577"/>
          <ac:spMkLst>
            <pc:docMk/>
            <pc:sldMk cId="0" sldId="272"/>
            <ac:spMk id="77829" creationId="{BF701809-F7E7-F740-B7AB-C64C14CAABCF}"/>
          </ac:spMkLst>
        </pc:spChg>
        <pc:spChg chg="mod">
          <ac:chgData name="Zheng Fei" userId="d19317889db4c986" providerId="LiveId" clId="{0BE8D872-FCB8-E342-A578-7A6D5209EF09}" dt="2023-02-09T12:23:49.626" v="3"/>
          <ac:spMkLst>
            <pc:docMk/>
            <pc:sldMk cId="0" sldId="272"/>
            <ac:spMk id="77830" creationId="{63606BBF-0365-0A44-AFD8-C85DDF6E44D1}"/>
          </ac:spMkLst>
        </pc:spChg>
        <pc:spChg chg="mod">
          <ac:chgData name="Zheng Fei" userId="d19317889db4c986" providerId="LiveId" clId="{0BE8D872-FCB8-E342-A578-7A6D5209EF09}" dt="2023-02-09T12:24:08.873" v="11" actId="20577"/>
          <ac:spMkLst>
            <pc:docMk/>
            <pc:sldMk cId="0" sldId="272"/>
            <ac:spMk id="77831" creationId="{A2F9729C-F894-854B-9D49-D98A9788D2A1}"/>
          </ac:spMkLst>
        </pc:spChg>
        <pc:spChg chg="mod">
          <ac:chgData name="Zheng Fei" userId="d19317889db4c986" providerId="LiveId" clId="{0BE8D872-FCB8-E342-A578-7A6D5209EF09}" dt="2023-02-09T12:23:45.406" v="2"/>
          <ac:spMkLst>
            <pc:docMk/>
            <pc:sldMk cId="0" sldId="272"/>
            <ac:spMk id="77832" creationId="{8AD4171E-C2D6-8843-8615-7B73BF65E190}"/>
          </ac:spMkLst>
        </pc:spChg>
        <pc:spChg chg="mod">
          <ac:chgData name="Zheng Fei" userId="d19317889db4c986" providerId="LiveId" clId="{0BE8D872-FCB8-E342-A578-7A6D5209EF09}" dt="2023-02-09T12:24:56.382" v="12" actId="692"/>
          <ac:spMkLst>
            <pc:docMk/>
            <pc:sldMk cId="0" sldId="272"/>
            <ac:spMk id="77834" creationId="{52FAC712-775E-104D-9DF6-FC5B79505CB2}"/>
          </ac:spMkLst>
        </pc:spChg>
        <pc:spChg chg="mod">
          <ac:chgData name="Zheng Fei" userId="d19317889db4c986" providerId="LiveId" clId="{0BE8D872-FCB8-E342-A578-7A6D5209EF09}" dt="2023-02-09T12:24:56.382" v="12" actId="692"/>
          <ac:spMkLst>
            <pc:docMk/>
            <pc:sldMk cId="0" sldId="272"/>
            <ac:spMk id="77837" creationId="{6E5CAEB0-7C6A-4941-8F19-999DFD2D07F2}"/>
          </ac:spMkLst>
        </pc:spChg>
        <pc:grpChg chg="add del">
          <ac:chgData name="Zheng Fei" userId="d19317889db4c986" providerId="LiveId" clId="{0BE8D872-FCB8-E342-A578-7A6D5209EF09}" dt="2023-02-09T12:46:29.652" v="93" actId="478"/>
          <ac:grpSpMkLst>
            <pc:docMk/>
            <pc:sldMk cId="0" sldId="272"/>
            <ac:grpSpMk id="77828" creationId="{E7114027-76C6-FF43-840A-0F08B7FAE252}"/>
          </ac:grpSpMkLst>
        </pc:grpChg>
      </pc:sldChg>
      <pc:sldChg chg="modSp mod">
        <pc:chgData name="Zheng Fei" userId="d19317889db4c986" providerId="LiveId" clId="{0BE8D872-FCB8-E342-A578-7A6D5209EF09}" dt="2023-02-09T12:39:58.104" v="76" actId="1036"/>
        <pc:sldMkLst>
          <pc:docMk/>
          <pc:sldMk cId="0" sldId="273"/>
        </pc:sldMkLst>
        <pc:spChg chg="mod">
          <ac:chgData name="Zheng Fei" userId="d19317889db4c986" providerId="LiveId" clId="{0BE8D872-FCB8-E342-A578-7A6D5209EF09}" dt="2023-02-09T12:26:59.543" v="37" actId="20577"/>
          <ac:spMkLst>
            <pc:docMk/>
            <pc:sldMk cId="0" sldId="273"/>
            <ac:spMk id="2" creationId="{E8FDD444-BAE9-F4F4-45C1-83C85205A4CB}"/>
          </ac:spMkLst>
        </pc:spChg>
        <pc:spChg chg="mod">
          <ac:chgData name="Zheng Fei" userId="d19317889db4c986" providerId="LiveId" clId="{0BE8D872-FCB8-E342-A578-7A6D5209EF09}" dt="2023-02-09T12:39:58.104" v="76" actId="1036"/>
          <ac:spMkLst>
            <pc:docMk/>
            <pc:sldMk cId="0" sldId="273"/>
            <ac:spMk id="6" creationId="{DCFD0431-A5B4-60D7-7947-53F6055FA6CA}"/>
          </ac:spMkLst>
        </pc:spChg>
      </pc:sldChg>
      <pc:sldChg chg="addSp delSp modSp mod">
        <pc:chgData name="Zheng Fei" userId="d19317889db4c986" providerId="LiveId" clId="{0BE8D872-FCB8-E342-A578-7A6D5209EF09}" dt="2023-02-09T12:42:03.223" v="81"/>
        <pc:sldMkLst>
          <pc:docMk/>
          <pc:sldMk cId="0" sldId="274"/>
        </pc:sldMkLst>
        <pc:spChg chg="del">
          <ac:chgData name="Zheng Fei" userId="d19317889db4c986" providerId="LiveId" clId="{0BE8D872-FCB8-E342-A578-7A6D5209EF09}" dt="2023-02-09T12:42:02.554" v="80" actId="478"/>
          <ac:spMkLst>
            <pc:docMk/>
            <pc:sldMk cId="0" sldId="274"/>
            <ac:spMk id="2" creationId="{B8AB85EF-26FA-DF1E-043F-F0F012467667}"/>
          </ac:spMkLst>
        </pc:spChg>
        <pc:spChg chg="add mod">
          <ac:chgData name="Zheng Fei" userId="d19317889db4c986" providerId="LiveId" clId="{0BE8D872-FCB8-E342-A578-7A6D5209EF09}" dt="2023-02-09T12:42:03.223" v="81"/>
          <ac:spMkLst>
            <pc:docMk/>
            <pc:sldMk cId="0" sldId="274"/>
            <ac:spMk id="4" creationId="{17D49E8D-4DCA-4B87-EE84-D15FF34616C1}"/>
          </ac:spMkLst>
        </pc:spChg>
      </pc:sldChg>
      <pc:sldChg chg="addSp delSp modSp mod">
        <pc:chgData name="Zheng Fei" userId="d19317889db4c986" providerId="LiveId" clId="{0BE8D872-FCB8-E342-A578-7A6D5209EF09}" dt="2023-02-09T12:34:45.566" v="55" actId="20577"/>
        <pc:sldMkLst>
          <pc:docMk/>
          <pc:sldMk cId="0" sldId="275"/>
        </pc:sldMkLst>
        <pc:spChg chg="del">
          <ac:chgData name="Zheng Fei" userId="d19317889db4c986" providerId="LiveId" clId="{0BE8D872-FCB8-E342-A578-7A6D5209EF09}" dt="2023-02-09T12:34:30.112" v="53" actId="478"/>
          <ac:spMkLst>
            <pc:docMk/>
            <pc:sldMk cId="0" sldId="275"/>
            <ac:spMk id="2" creationId="{7F36DFA7-988E-D995-1FF0-731F93A20EE0}"/>
          </ac:spMkLst>
        </pc:spChg>
        <pc:spChg chg="add mod">
          <ac:chgData name="Zheng Fei" userId="d19317889db4c986" providerId="LiveId" clId="{0BE8D872-FCB8-E342-A578-7A6D5209EF09}" dt="2023-02-09T12:34:45.566" v="55" actId="20577"/>
          <ac:spMkLst>
            <pc:docMk/>
            <pc:sldMk cId="0" sldId="275"/>
            <ac:spMk id="5" creationId="{7857E171-59AF-FC37-5FB6-4210EB927197}"/>
          </ac:spMkLst>
        </pc:spChg>
      </pc:sldChg>
      <pc:sldChg chg="addSp delSp modSp mod">
        <pc:chgData name="Zheng Fei" userId="d19317889db4c986" providerId="LiveId" clId="{0BE8D872-FCB8-E342-A578-7A6D5209EF09}" dt="2023-02-09T14:15:39.157" v="148" actId="1076"/>
        <pc:sldMkLst>
          <pc:docMk/>
          <pc:sldMk cId="0" sldId="276"/>
        </pc:sldMkLst>
        <pc:spChg chg="del">
          <ac:chgData name="Zheng Fei" userId="d19317889db4c986" providerId="LiveId" clId="{0BE8D872-FCB8-E342-A578-7A6D5209EF09}" dt="2023-02-09T12:34:51.953" v="56" actId="478"/>
          <ac:spMkLst>
            <pc:docMk/>
            <pc:sldMk cId="0" sldId="276"/>
            <ac:spMk id="2" creationId="{FAF339D3-1310-80A0-09A4-B685E6552DEB}"/>
          </ac:spMkLst>
        </pc:spChg>
        <pc:spChg chg="add mod">
          <ac:chgData name="Zheng Fei" userId="d19317889db4c986" providerId="LiveId" clId="{0BE8D872-FCB8-E342-A578-7A6D5209EF09}" dt="2023-02-09T12:34:56.367" v="58" actId="20577"/>
          <ac:spMkLst>
            <pc:docMk/>
            <pc:sldMk cId="0" sldId="276"/>
            <ac:spMk id="5" creationId="{9CC1CDCC-0F11-FFB2-5FC7-67A5F8BC3F50}"/>
          </ac:spMkLst>
        </pc:spChg>
        <pc:spChg chg="mod">
          <ac:chgData name="Zheng Fei" userId="d19317889db4c986" providerId="LiveId" clId="{0BE8D872-FCB8-E342-A578-7A6D5209EF09}" dt="2023-02-09T14:13:56.093" v="113" actId="20577"/>
          <ac:spMkLst>
            <pc:docMk/>
            <pc:sldMk cId="0" sldId="276"/>
            <ac:spMk id="81925" creationId="{D2E142CE-A926-1A42-AB7A-01763CC6BEE7}"/>
          </ac:spMkLst>
        </pc:spChg>
        <pc:spChg chg="mod">
          <ac:chgData name="Zheng Fei" userId="d19317889db4c986" providerId="LiveId" clId="{0BE8D872-FCB8-E342-A578-7A6D5209EF09}" dt="2023-02-09T14:14:45.436" v="128" actId="20577"/>
          <ac:spMkLst>
            <pc:docMk/>
            <pc:sldMk cId="0" sldId="276"/>
            <ac:spMk id="81926" creationId="{7AAF924E-BD38-324E-BC14-2B7EFE9E0699}"/>
          </ac:spMkLst>
        </pc:spChg>
        <pc:spChg chg="mod">
          <ac:chgData name="Zheng Fei" userId="d19317889db4c986" providerId="LiveId" clId="{0BE8D872-FCB8-E342-A578-7A6D5209EF09}" dt="2023-02-09T14:15:33.098" v="147" actId="20577"/>
          <ac:spMkLst>
            <pc:docMk/>
            <pc:sldMk cId="0" sldId="276"/>
            <ac:spMk id="81927" creationId="{76740E9C-6639-414B-B508-8F590AC33B20}"/>
          </ac:spMkLst>
        </pc:spChg>
        <pc:spChg chg="mod">
          <ac:chgData name="Zheng Fei" userId="d19317889db4c986" providerId="LiveId" clId="{0BE8D872-FCB8-E342-A578-7A6D5209EF09}" dt="2023-02-09T14:14:57.039" v="130" actId="1076"/>
          <ac:spMkLst>
            <pc:docMk/>
            <pc:sldMk cId="0" sldId="276"/>
            <ac:spMk id="81928" creationId="{A1E1ADA1-3820-B243-BCC5-DFF9CAB4449A}"/>
          </ac:spMkLst>
        </pc:spChg>
        <pc:spChg chg="mod">
          <ac:chgData name="Zheng Fei" userId="d19317889db4c986" providerId="LiveId" clId="{0BE8D872-FCB8-E342-A578-7A6D5209EF09}" dt="2023-02-09T14:15:21.351" v="143" actId="1076"/>
          <ac:spMkLst>
            <pc:docMk/>
            <pc:sldMk cId="0" sldId="276"/>
            <ac:spMk id="81930" creationId="{61F031D6-5874-4E41-8BC5-38FDE4EE4F29}"/>
          </ac:spMkLst>
        </pc:spChg>
        <pc:graphicFrameChg chg="mod">
          <ac:chgData name="Zheng Fei" userId="d19317889db4c986" providerId="LiveId" clId="{0BE8D872-FCB8-E342-A578-7A6D5209EF09}" dt="2023-02-09T14:15:39.157" v="148" actId="1076"/>
          <ac:graphicFrameMkLst>
            <pc:docMk/>
            <pc:sldMk cId="0" sldId="276"/>
            <ac:graphicFrameMk id="81929" creationId="{9E837817-2420-2F4A-B2F1-662A7BD66218}"/>
          </ac:graphicFrameMkLst>
        </pc:graphicFrameChg>
      </pc:sldChg>
      <pc:sldChg chg="addSp delSp modSp mod">
        <pc:chgData name="Zheng Fei" userId="d19317889db4c986" providerId="LiveId" clId="{0BE8D872-FCB8-E342-A578-7A6D5209EF09}" dt="2023-02-09T12:45:23.561" v="84" actId="20577"/>
        <pc:sldMkLst>
          <pc:docMk/>
          <pc:sldMk cId="0" sldId="281"/>
        </pc:sldMkLst>
        <pc:spChg chg="del">
          <ac:chgData name="Zheng Fei" userId="d19317889db4c986" providerId="LiveId" clId="{0BE8D872-FCB8-E342-A578-7A6D5209EF09}" dt="2023-02-09T12:45:20.754" v="82" actId="478"/>
          <ac:spMkLst>
            <pc:docMk/>
            <pc:sldMk cId="0" sldId="281"/>
            <ac:spMk id="2" creationId="{66A4BFF7-788C-739A-58D3-97E9EF37CF77}"/>
          </ac:spMkLst>
        </pc:spChg>
        <pc:spChg chg="add mod">
          <ac:chgData name="Zheng Fei" userId="d19317889db4c986" providerId="LiveId" clId="{0BE8D872-FCB8-E342-A578-7A6D5209EF09}" dt="2023-02-09T12:45:23.561" v="84" actId="20577"/>
          <ac:spMkLst>
            <pc:docMk/>
            <pc:sldMk cId="0" sldId="281"/>
            <ac:spMk id="5" creationId="{6B1148F9-686B-7169-7C22-CD0D599E2E6B}"/>
          </ac:spMkLst>
        </pc:spChg>
      </pc:sldChg>
      <pc:sldChg chg="addSp delSp modSp mod">
        <pc:chgData name="Zheng Fei" userId="d19317889db4c986" providerId="LiveId" clId="{0BE8D872-FCB8-E342-A578-7A6D5209EF09}" dt="2023-02-09T12:45:32.856" v="87" actId="20577"/>
        <pc:sldMkLst>
          <pc:docMk/>
          <pc:sldMk cId="0" sldId="285"/>
        </pc:sldMkLst>
        <pc:spChg chg="del">
          <ac:chgData name="Zheng Fei" userId="d19317889db4c986" providerId="LiveId" clId="{0BE8D872-FCB8-E342-A578-7A6D5209EF09}" dt="2023-02-09T12:45:29.728" v="85" actId="478"/>
          <ac:spMkLst>
            <pc:docMk/>
            <pc:sldMk cId="0" sldId="285"/>
            <ac:spMk id="2" creationId="{C7A4E726-6575-E5F0-6EF5-E7AEE574D11D}"/>
          </ac:spMkLst>
        </pc:spChg>
        <pc:spChg chg="add mod">
          <ac:chgData name="Zheng Fei" userId="d19317889db4c986" providerId="LiveId" clId="{0BE8D872-FCB8-E342-A578-7A6D5209EF09}" dt="2023-02-09T12:45:32.856" v="87" actId="20577"/>
          <ac:spMkLst>
            <pc:docMk/>
            <pc:sldMk cId="0" sldId="285"/>
            <ac:spMk id="5" creationId="{BFD9BFED-8D0F-8F64-F5AD-19DDAB5A03AC}"/>
          </ac:spMkLst>
        </pc:spChg>
      </pc:sldChg>
      <pc:sldChg chg="delSp modSp mod">
        <pc:chgData name="Zheng Fei" userId="d19317889db4c986" providerId="LiveId" clId="{0BE8D872-FCB8-E342-A578-7A6D5209EF09}" dt="2023-02-09T12:36:05.980" v="64" actId="1076"/>
        <pc:sldMkLst>
          <pc:docMk/>
          <pc:sldMk cId="1873751283" sldId="320"/>
        </pc:sldMkLst>
        <pc:spChg chg="del">
          <ac:chgData name="Zheng Fei" userId="d19317889db4c986" providerId="LiveId" clId="{0BE8D872-FCB8-E342-A578-7A6D5209EF09}" dt="2023-02-09T12:26:41.403" v="24" actId="478"/>
          <ac:spMkLst>
            <pc:docMk/>
            <pc:sldMk cId="1873751283" sldId="320"/>
            <ac:spMk id="19" creationId="{7D5698CB-0D81-4BB9-BAB8-1B6811DD5C70}"/>
          </ac:spMkLst>
        </pc:spChg>
        <pc:spChg chg="del">
          <ac:chgData name="Zheng Fei" userId="d19317889db4c986" providerId="LiveId" clId="{0BE8D872-FCB8-E342-A578-7A6D5209EF09}" dt="2023-02-09T12:26:41.403" v="24" actId="478"/>
          <ac:spMkLst>
            <pc:docMk/>
            <pc:sldMk cId="1873751283" sldId="320"/>
            <ac:spMk id="21" creationId="{08A127FD-675A-480D-B0AD-259E2307CC92}"/>
          </ac:spMkLst>
        </pc:spChg>
        <pc:spChg chg="del">
          <ac:chgData name="Zheng Fei" userId="d19317889db4c986" providerId="LiveId" clId="{0BE8D872-FCB8-E342-A578-7A6D5209EF09}" dt="2023-02-09T12:26:41.403" v="24" actId="478"/>
          <ac:spMkLst>
            <pc:docMk/>
            <pc:sldMk cId="1873751283" sldId="320"/>
            <ac:spMk id="24" creationId="{E343E90A-952B-4F29-82C6-D81FACB695C4}"/>
          </ac:spMkLst>
        </pc:spChg>
        <pc:spChg chg="del">
          <ac:chgData name="Zheng Fei" userId="d19317889db4c986" providerId="LiveId" clId="{0BE8D872-FCB8-E342-A578-7A6D5209EF09}" dt="2023-02-09T12:26:41.403" v="24" actId="478"/>
          <ac:spMkLst>
            <pc:docMk/>
            <pc:sldMk cId="1873751283" sldId="320"/>
            <ac:spMk id="25" creationId="{66929F53-BFBB-4F31-AEBF-0462DBEB2833}"/>
          </ac:spMkLst>
        </pc:spChg>
        <pc:spChg chg="del">
          <ac:chgData name="Zheng Fei" userId="d19317889db4c986" providerId="LiveId" clId="{0BE8D872-FCB8-E342-A578-7A6D5209EF09}" dt="2023-02-09T12:26:41.403" v="24" actId="478"/>
          <ac:spMkLst>
            <pc:docMk/>
            <pc:sldMk cId="1873751283" sldId="320"/>
            <ac:spMk id="29" creationId="{91EE83F6-0C53-4641-B49B-0A6916443A07}"/>
          </ac:spMkLst>
        </pc:spChg>
        <pc:spChg chg="del">
          <ac:chgData name="Zheng Fei" userId="d19317889db4c986" providerId="LiveId" clId="{0BE8D872-FCB8-E342-A578-7A6D5209EF09}" dt="2023-02-09T12:26:41.403" v="24" actId="478"/>
          <ac:spMkLst>
            <pc:docMk/>
            <pc:sldMk cId="1873751283" sldId="320"/>
            <ac:spMk id="30" creationId="{24ABEB08-EEEE-40F1-9733-072BB2CECD04}"/>
          </ac:spMkLst>
        </pc:spChg>
        <pc:spChg chg="mod">
          <ac:chgData name="Zheng Fei" userId="d19317889db4c986" providerId="LiveId" clId="{0BE8D872-FCB8-E342-A578-7A6D5209EF09}" dt="2023-02-09T12:25:54.357" v="22" actId="20577"/>
          <ac:spMkLst>
            <pc:docMk/>
            <pc:sldMk cId="1873751283" sldId="320"/>
            <ac:spMk id="77830" creationId="{63606BBF-0365-0A44-AFD8-C85DDF6E44D1}"/>
          </ac:spMkLst>
        </pc:spChg>
        <pc:spChg chg="mod">
          <ac:chgData name="Zheng Fei" userId="d19317889db4c986" providerId="LiveId" clId="{0BE8D872-FCB8-E342-A578-7A6D5209EF09}" dt="2023-02-09T12:26:07.480" v="23" actId="692"/>
          <ac:spMkLst>
            <pc:docMk/>
            <pc:sldMk cId="1873751283" sldId="320"/>
            <ac:spMk id="77834" creationId="{52FAC712-775E-104D-9DF6-FC5B79505CB2}"/>
          </ac:spMkLst>
        </pc:spChg>
        <pc:spChg chg="mod">
          <ac:chgData name="Zheng Fei" userId="d19317889db4c986" providerId="LiveId" clId="{0BE8D872-FCB8-E342-A578-7A6D5209EF09}" dt="2023-02-09T12:26:07.480" v="23" actId="692"/>
          <ac:spMkLst>
            <pc:docMk/>
            <pc:sldMk cId="1873751283" sldId="320"/>
            <ac:spMk id="77837" creationId="{6E5CAEB0-7C6A-4941-8F19-999DFD2D07F2}"/>
          </ac:spMkLst>
        </pc:spChg>
        <pc:spChg chg="mod">
          <ac:chgData name="Zheng Fei" userId="d19317889db4c986" providerId="LiveId" clId="{0BE8D872-FCB8-E342-A578-7A6D5209EF09}" dt="2023-02-09T12:36:05.980" v="64" actId="1076"/>
          <ac:spMkLst>
            <pc:docMk/>
            <pc:sldMk cId="1873751283" sldId="320"/>
            <ac:spMk id="77842" creationId="{642625CC-F8A7-674F-8B11-85DB5D37BD0C}"/>
          </ac:spMkLst>
        </pc:spChg>
        <pc:graphicFrameChg chg="del">
          <ac:chgData name="Zheng Fei" userId="d19317889db4c986" providerId="LiveId" clId="{0BE8D872-FCB8-E342-A578-7A6D5209EF09}" dt="2023-02-09T12:26:41.403" v="24" actId="478"/>
          <ac:graphicFrameMkLst>
            <pc:docMk/>
            <pc:sldMk cId="1873751283" sldId="320"/>
            <ac:graphicFrameMk id="22" creationId="{EAEC2FA6-A835-4F6D-AFBC-973D9BC03FDB}"/>
          </ac:graphicFrameMkLst>
        </pc:graphicFrameChg>
        <pc:graphicFrameChg chg="del">
          <ac:chgData name="Zheng Fei" userId="d19317889db4c986" providerId="LiveId" clId="{0BE8D872-FCB8-E342-A578-7A6D5209EF09}" dt="2023-02-09T12:26:41.403" v="24" actId="478"/>
          <ac:graphicFrameMkLst>
            <pc:docMk/>
            <pc:sldMk cId="1873751283" sldId="320"/>
            <ac:graphicFrameMk id="23" creationId="{5F564E89-371E-4C8D-8011-7DEB1067521B}"/>
          </ac:graphicFrameMkLst>
        </pc:graphicFrameChg>
        <pc:graphicFrameChg chg="del">
          <ac:chgData name="Zheng Fei" userId="d19317889db4c986" providerId="LiveId" clId="{0BE8D872-FCB8-E342-A578-7A6D5209EF09}" dt="2023-02-09T12:26:41.403" v="24" actId="478"/>
          <ac:graphicFrameMkLst>
            <pc:docMk/>
            <pc:sldMk cId="1873751283" sldId="320"/>
            <ac:graphicFrameMk id="26" creationId="{B9607056-5C3F-4EEB-8282-2F008046BBE9}"/>
          </ac:graphicFrameMkLst>
        </pc:graphicFrameChg>
        <pc:graphicFrameChg chg="del">
          <ac:chgData name="Zheng Fei" userId="d19317889db4c986" providerId="LiveId" clId="{0BE8D872-FCB8-E342-A578-7A6D5209EF09}" dt="2023-02-09T12:26:41.403" v="24" actId="478"/>
          <ac:graphicFrameMkLst>
            <pc:docMk/>
            <pc:sldMk cId="1873751283" sldId="320"/>
            <ac:graphicFrameMk id="27" creationId="{A67542F8-00BB-4E5C-8F05-5A769E259E15}"/>
          </ac:graphicFrameMkLst>
        </pc:graphicFrameChg>
        <pc:graphicFrameChg chg="del">
          <ac:chgData name="Zheng Fei" userId="d19317889db4c986" providerId="LiveId" clId="{0BE8D872-FCB8-E342-A578-7A6D5209EF09}" dt="2023-02-09T12:26:41.403" v="24" actId="478"/>
          <ac:graphicFrameMkLst>
            <pc:docMk/>
            <pc:sldMk cId="1873751283" sldId="320"/>
            <ac:graphicFrameMk id="28" creationId="{E3EE2ED9-D020-4B22-B9A6-C821E12163D7}"/>
          </ac:graphicFrameMkLst>
        </pc:graphicFrameChg>
      </pc:sldChg>
      <pc:sldChg chg="addSp delSp modSp mod">
        <pc:chgData name="Zheng Fei" userId="d19317889db4c986" providerId="LiveId" clId="{0BE8D872-FCB8-E342-A578-7A6D5209EF09}" dt="2023-02-09T14:21:53.767" v="168" actId="1076"/>
        <pc:sldMkLst>
          <pc:docMk/>
          <pc:sldMk cId="315795448" sldId="323"/>
        </pc:sldMkLst>
        <pc:spChg chg="del">
          <ac:chgData name="Zheng Fei" userId="d19317889db4c986" providerId="LiveId" clId="{0BE8D872-FCB8-E342-A578-7A6D5209EF09}" dt="2023-02-09T14:21:42.025" v="166" actId="478"/>
          <ac:spMkLst>
            <pc:docMk/>
            <pc:sldMk cId="315795448" sldId="323"/>
            <ac:spMk id="6" creationId="{42053E98-FB80-4616-8104-37E9CE34324E}"/>
          </ac:spMkLst>
        </pc:spChg>
        <pc:spChg chg="del">
          <ac:chgData name="Zheng Fei" userId="d19317889db4c986" providerId="LiveId" clId="{0BE8D872-FCB8-E342-A578-7A6D5209EF09}" dt="2023-02-09T14:21:42.025" v="166" actId="478"/>
          <ac:spMkLst>
            <pc:docMk/>
            <pc:sldMk cId="315795448" sldId="323"/>
            <ac:spMk id="7" creationId="{6FFF7056-ED9C-41C7-95AE-6D992BF3D8B9}"/>
          </ac:spMkLst>
        </pc:spChg>
        <pc:graphicFrameChg chg="del">
          <ac:chgData name="Zheng Fei" userId="d19317889db4c986" providerId="LiveId" clId="{0BE8D872-FCB8-E342-A578-7A6D5209EF09}" dt="2023-02-09T14:21:42.025" v="166" actId="478"/>
          <ac:graphicFrameMkLst>
            <pc:docMk/>
            <pc:sldMk cId="315795448" sldId="323"/>
            <ac:graphicFrameMk id="5" creationId="{03F8866A-A4BB-41CB-8978-03486684FCCE}"/>
          </ac:graphicFrameMkLst>
        </pc:graphicFrameChg>
        <pc:graphicFrameChg chg="del">
          <ac:chgData name="Zheng Fei" userId="d19317889db4c986" providerId="LiveId" clId="{0BE8D872-FCB8-E342-A578-7A6D5209EF09}" dt="2023-02-09T14:21:42.025" v="166" actId="478"/>
          <ac:graphicFrameMkLst>
            <pc:docMk/>
            <pc:sldMk cId="315795448" sldId="323"/>
            <ac:graphicFrameMk id="8" creationId="{27402769-9DD4-4FCD-A2F6-7207F5ED761C}"/>
          </ac:graphicFrameMkLst>
        </pc:graphicFrameChg>
        <pc:graphicFrameChg chg="del">
          <ac:chgData name="Zheng Fei" userId="d19317889db4c986" providerId="LiveId" clId="{0BE8D872-FCB8-E342-A578-7A6D5209EF09}" dt="2023-02-09T14:21:42.025" v="166" actId="478"/>
          <ac:graphicFrameMkLst>
            <pc:docMk/>
            <pc:sldMk cId="315795448" sldId="323"/>
            <ac:graphicFrameMk id="9" creationId="{A1F38CB4-4A43-4D78-9199-0BE2FADD133E}"/>
          </ac:graphicFrameMkLst>
        </pc:graphicFrameChg>
        <pc:picChg chg="add mod">
          <ac:chgData name="Zheng Fei" userId="d19317889db4c986" providerId="LiveId" clId="{0BE8D872-FCB8-E342-A578-7A6D5209EF09}" dt="2023-02-09T14:21:53.767" v="168" actId="1076"/>
          <ac:picMkLst>
            <pc:docMk/>
            <pc:sldMk cId="315795448" sldId="323"/>
            <ac:picMk id="2" creationId="{D68F155A-6849-D597-CFF5-9B07AEDC8BE9}"/>
          </ac:picMkLst>
        </pc:picChg>
        <pc:picChg chg="del">
          <ac:chgData name="Zheng Fei" userId="d19317889db4c986" providerId="LiveId" clId="{0BE8D872-FCB8-E342-A578-7A6D5209EF09}" dt="2023-02-09T14:20:39.766" v="151" actId="478"/>
          <ac:picMkLst>
            <pc:docMk/>
            <pc:sldMk cId="315795448" sldId="323"/>
            <ac:picMk id="12" creationId="{8FD41749-A8EE-4C13-BECD-46FD24D46FD8}"/>
          </ac:picMkLst>
        </pc:picChg>
        <pc:picChg chg="add mod">
          <ac:chgData name="Zheng Fei" userId="d19317889db4c986" providerId="LiveId" clId="{0BE8D872-FCB8-E342-A578-7A6D5209EF09}" dt="2023-02-09T14:21:51.070" v="167" actId="1076"/>
          <ac:picMkLst>
            <pc:docMk/>
            <pc:sldMk cId="315795448" sldId="323"/>
            <ac:picMk id="1026" creationId="{D392D9D0-4756-DBAC-59A2-DAB277D54BCE}"/>
          </ac:picMkLst>
        </pc:picChg>
      </pc:sldChg>
      <pc:sldChg chg="addSp delSp modSp mod">
        <pc:chgData name="Zheng Fei" userId="d19317889db4c986" providerId="LiveId" clId="{0BE8D872-FCB8-E342-A578-7A6D5209EF09}" dt="2023-02-09T12:28:43.420" v="41" actId="20577"/>
        <pc:sldMkLst>
          <pc:docMk/>
          <pc:sldMk cId="0" sldId="351"/>
        </pc:sldMkLst>
        <pc:spChg chg="del">
          <ac:chgData name="Zheng Fei" userId="d19317889db4c986" providerId="LiveId" clId="{0BE8D872-FCB8-E342-A578-7A6D5209EF09}" dt="2023-02-09T12:28:40.107" v="39" actId="478"/>
          <ac:spMkLst>
            <pc:docMk/>
            <pc:sldMk cId="0" sldId="351"/>
            <ac:spMk id="3" creationId="{1C759C46-2859-B849-A7D4-1A55ED7666C8}"/>
          </ac:spMkLst>
        </pc:spChg>
        <pc:spChg chg="add mod">
          <ac:chgData name="Zheng Fei" userId="d19317889db4c986" providerId="LiveId" clId="{0BE8D872-FCB8-E342-A578-7A6D5209EF09}" dt="2023-02-09T12:28:43.420" v="41" actId="20577"/>
          <ac:spMkLst>
            <pc:docMk/>
            <pc:sldMk cId="0" sldId="351"/>
            <ac:spMk id="7" creationId="{EDBD5B50-EBEE-C869-6E4E-09D57F0A7801}"/>
          </ac:spMkLst>
        </pc:spChg>
      </pc:sldChg>
      <pc:sldChg chg="modSp mod">
        <pc:chgData name="Zheng Fei" userId="d19317889db4c986" providerId="LiveId" clId="{0BE8D872-FCB8-E342-A578-7A6D5209EF09}" dt="2023-02-09T12:41:50.162" v="79"/>
        <pc:sldMkLst>
          <pc:docMk/>
          <pc:sldMk cId="0" sldId="352"/>
        </pc:sldMkLst>
        <pc:spChg chg="mod">
          <ac:chgData name="Zheng Fei" userId="d19317889db4c986" providerId="LiveId" clId="{0BE8D872-FCB8-E342-A578-7A6D5209EF09}" dt="2023-02-09T12:41:50.162" v="79"/>
          <ac:spMkLst>
            <pc:docMk/>
            <pc:sldMk cId="0" sldId="352"/>
            <ac:spMk id="2" creationId="{4ABD54A7-F882-B095-0A6D-5D41F92FC9B5}"/>
          </ac:spMkLst>
        </pc:spChg>
      </pc:sldChg>
      <pc:sldChg chg="addSp delSp modSp mod">
        <pc:chgData name="Zheng Fei" userId="d19317889db4c986" providerId="LiveId" clId="{0BE8D872-FCB8-E342-A578-7A6D5209EF09}" dt="2023-02-09T14:13:39.663" v="111" actId="113"/>
        <pc:sldMkLst>
          <pc:docMk/>
          <pc:sldMk cId="1370771721" sldId="406"/>
        </pc:sldMkLst>
        <pc:spChg chg="del">
          <ac:chgData name="Zheng Fei" userId="d19317889db4c986" providerId="LiveId" clId="{0BE8D872-FCB8-E342-A578-7A6D5209EF09}" dt="2023-02-09T12:29:35.670" v="42" actId="478"/>
          <ac:spMkLst>
            <pc:docMk/>
            <pc:sldMk cId="1370771721" sldId="406"/>
            <ac:spMk id="2" creationId="{95518009-E83C-C33A-A0B7-147EA4A9DC5D}"/>
          </ac:spMkLst>
        </pc:spChg>
        <pc:spChg chg="add mod">
          <ac:chgData name="Zheng Fei" userId="d19317889db4c986" providerId="LiveId" clId="{0BE8D872-FCB8-E342-A578-7A6D5209EF09}" dt="2023-02-09T12:29:38.829" v="44" actId="20577"/>
          <ac:spMkLst>
            <pc:docMk/>
            <pc:sldMk cId="1370771721" sldId="406"/>
            <ac:spMk id="8" creationId="{8797D66F-FB3E-275D-E9F0-EE6570E359B7}"/>
          </ac:spMkLst>
        </pc:spChg>
        <pc:spChg chg="mod">
          <ac:chgData name="Zheng Fei" userId="d19317889db4c986" providerId="LiveId" clId="{0BE8D872-FCB8-E342-A578-7A6D5209EF09}" dt="2023-02-09T14:13:39.663" v="111" actId="113"/>
          <ac:spMkLst>
            <pc:docMk/>
            <pc:sldMk cId="1370771721" sldId="406"/>
            <ac:spMk id="79879" creationId="{315A4930-9E54-DF4C-968C-BA0CACC2F14D}"/>
          </ac:spMkLst>
        </pc:spChg>
      </pc:sldChg>
      <pc:sldChg chg="modSp del mod">
        <pc:chgData name="Zheng Fei" userId="d19317889db4c986" providerId="LiveId" clId="{0BE8D872-FCB8-E342-A578-7A6D5209EF09}" dt="2023-02-09T14:12:36.190" v="100" actId="2696"/>
        <pc:sldMkLst>
          <pc:docMk/>
          <pc:sldMk cId="771023811" sldId="407"/>
        </pc:sldMkLst>
        <pc:spChg chg="mod">
          <ac:chgData name="Zheng Fei" userId="d19317889db4c986" providerId="LiveId" clId="{0BE8D872-FCB8-E342-A578-7A6D5209EF09}" dt="2023-02-09T12:32:46.816" v="52"/>
          <ac:spMkLst>
            <pc:docMk/>
            <pc:sldMk cId="771023811" sldId="407"/>
            <ac:spMk id="7" creationId="{B7DFEDD6-FBD4-4E4A-9F13-8C667FBB955B}"/>
          </ac:spMkLst>
        </pc:spChg>
        <pc:spChg chg="mod">
          <ac:chgData name="Zheng Fei" userId="d19317889db4c986" providerId="LiveId" clId="{0BE8D872-FCB8-E342-A578-7A6D5209EF09}" dt="2023-02-09T12:32:37.785" v="51"/>
          <ac:spMkLst>
            <pc:docMk/>
            <pc:sldMk cId="771023811" sldId="407"/>
            <ac:spMk id="8" creationId="{EFC62A39-3BDD-41AC-8204-EA2B42860D00}"/>
          </ac:spMkLst>
        </pc:spChg>
        <pc:picChg chg="mod modCrop">
          <ac:chgData name="Zheng Fei" userId="d19317889db4c986" providerId="LiveId" clId="{0BE8D872-FCB8-E342-A578-7A6D5209EF09}" dt="2023-02-09T12:32:15.901" v="47" actId="732"/>
          <ac:picMkLst>
            <pc:docMk/>
            <pc:sldMk cId="771023811" sldId="407"/>
            <ac:picMk id="4" creationId="{9C9B4275-AA3E-4EF9-BB50-8EA88A589AA2}"/>
          </ac:picMkLst>
        </pc:picChg>
      </pc:sldChg>
      <pc:sldChg chg="add">
        <pc:chgData name="Zheng Fei" userId="d19317889db4c986" providerId="LiveId" clId="{0BE8D872-FCB8-E342-A578-7A6D5209EF09}" dt="2023-02-09T14:12:52.378" v="101"/>
        <pc:sldMkLst>
          <pc:docMk/>
          <pc:sldMk cId="1186721993" sldId="407"/>
        </pc:sldMkLst>
      </pc:sldChg>
      <pc:sldChg chg="addSp delSp modSp mod">
        <pc:chgData name="Zheng Fei" userId="d19317889db4c986" providerId="LiveId" clId="{0BE8D872-FCB8-E342-A578-7A6D5209EF09}" dt="2023-02-09T12:35:07.168" v="63" actId="20577"/>
        <pc:sldMkLst>
          <pc:docMk/>
          <pc:sldMk cId="3028669943" sldId="408"/>
        </pc:sldMkLst>
        <pc:spChg chg="del">
          <ac:chgData name="Zheng Fei" userId="d19317889db4c986" providerId="LiveId" clId="{0BE8D872-FCB8-E342-A578-7A6D5209EF09}" dt="2023-02-09T12:35:02.196" v="59" actId="478"/>
          <ac:spMkLst>
            <pc:docMk/>
            <pc:sldMk cId="3028669943" sldId="408"/>
            <ac:spMk id="2" creationId="{306B5A7C-0C36-63CB-CC58-265BFCF14795}"/>
          </ac:spMkLst>
        </pc:spChg>
        <pc:spChg chg="add mod">
          <ac:chgData name="Zheng Fei" userId="d19317889db4c986" providerId="LiveId" clId="{0BE8D872-FCB8-E342-A578-7A6D5209EF09}" dt="2023-02-09T12:35:07.168" v="63" actId="20577"/>
          <ac:spMkLst>
            <pc:docMk/>
            <pc:sldMk cId="3028669943" sldId="408"/>
            <ac:spMk id="5" creationId="{8ABD41DC-2A13-2709-9DBE-5B78E05D6E49}"/>
          </ac:spMkLst>
        </pc:spChg>
      </pc:sldChg>
      <pc:sldChg chg="del">
        <pc:chgData name="Zheng Fei" userId="d19317889db4c986" providerId="LiveId" clId="{0BE8D872-FCB8-E342-A578-7A6D5209EF09}" dt="2023-02-09T12:41:00.983" v="77" actId="2696"/>
        <pc:sldMkLst>
          <pc:docMk/>
          <pc:sldMk cId="1001287326" sldId="409"/>
        </pc:sldMkLst>
      </pc:sldChg>
      <pc:sldChg chg="add">
        <pc:chgData name="Zheng Fei" userId="d19317889db4c986" providerId="LiveId" clId="{0BE8D872-FCB8-E342-A578-7A6D5209EF09}" dt="2023-02-09T12:41:07.585" v="78"/>
        <pc:sldMkLst>
          <pc:docMk/>
          <pc:sldMk cId="3084404272" sldId="409"/>
        </pc:sldMkLst>
      </pc:sldChg>
      <pc:sldChg chg="add">
        <pc:chgData name="Zheng Fei" userId="d19317889db4c986" providerId="LiveId" clId="{0BE8D872-FCB8-E342-A578-7A6D5209EF09}" dt="2023-02-09T14:08:56.018" v="97"/>
        <pc:sldMkLst>
          <pc:docMk/>
          <pc:sldMk cId="1106504408" sldId="440"/>
        </pc:sldMkLst>
      </pc:sldChg>
      <pc:sldChg chg="ord modAnim">
        <pc:chgData name="Zheng Fei" userId="d19317889db4c986" providerId="LiveId" clId="{0BE8D872-FCB8-E342-A578-7A6D5209EF09}" dt="2023-02-09T14:16:10.119" v="149"/>
        <pc:sldMkLst>
          <pc:docMk/>
          <pc:sldMk cId="2009413980" sldId="1790"/>
        </pc:sldMkLst>
      </pc:sldChg>
      <pc:sldChg chg="del">
        <pc:chgData name="Zheng Fei" userId="d19317889db4c986" providerId="LiveId" clId="{0BE8D872-FCB8-E342-A578-7A6D5209EF09}" dt="2023-02-09T12:46:05.957" v="89" actId="2696"/>
        <pc:sldMkLst>
          <pc:docMk/>
          <pc:sldMk cId="1881422154" sldId="1791"/>
        </pc:sldMkLst>
      </pc:sldChg>
      <pc:sldChg chg="del">
        <pc:chgData name="Zheng Fei" userId="d19317889db4c986" providerId="LiveId" clId="{0BE8D872-FCB8-E342-A578-7A6D5209EF09}" dt="2023-02-09T12:28:12.434" v="38" actId="2696"/>
        <pc:sldMkLst>
          <pc:docMk/>
          <pc:sldMk cId="318409868" sldId="1793"/>
        </pc:sldMkLst>
      </pc:sldChg>
      <pc:sldChg chg="add">
        <pc:chgData name="Zheng Fei" userId="d19317889db4c986" providerId="LiveId" clId="{0BE8D872-FCB8-E342-A578-7A6D5209EF09}" dt="2023-02-09T12:46:04.365" v="88"/>
        <pc:sldMkLst>
          <pc:docMk/>
          <pc:sldMk cId="1632151905" sldId="1793"/>
        </pc:sldMkLst>
      </pc:sldChg>
      <pc:sldChg chg="addSp delSp modSp new">
        <pc:chgData name="Zheng Fei" userId="d19317889db4c986" providerId="LiveId" clId="{0BE8D872-FCB8-E342-A578-7A6D5209EF09}" dt="2023-02-09T14:22:36.269" v="175" actId="1076"/>
        <pc:sldMkLst>
          <pc:docMk/>
          <pc:sldMk cId="503517133" sldId="1794"/>
        </pc:sldMkLst>
        <pc:spChg chg="del">
          <ac:chgData name="Zheng Fei" userId="d19317889db4c986" providerId="LiveId" clId="{0BE8D872-FCB8-E342-A578-7A6D5209EF09}" dt="2023-02-09T14:22:16.149" v="171" actId="478"/>
          <ac:spMkLst>
            <pc:docMk/>
            <pc:sldMk cId="503517133" sldId="1794"/>
            <ac:spMk id="2" creationId="{0E50CECA-030E-8A3F-0231-6012A98E0D97}"/>
          </ac:spMkLst>
        </pc:spChg>
        <pc:spChg chg="del">
          <ac:chgData name="Zheng Fei" userId="d19317889db4c986" providerId="LiveId" clId="{0BE8D872-FCB8-E342-A578-7A6D5209EF09}" dt="2023-02-09T14:22:13.225" v="170" actId="478"/>
          <ac:spMkLst>
            <pc:docMk/>
            <pc:sldMk cId="503517133" sldId="1794"/>
            <ac:spMk id="3" creationId="{467BB2D1-E6A2-ECBC-C01D-A503016D85BD}"/>
          </ac:spMkLst>
        </pc:spChg>
        <pc:spChg chg="add mod">
          <ac:chgData name="Zheng Fei" userId="d19317889db4c986" providerId="LiveId" clId="{0BE8D872-FCB8-E342-A578-7A6D5209EF09}" dt="2023-02-09T14:22:27.175" v="173"/>
          <ac:spMkLst>
            <pc:docMk/>
            <pc:sldMk cId="503517133" sldId="1794"/>
            <ac:spMk id="6" creationId="{3F1D8838-2464-8940-0232-B1497C58232F}"/>
          </ac:spMkLst>
        </pc:spChg>
        <pc:spChg chg="add mod">
          <ac:chgData name="Zheng Fei" userId="d19317889db4c986" providerId="LiveId" clId="{0BE8D872-FCB8-E342-A578-7A6D5209EF09}" dt="2023-02-09T14:22:27.175" v="173"/>
          <ac:spMkLst>
            <pc:docMk/>
            <pc:sldMk cId="503517133" sldId="1794"/>
            <ac:spMk id="7" creationId="{3042E4A3-3712-ED04-7DBE-2D82063C9ED9}"/>
          </ac:spMkLst>
        </pc:spChg>
        <pc:picChg chg="add mod">
          <ac:chgData name="Zheng Fei" userId="d19317889db4c986" providerId="LiveId" clId="{0BE8D872-FCB8-E342-A578-7A6D5209EF09}" dt="2023-02-09T14:22:32.837" v="174" actId="1076"/>
          <ac:picMkLst>
            <pc:docMk/>
            <pc:sldMk cId="503517133" sldId="1794"/>
            <ac:picMk id="4" creationId="{C9AE572B-EB3A-E8E6-91D2-FBA7DBF56FED}"/>
          </ac:picMkLst>
        </pc:picChg>
        <pc:picChg chg="add mod">
          <ac:chgData name="Zheng Fei" userId="d19317889db4c986" providerId="LiveId" clId="{0BE8D872-FCB8-E342-A578-7A6D5209EF09}" dt="2023-02-09T14:22:36.269" v="175" actId="1076"/>
          <ac:picMkLst>
            <pc:docMk/>
            <pc:sldMk cId="503517133" sldId="1794"/>
            <ac:picMk id="5" creationId="{FC04AEE2-AD7F-DEA4-C86A-B17361B008B2}"/>
          </ac:picMkLst>
        </pc:picChg>
        <pc:cxnChg chg="add mod">
          <ac:chgData name="Zheng Fei" userId="d19317889db4c986" providerId="LiveId" clId="{0BE8D872-FCB8-E342-A578-7A6D5209EF09}" dt="2023-02-09T14:22:27.175" v="173"/>
          <ac:cxnSpMkLst>
            <pc:docMk/>
            <pc:sldMk cId="503517133" sldId="1794"/>
            <ac:cxnSpMk id="8" creationId="{941DEA90-D919-D3FE-3FC8-ADF0436DE5BF}"/>
          </ac:cxnSpMkLst>
        </pc:cxnChg>
      </pc:sldChg>
      <pc:sldChg chg="addSp delSp modSp new">
        <pc:chgData name="Zheng Fei" userId="d19317889db4c986" providerId="LiveId" clId="{0BE8D872-FCB8-E342-A578-7A6D5209EF09}" dt="2023-02-09T14:23:56.838" v="184" actId="1076"/>
        <pc:sldMkLst>
          <pc:docMk/>
          <pc:sldMk cId="2598947989" sldId="1795"/>
        </pc:sldMkLst>
        <pc:spChg chg="del">
          <ac:chgData name="Zheng Fei" userId="d19317889db4c986" providerId="LiveId" clId="{0BE8D872-FCB8-E342-A578-7A6D5209EF09}" dt="2023-02-09T14:23:27.077" v="181" actId="478"/>
          <ac:spMkLst>
            <pc:docMk/>
            <pc:sldMk cId="2598947989" sldId="1795"/>
            <ac:spMk id="2" creationId="{51A047CB-B679-A19B-A893-2213AB9F7C94}"/>
          </ac:spMkLst>
        </pc:spChg>
        <pc:spChg chg="del">
          <ac:chgData name="Zheng Fei" userId="d19317889db4c986" providerId="LiveId" clId="{0BE8D872-FCB8-E342-A578-7A6D5209EF09}" dt="2023-02-09T14:23:19.894" v="177"/>
          <ac:spMkLst>
            <pc:docMk/>
            <pc:sldMk cId="2598947989" sldId="1795"/>
            <ac:spMk id="3" creationId="{979363D8-CABE-3A1B-CEDE-6B6A62249ADB}"/>
          </ac:spMkLst>
        </pc:spChg>
        <pc:picChg chg="add mod">
          <ac:chgData name="Zheng Fei" userId="d19317889db4c986" providerId="LiveId" clId="{0BE8D872-FCB8-E342-A578-7A6D5209EF09}" dt="2023-02-09T14:23:56.838" v="184" actId="1076"/>
          <ac:picMkLst>
            <pc:docMk/>
            <pc:sldMk cId="2598947989" sldId="1795"/>
            <ac:picMk id="5" creationId="{7B47539B-64EC-BB0E-99F0-89DBABE03097}"/>
          </ac:picMkLst>
        </pc:picChg>
      </pc:sldChg>
    </pc:docChg>
  </pc:docChgLst>
  <pc:docChgLst>
    <pc:chgData name="Fei Zheng" userId="d19317889db4c986" providerId="LiveId" clId="{51233349-840B-BF4F-AA12-C3B0537B8EAC}"/>
    <pc:docChg chg="custSel modSld">
      <pc:chgData name="Fei Zheng" userId="d19317889db4c986" providerId="LiveId" clId="{51233349-840B-BF4F-AA12-C3B0537B8EAC}" dt="2023-02-10T04:15:38.841" v="46"/>
      <pc:docMkLst>
        <pc:docMk/>
      </pc:docMkLst>
      <pc:sldChg chg="addSp delSp modSp mod">
        <pc:chgData name="Fei Zheng" userId="d19317889db4c986" providerId="LiveId" clId="{51233349-840B-BF4F-AA12-C3B0537B8EAC}" dt="2023-02-10T04:15:38.841" v="46"/>
        <pc:sldMkLst>
          <pc:docMk/>
          <pc:sldMk cId="1106504408" sldId="440"/>
        </pc:sldMkLst>
        <pc:spChg chg="add del mod">
          <ac:chgData name="Fei Zheng" userId="d19317889db4c986" providerId="LiveId" clId="{51233349-840B-BF4F-AA12-C3B0537B8EAC}" dt="2023-02-10T04:15:25.424" v="43" actId="21"/>
          <ac:spMkLst>
            <pc:docMk/>
            <pc:sldMk cId="1106504408" sldId="440"/>
            <ac:spMk id="2" creationId="{061880C0-C8BD-2B8A-A27F-C3D3E9DF70A6}"/>
          </ac:spMkLst>
        </pc:spChg>
        <pc:spChg chg="add mod">
          <ac:chgData name="Fei Zheng" userId="d19317889db4c986" providerId="LiveId" clId="{51233349-840B-BF4F-AA12-C3B0537B8EAC}" dt="2023-02-10T04:15:32.409" v="45"/>
          <ac:spMkLst>
            <pc:docMk/>
            <pc:sldMk cId="1106504408" sldId="440"/>
            <ac:spMk id="4" creationId="{9831E8CF-4A14-0356-AFE3-544C40020B2C}"/>
          </ac:spMkLst>
        </pc:sp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16" creationId="{773DD220-0D47-BF76-E288-F7A514C58AC5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17" creationId="{7C2B9429-E1D0-77CA-D2BC-CF1D5643A060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19" creationId="{BADB1C6A-18B6-60E4-CD3B-595311DC0726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20" creationId="{8A43342B-0D1F-1394-1A9C-60ADB664A99D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21" creationId="{6E13E817-A756-7C74-19A4-0565A6CDAFFC}"/>
          </ac:inkMkLst>
        </pc:inkChg>
        <pc:inkChg chg="del">
          <ac:chgData name="Fei Zheng" userId="d19317889db4c986" providerId="LiveId" clId="{51233349-840B-BF4F-AA12-C3B0537B8EAC}" dt="2023-02-10T04:14:43.908" v="20" actId="478"/>
          <ac:inkMkLst>
            <pc:docMk/>
            <pc:sldMk cId="1106504408" sldId="440"/>
            <ac:inkMk id="22" creationId="{4C0990DB-C571-7AC2-8A36-B38A4A30CB97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24" creationId="{DAAAA2E5-707D-956A-7D09-DA7A1A433D2E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25" creationId="{9885C30A-5963-1EA6-7BC5-D95E0DF0380E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26" creationId="{8D2C16DD-4486-5F85-66A5-DD3ED618B9A4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28" creationId="{DDAD1D2B-8BBB-305D-0F88-6A5FE832DAF0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29" creationId="{0A326B8B-071E-8D34-4CCA-5209BEB75AEC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0" creationId="{5F042E85-49BC-A679-B93E-3ACB916CBFED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1" creationId="{4A27E40F-6FAE-A1DE-DCFE-EB28BC26045C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2" creationId="{3517D7D6-2746-437F-767D-EA3B30B6E3F5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3" creationId="{684277F1-9595-6747-2542-FFC4E4D7E5C5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4" creationId="{133FB4E5-F438-178B-82F8-067208CB5C1B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5" creationId="{CC3DD735-0BAD-FDB7-5A9D-2DB324C6A8BB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6" creationId="{0711CC2D-95F7-E333-28B4-48827F6D93C5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7" creationId="{EDEA6982-0CB0-EDCB-394B-1907ED5A32F6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8" creationId="{D1B2B818-AF48-7CB6-9A02-36B9EB0DF830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39" creationId="{31E79A74-FCB9-7C25-6A45-2FAE0AF64CE4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40" creationId="{71B4DB58-14FA-A9B4-67D7-A4C866D3591A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41" creationId="{21F0A52F-8EBC-DD58-230A-72FE1C511456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42" creationId="{FA686492-3870-7A3D-5F77-542615BD6ACB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43" creationId="{827E7B1D-41CE-3B7E-0C3C-B19CEA5EE430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44" creationId="{3CC8AFF7-C123-7B1E-3A26-3C1DB34DCC26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46" creationId="{8E0C4E27-E3FA-82CC-95D6-F4BEFAC4F280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47" creationId="{CC12D173-265E-12FC-FECE-EBA7FC7E5AC6}"/>
          </ac:inkMkLst>
        </pc:inkChg>
        <pc:inkChg chg="del">
          <ac:chgData name="Fei Zheng" userId="d19317889db4c986" providerId="LiveId" clId="{51233349-840B-BF4F-AA12-C3B0537B8EAC}" dt="2023-02-10T04:15:12.733" v="36" actId="478"/>
          <ac:inkMkLst>
            <pc:docMk/>
            <pc:sldMk cId="1106504408" sldId="440"/>
            <ac:inkMk id="48" creationId="{07CD88B9-9049-5789-23DA-59115DB1D85A}"/>
          </ac:inkMkLst>
        </pc:inkChg>
        <pc:inkChg chg="del">
          <ac:chgData name="Fei Zheng" userId="d19317889db4c986" providerId="LiveId" clId="{51233349-840B-BF4F-AA12-C3B0537B8EAC}" dt="2023-02-10T04:15:08.340" v="34" actId="478"/>
          <ac:inkMkLst>
            <pc:docMk/>
            <pc:sldMk cId="1106504408" sldId="440"/>
            <ac:inkMk id="49" creationId="{B19E0D49-A428-B0C8-C90F-29E07ABC4129}"/>
          </ac:inkMkLst>
        </pc:inkChg>
        <pc:inkChg chg="del">
          <ac:chgData name="Fei Zheng" userId="d19317889db4c986" providerId="LiveId" clId="{51233349-840B-BF4F-AA12-C3B0537B8EAC}" dt="2023-02-10T04:15:11.307" v="35" actId="478"/>
          <ac:inkMkLst>
            <pc:docMk/>
            <pc:sldMk cId="1106504408" sldId="440"/>
            <ac:inkMk id="50" creationId="{BF65BA8C-7469-5C6C-455B-ACF7CBB83324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51" creationId="{A6D28BAD-D54E-FF4A-12E8-8A5997576FD2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52" creationId="{F794FB3F-DF3B-5AFB-321B-FAF3CFEF2037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53" creationId="{583E4D01-FA03-30E6-BCAA-55BAFF33D5CE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54" creationId="{CABACD05-E733-FDCE-7C6E-33F9F811C934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55" creationId="{4DCD59A3-4D67-2188-94C0-D02D2EF5FDA3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56" creationId="{833FA00C-26A7-2B6F-E34A-BEC042EEC2C4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57" creationId="{67980605-8D4D-EB88-BCEA-F1D7527D843A}"/>
          </ac:inkMkLst>
        </pc:inkChg>
        <pc:inkChg chg="del">
          <ac:chgData name="Fei Zheng" userId="d19317889db4c986" providerId="LiveId" clId="{51233349-840B-BF4F-AA12-C3B0537B8EAC}" dt="2023-02-10T04:15:16.641" v="41" actId="478"/>
          <ac:inkMkLst>
            <pc:docMk/>
            <pc:sldMk cId="1106504408" sldId="440"/>
            <ac:inkMk id="58" creationId="{557B144D-75FD-A0E5-9E95-E2BBA97F1A28}"/>
          </ac:inkMkLst>
        </pc:inkChg>
        <pc:inkChg chg="del">
          <ac:chgData name="Fei Zheng" userId="d19317889db4c986" providerId="LiveId" clId="{51233349-840B-BF4F-AA12-C3B0537B8EAC}" dt="2023-02-10T04:15:14.363" v="38" actId="478"/>
          <ac:inkMkLst>
            <pc:docMk/>
            <pc:sldMk cId="1106504408" sldId="440"/>
            <ac:inkMk id="59" creationId="{8908706F-E37B-7462-9CFF-6B4D81153FED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60" creationId="{DD22C3B0-EB04-AA8D-2A1D-8FBE9D7E160C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61" creationId="{5F0EEB35-2CFC-4DFF-F73A-5EE3BF6F96A2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62" creationId="{3EF6F84A-FDB1-2054-4B41-021207812176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63" creationId="{65FB5624-CE58-8718-BD45-284C7E9D87DA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64" creationId="{74245C9F-F1BB-23A6-EECC-D4D601A03ACE}"/>
          </ac:inkMkLst>
        </pc:inkChg>
        <pc:inkChg chg="del">
          <ac:chgData name="Fei Zheng" userId="d19317889db4c986" providerId="LiveId" clId="{51233349-840B-BF4F-AA12-C3B0537B8EAC}" dt="2023-02-10T04:15:14.860" v="39" actId="478"/>
          <ac:inkMkLst>
            <pc:docMk/>
            <pc:sldMk cId="1106504408" sldId="440"/>
            <ac:inkMk id="65" creationId="{F3A75494-5408-AD69-54EC-25095B85E9A1}"/>
          </ac:inkMkLst>
        </pc:inkChg>
        <pc:inkChg chg="del">
          <ac:chgData name="Fei Zheng" userId="d19317889db4c986" providerId="LiveId" clId="{51233349-840B-BF4F-AA12-C3B0537B8EAC}" dt="2023-02-10T04:15:06.088" v="33" actId="478"/>
          <ac:inkMkLst>
            <pc:docMk/>
            <pc:sldMk cId="1106504408" sldId="440"/>
            <ac:inkMk id="66" creationId="{93FAEC4F-A79E-6037-FDCC-16E684BF3416}"/>
          </ac:inkMkLst>
        </pc:inkChg>
        <pc:inkChg chg="del">
          <ac:chgData name="Fei Zheng" userId="d19317889db4c986" providerId="LiveId" clId="{51233349-840B-BF4F-AA12-C3B0537B8EAC}" dt="2023-02-10T04:15:15.669" v="40" actId="478"/>
          <ac:inkMkLst>
            <pc:docMk/>
            <pc:sldMk cId="1106504408" sldId="440"/>
            <ac:inkMk id="67" creationId="{23341E36-CBFD-9CBE-13E1-8B4BC6E82E7F}"/>
          </ac:inkMkLst>
        </pc:inkChg>
        <pc:inkChg chg="del">
          <ac:chgData name="Fei Zheng" userId="d19317889db4c986" providerId="LiveId" clId="{51233349-840B-BF4F-AA12-C3B0537B8EAC}" dt="2023-02-10T04:15:17.519" v="42" actId="478"/>
          <ac:inkMkLst>
            <pc:docMk/>
            <pc:sldMk cId="1106504408" sldId="440"/>
            <ac:inkMk id="68" creationId="{64B62DD6-1E21-2CAC-4E49-593363BB8CC0}"/>
          </ac:inkMkLst>
        </pc:inkChg>
        <pc:inkChg chg="del">
          <ac:chgData name="Fei Zheng" userId="d19317889db4c986" providerId="LiveId" clId="{51233349-840B-BF4F-AA12-C3B0537B8EAC}" dt="2023-02-10T04:15:13.531" v="37" actId="478"/>
          <ac:inkMkLst>
            <pc:docMk/>
            <pc:sldMk cId="1106504408" sldId="440"/>
            <ac:inkMk id="69" creationId="{ADF9DDD5-074B-A7B0-88E1-5D07BE6D2607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70" creationId="{7514A700-9869-6894-1D6F-9229C4AC42C2}"/>
          </ac:inkMkLst>
        </pc:inkChg>
        <pc:inkChg chg="del">
          <ac:chgData name="Fei Zheng" userId="d19317889db4c986" providerId="LiveId" clId="{51233349-840B-BF4F-AA12-C3B0537B8EAC}" dt="2023-02-10T04:15:11.307" v="35" actId="478"/>
          <ac:inkMkLst>
            <pc:docMk/>
            <pc:sldMk cId="1106504408" sldId="440"/>
            <ac:inkMk id="71" creationId="{E26FE994-09C1-6235-4322-E84707912B3E}"/>
          </ac:inkMkLst>
        </pc:inkChg>
        <pc:inkChg chg="del">
          <ac:chgData name="Fei Zheng" userId="d19317889db4c986" providerId="LiveId" clId="{51233349-840B-BF4F-AA12-C3B0537B8EAC}" dt="2023-02-10T04:15:29.885" v="44" actId="478"/>
          <ac:inkMkLst>
            <pc:docMk/>
            <pc:sldMk cId="1106504408" sldId="440"/>
            <ac:inkMk id="72" creationId="{D897BA7D-A864-59C1-5C9A-3B5F12203762}"/>
          </ac:inkMkLst>
        </pc:inkChg>
        <pc:cxnChg chg="add mod">
          <ac:chgData name="Fei Zheng" userId="d19317889db4c986" providerId="LiveId" clId="{51233349-840B-BF4F-AA12-C3B0537B8EAC}" dt="2023-02-10T04:15:38.841" v="46"/>
          <ac:cxnSpMkLst>
            <pc:docMk/>
            <pc:sldMk cId="1106504408" sldId="440"/>
            <ac:cxnSpMk id="5" creationId="{67ED1C6A-AD00-EAD2-73AC-B09B70BD7A0F}"/>
          </ac:cxnSpMkLst>
        </pc:cxnChg>
        <pc:cxnChg chg="del">
          <ac:chgData name="Fei Zheng" userId="d19317889db4c986" providerId="LiveId" clId="{51233349-840B-BF4F-AA12-C3B0537B8EAC}" dt="2023-02-10T04:15:29.885" v="44" actId="478"/>
          <ac:cxnSpMkLst>
            <pc:docMk/>
            <pc:sldMk cId="1106504408" sldId="440"/>
            <ac:cxnSpMk id="7" creationId="{B2C75042-FA88-92D1-1E8D-430999A710BD}"/>
          </ac:cxnSpMkLst>
        </pc:cxnChg>
      </pc:sldChg>
    </pc:docChg>
  </pc:docChgLst>
  <pc:docChgLst>
    <pc:chgData name="Zheng Fei" userId="d19317889db4c986" providerId="LiveId" clId="{7C2AD6F1-D0BA-4689-8139-07F15EC587B2}"/>
    <pc:docChg chg="undo redo custSel addSld delSld modSld sldOrd">
      <pc:chgData name="Zheng Fei" userId="d19317889db4c986" providerId="LiveId" clId="{7C2AD6F1-D0BA-4689-8139-07F15EC587B2}" dt="2022-04-04T09:10:17.704" v="4645" actId="20577"/>
      <pc:docMkLst>
        <pc:docMk/>
      </pc:docMkLst>
      <pc:sldChg chg="addSp delSp modSp mod">
        <pc:chgData name="Zheng Fei" userId="d19317889db4c986" providerId="LiveId" clId="{7C2AD6F1-D0BA-4689-8139-07F15EC587B2}" dt="2022-03-21T12:23:47.951" v="2509"/>
        <pc:sldMkLst>
          <pc:docMk/>
          <pc:sldMk cId="0" sldId="257"/>
        </pc:sldMkLst>
        <pc:spChg chg="del mod">
          <ac:chgData name="Zheng Fei" userId="d19317889db4c986" providerId="LiveId" clId="{7C2AD6F1-D0BA-4689-8139-07F15EC587B2}" dt="2022-03-21T07:14:53.998" v="430" actId="478"/>
          <ac:spMkLst>
            <pc:docMk/>
            <pc:sldMk cId="0" sldId="257"/>
            <ac:spMk id="8" creationId="{D9527F36-A578-8B41-985F-E714E99EC2A1}"/>
          </ac:spMkLst>
        </pc:spChg>
        <pc:spChg chg="add mod">
          <ac:chgData name="Zheng Fei" userId="d19317889db4c986" providerId="LiveId" clId="{7C2AD6F1-D0BA-4689-8139-07F15EC587B2}" dt="2022-03-21T09:56:02.838" v="2200" actId="207"/>
          <ac:spMkLst>
            <pc:docMk/>
            <pc:sldMk cId="0" sldId="257"/>
            <ac:spMk id="9" creationId="{A2A32693-FA85-46ED-9F52-424F364119E5}"/>
          </ac:spMkLst>
        </pc:spChg>
        <pc:spChg chg="mod">
          <ac:chgData name="Zheng Fei" userId="d19317889db4c986" providerId="LiveId" clId="{7C2AD6F1-D0BA-4689-8139-07F15EC587B2}" dt="2022-03-21T12:23:47.333" v="2507" actId="12788"/>
          <ac:spMkLst>
            <pc:docMk/>
            <pc:sldMk cId="0" sldId="257"/>
            <ac:spMk id="61442" creationId="{9979D594-9100-0446-A19F-7140E5533581}"/>
          </ac:spMkLst>
        </pc:spChg>
        <pc:spChg chg="del mod">
          <ac:chgData name="Zheng Fei" userId="d19317889db4c986" providerId="LiveId" clId="{7C2AD6F1-D0BA-4689-8139-07F15EC587B2}" dt="2022-03-21T12:23:47.951" v="2509"/>
          <ac:spMkLst>
            <pc:docMk/>
            <pc:sldMk cId="0" sldId="257"/>
            <ac:spMk id="61443" creationId="{C42CC485-E02A-824E-917A-36793DCF3AF3}"/>
          </ac:spMkLst>
        </pc:spChg>
        <pc:spChg chg="mod">
          <ac:chgData name="Zheng Fei" userId="d19317889db4c986" providerId="LiveId" clId="{7C2AD6F1-D0BA-4689-8139-07F15EC587B2}" dt="2022-03-21T09:56:02.838" v="2200" actId="207"/>
          <ac:spMkLst>
            <pc:docMk/>
            <pc:sldMk cId="0" sldId="257"/>
            <ac:spMk id="61444" creationId="{601F1377-4EC1-A648-9D08-93B0CEF44388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5" creationId="{D75E15BB-A7A5-2C46-90D2-B9B92ACCDED9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6" creationId="{3CA5D0EF-1412-D449-86E5-3BEFAEB9289A}"/>
          </ac:spMkLst>
        </pc:spChg>
        <pc:spChg chg="mod">
          <ac:chgData name="Zheng Fei" userId="d19317889db4c986" providerId="LiveId" clId="{7C2AD6F1-D0BA-4689-8139-07F15EC587B2}" dt="2022-03-21T07:15:16.874" v="442" actId="1036"/>
          <ac:spMkLst>
            <pc:docMk/>
            <pc:sldMk cId="0" sldId="257"/>
            <ac:spMk id="61447" creationId="{DD80242F-AA85-8545-A347-8717F40C342A}"/>
          </ac:spMkLst>
        </pc:spChg>
      </pc:sldChg>
      <pc:sldChg chg="del">
        <pc:chgData name="Zheng Fei" userId="d19317889db4c986" providerId="LiveId" clId="{7C2AD6F1-D0BA-4689-8139-07F15EC587B2}" dt="2022-03-20T14:50:06.299" v="0" actId="47"/>
        <pc:sldMkLst>
          <pc:docMk/>
          <pc:sldMk cId="0" sldId="258"/>
        </pc:sldMkLst>
      </pc:sldChg>
      <pc:sldChg chg="delSp modSp mod modAnim">
        <pc:chgData name="Zheng Fei" userId="d19317889db4c986" providerId="LiveId" clId="{7C2AD6F1-D0BA-4689-8139-07F15EC587B2}" dt="2022-03-21T07:21:40.861" v="542" actId="20577"/>
        <pc:sldMkLst>
          <pc:docMk/>
          <pc:sldMk cId="0" sldId="259"/>
        </pc:sldMkLst>
        <pc:spChg chg="mod">
          <ac:chgData name="Zheng Fei" userId="d19317889db4c986" providerId="LiveId" clId="{7C2AD6F1-D0BA-4689-8139-07F15EC587B2}" dt="2022-03-21T07:21:40.861" v="542" actId="20577"/>
          <ac:spMkLst>
            <pc:docMk/>
            <pc:sldMk cId="0" sldId="259"/>
            <ac:spMk id="63491" creationId="{6CBE2239-1360-1648-9720-50145D887247}"/>
          </ac:spMkLst>
        </pc:spChg>
        <pc:spChg chg="mod">
          <ac:chgData name="Zheng Fei" userId="d19317889db4c986" providerId="LiveId" clId="{7C2AD6F1-D0BA-4689-8139-07F15EC587B2}" dt="2022-03-21T07:21:24.920" v="541" actId="1076"/>
          <ac:spMkLst>
            <pc:docMk/>
            <pc:sldMk cId="0" sldId="259"/>
            <ac:spMk id="63492" creationId="{7069B1DC-52CB-AD4A-9394-959ADD92EFE5}"/>
          </ac:spMkLst>
        </pc:spChg>
        <pc:spChg chg="mod">
          <ac:chgData name="Zheng Fei" userId="d19317889db4c986" providerId="LiveId" clId="{7C2AD6F1-D0BA-4689-8139-07F15EC587B2}" dt="2022-03-21T07:17:39.916" v="469" actId="1035"/>
          <ac:spMkLst>
            <pc:docMk/>
            <pc:sldMk cId="0" sldId="259"/>
            <ac:spMk id="63493" creationId="{14BCA5D7-1658-AC41-BA02-21C046D062AE}"/>
          </ac:spMkLst>
        </pc:spChg>
        <pc:spChg chg="mod">
          <ac:chgData name="Zheng Fei" userId="d19317889db4c986" providerId="LiveId" clId="{7C2AD6F1-D0BA-4689-8139-07F15EC587B2}" dt="2022-03-21T07:18:19.225" v="478" actId="20577"/>
          <ac:spMkLst>
            <pc:docMk/>
            <pc:sldMk cId="0" sldId="259"/>
            <ac:spMk id="63494" creationId="{F8077D6E-8C04-9343-99FE-B65B4C544DBB}"/>
          </ac:spMkLst>
        </pc:spChg>
        <pc:spChg chg="mod">
          <ac:chgData name="Zheng Fei" userId="d19317889db4c986" providerId="LiveId" clId="{7C2AD6F1-D0BA-4689-8139-07F15EC587B2}" dt="2022-03-21T07:21:07.326" v="537" actId="2711"/>
          <ac:spMkLst>
            <pc:docMk/>
            <pc:sldMk cId="0" sldId="259"/>
            <ac:spMk id="63495" creationId="{5DFA4211-42D2-4941-854D-2412FC5DB237}"/>
          </ac:spMkLst>
        </pc:spChg>
        <pc:spChg chg="del mod">
          <ac:chgData name="Zheng Fei" userId="d19317889db4c986" providerId="LiveId" clId="{7C2AD6F1-D0BA-4689-8139-07F15EC587B2}" dt="2022-03-21T07:19:05.508" v="506"/>
          <ac:spMkLst>
            <pc:docMk/>
            <pc:sldMk cId="0" sldId="259"/>
            <ac:spMk id="63496" creationId="{E27041B4-2225-A64B-9CE8-3248F4F6B022}"/>
          </ac:spMkLst>
        </pc:spChg>
        <pc:spChg chg="mod">
          <ac:chgData name="Zheng Fei" userId="d19317889db4c986" providerId="LiveId" clId="{7C2AD6F1-D0BA-4689-8139-07F15EC587B2}" dt="2022-03-21T07:20:22.108" v="529" actId="21"/>
          <ac:spMkLst>
            <pc:docMk/>
            <pc:sldMk cId="0" sldId="259"/>
            <ac:spMk id="63498" creationId="{99549D0D-4C30-3448-B832-52EBEAF5D8BE}"/>
          </ac:spMkLst>
        </pc:spChg>
      </pc:sldChg>
      <pc:sldChg chg="addSp delSp modSp mod modAnim">
        <pc:chgData name="Zheng Fei" userId="d19317889db4c986" providerId="LiveId" clId="{7C2AD6F1-D0BA-4689-8139-07F15EC587B2}" dt="2022-03-21T14:19:36.293" v="4584" actId="12788"/>
        <pc:sldMkLst>
          <pc:docMk/>
          <pc:sldMk cId="0" sldId="260"/>
        </pc:sldMkLst>
        <pc:spChg chg="add del mod">
          <ac:chgData name="Zheng Fei" userId="d19317889db4c986" providerId="LiveId" clId="{7C2AD6F1-D0BA-4689-8139-07F15EC587B2}" dt="2022-03-21T12:25:44.367" v="2519" actId="478"/>
          <ac:spMkLst>
            <pc:docMk/>
            <pc:sldMk cId="0" sldId="260"/>
            <ac:spMk id="2" creationId="{DA3295B2-D992-4989-90E0-E76A03415D8D}"/>
          </ac:spMkLst>
        </pc:spChg>
        <pc:spChg chg="mod">
          <ac:chgData name="Zheng Fei" userId="d19317889db4c986" providerId="LiveId" clId="{7C2AD6F1-D0BA-4689-8139-07F15EC587B2}" dt="2022-03-21T12:25:23.359" v="2513"/>
          <ac:spMkLst>
            <pc:docMk/>
            <pc:sldMk cId="0" sldId="260"/>
            <ac:spMk id="64514" creationId="{8039605C-9F4D-ED4F-8405-BCD3B1D30849}"/>
          </ac:spMkLst>
        </pc:spChg>
        <pc:spChg chg="del mod">
          <ac:chgData name="Zheng Fei" userId="d19317889db4c986" providerId="LiveId" clId="{7C2AD6F1-D0BA-4689-8139-07F15EC587B2}" dt="2022-03-21T12:25:39.458" v="2518" actId="478"/>
          <ac:spMkLst>
            <pc:docMk/>
            <pc:sldMk cId="0" sldId="260"/>
            <ac:spMk id="64515" creationId="{D246DF8A-42A4-E542-B2AE-884BFC9AC288}"/>
          </ac:spMkLst>
        </pc:spChg>
        <pc:spChg chg="mod">
          <ac:chgData name="Zheng Fei" userId="d19317889db4c986" providerId="LiveId" clId="{7C2AD6F1-D0BA-4689-8139-07F15EC587B2}" dt="2022-03-21T07:23:37.639" v="567" actId="1035"/>
          <ac:spMkLst>
            <pc:docMk/>
            <pc:sldMk cId="0" sldId="260"/>
            <ac:spMk id="64516" creationId="{67747F90-A8C8-9A46-BA33-CAC2A1997045}"/>
          </ac:spMkLst>
        </pc:spChg>
        <pc:spChg chg="mod">
          <ac:chgData name="Zheng Fei" userId="d19317889db4c986" providerId="LiveId" clId="{7C2AD6F1-D0BA-4689-8139-07F15EC587B2}" dt="2022-03-21T12:26:05.399" v="2524" actId="1035"/>
          <ac:spMkLst>
            <pc:docMk/>
            <pc:sldMk cId="0" sldId="260"/>
            <ac:spMk id="64517" creationId="{17F3E8B7-D9EF-B447-B773-DE5DDEAE1430}"/>
          </ac:spMkLst>
        </pc:spChg>
        <pc:spChg chg="mod">
          <ac:chgData name="Zheng Fei" userId="d19317889db4c986" providerId="LiveId" clId="{7C2AD6F1-D0BA-4689-8139-07F15EC587B2}" dt="2022-03-21T14:19:36.293" v="4584" actId="12788"/>
          <ac:spMkLst>
            <pc:docMk/>
            <pc:sldMk cId="0" sldId="260"/>
            <ac:spMk id="64518" creationId="{27C1C725-61D5-0941-9B81-938EEDAC7FF1}"/>
          </ac:spMkLst>
        </pc:spChg>
      </pc:sldChg>
      <pc:sldChg chg="addSp delSp modSp mod delAnim modAnim">
        <pc:chgData name="Zheng Fei" userId="d19317889db4c986" providerId="LiveId" clId="{7C2AD6F1-D0BA-4689-8139-07F15EC587B2}" dt="2022-04-04T09:06:49.953" v="4607"/>
        <pc:sldMkLst>
          <pc:docMk/>
          <pc:sldMk cId="0" sldId="261"/>
        </pc:sldMkLst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7" creationId="{19C967BC-FEA1-423E-B765-85A9A3900A2F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8" creationId="{D1FE19EC-1FA1-495B-99ED-2274CAE84D63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2" creationId="{B31FB208-8824-46E5-B55B-02B0110D17AB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3" creationId="{6F49D32E-7150-4004-A931-3FB24FB69332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4" creationId="{3AEBE088-D677-41DE-9CCD-7DD10B44BC1F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5" creationId="{4C971104-5E7A-48E0-BF4F-8DF9EC23FD0F}"/>
          </ac:spMkLst>
        </pc:spChg>
        <pc:spChg chg="add mod">
          <ac:chgData name="Zheng Fei" userId="d19317889db4c986" providerId="LiveId" clId="{7C2AD6F1-D0BA-4689-8139-07F15EC587B2}" dt="2022-03-21T12:35:46.046" v="2611" actId="1035"/>
          <ac:spMkLst>
            <pc:docMk/>
            <pc:sldMk cId="0" sldId="261"/>
            <ac:spMk id="16" creationId="{1617DC22-E660-42F4-9609-28D3AA425550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19" creationId="{75899B1E-35E0-46F9-9E09-221DF99CCEBD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0" creationId="{411823A2-AA4D-4ACE-B0AB-3F591737432D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1" creationId="{9C5BF82F-7260-45BF-8D0F-491E407D3A41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2" creationId="{E218188F-7701-478D-A1C3-7EFBED8843CC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3" creationId="{E5C0F222-BD5E-4CA2-AF2F-5899C4A7EACA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4" creationId="{BE862B94-A5F8-49BE-816B-7BCF2628874E}"/>
          </ac:spMkLst>
        </pc:spChg>
        <pc:spChg chg="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5" creationId="{24D2F443-FFE7-43FD-BFFE-78F33597B178}"/>
          </ac:spMkLst>
        </pc:spChg>
        <pc:spChg chg="add 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6" creationId="{6106CAFD-51F3-4DDC-A8BD-C6326DA8FA74}"/>
          </ac:spMkLst>
        </pc:spChg>
        <pc:spChg chg="add 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7" creationId="{CF07CA14-F572-4C80-8C05-4B8C21A5BDA6}"/>
          </ac:spMkLst>
        </pc:spChg>
        <pc:spChg chg="add mod">
          <ac:chgData name="Zheng Fei" userId="d19317889db4c986" providerId="LiveId" clId="{7C2AD6F1-D0BA-4689-8139-07F15EC587B2}" dt="2022-04-04T09:06:45.866" v="4601"/>
          <ac:spMkLst>
            <pc:docMk/>
            <pc:sldMk cId="0" sldId="261"/>
            <ac:spMk id="28" creationId="{D6E88FF6-8F8A-4783-A108-7F381C4BFEDD}"/>
          </ac:spMkLst>
        </pc:spChg>
        <pc:spChg chg="mod">
          <ac:chgData name="Zheng Fei" userId="d19317889db4c986" providerId="LiveId" clId="{7C2AD6F1-D0BA-4689-8139-07F15EC587B2}" dt="2022-03-21T12:33:25.540" v="2593" actId="12788"/>
          <ac:spMkLst>
            <pc:docMk/>
            <pc:sldMk cId="0" sldId="261"/>
            <ac:spMk id="65538" creationId="{8A1909D6-17E2-5C43-AD47-D36FCF817C35}"/>
          </ac:spMkLst>
        </pc:spChg>
        <pc:spChg chg="mod">
          <ac:chgData name="Zheng Fei" userId="d19317889db4c986" providerId="LiveId" clId="{7C2AD6F1-D0BA-4689-8139-07F15EC587B2}" dt="2022-04-04T09:06:49.953" v="4607"/>
          <ac:spMkLst>
            <pc:docMk/>
            <pc:sldMk cId="0" sldId="261"/>
            <ac:spMk id="65539" creationId="{48460FEB-F4CE-D04E-A143-F9F791A96B39}"/>
          </ac:spMkLst>
        </pc:spChg>
        <pc:spChg chg="mod">
          <ac:chgData name="Zheng Fei" userId="d19317889db4c986" providerId="LiveId" clId="{7C2AD6F1-D0BA-4689-8139-07F15EC587B2}" dt="2022-03-21T12:35:05.830" v="2603" actId="1076"/>
          <ac:spMkLst>
            <pc:docMk/>
            <pc:sldMk cId="0" sldId="261"/>
            <ac:spMk id="65540" creationId="{B70F7123-819B-9446-94FA-80183FCCD467}"/>
          </ac:spMkLst>
        </pc:spChg>
        <pc:spChg chg="mod">
          <ac:chgData name="Zheng Fei" userId="d19317889db4c986" providerId="LiveId" clId="{7C2AD6F1-D0BA-4689-8139-07F15EC587B2}" dt="2022-03-21T12:34:59.005" v="2602" actId="1076"/>
          <ac:spMkLst>
            <pc:docMk/>
            <pc:sldMk cId="0" sldId="261"/>
            <ac:spMk id="65541" creationId="{92709FDD-3D1F-0D47-95BB-280C4A4C6694}"/>
          </ac:spMkLst>
        </pc:spChg>
        <pc:spChg chg="mod topLvl">
          <ac:chgData name="Zheng Fei" userId="d19317889db4c986" providerId="LiveId" clId="{7C2AD6F1-D0BA-4689-8139-07F15EC587B2}" dt="2022-03-21T12:35:13.451" v="2606" actId="20577"/>
          <ac:spMkLst>
            <pc:docMk/>
            <pc:sldMk cId="0" sldId="261"/>
            <ac:spMk id="65542" creationId="{36CCCA20-8364-AD4A-A284-A901296A22B1}"/>
          </ac:spMkLst>
        </pc:spChg>
        <pc:grpChg chg="add del mod">
          <ac:chgData name="Zheng Fei" userId="d19317889db4c986" providerId="LiveId" clId="{7C2AD6F1-D0BA-4689-8139-07F15EC587B2}" dt="2022-04-04T09:06:45.076" v="4600" actId="478"/>
          <ac:grpSpMkLst>
            <pc:docMk/>
            <pc:sldMk cId="0" sldId="261"/>
            <ac:grpSpMk id="2" creationId="{928B8172-712D-43CF-9FB0-7D28F180D9D6}"/>
          </ac:grpSpMkLst>
        </pc:grpChg>
        <pc:grpChg chg="add mod">
          <ac:chgData name="Zheng Fei" userId="d19317889db4c986" providerId="LiveId" clId="{7C2AD6F1-D0BA-4689-8139-07F15EC587B2}" dt="2022-04-04T09:06:45.866" v="4601"/>
          <ac:grpSpMkLst>
            <pc:docMk/>
            <pc:sldMk cId="0" sldId="261"/>
            <ac:grpSpMk id="18" creationId="{CB0A5A54-69E9-477C-B9C7-83EEACE2FBC2}"/>
          </ac:grpSpMkLst>
        </pc:grpChg>
        <pc:grpChg chg="del">
          <ac:chgData name="Zheng Fei" userId="d19317889db4c986" providerId="LiveId" clId="{7C2AD6F1-D0BA-4689-8139-07F15EC587B2}" dt="2022-03-20T14:58:52.881" v="29" actId="478"/>
          <ac:grpSpMkLst>
            <pc:docMk/>
            <pc:sldMk cId="0" sldId="261"/>
            <ac:grpSpMk id="65546" creationId="{3F71356D-3DCF-4246-908C-198A5BE6CC3A}"/>
          </ac:grpSpMkLst>
        </pc:grpChg>
        <pc:graphicFrameChg chg="add mod">
          <ac:chgData name="Zheng Fei" userId="d19317889db4c986" providerId="LiveId" clId="{7C2AD6F1-D0BA-4689-8139-07F15EC587B2}" dt="2022-03-21T12:35:46.046" v="2611" actId="1035"/>
          <ac:graphicFrameMkLst>
            <pc:docMk/>
            <pc:sldMk cId="0" sldId="261"/>
            <ac:graphicFrameMk id="9" creationId="{BA6B681B-FFC7-487E-A45B-71F7645BC71B}"/>
          </ac:graphicFrameMkLst>
        </pc:graphicFrameChg>
        <pc:graphicFrameChg chg="add mod">
          <ac:chgData name="Zheng Fei" userId="d19317889db4c986" providerId="LiveId" clId="{7C2AD6F1-D0BA-4689-8139-07F15EC587B2}" dt="2022-03-21T12:35:46.046" v="2611" actId="1035"/>
          <ac:graphicFrameMkLst>
            <pc:docMk/>
            <pc:sldMk cId="0" sldId="261"/>
            <ac:graphicFrameMk id="10" creationId="{0BAA05A4-9427-4A5A-AE04-0F0E8D1C6D1D}"/>
          </ac:graphicFrameMkLst>
        </pc:graphicFrameChg>
        <pc:graphicFrameChg chg="add mod">
          <ac:chgData name="Zheng Fei" userId="d19317889db4c986" providerId="LiveId" clId="{7C2AD6F1-D0BA-4689-8139-07F15EC587B2}" dt="2022-03-21T12:35:46.046" v="2611" actId="1035"/>
          <ac:graphicFrameMkLst>
            <pc:docMk/>
            <pc:sldMk cId="0" sldId="261"/>
            <ac:graphicFrameMk id="11" creationId="{03C49BCA-BA2E-4DA2-9583-9B227518A227}"/>
          </ac:graphicFrameMkLst>
        </pc:graphicFrameChg>
        <pc:graphicFrameChg chg="de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3" creationId="{31CE1075-200C-1347-A646-DC557BBF0230}"/>
          </ac:graphicFrameMkLst>
        </pc:graphicFrameChg>
        <pc:graphicFrameChg chg="del topLv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4" creationId="{ABF5C69D-A68F-2846-9E79-C1E8D05901E5}"/>
          </ac:graphicFrameMkLst>
        </pc:graphicFrameChg>
        <pc:graphicFrameChg chg="del">
          <ac:chgData name="Zheng Fei" userId="d19317889db4c986" providerId="LiveId" clId="{7C2AD6F1-D0BA-4689-8139-07F15EC587B2}" dt="2022-03-20T14:58:52.881" v="29" actId="478"/>
          <ac:graphicFrameMkLst>
            <pc:docMk/>
            <pc:sldMk cId="0" sldId="261"/>
            <ac:graphicFrameMk id="65545" creationId="{35A890A0-48E3-EB41-9A19-215CF7DD7EC2}"/>
          </ac:graphicFrameMkLst>
        </pc:graphicFrameChg>
        <pc:inkChg chg="add del">
          <ac:chgData name="Zheng Fei" userId="d19317889db4c986" providerId="LiveId" clId="{7C2AD6F1-D0BA-4689-8139-07F15EC587B2}" dt="2022-03-20T14:59:50.088" v="31" actId="9405"/>
          <ac:inkMkLst>
            <pc:docMk/>
            <pc:sldMk cId="0" sldId="261"/>
            <ac:inkMk id="2" creationId="{19EDCED5-F45A-4313-89D9-F6AC5A424555}"/>
          </ac:inkMkLst>
        </pc:inkChg>
      </pc:sldChg>
      <pc:sldChg chg="addSp delSp modSp ord modAnim">
        <pc:chgData name="Zheng Fei" userId="d19317889db4c986" providerId="LiveId" clId="{7C2AD6F1-D0BA-4689-8139-07F15EC587B2}" dt="2022-04-04T09:06:10.590" v="4599"/>
        <pc:sldMkLst>
          <pc:docMk/>
          <pc:sldMk cId="0" sldId="262"/>
        </pc:sldMkLst>
        <pc:spChg chg="add del mod">
          <ac:chgData name="Zheng Fei" userId="d19317889db4c986" providerId="LiveId" clId="{7C2AD6F1-D0BA-4689-8139-07F15EC587B2}" dt="2022-03-21T07:56:53.437" v="1086" actId="478"/>
          <ac:spMkLst>
            <pc:docMk/>
            <pc:sldMk cId="0" sldId="262"/>
            <ac:spMk id="2" creationId="{A997E9A7-E3FB-452B-87CD-BFD01D6F2578}"/>
          </ac:spMkLst>
        </pc:spChg>
        <pc:spChg chg="add mod">
          <ac:chgData name="Zheng Fei" userId="d19317889db4c986" providerId="LiveId" clId="{7C2AD6F1-D0BA-4689-8139-07F15EC587B2}" dt="2022-03-21T07:56:51.169" v="1085"/>
          <ac:spMkLst>
            <pc:docMk/>
            <pc:sldMk cId="0" sldId="262"/>
            <ac:spMk id="9" creationId="{49D656BA-479D-4571-82E4-93E028DB7622}"/>
          </ac:spMkLst>
        </pc:spChg>
        <pc:spChg chg="mod">
          <ac:chgData name="Zheng Fei" userId="d19317889db4c986" providerId="LiveId" clId="{7C2AD6F1-D0BA-4689-8139-07F15EC587B2}" dt="2022-03-21T08:01:53.129" v="1174" actId="114"/>
          <ac:spMkLst>
            <pc:docMk/>
            <pc:sldMk cId="0" sldId="262"/>
            <ac:spMk id="66562" creationId="{E4B9ED88-0A67-C84C-9C6C-C06F257AA800}"/>
          </ac:spMkLst>
        </pc:spChg>
        <pc:spChg chg="mod">
          <ac:chgData name="Zheng Fei" userId="d19317889db4c986" providerId="LiveId" clId="{7C2AD6F1-D0BA-4689-8139-07F15EC587B2}" dt="2022-03-21T08:01:41.132" v="1170" actId="114"/>
          <ac:spMkLst>
            <pc:docMk/>
            <pc:sldMk cId="0" sldId="262"/>
            <ac:spMk id="66563" creationId="{478A9266-B17C-DE4B-A276-6EF34E0CB566}"/>
          </ac:spMkLst>
        </pc:spChg>
        <pc:spChg chg="mod">
          <ac:chgData name="Zheng Fei" userId="d19317889db4c986" providerId="LiveId" clId="{7C2AD6F1-D0BA-4689-8139-07F15EC587B2}" dt="2022-03-21T08:01:43.820" v="1171" actId="114"/>
          <ac:spMkLst>
            <pc:docMk/>
            <pc:sldMk cId="0" sldId="262"/>
            <ac:spMk id="66564" creationId="{CE5AC33F-4168-4D47-BF7F-2343A551F1B1}"/>
          </ac:spMkLst>
        </pc:spChg>
        <pc:spChg chg="mod">
          <ac:chgData name="Zheng Fei" userId="d19317889db4c986" providerId="LiveId" clId="{7C2AD6F1-D0BA-4689-8139-07F15EC587B2}" dt="2022-03-21T08:01:49.764" v="1173" actId="114"/>
          <ac:spMkLst>
            <pc:docMk/>
            <pc:sldMk cId="0" sldId="262"/>
            <ac:spMk id="66565" creationId="{ADF406E0-C981-6848-82B2-67BD6282C531}"/>
          </ac:spMkLst>
        </pc:spChg>
        <pc:spChg chg="mod">
          <ac:chgData name="Zheng Fei" userId="d19317889db4c986" providerId="LiveId" clId="{7C2AD6F1-D0BA-4689-8139-07F15EC587B2}" dt="2022-03-21T07:56:18.267" v="1083" actId="1076"/>
          <ac:spMkLst>
            <pc:docMk/>
            <pc:sldMk cId="0" sldId="262"/>
            <ac:spMk id="66566" creationId="{08D5ACB3-CCE9-F240-A5B1-D4985722C7F5}"/>
          </ac:spMkLst>
        </pc:spChg>
        <pc:spChg chg="del">
          <ac:chgData name="Zheng Fei" userId="d19317889db4c986" providerId="LiveId" clId="{7C2AD6F1-D0BA-4689-8139-07F15EC587B2}" dt="2022-03-21T07:56:50.731" v="1084" actId="478"/>
          <ac:spMkLst>
            <pc:docMk/>
            <pc:sldMk cId="0" sldId="262"/>
            <ac:spMk id="66567" creationId="{E41F63C1-C9E0-1C4C-AA64-8A62771345C4}"/>
          </ac:spMkLst>
        </pc:spChg>
      </pc:sldChg>
      <pc:sldChg chg="addSp delSp modSp del ord modAnim">
        <pc:chgData name="Zheng Fei" userId="d19317889db4c986" providerId="LiveId" clId="{7C2AD6F1-D0BA-4689-8139-07F15EC587B2}" dt="2022-03-21T09:14:49.711" v="1568" actId="47"/>
        <pc:sldMkLst>
          <pc:docMk/>
          <pc:sldMk cId="0" sldId="263"/>
        </pc:sldMkLst>
        <pc:spChg chg="add del mod">
          <ac:chgData name="Zheng Fei" userId="d19317889db4c986" providerId="LiveId" clId="{7C2AD6F1-D0BA-4689-8139-07F15EC587B2}" dt="2022-03-21T09:14:27.330" v="1564" actId="478"/>
          <ac:spMkLst>
            <pc:docMk/>
            <pc:sldMk cId="0" sldId="263"/>
            <ac:spMk id="2" creationId="{34C3AFBC-841C-4B0E-94C5-849D230CC60E}"/>
          </ac:spMkLst>
        </pc:spChg>
        <pc:spChg chg="del">
          <ac:chgData name="Zheng Fei" userId="d19317889db4c986" providerId="LiveId" clId="{7C2AD6F1-D0BA-4689-8139-07F15EC587B2}" dt="2022-03-21T09:14:25.551" v="1563" actId="478"/>
          <ac:spMkLst>
            <pc:docMk/>
            <pc:sldMk cId="0" sldId="263"/>
            <ac:spMk id="67587" creationId="{EFC4D2A5-80F7-3649-B94B-F570F61D8B5B}"/>
          </ac:spMkLst>
        </pc:spChg>
      </pc:sldChg>
      <pc:sldChg chg="modSp modAnim">
        <pc:chgData name="Zheng Fei" userId="d19317889db4c986" providerId="LiveId" clId="{7C2AD6F1-D0BA-4689-8139-07F15EC587B2}" dt="2022-03-21T13:17:07.969" v="3123" actId="207"/>
        <pc:sldMkLst>
          <pc:docMk/>
          <pc:sldMk cId="0" sldId="264"/>
        </pc:sldMkLst>
        <pc:spChg chg="mod">
          <ac:chgData name="Zheng Fei" userId="d19317889db4c986" providerId="LiveId" clId="{7C2AD6F1-D0BA-4689-8139-07F15EC587B2}" dt="2022-03-21T09:14:58.391" v="1570" actId="12788"/>
          <ac:spMkLst>
            <pc:docMk/>
            <pc:sldMk cId="0" sldId="264"/>
            <ac:spMk id="68610" creationId="{FCBC43F4-6D2C-884B-A3F6-65689C219389}"/>
          </ac:spMkLst>
        </pc:spChg>
        <pc:spChg chg="mod">
          <ac:chgData name="Zheng Fei" userId="d19317889db4c986" providerId="LiveId" clId="{7C2AD6F1-D0BA-4689-8139-07F15EC587B2}" dt="2022-03-21T09:16:37.995" v="1592" actId="1036"/>
          <ac:spMkLst>
            <pc:docMk/>
            <pc:sldMk cId="0" sldId="264"/>
            <ac:spMk id="68611" creationId="{02625C09-D470-054F-88A9-BE5DE8AF442B}"/>
          </ac:spMkLst>
        </pc:spChg>
        <pc:spChg chg="mod">
          <ac:chgData name="Zheng Fei" userId="d19317889db4c986" providerId="LiveId" clId="{7C2AD6F1-D0BA-4689-8139-07F15EC587B2}" dt="2022-03-21T09:16:33.712" v="1589" actId="1036"/>
          <ac:spMkLst>
            <pc:docMk/>
            <pc:sldMk cId="0" sldId="264"/>
            <ac:spMk id="68612" creationId="{3C524127-EE79-9648-A69D-98917A61127A}"/>
          </ac:spMkLst>
        </pc:spChg>
        <pc:spChg chg="mod">
          <ac:chgData name="Zheng Fei" userId="d19317889db4c986" providerId="LiveId" clId="{7C2AD6F1-D0BA-4689-8139-07F15EC587B2}" dt="2022-03-21T13:17:05.479" v="3122" actId="207"/>
          <ac:spMkLst>
            <pc:docMk/>
            <pc:sldMk cId="0" sldId="264"/>
            <ac:spMk id="68613" creationId="{3A68CE6C-5B14-1D4D-A321-EFFCF6931790}"/>
          </ac:spMkLst>
        </pc:spChg>
        <pc:spChg chg="mod">
          <ac:chgData name="Zheng Fei" userId="d19317889db4c986" providerId="LiveId" clId="{7C2AD6F1-D0BA-4689-8139-07F15EC587B2}" dt="2022-03-21T13:17:07.969" v="3123" actId="207"/>
          <ac:spMkLst>
            <pc:docMk/>
            <pc:sldMk cId="0" sldId="264"/>
            <ac:spMk id="68614" creationId="{81EB7BC4-F1CD-1C4F-A5BE-6E571FD1C07E}"/>
          </ac:spMkLst>
        </pc:spChg>
        <pc:spChg chg="mod">
          <ac:chgData name="Zheng Fei" userId="d19317889db4c986" providerId="LiveId" clId="{7C2AD6F1-D0BA-4689-8139-07F15EC587B2}" dt="2022-03-21T09:16:18.572" v="1584" actId="1076"/>
          <ac:spMkLst>
            <pc:docMk/>
            <pc:sldMk cId="0" sldId="264"/>
            <ac:spMk id="68615" creationId="{3843CF23-8BA7-6D49-B29E-EA6098D1B147}"/>
          </ac:spMkLst>
        </pc:spChg>
      </pc:sldChg>
      <pc:sldChg chg="addSp delSp modSp mod delAnim modAnim">
        <pc:chgData name="Zheng Fei" userId="d19317889db4c986" providerId="LiveId" clId="{7C2AD6F1-D0BA-4689-8139-07F15EC587B2}" dt="2022-03-21T12:38:07.739" v="2632"/>
        <pc:sldMkLst>
          <pc:docMk/>
          <pc:sldMk cId="0" sldId="265"/>
        </pc:sldMkLst>
        <pc:spChg chg="add mod">
          <ac:chgData name="Zheng Fei" userId="d19317889db4c986" providerId="LiveId" clId="{7C2AD6F1-D0BA-4689-8139-07F15EC587B2}" dt="2022-03-21T12:38:07.739" v="2632"/>
          <ac:spMkLst>
            <pc:docMk/>
            <pc:sldMk cId="0" sldId="265"/>
            <ac:spMk id="2" creationId="{312D4565-0205-45ED-9021-6116B98A8C90}"/>
          </ac:spMkLst>
        </pc:spChg>
        <pc:spChg chg="mod">
          <ac:chgData name="Zheng Fei" userId="d19317889db4c986" providerId="LiveId" clId="{7C2AD6F1-D0BA-4689-8139-07F15EC587B2}" dt="2022-03-21T09:24:57.415" v="1675" actId="12788"/>
          <ac:spMkLst>
            <pc:docMk/>
            <pc:sldMk cId="0" sldId="265"/>
            <ac:spMk id="69634" creationId="{B6D52BBC-3D87-D646-8147-73F0C164DE3E}"/>
          </ac:spMkLst>
        </pc:spChg>
        <pc:spChg chg="mod topLvl">
          <ac:chgData name="Zheng Fei" userId="d19317889db4c986" providerId="LiveId" clId="{7C2AD6F1-D0BA-4689-8139-07F15EC587B2}" dt="2022-03-21T09:25:02.755" v="1679" actId="20577"/>
          <ac:spMkLst>
            <pc:docMk/>
            <pc:sldMk cId="0" sldId="265"/>
            <ac:spMk id="69635" creationId="{3FE89C70-1BC5-1A47-B958-4E24CACAA64F}"/>
          </ac:spMkLst>
        </pc:spChg>
        <pc:spChg chg="mod">
          <ac:chgData name="Zheng Fei" userId="d19317889db4c986" providerId="LiveId" clId="{7C2AD6F1-D0BA-4689-8139-07F15EC587B2}" dt="2022-03-21T12:38:03.268" v="2631" actId="1076"/>
          <ac:spMkLst>
            <pc:docMk/>
            <pc:sldMk cId="0" sldId="265"/>
            <ac:spMk id="69636" creationId="{A444F019-76AB-5F4C-A814-54C3F7B272F2}"/>
          </ac:spMkLst>
        </pc:spChg>
        <pc:spChg chg="del">
          <ac:chgData name="Zheng Fei" userId="d19317889db4c986" providerId="LiveId" clId="{7C2AD6F1-D0BA-4689-8139-07F15EC587B2}" dt="2022-03-20T15:11:05.890" v="250" actId="478"/>
          <ac:spMkLst>
            <pc:docMk/>
            <pc:sldMk cId="0" sldId="265"/>
            <ac:spMk id="69643" creationId="{EB7ADE7D-0ABE-E541-A00D-E6892C2B1894}"/>
          </ac:spMkLst>
        </pc:spChg>
        <pc:grpChg chg="del mod">
          <ac:chgData name="Zheng Fei" userId="d19317889db4c986" providerId="LiveId" clId="{7C2AD6F1-D0BA-4689-8139-07F15EC587B2}" dt="2022-03-21T09:19:07.053" v="1625" actId="478"/>
          <ac:grpSpMkLst>
            <pc:docMk/>
            <pc:sldMk cId="0" sldId="265"/>
            <ac:grpSpMk id="69644" creationId="{8588FC7B-A96E-5F47-AFD2-9CAFE024FBCF}"/>
          </ac:grpSpMkLst>
        </pc:grpChg>
        <pc:graphicFrameChg chg="mod">
          <ac:chgData name="Zheng Fei" userId="d19317889db4c986" providerId="LiveId" clId="{7C2AD6F1-D0BA-4689-8139-07F15EC587B2}" dt="2022-03-21T12:37:58.175" v="2630" actId="1076"/>
          <ac:graphicFrameMkLst>
            <pc:docMk/>
            <pc:sldMk cId="0" sldId="265"/>
            <ac:graphicFrameMk id="69638" creationId="{467039DB-CCB2-6E4F-8818-B69B216E5393}"/>
          </ac:graphicFrameMkLst>
        </pc:graphicFrameChg>
        <pc:graphicFrameChg chg="del mod topLvl">
          <ac:chgData name="Zheng Fei" userId="d19317889db4c986" providerId="LiveId" clId="{7C2AD6F1-D0BA-4689-8139-07F15EC587B2}" dt="2022-03-21T09:19:07.053" v="1625" actId="478"/>
          <ac:graphicFrameMkLst>
            <pc:docMk/>
            <pc:sldMk cId="0" sldId="265"/>
            <ac:graphicFrameMk id="69639" creationId="{6F5EA801-5425-144E-82DE-C06CD7B8394B}"/>
          </ac:graphicFrameMkLst>
        </pc:graphicFrameChg>
        <pc:graphicFrameChg chg="del">
          <ac:chgData name="Zheng Fei" userId="d19317889db4c986" providerId="LiveId" clId="{7C2AD6F1-D0BA-4689-8139-07F15EC587B2}" dt="2022-03-20T15:07:59.033" v="188" actId="478"/>
          <ac:graphicFrameMkLst>
            <pc:docMk/>
            <pc:sldMk cId="0" sldId="265"/>
            <ac:graphicFrameMk id="69640" creationId="{B511B5DE-25EB-674B-95D8-308992B76C90}"/>
          </ac:graphicFrameMkLst>
        </pc:graphicFrameChg>
        <pc:graphicFrameChg chg="del mod">
          <ac:chgData name="Zheng Fei" userId="d19317889db4c986" providerId="LiveId" clId="{7C2AD6F1-D0BA-4689-8139-07F15EC587B2}" dt="2022-03-20T15:09:14.040" v="209" actId="478"/>
          <ac:graphicFrameMkLst>
            <pc:docMk/>
            <pc:sldMk cId="0" sldId="265"/>
            <ac:graphicFrameMk id="69641" creationId="{6938E264-87FD-7A41-925B-A74321B64086}"/>
          </ac:graphicFrameMkLst>
        </pc:graphicFrameChg>
        <pc:graphicFrameChg chg="del mod">
          <ac:chgData name="Zheng Fei" userId="d19317889db4c986" providerId="LiveId" clId="{7C2AD6F1-D0BA-4689-8139-07F15EC587B2}" dt="2022-03-20T15:09:12.480" v="208" actId="478"/>
          <ac:graphicFrameMkLst>
            <pc:docMk/>
            <pc:sldMk cId="0" sldId="265"/>
            <ac:graphicFrameMk id="69642" creationId="{4D2F1954-E584-5B40-9A1B-7067E11C5854}"/>
          </ac:graphicFrameMkLst>
        </pc:graphicFrameChg>
        <pc:picChg chg="add mod modCrop">
          <ac:chgData name="Zheng Fei" userId="d19317889db4c986" providerId="LiveId" clId="{7C2AD6F1-D0BA-4689-8139-07F15EC587B2}" dt="2022-03-21T09:24:31.815" v="1664" actId="1076"/>
          <ac:picMkLst>
            <pc:docMk/>
            <pc:sldMk cId="0" sldId="265"/>
            <ac:picMk id="4" creationId="{E6759FD8-F812-43AC-AE9F-A604D9CD6076}"/>
          </ac:picMkLst>
        </pc:picChg>
      </pc:sldChg>
      <pc:sldChg chg="modSp mod modAnim">
        <pc:chgData name="Zheng Fei" userId="d19317889db4c986" providerId="LiveId" clId="{7C2AD6F1-D0BA-4689-8139-07F15EC587B2}" dt="2022-04-04T09:07:48.087" v="4611" actId="114"/>
        <pc:sldMkLst>
          <pc:docMk/>
          <pc:sldMk cId="0" sldId="267"/>
        </pc:sldMkLst>
        <pc:spChg chg="mod">
          <ac:chgData name="Zheng Fei" userId="d19317889db4c986" providerId="LiveId" clId="{7C2AD6F1-D0BA-4689-8139-07F15EC587B2}" dt="2022-03-21T12:38:55.017" v="2633" actId="114"/>
          <ac:spMkLst>
            <pc:docMk/>
            <pc:sldMk cId="0" sldId="267"/>
            <ac:spMk id="72707" creationId="{AB605B63-927F-C44B-8C6B-5820B085B10A}"/>
          </ac:spMkLst>
        </pc:spChg>
        <pc:spChg chg="mod">
          <ac:chgData name="Zheng Fei" userId="d19317889db4c986" providerId="LiveId" clId="{7C2AD6F1-D0BA-4689-8139-07F15EC587B2}" dt="2022-03-21T09:33:19.049" v="1827" actId="20577"/>
          <ac:spMkLst>
            <pc:docMk/>
            <pc:sldMk cId="0" sldId="267"/>
            <ac:spMk id="72708" creationId="{1885C26A-6A55-3241-8F6E-2C7592F7FACE}"/>
          </ac:spMkLst>
        </pc:spChg>
        <pc:spChg chg="mod">
          <ac:chgData name="Zheng Fei" userId="d19317889db4c986" providerId="LiveId" clId="{7C2AD6F1-D0BA-4689-8139-07F15EC587B2}" dt="2022-04-04T09:07:48.087" v="4611" actId="114"/>
          <ac:spMkLst>
            <pc:docMk/>
            <pc:sldMk cId="0" sldId="267"/>
            <ac:spMk id="72709" creationId="{7F551A94-40C9-5341-9398-4CD9F740510E}"/>
          </ac:spMkLst>
        </pc:spChg>
        <pc:spChg chg="mod">
          <ac:chgData name="Zheng Fei" userId="d19317889db4c986" providerId="LiveId" clId="{7C2AD6F1-D0BA-4689-8139-07F15EC587B2}" dt="2022-03-21T09:32:45.769" v="1815" actId="12788"/>
          <ac:spMkLst>
            <pc:docMk/>
            <pc:sldMk cId="0" sldId="267"/>
            <ac:spMk id="72710" creationId="{9FD8F82C-1BB0-3A4C-A22E-ECE7B2B4AF8B}"/>
          </ac:spMkLst>
        </pc:spChg>
        <pc:spChg chg="mod">
          <ac:chgData name="Zheng Fei" userId="d19317889db4c986" providerId="LiveId" clId="{7C2AD6F1-D0BA-4689-8139-07F15EC587B2}" dt="2022-03-21T09:34:18.389" v="1855" actId="552"/>
          <ac:spMkLst>
            <pc:docMk/>
            <pc:sldMk cId="0" sldId="267"/>
            <ac:spMk id="72711" creationId="{43340CAC-CAD9-514E-9AEF-AEC9DAFDDF2A}"/>
          </ac:spMkLst>
        </pc:spChg>
        <pc:graphicFrameChg chg="mod">
          <ac:chgData name="Zheng Fei" userId="d19317889db4c986" providerId="LiveId" clId="{7C2AD6F1-D0BA-4689-8139-07F15EC587B2}" dt="2022-03-21T12:40:21.597" v="2641"/>
          <ac:graphicFrameMkLst>
            <pc:docMk/>
            <pc:sldMk cId="0" sldId="267"/>
            <ac:graphicFrameMk id="72706" creationId="{9D013166-F305-7549-AEE1-EC6A50ECC6EF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4-04T09:08:39.943" v="4628" actId="20577"/>
        <pc:sldMkLst>
          <pc:docMk/>
          <pc:sldMk cId="0" sldId="268"/>
        </pc:sldMkLst>
        <pc:spChg chg="mod">
          <ac:chgData name="Zheng Fei" userId="d19317889db4c986" providerId="LiveId" clId="{7C2AD6F1-D0BA-4689-8139-07F15EC587B2}" dt="2022-03-21T12:40:42.242" v="2646" actId="1036"/>
          <ac:spMkLst>
            <pc:docMk/>
            <pc:sldMk cId="0" sldId="268"/>
            <ac:spMk id="73730" creationId="{184A9AAD-CBE8-3C4A-9C25-79AA1366B852}"/>
          </ac:spMkLst>
        </pc:spChg>
        <pc:spChg chg="mod">
          <ac:chgData name="Zheng Fei" userId="d19317889db4c986" providerId="LiveId" clId="{7C2AD6F1-D0BA-4689-8139-07F15EC587B2}" dt="2022-03-21T09:36:38.640" v="1891" actId="207"/>
          <ac:spMkLst>
            <pc:docMk/>
            <pc:sldMk cId="0" sldId="268"/>
            <ac:spMk id="73731" creationId="{8904FC05-4F6C-AF41-9DF5-3D2B97375DC1}"/>
          </ac:spMkLst>
        </pc:spChg>
        <pc:spChg chg="mod">
          <ac:chgData name="Zheng Fei" userId="d19317889db4c986" providerId="LiveId" clId="{7C2AD6F1-D0BA-4689-8139-07F15EC587B2}" dt="2022-04-04T09:07:58.693" v="4612" actId="114"/>
          <ac:spMkLst>
            <pc:docMk/>
            <pc:sldMk cId="0" sldId="268"/>
            <ac:spMk id="73732" creationId="{69FE6477-61F5-3542-91EF-0C82FC69274A}"/>
          </ac:spMkLst>
        </pc:spChg>
        <pc:spChg chg="mod">
          <ac:chgData name="Zheng Fei" userId="d19317889db4c986" providerId="LiveId" clId="{7C2AD6F1-D0BA-4689-8139-07F15EC587B2}" dt="2022-04-04T09:08:30.765" v="4624" actId="114"/>
          <ac:spMkLst>
            <pc:docMk/>
            <pc:sldMk cId="0" sldId="268"/>
            <ac:spMk id="73733" creationId="{8D97D223-E2C3-BE45-87BE-A3F5FDD42C35}"/>
          </ac:spMkLst>
        </pc:spChg>
        <pc:spChg chg="add mod">
          <ac:chgData name="Zheng Fei" userId="d19317889db4c986" providerId="LiveId" clId="{7C2AD6F1-D0BA-4689-8139-07F15EC587B2}" dt="2022-03-21T09:37:38.520" v="1908" actId="2711"/>
          <ac:spMkLst>
            <pc:docMk/>
            <pc:sldMk cId="0" sldId="268"/>
            <ac:spMk id="73734" creationId="{E8BDE86E-BC76-B047-8C5F-D7206250B041}"/>
          </ac:spMkLst>
        </pc:spChg>
        <pc:spChg chg="mod">
          <ac:chgData name="Zheng Fei" userId="d19317889db4c986" providerId="LiveId" clId="{7C2AD6F1-D0BA-4689-8139-07F15EC587B2}" dt="2022-04-04T09:08:24.707" v="4621"/>
          <ac:spMkLst>
            <pc:docMk/>
            <pc:sldMk cId="0" sldId="268"/>
            <ac:spMk id="73735" creationId="{16077833-C7B6-C14A-BA5F-D32EE4E1D2CD}"/>
          </ac:spMkLst>
        </pc:spChg>
        <pc:spChg chg="mod">
          <ac:chgData name="Zheng Fei" userId="d19317889db4c986" providerId="LiveId" clId="{7C2AD6F1-D0BA-4689-8139-07F15EC587B2}" dt="2022-04-04T09:08:26.607" v="4623"/>
          <ac:spMkLst>
            <pc:docMk/>
            <pc:sldMk cId="0" sldId="268"/>
            <ac:spMk id="73736" creationId="{B5F94087-BE36-5C4D-A862-9B8D85B30D85}"/>
          </ac:spMkLst>
        </pc:spChg>
        <pc:spChg chg="add mod">
          <ac:chgData name="Zheng Fei" userId="d19317889db4c986" providerId="LiveId" clId="{7C2AD6F1-D0BA-4689-8139-07F15EC587B2}" dt="2022-03-21T09:38:09.601" v="1917" actId="1036"/>
          <ac:spMkLst>
            <pc:docMk/>
            <pc:sldMk cId="0" sldId="268"/>
            <ac:spMk id="73737" creationId="{A51C3A4F-1241-5240-9B93-FCEEFF8C9D23}"/>
          </ac:spMkLst>
        </pc:spChg>
        <pc:spChg chg="add mod">
          <ac:chgData name="Zheng Fei" userId="d19317889db4c986" providerId="LiveId" clId="{7C2AD6F1-D0BA-4689-8139-07F15EC587B2}" dt="2022-03-21T09:38:31.055" v="1923" actId="1036"/>
          <ac:spMkLst>
            <pc:docMk/>
            <pc:sldMk cId="0" sldId="268"/>
            <ac:spMk id="73738" creationId="{630CBC73-0F98-4F47-98D4-C54A438257FE}"/>
          </ac:spMkLst>
        </pc:spChg>
        <pc:spChg chg="mod">
          <ac:chgData name="Zheng Fei" userId="d19317889db4c986" providerId="LiveId" clId="{7C2AD6F1-D0BA-4689-8139-07F15EC587B2}" dt="2022-04-04T09:08:33.816" v="4625" actId="114"/>
          <ac:spMkLst>
            <pc:docMk/>
            <pc:sldMk cId="0" sldId="268"/>
            <ac:spMk id="73739" creationId="{ABBCCFD2-DBB0-6A46-A2CB-0671202A9F54}"/>
          </ac:spMkLst>
        </pc:spChg>
        <pc:spChg chg="mod">
          <ac:chgData name="Zheng Fei" userId="d19317889db4c986" providerId="LiveId" clId="{7C2AD6F1-D0BA-4689-8139-07F15EC587B2}" dt="2022-04-04T09:08:36.345" v="4626" actId="114"/>
          <ac:spMkLst>
            <pc:docMk/>
            <pc:sldMk cId="0" sldId="268"/>
            <ac:spMk id="73740" creationId="{01FA7347-ED18-0D4E-94A5-7DEC9A086912}"/>
          </ac:spMkLst>
        </pc:spChg>
        <pc:spChg chg="mod">
          <ac:chgData name="Zheng Fei" userId="d19317889db4c986" providerId="LiveId" clId="{7C2AD6F1-D0BA-4689-8139-07F15EC587B2}" dt="2022-04-04T09:08:39.943" v="4628" actId="20577"/>
          <ac:spMkLst>
            <pc:docMk/>
            <pc:sldMk cId="0" sldId="268"/>
            <ac:spMk id="73741" creationId="{063EB188-C42E-5C47-99EE-FDA4600A2FCC}"/>
          </ac:spMkLst>
        </pc:spChg>
        <pc:graphicFrameChg chg="del mod replId">
          <ac:chgData name="Zheng Fei" userId="d19317889db4c986" providerId="LiveId" clId="{7C2AD6F1-D0BA-4689-8139-07F15EC587B2}" dt="2022-03-21T09:37:17.223" v="1900"/>
          <ac:graphicFrameMkLst>
            <pc:docMk/>
            <pc:sldMk cId="0" sldId="268"/>
            <ac:graphicFrameMk id="2" creationId="{E8BDE86E-BC76-B047-8C5F-D7206250B041}"/>
          </ac:graphicFrameMkLst>
        </pc:graphicFrameChg>
        <pc:graphicFrameChg chg="del mod replId">
          <ac:chgData name="Zheng Fei" userId="d19317889db4c986" providerId="LiveId" clId="{7C2AD6F1-D0BA-4689-8139-07F15EC587B2}" dt="2022-03-21T09:37:20.571" v="1902"/>
          <ac:graphicFrameMkLst>
            <pc:docMk/>
            <pc:sldMk cId="0" sldId="268"/>
            <ac:graphicFrameMk id="4" creationId="{A51C3A4F-1241-5240-9B93-FCEEFF8C9D23}"/>
          </ac:graphicFrameMkLst>
        </pc:graphicFrameChg>
        <pc:graphicFrameChg chg="del mod replId">
          <ac:chgData name="Zheng Fei" userId="d19317889db4c986" providerId="LiveId" clId="{7C2AD6F1-D0BA-4689-8139-07F15EC587B2}" dt="2022-03-21T09:37:22.597" v="1905"/>
          <ac:graphicFrameMkLst>
            <pc:docMk/>
            <pc:sldMk cId="0" sldId="268"/>
            <ac:graphicFrameMk id="6" creationId="{630CBC73-0F98-4F47-98D4-C54A438257FE}"/>
          </ac:graphicFrameMkLst>
        </pc:graphicFrameChg>
      </pc:sldChg>
      <pc:sldChg chg="addSp modSp mod modAnim">
        <pc:chgData name="Zheng Fei" userId="d19317889db4c986" providerId="LiveId" clId="{7C2AD6F1-D0BA-4689-8139-07F15EC587B2}" dt="2022-03-21T12:40:44.664" v="2647"/>
        <pc:sldMkLst>
          <pc:docMk/>
          <pc:sldMk cId="0" sldId="269"/>
        </pc:sldMkLst>
        <pc:spChg chg="add mod">
          <ac:chgData name="Zheng Fei" userId="d19317889db4c986" providerId="LiveId" clId="{7C2AD6F1-D0BA-4689-8139-07F15EC587B2}" dt="2022-03-21T12:40:44.664" v="2647"/>
          <ac:spMkLst>
            <pc:docMk/>
            <pc:sldMk cId="0" sldId="269"/>
            <ac:spMk id="16" creationId="{5C01A378-5687-4065-8D22-FAE02D5174A0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54" creationId="{61E34251-D126-7248-A973-4AA65F29FB2F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1" creationId="{EB460BC6-8ABA-2245-9F29-E264499F20D0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2" creationId="{A3A66B21-2ED0-AF42-98B0-8A8DA24E66A7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3" creationId="{C52AA575-89AF-6F4A-9C28-FF106BC8FB7F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4" creationId="{3B93D601-7220-E847-BFA8-7C8D4F92E228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6" creationId="{8B0F161B-270B-8043-BD71-CC2F0186F733}"/>
          </ac:spMkLst>
        </pc:spChg>
        <pc:spChg chg="mod">
          <ac:chgData name="Zheng Fei" userId="d19317889db4c986" providerId="LiveId" clId="{7C2AD6F1-D0BA-4689-8139-07F15EC587B2}" dt="2022-03-21T12:39:40.216" v="2637" actId="1076"/>
          <ac:spMkLst>
            <pc:docMk/>
            <pc:sldMk cId="0" sldId="269"/>
            <ac:spMk id="74767" creationId="{FA4761A8-DEDF-3849-850C-60C0BDF81126}"/>
          </ac:spMkLst>
        </pc:spChg>
        <pc:grpChg chg="mod">
          <ac:chgData name="Zheng Fei" userId="d19317889db4c986" providerId="LiveId" clId="{7C2AD6F1-D0BA-4689-8139-07F15EC587B2}" dt="2022-03-21T12:39:40.216" v="2637" actId="1076"/>
          <ac:grpSpMkLst>
            <pc:docMk/>
            <pc:sldMk cId="0" sldId="269"/>
            <ac:grpSpMk id="74755" creationId="{36EAA2A5-CC63-6D4F-ADFC-A5D3BEDD5AD2}"/>
          </ac:grpSpMkLst>
        </pc:grpChg>
        <pc:graphicFrameChg chg="mod">
          <ac:chgData name="Zheng Fei" userId="d19317889db4c986" providerId="LiveId" clId="{7C2AD6F1-D0BA-4689-8139-07F15EC587B2}" dt="2022-03-21T12:39:52.269" v="2639"/>
          <ac:graphicFrameMkLst>
            <pc:docMk/>
            <pc:sldMk cId="0" sldId="269"/>
            <ac:graphicFrameMk id="74756" creationId="{0547B37E-9E83-1743-9741-601B336BCD5D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57" creationId="{23BA9E08-D9EE-3E4D-986A-C0F0A333BC6B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58" creationId="{22C98F4F-6653-2C42-A27A-17F0BBF906FD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59" creationId="{C8DD1959-E4D9-9B46-911C-ED1BFF6D3976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60" creationId="{F4AC7E41-1625-BC43-A120-4AD8F86F6237}"/>
          </ac:graphicFrameMkLst>
        </pc:graphicFrameChg>
        <pc:graphicFrameChg chg="mod">
          <ac:chgData name="Zheng Fei" userId="d19317889db4c986" providerId="LiveId" clId="{7C2AD6F1-D0BA-4689-8139-07F15EC587B2}" dt="2022-03-21T12:39:40.216" v="2637" actId="1076"/>
          <ac:graphicFrameMkLst>
            <pc:docMk/>
            <pc:sldMk cId="0" sldId="269"/>
            <ac:graphicFrameMk id="74765" creationId="{ACF2CE6A-CB15-E94F-9360-4B7DBA7C966D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2:42:15.384" v="2667" actId="1076"/>
        <pc:sldMkLst>
          <pc:docMk/>
          <pc:sldMk cId="0" sldId="270"/>
        </pc:sldMkLst>
        <pc:spChg chg="add mod">
          <ac:chgData name="Zheng Fei" userId="d19317889db4c986" providerId="LiveId" clId="{7C2AD6F1-D0BA-4689-8139-07F15EC587B2}" dt="2022-03-21T09:40:46.862" v="1965"/>
          <ac:spMkLst>
            <pc:docMk/>
            <pc:sldMk cId="0" sldId="270"/>
            <ac:spMk id="11" creationId="{90AB737E-3DEB-41C8-BBF1-787E6B0972BE}"/>
          </ac:spMkLst>
        </pc:spChg>
        <pc:spChg chg="add mod">
          <ac:chgData name="Zheng Fei" userId="d19317889db4c986" providerId="LiveId" clId="{7C2AD6F1-D0BA-4689-8139-07F15EC587B2}" dt="2022-03-21T12:41:29.822" v="2659" actId="1076"/>
          <ac:spMkLst>
            <pc:docMk/>
            <pc:sldMk cId="0" sldId="270"/>
            <ac:spMk id="12" creationId="{C3FB9FEF-71B4-4210-9960-BB82A850AF6C}"/>
          </ac:spMkLst>
        </pc:spChg>
        <pc:spChg chg="mod">
          <ac:chgData name="Zheng Fei" userId="d19317889db4c986" providerId="LiveId" clId="{7C2AD6F1-D0BA-4689-8139-07F15EC587B2}" dt="2022-03-21T09:41:34.194" v="1996" actId="1076"/>
          <ac:spMkLst>
            <pc:docMk/>
            <pc:sldMk cId="0" sldId="270"/>
            <ac:spMk id="75778" creationId="{38501C3E-CC83-254C-9156-E7A17793D4D4}"/>
          </ac:spMkLst>
        </pc:spChg>
        <pc:spChg chg="mod">
          <ac:chgData name="Zheng Fei" userId="d19317889db4c986" providerId="LiveId" clId="{7C2AD6F1-D0BA-4689-8139-07F15EC587B2}" dt="2022-03-21T12:41:24.093" v="2658" actId="1076"/>
          <ac:spMkLst>
            <pc:docMk/>
            <pc:sldMk cId="0" sldId="270"/>
            <ac:spMk id="75779" creationId="{FA9656A5-62C1-F645-B4E6-22621892FDD8}"/>
          </ac:spMkLst>
        </pc:spChg>
        <pc:spChg chg="mod">
          <ac:chgData name="Zheng Fei" userId="d19317889db4c986" providerId="LiveId" clId="{7C2AD6F1-D0BA-4689-8139-07F15EC587B2}" dt="2022-03-21T12:41:29.822" v="2659" actId="1076"/>
          <ac:spMkLst>
            <pc:docMk/>
            <pc:sldMk cId="0" sldId="270"/>
            <ac:spMk id="75780" creationId="{DAF08943-A2EE-9B47-97DB-454D875C89D4}"/>
          </ac:spMkLst>
        </pc:spChg>
        <pc:spChg chg="mod">
          <ac:chgData name="Zheng Fei" userId="d19317889db4c986" providerId="LiveId" clId="{7C2AD6F1-D0BA-4689-8139-07F15EC587B2}" dt="2022-03-21T12:42:15.384" v="2667" actId="1076"/>
          <ac:spMkLst>
            <pc:docMk/>
            <pc:sldMk cId="0" sldId="270"/>
            <ac:spMk id="75781" creationId="{F3646521-38FD-7244-9DE3-9EDE7474B346}"/>
          </ac:spMkLst>
        </pc:spChg>
        <pc:spChg chg="mod">
          <ac:chgData name="Zheng Fei" userId="d19317889db4c986" providerId="LiveId" clId="{7C2AD6F1-D0BA-4689-8139-07F15EC587B2}" dt="2022-03-21T12:42:15.384" v="2667" actId="1076"/>
          <ac:spMkLst>
            <pc:docMk/>
            <pc:sldMk cId="0" sldId="270"/>
            <ac:spMk id="75783" creationId="{DC1C60BC-285F-B64D-AEE9-52D9AE0C56B6}"/>
          </ac:spMkLst>
        </pc:spChg>
        <pc:spChg chg="mod">
          <ac:chgData name="Zheng Fei" userId="d19317889db4c986" providerId="LiveId" clId="{7C2AD6F1-D0BA-4689-8139-07F15EC587B2}" dt="2022-03-21T12:41:59.341" v="2662" actId="20577"/>
          <ac:spMkLst>
            <pc:docMk/>
            <pc:sldMk cId="0" sldId="270"/>
            <ac:spMk id="75784" creationId="{D3A85390-BB2B-314D-B266-2E9F92822674}"/>
          </ac:spMkLst>
        </pc:spChg>
        <pc:spChg chg="del mod">
          <ac:chgData name="Zheng Fei" userId="d19317889db4c986" providerId="LiveId" clId="{7C2AD6F1-D0BA-4689-8139-07F15EC587B2}" dt="2022-03-21T09:40:49.082" v="1966" actId="478"/>
          <ac:spMkLst>
            <pc:docMk/>
            <pc:sldMk cId="0" sldId="270"/>
            <ac:spMk id="75786" creationId="{FF58808E-3E1E-9341-A44E-6B63832926AD}"/>
          </ac:spMkLst>
        </pc:spChg>
        <pc:graphicFrameChg chg="mod">
          <ac:chgData name="Zheng Fei" userId="d19317889db4c986" providerId="LiveId" clId="{7C2AD6F1-D0BA-4689-8139-07F15EC587B2}" dt="2022-03-21T12:42:15.384" v="2667" actId="1076"/>
          <ac:graphicFrameMkLst>
            <pc:docMk/>
            <pc:sldMk cId="0" sldId="270"/>
            <ac:graphicFrameMk id="75782" creationId="{B5C84B67-9232-2049-A974-C77D1B07147E}"/>
          </ac:graphicFrameMkLst>
        </pc:graphicFrameChg>
        <pc:graphicFrameChg chg="mod">
          <ac:chgData name="Zheng Fei" userId="d19317889db4c986" providerId="LiveId" clId="{7C2AD6F1-D0BA-4689-8139-07F15EC587B2}" dt="2022-03-21T12:41:24.093" v="2658" actId="1076"/>
          <ac:graphicFrameMkLst>
            <pc:docMk/>
            <pc:sldMk cId="0" sldId="270"/>
            <ac:graphicFrameMk id="75785" creationId="{1BFDCB5D-EE4B-1449-A466-FA81F0267EFA}"/>
          </ac:graphicFrameMkLst>
        </pc:graphicFrameChg>
      </pc:sldChg>
      <pc:sldChg chg="addSp modSp mod modAnim">
        <pc:chgData name="Zheng Fei" userId="d19317889db4c986" providerId="LiveId" clId="{7C2AD6F1-D0BA-4689-8139-07F15EC587B2}" dt="2022-03-21T12:42:27.770" v="2669" actId="1076"/>
        <pc:sldMkLst>
          <pc:docMk/>
          <pc:sldMk cId="0" sldId="271"/>
        </pc:sldMkLst>
        <pc:spChg chg="add mod">
          <ac:chgData name="Zheng Fei" userId="d19317889db4c986" providerId="LiveId" clId="{7C2AD6F1-D0BA-4689-8139-07F15EC587B2}" dt="2022-03-21T09:44:46.394" v="2059"/>
          <ac:spMkLst>
            <pc:docMk/>
            <pc:sldMk cId="0" sldId="271"/>
            <ac:spMk id="12" creationId="{04B2C19D-07B5-4AB6-B4B6-74D375C144FD}"/>
          </ac:spMkLst>
        </pc:spChg>
        <pc:spChg chg="mod">
          <ac:chgData name="Zheng Fei" userId="d19317889db4c986" providerId="LiveId" clId="{7C2AD6F1-D0BA-4689-8139-07F15EC587B2}" dt="2022-03-21T09:45:40.684" v="2092" actId="1076"/>
          <ac:spMkLst>
            <pc:docMk/>
            <pc:sldMk cId="0" sldId="271"/>
            <ac:spMk id="76802" creationId="{35AA839A-4903-434F-A395-440FD0BBE052}"/>
          </ac:spMkLst>
        </pc:spChg>
        <pc:spChg chg="mod">
          <ac:chgData name="Zheng Fei" userId="d19317889db4c986" providerId="LiveId" clId="{7C2AD6F1-D0BA-4689-8139-07F15EC587B2}" dt="2022-03-21T09:45:35.424" v="2090" actId="1076"/>
          <ac:spMkLst>
            <pc:docMk/>
            <pc:sldMk cId="0" sldId="271"/>
            <ac:spMk id="76804" creationId="{496C2B27-A7E8-6342-A94E-02DEEE820528}"/>
          </ac:spMkLst>
        </pc:spChg>
        <pc:spChg chg="mod">
          <ac:chgData name="Zheng Fei" userId="d19317889db4c986" providerId="LiveId" clId="{7C2AD6F1-D0BA-4689-8139-07F15EC587B2}" dt="2022-03-21T12:42:27.770" v="2669" actId="1076"/>
          <ac:spMkLst>
            <pc:docMk/>
            <pc:sldMk cId="0" sldId="271"/>
            <ac:spMk id="76805" creationId="{C72455D1-5CD0-DD4C-9B3F-434C77249EC2}"/>
          </ac:spMkLst>
        </pc:spChg>
        <pc:spChg chg="mod">
          <ac:chgData name="Zheng Fei" userId="d19317889db4c986" providerId="LiveId" clId="{7C2AD6F1-D0BA-4689-8139-07F15EC587B2}" dt="2022-03-21T09:45:26.195" v="2087" actId="1076"/>
          <ac:spMkLst>
            <pc:docMk/>
            <pc:sldMk cId="0" sldId="271"/>
            <ac:spMk id="76806" creationId="{4A9E32B8-2B8B-8D45-8A39-B9D14AB762A2}"/>
          </ac:spMkLst>
        </pc:spChg>
        <pc:spChg chg="mod">
          <ac:chgData name="Zheng Fei" userId="d19317889db4c986" providerId="LiveId" clId="{7C2AD6F1-D0BA-4689-8139-07F15EC587B2}" dt="2022-03-21T12:42:23.354" v="2668" actId="1076"/>
          <ac:spMkLst>
            <pc:docMk/>
            <pc:sldMk cId="0" sldId="271"/>
            <ac:spMk id="76808" creationId="{0ACD0AAC-9124-7845-8EEA-43D53750617B}"/>
          </ac:spMkLst>
        </pc:spChg>
        <pc:spChg chg="mod">
          <ac:chgData name="Zheng Fei" userId="d19317889db4c986" providerId="LiveId" clId="{7C2AD6F1-D0BA-4689-8139-07F15EC587B2}" dt="2022-03-21T09:45:22.824" v="2086" actId="1036"/>
          <ac:spMkLst>
            <pc:docMk/>
            <pc:sldMk cId="0" sldId="271"/>
            <ac:spMk id="76810" creationId="{072CE250-40A2-E24D-ABEB-AFB529E7C2F5}"/>
          </ac:spMkLst>
        </pc:spChg>
        <pc:graphicFrameChg chg="mod">
          <ac:chgData name="Zheng Fei" userId="d19317889db4c986" providerId="LiveId" clId="{7C2AD6F1-D0BA-4689-8139-07F15EC587B2}" dt="2022-03-21T09:45:38.044" v="2091" actId="1076"/>
          <ac:graphicFrameMkLst>
            <pc:docMk/>
            <pc:sldMk cId="0" sldId="271"/>
            <ac:graphicFrameMk id="76803" creationId="{540EA1A7-179B-0647-9E95-D9C97BBE7C2A}"/>
          </ac:graphicFrameMkLst>
        </pc:graphicFrameChg>
        <pc:graphicFrameChg chg="mod">
          <ac:chgData name="Zheng Fei" userId="d19317889db4c986" providerId="LiveId" clId="{7C2AD6F1-D0BA-4689-8139-07F15EC587B2}" dt="2022-03-21T09:45:19.234" v="2081" actId="1036"/>
          <ac:graphicFrameMkLst>
            <pc:docMk/>
            <pc:sldMk cId="0" sldId="271"/>
            <ac:graphicFrameMk id="76807" creationId="{B2267A17-2E5B-BB4D-B30B-FB3962449B0B}"/>
          </ac:graphicFrameMkLst>
        </pc:graphicFrameChg>
        <pc:graphicFrameChg chg="mod">
          <ac:chgData name="Zheng Fei" userId="d19317889db4c986" providerId="LiveId" clId="{7C2AD6F1-D0BA-4689-8139-07F15EC587B2}" dt="2022-03-21T09:45:22.824" v="2086" actId="1036"/>
          <ac:graphicFrameMkLst>
            <pc:docMk/>
            <pc:sldMk cId="0" sldId="271"/>
            <ac:graphicFrameMk id="76809" creationId="{D7D9480E-0142-A34F-9A97-1097FDFDBBF4}"/>
          </ac:graphicFrameMkLst>
        </pc:graphicFrameChg>
        <pc:graphicFrameChg chg="mod">
          <ac:chgData name="Zheng Fei" userId="d19317889db4c986" providerId="LiveId" clId="{7C2AD6F1-D0BA-4689-8139-07F15EC587B2}" dt="2022-03-21T09:45:22.824" v="2086" actId="1036"/>
          <ac:graphicFrameMkLst>
            <pc:docMk/>
            <pc:sldMk cId="0" sldId="271"/>
            <ac:graphicFrameMk id="76812" creationId="{B83FFF4C-A7AB-CB47-AA4B-7294A15E3367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2:51:36.519" v="2796" actId="1076"/>
        <pc:sldMkLst>
          <pc:docMk/>
          <pc:sldMk cId="0" sldId="272"/>
        </pc:sldMkLst>
        <pc:spChg chg="add mod">
          <ac:chgData name="Zheng Fei" userId="d19317889db4c986" providerId="LiveId" clId="{7C2AD6F1-D0BA-4689-8139-07F15EC587B2}" dt="2022-03-21T12:43:40.422" v="2683" actId="1076"/>
          <ac:spMkLst>
            <pc:docMk/>
            <pc:sldMk cId="0" sldId="272"/>
            <ac:spMk id="19" creationId="{67C6A4E8-C978-43D3-9C8D-71937334982E}"/>
          </ac:spMkLst>
        </pc:spChg>
        <pc:spChg chg="add del mod">
          <ac:chgData name="Zheng Fei" userId="d19317889db4c986" providerId="LiveId" clId="{7C2AD6F1-D0BA-4689-8139-07F15EC587B2}" dt="2022-03-21T12:43:28.186" v="2680" actId="478"/>
          <ac:spMkLst>
            <pc:docMk/>
            <pc:sldMk cId="0" sldId="272"/>
            <ac:spMk id="20" creationId="{D4008885-A954-4170-B51E-579A23C8E048}"/>
          </ac:spMkLst>
        </pc:spChg>
        <pc:spChg chg="add mod">
          <ac:chgData name="Zheng Fei" userId="d19317889db4c986" providerId="LiveId" clId="{7C2AD6F1-D0BA-4689-8139-07F15EC587B2}" dt="2022-03-21T12:51:09.693" v="2794" actId="1036"/>
          <ac:spMkLst>
            <pc:docMk/>
            <pc:sldMk cId="0" sldId="272"/>
            <ac:spMk id="21" creationId="{E34144A7-C251-488E-88FF-0882ED4B71A2}"/>
          </ac:spMkLst>
        </pc:spChg>
        <pc:spChg chg="add del">
          <ac:chgData name="Zheng Fei" userId="d19317889db4c986" providerId="LiveId" clId="{7C2AD6F1-D0BA-4689-8139-07F15EC587B2}" dt="2022-03-21T12:46:13.077" v="2730" actId="22"/>
          <ac:spMkLst>
            <pc:docMk/>
            <pc:sldMk cId="0" sldId="272"/>
            <ac:spMk id="24" creationId="{5DE127CE-A2BF-4E46-8A4F-D734CE456E09}"/>
          </ac:spMkLst>
        </pc:spChg>
        <pc:spChg chg="add mod">
          <ac:chgData name="Zheng Fei" userId="d19317889db4c986" providerId="LiveId" clId="{7C2AD6F1-D0BA-4689-8139-07F15EC587B2}" dt="2022-03-21T12:51:09.693" v="2794" actId="1036"/>
          <ac:spMkLst>
            <pc:docMk/>
            <pc:sldMk cId="0" sldId="272"/>
            <ac:spMk id="26" creationId="{D7C34D52-6C0A-44FC-8051-46EE834F92B2}"/>
          </ac:spMkLst>
        </pc:spChg>
        <pc:spChg chg="add mod">
          <ac:chgData name="Zheng Fei" userId="d19317889db4c986" providerId="LiveId" clId="{7C2AD6F1-D0BA-4689-8139-07F15EC587B2}" dt="2022-03-21T12:50:52.974" v="2792" actId="1036"/>
          <ac:spMkLst>
            <pc:docMk/>
            <pc:sldMk cId="0" sldId="272"/>
            <ac:spMk id="27" creationId="{FF2D70BC-828C-4C8F-A2D1-A6CBF33B5172}"/>
          </ac:spMkLst>
        </pc:spChg>
        <pc:spChg chg="add mod">
          <ac:chgData name="Zheng Fei" userId="d19317889db4c986" providerId="LiveId" clId="{7C2AD6F1-D0BA-4689-8139-07F15EC587B2}" dt="2022-03-21T12:50:52.974" v="2792" actId="1036"/>
          <ac:spMkLst>
            <pc:docMk/>
            <pc:sldMk cId="0" sldId="272"/>
            <ac:spMk id="29" creationId="{FE0FF9F8-9211-4107-B097-59F40ED00C82}"/>
          </ac:spMkLst>
        </pc:spChg>
        <pc:spChg chg="add mod">
          <ac:chgData name="Zheng Fei" userId="d19317889db4c986" providerId="LiveId" clId="{7C2AD6F1-D0BA-4689-8139-07F15EC587B2}" dt="2022-03-21T12:50:52.974" v="2792" actId="1036"/>
          <ac:spMkLst>
            <pc:docMk/>
            <pc:sldMk cId="0" sldId="272"/>
            <ac:spMk id="30" creationId="{8D4350C0-AA6B-4AC6-92E1-85BAC1C9D3CE}"/>
          </ac:spMkLst>
        </pc:spChg>
        <pc:spChg chg="add mod">
          <ac:chgData name="Zheng Fei" userId="d19317889db4c986" providerId="LiveId" clId="{7C2AD6F1-D0BA-4689-8139-07F15EC587B2}" dt="2022-03-21T12:51:09.693" v="2794" actId="1036"/>
          <ac:spMkLst>
            <pc:docMk/>
            <pc:sldMk cId="0" sldId="272"/>
            <ac:spMk id="31" creationId="{9C1A3B5A-9AD1-4AAE-AEE4-71655C7C1BE2}"/>
          </ac:spMkLst>
        </pc:spChg>
        <pc:spChg chg="add mod">
          <ac:chgData name="Zheng Fei" userId="d19317889db4c986" providerId="LiveId" clId="{7C2AD6F1-D0BA-4689-8139-07F15EC587B2}" dt="2022-03-21T12:51:36.519" v="2796" actId="1076"/>
          <ac:spMkLst>
            <pc:docMk/>
            <pc:sldMk cId="0" sldId="272"/>
            <ac:spMk id="33" creationId="{38C33361-3A0C-4F79-9BFD-53AC6EB16AF8}"/>
          </ac:spMkLst>
        </pc:spChg>
        <pc:spChg chg="mod">
          <ac:chgData name="Zheng Fei" userId="d19317889db4c986" providerId="LiveId" clId="{7C2AD6F1-D0BA-4689-8139-07F15EC587B2}" dt="2022-03-21T09:48:27.622" v="2141" actId="12788"/>
          <ac:spMkLst>
            <pc:docMk/>
            <pc:sldMk cId="0" sldId="272"/>
            <ac:spMk id="77826" creationId="{96ABA3A4-09B6-9040-8F1C-EC413F0819A4}"/>
          </ac:spMkLst>
        </pc:spChg>
        <pc:spChg chg="mod">
          <ac:chgData name="Zheng Fei" userId="d19317889db4c986" providerId="LiveId" clId="{7C2AD6F1-D0BA-4689-8139-07F15EC587B2}" dt="2022-03-21T12:42:33.553" v="2670" actId="20577"/>
          <ac:spMkLst>
            <pc:docMk/>
            <pc:sldMk cId="0" sldId="272"/>
            <ac:spMk id="77827" creationId="{23EF1E68-B7EB-094F-9E79-60A46F6B7F25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29" creationId="{BF701809-F7E7-F740-B7AB-C64C14CAABCF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0" creationId="{63606BBF-0365-0A44-AFD8-C85DDF6E44D1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1" creationId="{A2F9729C-F894-854B-9D49-D98A9788D2A1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2" creationId="{8AD4171E-C2D6-8843-8615-7B73BF65E190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3" creationId="{DA9AC5AA-EBB1-6A44-9036-CEEE0C5D6F54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4" creationId="{52FAC712-775E-104D-9DF6-FC5B79505CB2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5" creationId="{67B8BA2F-2D85-D145-9805-BE88668D2873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6" creationId="{7EAE7FC8-DF20-7A40-B00E-B831A8D36251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7" creationId="{6E5CAEB0-7C6A-4941-8F19-999DFD2D07F2}"/>
          </ac:spMkLst>
        </pc:spChg>
        <pc:spChg chg="mod">
          <ac:chgData name="Zheng Fei" userId="d19317889db4c986" providerId="LiveId" clId="{7C2AD6F1-D0BA-4689-8139-07F15EC587B2}" dt="2022-03-21T12:43:31.786" v="2681" actId="1076"/>
          <ac:spMkLst>
            <pc:docMk/>
            <pc:sldMk cId="0" sldId="272"/>
            <ac:spMk id="77838" creationId="{40EAE8F6-0426-2843-9B07-64A31AB1FA44}"/>
          </ac:spMkLst>
        </pc:spChg>
        <pc:spChg chg="del mod">
          <ac:chgData name="Zheng Fei" userId="d19317889db4c986" providerId="LiveId" clId="{7C2AD6F1-D0BA-4689-8139-07F15EC587B2}" dt="2022-03-21T12:43:28.186" v="2680" actId="478"/>
          <ac:spMkLst>
            <pc:docMk/>
            <pc:sldMk cId="0" sldId="272"/>
            <ac:spMk id="77839" creationId="{41F9918D-198C-DE48-9615-35F2B15F6B69}"/>
          </ac:spMkLst>
        </pc:spChg>
        <pc:spChg chg="del mod">
          <ac:chgData name="Zheng Fei" userId="d19317889db4c986" providerId="LiveId" clId="{7C2AD6F1-D0BA-4689-8139-07F15EC587B2}" dt="2022-03-21T12:43:28.186" v="2680" actId="478"/>
          <ac:spMkLst>
            <pc:docMk/>
            <pc:sldMk cId="0" sldId="272"/>
            <ac:spMk id="77840" creationId="{24E473C7-58A5-524F-94AA-CF2BD14AD5FF}"/>
          </ac:spMkLst>
        </pc:spChg>
        <pc:spChg chg="del mod">
          <ac:chgData name="Zheng Fei" userId="d19317889db4c986" providerId="LiveId" clId="{7C2AD6F1-D0BA-4689-8139-07F15EC587B2}" dt="2022-03-21T09:46:44.195" v="2119" actId="478"/>
          <ac:spMkLst>
            <pc:docMk/>
            <pc:sldMk cId="0" sldId="272"/>
            <ac:spMk id="77841" creationId="{8B20E34C-6C41-5144-8231-2399CFCD4C95}"/>
          </ac:spMkLst>
        </pc:spChg>
        <pc:spChg chg="del mod">
          <ac:chgData name="Zheng Fei" userId="d19317889db4c986" providerId="LiveId" clId="{7C2AD6F1-D0BA-4689-8139-07F15EC587B2}" dt="2022-03-21T12:43:20.706" v="2679" actId="478"/>
          <ac:spMkLst>
            <pc:docMk/>
            <pc:sldMk cId="0" sldId="272"/>
            <ac:spMk id="77842" creationId="{642625CC-F8A7-674F-8B11-85DB5D37BD0C}"/>
          </ac:spMkLst>
        </pc:spChg>
        <pc:grpChg chg="mod">
          <ac:chgData name="Zheng Fei" userId="d19317889db4c986" providerId="LiveId" clId="{7C2AD6F1-D0BA-4689-8139-07F15EC587B2}" dt="2022-03-21T12:43:31.786" v="2681" actId="1076"/>
          <ac:grpSpMkLst>
            <pc:docMk/>
            <pc:sldMk cId="0" sldId="272"/>
            <ac:grpSpMk id="77828" creationId="{E7114027-76C6-FF43-840A-0F08B7FAE252}"/>
          </ac:grpSpMkLst>
        </pc:grpChg>
        <pc:graphicFrameChg chg="add del mod replId">
          <ac:chgData name="Zheng Fei" userId="d19317889db4c986" providerId="LiveId" clId="{7C2AD6F1-D0BA-4689-8139-07F15EC587B2}" dt="2022-03-21T12:44:13.981" v="2687"/>
          <ac:graphicFrameMkLst>
            <pc:docMk/>
            <pc:sldMk cId="0" sldId="272"/>
            <ac:graphicFrameMk id="2" creationId="{E34144A7-C251-488E-88FF-0882ED4B71A2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4:06:23.893" v="4333"/>
        <pc:sldMkLst>
          <pc:docMk/>
          <pc:sldMk cId="0" sldId="273"/>
        </pc:sldMkLst>
        <pc:spChg chg="add del mod">
          <ac:chgData name="Zheng Fei" userId="d19317889db4c986" providerId="LiveId" clId="{7C2AD6F1-D0BA-4689-8139-07F15EC587B2}" dt="2022-03-21T12:55:17.147" v="2836" actId="478"/>
          <ac:spMkLst>
            <pc:docMk/>
            <pc:sldMk cId="0" sldId="273"/>
            <ac:spMk id="9" creationId="{86E16366-AEF5-42C4-97CF-62A60D058D65}"/>
          </ac:spMkLst>
        </pc:spChg>
        <pc:spChg chg="add del mod">
          <ac:chgData name="Zheng Fei" userId="d19317889db4c986" providerId="LiveId" clId="{7C2AD6F1-D0BA-4689-8139-07F15EC587B2}" dt="2022-03-21T12:55:19.809" v="2838" actId="478"/>
          <ac:spMkLst>
            <pc:docMk/>
            <pc:sldMk cId="0" sldId="273"/>
            <ac:spMk id="10" creationId="{1834B004-8633-4B98-AD72-F59775848B73}"/>
          </ac:spMkLst>
        </pc:spChg>
        <pc:spChg chg="add del mod">
          <ac:chgData name="Zheng Fei" userId="d19317889db4c986" providerId="LiveId" clId="{7C2AD6F1-D0BA-4689-8139-07F15EC587B2}" dt="2022-03-21T13:01:07.265" v="2980" actId="478"/>
          <ac:spMkLst>
            <pc:docMk/>
            <pc:sldMk cId="0" sldId="273"/>
            <ac:spMk id="11" creationId="{134258BD-DF5C-49A5-8949-3E6E86CEB0AD}"/>
          </ac:spMkLst>
        </pc:spChg>
        <pc:spChg chg="add del mod">
          <ac:chgData name="Zheng Fei" userId="d19317889db4c986" providerId="LiveId" clId="{7C2AD6F1-D0BA-4689-8139-07F15EC587B2}" dt="2022-03-21T14:04:22.912" v="4327" actId="21"/>
          <ac:spMkLst>
            <pc:docMk/>
            <pc:sldMk cId="0" sldId="273"/>
            <ac:spMk id="12" creationId="{3F0E6C22-5838-4850-9674-B0CC7ED6056F}"/>
          </ac:spMkLst>
        </pc:spChg>
        <pc:spChg chg="add mod">
          <ac:chgData name="Zheng Fei" userId="d19317889db4c986" providerId="LiveId" clId="{7C2AD6F1-D0BA-4689-8139-07F15EC587B2}" dt="2022-03-21T14:06:23.893" v="4333"/>
          <ac:spMkLst>
            <pc:docMk/>
            <pc:sldMk cId="0" sldId="273"/>
            <ac:spMk id="13" creationId="{D42821BC-24A6-4535-95EA-F99E50CB4078}"/>
          </ac:spMkLst>
        </pc:spChg>
        <pc:spChg chg="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0" creationId="{358F940D-A7B4-7547-A6BD-C623F183904D}"/>
          </ac:spMkLst>
        </pc:spChg>
        <pc:spChg chg="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1" creationId="{8414855A-6975-274B-9151-ED58E949B011}"/>
          </ac:spMkLst>
        </pc:spChg>
        <pc:spChg chg="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3" creationId="{FE04D1F6-4063-074E-B3DB-ACE8EC0FFA27}"/>
          </ac:spMkLst>
        </pc:spChg>
        <pc:spChg chg="add 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4" creationId="{2E18163F-4827-3A44-9DA4-923079214206}"/>
          </ac:spMkLst>
        </pc:spChg>
        <pc:spChg chg="add 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5" creationId="{9BB7678E-934F-0D42-8E43-7013276676D8}"/>
          </ac:spMkLst>
        </pc:spChg>
        <pc:spChg chg="mod">
          <ac:chgData name="Zheng Fei" userId="d19317889db4c986" providerId="LiveId" clId="{7C2AD6F1-D0BA-4689-8139-07F15EC587B2}" dt="2022-03-21T12:55:25.674" v="2839" actId="1076"/>
          <ac:spMkLst>
            <pc:docMk/>
            <pc:sldMk cId="0" sldId="273"/>
            <ac:spMk id="78856" creationId="{4870B4DB-D74A-0B43-BB63-C326E5DB8A08}"/>
          </ac:spMkLst>
        </pc:spChg>
        <pc:graphicFrameChg chg="del mod replId">
          <ac:chgData name="Zheng Fei" userId="d19317889db4c986" providerId="LiveId" clId="{7C2AD6F1-D0BA-4689-8139-07F15EC587B2}" dt="2022-03-21T09:50:16.926" v="2163"/>
          <ac:graphicFrameMkLst>
            <pc:docMk/>
            <pc:sldMk cId="0" sldId="273"/>
            <ac:graphicFrameMk id="2" creationId="{2E18163F-4827-3A44-9DA4-923079214206}"/>
          </ac:graphicFrameMkLst>
        </pc:graphicFrameChg>
        <pc:graphicFrameChg chg="del mod replId">
          <ac:chgData name="Zheng Fei" userId="d19317889db4c986" providerId="LiveId" clId="{7C2AD6F1-D0BA-4689-8139-07F15EC587B2}" dt="2022-03-21T09:50:23.966" v="2170"/>
          <ac:graphicFrameMkLst>
            <pc:docMk/>
            <pc:sldMk cId="0" sldId="273"/>
            <ac:graphicFrameMk id="4" creationId="{9BB7678E-934F-0D42-8E43-7013276676D8}"/>
          </ac:graphicFrameMkLst>
        </pc:graphicFrameChg>
        <pc:graphicFrameChg chg="mod">
          <ac:chgData name="Zheng Fei" userId="d19317889db4c986" providerId="LiveId" clId="{7C2AD6F1-D0BA-4689-8139-07F15EC587B2}" dt="2022-03-21T12:55:25.674" v="2839" actId="1076"/>
          <ac:graphicFrameMkLst>
            <pc:docMk/>
            <pc:sldMk cId="0" sldId="273"/>
            <ac:graphicFrameMk id="78852" creationId="{1E08C23B-5AAF-A544-A56B-121944B63C8A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3:01:43.675" v="2992" actId="12788"/>
        <pc:sldMkLst>
          <pc:docMk/>
          <pc:sldMk cId="0" sldId="274"/>
        </pc:sldMkLst>
        <pc:spChg chg="add mod">
          <ac:chgData name="Zheng Fei" userId="d19317889db4c986" providerId="LiveId" clId="{7C2AD6F1-D0BA-4689-8139-07F15EC587B2}" dt="2022-03-21T13:01:36.159" v="2991" actId="113"/>
          <ac:spMkLst>
            <pc:docMk/>
            <pc:sldMk cId="0" sldId="274"/>
            <ac:spMk id="79874" creationId="{4CD78EE7-27D8-434C-B429-F3C60B888089}"/>
          </ac:spMkLst>
        </pc:spChg>
        <pc:spChg chg="mod">
          <ac:chgData name="Zheng Fei" userId="d19317889db4c986" providerId="LiveId" clId="{7C2AD6F1-D0BA-4689-8139-07F15EC587B2}" dt="2022-03-21T12:56:41.945" v="2869" actId="207"/>
          <ac:spMkLst>
            <pc:docMk/>
            <pc:sldMk cId="0" sldId="274"/>
            <ac:spMk id="79875" creationId="{2D082724-8D13-E943-8257-DCA0AEE15CEB}"/>
          </ac:spMkLst>
        </pc:spChg>
        <pc:spChg chg="mod">
          <ac:chgData name="Zheng Fei" userId="d19317889db4c986" providerId="LiveId" clId="{7C2AD6F1-D0BA-4689-8139-07F15EC587B2}" dt="2022-03-21T12:58:49.406" v="2917" actId="1076"/>
          <ac:spMkLst>
            <pc:docMk/>
            <pc:sldMk cId="0" sldId="274"/>
            <ac:spMk id="79876" creationId="{C02D94A9-412F-5648-818D-F623580610B8}"/>
          </ac:spMkLst>
        </pc:spChg>
        <pc:spChg chg="mod">
          <ac:chgData name="Zheng Fei" userId="d19317889db4c986" providerId="LiveId" clId="{7C2AD6F1-D0BA-4689-8139-07F15EC587B2}" dt="2022-03-21T13:01:43.675" v="2992" actId="12788"/>
          <ac:spMkLst>
            <pc:docMk/>
            <pc:sldMk cId="0" sldId="274"/>
            <ac:spMk id="79877" creationId="{3937CE9D-4407-3947-ADA3-B36C72F773F6}"/>
          </ac:spMkLst>
        </pc:spChg>
        <pc:spChg chg="del">
          <ac:chgData name="Zheng Fei" userId="d19317889db4c986" providerId="LiveId" clId="{7C2AD6F1-D0BA-4689-8139-07F15EC587B2}" dt="2022-03-21T12:55:56.467" v="2846" actId="478"/>
          <ac:spMkLst>
            <pc:docMk/>
            <pc:sldMk cId="0" sldId="274"/>
            <ac:spMk id="79878" creationId="{89F5B76F-7FDD-ED4D-9831-492B8809C32B}"/>
          </ac:spMkLst>
        </pc:spChg>
        <pc:spChg chg="mod">
          <ac:chgData name="Zheng Fei" userId="d19317889db4c986" providerId="LiveId" clId="{7C2AD6F1-D0BA-4689-8139-07F15EC587B2}" dt="2022-03-21T12:58:28.255" v="2912" actId="20577"/>
          <ac:spMkLst>
            <pc:docMk/>
            <pc:sldMk cId="0" sldId="274"/>
            <ac:spMk id="79879" creationId="{315A4930-9E54-DF4C-968C-BA0CACC2F14D}"/>
          </ac:spMkLst>
        </pc:spChg>
        <pc:spChg chg="mod">
          <ac:chgData name="Zheng Fei" userId="d19317889db4c986" providerId="LiveId" clId="{7C2AD6F1-D0BA-4689-8139-07F15EC587B2}" dt="2022-03-21T12:58:37.493" v="2915" actId="1036"/>
          <ac:spMkLst>
            <pc:docMk/>
            <pc:sldMk cId="0" sldId="274"/>
            <ac:spMk id="79880" creationId="{B8FF073E-B934-404D-A7F2-D45D17F7F794}"/>
          </ac:spMkLst>
        </pc:spChg>
        <pc:graphicFrameChg chg="del mod replId">
          <ac:chgData name="Zheng Fei" userId="d19317889db4c986" providerId="LiveId" clId="{7C2AD6F1-D0BA-4689-8139-07F15EC587B2}" dt="2022-03-21T12:56:13.362" v="2851"/>
          <ac:graphicFrameMkLst>
            <pc:docMk/>
            <pc:sldMk cId="0" sldId="274"/>
            <ac:graphicFrameMk id="2" creationId="{4CD78EE7-27D8-434C-B429-F3C60B888089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3:01:54.409" v="2994" actId="207"/>
        <pc:sldMkLst>
          <pc:docMk/>
          <pc:sldMk cId="0" sldId="275"/>
        </pc:sldMkLst>
        <pc:spChg chg="add mod">
          <ac:chgData name="Zheng Fei" userId="d19317889db4c986" providerId="LiveId" clId="{7C2AD6F1-D0BA-4689-8139-07F15EC587B2}" dt="2022-03-21T13:01:45.991" v="2993"/>
          <ac:spMkLst>
            <pc:docMk/>
            <pc:sldMk cId="0" sldId="275"/>
            <ac:spMk id="11" creationId="{8AA77C60-A53A-41A9-847C-30669A324001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1" creationId="{B859C3A8-D558-4C08-8318-102A361BE35A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2" creationId="{981ECC7E-BE4F-48F7-B41E-D0D25B4872E0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3" creationId="{87A87789-56EB-4D12-8B34-25A1A7CB5160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6" creationId="{E203205A-CC18-44AB-82A9-AEFC165D3008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7" creationId="{1A39F0BA-3CAB-4A5C-9FD0-82DDA69191CC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8" creationId="{E13BB052-3EEC-468C-935A-1F117117A830}"/>
          </ac:spMkLst>
        </pc:spChg>
        <pc:spChg chg="add del mod">
          <ac:chgData name="Zheng Fei" userId="d19317889db4c986" providerId="LiveId" clId="{7C2AD6F1-D0BA-4689-8139-07F15EC587B2}" dt="2022-03-21T09:57:02.699" v="2204" actId="478"/>
          <ac:spMkLst>
            <pc:docMk/>
            <pc:sldMk cId="0" sldId="275"/>
            <ac:spMk id="19" creationId="{49746900-D1AA-462C-A6DA-A03EFEDBFD94}"/>
          </ac:spMkLst>
        </pc:spChg>
        <pc:spChg chg="mod">
          <ac:chgData name="Zheng Fei" userId="d19317889db4c986" providerId="LiveId" clId="{7C2AD6F1-D0BA-4689-8139-07F15EC587B2}" dt="2022-03-21T10:05:27.742" v="2378" actId="20577"/>
          <ac:spMkLst>
            <pc:docMk/>
            <pc:sldMk cId="0" sldId="275"/>
            <ac:spMk id="80898" creationId="{C579A1EC-980A-0E41-A769-B54A15A03B11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899" creationId="{36B9DE4B-269B-F140-8B44-FEBC29695EDE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900" creationId="{38E811FB-0406-7D49-9C91-F4F3C2FC17D6}"/>
          </ac:spMkLst>
        </pc:spChg>
        <pc:spChg chg="add mod">
          <ac:chgData name="Zheng Fei" userId="d19317889db4c986" providerId="LiveId" clId="{7C2AD6F1-D0BA-4689-8139-07F15EC587B2}" dt="2022-03-21T10:04:48.512" v="2357" actId="1076"/>
          <ac:spMkLst>
            <pc:docMk/>
            <pc:sldMk cId="0" sldId="275"/>
            <ac:spMk id="80901" creationId="{E98DE00E-9CBC-6548-962E-27F829BFD466}"/>
          </ac:spMkLst>
        </pc:spChg>
        <pc:spChg chg="mod">
          <ac:chgData name="Zheng Fei" userId="d19317889db4c986" providerId="LiveId" clId="{7C2AD6F1-D0BA-4689-8139-07F15EC587B2}" dt="2022-03-21T13:01:54.409" v="2994" actId="207"/>
          <ac:spMkLst>
            <pc:docMk/>
            <pc:sldMk cId="0" sldId="275"/>
            <ac:spMk id="80903" creationId="{3D55130C-028C-9A43-BB89-F36A4F40BB23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904" creationId="{F3E00451-788C-A340-A0BA-BFDDAA592F72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905" creationId="{F3210EC3-4BD7-4242-9AE8-ED890FA8C042}"/>
          </ac:spMkLst>
        </pc:spChg>
        <pc:spChg chg="mod">
          <ac:chgData name="Zheng Fei" userId="d19317889db4c986" providerId="LiveId" clId="{7C2AD6F1-D0BA-4689-8139-07F15EC587B2}" dt="2022-03-21T10:04:54.925" v="2359" actId="1076"/>
          <ac:spMkLst>
            <pc:docMk/>
            <pc:sldMk cId="0" sldId="275"/>
            <ac:spMk id="80906" creationId="{ECB2200D-294A-0347-AF5E-3AA6DB29FA29}"/>
          </ac:spMkLst>
        </pc:spChg>
        <pc:graphicFrameChg chg="del mod replId">
          <ac:chgData name="Zheng Fei" userId="d19317889db4c986" providerId="LiveId" clId="{7C2AD6F1-D0BA-4689-8139-07F15EC587B2}" dt="2022-03-21T09:58:47.314" v="2220"/>
          <ac:graphicFrameMkLst>
            <pc:docMk/>
            <pc:sldMk cId="0" sldId="275"/>
            <ac:graphicFrameMk id="2" creationId="{E98DE00E-9CBC-6548-962E-27F829BFD466}"/>
          </ac:graphicFrameMkLst>
        </pc:graphicFrameChg>
        <pc:graphicFrameChg chg="add del mod">
          <ac:chgData name="Zheng Fei" userId="d19317889db4c986" providerId="LiveId" clId="{7C2AD6F1-D0BA-4689-8139-07F15EC587B2}" dt="2022-03-21T09:57:02.699" v="2204" actId="478"/>
          <ac:graphicFrameMkLst>
            <pc:docMk/>
            <pc:sldMk cId="0" sldId="275"/>
            <ac:graphicFrameMk id="14" creationId="{A2495E46-9EFB-4482-90AD-CC2B000D4084}"/>
          </ac:graphicFrameMkLst>
        </pc:graphicFrameChg>
        <pc:graphicFrameChg chg="add del mod">
          <ac:chgData name="Zheng Fei" userId="d19317889db4c986" providerId="LiveId" clId="{7C2AD6F1-D0BA-4689-8139-07F15EC587B2}" dt="2022-03-21T09:57:02.699" v="2204" actId="478"/>
          <ac:graphicFrameMkLst>
            <pc:docMk/>
            <pc:sldMk cId="0" sldId="275"/>
            <ac:graphicFrameMk id="15" creationId="{34CC4BFA-D092-4B8F-8E87-43A782F6868A}"/>
          </ac:graphicFrameMkLst>
        </pc:graphicFrameChg>
        <pc:graphicFrameChg chg="mod">
          <ac:chgData name="Zheng Fei" userId="d19317889db4c986" providerId="LiveId" clId="{7C2AD6F1-D0BA-4689-8139-07F15EC587B2}" dt="2022-03-21T10:04:49.732" v="2358" actId="1076"/>
          <ac:graphicFrameMkLst>
            <pc:docMk/>
            <pc:sldMk cId="0" sldId="275"/>
            <ac:graphicFrameMk id="80902" creationId="{AC25DBBB-5585-574A-B8A0-42E07BBBF58B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4-04T09:10:04.006" v="4643" actId="114"/>
        <pc:sldMkLst>
          <pc:docMk/>
          <pc:sldMk cId="0" sldId="276"/>
        </pc:sldMkLst>
        <pc:spChg chg="add mod">
          <ac:chgData name="Zheng Fei" userId="d19317889db4c986" providerId="LiveId" clId="{7C2AD6F1-D0BA-4689-8139-07F15EC587B2}" dt="2022-03-21T13:02:09.993" v="2995"/>
          <ac:spMkLst>
            <pc:docMk/>
            <pc:sldMk cId="0" sldId="276"/>
            <ac:spMk id="11" creationId="{361D7B49-6F39-4062-A0AE-52943557065E}"/>
          </ac:spMkLst>
        </pc:spChg>
        <pc:spChg chg="mod">
          <ac:chgData name="Zheng Fei" userId="d19317889db4c986" providerId="LiveId" clId="{7C2AD6F1-D0BA-4689-8139-07F15EC587B2}" dt="2022-03-21T10:04:16.092" v="2349" actId="1076"/>
          <ac:spMkLst>
            <pc:docMk/>
            <pc:sldMk cId="0" sldId="276"/>
            <ac:spMk id="81922" creationId="{14E0717B-6270-FB40-A783-B7657E66B286}"/>
          </ac:spMkLst>
        </pc:spChg>
        <pc:spChg chg="mod">
          <ac:chgData name="Zheng Fei" userId="d19317889db4c986" providerId="LiveId" clId="{7C2AD6F1-D0BA-4689-8139-07F15EC587B2}" dt="2022-03-21T13:02:16.285" v="2996" actId="207"/>
          <ac:spMkLst>
            <pc:docMk/>
            <pc:sldMk cId="0" sldId="276"/>
            <ac:spMk id="81923" creationId="{4334270D-D323-4D49-B6FC-9F2BF337973D}"/>
          </ac:spMkLst>
        </pc:spChg>
        <pc:spChg chg="mod">
          <ac:chgData name="Zheng Fei" userId="d19317889db4c986" providerId="LiveId" clId="{7C2AD6F1-D0BA-4689-8139-07F15EC587B2}" dt="2022-03-21T10:04:16.092" v="2349" actId="1076"/>
          <ac:spMkLst>
            <pc:docMk/>
            <pc:sldMk cId="0" sldId="276"/>
            <ac:spMk id="81924" creationId="{E5577144-0701-3949-9EC3-5C91E9F2E43C}"/>
          </ac:spMkLst>
        </pc:spChg>
        <pc:spChg chg="mod">
          <ac:chgData name="Zheng Fei" userId="d19317889db4c986" providerId="LiveId" clId="{7C2AD6F1-D0BA-4689-8139-07F15EC587B2}" dt="2022-04-04T09:10:04.006" v="4643" actId="114"/>
          <ac:spMkLst>
            <pc:docMk/>
            <pc:sldMk cId="0" sldId="276"/>
            <ac:spMk id="81925" creationId="{D2E142CE-A926-1A42-AB7A-01763CC6BEE7}"/>
          </ac:spMkLst>
        </pc:spChg>
        <pc:spChg chg="mod">
          <ac:chgData name="Zheng Fei" userId="d19317889db4c986" providerId="LiveId" clId="{7C2AD6F1-D0BA-4689-8139-07F15EC587B2}" dt="2022-03-21T10:03:00.266" v="2308" actId="20577"/>
          <ac:spMkLst>
            <pc:docMk/>
            <pc:sldMk cId="0" sldId="276"/>
            <ac:spMk id="81926" creationId="{7AAF924E-BD38-324E-BC14-2B7EFE9E0699}"/>
          </ac:spMkLst>
        </pc:spChg>
        <pc:spChg chg="add mod">
          <ac:chgData name="Zheng Fei" userId="d19317889db4c986" providerId="LiveId" clId="{7C2AD6F1-D0BA-4689-8139-07F15EC587B2}" dt="2022-03-21T10:04:25.992" v="2353" actId="27636"/>
          <ac:spMkLst>
            <pc:docMk/>
            <pc:sldMk cId="0" sldId="276"/>
            <ac:spMk id="81927" creationId="{76740E9C-6639-414B-B508-8F590AC33B20}"/>
          </ac:spMkLst>
        </pc:spChg>
        <pc:spChg chg="add mod">
          <ac:chgData name="Zheng Fei" userId="d19317889db4c986" providerId="LiveId" clId="{7C2AD6F1-D0BA-4689-8139-07F15EC587B2}" dt="2022-03-21T10:03:25.852" v="2325"/>
          <ac:spMkLst>
            <pc:docMk/>
            <pc:sldMk cId="0" sldId="276"/>
            <ac:spMk id="81928" creationId="{A1E1ADA1-3820-B243-BCC5-DFF9CAB4449A}"/>
          </ac:spMkLst>
        </pc:spChg>
        <pc:spChg chg="mod">
          <ac:chgData name="Zheng Fei" userId="d19317889db4c986" providerId="LiveId" clId="{7C2AD6F1-D0BA-4689-8139-07F15EC587B2}" dt="2022-03-21T10:03:53.882" v="2345" actId="20577"/>
          <ac:spMkLst>
            <pc:docMk/>
            <pc:sldMk cId="0" sldId="276"/>
            <ac:spMk id="81930" creationId="{61F031D6-5874-4E41-8BC5-38FDE4EE4F29}"/>
          </ac:spMkLst>
        </pc:spChg>
        <pc:graphicFrameChg chg="del mod replId">
          <ac:chgData name="Zheng Fei" userId="d19317889db4c986" providerId="LiveId" clId="{7C2AD6F1-D0BA-4689-8139-07F15EC587B2}" dt="2022-03-21T10:01:01.738" v="2267"/>
          <ac:graphicFrameMkLst>
            <pc:docMk/>
            <pc:sldMk cId="0" sldId="276"/>
            <ac:graphicFrameMk id="2" creationId="{A1E1ADA1-3820-B243-BCC5-DFF9CAB4449A}"/>
          </ac:graphicFrameMkLst>
        </pc:graphicFrameChg>
        <pc:graphicFrameChg chg="del mod replId">
          <ac:chgData name="Zheng Fei" userId="d19317889db4c986" providerId="LiveId" clId="{7C2AD6F1-D0BA-4689-8139-07F15EC587B2}" dt="2022-03-21T10:01:21.971" v="2282"/>
          <ac:graphicFrameMkLst>
            <pc:docMk/>
            <pc:sldMk cId="0" sldId="276"/>
            <ac:graphicFrameMk id="4" creationId="{76740E9C-6639-414B-B508-8F590AC33B20}"/>
          </ac:graphicFrameMkLst>
        </pc:graphicFrameChg>
        <pc:graphicFrameChg chg="mod">
          <ac:chgData name="Zheng Fei" userId="d19317889db4c986" providerId="LiveId" clId="{7C2AD6F1-D0BA-4689-8139-07F15EC587B2}" dt="2022-03-21T10:04:07.762" v="2348" actId="14100"/>
          <ac:graphicFrameMkLst>
            <pc:docMk/>
            <pc:sldMk cId="0" sldId="276"/>
            <ac:graphicFrameMk id="81929" creationId="{9E837817-2420-2F4A-B2F1-662A7BD66218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3:03:23.409" v="3013" actId="207"/>
        <pc:sldMkLst>
          <pc:docMk/>
          <pc:sldMk cId="0" sldId="279"/>
        </pc:sldMkLst>
        <pc:spChg chg="mod">
          <ac:chgData name="Zheng Fei" userId="d19317889db4c986" providerId="LiveId" clId="{7C2AD6F1-D0BA-4689-8139-07F15EC587B2}" dt="2022-03-21T13:02:43.177" v="3000" actId="207"/>
          <ac:spMkLst>
            <pc:docMk/>
            <pc:sldMk cId="0" sldId="279"/>
            <ac:spMk id="84994" creationId="{7B1F38FE-B449-CB44-B42F-2101E5DC1F7B}"/>
          </ac:spMkLst>
        </pc:spChg>
        <pc:spChg chg="mod">
          <ac:chgData name="Zheng Fei" userId="d19317889db4c986" providerId="LiveId" clId="{7C2AD6F1-D0BA-4689-8139-07F15EC587B2}" dt="2022-03-21T10:14:00.736" v="2491" actId="1076"/>
          <ac:spMkLst>
            <pc:docMk/>
            <pc:sldMk cId="0" sldId="279"/>
            <ac:spMk id="84995" creationId="{CA672615-A46E-1C47-B27C-4162311608AF}"/>
          </ac:spMkLst>
        </pc:spChg>
        <pc:spChg chg="add mod">
          <ac:chgData name="Zheng Fei" userId="d19317889db4c986" providerId="LiveId" clId="{7C2AD6F1-D0BA-4689-8139-07F15EC587B2}" dt="2022-03-21T13:03:14.392" v="3011"/>
          <ac:spMkLst>
            <pc:docMk/>
            <pc:sldMk cId="0" sldId="279"/>
            <ac:spMk id="84996" creationId="{26B80663-D7AE-BE41-A966-A40F4F6C7748}"/>
          </ac:spMkLst>
        </pc:spChg>
        <pc:spChg chg="mod">
          <ac:chgData name="Zheng Fei" userId="d19317889db4c986" providerId="LiveId" clId="{7C2AD6F1-D0BA-4689-8139-07F15EC587B2}" dt="2022-03-21T13:03:23.409" v="3013" actId="207"/>
          <ac:spMkLst>
            <pc:docMk/>
            <pc:sldMk cId="0" sldId="279"/>
            <ac:spMk id="84997" creationId="{1D02C3B9-4F75-BB47-90B1-0D98D975CB5C}"/>
          </ac:spMkLst>
        </pc:spChg>
        <pc:spChg chg="mod">
          <ac:chgData name="Zheng Fei" userId="d19317889db4c986" providerId="LiveId" clId="{7C2AD6F1-D0BA-4689-8139-07F15EC587B2}" dt="2022-03-21T13:03:20.140" v="3012" actId="207"/>
          <ac:spMkLst>
            <pc:docMk/>
            <pc:sldMk cId="0" sldId="279"/>
            <ac:spMk id="84998" creationId="{B1206129-FFA4-0545-8D76-B90CF6EAE099}"/>
          </ac:spMkLst>
        </pc:spChg>
        <pc:spChg chg="del mod">
          <ac:chgData name="Zheng Fei" userId="d19317889db4c986" providerId="LiveId" clId="{7C2AD6F1-D0BA-4689-8139-07F15EC587B2}" dt="2022-03-21T13:02:45.266" v="3001" actId="478"/>
          <ac:spMkLst>
            <pc:docMk/>
            <pc:sldMk cId="0" sldId="279"/>
            <ac:spMk id="84999" creationId="{7D1C9C25-CF28-DE4E-A0B7-67A822CD93D5}"/>
          </ac:spMkLst>
        </pc:spChg>
        <pc:graphicFrameChg chg="del mod replId">
          <ac:chgData name="Zheng Fei" userId="d19317889db4c986" providerId="LiveId" clId="{7C2AD6F1-D0BA-4689-8139-07F15EC587B2}" dt="2022-03-21T10:07:35.883" v="2382"/>
          <ac:graphicFrameMkLst>
            <pc:docMk/>
            <pc:sldMk cId="0" sldId="279"/>
            <ac:graphicFrameMk id="2" creationId="{26B80663-D7AE-BE41-A966-A40F4F6C7748}"/>
          </ac:graphicFrameMkLst>
        </pc:graphicFrameChg>
      </pc:sldChg>
      <pc:sldChg chg="addSp modSp mod modAnim">
        <pc:chgData name="Zheng Fei" userId="d19317889db4c986" providerId="LiveId" clId="{7C2AD6F1-D0BA-4689-8139-07F15EC587B2}" dt="2022-03-21T13:04:16.655" v="3018" actId="20577"/>
        <pc:sldMkLst>
          <pc:docMk/>
          <pc:sldMk cId="0" sldId="280"/>
        </pc:sldMkLst>
        <pc:spChg chg="add mod">
          <ac:chgData name="Zheng Fei" userId="d19317889db4c986" providerId="LiveId" clId="{7C2AD6F1-D0BA-4689-8139-07F15EC587B2}" dt="2022-03-21T13:03:58.295" v="3014"/>
          <ac:spMkLst>
            <pc:docMk/>
            <pc:sldMk cId="0" sldId="280"/>
            <ac:spMk id="6" creationId="{2C89F747-162B-49B6-8C26-88293E9895DB}"/>
          </ac:spMkLst>
        </pc:spChg>
        <pc:spChg chg="mod">
          <ac:chgData name="Zheng Fei" userId="d19317889db4c986" providerId="LiveId" clId="{7C2AD6F1-D0BA-4689-8139-07F15EC587B2}" dt="2022-03-21T13:04:16.655" v="3018" actId="20577"/>
          <ac:spMkLst>
            <pc:docMk/>
            <pc:sldMk cId="0" sldId="280"/>
            <ac:spMk id="86018" creationId="{80912C78-C162-F44B-8ECB-FEC44D742F21}"/>
          </ac:spMkLst>
        </pc:spChg>
        <pc:spChg chg="mod">
          <ac:chgData name="Zheng Fei" userId="d19317889db4c986" providerId="LiveId" clId="{7C2AD6F1-D0BA-4689-8139-07F15EC587B2}" dt="2022-03-21T10:08:53.964" v="2406" actId="20577"/>
          <ac:spMkLst>
            <pc:docMk/>
            <pc:sldMk cId="0" sldId="280"/>
            <ac:spMk id="86020" creationId="{C1876894-9129-1B41-9B40-06F8D540FD00}"/>
          </ac:spMkLst>
        </pc:spChg>
        <pc:spChg chg="mod">
          <ac:chgData name="Zheng Fei" userId="d19317889db4c986" providerId="LiveId" clId="{7C2AD6F1-D0BA-4689-8139-07F15EC587B2}" dt="2022-03-21T13:04:10.801" v="3015" actId="2711"/>
          <ac:spMkLst>
            <pc:docMk/>
            <pc:sldMk cId="0" sldId="280"/>
            <ac:spMk id="86021" creationId="{A4222B20-16D9-5745-BE52-459F3C33A583}"/>
          </ac:spMkLst>
        </pc:spChg>
        <pc:graphicFrameChg chg="mod">
          <ac:chgData name="Zheng Fei" userId="d19317889db4c986" providerId="LiveId" clId="{7C2AD6F1-D0BA-4689-8139-07F15EC587B2}" dt="2022-03-21T10:08:29.684" v="2400" actId="2711"/>
          <ac:graphicFrameMkLst>
            <pc:docMk/>
            <pc:sldMk cId="0" sldId="280"/>
            <ac:graphicFrameMk id="86019" creationId="{C9065834-A89A-394A-A6BD-FC031CD6E7CB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3:05:37.738" v="3036" actId="27636"/>
        <pc:sldMkLst>
          <pc:docMk/>
          <pc:sldMk cId="0" sldId="281"/>
        </pc:sldMkLst>
        <pc:spChg chg="add mod">
          <ac:chgData name="Zheng Fei" userId="d19317889db4c986" providerId="LiveId" clId="{7C2AD6F1-D0BA-4689-8139-07F15EC587B2}" dt="2022-03-21T13:04:29.085" v="3019"/>
          <ac:spMkLst>
            <pc:docMk/>
            <pc:sldMk cId="0" sldId="281"/>
            <ac:spMk id="15" creationId="{9916DE9F-9765-4EEC-9A70-822AC2EDDA24}"/>
          </ac:spMkLst>
        </pc:spChg>
        <pc:spChg chg="add del">
          <ac:chgData name="Zheng Fei" userId="d19317889db4c986" providerId="LiveId" clId="{7C2AD6F1-D0BA-4689-8139-07F15EC587B2}" dt="2022-03-21T10:11:01.245" v="2438" actId="22"/>
          <ac:spMkLst>
            <pc:docMk/>
            <pc:sldMk cId="0" sldId="281"/>
            <ac:spMk id="17" creationId="{63766520-41A7-4967-9581-9ABC0DA414E1}"/>
          </ac:spMkLst>
        </pc:spChg>
        <pc:spChg chg="add del">
          <ac:chgData name="Zheng Fei" userId="d19317889db4c986" providerId="LiveId" clId="{7C2AD6F1-D0BA-4689-8139-07F15EC587B2}" dt="2022-03-21T10:11:04.265" v="2444" actId="22"/>
          <ac:spMkLst>
            <pc:docMk/>
            <pc:sldMk cId="0" sldId="281"/>
            <ac:spMk id="19" creationId="{DA8F97DC-9EF6-4B51-A33E-58106EC73213}"/>
          </ac:spMkLst>
        </pc:spChg>
        <pc:spChg chg="add mod">
          <ac:chgData name="Zheng Fei" userId="d19317889db4c986" providerId="LiveId" clId="{7C2AD6F1-D0BA-4689-8139-07F15EC587B2}" dt="2022-03-21T13:04:58.401" v="3025" actId="1076"/>
          <ac:spMkLst>
            <pc:docMk/>
            <pc:sldMk cId="0" sldId="281"/>
            <ac:spMk id="21" creationId="{8FCBBB19-0C48-472B-9D59-20E70A1A3175}"/>
          </ac:spMkLst>
        </pc:spChg>
        <pc:spChg chg="mod">
          <ac:chgData name="Zheng Fei" userId="d19317889db4c986" providerId="LiveId" clId="{7C2AD6F1-D0BA-4689-8139-07F15EC587B2}" dt="2022-03-21T13:04:58.401" v="3025" actId="1076"/>
          <ac:spMkLst>
            <pc:docMk/>
            <pc:sldMk cId="0" sldId="281"/>
            <ac:spMk id="87043" creationId="{85BE90E0-3536-4540-92B1-BDB7962CE12C}"/>
          </ac:spMkLst>
        </pc:spChg>
        <pc:spChg chg="mod">
          <ac:chgData name="Zheng Fei" userId="d19317889db4c986" providerId="LiveId" clId="{7C2AD6F1-D0BA-4689-8139-07F15EC587B2}" dt="2022-03-21T13:04:58.401" v="3025" actId="1076"/>
          <ac:spMkLst>
            <pc:docMk/>
            <pc:sldMk cId="0" sldId="281"/>
            <ac:spMk id="87045" creationId="{D4685A49-95F4-E043-A65B-6C1BC2349C8F}"/>
          </ac:spMkLst>
        </pc:spChg>
        <pc:spChg chg="mod">
          <ac:chgData name="Zheng Fei" userId="d19317889db4c986" providerId="LiveId" clId="{7C2AD6F1-D0BA-4689-8139-07F15EC587B2}" dt="2022-03-21T13:04:58.401" v="3025" actId="1076"/>
          <ac:spMkLst>
            <pc:docMk/>
            <pc:sldMk cId="0" sldId="281"/>
            <ac:spMk id="87046" creationId="{CC583D65-1158-E14C-8BD5-A463E110F2BF}"/>
          </ac:spMkLst>
        </pc:spChg>
        <pc:spChg chg="del mod">
          <ac:chgData name="Zheng Fei" userId="d19317889db4c986" providerId="LiveId" clId="{7C2AD6F1-D0BA-4689-8139-07F15EC587B2}" dt="2022-03-21T10:09:54.315" v="2413" actId="478"/>
          <ac:spMkLst>
            <pc:docMk/>
            <pc:sldMk cId="0" sldId="281"/>
            <ac:spMk id="87048" creationId="{807BC0E9-B306-5748-BC28-858DDC084456}"/>
          </ac:spMkLst>
        </pc:spChg>
        <pc:spChg chg="add mod">
          <ac:chgData name="Zheng Fei" userId="d19317889db4c986" providerId="LiveId" clId="{7C2AD6F1-D0BA-4689-8139-07F15EC587B2}" dt="2022-03-21T13:05:37.738" v="3036" actId="27636"/>
          <ac:spMkLst>
            <pc:docMk/>
            <pc:sldMk cId="0" sldId="281"/>
            <ac:spMk id="87050" creationId="{A195F1F9-B0F6-2C4F-B40F-6A1F7D82AF7F}"/>
          </ac:spMkLst>
        </pc:spChg>
        <pc:spChg chg="mod">
          <ac:chgData name="Zheng Fei" userId="d19317889db4c986" providerId="LiveId" clId="{7C2AD6F1-D0BA-4689-8139-07F15EC587B2}" dt="2022-03-21T13:05:01.728" v="3026" actId="1076"/>
          <ac:spMkLst>
            <pc:docMk/>
            <pc:sldMk cId="0" sldId="281"/>
            <ac:spMk id="87052" creationId="{05400EFF-0435-BB4E-BC8E-DFE9BA8C1B38}"/>
          </ac:spMkLst>
        </pc:spChg>
        <pc:spChg chg="mod">
          <ac:chgData name="Zheng Fei" userId="d19317889db4c986" providerId="LiveId" clId="{7C2AD6F1-D0BA-4689-8139-07F15EC587B2}" dt="2022-03-21T13:05:11.436" v="3028" actId="1076"/>
          <ac:spMkLst>
            <pc:docMk/>
            <pc:sldMk cId="0" sldId="281"/>
            <ac:spMk id="87053" creationId="{335D0F44-43B0-F744-AF48-9FBF725FF911}"/>
          </ac:spMkLst>
        </pc:spChg>
        <pc:grpChg chg="mod">
          <ac:chgData name="Zheng Fei" userId="d19317889db4c986" providerId="LiveId" clId="{7C2AD6F1-D0BA-4689-8139-07F15EC587B2}" dt="2022-03-21T13:04:58.401" v="3025" actId="1076"/>
          <ac:grpSpMkLst>
            <pc:docMk/>
            <pc:sldMk cId="0" sldId="281"/>
            <ac:grpSpMk id="87042" creationId="{A2A8CE0F-80A1-2E4F-ADAF-38F29DC0976D}"/>
          </ac:grpSpMkLst>
        </pc:grpChg>
        <pc:graphicFrameChg chg="del mod replId">
          <ac:chgData name="Zheng Fei" userId="d19317889db4c986" providerId="LiveId" clId="{7C2AD6F1-D0BA-4689-8139-07F15EC587B2}" dt="2022-03-21T13:05:31.352" v="3032"/>
          <ac:graphicFrameMkLst>
            <pc:docMk/>
            <pc:sldMk cId="0" sldId="281"/>
            <ac:graphicFrameMk id="2" creationId="{A195F1F9-B0F6-2C4F-B40F-6A1F7D82AF7F}"/>
          </ac:graphicFrameMkLst>
        </pc:graphicFrameChg>
        <pc:graphicFrameChg chg="mod">
          <ac:chgData name="Zheng Fei" userId="d19317889db4c986" providerId="LiveId" clId="{7C2AD6F1-D0BA-4689-8139-07F15EC587B2}" dt="2022-03-21T13:04:58.401" v="3025" actId="1076"/>
          <ac:graphicFrameMkLst>
            <pc:docMk/>
            <pc:sldMk cId="0" sldId="281"/>
            <ac:graphicFrameMk id="87044" creationId="{47EA4E98-4EDA-A144-85A6-A63D373CF65B}"/>
          </ac:graphicFrameMkLst>
        </pc:graphicFrameChg>
        <pc:graphicFrameChg chg="mod">
          <ac:chgData name="Zheng Fei" userId="d19317889db4c986" providerId="LiveId" clId="{7C2AD6F1-D0BA-4689-8139-07F15EC587B2}" dt="2022-03-21T13:05:17.462" v="3029" actId="1076"/>
          <ac:graphicFrameMkLst>
            <pc:docMk/>
            <pc:sldMk cId="0" sldId="281"/>
            <ac:graphicFrameMk id="87047" creationId="{524310EB-487E-8243-933F-7E1D064363F4}"/>
          </ac:graphicFrameMkLst>
        </pc:graphicFrameChg>
        <pc:graphicFrameChg chg="del mod">
          <ac:chgData name="Zheng Fei" userId="d19317889db4c986" providerId="LiveId" clId="{7C2AD6F1-D0BA-4689-8139-07F15EC587B2}" dt="2022-03-21T10:09:55.921" v="2414" actId="478"/>
          <ac:graphicFrameMkLst>
            <pc:docMk/>
            <pc:sldMk cId="0" sldId="281"/>
            <ac:graphicFrameMk id="87049" creationId="{7A227191-AA02-924E-9D0C-4AB0205FA0EC}"/>
          </ac:graphicFrameMkLst>
        </pc:graphicFrameChg>
        <pc:graphicFrameChg chg="mod">
          <ac:chgData name="Zheng Fei" userId="d19317889db4c986" providerId="LiveId" clId="{7C2AD6F1-D0BA-4689-8139-07F15EC587B2}" dt="2022-03-21T13:05:17.462" v="3029" actId="1076"/>
          <ac:graphicFrameMkLst>
            <pc:docMk/>
            <pc:sldMk cId="0" sldId="281"/>
            <ac:graphicFrameMk id="87051" creationId="{A0C3568B-0076-8841-8335-97DE2D03B4DE}"/>
          </ac:graphicFrameMkLst>
        </pc:graphicFrameChg>
        <pc:graphicFrameChg chg="mod">
          <ac:chgData name="Zheng Fei" userId="d19317889db4c986" providerId="LiveId" clId="{7C2AD6F1-D0BA-4689-8139-07F15EC587B2}" dt="2022-03-21T13:05:17.462" v="3029" actId="1076"/>
          <ac:graphicFrameMkLst>
            <pc:docMk/>
            <pc:sldMk cId="0" sldId="281"/>
            <ac:graphicFrameMk id="87054" creationId="{510DD927-9568-DE4B-80E8-BE432256B55E}"/>
          </ac:graphicFrameMkLst>
        </pc:graphicFrameChg>
        <pc:graphicFrameChg chg="mod">
          <ac:chgData name="Zheng Fei" userId="d19317889db4c986" providerId="LiveId" clId="{7C2AD6F1-D0BA-4689-8139-07F15EC587B2}" dt="2022-03-21T13:05:17.462" v="3029" actId="1076"/>
          <ac:graphicFrameMkLst>
            <pc:docMk/>
            <pc:sldMk cId="0" sldId="281"/>
            <ac:graphicFrameMk id="87055" creationId="{04201C47-9D79-C44E-A463-BFCD1EA242A3}"/>
          </ac:graphicFrameMkLst>
        </pc:graphicFrameChg>
      </pc:sldChg>
      <pc:sldChg chg="modSp mod modAnim">
        <pc:chgData name="Zheng Fei" userId="d19317889db4c986" providerId="LiveId" clId="{7C2AD6F1-D0BA-4689-8139-07F15EC587B2}" dt="2022-03-21T13:05:59.034" v="3039" actId="207"/>
        <pc:sldMkLst>
          <pc:docMk/>
          <pc:sldMk cId="0" sldId="283"/>
        </pc:sldMkLst>
        <pc:spChg chg="mod">
          <ac:chgData name="Zheng Fei" userId="d19317889db4c986" providerId="LiveId" clId="{7C2AD6F1-D0BA-4689-8139-07F15EC587B2}" dt="2022-03-21T10:13:48.066" v="2490" actId="113"/>
          <ac:spMkLst>
            <pc:docMk/>
            <pc:sldMk cId="0" sldId="283"/>
            <ac:spMk id="89090" creationId="{9A2DC609-CB3F-774A-902C-64B58D475013}"/>
          </ac:spMkLst>
        </pc:spChg>
        <pc:spChg chg="mod">
          <ac:chgData name="Zheng Fei" userId="d19317889db4c986" providerId="LiveId" clId="{7C2AD6F1-D0BA-4689-8139-07F15EC587B2}" dt="2022-03-21T10:13:44.216" v="2489" actId="207"/>
          <ac:spMkLst>
            <pc:docMk/>
            <pc:sldMk cId="0" sldId="283"/>
            <ac:spMk id="89091" creationId="{F4FEE75B-82F7-5B46-AB0B-4B4357DFF641}"/>
          </ac:spMkLst>
        </pc:spChg>
        <pc:spChg chg="mod">
          <ac:chgData name="Zheng Fei" userId="d19317889db4c986" providerId="LiveId" clId="{7C2AD6F1-D0BA-4689-8139-07F15EC587B2}" dt="2022-03-21T13:05:59.034" v="3039" actId="207"/>
          <ac:spMkLst>
            <pc:docMk/>
            <pc:sldMk cId="0" sldId="283"/>
            <ac:spMk id="89093" creationId="{B25143FF-946F-6F4F-8225-44FBB2681EFF}"/>
          </ac:spMkLst>
        </pc:spChg>
        <pc:graphicFrameChg chg="mod">
          <ac:chgData name="Zheng Fei" userId="d19317889db4c986" providerId="LiveId" clId="{7C2AD6F1-D0BA-4689-8139-07F15EC587B2}" dt="2022-03-21T10:12:31.745" v="2473" actId="1076"/>
          <ac:graphicFrameMkLst>
            <pc:docMk/>
            <pc:sldMk cId="0" sldId="283"/>
            <ac:graphicFrameMk id="89092" creationId="{AB4B2977-597F-0D48-9667-D06AE9652256}"/>
          </ac:graphicFrameMkLst>
        </pc:graphicFrameChg>
        <pc:graphicFrameChg chg="mod">
          <ac:chgData name="Zheng Fei" userId="d19317889db4c986" providerId="LiveId" clId="{7C2AD6F1-D0BA-4689-8139-07F15EC587B2}" dt="2022-03-21T10:12:34.146" v="2474" actId="1076"/>
          <ac:graphicFrameMkLst>
            <pc:docMk/>
            <pc:sldMk cId="0" sldId="283"/>
            <ac:graphicFrameMk id="89095" creationId="{5423AA83-D8D3-A34A-B6C8-9A5175DC4651}"/>
          </ac:graphicFrameMkLst>
        </pc:graphicFrameChg>
      </pc:sldChg>
      <pc:sldChg chg="addSp delSp modSp mod modAnim">
        <pc:chgData name="Zheng Fei" userId="d19317889db4c986" providerId="LiveId" clId="{7C2AD6F1-D0BA-4689-8139-07F15EC587B2}" dt="2022-03-21T14:18:31.753" v="4582" actId="20577"/>
        <pc:sldMkLst>
          <pc:docMk/>
          <pc:sldMk cId="0" sldId="285"/>
        </pc:sldMkLst>
        <pc:spChg chg="mod">
          <ac:chgData name="Zheng Fei" userId="d19317889db4c986" providerId="LiveId" clId="{7C2AD6F1-D0BA-4689-8139-07F15EC587B2}" dt="2022-03-21T14:18:31.753" v="4582" actId="20577"/>
          <ac:spMkLst>
            <pc:docMk/>
            <pc:sldMk cId="0" sldId="285"/>
            <ac:spMk id="91141" creationId="{9FAEB2DE-2E03-9C41-BE73-642753D99F4E}"/>
          </ac:spMkLst>
        </pc:spChg>
        <pc:spChg chg="mod">
          <ac:chgData name="Zheng Fei" userId="d19317889db4c986" providerId="LiveId" clId="{7C2AD6F1-D0BA-4689-8139-07F15EC587B2}" dt="2022-03-21T13:09:07.105" v="3067"/>
          <ac:spMkLst>
            <pc:docMk/>
            <pc:sldMk cId="0" sldId="285"/>
            <ac:spMk id="91143" creationId="{92179F1A-FC30-644E-BF22-FA17A97F299E}"/>
          </ac:spMkLst>
        </pc:spChg>
        <pc:spChg chg="add mod">
          <ac:chgData name="Zheng Fei" userId="d19317889db4c986" providerId="LiveId" clId="{7C2AD6F1-D0BA-4689-8139-07F15EC587B2}" dt="2022-03-21T13:09:13.867" v="3071" actId="114"/>
          <ac:spMkLst>
            <pc:docMk/>
            <pc:sldMk cId="0" sldId="285"/>
            <ac:spMk id="91144" creationId="{C188BB00-6ACA-3C4A-A785-9CCF9C03D3C4}"/>
          </ac:spMkLst>
        </pc:spChg>
        <pc:spChg chg="del mod">
          <ac:chgData name="Zheng Fei" userId="d19317889db4c986" providerId="LiveId" clId="{7C2AD6F1-D0BA-4689-8139-07F15EC587B2}" dt="2022-03-21T14:10:23.386" v="4350" actId="478"/>
          <ac:spMkLst>
            <pc:docMk/>
            <pc:sldMk cId="0" sldId="285"/>
            <ac:spMk id="91146" creationId="{048744BB-7685-114A-96A2-462CE9DFA22F}"/>
          </ac:spMkLst>
        </pc:spChg>
        <pc:grpChg chg="del mod">
          <ac:chgData name="Zheng Fei" userId="d19317889db4c986" providerId="LiveId" clId="{7C2AD6F1-D0BA-4689-8139-07F15EC587B2}" dt="2022-03-21T14:10:21.378" v="4349" actId="478"/>
          <ac:grpSpMkLst>
            <pc:docMk/>
            <pc:sldMk cId="0" sldId="285"/>
            <ac:grpSpMk id="91145" creationId="{9FF1CC72-C142-8340-BB35-224902307548}"/>
          </ac:grpSpMkLst>
        </pc:grpChg>
        <pc:graphicFrameChg chg="del mod replId">
          <ac:chgData name="Zheng Fei" userId="d19317889db4c986" providerId="LiveId" clId="{7C2AD6F1-D0BA-4689-8139-07F15EC587B2}" dt="2022-03-21T13:09:07.105" v="3067"/>
          <ac:graphicFrameMkLst>
            <pc:docMk/>
            <pc:sldMk cId="0" sldId="285"/>
            <ac:graphicFrameMk id="2" creationId="{C188BB00-6ACA-3C4A-A785-9CCF9C03D3C4}"/>
          </ac:graphicFrameMkLst>
        </pc:graphicFrameChg>
        <pc:graphicFrameChg chg="del mod">
          <ac:chgData name="Zheng Fei" userId="d19317889db4c986" providerId="LiveId" clId="{7C2AD6F1-D0BA-4689-8139-07F15EC587B2}" dt="2022-03-21T14:10:19.762" v="4348" actId="478"/>
          <ac:graphicFrameMkLst>
            <pc:docMk/>
            <pc:sldMk cId="0" sldId="285"/>
            <ac:graphicFrameMk id="91142" creationId="{8FECDF23-526B-EF48-8D57-6AD18EC6B86E}"/>
          </ac:graphicFrameMkLst>
        </pc:graphicFrameChg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86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87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88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89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0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1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2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3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4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6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7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8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299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0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1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2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3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4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5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6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7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8"/>
        </pc:sldMkLst>
      </pc:sldChg>
      <pc:sldChg chg="del">
        <pc:chgData name="Zheng Fei" userId="d19317889db4c986" providerId="LiveId" clId="{7C2AD6F1-D0BA-4689-8139-07F15EC587B2}" dt="2022-03-21T09:56:34.662" v="2201" actId="47"/>
        <pc:sldMkLst>
          <pc:docMk/>
          <pc:sldMk cId="0" sldId="309"/>
        </pc:sldMkLst>
      </pc:sldChg>
      <pc:sldChg chg="modSp new del mod">
        <pc:chgData name="Zheng Fei" userId="d19317889db4c986" providerId="LiveId" clId="{7C2AD6F1-D0BA-4689-8139-07F15EC587B2}" dt="2022-03-21T07:46:28.222" v="950" actId="47"/>
        <pc:sldMkLst>
          <pc:docMk/>
          <pc:sldMk cId="87566819" sldId="310"/>
        </pc:sldMkLst>
        <pc:spChg chg="mod">
          <ac:chgData name="Zheng Fei" userId="d19317889db4c986" providerId="LiveId" clId="{7C2AD6F1-D0BA-4689-8139-07F15EC587B2}" dt="2022-03-20T14:57:40.439" v="15" actId="20577"/>
          <ac:spMkLst>
            <pc:docMk/>
            <pc:sldMk cId="87566819" sldId="310"/>
            <ac:spMk id="2" creationId="{9C62542F-E55C-4465-B9D7-B4995BE3D7F7}"/>
          </ac:spMkLst>
        </pc:spChg>
      </pc:sldChg>
      <pc:sldChg chg="modSp new del mod">
        <pc:chgData name="Zheng Fei" userId="d19317889db4c986" providerId="LiveId" clId="{7C2AD6F1-D0BA-4689-8139-07F15EC587B2}" dt="2022-03-21T07:55:04.338" v="1072" actId="47"/>
        <pc:sldMkLst>
          <pc:docMk/>
          <pc:sldMk cId="806932767" sldId="311"/>
        </pc:sldMkLst>
        <pc:spChg chg="mod">
          <ac:chgData name="Zheng Fei" userId="d19317889db4c986" providerId="LiveId" clId="{7C2AD6F1-D0BA-4689-8139-07F15EC587B2}" dt="2022-03-20T14:57:47.479" v="20" actId="20577"/>
          <ac:spMkLst>
            <pc:docMk/>
            <pc:sldMk cId="806932767" sldId="311"/>
            <ac:spMk id="2" creationId="{1A4002DD-A4C7-4C78-A9A8-E21B54528DC6}"/>
          </ac:spMkLst>
        </pc:spChg>
      </pc:sldChg>
      <pc:sldChg chg="addSp delSp modSp add mod ord modAnim">
        <pc:chgData name="Zheng Fei" userId="d19317889db4c986" providerId="LiveId" clId="{7C2AD6F1-D0BA-4689-8139-07F15EC587B2}" dt="2022-04-04T09:07:34.452" v="4610"/>
        <pc:sldMkLst>
          <pc:docMk/>
          <pc:sldMk cId="1259915869" sldId="312"/>
        </pc:sldMkLst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4" creationId="{5E4A1D8C-0EAD-4B64-98A4-3B4366B13353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5" creationId="{49B001F2-CE5B-47B9-AE8B-8483433F70DA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9" creationId="{794DD668-2541-4A14-A875-75FCE5E343E6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10" creationId="{66B32CAE-EC24-4D9D-9CBA-9D972B4C0768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11" creationId="{08DFE916-B8A3-4481-BB78-7A4B4982BA9C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12" creationId="{72B850B5-B94C-481A-813F-66F70D9F326A}"/>
          </ac:spMkLst>
        </pc:spChg>
        <pc:spChg chg="add del mod">
          <ac:chgData name="Zheng Fei" userId="d19317889db4c986" providerId="LiveId" clId="{7C2AD6F1-D0BA-4689-8139-07F15EC587B2}" dt="2022-03-21T12:37:10.342" v="2620"/>
          <ac:spMkLst>
            <pc:docMk/>
            <pc:sldMk cId="1259915869" sldId="312"/>
            <ac:spMk id="13" creationId="{BC380A27-872A-4F5B-93DA-88E8AA2842F8}"/>
          </ac:spMkLst>
        </pc:spChg>
        <pc:spChg chg="mod">
          <ac:chgData name="Zheng Fei" userId="d19317889db4c986" providerId="LiveId" clId="{7C2AD6F1-D0BA-4689-8139-07F15EC587B2}" dt="2022-03-21T09:08:41.211" v="1494" actId="12788"/>
          <ac:spMkLst>
            <pc:docMk/>
            <pc:sldMk cId="1259915869" sldId="312"/>
            <ac:spMk id="67586" creationId="{24D3A3F1-EA7B-034C-8D56-42ABCC4DD26C}"/>
          </ac:spMkLst>
        </pc:spChg>
        <pc:spChg chg="mod">
          <ac:chgData name="Zheng Fei" userId="d19317889db4c986" providerId="LiveId" clId="{7C2AD6F1-D0BA-4689-8139-07F15EC587B2}" dt="2022-03-21T12:37:20.367" v="2626" actId="20577"/>
          <ac:spMkLst>
            <pc:docMk/>
            <pc:sldMk cId="1259915869" sldId="312"/>
            <ac:spMk id="67587" creationId="{EFC4D2A5-80F7-3649-B94B-F570F61D8B5B}"/>
          </ac:spMkLst>
        </pc:spChg>
        <pc:spChg chg="del">
          <ac:chgData name="Zheng Fei" userId="d19317889db4c986" providerId="LiveId" clId="{7C2AD6F1-D0BA-4689-8139-07F15EC587B2}" dt="2022-03-20T15:04:33.347" v="80" actId="478"/>
          <ac:spMkLst>
            <pc:docMk/>
            <pc:sldMk cId="1259915869" sldId="312"/>
            <ac:spMk id="67588" creationId="{3F063E24-CF01-4242-9C5B-1CD2EDF9A639}"/>
          </ac:spMkLst>
        </pc:spChg>
        <pc:spChg chg="del">
          <ac:chgData name="Zheng Fei" userId="d19317889db4c986" providerId="LiveId" clId="{7C2AD6F1-D0BA-4689-8139-07F15EC587B2}" dt="2022-03-20T15:04:31.936" v="79" actId="478"/>
          <ac:spMkLst>
            <pc:docMk/>
            <pc:sldMk cId="1259915869" sldId="312"/>
            <ac:spMk id="67589" creationId="{897BE894-D6A5-4448-9F4A-BE1B69D0994B}"/>
          </ac:spMkLst>
        </pc:spChg>
        <pc:graphicFrameChg chg="add del mod">
          <ac:chgData name="Zheng Fei" userId="d19317889db4c986" providerId="LiveId" clId="{7C2AD6F1-D0BA-4689-8139-07F15EC587B2}" dt="2022-03-21T12:37:10.342" v="2620"/>
          <ac:graphicFrameMkLst>
            <pc:docMk/>
            <pc:sldMk cId="1259915869" sldId="312"/>
            <ac:graphicFrameMk id="6" creationId="{664EE317-5D66-4F82-A538-EFAD9BED9543}"/>
          </ac:graphicFrameMkLst>
        </pc:graphicFrameChg>
        <pc:graphicFrameChg chg="add del mod">
          <ac:chgData name="Zheng Fei" userId="d19317889db4c986" providerId="LiveId" clId="{7C2AD6F1-D0BA-4689-8139-07F15EC587B2}" dt="2022-03-21T12:37:10.342" v="2620"/>
          <ac:graphicFrameMkLst>
            <pc:docMk/>
            <pc:sldMk cId="1259915869" sldId="312"/>
            <ac:graphicFrameMk id="7" creationId="{031922AF-DAF1-4F26-AB97-197C4A0DB285}"/>
          </ac:graphicFrameMkLst>
        </pc:graphicFrameChg>
        <pc:graphicFrameChg chg="add del mod">
          <ac:chgData name="Zheng Fei" userId="d19317889db4c986" providerId="LiveId" clId="{7C2AD6F1-D0BA-4689-8139-07F15EC587B2}" dt="2022-03-21T12:37:10.342" v="2620"/>
          <ac:graphicFrameMkLst>
            <pc:docMk/>
            <pc:sldMk cId="1259915869" sldId="312"/>
            <ac:graphicFrameMk id="8" creationId="{38426A0C-B9BB-41F3-BAA0-080F2958FAAA}"/>
          </ac:graphicFrameMkLst>
        </pc:graphicFrameChg>
      </pc:sldChg>
      <pc:sldChg chg="new del">
        <pc:chgData name="Zheng Fei" userId="d19317889db4c986" providerId="LiveId" clId="{7C2AD6F1-D0BA-4689-8139-07F15EC587B2}" dt="2022-03-20T15:04:25.166" v="77" actId="2696"/>
        <pc:sldMkLst>
          <pc:docMk/>
          <pc:sldMk cId="1276400698" sldId="312"/>
        </pc:sldMkLst>
      </pc:sldChg>
      <pc:sldChg chg="delSp modSp add modAnim">
        <pc:chgData name="Zheng Fei" userId="d19317889db4c986" providerId="LiveId" clId="{7C2AD6F1-D0BA-4689-8139-07F15EC587B2}" dt="2022-03-21T09:25:29.936" v="1683"/>
        <pc:sldMkLst>
          <pc:docMk/>
          <pc:sldMk cId="165694961" sldId="313"/>
        </pc:sldMkLst>
        <pc:spChg chg="mod">
          <ac:chgData name="Zheng Fei" userId="d19317889db4c986" providerId="LiveId" clId="{7C2AD6F1-D0BA-4689-8139-07F15EC587B2}" dt="2022-03-21T09:17:20.722" v="1606" actId="12788"/>
          <ac:spMkLst>
            <pc:docMk/>
            <pc:sldMk cId="165694961" sldId="313"/>
            <ac:spMk id="68610" creationId="{FCBC43F4-6D2C-884B-A3F6-65689C219389}"/>
          </ac:spMkLst>
        </pc:spChg>
        <pc:spChg chg="del">
          <ac:chgData name="Zheng Fei" userId="d19317889db4c986" providerId="LiveId" clId="{7C2AD6F1-D0BA-4689-8139-07F15EC587B2}" dt="2022-03-21T09:17:27.652" v="1607" actId="478"/>
          <ac:spMkLst>
            <pc:docMk/>
            <pc:sldMk cId="165694961" sldId="313"/>
            <ac:spMk id="68611" creationId="{02625C09-D470-054F-88A9-BE5DE8AF442B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2" creationId="{3C524127-EE79-9648-A69D-98917A61127A}"/>
          </ac:spMkLst>
        </pc:spChg>
        <pc:spChg chg="mod">
          <ac:chgData name="Zheng Fei" userId="d19317889db4c986" providerId="LiveId" clId="{7C2AD6F1-D0BA-4689-8139-07F15EC587B2}" dt="2022-03-21T09:18:35.117" v="1621" actId="207"/>
          <ac:spMkLst>
            <pc:docMk/>
            <pc:sldMk cId="165694961" sldId="313"/>
            <ac:spMk id="68613" creationId="{3A68CE6C-5B14-1D4D-A321-EFFCF6931790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4" creationId="{81EB7BC4-F1CD-1C4F-A5BE-6E571FD1C07E}"/>
          </ac:spMkLst>
        </pc:spChg>
        <pc:spChg chg="del">
          <ac:chgData name="Zheng Fei" userId="d19317889db4c986" providerId="LiveId" clId="{7C2AD6F1-D0BA-4689-8139-07F15EC587B2}" dt="2022-03-20T15:06:34.055" v="121" actId="478"/>
          <ac:spMkLst>
            <pc:docMk/>
            <pc:sldMk cId="165694961" sldId="313"/>
            <ac:spMk id="68615" creationId="{3843CF23-8BA7-6D49-B29E-EA6098D1B147}"/>
          </ac:spMkLst>
        </pc:spChg>
      </pc:sldChg>
      <pc:sldChg chg="addSp modSp new del mod">
        <pc:chgData name="Zheng Fei" userId="d19317889db4c986" providerId="LiveId" clId="{7C2AD6F1-D0BA-4689-8139-07F15EC587B2}" dt="2022-03-21T09:25:56.066" v="1686" actId="2696"/>
        <pc:sldMkLst>
          <pc:docMk/>
          <pc:sldMk cId="1194298045" sldId="314"/>
        </pc:sldMkLst>
        <pc:spChg chg="add mod">
          <ac:chgData name="Zheng Fei" userId="d19317889db4c986" providerId="LiveId" clId="{7C2AD6F1-D0BA-4689-8139-07F15EC587B2}" dt="2022-03-20T15:12:33.454" v="271" actId="1076"/>
          <ac:spMkLst>
            <pc:docMk/>
            <pc:sldMk cId="1194298045" sldId="314"/>
            <ac:spMk id="2" creationId="{0B360AE6-E2A8-48DE-A9B4-E840EDA8C782}"/>
          </ac:spMkLst>
        </pc:spChg>
      </pc:sldChg>
      <pc:sldChg chg="addSp modSp new del mod">
        <pc:chgData name="Zheng Fei" userId="d19317889db4c986" providerId="LiveId" clId="{7C2AD6F1-D0BA-4689-8139-07F15EC587B2}" dt="2022-03-21T09:45:54.094" v="2093" actId="47"/>
        <pc:sldMkLst>
          <pc:docMk/>
          <pc:sldMk cId="2486012159" sldId="315"/>
        </pc:sldMkLst>
        <pc:spChg chg="add mod">
          <ac:chgData name="Zheng Fei" userId="d19317889db4c986" providerId="LiveId" clId="{7C2AD6F1-D0BA-4689-8139-07F15EC587B2}" dt="2022-03-20T15:16:01.110" v="343" actId="20577"/>
          <ac:spMkLst>
            <pc:docMk/>
            <pc:sldMk cId="2486012159" sldId="315"/>
            <ac:spMk id="2" creationId="{869A370C-349F-470A-A4D7-2FF2247A6759}"/>
          </ac:spMkLst>
        </pc:spChg>
      </pc:sldChg>
      <pc:sldChg chg="modSp new del mod">
        <pc:chgData name="Zheng Fei" userId="d19317889db4c986" providerId="LiveId" clId="{7C2AD6F1-D0BA-4689-8139-07F15EC587B2}" dt="2022-03-21T09:48:30.468" v="2142" actId="47"/>
        <pc:sldMkLst>
          <pc:docMk/>
          <pc:sldMk cId="724451132" sldId="316"/>
        </pc:sldMkLst>
        <pc:spChg chg="mod">
          <ac:chgData name="Zheng Fei" userId="d19317889db4c986" providerId="LiveId" clId="{7C2AD6F1-D0BA-4689-8139-07F15EC587B2}" dt="2022-03-21T09:47:43.235" v="2128" actId="21"/>
          <ac:spMkLst>
            <pc:docMk/>
            <pc:sldMk cId="724451132" sldId="316"/>
            <ac:spMk id="3" creationId="{06EAB4D1-04B1-436E-AD85-0229EA8CA4F2}"/>
          </ac:spMkLst>
        </pc:spChg>
      </pc:sldChg>
      <pc:sldChg chg="addSp delSp modSp add mod">
        <pc:chgData name="Zheng Fei" userId="d19317889db4c986" providerId="LiveId" clId="{7C2AD6F1-D0BA-4689-8139-07F15EC587B2}" dt="2022-03-21T08:41:56.507" v="1184" actId="114"/>
        <pc:sldMkLst>
          <pc:docMk/>
          <pc:sldMk cId="1473580486" sldId="317"/>
        </pc:sldMkLst>
        <pc:spChg chg="mod">
          <ac:chgData name="Zheng Fei" userId="d19317889db4c986" providerId="LiveId" clId="{7C2AD6F1-D0BA-4689-8139-07F15EC587B2}" dt="2022-03-21T08:40:50.847" v="1182" actId="2711"/>
          <ac:spMkLst>
            <pc:docMk/>
            <pc:sldMk cId="1473580486" sldId="317"/>
            <ac:spMk id="2" creationId="{C04253D1-615A-4349-BFA1-8C203190435C}"/>
          </ac:spMkLst>
        </pc:spChg>
        <pc:spChg chg="add del mod">
          <ac:chgData name="Zheng Fei" userId="d19317889db4c986" providerId="LiveId" clId="{7C2AD6F1-D0BA-4689-8139-07F15EC587B2}" dt="2022-03-21T07:41:14.215" v="844" actId="478"/>
          <ac:spMkLst>
            <pc:docMk/>
            <pc:sldMk cId="1473580486" sldId="317"/>
            <ac:spMk id="3" creationId="{CAC93E04-319A-4972-9FE0-D76B43BCF3AA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4" creationId="{52462E01-E34B-4DF1-A664-8B7734F94F17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0" creationId="{CF7B7A89-7A23-4C8B-95C1-D4FD3CA81904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1" creationId="{637A3223-ED58-4856-8A62-1AC3B730E51F}"/>
          </ac:spMkLst>
        </pc:spChg>
        <pc:spChg chg="add mod">
          <ac:chgData name="Zheng Fei" userId="d19317889db4c986" providerId="LiveId" clId="{7C2AD6F1-D0BA-4689-8139-07F15EC587B2}" dt="2022-03-21T07:46:21.777" v="949" actId="1036"/>
          <ac:spMkLst>
            <pc:docMk/>
            <pc:sldMk cId="1473580486" sldId="317"/>
            <ac:spMk id="12" creationId="{991BDED1-CFA8-496B-884D-E56C2695B94D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3" creationId="{5C49C94D-DB6A-4C02-A4FA-A978808D4BB9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4" creationId="{C434C41D-7950-40A6-A717-A025A727902D}"/>
          </ac:spMkLst>
        </pc:spChg>
        <pc:spChg chg="add mod">
          <ac:chgData name="Zheng Fei" userId="d19317889db4c986" providerId="LiveId" clId="{7C2AD6F1-D0BA-4689-8139-07F15EC587B2}" dt="2022-03-21T07:44:17.402" v="924" actId="571"/>
          <ac:spMkLst>
            <pc:docMk/>
            <pc:sldMk cId="1473580486" sldId="317"/>
            <ac:spMk id="15" creationId="{5B605AA9-5458-4EEA-AA09-EE94AB301AC4}"/>
          </ac:spMkLst>
        </pc:spChg>
        <pc:spChg chg="mod">
          <ac:chgData name="Zheng Fei" userId="d19317889db4c986" providerId="LiveId" clId="{7C2AD6F1-D0BA-4689-8139-07F15EC587B2}" dt="2022-03-21T08:02:29.180" v="1177" actId="114"/>
          <ac:spMkLst>
            <pc:docMk/>
            <pc:sldMk cId="1473580486" sldId="317"/>
            <ac:spMk id="64514" creationId="{8039605C-9F4D-ED4F-8405-BCD3B1D30849}"/>
          </ac:spMkLst>
        </pc:spChg>
        <pc:spChg chg="mod">
          <ac:chgData name="Zheng Fei" userId="d19317889db4c986" providerId="LiveId" clId="{7C2AD6F1-D0BA-4689-8139-07F15EC587B2}" dt="2022-03-21T08:41:56.507" v="1184" actId="114"/>
          <ac:spMkLst>
            <pc:docMk/>
            <pc:sldMk cId="1473580486" sldId="317"/>
            <ac:spMk id="64515" creationId="{D246DF8A-42A4-E542-B2AE-884BFC9AC288}"/>
          </ac:spMkLst>
        </pc:spChg>
        <pc:spChg chg="del">
          <ac:chgData name="Zheng Fei" userId="d19317889db4c986" providerId="LiveId" clId="{7C2AD6F1-D0BA-4689-8139-07F15EC587B2}" dt="2022-03-21T07:36:53.033" v="832" actId="478"/>
          <ac:spMkLst>
            <pc:docMk/>
            <pc:sldMk cId="1473580486" sldId="317"/>
            <ac:spMk id="64516" creationId="{67747F90-A8C8-9A46-BA33-CAC2A1997045}"/>
          </ac:spMkLst>
        </pc:spChg>
        <pc:spChg chg="del mod">
          <ac:chgData name="Zheng Fei" userId="d19317889db4c986" providerId="LiveId" clId="{7C2AD6F1-D0BA-4689-8139-07F15EC587B2}" dt="2022-03-21T07:36:52.103" v="831" actId="478"/>
          <ac:spMkLst>
            <pc:docMk/>
            <pc:sldMk cId="1473580486" sldId="317"/>
            <ac:spMk id="64517" creationId="{17F3E8B7-D9EF-B447-B773-DE5DDEAE1430}"/>
          </ac:spMkLst>
        </pc:spChg>
      </pc:sldChg>
      <pc:sldChg chg="addSp delSp modSp add mod setBg setFolMasterObjs">
        <pc:chgData name="Zheng Fei" userId="d19317889db4c986" providerId="LiveId" clId="{7C2AD6F1-D0BA-4689-8139-07F15EC587B2}" dt="2022-03-21T08:41:46.978" v="1183" actId="114"/>
        <pc:sldMkLst>
          <pc:docMk/>
          <pc:sldMk cId="1782971290" sldId="318"/>
        </pc:sldMkLst>
        <pc:spChg chg="del">
          <ac:chgData name="Zheng Fei" userId="d19317889db4c986" providerId="LiveId" clId="{7C2AD6F1-D0BA-4689-8139-07F15EC587B2}" dt="2022-03-21T07:46:47.361" v="954" actId="478"/>
          <ac:spMkLst>
            <pc:docMk/>
            <pc:sldMk cId="1782971290" sldId="318"/>
            <ac:spMk id="2" creationId="{C04253D1-615A-4349-BFA1-8C203190435C}"/>
          </ac:spMkLst>
        </pc:spChg>
        <pc:spChg chg="add del mod">
          <ac:chgData name="Zheng Fei" userId="d19317889db4c986" providerId="LiveId" clId="{7C2AD6F1-D0BA-4689-8139-07F15EC587B2}" dt="2022-03-21T07:46:44.285" v="953" actId="478"/>
          <ac:spMkLst>
            <pc:docMk/>
            <pc:sldMk cId="1782971290" sldId="318"/>
            <ac:spMk id="3" creationId="{A3C4DD78-B1B2-473E-85E8-9068FD9A6557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4" creationId="{52462E01-E34B-4DF1-A664-8B7734F94F17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0" creationId="{CF7B7A89-7A23-4C8B-95C1-D4FD3CA81904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1" creationId="{637A3223-ED58-4856-8A62-1AC3B730E51F}"/>
          </ac:spMkLst>
        </pc:spChg>
        <pc:spChg chg="del">
          <ac:chgData name="Zheng Fei" userId="d19317889db4c986" providerId="LiveId" clId="{7C2AD6F1-D0BA-4689-8139-07F15EC587B2}" dt="2022-03-21T07:46:49.698" v="955" actId="478"/>
          <ac:spMkLst>
            <pc:docMk/>
            <pc:sldMk cId="1782971290" sldId="318"/>
            <ac:spMk id="12" creationId="{991BDED1-CFA8-496B-884D-E56C2695B94D}"/>
          </ac:spMkLst>
        </pc:spChg>
        <pc:spChg chg="add del">
          <ac:chgData name="Zheng Fei" userId="d19317889db4c986" providerId="LiveId" clId="{7C2AD6F1-D0BA-4689-8139-07F15EC587B2}" dt="2022-03-21T07:54:57.186" v="1071" actId="26606"/>
          <ac:spMkLst>
            <pc:docMk/>
            <pc:sldMk cId="1782971290" sldId="318"/>
            <ac:spMk id="75" creationId="{73DE2CFE-42F2-48F0-8706-5264E012B10C}"/>
          </ac:spMkLst>
        </pc:spChg>
        <pc:spChg chg="mod">
          <ac:chgData name="Zheng Fei" userId="d19317889db4c986" providerId="LiveId" clId="{7C2AD6F1-D0BA-4689-8139-07F15EC587B2}" dt="2022-03-21T08:41:46.978" v="1183" actId="114"/>
          <ac:spMkLst>
            <pc:docMk/>
            <pc:sldMk cId="1782971290" sldId="318"/>
            <ac:spMk id="64514" creationId="{8039605C-9F4D-ED4F-8405-BCD3B1D30849}"/>
          </ac:spMkLst>
        </pc:spChg>
        <pc:spChg chg="del">
          <ac:chgData name="Zheng Fei" userId="d19317889db4c986" providerId="LiveId" clId="{7C2AD6F1-D0BA-4689-8139-07F15EC587B2}" dt="2022-03-21T07:46:42.177" v="952" actId="478"/>
          <ac:spMkLst>
            <pc:docMk/>
            <pc:sldMk cId="1782971290" sldId="318"/>
            <ac:spMk id="64515" creationId="{D246DF8A-42A4-E542-B2AE-884BFC9AC288}"/>
          </ac:spMkLst>
        </pc:spChg>
        <pc:spChg chg="mod">
          <ac:chgData name="Zheng Fei" userId="d19317889db4c986" providerId="LiveId" clId="{7C2AD6F1-D0BA-4689-8139-07F15EC587B2}" dt="2022-03-21T07:54:57.186" v="1071" actId="26606"/>
          <ac:spMkLst>
            <pc:docMk/>
            <pc:sldMk cId="1782971290" sldId="318"/>
            <ac:spMk id="64518" creationId="{27C1C725-61D5-0941-9B81-938EEDAC7FF1}"/>
          </ac:spMkLst>
        </pc:spChg>
        <pc:picChg chg="add mod modCrop">
          <ac:chgData name="Zheng Fei" userId="d19317889db4c986" providerId="LiveId" clId="{7C2AD6F1-D0BA-4689-8139-07F15EC587B2}" dt="2022-03-21T07:54:57.186" v="1071" actId="26606"/>
          <ac:picMkLst>
            <pc:docMk/>
            <pc:sldMk cId="1782971290" sldId="318"/>
            <ac:picMk id="6" creationId="{BDA38AC5-DE4D-4FC5-8DDC-8445E2C553F7}"/>
          </ac:picMkLst>
        </pc:picChg>
      </pc:sldChg>
      <pc:sldChg chg="delSp modSp add mod">
        <pc:chgData name="Zheng Fei" userId="d19317889db4c986" providerId="LiveId" clId="{7C2AD6F1-D0BA-4689-8139-07F15EC587B2}" dt="2022-03-21T09:32:27.689" v="1812" actId="2711"/>
        <pc:sldMkLst>
          <pc:docMk/>
          <pc:sldMk cId="1240468597" sldId="319"/>
        </pc:sldMkLst>
        <pc:spChg chg="mod">
          <ac:chgData name="Zheng Fei" userId="d19317889db4c986" providerId="LiveId" clId="{7C2AD6F1-D0BA-4689-8139-07F15EC587B2}" dt="2022-03-21T09:32:27.689" v="1812" actId="2711"/>
          <ac:spMkLst>
            <pc:docMk/>
            <pc:sldMk cId="1240468597" sldId="319"/>
            <ac:spMk id="2" creationId="{312D4565-0205-45ED-9021-6116B98A8C90}"/>
          </ac:spMkLst>
        </pc:spChg>
        <pc:spChg chg="del">
          <ac:chgData name="Zheng Fei" userId="d19317889db4c986" providerId="LiveId" clId="{7C2AD6F1-D0BA-4689-8139-07F15EC587B2}" dt="2022-03-21T09:26:28.788" v="1704" actId="478"/>
          <ac:spMkLst>
            <pc:docMk/>
            <pc:sldMk cId="1240468597" sldId="319"/>
            <ac:spMk id="69635" creationId="{3FE89C70-1BC5-1A47-B958-4E24CACAA64F}"/>
          </ac:spMkLst>
        </pc:spChg>
        <pc:spChg chg="mod">
          <ac:chgData name="Zheng Fei" userId="d19317889db4c986" providerId="LiveId" clId="{7C2AD6F1-D0BA-4689-8139-07F15EC587B2}" dt="2022-03-21T09:32:19.769" v="1810" actId="1076"/>
          <ac:spMkLst>
            <pc:docMk/>
            <pc:sldMk cId="1240468597" sldId="319"/>
            <ac:spMk id="69636" creationId="{A444F019-76AB-5F4C-A814-54C3F7B272F2}"/>
          </ac:spMkLst>
        </pc:spChg>
        <pc:graphicFrameChg chg="del">
          <ac:chgData name="Zheng Fei" userId="d19317889db4c986" providerId="LiveId" clId="{7C2AD6F1-D0BA-4689-8139-07F15EC587B2}" dt="2022-03-21T09:26:37.346" v="1707" actId="478"/>
          <ac:graphicFrameMkLst>
            <pc:docMk/>
            <pc:sldMk cId="1240468597" sldId="319"/>
            <ac:graphicFrameMk id="69638" creationId="{467039DB-CCB2-6E4F-8818-B69B216E5393}"/>
          </ac:graphicFrameMkLst>
        </pc:graphicFrameChg>
        <pc:picChg chg="del">
          <ac:chgData name="Zheng Fei" userId="d19317889db4c986" providerId="LiveId" clId="{7C2AD6F1-D0BA-4689-8139-07F15EC587B2}" dt="2022-03-21T09:26:41.046" v="1709" actId="478"/>
          <ac:picMkLst>
            <pc:docMk/>
            <pc:sldMk cId="1240468597" sldId="319"/>
            <ac:picMk id="4" creationId="{E6759FD8-F812-43AC-AE9F-A604D9CD6076}"/>
          </ac:picMkLst>
        </pc:picChg>
      </pc:sldChg>
      <pc:sldChg chg="addSp delSp modSp new del mod">
        <pc:chgData name="Zheng Fei" userId="d19317889db4c986" providerId="LiveId" clId="{7C2AD6F1-D0BA-4689-8139-07F15EC587B2}" dt="2022-03-21T12:36:22.302" v="2616" actId="47"/>
        <pc:sldMkLst>
          <pc:docMk/>
          <pc:sldMk cId="1027238719" sldId="320"/>
        </pc:sldMkLst>
        <pc:spChg chg="del">
          <ac:chgData name="Zheng Fei" userId="d19317889db4c986" providerId="LiveId" clId="{7C2AD6F1-D0BA-4689-8139-07F15EC587B2}" dt="2022-03-21T12:28:17.549" v="2527" actId="478"/>
          <ac:spMkLst>
            <pc:docMk/>
            <pc:sldMk cId="1027238719" sldId="320"/>
            <ac:spMk id="2" creationId="{6E98DE95-569B-4113-BBC6-C656465F55D0}"/>
          </ac:spMkLst>
        </pc:spChg>
        <pc:spChg chg="del">
          <ac:chgData name="Zheng Fei" userId="d19317889db4c986" providerId="LiveId" clId="{7C2AD6F1-D0BA-4689-8139-07F15EC587B2}" dt="2022-03-21T12:28:15.811" v="2526" actId="478"/>
          <ac:spMkLst>
            <pc:docMk/>
            <pc:sldMk cId="1027238719" sldId="320"/>
            <ac:spMk id="3" creationId="{D47CFA67-7336-4FCE-A879-70AF5BF0FECA}"/>
          </ac:spMkLst>
        </pc:spChg>
        <pc:spChg chg="add mod">
          <ac:chgData name="Zheng Fei" userId="d19317889db4c986" providerId="LiveId" clId="{7C2AD6F1-D0BA-4689-8139-07F15EC587B2}" dt="2022-03-21T12:29:58.924" v="2554" actId="14100"/>
          <ac:spMkLst>
            <pc:docMk/>
            <pc:sldMk cId="1027238719" sldId="320"/>
            <ac:spMk id="4" creationId="{946138D9-F5DF-40B0-A00A-A823340A8531}"/>
          </ac:spMkLst>
        </pc:spChg>
        <pc:spChg chg="add mod">
          <ac:chgData name="Zheng Fei" userId="d19317889db4c986" providerId="LiveId" clId="{7C2AD6F1-D0BA-4689-8139-07F15EC587B2}" dt="2022-03-21T12:29:54.716" v="2552" actId="1076"/>
          <ac:spMkLst>
            <pc:docMk/>
            <pc:sldMk cId="1027238719" sldId="320"/>
            <ac:spMk id="9" creationId="{F4E2B640-8D41-425E-A1EE-A428163D8A4F}"/>
          </ac:spMkLst>
        </pc:spChg>
        <pc:spChg chg="add mod">
          <ac:chgData name="Zheng Fei" userId="d19317889db4c986" providerId="LiveId" clId="{7C2AD6F1-D0BA-4689-8139-07F15EC587B2}" dt="2022-03-21T12:30:08.629" v="2557" actId="1076"/>
          <ac:spMkLst>
            <pc:docMk/>
            <pc:sldMk cId="1027238719" sldId="320"/>
            <ac:spMk id="10" creationId="{560F02E7-D689-4ACF-9F7A-5AB6793C5B25}"/>
          </ac:spMkLst>
        </pc:spChg>
        <pc:spChg chg="add mod">
          <ac:chgData name="Zheng Fei" userId="d19317889db4c986" providerId="LiveId" clId="{7C2AD6F1-D0BA-4689-8139-07F15EC587B2}" dt="2022-03-21T12:30:13.475" v="2558" actId="1076"/>
          <ac:spMkLst>
            <pc:docMk/>
            <pc:sldMk cId="1027238719" sldId="320"/>
            <ac:spMk id="11" creationId="{5F573755-83E6-4151-99E9-1053B3F5A68A}"/>
          </ac:spMkLst>
        </pc:spChg>
        <pc:spChg chg="add del mod">
          <ac:chgData name="Zheng Fei" userId="d19317889db4c986" providerId="LiveId" clId="{7C2AD6F1-D0BA-4689-8139-07F15EC587B2}" dt="2022-03-21T12:31:47.240" v="2574" actId="478"/>
          <ac:spMkLst>
            <pc:docMk/>
            <pc:sldMk cId="1027238719" sldId="320"/>
            <ac:spMk id="15" creationId="{20D3137B-6232-4EA1-A4E6-24F0E64D28A2}"/>
          </ac:spMkLst>
        </pc:spChg>
        <pc:spChg chg="add del mod">
          <ac:chgData name="Zheng Fei" userId="d19317889db4c986" providerId="LiveId" clId="{7C2AD6F1-D0BA-4689-8139-07F15EC587B2}" dt="2022-03-21T12:31:22.367" v="2569" actId="478"/>
          <ac:spMkLst>
            <pc:docMk/>
            <pc:sldMk cId="1027238719" sldId="320"/>
            <ac:spMk id="16" creationId="{75FF6928-86DA-48C8-8103-E1B1BEDA9224}"/>
          </ac:spMkLst>
        </pc:spChg>
        <pc:spChg chg="add del">
          <ac:chgData name="Zheng Fei" userId="d19317889db4c986" providerId="LiveId" clId="{7C2AD6F1-D0BA-4689-8139-07F15EC587B2}" dt="2022-03-21T12:32:10.680" v="2576" actId="478"/>
          <ac:spMkLst>
            <pc:docMk/>
            <pc:sldMk cId="1027238719" sldId="320"/>
            <ac:spMk id="17" creationId="{BE4FF049-0642-46A6-A3B9-00EBD6B037C7}"/>
          </ac:spMkLst>
        </pc:spChg>
        <pc:spChg chg="add">
          <ac:chgData name="Zheng Fei" userId="d19317889db4c986" providerId="LiveId" clId="{7C2AD6F1-D0BA-4689-8139-07F15EC587B2}" dt="2022-03-21T12:32:24.952" v="2577" actId="11529"/>
          <ac:spMkLst>
            <pc:docMk/>
            <pc:sldMk cId="1027238719" sldId="320"/>
            <ac:spMk id="18" creationId="{3FE5790D-875A-4037-86B5-6CF2DAA7B353}"/>
          </ac:spMkLst>
        </pc:spChg>
        <pc:spChg chg="add mod">
          <ac:chgData name="Zheng Fei" userId="d19317889db4c986" providerId="LiveId" clId="{7C2AD6F1-D0BA-4689-8139-07F15EC587B2}" dt="2022-03-21T12:32:48.193" v="2586" actId="2711"/>
          <ac:spMkLst>
            <pc:docMk/>
            <pc:sldMk cId="1027238719" sldId="320"/>
            <ac:spMk id="19" creationId="{12721FC1-20E5-4234-B748-315A392B4BDF}"/>
          </ac:spMkLst>
        </pc:spChg>
        <pc:spChg chg="add mod">
          <ac:chgData name="Zheng Fei" userId="d19317889db4c986" providerId="LiveId" clId="{7C2AD6F1-D0BA-4689-8139-07F15EC587B2}" dt="2022-03-21T12:33:07.732" v="2591" actId="1076"/>
          <ac:spMkLst>
            <pc:docMk/>
            <pc:sldMk cId="1027238719" sldId="320"/>
            <ac:spMk id="22" creationId="{40FFFCE8-EF7E-4430-8D96-814022FB2CCE}"/>
          </ac:spMkLst>
        </pc:spChg>
        <pc:spChg chg="add mod">
          <ac:chgData name="Zheng Fei" userId="d19317889db4c986" providerId="LiveId" clId="{7C2AD6F1-D0BA-4689-8139-07F15EC587B2}" dt="2022-03-21T12:34:13.590" v="2594"/>
          <ac:spMkLst>
            <pc:docMk/>
            <pc:sldMk cId="1027238719" sldId="320"/>
            <ac:spMk id="23" creationId="{1ED7BC8F-ACB9-4FFA-902F-95674EBBD995}"/>
          </ac:spMkLst>
        </pc:spChg>
        <pc:graphicFrameChg chg="add mod">
          <ac:chgData name="Zheng Fei" userId="d19317889db4c986" providerId="LiveId" clId="{7C2AD6F1-D0BA-4689-8139-07F15EC587B2}" dt="2022-03-21T12:30:18.951" v="2559" actId="1076"/>
          <ac:graphicFrameMkLst>
            <pc:docMk/>
            <pc:sldMk cId="1027238719" sldId="320"/>
            <ac:graphicFrameMk id="6" creationId="{B8DE8A3B-9F9A-49CF-A92C-2A3BEBF9F177}"/>
          </ac:graphicFrameMkLst>
        </pc:graphicFrameChg>
        <pc:graphicFrameChg chg="add mod">
          <ac:chgData name="Zheng Fei" userId="d19317889db4c986" providerId="LiveId" clId="{7C2AD6F1-D0BA-4689-8139-07F15EC587B2}" dt="2022-03-21T12:30:01.776" v="2555" actId="1076"/>
          <ac:graphicFrameMkLst>
            <pc:docMk/>
            <pc:sldMk cId="1027238719" sldId="320"/>
            <ac:graphicFrameMk id="7" creationId="{EF831763-44BD-445B-AC29-0181301BAA50}"/>
          </ac:graphicFrameMkLst>
        </pc:graphicFrameChg>
        <pc:graphicFrameChg chg="add mod">
          <ac:chgData name="Zheng Fei" userId="d19317889db4c986" providerId="LiveId" clId="{7C2AD6F1-D0BA-4689-8139-07F15EC587B2}" dt="2022-03-21T12:32:55.207" v="2587" actId="1076"/>
          <ac:graphicFrameMkLst>
            <pc:docMk/>
            <pc:sldMk cId="1027238719" sldId="320"/>
            <ac:graphicFrameMk id="8" creationId="{87A97415-F873-4255-A951-FA6E3B964FDA}"/>
          </ac:graphicFrameMkLst>
        </pc:graphicFrameChg>
        <pc:graphicFrameChg chg="add del mod replId">
          <ac:chgData name="Zheng Fei" userId="d19317889db4c986" providerId="LiveId" clId="{7C2AD6F1-D0BA-4689-8139-07F15EC587B2}" dt="2022-03-21T12:32:35.282" v="2581"/>
          <ac:graphicFrameMkLst>
            <pc:docMk/>
            <pc:sldMk cId="1027238719" sldId="320"/>
            <ac:graphicFrameMk id="20" creationId="{12721FC1-20E5-4234-B748-315A392B4BDF}"/>
          </ac:graphicFrameMkLst>
        </pc:graphicFrameChg>
        <pc:cxnChg chg="add del mod">
          <ac:chgData name="Zheng Fei" userId="d19317889db4c986" providerId="LiveId" clId="{7C2AD6F1-D0BA-4689-8139-07F15EC587B2}" dt="2022-03-21T12:28:48.723" v="2536" actId="478"/>
          <ac:cxnSpMkLst>
            <pc:docMk/>
            <pc:sldMk cId="1027238719" sldId="320"/>
            <ac:cxnSpMk id="5" creationId="{22915C06-3092-4179-BEF2-646D870817BD}"/>
          </ac:cxnSpMkLst>
        </pc:cxnChg>
        <pc:cxnChg chg="add del mod">
          <ac:chgData name="Zheng Fei" userId="d19317889db4c986" providerId="LiveId" clId="{7C2AD6F1-D0BA-4689-8139-07F15EC587B2}" dt="2022-03-21T12:30:51.411" v="2562" actId="478"/>
          <ac:cxnSpMkLst>
            <pc:docMk/>
            <pc:sldMk cId="1027238719" sldId="320"/>
            <ac:cxnSpMk id="13" creationId="{C53A8441-CCE7-4695-BD62-94C17B2FAF91}"/>
          </ac:cxnSpMkLst>
        </pc:cxnChg>
      </pc:sldChg>
      <pc:sldChg chg="addSp delSp modSp add mod delAnim modAnim">
        <pc:chgData name="Zheng Fei" userId="d19317889db4c986" providerId="LiveId" clId="{7C2AD6F1-D0BA-4689-8139-07F15EC587B2}" dt="2022-04-04T09:09:04.791" v="4629"/>
        <pc:sldMkLst>
          <pc:docMk/>
          <pc:sldMk cId="1873751283" sldId="320"/>
        </pc:sldMkLst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19" creationId="{7D5698CB-0D81-4BB9-BAB8-1B6811DD5C70}"/>
          </ac:spMkLst>
        </pc:spChg>
        <pc:spChg chg="mod">
          <ac:chgData name="Zheng Fei" userId="d19317889db4c986" providerId="LiveId" clId="{7C2AD6F1-D0BA-4689-8139-07F15EC587B2}" dt="2022-03-21T13:00:19.663" v="2972" actId="552"/>
          <ac:spMkLst>
            <pc:docMk/>
            <pc:sldMk cId="1873751283" sldId="320"/>
            <ac:spMk id="20" creationId="{D4008885-A954-4170-B51E-579A23C8E048}"/>
          </ac:spMkLst>
        </pc:spChg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21" creationId="{08A127FD-675A-480D-B0AD-259E2307CC92}"/>
          </ac:spMkLst>
        </pc:spChg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24" creationId="{E343E90A-952B-4F29-82C6-D81FACB695C4}"/>
          </ac:spMkLst>
        </pc:spChg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25" creationId="{66929F53-BFBB-4F31-AEBF-0462DBEB2833}"/>
          </ac:spMkLst>
        </pc:spChg>
        <pc:spChg chg="add mod">
          <ac:chgData name="Zheng Fei" userId="d19317889db4c986" providerId="LiveId" clId="{7C2AD6F1-D0BA-4689-8139-07F15EC587B2}" dt="2022-03-21T12:53:43.472" v="2812" actId="1076"/>
          <ac:spMkLst>
            <pc:docMk/>
            <pc:sldMk cId="1873751283" sldId="320"/>
            <ac:spMk id="29" creationId="{91EE83F6-0C53-4641-B49B-0A6916443A07}"/>
          </ac:spMkLst>
        </pc:spChg>
        <pc:spChg chg="add mod">
          <ac:chgData name="Zheng Fei" userId="d19317889db4c986" providerId="LiveId" clId="{7C2AD6F1-D0BA-4689-8139-07F15EC587B2}" dt="2022-03-21T12:54:40.871" v="2833"/>
          <ac:spMkLst>
            <pc:docMk/>
            <pc:sldMk cId="1873751283" sldId="320"/>
            <ac:spMk id="30" creationId="{24ABEB08-EEEE-40F1-9733-072BB2CECD04}"/>
          </ac:spMkLst>
        </pc:spChg>
        <pc:spChg chg="mod">
          <ac:chgData name="Zheng Fei" userId="d19317889db4c986" providerId="LiveId" clId="{7C2AD6F1-D0BA-4689-8139-07F15EC587B2}" dt="2022-03-21T13:00:54.158" v="2979"/>
          <ac:spMkLst>
            <pc:docMk/>
            <pc:sldMk cId="1873751283" sldId="320"/>
            <ac:spMk id="77826" creationId="{96ABA3A4-09B6-9040-8F1C-EC413F0819A4}"/>
          </ac:spMkLst>
        </pc:spChg>
        <pc:spChg chg="del mod">
          <ac:chgData name="Zheng Fei" userId="d19317889db4c986" providerId="LiveId" clId="{7C2AD6F1-D0BA-4689-8139-07F15EC587B2}" dt="2022-03-21T12:52:05.085" v="2807" actId="478"/>
          <ac:spMkLst>
            <pc:docMk/>
            <pc:sldMk cId="1873751283" sldId="320"/>
            <ac:spMk id="77827" creationId="{23EF1E68-B7EB-094F-9E79-60A46F6B7F25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29" creationId="{BF701809-F7E7-F740-B7AB-C64C14CAABCF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0" creationId="{63606BBF-0365-0A44-AFD8-C85DDF6E44D1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1" creationId="{A2F9729C-F894-854B-9D49-D98A9788D2A1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2" creationId="{8AD4171E-C2D6-8843-8615-7B73BF65E190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3" creationId="{DA9AC5AA-EBB1-6A44-9036-CEEE0C5D6F54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4" creationId="{52FAC712-775E-104D-9DF6-FC5B79505CB2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5" creationId="{67B8BA2F-2D85-D145-9805-BE88668D2873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6" creationId="{7EAE7FC8-DF20-7A40-B00E-B831A8D36251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7" creationId="{6E5CAEB0-7C6A-4941-8F19-999DFD2D07F2}"/>
          </ac:spMkLst>
        </pc:spChg>
        <pc:spChg chg="mod">
          <ac:chgData name="Zheng Fei" userId="d19317889db4c986" providerId="LiveId" clId="{7C2AD6F1-D0BA-4689-8139-07F15EC587B2}" dt="2022-03-21T12:53:37.935" v="2810" actId="1076"/>
          <ac:spMkLst>
            <pc:docMk/>
            <pc:sldMk cId="1873751283" sldId="320"/>
            <ac:spMk id="77838" creationId="{40EAE8F6-0426-2843-9B07-64A31AB1FA44}"/>
          </ac:spMkLst>
        </pc:spChg>
        <pc:spChg chg="mod">
          <ac:chgData name="Zheng Fei" userId="d19317889db4c986" providerId="LiveId" clId="{7C2AD6F1-D0BA-4689-8139-07F15EC587B2}" dt="2022-03-21T13:00:32.573" v="2975" actId="113"/>
          <ac:spMkLst>
            <pc:docMk/>
            <pc:sldMk cId="1873751283" sldId="320"/>
            <ac:spMk id="77839" creationId="{41F9918D-198C-DE48-9615-35F2B15F6B69}"/>
          </ac:spMkLst>
        </pc:spChg>
        <pc:spChg chg="mod">
          <ac:chgData name="Zheng Fei" userId="d19317889db4c986" providerId="LiveId" clId="{7C2AD6F1-D0BA-4689-8139-07F15EC587B2}" dt="2022-03-21T13:00:19.663" v="2972" actId="552"/>
          <ac:spMkLst>
            <pc:docMk/>
            <pc:sldMk cId="1873751283" sldId="320"/>
            <ac:spMk id="77840" creationId="{24E473C7-58A5-524F-94AA-CF2BD14AD5FF}"/>
          </ac:spMkLst>
        </pc:spChg>
        <pc:spChg chg="mod">
          <ac:chgData name="Zheng Fei" userId="d19317889db4c986" providerId="LiveId" clId="{7C2AD6F1-D0BA-4689-8139-07F15EC587B2}" dt="2022-03-21T13:00:19.663" v="2972" actId="552"/>
          <ac:spMkLst>
            <pc:docMk/>
            <pc:sldMk cId="1873751283" sldId="320"/>
            <ac:spMk id="77842" creationId="{642625CC-F8A7-674F-8B11-85DB5D37BD0C}"/>
          </ac:spMkLst>
        </pc:spChg>
        <pc:grpChg chg="mod">
          <ac:chgData name="Zheng Fei" userId="d19317889db4c986" providerId="LiveId" clId="{7C2AD6F1-D0BA-4689-8139-07F15EC587B2}" dt="2022-03-21T12:53:37.935" v="2810" actId="1076"/>
          <ac:grpSpMkLst>
            <pc:docMk/>
            <pc:sldMk cId="1873751283" sldId="320"/>
            <ac:grpSpMk id="77828" creationId="{E7114027-76C6-FF43-840A-0F08B7FAE252}"/>
          </ac:grpSpMkLst>
        </pc:grpChg>
        <pc:graphicFrameChg chg="add del mod replId">
          <ac:chgData name="Zheng Fei" userId="d19317889db4c986" providerId="LiveId" clId="{7C2AD6F1-D0BA-4689-8139-07F15EC587B2}" dt="2022-03-21T12:53:57.847" v="2816"/>
          <ac:graphicFrameMkLst>
            <pc:docMk/>
            <pc:sldMk cId="1873751283" sldId="320"/>
            <ac:graphicFrameMk id="2" creationId="{24ABEB08-EEEE-40F1-9733-072BB2CECD04}"/>
          </ac:graphicFrameMkLst>
        </pc:graphicFrameChg>
        <pc:graphicFrameChg chg="add mod">
          <ac:chgData name="Zheng Fei" userId="d19317889db4c986" providerId="LiveId" clId="{7C2AD6F1-D0BA-4689-8139-07F15EC587B2}" dt="2022-03-21T12:53:43.472" v="2812" actId="1076"/>
          <ac:graphicFrameMkLst>
            <pc:docMk/>
            <pc:sldMk cId="1873751283" sldId="320"/>
            <ac:graphicFrameMk id="22" creationId="{EAEC2FA6-A835-4F6D-AFBC-973D9BC03FDB}"/>
          </ac:graphicFrameMkLst>
        </pc:graphicFrameChg>
        <pc:graphicFrameChg chg="add mod">
          <ac:chgData name="Zheng Fei" userId="d19317889db4c986" providerId="LiveId" clId="{7C2AD6F1-D0BA-4689-8139-07F15EC587B2}" dt="2022-03-21T12:53:43.472" v="2812" actId="1076"/>
          <ac:graphicFrameMkLst>
            <pc:docMk/>
            <pc:sldMk cId="1873751283" sldId="320"/>
            <ac:graphicFrameMk id="23" creationId="{5F564E89-371E-4C8D-8011-7DEB1067521B}"/>
          </ac:graphicFrameMkLst>
        </pc:graphicFrameChg>
        <pc:graphicFrameChg chg="add mod">
          <ac:chgData name="Zheng Fei" userId="d19317889db4c986" providerId="LiveId" clId="{7C2AD6F1-D0BA-4689-8139-07F15EC587B2}" dt="2022-03-21T12:53:43.472" v="2812" actId="1076"/>
          <ac:graphicFrameMkLst>
            <pc:docMk/>
            <pc:sldMk cId="1873751283" sldId="320"/>
            <ac:graphicFrameMk id="26" creationId="{B9607056-5C3F-4EEB-8282-2F008046BBE9}"/>
          </ac:graphicFrameMkLst>
        </pc:graphicFrameChg>
        <pc:graphicFrameChg chg="add mod">
          <ac:chgData name="Zheng Fei" userId="d19317889db4c986" providerId="LiveId" clId="{7C2AD6F1-D0BA-4689-8139-07F15EC587B2}" dt="2022-03-21T12:53:43.472" v="2812" actId="1076"/>
          <ac:graphicFrameMkLst>
            <pc:docMk/>
            <pc:sldMk cId="1873751283" sldId="320"/>
            <ac:graphicFrameMk id="27" creationId="{A67542F8-00BB-4E5C-8F05-5A769E259E15}"/>
          </ac:graphicFrameMkLst>
        </pc:graphicFrameChg>
        <pc:graphicFrameChg chg="add mod">
          <ac:chgData name="Zheng Fei" userId="d19317889db4c986" providerId="LiveId" clId="{7C2AD6F1-D0BA-4689-8139-07F15EC587B2}" dt="2022-03-21T12:54:50.495" v="2834" actId="14100"/>
          <ac:graphicFrameMkLst>
            <pc:docMk/>
            <pc:sldMk cId="1873751283" sldId="320"/>
            <ac:graphicFrameMk id="28" creationId="{E3EE2ED9-D020-4B22-B9A6-C821E12163D7}"/>
          </ac:graphicFrameMkLst>
        </pc:graphicFrameChg>
      </pc:sldChg>
      <pc:sldChg chg="addSp modSp add mod">
        <pc:chgData name="Zheng Fei" userId="d19317889db4c986" providerId="LiveId" clId="{7C2AD6F1-D0BA-4689-8139-07F15EC587B2}" dt="2022-03-21T13:08:49.354" v="3064" actId="1076"/>
        <pc:sldMkLst>
          <pc:docMk/>
          <pc:sldMk cId="2152373412" sldId="321"/>
        </pc:sldMkLst>
        <pc:spChg chg="add mod">
          <ac:chgData name="Zheng Fei" userId="d19317889db4c986" providerId="LiveId" clId="{7C2AD6F1-D0BA-4689-8139-07F15EC587B2}" dt="2022-03-21T13:08:43.558" v="3063" actId="1076"/>
          <ac:spMkLst>
            <pc:docMk/>
            <pc:sldMk cId="2152373412" sldId="321"/>
            <ac:spMk id="2" creationId="{70512923-C684-42B1-96A9-2B75E590C90F}"/>
          </ac:spMkLst>
        </pc:spChg>
        <pc:spChg chg="mod">
          <ac:chgData name="Zheng Fei" userId="d19317889db4c986" providerId="LiveId" clId="{7C2AD6F1-D0BA-4689-8139-07F15EC587B2}" dt="2022-03-21T13:08:34.584" v="3061" actId="1076"/>
          <ac:spMkLst>
            <pc:docMk/>
            <pc:sldMk cId="2152373412" sldId="321"/>
            <ac:spMk id="19" creationId="{67C6A4E8-C978-43D3-9C8D-71937334982E}"/>
          </ac:spMkLst>
        </pc:spChg>
        <pc:spChg chg="add mod">
          <ac:chgData name="Zheng Fei" userId="d19317889db4c986" providerId="LiveId" clId="{7C2AD6F1-D0BA-4689-8139-07F15EC587B2}" dt="2022-03-21T13:08:43.558" v="3063" actId="1076"/>
          <ac:spMkLst>
            <pc:docMk/>
            <pc:sldMk cId="2152373412" sldId="321"/>
            <ac:spMk id="25" creationId="{D0CE9D8F-3F7F-46BE-87A3-844AC20C6760}"/>
          </ac:spMkLst>
        </pc:spChg>
        <pc:spChg chg="mod">
          <ac:chgData name="Zheng Fei" userId="d19317889db4c986" providerId="LiveId" clId="{7C2AD6F1-D0BA-4689-8139-07F15EC587B2}" dt="2022-03-21T13:08:43.558" v="3063" actId="1076"/>
          <ac:spMkLst>
            <pc:docMk/>
            <pc:sldMk cId="2152373412" sldId="321"/>
            <ac:spMk id="26" creationId="{D7C34D52-6C0A-44FC-8051-46EE834F92B2}"/>
          </ac:spMkLst>
        </pc:spChg>
        <pc:spChg chg="mod">
          <ac:chgData name="Zheng Fei" userId="d19317889db4c986" providerId="LiveId" clId="{7C2AD6F1-D0BA-4689-8139-07F15EC587B2}" dt="2022-03-21T13:08:06.933" v="3052" actId="1076"/>
          <ac:spMkLst>
            <pc:docMk/>
            <pc:sldMk cId="2152373412" sldId="321"/>
            <ac:spMk id="27" creationId="{FF2D70BC-828C-4C8F-A2D1-A6CBF33B5172}"/>
          </ac:spMkLst>
        </pc:spChg>
        <pc:spChg chg="mod">
          <ac:chgData name="Zheng Fei" userId="d19317889db4c986" providerId="LiveId" clId="{7C2AD6F1-D0BA-4689-8139-07F15EC587B2}" dt="2022-03-21T13:08:04.413" v="3051" actId="1076"/>
          <ac:spMkLst>
            <pc:docMk/>
            <pc:sldMk cId="2152373412" sldId="321"/>
            <ac:spMk id="29" creationId="{FE0FF9F8-9211-4107-B097-59F40ED00C82}"/>
          </ac:spMkLst>
        </pc:spChg>
        <pc:spChg chg="mod">
          <ac:chgData name="Zheng Fei" userId="d19317889db4c986" providerId="LiveId" clId="{7C2AD6F1-D0BA-4689-8139-07F15EC587B2}" dt="2022-03-21T13:08:01.589" v="3050" actId="1076"/>
          <ac:spMkLst>
            <pc:docMk/>
            <pc:sldMk cId="2152373412" sldId="321"/>
            <ac:spMk id="30" creationId="{8D4350C0-AA6B-4AC6-92E1-85BAC1C9D3CE}"/>
          </ac:spMkLst>
        </pc:spChg>
        <pc:spChg chg="mod">
          <ac:chgData name="Zheng Fei" userId="d19317889db4c986" providerId="LiveId" clId="{7C2AD6F1-D0BA-4689-8139-07F15EC587B2}" dt="2022-03-21T13:08:49.354" v="3064" actId="1076"/>
          <ac:spMkLst>
            <pc:docMk/>
            <pc:sldMk cId="2152373412" sldId="321"/>
            <ac:spMk id="31" creationId="{9C1A3B5A-9AD1-4AAE-AEE4-71655C7C1BE2}"/>
          </ac:spMkLst>
        </pc:spChg>
      </pc:sldChg>
      <pc:sldChg chg="addSp delSp modSp new mod ord">
        <pc:chgData name="Zheng Fei" userId="d19317889db4c986" providerId="LiveId" clId="{7C2AD6F1-D0BA-4689-8139-07F15EC587B2}" dt="2022-03-21T13:40:56.689" v="3751" actId="29295"/>
        <pc:sldMkLst>
          <pc:docMk/>
          <pc:sldMk cId="2095660730" sldId="322"/>
        </pc:sldMkLst>
        <pc:spChg chg="del">
          <ac:chgData name="Zheng Fei" userId="d19317889db4c986" providerId="LiveId" clId="{7C2AD6F1-D0BA-4689-8139-07F15EC587B2}" dt="2022-03-21T13:11:13.676" v="3078" actId="478"/>
          <ac:spMkLst>
            <pc:docMk/>
            <pc:sldMk cId="2095660730" sldId="322"/>
            <ac:spMk id="2" creationId="{EB4E9922-55D3-4FC1-8F2E-C1AA3AD5A3F9}"/>
          </ac:spMkLst>
        </pc:spChg>
        <pc:spChg chg="del mod">
          <ac:chgData name="Zheng Fei" userId="d19317889db4c986" providerId="LiveId" clId="{7C2AD6F1-D0BA-4689-8139-07F15EC587B2}" dt="2022-03-21T13:11:11.816" v="3077" actId="478"/>
          <ac:spMkLst>
            <pc:docMk/>
            <pc:sldMk cId="2095660730" sldId="322"/>
            <ac:spMk id="3" creationId="{7BCBB643-7F09-4F74-8A8F-EE07BA83AD5A}"/>
          </ac:spMkLst>
        </pc:spChg>
        <pc:spChg chg="add del mod">
          <ac:chgData name="Zheng Fei" userId="d19317889db4c986" providerId="LiveId" clId="{7C2AD6F1-D0BA-4689-8139-07F15EC587B2}" dt="2022-03-21T13:11:19.326" v="3080" actId="478"/>
          <ac:spMkLst>
            <pc:docMk/>
            <pc:sldMk cId="2095660730" sldId="322"/>
            <ac:spMk id="4" creationId="{E319F031-DDE1-4AF5-B58F-496678BB2DC0}"/>
          </ac:spMkLst>
        </pc:spChg>
        <pc:spChg chg="add mod">
          <ac:chgData name="Zheng Fei" userId="d19317889db4c986" providerId="LiveId" clId="{7C2AD6F1-D0BA-4689-8139-07F15EC587B2}" dt="2022-03-21T13:24:45.812" v="3175" actId="1076"/>
          <ac:spMkLst>
            <pc:docMk/>
            <pc:sldMk cId="2095660730" sldId="322"/>
            <ac:spMk id="6" creationId="{A05C3EC0-2FD6-4744-A125-DBD1C58B0B16}"/>
          </ac:spMkLst>
        </pc:spChg>
        <pc:spChg chg="add mod">
          <ac:chgData name="Zheng Fei" userId="d19317889db4c986" providerId="LiveId" clId="{7C2AD6F1-D0BA-4689-8139-07F15EC587B2}" dt="2022-03-21T13:24:45.812" v="3175" actId="1076"/>
          <ac:spMkLst>
            <pc:docMk/>
            <pc:sldMk cId="2095660730" sldId="322"/>
            <ac:spMk id="7" creationId="{A27ED0BC-78EF-4207-B2AB-B4E80FF5AAA5}"/>
          </ac:spMkLst>
        </pc:spChg>
        <pc:spChg chg="add mod">
          <ac:chgData name="Zheng Fei" userId="d19317889db4c986" providerId="LiveId" clId="{7C2AD6F1-D0BA-4689-8139-07F15EC587B2}" dt="2022-03-21T13:11:48.556" v="3087"/>
          <ac:spMkLst>
            <pc:docMk/>
            <pc:sldMk cId="2095660730" sldId="322"/>
            <ac:spMk id="11" creationId="{DDAEBEC4-B62A-4A75-A983-72B4919D236A}"/>
          </ac:spMkLst>
        </pc:spChg>
        <pc:spChg chg="add mod">
          <ac:chgData name="Zheng Fei" userId="d19317889db4c986" providerId="LiveId" clId="{7C2AD6F1-D0BA-4689-8139-07F15EC587B2}" dt="2022-03-21T13:14:00.848" v="3111" actId="1076"/>
          <ac:spMkLst>
            <pc:docMk/>
            <pc:sldMk cId="2095660730" sldId="322"/>
            <ac:spMk id="14" creationId="{53F29F06-7A1B-4A06-9EA0-4A32473E79D5}"/>
          </ac:spMkLst>
        </pc:spChg>
        <pc:spChg chg="add mod">
          <ac:chgData name="Zheng Fei" userId="d19317889db4c986" providerId="LiveId" clId="{7C2AD6F1-D0BA-4689-8139-07F15EC587B2}" dt="2022-03-21T13:25:20.402" v="3177" actId="1076"/>
          <ac:spMkLst>
            <pc:docMk/>
            <pc:sldMk cId="2095660730" sldId="322"/>
            <ac:spMk id="15" creationId="{2488AA37-08C4-4E7E-9A88-9C31835A30DA}"/>
          </ac:spMkLst>
        </pc:spChg>
        <pc:spChg chg="add mod">
          <ac:chgData name="Zheng Fei" userId="d19317889db4c986" providerId="LiveId" clId="{7C2AD6F1-D0BA-4689-8139-07F15EC587B2}" dt="2022-03-21T13:26:03.873" v="3219" actId="114"/>
          <ac:spMkLst>
            <pc:docMk/>
            <pc:sldMk cId="2095660730" sldId="322"/>
            <ac:spMk id="16" creationId="{DAB9B0D1-4BE6-48F6-AF34-198486353063}"/>
          </ac:spMkLst>
        </pc:spChg>
        <pc:graphicFrameChg chg="add del mod">
          <ac:chgData name="Zheng Fei" userId="d19317889db4c986" providerId="LiveId" clId="{7C2AD6F1-D0BA-4689-8139-07F15EC587B2}" dt="2022-03-21T13:12:34.934" v="3092" actId="21"/>
          <ac:graphicFrameMkLst>
            <pc:docMk/>
            <pc:sldMk cId="2095660730" sldId="322"/>
            <ac:graphicFrameMk id="5" creationId="{48429B00-3543-429A-9A48-4734FFAD4968}"/>
          </ac:graphicFrameMkLst>
        </pc:graphicFrameChg>
        <pc:graphicFrameChg chg="add mod">
          <ac:chgData name="Zheng Fei" userId="d19317889db4c986" providerId="LiveId" clId="{7C2AD6F1-D0BA-4689-8139-07F15EC587B2}" dt="2022-03-21T13:24:45.812" v="3175" actId="1076"/>
          <ac:graphicFrameMkLst>
            <pc:docMk/>
            <pc:sldMk cId="2095660730" sldId="322"/>
            <ac:graphicFrameMk id="8" creationId="{6EE4B4BC-3AF9-494E-9139-EBA281F613DE}"/>
          </ac:graphicFrameMkLst>
        </pc:graphicFrameChg>
        <pc:graphicFrameChg chg="add mod">
          <ac:chgData name="Zheng Fei" userId="d19317889db4c986" providerId="LiveId" clId="{7C2AD6F1-D0BA-4689-8139-07F15EC587B2}" dt="2022-03-21T13:24:45.812" v="3175" actId="1076"/>
          <ac:graphicFrameMkLst>
            <pc:docMk/>
            <pc:sldMk cId="2095660730" sldId="322"/>
            <ac:graphicFrameMk id="9" creationId="{B7B296B3-98E2-472E-9C56-1754947BFBAE}"/>
          </ac:graphicFrameMkLst>
        </pc:graphicFrameChg>
        <pc:graphicFrameChg chg="add mod">
          <ac:chgData name="Zheng Fei" userId="d19317889db4c986" providerId="LiveId" clId="{7C2AD6F1-D0BA-4689-8139-07F15EC587B2}" dt="2022-03-21T13:24:45.812" v="3175" actId="1076"/>
          <ac:graphicFrameMkLst>
            <pc:docMk/>
            <pc:sldMk cId="2095660730" sldId="322"/>
            <ac:graphicFrameMk id="10" creationId="{2EEE358E-79F0-4E6D-BF98-A22830B5FCD2}"/>
          </ac:graphicFrameMkLst>
        </pc:graphicFrameChg>
        <pc:picChg chg="add del">
          <ac:chgData name="Zheng Fei" userId="d19317889db4c986" providerId="LiveId" clId="{7C2AD6F1-D0BA-4689-8139-07F15EC587B2}" dt="2022-03-21T13:12:10.317" v="3089"/>
          <ac:picMkLst>
            <pc:docMk/>
            <pc:sldMk cId="2095660730" sldId="322"/>
            <ac:picMk id="12" creationId="{AFF69B05-48C3-4F80-98F3-5F148D12DF28}"/>
          </ac:picMkLst>
        </pc:picChg>
        <pc:picChg chg="add mod">
          <ac:chgData name="Zheng Fei" userId="d19317889db4c986" providerId="LiveId" clId="{7C2AD6F1-D0BA-4689-8139-07F15EC587B2}" dt="2022-03-21T13:40:56.689" v="3751" actId="29295"/>
          <ac:picMkLst>
            <pc:docMk/>
            <pc:sldMk cId="2095660730" sldId="322"/>
            <ac:picMk id="13" creationId="{3F0DC7DC-21EE-4D23-8B25-3C213E0D530C}"/>
          </ac:picMkLst>
        </pc:picChg>
      </pc:sldChg>
      <pc:sldChg chg="addSp delSp modSp new mod">
        <pc:chgData name="Zheng Fei" userId="d19317889db4c986" providerId="LiveId" clId="{7C2AD6F1-D0BA-4689-8139-07F15EC587B2}" dt="2022-03-21T13:50:27.340" v="3768" actId="1076"/>
        <pc:sldMkLst>
          <pc:docMk/>
          <pc:sldMk cId="315795448" sldId="323"/>
        </pc:sldMkLst>
        <pc:spChg chg="del">
          <ac:chgData name="Zheng Fei" userId="d19317889db4c986" providerId="LiveId" clId="{7C2AD6F1-D0BA-4689-8139-07F15EC587B2}" dt="2022-03-21T13:15:35.038" v="3115" actId="478"/>
          <ac:spMkLst>
            <pc:docMk/>
            <pc:sldMk cId="315795448" sldId="323"/>
            <ac:spMk id="2" creationId="{60D4DA03-C5A7-4FC7-BD83-C8B705A3A44A}"/>
          </ac:spMkLst>
        </pc:spChg>
        <pc:spChg chg="del">
          <ac:chgData name="Zheng Fei" userId="d19317889db4c986" providerId="LiveId" clId="{7C2AD6F1-D0BA-4689-8139-07F15EC587B2}" dt="2022-03-21T13:15:30.808" v="3113" actId="478"/>
          <ac:spMkLst>
            <pc:docMk/>
            <pc:sldMk cId="315795448" sldId="323"/>
            <ac:spMk id="3" creationId="{8A07EB06-323E-419F-9FBF-ADB6ED6BCC9A}"/>
          </ac:spMkLst>
        </pc:spChg>
        <pc:spChg chg="add mod">
          <ac:chgData name="Zheng Fei" userId="d19317889db4c986" providerId="LiveId" clId="{7C2AD6F1-D0BA-4689-8139-07F15EC587B2}" dt="2022-03-21T13:16:13.029" v="3121" actId="1076"/>
          <ac:spMkLst>
            <pc:docMk/>
            <pc:sldMk cId="315795448" sldId="323"/>
            <ac:spMk id="6" creationId="{42053E98-FB80-4616-8104-37E9CE34324E}"/>
          </ac:spMkLst>
        </pc:spChg>
        <pc:spChg chg="add mod">
          <ac:chgData name="Zheng Fei" userId="d19317889db4c986" providerId="LiveId" clId="{7C2AD6F1-D0BA-4689-8139-07F15EC587B2}" dt="2022-03-21T13:16:13.029" v="3121" actId="1076"/>
          <ac:spMkLst>
            <pc:docMk/>
            <pc:sldMk cId="315795448" sldId="323"/>
            <ac:spMk id="7" creationId="{6FFF7056-ED9C-41C7-95AE-6D992BF3D8B9}"/>
          </ac:spMkLst>
        </pc:spChg>
        <pc:spChg chg="add mod">
          <ac:chgData name="Zheng Fei" userId="d19317889db4c986" providerId="LiveId" clId="{7C2AD6F1-D0BA-4689-8139-07F15EC587B2}" dt="2022-03-21T13:15:39.138" v="3116"/>
          <ac:spMkLst>
            <pc:docMk/>
            <pc:sldMk cId="315795448" sldId="323"/>
            <ac:spMk id="10" creationId="{B092432A-BBC7-4513-A1CD-A72F5747C2C1}"/>
          </ac:spMkLst>
        </pc:spChg>
        <pc:spChg chg="add mod">
          <ac:chgData name="Zheng Fei" userId="d19317889db4c986" providerId="LiveId" clId="{7C2AD6F1-D0BA-4689-8139-07F15EC587B2}" dt="2022-03-21T13:16:06.799" v="3120" actId="1076"/>
          <ac:spMkLst>
            <pc:docMk/>
            <pc:sldMk cId="315795448" sldId="323"/>
            <ac:spMk id="11" creationId="{FEE859AE-D871-4B49-92EA-4F02A4DEFC18}"/>
          </ac:spMkLst>
        </pc:spChg>
        <pc:graphicFrameChg chg="add del mod">
          <ac:chgData name="Zheng Fei" userId="d19317889db4c986" providerId="LiveId" clId="{7C2AD6F1-D0BA-4689-8139-07F15EC587B2}" dt="2022-03-21T13:50:11.400" v="3764" actId="478"/>
          <ac:graphicFrameMkLst>
            <pc:docMk/>
            <pc:sldMk cId="315795448" sldId="323"/>
            <ac:graphicFrameMk id="4" creationId="{EBBEF17F-C691-441A-B121-44B1CB960186}"/>
          </ac:graphicFrameMkLst>
        </pc:graphicFrameChg>
        <pc:graphicFrameChg chg="add mod">
          <ac:chgData name="Zheng Fei" userId="d19317889db4c986" providerId="LiveId" clId="{7C2AD6F1-D0BA-4689-8139-07F15EC587B2}" dt="2022-03-21T13:16:13.029" v="3121" actId="1076"/>
          <ac:graphicFrameMkLst>
            <pc:docMk/>
            <pc:sldMk cId="315795448" sldId="323"/>
            <ac:graphicFrameMk id="5" creationId="{03F8866A-A4BB-41CB-8978-03486684FCCE}"/>
          </ac:graphicFrameMkLst>
        </pc:graphicFrameChg>
        <pc:graphicFrameChg chg="add mod">
          <ac:chgData name="Zheng Fei" userId="d19317889db4c986" providerId="LiveId" clId="{7C2AD6F1-D0BA-4689-8139-07F15EC587B2}" dt="2022-03-21T13:16:13.029" v="3121" actId="1076"/>
          <ac:graphicFrameMkLst>
            <pc:docMk/>
            <pc:sldMk cId="315795448" sldId="323"/>
            <ac:graphicFrameMk id="8" creationId="{27402769-9DD4-4FCD-A2F6-7207F5ED761C}"/>
          </ac:graphicFrameMkLst>
        </pc:graphicFrameChg>
        <pc:graphicFrameChg chg="add mod">
          <ac:chgData name="Zheng Fei" userId="d19317889db4c986" providerId="LiveId" clId="{7C2AD6F1-D0BA-4689-8139-07F15EC587B2}" dt="2022-03-21T13:16:13.029" v="3121" actId="1076"/>
          <ac:graphicFrameMkLst>
            <pc:docMk/>
            <pc:sldMk cId="315795448" sldId="323"/>
            <ac:graphicFrameMk id="9" creationId="{A1F38CB4-4A43-4D78-9199-0BE2FADD133E}"/>
          </ac:graphicFrameMkLst>
        </pc:graphicFrameChg>
        <pc:picChg chg="add mod">
          <ac:chgData name="Zheng Fei" userId="d19317889db4c986" providerId="LiveId" clId="{7C2AD6F1-D0BA-4689-8139-07F15EC587B2}" dt="2022-03-21T13:50:27.340" v="3768" actId="1076"/>
          <ac:picMkLst>
            <pc:docMk/>
            <pc:sldMk cId="315795448" sldId="323"/>
            <ac:picMk id="12" creationId="{8FD41749-A8EE-4C13-BECD-46FD24D46FD8}"/>
          </ac:picMkLst>
        </pc:picChg>
      </pc:sldChg>
      <pc:sldChg chg="modSp add mod">
        <pc:chgData name="Zheng Fei" userId="d19317889db4c986" providerId="LiveId" clId="{7C2AD6F1-D0BA-4689-8139-07F15EC587B2}" dt="2022-03-21T13:23:49.012" v="3172" actId="2711"/>
        <pc:sldMkLst>
          <pc:docMk/>
          <pc:sldMk cId="0" sldId="351"/>
        </pc:sldMkLst>
        <pc:spChg chg="mod">
          <ac:chgData name="Zheng Fei" userId="d19317889db4c986" providerId="LiveId" clId="{7C2AD6F1-D0BA-4689-8139-07F15EC587B2}" dt="2022-03-21T13:23:29.021" v="3168" actId="2711"/>
          <ac:spMkLst>
            <pc:docMk/>
            <pc:sldMk cId="0" sldId="351"/>
            <ac:spMk id="2" creationId="{DD509164-04A4-1740-80E9-029B94960701}"/>
          </ac:spMkLst>
        </pc:spChg>
        <pc:spChg chg="mod">
          <ac:chgData name="Zheng Fei" userId="d19317889db4c986" providerId="LiveId" clId="{7C2AD6F1-D0BA-4689-8139-07F15EC587B2}" dt="2022-03-21T13:23:31.052" v="3169" actId="20577"/>
          <ac:spMkLst>
            <pc:docMk/>
            <pc:sldMk cId="0" sldId="351"/>
            <ac:spMk id="214018" creationId="{E7455CC3-B126-024E-B1F3-7EC7C5757301}"/>
          </ac:spMkLst>
        </pc:spChg>
        <pc:spChg chg="mod">
          <ac:chgData name="Zheng Fei" userId="d19317889db4c986" providerId="LiveId" clId="{7C2AD6F1-D0BA-4689-8139-07F15EC587B2}" dt="2022-03-21T13:23:29.021" v="3168" actId="2711"/>
          <ac:spMkLst>
            <pc:docMk/>
            <pc:sldMk cId="0" sldId="351"/>
            <ac:spMk id="214019" creationId="{4C094360-D178-D147-BC4D-75961E01CE47}"/>
          </ac:spMkLst>
        </pc:spChg>
        <pc:spChg chg="mod">
          <ac:chgData name="Zheng Fei" userId="d19317889db4c986" providerId="LiveId" clId="{7C2AD6F1-D0BA-4689-8139-07F15EC587B2}" dt="2022-03-21T13:23:29.021" v="3168" actId="2711"/>
          <ac:spMkLst>
            <pc:docMk/>
            <pc:sldMk cId="0" sldId="351"/>
            <ac:spMk id="214034" creationId="{2382CC11-BE2B-E649-8C53-D71ADC7FD995}"/>
          </ac:spMkLst>
        </pc:spChg>
        <pc:spChg chg="mod">
          <ac:chgData name="Zheng Fei" userId="d19317889db4c986" providerId="LiveId" clId="{7C2AD6F1-D0BA-4689-8139-07F15EC587B2}" dt="2022-03-21T13:23:29.021" v="3168" actId="2711"/>
          <ac:spMkLst>
            <pc:docMk/>
            <pc:sldMk cId="0" sldId="351"/>
            <ac:spMk id="214035" creationId="{EB84B86C-0E45-814D-B153-0581CC09BC84}"/>
          </ac:spMkLst>
        </pc:spChg>
        <pc:spChg chg="mod">
          <ac:chgData name="Zheng Fei" userId="d19317889db4c986" providerId="LiveId" clId="{7C2AD6F1-D0BA-4689-8139-07F15EC587B2}" dt="2022-03-21T13:23:49.012" v="3172" actId="2711"/>
          <ac:spMkLst>
            <pc:docMk/>
            <pc:sldMk cId="0" sldId="351"/>
            <ac:spMk id="214036" creationId="{81EAC334-61D6-B345-95E1-3759BDFBF24F}"/>
          </ac:spMkLst>
        </pc:spChg>
        <pc:graphicFrameChg chg="mod">
          <ac:chgData name="Zheng Fei" userId="d19317889db4c986" providerId="LiveId" clId="{7C2AD6F1-D0BA-4689-8139-07F15EC587B2}" dt="2022-03-21T13:23:29.021" v="3168" actId="2711"/>
          <ac:graphicFrameMkLst>
            <pc:docMk/>
            <pc:sldMk cId="0" sldId="351"/>
            <ac:graphicFrameMk id="214024" creationId="{840C906D-BD2B-3B43-8811-0AC116412F7C}"/>
          </ac:graphicFrameMkLst>
        </pc:graphicFrameChg>
        <pc:graphicFrameChg chg="mod">
          <ac:chgData name="Zheng Fei" userId="d19317889db4c986" providerId="LiveId" clId="{7C2AD6F1-D0BA-4689-8139-07F15EC587B2}" dt="2022-03-21T13:23:29.021" v="3168" actId="2711"/>
          <ac:graphicFrameMkLst>
            <pc:docMk/>
            <pc:sldMk cId="0" sldId="351"/>
            <ac:graphicFrameMk id="214026" creationId="{CB28CAA8-0559-194C-8E3B-B8BBC1753578}"/>
          </ac:graphicFrameMkLst>
        </pc:graphicFrameChg>
        <pc:graphicFrameChg chg="mod">
          <ac:chgData name="Zheng Fei" userId="d19317889db4c986" providerId="LiveId" clId="{7C2AD6F1-D0BA-4689-8139-07F15EC587B2}" dt="2022-03-21T13:23:29.021" v="3168" actId="2711"/>
          <ac:graphicFrameMkLst>
            <pc:docMk/>
            <pc:sldMk cId="0" sldId="351"/>
            <ac:graphicFrameMk id="214028" creationId="{364425A8-72C8-2B41-B6D0-DC934A00D716}"/>
          </ac:graphicFrameMkLst>
        </pc:graphicFrameChg>
        <pc:graphicFrameChg chg="mod">
          <ac:chgData name="Zheng Fei" userId="d19317889db4c986" providerId="LiveId" clId="{7C2AD6F1-D0BA-4689-8139-07F15EC587B2}" dt="2022-03-21T13:23:29.021" v="3168" actId="2711"/>
          <ac:graphicFrameMkLst>
            <pc:docMk/>
            <pc:sldMk cId="0" sldId="351"/>
            <ac:graphicFrameMk id="214030" creationId="{2195BC1C-4794-2B4C-A115-B99F1BCF9058}"/>
          </ac:graphicFrameMkLst>
        </pc:graphicFrameChg>
      </pc:sldChg>
      <pc:sldChg chg="modSp add">
        <pc:chgData name="Zheng Fei" userId="d19317889db4c986" providerId="LiveId" clId="{7C2AD6F1-D0BA-4689-8139-07F15EC587B2}" dt="2022-03-21T13:24:04.372" v="3174" actId="2711"/>
        <pc:sldMkLst>
          <pc:docMk/>
          <pc:sldMk cId="0" sldId="352"/>
        </pc:sldMkLst>
        <pc:spChg chg="mod">
          <ac:chgData name="Zheng Fei" userId="d19317889db4c986" providerId="LiveId" clId="{7C2AD6F1-D0BA-4689-8139-07F15EC587B2}" dt="2022-03-21T13:24:04.372" v="3174" actId="2711"/>
          <ac:spMkLst>
            <pc:docMk/>
            <pc:sldMk cId="0" sldId="352"/>
            <ac:spMk id="215042" creationId="{B96A8027-1E69-9749-96CB-BD6B29BAB06A}"/>
          </ac:spMkLst>
        </pc:spChg>
        <pc:spChg chg="mod">
          <ac:chgData name="Zheng Fei" userId="d19317889db4c986" providerId="LiveId" clId="{7C2AD6F1-D0BA-4689-8139-07F15EC587B2}" dt="2022-03-21T13:24:04.372" v="3174" actId="2711"/>
          <ac:spMkLst>
            <pc:docMk/>
            <pc:sldMk cId="0" sldId="352"/>
            <ac:spMk id="215056" creationId="{EA6B34A7-C3EB-564F-9D75-BC44B9FB1225}"/>
          </ac:spMkLst>
        </pc:sp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43" creationId="{0F14F202-0955-8B42-A8E5-632EFCBFDF61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45" creationId="{30E6C5F5-A3E3-0F44-817D-39A5F13639FB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48" creationId="{894973FA-C31B-644D-8993-C5C2AA5EAD5C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1" creationId="{8B08AE16-E668-4344-99D3-D26AD34EC1FE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2" creationId="{7F75344A-8217-104D-B960-F4B07BC96C05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3" creationId="{EFD91D89-5DFA-0B4C-8B22-69853D9633C7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4" creationId="{1B928325-560D-E349-A40A-08E238B7ED69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5" creationId="{F7EF4B2F-1310-F246-BA06-410790C3A553}"/>
          </ac:graphicFrameMkLst>
        </pc:graphicFrameChg>
        <pc:graphicFrameChg chg="mod">
          <ac:chgData name="Zheng Fei" userId="d19317889db4c986" providerId="LiveId" clId="{7C2AD6F1-D0BA-4689-8139-07F15EC587B2}" dt="2022-03-21T13:24:04.372" v="3174" actId="2711"/>
          <ac:graphicFrameMkLst>
            <pc:docMk/>
            <pc:sldMk cId="0" sldId="352"/>
            <ac:graphicFrameMk id="215057" creationId="{AC921434-6269-6B44-8F72-1B61F4D80119}"/>
          </ac:graphicFrameMkLst>
        </pc:graphicFrameChg>
      </pc:sldChg>
      <pc:sldChg chg="delSp modSp add mod">
        <pc:chgData name="Zheng Fei" userId="d19317889db4c986" providerId="LiveId" clId="{7C2AD6F1-D0BA-4689-8139-07F15EC587B2}" dt="2022-03-21T13:22:04.601" v="3164" actId="1076"/>
        <pc:sldMkLst>
          <pc:docMk/>
          <pc:sldMk cId="0" sldId="353"/>
        </pc:sldMkLst>
        <pc:spChg chg="mod">
          <ac:chgData name="Zheng Fei" userId="d19317889db4c986" providerId="LiveId" clId="{7C2AD6F1-D0BA-4689-8139-07F15EC587B2}" dt="2022-03-21T13:21:32.050" v="3161" actId="12788"/>
          <ac:spMkLst>
            <pc:docMk/>
            <pc:sldMk cId="0" sldId="353"/>
            <ac:spMk id="216066" creationId="{FE775863-B8E5-164C-AEFD-9162472E9441}"/>
          </ac:spMkLst>
        </pc:spChg>
        <pc:spChg chg="del">
          <ac:chgData name="Zheng Fei" userId="d19317889db4c986" providerId="LiveId" clId="{7C2AD6F1-D0BA-4689-8139-07F15EC587B2}" dt="2022-03-21T13:21:59.622" v="3163" actId="478"/>
          <ac:spMkLst>
            <pc:docMk/>
            <pc:sldMk cId="0" sldId="353"/>
            <ac:spMk id="216072" creationId="{523A7545-4FA2-754F-842B-EA93CB62C15A}"/>
          </ac:spMkLst>
        </pc:spChg>
        <pc:picChg chg="mod modCrop">
          <ac:chgData name="Zheng Fei" userId="d19317889db4c986" providerId="LiveId" clId="{7C2AD6F1-D0BA-4689-8139-07F15EC587B2}" dt="2022-03-21T13:22:04.601" v="3164" actId="1076"/>
          <ac:picMkLst>
            <pc:docMk/>
            <pc:sldMk cId="0" sldId="353"/>
            <ac:picMk id="4" creationId="{695429CD-CB85-6C48-AEC9-47E99FB35394}"/>
          </ac:picMkLst>
        </pc:picChg>
      </pc:sldChg>
      <pc:sldChg chg="addSp delSp modSp add mod">
        <pc:chgData name="Zheng Fei" userId="d19317889db4c986" providerId="LiveId" clId="{7C2AD6F1-D0BA-4689-8139-07F15EC587B2}" dt="2022-04-04T09:09:20.065" v="4633"/>
        <pc:sldMkLst>
          <pc:docMk/>
          <pc:sldMk cId="2853231837" sldId="404"/>
        </pc:sldMkLst>
        <pc:spChg chg="add mod">
          <ac:chgData name="Zheng Fei" userId="d19317889db4c986" providerId="LiveId" clId="{7C2AD6F1-D0BA-4689-8139-07F15EC587B2}" dt="2022-03-21T13:19:28.250" v="3140"/>
          <ac:spMkLst>
            <pc:docMk/>
            <pc:sldMk cId="2853231837" sldId="404"/>
            <ac:spMk id="5" creationId="{394A87B1-3781-400A-BC23-63A34856F127}"/>
          </ac:spMkLst>
        </pc:spChg>
        <pc:spChg chg="mod">
          <ac:chgData name="Zheng Fei" userId="d19317889db4c986" providerId="LiveId" clId="{7C2AD6F1-D0BA-4689-8139-07F15EC587B2}" dt="2022-04-04T09:09:20.065" v="4633"/>
          <ac:spMkLst>
            <pc:docMk/>
            <pc:sldMk cId="2853231837" sldId="404"/>
            <ac:spMk id="10" creationId="{DCA98F7B-1E39-B941-B907-0122AC39EA94}"/>
          </ac:spMkLst>
        </pc:spChg>
        <pc:spChg chg="del">
          <ac:chgData name="Zheng Fei" userId="d19317889db4c986" providerId="LiveId" clId="{7C2AD6F1-D0BA-4689-8139-07F15EC587B2}" dt="2022-03-21T13:19:16.770" v="3132" actId="478"/>
          <ac:spMkLst>
            <pc:docMk/>
            <pc:sldMk cId="2853231837" sldId="404"/>
            <ac:spMk id="13" creationId="{7D7DD206-4D9E-A642-8735-95AE742460BE}"/>
          </ac:spMkLst>
        </pc:spChg>
      </pc:sldChg>
      <pc:sldChg chg="addSp delSp modSp add">
        <pc:chgData name="Zheng Fei" userId="d19317889db4c986" providerId="LiveId" clId="{7C2AD6F1-D0BA-4689-8139-07F15EC587B2}" dt="2022-03-21T13:23:13.541" v="3166" actId="2711"/>
        <pc:sldMkLst>
          <pc:docMk/>
          <pc:sldMk cId="1464690041" sldId="405"/>
        </pc:sldMkLst>
        <pc:spChg chg="add mod">
          <ac:chgData name="Zheng Fei" userId="d19317889db4c986" providerId="LiveId" clId="{7C2AD6F1-D0BA-4689-8139-07F15EC587B2}" dt="2022-03-21T13:20:08.100" v="3146"/>
          <ac:spMkLst>
            <pc:docMk/>
            <pc:sldMk cId="1464690041" sldId="405"/>
            <ac:spMk id="5" creationId="{98475EA9-602C-44C2-956F-5ADD1B23A1BC}"/>
          </ac:spMkLst>
        </pc:spChg>
        <pc:spChg chg="del">
          <ac:chgData name="Zheng Fei" userId="d19317889db4c986" providerId="LiveId" clId="{7C2AD6F1-D0BA-4689-8139-07F15EC587B2}" dt="2022-03-21T13:20:07.730" v="3145" actId="478"/>
          <ac:spMkLst>
            <pc:docMk/>
            <pc:sldMk cId="1464690041" sldId="405"/>
            <ac:spMk id="12" creationId="{E2639418-6C9A-3C4C-9582-2DB3604DB9D8}"/>
          </ac:spMkLst>
        </pc:spChg>
        <pc:spChg chg="mod">
          <ac:chgData name="Zheng Fei" userId="d19317889db4c986" providerId="LiveId" clId="{7C2AD6F1-D0BA-4689-8139-07F15EC587B2}" dt="2022-03-21T13:23:13.541" v="3166" actId="2711"/>
          <ac:spMkLst>
            <pc:docMk/>
            <pc:sldMk cId="1464690041" sldId="405"/>
            <ac:spMk id="212995" creationId="{5C008037-F0AF-E34A-83ED-B44B815F8FF0}"/>
          </ac:spMkLst>
        </pc:spChg>
        <pc:spChg chg="mod">
          <ac:chgData name="Zheng Fei" userId="d19317889db4c986" providerId="LiveId" clId="{7C2AD6F1-D0BA-4689-8139-07F15EC587B2}" dt="2022-03-21T13:23:13.541" v="3166" actId="2711"/>
          <ac:spMkLst>
            <pc:docMk/>
            <pc:sldMk cId="1464690041" sldId="405"/>
            <ac:spMk id="212999" creationId="{BFDC80ED-A32A-C64D-A8CC-1B68AA367FC6}"/>
          </ac:spMkLst>
        </pc:spChg>
      </pc:sldChg>
      <pc:sldChg chg="addSp delSp modSp add mod">
        <pc:chgData name="Zheng Fei" userId="d19317889db4c986" providerId="LiveId" clId="{7C2AD6F1-D0BA-4689-8139-07F15EC587B2}" dt="2022-04-04T09:09:48.302" v="4642" actId="20577"/>
        <pc:sldMkLst>
          <pc:docMk/>
          <pc:sldMk cId="1370771721" sldId="406"/>
        </pc:sldMkLst>
        <pc:spChg chg="del">
          <ac:chgData name="Zheng Fei" userId="d19317889db4c986" providerId="LiveId" clId="{7C2AD6F1-D0BA-4689-8139-07F15EC587B2}" dt="2022-03-21T13:26:41.043" v="3226" actId="478"/>
          <ac:spMkLst>
            <pc:docMk/>
            <pc:sldMk cId="1370771721" sldId="406"/>
            <ac:spMk id="79874" creationId="{4CD78EE7-27D8-434C-B429-F3C60B888089}"/>
          </ac:spMkLst>
        </pc:spChg>
        <pc:spChg chg="del">
          <ac:chgData name="Zheng Fei" userId="d19317889db4c986" providerId="LiveId" clId="{7C2AD6F1-D0BA-4689-8139-07F15EC587B2}" dt="2022-03-21T13:26:36.463" v="3224" actId="478"/>
          <ac:spMkLst>
            <pc:docMk/>
            <pc:sldMk cId="1370771721" sldId="406"/>
            <ac:spMk id="79875" creationId="{2D082724-8D13-E943-8257-DCA0AEE15CEB}"/>
          </ac:spMkLst>
        </pc:spChg>
        <pc:spChg chg="del mod">
          <ac:chgData name="Zheng Fei" userId="d19317889db4c986" providerId="LiveId" clId="{7C2AD6F1-D0BA-4689-8139-07F15EC587B2}" dt="2022-03-21T13:26:35.033" v="3223" actId="478"/>
          <ac:spMkLst>
            <pc:docMk/>
            <pc:sldMk cId="1370771721" sldId="406"/>
            <ac:spMk id="79876" creationId="{C02D94A9-412F-5648-818D-F623580610B8}"/>
          </ac:spMkLst>
        </pc:spChg>
        <pc:spChg chg="mod">
          <ac:chgData name="Zheng Fei" userId="d19317889db4c986" providerId="LiveId" clId="{7C2AD6F1-D0BA-4689-8139-07F15EC587B2}" dt="2022-04-04T09:09:48.302" v="4642" actId="20577"/>
          <ac:spMkLst>
            <pc:docMk/>
            <pc:sldMk cId="1370771721" sldId="406"/>
            <ac:spMk id="79879" creationId="{315A4930-9E54-DF4C-968C-BA0CACC2F14D}"/>
          </ac:spMkLst>
        </pc:spChg>
        <pc:spChg chg="del">
          <ac:chgData name="Zheng Fei" userId="d19317889db4c986" providerId="LiveId" clId="{7C2AD6F1-D0BA-4689-8139-07F15EC587B2}" dt="2022-03-21T13:26:38.820" v="3225" actId="478"/>
          <ac:spMkLst>
            <pc:docMk/>
            <pc:sldMk cId="1370771721" sldId="406"/>
            <ac:spMk id="79880" creationId="{B8FF073E-B934-404D-A7F2-D45D17F7F794}"/>
          </ac:spMkLst>
        </pc:spChg>
        <pc:picChg chg="add mod">
          <ac:chgData name="Zheng Fei" userId="d19317889db4c986" providerId="LiveId" clId="{7C2AD6F1-D0BA-4689-8139-07F15EC587B2}" dt="2022-03-21T13:35:01.476" v="3584" actId="1076"/>
          <ac:picMkLst>
            <pc:docMk/>
            <pc:sldMk cId="1370771721" sldId="406"/>
            <ac:picMk id="3" creationId="{59CF8901-5F7A-44CC-99D0-5C943D5F0EE9}"/>
          </ac:picMkLst>
        </pc:picChg>
      </pc:sldChg>
      <pc:sldChg chg="addSp delSp modSp add mod">
        <pc:chgData name="Zheng Fei" userId="d19317889db4c986" providerId="LiveId" clId="{7C2AD6F1-D0BA-4689-8139-07F15EC587B2}" dt="2022-03-21T13:40:40.829" v="3750" actId="1076"/>
        <pc:sldMkLst>
          <pc:docMk/>
          <pc:sldMk cId="771023811" sldId="407"/>
        </pc:sldMkLst>
        <pc:spChg chg="add mod">
          <ac:chgData name="Zheng Fei" userId="d19317889db4c986" providerId="LiveId" clId="{7C2AD6F1-D0BA-4689-8139-07F15EC587B2}" dt="2022-03-21T13:38:03.439" v="3620" actId="20577"/>
          <ac:spMkLst>
            <pc:docMk/>
            <pc:sldMk cId="771023811" sldId="407"/>
            <ac:spMk id="7" creationId="{B7DFEDD6-FBD4-4E4A-9F13-8C667FBB955B}"/>
          </ac:spMkLst>
        </pc:spChg>
        <pc:spChg chg="add mod">
          <ac:chgData name="Zheng Fei" userId="d19317889db4c986" providerId="LiveId" clId="{7C2AD6F1-D0BA-4689-8139-07F15EC587B2}" dt="2022-03-21T13:38:05.307" v="3622" actId="20577"/>
          <ac:spMkLst>
            <pc:docMk/>
            <pc:sldMk cId="771023811" sldId="407"/>
            <ac:spMk id="8" creationId="{EFC62A39-3BDD-41AC-8204-EA2B42860D00}"/>
          </ac:spMkLst>
        </pc:spChg>
        <pc:spChg chg="add mod">
          <ac:chgData name="Zheng Fei" userId="d19317889db4c986" providerId="LiveId" clId="{7C2AD6F1-D0BA-4689-8139-07F15EC587B2}" dt="2022-03-21T13:40:40.829" v="3750" actId="1076"/>
          <ac:spMkLst>
            <pc:docMk/>
            <pc:sldMk cId="771023811" sldId="407"/>
            <ac:spMk id="11" creationId="{DD1278D0-7FA4-432C-AECD-17C8F8021505}"/>
          </ac:spMkLst>
        </pc:spChg>
        <pc:spChg chg="del">
          <ac:chgData name="Zheng Fei" userId="d19317889db4c986" providerId="LiveId" clId="{7C2AD6F1-D0BA-4689-8139-07F15EC587B2}" dt="2022-03-21T13:35:07.420" v="3586" actId="478"/>
          <ac:spMkLst>
            <pc:docMk/>
            <pc:sldMk cId="771023811" sldId="407"/>
            <ac:spMk id="79879" creationId="{315A4930-9E54-DF4C-968C-BA0CACC2F14D}"/>
          </ac:spMkLst>
        </pc:spChg>
        <pc:graphicFrameChg chg="add del mod replId">
          <ac:chgData name="Zheng Fei" userId="d19317889db4c986" providerId="LiveId" clId="{7C2AD6F1-D0BA-4689-8139-07F15EC587B2}" dt="2022-03-21T13:37:02.455" v="3601"/>
          <ac:graphicFrameMkLst>
            <pc:docMk/>
            <pc:sldMk cId="771023811" sldId="407"/>
            <ac:graphicFrameMk id="5" creationId="{B7DFEDD6-FBD4-4E4A-9F13-8C667FBB955B}"/>
          </ac:graphicFrameMkLst>
        </pc:graphicFrameChg>
        <pc:graphicFrameChg chg="add del mod replId">
          <ac:chgData name="Zheng Fei" userId="d19317889db4c986" providerId="LiveId" clId="{7C2AD6F1-D0BA-4689-8139-07F15EC587B2}" dt="2022-03-21T13:37:07.558" v="3605"/>
          <ac:graphicFrameMkLst>
            <pc:docMk/>
            <pc:sldMk cId="771023811" sldId="407"/>
            <ac:graphicFrameMk id="9" creationId="{EFC62A39-3BDD-41AC-8204-EA2B42860D00}"/>
          </ac:graphicFrameMkLst>
        </pc:graphicFrameChg>
        <pc:picChg chg="mod">
          <ac:chgData name="Zheng Fei" userId="d19317889db4c986" providerId="LiveId" clId="{7C2AD6F1-D0BA-4689-8139-07F15EC587B2}" dt="2022-03-21T13:35:32.507" v="3588"/>
          <ac:picMkLst>
            <pc:docMk/>
            <pc:sldMk cId="771023811" sldId="407"/>
            <ac:picMk id="3" creationId="{59CF8901-5F7A-44CC-99D0-5C943D5F0EE9}"/>
          </ac:picMkLst>
        </pc:picChg>
        <pc:picChg chg="add mod">
          <ac:chgData name="Zheng Fei" userId="d19317889db4c986" providerId="LiveId" clId="{7C2AD6F1-D0BA-4689-8139-07F15EC587B2}" dt="2022-03-21T13:36:40.887" v="3596" actId="1076"/>
          <ac:picMkLst>
            <pc:docMk/>
            <pc:sldMk cId="771023811" sldId="407"/>
            <ac:picMk id="4" creationId="{9C9B4275-AA3E-4EF9-BB50-8EA88A589AA2}"/>
          </ac:picMkLst>
        </pc:picChg>
      </pc:sldChg>
      <pc:sldChg chg="delSp modSp add mod">
        <pc:chgData name="Zheng Fei" userId="d19317889db4c986" providerId="LiveId" clId="{7C2AD6F1-D0BA-4689-8139-07F15EC587B2}" dt="2022-03-21T13:58:32.251" v="4130"/>
        <pc:sldMkLst>
          <pc:docMk/>
          <pc:sldMk cId="3028669943" sldId="408"/>
        </pc:sldMkLst>
        <pc:spChg chg="mod">
          <ac:chgData name="Zheng Fei" userId="d19317889db4c986" providerId="LiveId" clId="{7C2AD6F1-D0BA-4689-8139-07F15EC587B2}" dt="2022-03-21T13:52:22.438" v="3843"/>
          <ac:spMkLst>
            <pc:docMk/>
            <pc:sldMk cId="3028669943" sldId="408"/>
            <ac:spMk id="81922" creationId="{14E0717B-6270-FB40-A783-B7657E66B286}"/>
          </ac:spMkLst>
        </pc:spChg>
        <pc:spChg chg="del">
          <ac:chgData name="Zheng Fei" userId="d19317889db4c986" providerId="LiveId" clId="{7C2AD6F1-D0BA-4689-8139-07F15EC587B2}" dt="2022-03-21T13:41:37.542" v="3754" actId="478"/>
          <ac:spMkLst>
            <pc:docMk/>
            <pc:sldMk cId="3028669943" sldId="408"/>
            <ac:spMk id="81923" creationId="{4334270D-D323-4D49-B6FC-9F2BF337973D}"/>
          </ac:spMkLst>
        </pc:spChg>
        <pc:spChg chg="mod">
          <ac:chgData name="Zheng Fei" userId="d19317889db4c986" providerId="LiveId" clId="{7C2AD6F1-D0BA-4689-8139-07F15EC587B2}" dt="2022-03-21T13:58:32.251" v="4130"/>
          <ac:spMkLst>
            <pc:docMk/>
            <pc:sldMk cId="3028669943" sldId="408"/>
            <ac:spMk id="81924" creationId="{E5577144-0701-3949-9EC3-5C91E9F2E43C}"/>
          </ac:spMkLst>
        </pc:spChg>
        <pc:spChg chg="del">
          <ac:chgData name="Zheng Fei" userId="d19317889db4c986" providerId="LiveId" clId="{7C2AD6F1-D0BA-4689-8139-07F15EC587B2}" dt="2022-03-21T13:41:43.112" v="3759" actId="478"/>
          <ac:spMkLst>
            <pc:docMk/>
            <pc:sldMk cId="3028669943" sldId="408"/>
            <ac:spMk id="81925" creationId="{D2E142CE-A926-1A42-AB7A-01763CC6BEE7}"/>
          </ac:spMkLst>
        </pc:spChg>
        <pc:spChg chg="del">
          <ac:chgData name="Zheng Fei" userId="d19317889db4c986" providerId="LiveId" clId="{7C2AD6F1-D0BA-4689-8139-07F15EC587B2}" dt="2022-03-21T13:41:39.499" v="3756" actId="478"/>
          <ac:spMkLst>
            <pc:docMk/>
            <pc:sldMk cId="3028669943" sldId="408"/>
            <ac:spMk id="81926" creationId="{7AAF924E-BD38-324E-BC14-2B7EFE9E0699}"/>
          </ac:spMkLst>
        </pc:spChg>
        <pc:spChg chg="del">
          <ac:chgData name="Zheng Fei" userId="d19317889db4c986" providerId="LiveId" clId="{7C2AD6F1-D0BA-4689-8139-07F15EC587B2}" dt="2022-03-21T13:41:38.649" v="3755" actId="478"/>
          <ac:spMkLst>
            <pc:docMk/>
            <pc:sldMk cId="3028669943" sldId="408"/>
            <ac:spMk id="81927" creationId="{76740E9C-6639-414B-B508-8F590AC33B20}"/>
          </ac:spMkLst>
        </pc:spChg>
        <pc:spChg chg="del">
          <ac:chgData name="Zheng Fei" userId="d19317889db4c986" providerId="LiveId" clId="{7C2AD6F1-D0BA-4689-8139-07F15EC587B2}" dt="2022-03-21T13:41:40.339" v="3757" actId="478"/>
          <ac:spMkLst>
            <pc:docMk/>
            <pc:sldMk cId="3028669943" sldId="408"/>
            <ac:spMk id="81928" creationId="{A1E1ADA1-3820-B243-BCC5-DFF9CAB4449A}"/>
          </ac:spMkLst>
        </pc:spChg>
        <pc:spChg chg="del">
          <ac:chgData name="Zheng Fei" userId="d19317889db4c986" providerId="LiveId" clId="{7C2AD6F1-D0BA-4689-8139-07F15EC587B2}" dt="2022-03-21T13:41:44.273" v="3760" actId="478"/>
          <ac:spMkLst>
            <pc:docMk/>
            <pc:sldMk cId="3028669943" sldId="408"/>
            <ac:spMk id="81930" creationId="{61F031D6-5874-4E41-8BC5-38FDE4EE4F29}"/>
          </ac:spMkLst>
        </pc:spChg>
        <pc:graphicFrameChg chg="del">
          <ac:chgData name="Zheng Fei" userId="d19317889db4c986" providerId="LiveId" clId="{7C2AD6F1-D0BA-4689-8139-07F15EC587B2}" dt="2022-03-21T13:41:41.839" v="3758" actId="478"/>
          <ac:graphicFrameMkLst>
            <pc:docMk/>
            <pc:sldMk cId="3028669943" sldId="408"/>
            <ac:graphicFrameMk id="81929" creationId="{9E837817-2420-2F4A-B2F1-662A7BD66218}"/>
          </ac:graphicFrameMkLst>
        </pc:graphicFrameChg>
      </pc:sldChg>
      <pc:sldChg chg="delSp modSp add mod">
        <pc:chgData name="Zheng Fei" userId="d19317889db4c986" providerId="LiveId" clId="{7C2AD6F1-D0BA-4689-8139-07F15EC587B2}" dt="2022-04-04T09:10:17.704" v="4645" actId="20577"/>
        <pc:sldMkLst>
          <pc:docMk/>
          <pc:sldMk cId="1001287326" sldId="409"/>
        </pc:sldMkLst>
        <pc:spChg chg="mod">
          <ac:chgData name="Zheng Fei" userId="d19317889db4c986" providerId="LiveId" clId="{7C2AD6F1-D0BA-4689-8139-07F15EC587B2}" dt="2022-03-21T14:01:31.729" v="4322" actId="1076"/>
          <ac:spMkLst>
            <pc:docMk/>
            <pc:sldMk cId="1001287326" sldId="409"/>
            <ac:spMk id="81922" creationId="{14E0717B-6270-FB40-A783-B7657E66B286}"/>
          </ac:spMkLst>
        </pc:spChg>
        <pc:spChg chg="del">
          <ac:chgData name="Zheng Fei" userId="d19317889db4c986" providerId="LiveId" clId="{7C2AD6F1-D0BA-4689-8139-07F15EC587B2}" dt="2022-03-21T13:41:46.349" v="3761" actId="478"/>
          <ac:spMkLst>
            <pc:docMk/>
            <pc:sldMk cId="1001287326" sldId="409"/>
            <ac:spMk id="81923" creationId="{4334270D-D323-4D49-B6FC-9F2BF337973D}"/>
          </ac:spMkLst>
        </pc:spChg>
        <pc:spChg chg="mod">
          <ac:chgData name="Zheng Fei" userId="d19317889db4c986" providerId="LiveId" clId="{7C2AD6F1-D0BA-4689-8139-07F15EC587B2}" dt="2022-04-04T09:10:17.704" v="4645" actId="20577"/>
          <ac:spMkLst>
            <pc:docMk/>
            <pc:sldMk cId="1001287326" sldId="409"/>
            <ac:spMk id="81924" creationId="{E5577144-0701-3949-9EC3-5C91E9F2E43C}"/>
          </ac:spMkLst>
        </pc:spChg>
        <pc:spChg chg="del">
          <ac:chgData name="Zheng Fei" userId="d19317889db4c986" providerId="LiveId" clId="{7C2AD6F1-D0BA-4689-8139-07F15EC587B2}" dt="2022-03-21T13:41:47.319" v="3762" actId="478"/>
          <ac:spMkLst>
            <pc:docMk/>
            <pc:sldMk cId="1001287326" sldId="409"/>
            <ac:spMk id="81925" creationId="{D2E142CE-A926-1A42-AB7A-01763CC6BEE7}"/>
          </ac:spMkLst>
        </pc:spChg>
        <pc:spChg chg="del">
          <ac:chgData name="Zheng Fei" userId="d19317889db4c986" providerId="LiveId" clId="{7C2AD6F1-D0BA-4689-8139-07F15EC587B2}" dt="2022-03-21T13:41:49.279" v="3763" actId="478"/>
          <ac:spMkLst>
            <pc:docMk/>
            <pc:sldMk cId="1001287326" sldId="409"/>
            <ac:spMk id="81926" creationId="{7AAF924E-BD38-324E-BC14-2B7EFE9E0699}"/>
          </ac:spMkLst>
        </pc:spChg>
        <pc:spChg chg="del">
          <ac:chgData name="Zheng Fei" userId="d19317889db4c986" providerId="LiveId" clId="{7C2AD6F1-D0BA-4689-8139-07F15EC587B2}" dt="2022-03-21T13:41:49.279" v="3763" actId="478"/>
          <ac:spMkLst>
            <pc:docMk/>
            <pc:sldMk cId="1001287326" sldId="409"/>
            <ac:spMk id="81927" creationId="{76740E9C-6639-414B-B508-8F590AC33B20}"/>
          </ac:spMkLst>
        </pc:spChg>
        <pc:spChg chg="del">
          <ac:chgData name="Zheng Fei" userId="d19317889db4c986" providerId="LiveId" clId="{7C2AD6F1-D0BA-4689-8139-07F15EC587B2}" dt="2022-03-21T13:41:49.279" v="3763" actId="478"/>
          <ac:spMkLst>
            <pc:docMk/>
            <pc:sldMk cId="1001287326" sldId="409"/>
            <ac:spMk id="81928" creationId="{A1E1ADA1-3820-B243-BCC5-DFF9CAB4449A}"/>
          </ac:spMkLst>
        </pc:spChg>
        <pc:spChg chg="del">
          <ac:chgData name="Zheng Fei" userId="d19317889db4c986" providerId="LiveId" clId="{7C2AD6F1-D0BA-4689-8139-07F15EC587B2}" dt="2022-03-21T13:41:49.279" v="3763" actId="478"/>
          <ac:spMkLst>
            <pc:docMk/>
            <pc:sldMk cId="1001287326" sldId="409"/>
            <ac:spMk id="81930" creationId="{61F031D6-5874-4E41-8BC5-38FDE4EE4F29}"/>
          </ac:spMkLst>
        </pc:spChg>
        <pc:graphicFrameChg chg="del">
          <ac:chgData name="Zheng Fei" userId="d19317889db4c986" providerId="LiveId" clId="{7C2AD6F1-D0BA-4689-8139-07F15EC587B2}" dt="2022-03-21T13:41:49.279" v="3763" actId="478"/>
          <ac:graphicFrameMkLst>
            <pc:docMk/>
            <pc:sldMk cId="1001287326" sldId="409"/>
            <ac:graphicFrameMk id="81929" creationId="{9E837817-2420-2F4A-B2F1-662A7BD66218}"/>
          </ac:graphicFrameMkLst>
        </pc:graphicFrameChg>
      </pc:sldChg>
      <pc:sldChg chg="addSp modSp new mod">
        <pc:chgData name="Zheng Fei" userId="d19317889db4c986" providerId="LiveId" clId="{7C2AD6F1-D0BA-4689-8139-07F15EC587B2}" dt="2022-03-21T14:04:24.270" v="4328"/>
        <pc:sldMkLst>
          <pc:docMk/>
          <pc:sldMk cId="1387937541" sldId="410"/>
        </pc:sldMkLst>
        <pc:spChg chg="add mod">
          <ac:chgData name="Zheng Fei" userId="d19317889db4c986" providerId="LiveId" clId="{7C2AD6F1-D0BA-4689-8139-07F15EC587B2}" dt="2022-03-21T14:04:24.270" v="4328"/>
          <ac:spMkLst>
            <pc:docMk/>
            <pc:sldMk cId="1387937541" sldId="410"/>
            <ac:spMk id="4" creationId="{92CDFA3E-4A01-4858-ACE7-8528E301F413}"/>
          </ac:spMkLst>
        </pc:spChg>
        <pc:picChg chg="add mod">
          <ac:chgData name="Zheng Fei" userId="d19317889db4c986" providerId="LiveId" clId="{7C2AD6F1-D0BA-4689-8139-07F15EC587B2}" dt="2022-03-21T14:04:21.359" v="4326" actId="27614"/>
          <ac:picMkLst>
            <pc:docMk/>
            <pc:sldMk cId="1387937541" sldId="410"/>
            <ac:picMk id="3" creationId="{BB4FCC9F-151D-4ECB-AC48-32501DDCD70E}"/>
          </ac:picMkLst>
        </pc:picChg>
      </pc:sldChg>
      <pc:sldChg chg="addSp modSp new mod">
        <pc:chgData name="Zheng Fei" userId="d19317889db4c986" providerId="LiveId" clId="{7C2AD6F1-D0BA-4689-8139-07F15EC587B2}" dt="2022-03-21T14:05:10.045" v="4332"/>
        <pc:sldMkLst>
          <pc:docMk/>
          <pc:sldMk cId="2236120286" sldId="411"/>
        </pc:sldMkLst>
        <pc:spChg chg="add mod">
          <ac:chgData name="Zheng Fei" userId="d19317889db4c986" providerId="LiveId" clId="{7C2AD6F1-D0BA-4689-8139-07F15EC587B2}" dt="2022-03-21T14:05:10.045" v="4332"/>
          <ac:spMkLst>
            <pc:docMk/>
            <pc:sldMk cId="2236120286" sldId="411"/>
            <ac:spMk id="4" creationId="{4D2F5B3D-615C-41EE-BC7C-2A7F1F4E977A}"/>
          </ac:spMkLst>
        </pc:spChg>
        <pc:picChg chg="add mod">
          <ac:chgData name="Zheng Fei" userId="d19317889db4c986" providerId="LiveId" clId="{7C2AD6F1-D0BA-4689-8139-07F15EC587B2}" dt="2022-03-21T14:05:07.667" v="4331" actId="27614"/>
          <ac:picMkLst>
            <pc:docMk/>
            <pc:sldMk cId="2236120286" sldId="411"/>
            <ac:picMk id="3" creationId="{34F636CD-F158-4730-AD19-970CE85FA374}"/>
          </ac:picMkLst>
        </pc:picChg>
      </pc:sldChg>
      <pc:sldChg chg="addSp delSp modSp new del mod">
        <pc:chgData name="Zheng Fei" userId="d19317889db4c986" providerId="LiveId" clId="{7C2AD6F1-D0BA-4689-8139-07F15EC587B2}" dt="2022-04-04T09:07:18.816" v="4609" actId="47"/>
        <pc:sldMkLst>
          <pc:docMk/>
          <pc:sldMk cId="2706540" sldId="412"/>
        </pc:sldMkLst>
        <pc:spChg chg="del">
          <ac:chgData name="Zheng Fei" userId="d19317889db4c986" providerId="LiveId" clId="{7C2AD6F1-D0BA-4689-8139-07F15EC587B2}" dt="2022-03-21T14:20:06.614" v="4587" actId="478"/>
          <ac:spMkLst>
            <pc:docMk/>
            <pc:sldMk cId="2706540" sldId="412"/>
            <ac:spMk id="2" creationId="{0EDEE189-1BED-4DFE-89E6-3622BE04DAB7}"/>
          </ac:spMkLst>
        </pc:spChg>
        <pc:spChg chg="del">
          <ac:chgData name="Zheng Fei" userId="d19317889db4c986" providerId="LiveId" clId="{7C2AD6F1-D0BA-4689-8139-07F15EC587B2}" dt="2022-03-21T14:20:05.678" v="4586" actId="478"/>
          <ac:spMkLst>
            <pc:docMk/>
            <pc:sldMk cId="2706540" sldId="412"/>
            <ac:spMk id="3" creationId="{731AF723-5FAA-4B4A-A8A3-C65669685F9C}"/>
          </ac:spMkLst>
        </pc:spChg>
        <pc:spChg chg="add mod">
          <ac:chgData name="Zheng Fei" userId="d19317889db4c986" providerId="LiveId" clId="{7C2AD6F1-D0BA-4689-8139-07F15EC587B2}" dt="2022-03-21T14:20:14.938" v="4590"/>
          <ac:spMkLst>
            <pc:docMk/>
            <pc:sldMk cId="2706540" sldId="412"/>
            <ac:spMk id="6" creationId="{FBD48255-F885-4DD3-8F12-0B04AC7DBB2F}"/>
          </ac:spMkLst>
        </pc:spChg>
        <pc:spChg chg="add mod">
          <ac:chgData name="Zheng Fei" userId="d19317889db4c986" providerId="LiveId" clId="{7C2AD6F1-D0BA-4689-8139-07F15EC587B2}" dt="2022-03-21T14:21:47.025" v="4598" actId="2085"/>
          <ac:spMkLst>
            <pc:docMk/>
            <pc:sldMk cId="2706540" sldId="412"/>
            <ac:spMk id="9" creationId="{47987D28-50F3-48E9-9063-C0635083AF67}"/>
          </ac:spMkLst>
        </pc:spChg>
        <pc:picChg chg="add mod">
          <ac:chgData name="Zheng Fei" userId="d19317889db4c986" providerId="LiveId" clId="{7C2AD6F1-D0BA-4689-8139-07F15EC587B2}" dt="2022-03-21T14:21:25.764" v="4591" actId="1076"/>
          <ac:picMkLst>
            <pc:docMk/>
            <pc:sldMk cId="2706540" sldId="412"/>
            <ac:picMk id="5" creationId="{7F298C44-73CD-4B3D-8EA6-056E2E2F6627}"/>
          </ac:picMkLst>
        </pc:picChg>
        <pc:picChg chg="add mod">
          <ac:chgData name="Zheng Fei" userId="d19317889db4c986" providerId="LiveId" clId="{7C2AD6F1-D0BA-4689-8139-07F15EC587B2}" dt="2022-03-21T14:21:33.113" v="4595" actId="962"/>
          <ac:picMkLst>
            <pc:docMk/>
            <pc:sldMk cId="2706540" sldId="412"/>
            <ac:picMk id="8" creationId="{ECC7B80F-284E-4501-8EF9-39C36B81C289}"/>
          </ac:picMkLst>
        </pc:picChg>
      </pc:sldChg>
      <pc:sldChg chg="add">
        <pc:chgData name="Zheng Fei" userId="d19317889db4c986" providerId="LiveId" clId="{7C2AD6F1-D0BA-4689-8139-07F15EC587B2}" dt="2022-04-04T09:07:16.930" v="4608"/>
        <pc:sldMkLst>
          <pc:docMk/>
          <pc:sldMk cId="2421043722" sldId="433"/>
        </pc:sldMkLst>
      </pc:sldChg>
      <pc:sldChg chg="add del">
        <pc:chgData name="Zheng Fei" userId="d19317889db4c986" providerId="LiveId" clId="{7C2AD6F1-D0BA-4689-8139-07F15EC587B2}" dt="2022-04-04T09:08:10.785" v="4617"/>
        <pc:sldMkLst>
          <pc:docMk/>
          <pc:sldMk cId="2585051152" sldId="434"/>
        </pc:sldMkLst>
      </pc:sldChg>
    </pc:docChg>
  </pc:docChgLst>
  <pc:docChgLst>
    <pc:chgData name="Zheng Fei" userId="d19317889db4c986" providerId="LiveId" clId="{0F78B51B-46AC-A743-8EEF-FFD2246E4AE9}"/>
    <pc:docChg chg="undo custSel addSld delSld modSld">
      <pc:chgData name="Zheng Fei" userId="d19317889db4c986" providerId="LiveId" clId="{0F78B51B-46AC-A743-8EEF-FFD2246E4AE9}" dt="2022-12-10T02:23:12.321" v="180" actId="20577"/>
      <pc:docMkLst>
        <pc:docMk/>
      </pc:docMkLst>
      <pc:sldChg chg="del">
        <pc:chgData name="Zheng Fei" userId="d19317889db4c986" providerId="LiveId" clId="{0F78B51B-46AC-A743-8EEF-FFD2246E4AE9}" dt="2022-12-10T02:05:07.221" v="49" actId="2696"/>
        <pc:sldMkLst>
          <pc:docMk/>
          <pc:sldMk cId="0" sldId="257"/>
        </pc:sldMkLst>
      </pc:sldChg>
      <pc:sldChg chg="modSp mod">
        <pc:chgData name="Zheng Fei" userId="d19317889db4c986" providerId="LiveId" clId="{0F78B51B-46AC-A743-8EEF-FFD2246E4AE9}" dt="2022-12-10T02:23:12.321" v="180" actId="20577"/>
        <pc:sldMkLst>
          <pc:docMk/>
          <pc:sldMk cId="0" sldId="264"/>
        </pc:sldMkLst>
        <pc:spChg chg="mod">
          <ac:chgData name="Zheng Fei" userId="d19317889db4c986" providerId="LiveId" clId="{0F78B51B-46AC-A743-8EEF-FFD2246E4AE9}" dt="2022-12-10T02:23:12.321" v="180" actId="20577"/>
          <ac:spMkLst>
            <pc:docMk/>
            <pc:sldMk cId="0" sldId="264"/>
            <ac:spMk id="68615" creationId="{3843CF23-8BA7-6D49-B29E-EA6098D1B147}"/>
          </ac:spMkLst>
        </pc:spChg>
      </pc:sldChg>
      <pc:sldChg chg="modSp add mod modTransition">
        <pc:chgData name="Zheng Fei" userId="d19317889db4c986" providerId="LiveId" clId="{0F78B51B-46AC-A743-8EEF-FFD2246E4AE9}" dt="2022-12-10T02:02:28.500" v="3" actId="1076"/>
        <pc:sldMkLst>
          <pc:docMk/>
          <pc:sldMk cId="200916843" sldId="1784"/>
        </pc:sldMkLst>
        <pc:spChg chg="mod">
          <ac:chgData name="Zheng Fei" userId="d19317889db4c986" providerId="LiveId" clId="{0F78B51B-46AC-A743-8EEF-FFD2246E4AE9}" dt="2022-12-10T02:02:28.500" v="3" actId="1076"/>
          <ac:spMkLst>
            <pc:docMk/>
            <pc:sldMk cId="200916843" sldId="1784"/>
            <ac:spMk id="2" creationId="{088399E9-B039-1521-3566-EED9C8A90839}"/>
          </ac:spMkLst>
        </pc:spChg>
      </pc:sldChg>
      <pc:sldChg chg="addSp modSp new mod modAnim">
        <pc:chgData name="Zheng Fei" userId="d19317889db4c986" providerId="LiveId" clId="{0F78B51B-46AC-A743-8EEF-FFD2246E4AE9}" dt="2022-12-10T02:04:57.168" v="48"/>
        <pc:sldMkLst>
          <pc:docMk/>
          <pc:sldMk cId="3043627081" sldId="1785"/>
        </pc:sldMkLst>
        <pc:spChg chg="add mod">
          <ac:chgData name="Zheng Fei" userId="d19317889db4c986" providerId="LiveId" clId="{0F78B51B-46AC-A743-8EEF-FFD2246E4AE9}" dt="2022-12-10T02:02:32.034" v="4"/>
          <ac:spMkLst>
            <pc:docMk/>
            <pc:sldMk cId="3043627081" sldId="1785"/>
            <ac:spMk id="2" creationId="{1285D3BE-3DE5-4CC4-E4B3-24F3B6DFA094}"/>
          </ac:spMkLst>
        </pc:spChg>
        <pc:spChg chg="add mod">
          <ac:chgData name="Zheng Fei" userId="d19317889db4c986" providerId="LiveId" clId="{0F78B51B-46AC-A743-8EEF-FFD2246E4AE9}" dt="2022-12-10T02:04:46.293" v="46" actId="1076"/>
          <ac:spMkLst>
            <pc:docMk/>
            <pc:sldMk cId="3043627081" sldId="1785"/>
            <ac:spMk id="6" creationId="{F8DA9B1E-27CF-3C45-08CB-A31F4826CACC}"/>
          </ac:spMkLst>
        </pc:spChg>
        <pc:picChg chg="add mod">
          <ac:chgData name="Zheng Fei" userId="d19317889db4c986" providerId="LiveId" clId="{0F78B51B-46AC-A743-8EEF-FFD2246E4AE9}" dt="2022-12-10T02:04:03.131" v="13" actId="1076"/>
          <ac:picMkLst>
            <pc:docMk/>
            <pc:sldMk cId="3043627081" sldId="1785"/>
            <ac:picMk id="5" creationId="{1381A0FD-E2C5-67FC-DC4D-74D90E05487C}"/>
          </ac:picMkLst>
        </pc:picChg>
        <pc:cxnChg chg="add mod">
          <ac:chgData name="Zheng Fei" userId="d19317889db4c986" providerId="LiveId" clId="{0F78B51B-46AC-A743-8EEF-FFD2246E4AE9}" dt="2022-12-10T02:02:32.034" v="4"/>
          <ac:cxnSpMkLst>
            <pc:docMk/>
            <pc:sldMk cId="3043627081" sldId="1785"/>
            <ac:cxnSpMk id="3" creationId="{5A0E025E-B73C-8C4E-FBAF-2429016F917F}"/>
          </ac:cxnSpMkLst>
        </pc:cxnChg>
      </pc:sldChg>
      <pc:sldChg chg="modSp new mod">
        <pc:chgData name="Zheng Fei" userId="d19317889db4c986" providerId="LiveId" clId="{0F78B51B-46AC-A743-8EEF-FFD2246E4AE9}" dt="2022-12-10T02:08:10.119" v="121" actId="20577"/>
        <pc:sldMkLst>
          <pc:docMk/>
          <pc:sldMk cId="3062948143" sldId="1786"/>
        </pc:sldMkLst>
        <pc:spChg chg="mod">
          <ac:chgData name="Zheng Fei" userId="d19317889db4c986" providerId="LiveId" clId="{0F78B51B-46AC-A743-8EEF-FFD2246E4AE9}" dt="2022-12-10T02:08:10.119" v="121" actId="20577"/>
          <ac:spMkLst>
            <pc:docMk/>
            <pc:sldMk cId="3062948143" sldId="1786"/>
            <ac:spMk id="2" creationId="{0F0CC45D-5913-8880-A125-39FA2B5BDA23}"/>
          </ac:spMkLst>
        </pc:spChg>
      </pc:sldChg>
    </pc:docChg>
  </pc:docChgLst>
  <pc:docChgLst>
    <pc:chgData name="Zheng Fei" userId="d19317889db4c986" providerId="LiveId" clId="{AD59A651-0F9D-C346-8F0E-495CA4369926}"/>
    <pc:docChg chg="undo custSel addSld delSld modSld sldOrd">
      <pc:chgData name="Zheng Fei" userId="d19317889db4c986" providerId="LiveId" clId="{AD59A651-0F9D-C346-8F0E-495CA4369926}" dt="2022-12-12T03:45:09.517" v="1460" actId="207"/>
      <pc:docMkLst>
        <pc:docMk/>
      </pc:docMkLst>
      <pc:sldChg chg="del">
        <pc:chgData name="Zheng Fei" userId="d19317889db4c986" providerId="LiveId" clId="{AD59A651-0F9D-C346-8F0E-495CA4369926}" dt="2022-12-11T12:04:22.008" v="10" actId="2696"/>
        <pc:sldMkLst>
          <pc:docMk/>
          <pc:sldMk cId="0" sldId="259"/>
        </pc:sldMkLst>
      </pc:sldChg>
      <pc:sldChg chg="del">
        <pc:chgData name="Zheng Fei" userId="d19317889db4c986" providerId="LiveId" clId="{AD59A651-0F9D-C346-8F0E-495CA4369926}" dt="2022-12-11T12:04:22.027" v="11" actId="2696"/>
        <pc:sldMkLst>
          <pc:docMk/>
          <pc:sldMk cId="0" sldId="260"/>
        </pc:sldMkLst>
      </pc:sldChg>
      <pc:sldChg chg="del">
        <pc:chgData name="Zheng Fei" userId="d19317889db4c986" providerId="LiveId" clId="{AD59A651-0F9D-C346-8F0E-495CA4369926}" dt="2022-12-11T12:04:21.867" v="4" actId="2696"/>
        <pc:sldMkLst>
          <pc:docMk/>
          <pc:sldMk cId="0" sldId="261"/>
        </pc:sldMkLst>
      </pc:sldChg>
      <pc:sldChg chg="del">
        <pc:chgData name="Zheng Fei" userId="d19317889db4c986" providerId="LiveId" clId="{AD59A651-0F9D-C346-8F0E-495CA4369926}" dt="2022-12-11T12:04:22.002" v="9" actId="2696"/>
        <pc:sldMkLst>
          <pc:docMk/>
          <pc:sldMk cId="0" sldId="262"/>
        </pc:sldMkLst>
      </pc:sldChg>
      <pc:sldChg chg="del">
        <pc:chgData name="Zheng Fei" userId="d19317889db4c986" providerId="LiveId" clId="{AD59A651-0F9D-C346-8F0E-495CA4369926}" dt="2022-12-11T12:04:22.031" v="12" actId="2696"/>
        <pc:sldMkLst>
          <pc:docMk/>
          <pc:sldMk cId="0" sldId="264"/>
        </pc:sldMkLst>
      </pc:sldChg>
      <pc:sldChg chg="addSp delSp modSp mod">
        <pc:chgData name="Zheng Fei" userId="d19317889db4c986" providerId="LiveId" clId="{AD59A651-0F9D-C346-8F0E-495CA4369926}" dt="2022-12-12T02:27:21.407" v="245"/>
        <pc:sldMkLst>
          <pc:docMk/>
          <pc:sldMk cId="0" sldId="265"/>
        </pc:sldMkLst>
        <pc:spChg chg="mod">
          <ac:chgData name="Zheng Fei" userId="d19317889db4c986" providerId="LiveId" clId="{AD59A651-0F9D-C346-8F0E-495CA4369926}" dt="2022-12-12T02:26:52.403" v="240" actId="1076"/>
          <ac:spMkLst>
            <pc:docMk/>
            <pc:sldMk cId="0" sldId="265"/>
            <ac:spMk id="2" creationId="{312D4565-0205-45ED-9021-6116B98A8C90}"/>
          </ac:spMkLst>
        </pc:spChg>
        <pc:spChg chg="add mod">
          <ac:chgData name="Zheng Fei" userId="d19317889db4c986" providerId="LiveId" clId="{AD59A651-0F9D-C346-8F0E-495CA4369926}" dt="2022-12-12T02:27:08.259" v="244" actId="207"/>
          <ac:spMkLst>
            <pc:docMk/>
            <pc:sldMk cId="0" sldId="265"/>
            <ac:spMk id="6" creationId="{780AD5A4-BC4C-F7D7-857B-3277230CFC15}"/>
          </ac:spMkLst>
        </pc:spChg>
        <pc:spChg chg="mod">
          <ac:chgData name="Zheng Fei" userId="d19317889db4c986" providerId="LiveId" clId="{AD59A651-0F9D-C346-8F0E-495CA4369926}" dt="2022-12-12T02:26:52.403" v="240" actId="1076"/>
          <ac:spMkLst>
            <pc:docMk/>
            <pc:sldMk cId="0" sldId="265"/>
            <ac:spMk id="69635" creationId="{3FE89C70-1BC5-1A47-B958-4E24CACAA64F}"/>
          </ac:spMkLst>
        </pc:spChg>
        <pc:spChg chg="mod">
          <ac:chgData name="Zheng Fei" userId="d19317889db4c986" providerId="LiveId" clId="{AD59A651-0F9D-C346-8F0E-495CA4369926}" dt="2022-12-12T02:26:54.854" v="241" actId="1076"/>
          <ac:spMkLst>
            <pc:docMk/>
            <pc:sldMk cId="0" sldId="265"/>
            <ac:spMk id="69636" creationId="{A444F019-76AB-5F4C-A814-54C3F7B272F2}"/>
          </ac:spMkLst>
        </pc:spChg>
        <pc:spChg chg="mod">
          <ac:chgData name="Zheng Fei" userId="d19317889db4c986" providerId="LiveId" clId="{AD59A651-0F9D-C346-8F0E-495CA4369926}" dt="2022-12-12T02:26:52.403" v="240" actId="1076"/>
          <ac:spMkLst>
            <pc:docMk/>
            <pc:sldMk cId="0" sldId="265"/>
            <ac:spMk id="69637" creationId="{9FDC51D4-A694-AA41-A551-98398E9C1281}"/>
          </ac:spMkLst>
        </pc:spChg>
        <pc:graphicFrameChg chg="del">
          <ac:chgData name="Zheng Fei" userId="d19317889db4c986" providerId="LiveId" clId="{AD59A651-0F9D-C346-8F0E-495CA4369926}" dt="2022-12-12T02:26:37.060" v="236" actId="478"/>
          <ac:graphicFrameMkLst>
            <pc:docMk/>
            <pc:sldMk cId="0" sldId="265"/>
            <ac:graphicFrameMk id="69638" creationId="{467039DB-CCB2-6E4F-8818-B69B216E5393}"/>
          </ac:graphicFrameMkLst>
        </pc:graphicFrameChg>
        <pc:picChg chg="mod">
          <ac:chgData name="Zheng Fei" userId="d19317889db4c986" providerId="LiveId" clId="{AD59A651-0F9D-C346-8F0E-495CA4369926}" dt="2022-12-12T02:27:21.407" v="245"/>
          <ac:picMkLst>
            <pc:docMk/>
            <pc:sldMk cId="0" sldId="265"/>
            <ac:picMk id="4" creationId="{E6759FD8-F812-43AC-AE9F-A604D9CD6076}"/>
          </ac:picMkLst>
        </pc:picChg>
      </pc:sldChg>
      <pc:sldChg chg="addSp delSp modSp mod">
        <pc:chgData name="Zheng Fei" userId="d19317889db4c986" providerId="LiveId" clId="{AD59A651-0F9D-C346-8F0E-495CA4369926}" dt="2022-12-12T02:29:31.411" v="288" actId="20577"/>
        <pc:sldMkLst>
          <pc:docMk/>
          <pc:sldMk cId="0" sldId="267"/>
        </pc:sldMkLst>
        <pc:spChg chg="add mod">
          <ac:chgData name="Zheng Fei" userId="d19317889db4c986" providerId="LiveId" clId="{AD59A651-0F9D-C346-8F0E-495CA4369926}" dt="2022-12-12T02:20:31.953" v="112" actId="14100"/>
          <ac:spMkLst>
            <pc:docMk/>
            <pc:sldMk cId="0" sldId="267"/>
            <ac:spMk id="4" creationId="{AD9A3B53-7845-DD23-D7EB-AE26466F2A42}"/>
          </ac:spMkLst>
        </pc:spChg>
        <pc:spChg chg="add del mod">
          <ac:chgData name="Zheng Fei" userId="d19317889db4c986" providerId="LiveId" clId="{AD59A651-0F9D-C346-8F0E-495CA4369926}" dt="2022-12-12T02:22:04.258" v="128" actId="478"/>
          <ac:spMkLst>
            <pc:docMk/>
            <pc:sldMk cId="0" sldId="267"/>
            <ac:spMk id="6" creationId="{CCCE161B-ADB1-3795-0DC9-6C131DF72906}"/>
          </ac:spMkLst>
        </pc:spChg>
        <pc:spChg chg="add del mod">
          <ac:chgData name="Zheng Fei" userId="d19317889db4c986" providerId="LiveId" clId="{AD59A651-0F9D-C346-8F0E-495CA4369926}" dt="2022-12-12T02:22:04.258" v="128" actId="478"/>
          <ac:spMkLst>
            <pc:docMk/>
            <pc:sldMk cId="0" sldId="267"/>
            <ac:spMk id="7" creationId="{D1110565-EBCE-8D47-BC18-1562F7D2384E}"/>
          </ac:spMkLst>
        </pc:spChg>
        <pc:spChg chg="add del mod">
          <ac:chgData name="Zheng Fei" userId="d19317889db4c986" providerId="LiveId" clId="{AD59A651-0F9D-C346-8F0E-495CA4369926}" dt="2022-12-12T02:22:04.258" v="128" actId="478"/>
          <ac:spMkLst>
            <pc:docMk/>
            <pc:sldMk cId="0" sldId="267"/>
            <ac:spMk id="8" creationId="{6B8C4AF0-7B7F-B95E-9E00-63E6A068229E}"/>
          </ac:spMkLst>
        </pc:spChg>
        <pc:spChg chg="add del mod">
          <ac:chgData name="Zheng Fei" userId="d19317889db4c986" providerId="LiveId" clId="{AD59A651-0F9D-C346-8F0E-495CA4369926}" dt="2022-12-12T02:22:04.258" v="128" actId="478"/>
          <ac:spMkLst>
            <pc:docMk/>
            <pc:sldMk cId="0" sldId="267"/>
            <ac:spMk id="9" creationId="{6F79439B-EB7F-B890-BE51-C6CD512A831A}"/>
          </ac:spMkLst>
        </pc:spChg>
        <pc:spChg chg="add del mod">
          <ac:chgData name="Zheng Fei" userId="d19317889db4c986" providerId="LiveId" clId="{AD59A651-0F9D-C346-8F0E-495CA4369926}" dt="2022-12-12T02:22:04.258" v="128" actId="478"/>
          <ac:spMkLst>
            <pc:docMk/>
            <pc:sldMk cId="0" sldId="267"/>
            <ac:spMk id="10" creationId="{61832788-60E0-8AB3-24E6-3F2F5858B04A}"/>
          </ac:spMkLst>
        </pc:spChg>
        <pc:spChg chg="add del mod">
          <ac:chgData name="Zheng Fei" userId="d19317889db4c986" providerId="LiveId" clId="{AD59A651-0F9D-C346-8F0E-495CA4369926}" dt="2022-12-12T02:22:04.258" v="128" actId="478"/>
          <ac:spMkLst>
            <pc:docMk/>
            <pc:sldMk cId="0" sldId="267"/>
            <ac:spMk id="11" creationId="{97521B4E-319B-370A-CF12-5B59ACE8EE9E}"/>
          </ac:spMkLst>
        </pc:spChg>
        <pc:spChg chg="add mod">
          <ac:chgData name="Zheng Fei" userId="d19317889db4c986" providerId="LiveId" clId="{AD59A651-0F9D-C346-8F0E-495CA4369926}" dt="2022-12-12T02:29:19.688" v="272" actId="14100"/>
          <ac:spMkLst>
            <pc:docMk/>
            <pc:sldMk cId="0" sldId="267"/>
            <ac:spMk id="13" creationId="{81BC8BDE-EC9D-A23F-E4B5-63FC4366AC5F}"/>
          </ac:spMkLst>
        </pc:spChg>
        <pc:spChg chg="add mod">
          <ac:chgData name="Zheng Fei" userId="d19317889db4c986" providerId="LiveId" clId="{AD59A651-0F9D-C346-8F0E-495CA4369926}" dt="2022-12-12T02:29:31.411" v="288" actId="20577"/>
          <ac:spMkLst>
            <pc:docMk/>
            <pc:sldMk cId="0" sldId="267"/>
            <ac:spMk id="14" creationId="{B3CF84B9-48EE-B4ED-5C3F-07E4A77AB976}"/>
          </ac:spMkLst>
        </pc:spChg>
        <pc:spChg chg="mod">
          <ac:chgData name="Zheng Fei" userId="d19317889db4c986" providerId="LiveId" clId="{AD59A651-0F9D-C346-8F0E-495CA4369926}" dt="2022-12-12T02:29:15.155" v="271" actId="1076"/>
          <ac:spMkLst>
            <pc:docMk/>
            <pc:sldMk cId="0" sldId="267"/>
            <ac:spMk id="72707" creationId="{AB605B63-927F-C44B-8C6B-5820B085B10A}"/>
          </ac:spMkLst>
        </pc:spChg>
        <pc:spChg chg="mod">
          <ac:chgData name="Zheng Fei" userId="d19317889db4c986" providerId="LiveId" clId="{AD59A651-0F9D-C346-8F0E-495CA4369926}" dt="2022-12-12T02:20:28.889" v="111" actId="1038"/>
          <ac:spMkLst>
            <pc:docMk/>
            <pc:sldMk cId="0" sldId="267"/>
            <ac:spMk id="72708" creationId="{1885C26A-6A55-3241-8F6E-2C7592F7FACE}"/>
          </ac:spMkLst>
        </pc:spChg>
        <pc:spChg chg="mod">
          <ac:chgData name="Zheng Fei" userId="d19317889db4c986" providerId="LiveId" clId="{AD59A651-0F9D-C346-8F0E-495CA4369926}" dt="2022-12-12T02:22:16.808" v="129" actId="2710"/>
          <ac:spMkLst>
            <pc:docMk/>
            <pc:sldMk cId="0" sldId="267"/>
            <ac:spMk id="72709" creationId="{7F551A94-40C9-5341-9398-4CD9F740510E}"/>
          </ac:spMkLst>
        </pc:spChg>
        <pc:spChg chg="del mod">
          <ac:chgData name="Zheng Fei" userId="d19317889db4c986" providerId="LiveId" clId="{AD59A651-0F9D-C346-8F0E-495CA4369926}" dt="2022-12-12T02:29:04.685" v="267" actId="478"/>
          <ac:spMkLst>
            <pc:docMk/>
            <pc:sldMk cId="0" sldId="267"/>
            <ac:spMk id="72711" creationId="{43340CAC-CAD9-514E-9AEF-AEC9DAFDDF2A}"/>
          </ac:spMkLst>
        </pc:spChg>
        <pc:graphicFrameChg chg="add del mod">
          <ac:chgData name="Zheng Fei" userId="d19317889db4c986" providerId="LiveId" clId="{AD59A651-0F9D-C346-8F0E-495CA4369926}" dt="2022-12-12T02:22:04.258" v="128" actId="478"/>
          <ac:graphicFrameMkLst>
            <pc:docMk/>
            <pc:sldMk cId="0" sldId="267"/>
            <ac:graphicFrameMk id="5" creationId="{402ABD19-9DD3-A05D-4306-32BBAD424CB6}"/>
          </ac:graphicFrameMkLst>
        </pc:graphicFrameChg>
        <pc:graphicFrameChg chg="mod">
          <ac:chgData name="Zheng Fei" userId="d19317889db4c986" providerId="LiveId" clId="{AD59A651-0F9D-C346-8F0E-495CA4369926}" dt="2022-12-12T02:21:48.752" v="125"/>
          <ac:graphicFrameMkLst>
            <pc:docMk/>
            <pc:sldMk cId="0" sldId="267"/>
            <ac:graphicFrameMk id="72706" creationId="{9D013166-F305-7549-AEE1-EC6A50ECC6EF}"/>
          </ac:graphicFrameMkLst>
        </pc:graphicFrameChg>
      </pc:sldChg>
      <pc:sldChg chg="addSp modSp mod">
        <pc:chgData name="Zheng Fei" userId="d19317889db4c986" providerId="LiveId" clId="{AD59A651-0F9D-C346-8F0E-495CA4369926}" dt="2022-12-12T02:53:20.288" v="443" actId="1038"/>
        <pc:sldMkLst>
          <pc:docMk/>
          <pc:sldMk cId="0" sldId="268"/>
        </pc:sldMkLst>
        <pc:spChg chg="add mod">
          <ac:chgData name="Zheng Fei" userId="d19317889db4c986" providerId="LiveId" clId="{AD59A651-0F9D-C346-8F0E-495CA4369926}" dt="2022-12-12T02:22:44.993" v="139" actId="1036"/>
          <ac:spMkLst>
            <pc:docMk/>
            <pc:sldMk cId="0" sldId="268"/>
            <ac:spMk id="2" creationId="{6E1F5F35-174B-8A17-D557-429C41B8D3A5}"/>
          </ac:spMkLst>
        </pc:spChg>
        <pc:spChg chg="add mod">
          <ac:chgData name="Zheng Fei" userId="d19317889db4c986" providerId="LiveId" clId="{AD59A651-0F9D-C346-8F0E-495CA4369926}" dt="2022-12-12T02:30:31.971" v="313" actId="1036"/>
          <ac:spMkLst>
            <pc:docMk/>
            <pc:sldMk cId="0" sldId="268"/>
            <ac:spMk id="5" creationId="{4A15A566-86C1-F12C-033D-7C17DAD230DB}"/>
          </ac:spMkLst>
        </pc:spChg>
        <pc:spChg chg="add mod">
          <ac:chgData name="Zheng Fei" userId="d19317889db4c986" providerId="LiveId" clId="{AD59A651-0F9D-C346-8F0E-495CA4369926}" dt="2022-12-12T02:52:47.301" v="431" actId="1036"/>
          <ac:spMkLst>
            <pc:docMk/>
            <pc:sldMk cId="0" sldId="268"/>
            <ac:spMk id="6" creationId="{926BF0E5-6417-685D-6417-80241E08970D}"/>
          </ac:spMkLst>
        </pc:spChg>
        <pc:spChg chg="mod">
          <ac:chgData name="Zheng Fei" userId="d19317889db4c986" providerId="LiveId" clId="{AD59A651-0F9D-C346-8F0E-495CA4369926}" dt="2022-12-12T02:30:23.297" v="311" actId="20577"/>
          <ac:spMkLst>
            <pc:docMk/>
            <pc:sldMk cId="0" sldId="268"/>
            <ac:spMk id="73731" creationId="{8904FC05-4F6C-AF41-9DF5-3D2B97375DC1}"/>
          </ac:spMkLst>
        </pc:spChg>
        <pc:spChg chg="mod">
          <ac:chgData name="Zheng Fei" userId="d19317889db4c986" providerId="LiveId" clId="{AD59A651-0F9D-C346-8F0E-495CA4369926}" dt="2022-12-12T02:52:52.666" v="435" actId="1038"/>
          <ac:spMkLst>
            <pc:docMk/>
            <pc:sldMk cId="0" sldId="268"/>
            <ac:spMk id="73732" creationId="{69FE6477-61F5-3542-91EF-0C82FC69274A}"/>
          </ac:spMkLst>
        </pc:spChg>
        <pc:spChg chg="mod">
          <ac:chgData name="Zheng Fei" userId="d19317889db4c986" providerId="LiveId" clId="{AD59A651-0F9D-C346-8F0E-495CA4369926}" dt="2022-12-12T02:31:45.157" v="347" actId="114"/>
          <ac:spMkLst>
            <pc:docMk/>
            <pc:sldMk cId="0" sldId="268"/>
            <ac:spMk id="73733" creationId="{8D97D223-E2C3-BE45-87BE-A3F5FDD42C35}"/>
          </ac:spMkLst>
        </pc:spChg>
        <pc:spChg chg="mod">
          <ac:chgData name="Zheng Fei" userId="d19317889db4c986" providerId="LiveId" clId="{AD59A651-0F9D-C346-8F0E-495CA4369926}" dt="2022-12-12T02:53:20.288" v="443" actId="1038"/>
          <ac:spMkLst>
            <pc:docMk/>
            <pc:sldMk cId="0" sldId="268"/>
            <ac:spMk id="73734" creationId="{E8BDE86E-BC76-B047-8C5F-D7206250B041}"/>
          </ac:spMkLst>
        </pc:spChg>
        <pc:spChg chg="mod">
          <ac:chgData name="Zheng Fei" userId="d19317889db4c986" providerId="LiveId" clId="{AD59A651-0F9D-C346-8F0E-495CA4369926}" dt="2022-12-12T02:53:20.288" v="443" actId="1038"/>
          <ac:spMkLst>
            <pc:docMk/>
            <pc:sldMk cId="0" sldId="268"/>
            <ac:spMk id="73735" creationId="{16077833-C7B6-C14A-BA5F-D32EE4E1D2CD}"/>
          </ac:spMkLst>
        </pc:spChg>
        <pc:spChg chg="mod">
          <ac:chgData name="Zheng Fei" userId="d19317889db4c986" providerId="LiveId" clId="{AD59A651-0F9D-C346-8F0E-495CA4369926}" dt="2022-12-12T02:53:20.288" v="443" actId="1038"/>
          <ac:spMkLst>
            <pc:docMk/>
            <pc:sldMk cId="0" sldId="268"/>
            <ac:spMk id="73736" creationId="{B5F94087-BE36-5C4D-A862-9B8D85B30D85}"/>
          </ac:spMkLst>
        </pc:spChg>
        <pc:spChg chg="mod">
          <ac:chgData name="Zheng Fei" userId="d19317889db4c986" providerId="LiveId" clId="{AD59A651-0F9D-C346-8F0E-495CA4369926}" dt="2022-12-12T02:53:20.288" v="443" actId="1038"/>
          <ac:spMkLst>
            <pc:docMk/>
            <pc:sldMk cId="0" sldId="268"/>
            <ac:spMk id="73737" creationId="{A51C3A4F-1241-5240-9B93-FCEEFF8C9D23}"/>
          </ac:spMkLst>
        </pc:spChg>
        <pc:spChg chg="mod">
          <ac:chgData name="Zheng Fei" userId="d19317889db4c986" providerId="LiveId" clId="{AD59A651-0F9D-C346-8F0E-495CA4369926}" dt="2022-12-12T02:53:20.288" v="443" actId="1038"/>
          <ac:spMkLst>
            <pc:docMk/>
            <pc:sldMk cId="0" sldId="268"/>
            <ac:spMk id="73738" creationId="{630CBC73-0F98-4F47-98D4-C54A438257FE}"/>
          </ac:spMkLst>
        </pc:spChg>
        <pc:spChg chg="mod">
          <ac:chgData name="Zheng Fei" userId="d19317889db4c986" providerId="LiveId" clId="{AD59A651-0F9D-C346-8F0E-495CA4369926}" dt="2022-12-12T02:31:49.491" v="348" actId="114"/>
          <ac:spMkLst>
            <pc:docMk/>
            <pc:sldMk cId="0" sldId="268"/>
            <ac:spMk id="73739" creationId="{ABBCCFD2-DBB0-6A46-A2CB-0671202A9F54}"/>
          </ac:spMkLst>
        </pc:spChg>
        <pc:spChg chg="mod">
          <ac:chgData name="Zheng Fei" userId="d19317889db4c986" providerId="LiveId" clId="{AD59A651-0F9D-C346-8F0E-495CA4369926}" dt="2022-12-12T02:31:52.237" v="349" actId="114"/>
          <ac:spMkLst>
            <pc:docMk/>
            <pc:sldMk cId="0" sldId="268"/>
            <ac:spMk id="73740" creationId="{01FA7347-ED18-0D4E-94A5-7DEC9A086912}"/>
          </ac:spMkLst>
        </pc:spChg>
        <pc:spChg chg="mod">
          <ac:chgData name="Zheng Fei" userId="d19317889db4c986" providerId="LiveId" clId="{AD59A651-0F9D-C346-8F0E-495CA4369926}" dt="2022-12-12T02:53:20.288" v="443" actId="1038"/>
          <ac:spMkLst>
            <pc:docMk/>
            <pc:sldMk cId="0" sldId="268"/>
            <ac:spMk id="73741" creationId="{063EB188-C42E-5C47-99EE-FDA4600A2FCC}"/>
          </ac:spMkLst>
        </pc:spChg>
      </pc:sldChg>
      <pc:sldChg chg="modSp mod">
        <pc:chgData name="Zheng Fei" userId="d19317889db4c986" providerId="LiveId" clId="{AD59A651-0F9D-C346-8F0E-495CA4369926}" dt="2022-12-12T02:34:19.658" v="381"/>
        <pc:sldMkLst>
          <pc:docMk/>
          <pc:sldMk cId="0" sldId="269"/>
        </pc:sldMkLst>
        <pc:spChg chg="mod">
          <ac:chgData name="Zheng Fei" userId="d19317889db4c986" providerId="LiveId" clId="{AD59A651-0F9D-C346-8F0E-495CA4369926}" dt="2022-12-12T02:32:12.356" v="353"/>
          <ac:spMkLst>
            <pc:docMk/>
            <pc:sldMk cId="0" sldId="269"/>
            <ac:spMk id="74754" creationId="{61E34251-D126-7248-A973-4AA65F29FB2F}"/>
          </ac:spMkLst>
        </pc:spChg>
        <pc:spChg chg="mod">
          <ac:chgData name="Zheng Fei" userId="d19317889db4c986" providerId="LiveId" clId="{AD59A651-0F9D-C346-8F0E-495CA4369926}" dt="2022-12-12T02:33:05.434" v="364" actId="113"/>
          <ac:spMkLst>
            <pc:docMk/>
            <pc:sldMk cId="0" sldId="269"/>
            <ac:spMk id="74761" creationId="{EB460BC6-8ABA-2245-9F29-E264499F20D0}"/>
          </ac:spMkLst>
        </pc:spChg>
        <pc:spChg chg="mod">
          <ac:chgData name="Zheng Fei" userId="d19317889db4c986" providerId="LiveId" clId="{AD59A651-0F9D-C346-8F0E-495CA4369926}" dt="2022-12-12T02:33:12.608" v="368" actId="1037"/>
          <ac:spMkLst>
            <pc:docMk/>
            <pc:sldMk cId="0" sldId="269"/>
            <ac:spMk id="74762" creationId="{A3A66B21-2ED0-AF42-98B0-8A8DA24E66A7}"/>
          </ac:spMkLst>
        </pc:spChg>
        <pc:spChg chg="mod">
          <ac:chgData name="Zheng Fei" userId="d19317889db4c986" providerId="LiveId" clId="{AD59A651-0F9D-C346-8F0E-495CA4369926}" dt="2022-12-12T02:32:57.765" v="360" actId="113"/>
          <ac:spMkLst>
            <pc:docMk/>
            <pc:sldMk cId="0" sldId="269"/>
            <ac:spMk id="74763" creationId="{C52AA575-89AF-6F4A-9C28-FF106BC8FB7F}"/>
          </ac:spMkLst>
        </pc:spChg>
        <pc:spChg chg="mod">
          <ac:chgData name="Zheng Fei" userId="d19317889db4c986" providerId="LiveId" clId="{AD59A651-0F9D-C346-8F0E-495CA4369926}" dt="2022-12-12T02:33:19.271" v="369" actId="1076"/>
          <ac:spMkLst>
            <pc:docMk/>
            <pc:sldMk cId="0" sldId="269"/>
            <ac:spMk id="74764" creationId="{3B93D601-7220-E847-BFA8-7C8D4F92E228}"/>
          </ac:spMkLst>
        </pc:spChg>
        <pc:spChg chg="mod">
          <ac:chgData name="Zheng Fei" userId="d19317889db4c986" providerId="LiveId" clId="{AD59A651-0F9D-C346-8F0E-495CA4369926}" dt="2022-12-12T02:34:09.322" v="379" actId="1076"/>
          <ac:spMkLst>
            <pc:docMk/>
            <pc:sldMk cId="0" sldId="269"/>
            <ac:spMk id="74766" creationId="{8B0F161B-270B-8043-BD71-CC2F0186F733}"/>
          </ac:spMkLst>
        </pc:spChg>
        <pc:spChg chg="mod">
          <ac:chgData name="Zheng Fei" userId="d19317889db4c986" providerId="LiveId" clId="{AD59A651-0F9D-C346-8F0E-495CA4369926}" dt="2022-12-12T02:32:08.569" v="352" actId="207"/>
          <ac:spMkLst>
            <pc:docMk/>
            <pc:sldMk cId="0" sldId="269"/>
            <ac:spMk id="74767" creationId="{FA4761A8-DEDF-3849-850C-60C0BDF81126}"/>
          </ac:spMkLst>
        </pc:spChg>
        <pc:grpChg chg="mod">
          <ac:chgData name="Zheng Fei" userId="d19317889db4c986" providerId="LiveId" clId="{AD59A651-0F9D-C346-8F0E-495CA4369926}" dt="2022-12-12T02:34:19.658" v="381"/>
          <ac:grpSpMkLst>
            <pc:docMk/>
            <pc:sldMk cId="0" sldId="269"/>
            <ac:grpSpMk id="74755" creationId="{36EAA2A5-CC63-6D4F-ADFC-A5D3BEDD5AD2}"/>
          </ac:grpSpMkLst>
        </pc:grpChg>
        <pc:graphicFrameChg chg="mod">
          <ac:chgData name="Zheng Fei" userId="d19317889db4c986" providerId="LiveId" clId="{AD59A651-0F9D-C346-8F0E-495CA4369926}" dt="2022-12-12T02:34:19.658" v="381"/>
          <ac:graphicFrameMkLst>
            <pc:docMk/>
            <pc:sldMk cId="0" sldId="269"/>
            <ac:graphicFrameMk id="74756" creationId="{0547B37E-9E83-1743-9741-601B336BCD5D}"/>
          </ac:graphicFrameMkLst>
        </pc:graphicFrameChg>
        <pc:graphicFrameChg chg="mod">
          <ac:chgData name="Zheng Fei" userId="d19317889db4c986" providerId="LiveId" clId="{AD59A651-0F9D-C346-8F0E-495CA4369926}" dt="2022-12-12T02:34:19.658" v="381"/>
          <ac:graphicFrameMkLst>
            <pc:docMk/>
            <pc:sldMk cId="0" sldId="269"/>
            <ac:graphicFrameMk id="74757" creationId="{23BA9E08-D9EE-3E4D-986A-C0F0A333BC6B}"/>
          </ac:graphicFrameMkLst>
        </pc:graphicFrameChg>
        <pc:graphicFrameChg chg="mod">
          <ac:chgData name="Zheng Fei" userId="d19317889db4c986" providerId="LiveId" clId="{AD59A651-0F9D-C346-8F0E-495CA4369926}" dt="2022-12-12T02:34:19.658" v="381"/>
          <ac:graphicFrameMkLst>
            <pc:docMk/>
            <pc:sldMk cId="0" sldId="269"/>
            <ac:graphicFrameMk id="74758" creationId="{22C98F4F-6653-2C42-A27A-17F0BBF906FD}"/>
          </ac:graphicFrameMkLst>
        </pc:graphicFrameChg>
        <pc:graphicFrameChg chg="mod">
          <ac:chgData name="Zheng Fei" userId="d19317889db4c986" providerId="LiveId" clId="{AD59A651-0F9D-C346-8F0E-495CA4369926}" dt="2022-12-12T02:34:19.658" v="381"/>
          <ac:graphicFrameMkLst>
            <pc:docMk/>
            <pc:sldMk cId="0" sldId="269"/>
            <ac:graphicFrameMk id="74759" creationId="{C8DD1959-E4D9-9B46-911C-ED1BFF6D3976}"/>
          </ac:graphicFrameMkLst>
        </pc:graphicFrameChg>
        <pc:graphicFrameChg chg="mod">
          <ac:chgData name="Zheng Fei" userId="d19317889db4c986" providerId="LiveId" clId="{AD59A651-0F9D-C346-8F0E-495CA4369926}" dt="2022-12-12T02:34:19.658" v="381"/>
          <ac:graphicFrameMkLst>
            <pc:docMk/>
            <pc:sldMk cId="0" sldId="269"/>
            <ac:graphicFrameMk id="74760" creationId="{F4AC7E41-1625-BC43-A120-4AD8F86F6237}"/>
          </ac:graphicFrameMkLst>
        </pc:graphicFrameChg>
        <pc:graphicFrameChg chg="mod">
          <ac:chgData name="Zheng Fei" userId="d19317889db4c986" providerId="LiveId" clId="{AD59A651-0F9D-C346-8F0E-495CA4369926}" dt="2022-12-12T02:33:55.306" v="374" actId="1036"/>
          <ac:graphicFrameMkLst>
            <pc:docMk/>
            <pc:sldMk cId="0" sldId="269"/>
            <ac:graphicFrameMk id="74765" creationId="{ACF2CE6A-CB15-E94F-9360-4B7DBA7C966D}"/>
          </ac:graphicFrameMkLst>
        </pc:graphicFrameChg>
      </pc:sldChg>
      <pc:sldChg chg="addSp delSp modSp mod">
        <pc:chgData name="Zheng Fei" userId="d19317889db4c986" providerId="LiveId" clId="{AD59A651-0F9D-C346-8F0E-495CA4369926}" dt="2022-12-12T02:59:35.448" v="561" actId="14100"/>
        <pc:sldMkLst>
          <pc:docMk/>
          <pc:sldMk cId="0" sldId="270"/>
        </pc:sldMkLst>
        <pc:spChg chg="add mod">
          <ac:chgData name="Zheng Fei" userId="d19317889db4c986" providerId="LiveId" clId="{AD59A651-0F9D-C346-8F0E-495CA4369926}" dt="2022-12-12T02:35:16.390" v="398" actId="14100"/>
          <ac:spMkLst>
            <pc:docMk/>
            <pc:sldMk cId="0" sldId="270"/>
            <ac:spMk id="4" creationId="{73623BDE-95F8-7B9E-71BE-60EA1BA0451E}"/>
          </ac:spMkLst>
        </pc:spChg>
        <pc:spChg chg="add mod">
          <ac:chgData name="Zheng Fei" userId="d19317889db4c986" providerId="LiveId" clId="{AD59A651-0F9D-C346-8F0E-495CA4369926}" dt="2022-12-12T02:59:35.448" v="561" actId="14100"/>
          <ac:spMkLst>
            <pc:docMk/>
            <pc:sldMk cId="0" sldId="270"/>
            <ac:spMk id="5" creationId="{538DD76F-B063-1B97-9E07-3D49BD4831CD}"/>
          </ac:spMkLst>
        </pc:spChg>
        <pc:spChg chg="add mod">
          <ac:chgData name="Zheng Fei" userId="d19317889db4c986" providerId="LiveId" clId="{AD59A651-0F9D-C346-8F0E-495CA4369926}" dt="2022-12-12T02:59:14.221" v="555" actId="1035"/>
          <ac:spMkLst>
            <pc:docMk/>
            <pc:sldMk cId="0" sldId="270"/>
            <ac:spMk id="6" creationId="{2E85DA0D-D26D-B5BA-C1E3-2E5F7F0E053C}"/>
          </ac:spMkLst>
        </pc:spChg>
        <pc:spChg chg="del mod">
          <ac:chgData name="Zheng Fei" userId="d19317889db4c986" providerId="LiveId" clId="{AD59A651-0F9D-C346-8F0E-495CA4369926}" dt="2022-12-12T02:35:24.138" v="405"/>
          <ac:spMkLst>
            <pc:docMk/>
            <pc:sldMk cId="0" sldId="270"/>
            <ac:spMk id="12" creationId="{C3FB9FEF-71B4-4210-9960-BB82A850AF6C}"/>
          </ac:spMkLst>
        </pc:spChg>
        <pc:spChg chg="mod">
          <ac:chgData name="Zheng Fei" userId="d19317889db4c986" providerId="LiveId" clId="{AD59A651-0F9D-C346-8F0E-495CA4369926}" dt="2022-12-12T02:53:55.481" v="451"/>
          <ac:spMkLst>
            <pc:docMk/>
            <pc:sldMk cId="0" sldId="270"/>
            <ac:spMk id="75778" creationId="{38501C3E-CC83-254C-9156-E7A17793D4D4}"/>
          </ac:spMkLst>
        </pc:spChg>
        <pc:spChg chg="mod">
          <ac:chgData name="Zheng Fei" userId="d19317889db4c986" providerId="LiveId" clId="{AD59A651-0F9D-C346-8F0E-495CA4369926}" dt="2022-12-12T02:58:47.789" v="547" actId="20577"/>
          <ac:spMkLst>
            <pc:docMk/>
            <pc:sldMk cId="0" sldId="270"/>
            <ac:spMk id="75779" creationId="{FA9656A5-62C1-F645-B4E6-22621892FDD8}"/>
          </ac:spMkLst>
        </pc:spChg>
        <pc:spChg chg="mod">
          <ac:chgData name="Zheng Fei" userId="d19317889db4c986" providerId="LiveId" clId="{AD59A651-0F9D-C346-8F0E-495CA4369926}" dt="2022-12-12T02:54:53.468" v="464" actId="113"/>
          <ac:spMkLst>
            <pc:docMk/>
            <pc:sldMk cId="0" sldId="270"/>
            <ac:spMk id="75780" creationId="{DAF08943-A2EE-9B47-97DB-454D875C89D4}"/>
          </ac:spMkLst>
        </pc:spChg>
        <pc:spChg chg="mod">
          <ac:chgData name="Zheng Fei" userId="d19317889db4c986" providerId="LiveId" clId="{AD59A651-0F9D-C346-8F0E-495CA4369926}" dt="2022-12-12T02:58:58.594" v="549" actId="1076"/>
          <ac:spMkLst>
            <pc:docMk/>
            <pc:sldMk cId="0" sldId="270"/>
            <ac:spMk id="75781" creationId="{F3646521-38FD-7244-9DE3-9EDE7474B346}"/>
          </ac:spMkLst>
        </pc:spChg>
        <pc:spChg chg="del mod">
          <ac:chgData name="Zheng Fei" userId="d19317889db4c986" providerId="LiveId" clId="{AD59A651-0F9D-C346-8F0E-495CA4369926}" dt="2022-12-12T02:59:01.446" v="551"/>
          <ac:spMkLst>
            <pc:docMk/>
            <pc:sldMk cId="0" sldId="270"/>
            <ac:spMk id="75783" creationId="{DC1C60BC-285F-B64D-AEE9-52D9AE0C56B6}"/>
          </ac:spMkLst>
        </pc:spChg>
        <pc:spChg chg="mod">
          <ac:chgData name="Zheng Fei" userId="d19317889db4c986" providerId="LiveId" clId="{AD59A651-0F9D-C346-8F0E-495CA4369926}" dt="2022-12-12T02:58:54.678" v="548" actId="1076"/>
          <ac:spMkLst>
            <pc:docMk/>
            <pc:sldMk cId="0" sldId="270"/>
            <ac:spMk id="75784" creationId="{D3A85390-BB2B-314D-B266-2E9F92822674}"/>
          </ac:spMkLst>
        </pc:spChg>
        <pc:graphicFrameChg chg="del mod">
          <ac:chgData name="Zheng Fei" userId="d19317889db4c986" providerId="LiveId" clId="{AD59A651-0F9D-C346-8F0E-495CA4369926}" dt="2022-12-12T02:58:24.132" v="537" actId="478"/>
          <ac:graphicFrameMkLst>
            <pc:docMk/>
            <pc:sldMk cId="0" sldId="270"/>
            <ac:graphicFrameMk id="75782" creationId="{B5C84B67-9232-2049-A974-C77D1B07147E}"/>
          </ac:graphicFrameMkLst>
        </pc:graphicFrameChg>
        <pc:graphicFrameChg chg="del mod">
          <ac:chgData name="Zheng Fei" userId="d19317889db4c986" providerId="LiveId" clId="{AD59A651-0F9D-C346-8F0E-495CA4369926}" dt="2022-12-12T02:58:06.076" v="529" actId="478"/>
          <ac:graphicFrameMkLst>
            <pc:docMk/>
            <pc:sldMk cId="0" sldId="270"/>
            <ac:graphicFrameMk id="75785" creationId="{1BFDCB5D-EE4B-1449-A466-FA81F0267EFA}"/>
          </ac:graphicFrameMkLst>
        </pc:graphicFrameChg>
      </pc:sldChg>
      <pc:sldChg chg="addSp delSp modSp mod">
        <pc:chgData name="Zheng Fei" userId="d19317889db4c986" providerId="LiveId" clId="{AD59A651-0F9D-C346-8F0E-495CA4369926}" dt="2022-12-12T03:05:02.463" v="647" actId="21"/>
        <pc:sldMkLst>
          <pc:docMk/>
          <pc:sldMk cId="0" sldId="271"/>
        </pc:sldMkLst>
        <pc:spChg chg="add mod">
          <ac:chgData name="Zheng Fei" userId="d19317889db4c986" providerId="LiveId" clId="{AD59A651-0F9D-C346-8F0E-495CA4369926}" dt="2022-12-12T02:23:25.418" v="154" actId="14100"/>
          <ac:spMkLst>
            <pc:docMk/>
            <pc:sldMk cId="0" sldId="271"/>
            <ac:spMk id="4" creationId="{D6CDF320-A986-3DF9-E0A0-A17DB1B7C690}"/>
          </ac:spMkLst>
        </pc:spChg>
        <pc:spChg chg="add del mod">
          <ac:chgData name="Zheng Fei" userId="d19317889db4c986" providerId="LiveId" clId="{AD59A651-0F9D-C346-8F0E-495CA4369926}" dt="2022-12-12T03:05:02.463" v="647" actId="21"/>
          <ac:spMkLst>
            <pc:docMk/>
            <pc:sldMk cId="0" sldId="271"/>
            <ac:spMk id="5" creationId="{D4F859CB-1074-C2F6-44C9-81C8941B02DB}"/>
          </ac:spMkLst>
        </pc:spChg>
        <pc:spChg chg="add del mod">
          <ac:chgData name="Zheng Fei" userId="d19317889db4c986" providerId="LiveId" clId="{AD59A651-0F9D-C346-8F0E-495CA4369926}" dt="2022-12-12T03:05:02.463" v="647" actId="21"/>
          <ac:spMkLst>
            <pc:docMk/>
            <pc:sldMk cId="0" sldId="271"/>
            <ac:spMk id="6" creationId="{8114DE68-15DD-BFDC-51E3-ADD3E0261128}"/>
          </ac:spMkLst>
        </pc:spChg>
        <pc:spChg chg="mod">
          <ac:chgData name="Zheng Fei" userId="d19317889db4c986" providerId="LiveId" clId="{AD59A651-0F9D-C346-8F0E-495CA4369926}" dt="2022-12-12T02:59:48.949" v="565"/>
          <ac:spMkLst>
            <pc:docMk/>
            <pc:sldMk cId="0" sldId="271"/>
            <ac:spMk id="76802" creationId="{35AA839A-4903-434F-A395-440FD0BBE052}"/>
          </ac:spMkLst>
        </pc:spChg>
        <pc:spChg chg="mod">
          <ac:chgData name="Zheng Fei" userId="d19317889db4c986" providerId="LiveId" clId="{AD59A651-0F9D-C346-8F0E-495CA4369926}" dt="2022-12-12T02:59:52.032" v="566"/>
          <ac:spMkLst>
            <pc:docMk/>
            <pc:sldMk cId="0" sldId="271"/>
            <ac:spMk id="76804" creationId="{496C2B27-A7E8-6342-A94E-02DEEE820528}"/>
          </ac:spMkLst>
        </pc:spChg>
        <pc:spChg chg="del">
          <ac:chgData name="Zheng Fei" userId="d19317889db4c986" providerId="LiveId" clId="{AD59A651-0F9D-C346-8F0E-495CA4369926}" dt="2022-12-12T02:59:22.494" v="557" actId="478"/>
          <ac:spMkLst>
            <pc:docMk/>
            <pc:sldMk cId="0" sldId="271"/>
            <ac:spMk id="76805" creationId="{C72455D1-5CD0-DD4C-9B3F-434C77249EC2}"/>
          </ac:spMkLst>
        </pc:spChg>
        <pc:spChg chg="mod">
          <ac:chgData name="Zheng Fei" userId="d19317889db4c986" providerId="LiveId" clId="{AD59A651-0F9D-C346-8F0E-495CA4369926}" dt="2022-12-12T03:00:29.280" v="581" actId="1038"/>
          <ac:spMkLst>
            <pc:docMk/>
            <pc:sldMk cId="0" sldId="271"/>
            <ac:spMk id="76806" creationId="{4A9E32B8-2B8B-8D45-8A39-B9D14AB762A2}"/>
          </ac:spMkLst>
        </pc:spChg>
        <pc:spChg chg="del">
          <ac:chgData name="Zheng Fei" userId="d19317889db4c986" providerId="LiveId" clId="{AD59A651-0F9D-C346-8F0E-495CA4369926}" dt="2022-12-12T02:59:21.031" v="556" actId="478"/>
          <ac:spMkLst>
            <pc:docMk/>
            <pc:sldMk cId="0" sldId="271"/>
            <ac:spMk id="76808" creationId="{0ACD0AAC-9124-7845-8EEA-43D53750617B}"/>
          </ac:spMkLst>
        </pc:spChg>
        <pc:spChg chg="mod">
          <ac:chgData name="Zheng Fei" userId="d19317889db4c986" providerId="LiveId" clId="{AD59A651-0F9D-C346-8F0E-495CA4369926}" dt="2022-12-12T03:00:20.885" v="576" actId="207"/>
          <ac:spMkLst>
            <pc:docMk/>
            <pc:sldMk cId="0" sldId="271"/>
            <ac:spMk id="76810" creationId="{072CE250-40A2-E24D-ABEB-AFB529E7C2F5}"/>
          </ac:spMkLst>
        </pc:spChg>
        <pc:graphicFrameChg chg="mod">
          <ac:chgData name="Zheng Fei" userId="d19317889db4c986" providerId="LiveId" clId="{AD59A651-0F9D-C346-8F0E-495CA4369926}" dt="2022-12-12T03:00:05.795" v="572" actId="14100"/>
          <ac:graphicFrameMkLst>
            <pc:docMk/>
            <pc:sldMk cId="0" sldId="271"/>
            <ac:graphicFrameMk id="76803" creationId="{540EA1A7-179B-0647-9E95-D9C97BBE7C2A}"/>
          </ac:graphicFrameMkLst>
        </pc:graphicFrameChg>
        <pc:graphicFrameChg chg="mod">
          <ac:chgData name="Zheng Fei" userId="d19317889db4c986" providerId="LiveId" clId="{AD59A651-0F9D-C346-8F0E-495CA4369926}" dt="2022-12-12T03:00:15.911" v="574" actId="1076"/>
          <ac:graphicFrameMkLst>
            <pc:docMk/>
            <pc:sldMk cId="0" sldId="271"/>
            <ac:graphicFrameMk id="76807" creationId="{B2267A17-2E5B-BB4D-B30B-FB3962449B0B}"/>
          </ac:graphicFrameMkLst>
        </pc:graphicFrameChg>
      </pc:sldChg>
      <pc:sldChg chg="modSp mod">
        <pc:chgData name="Zheng Fei" userId="d19317889db4c986" providerId="LiveId" clId="{AD59A651-0F9D-C346-8F0E-495CA4369926}" dt="2022-12-12T03:02:28.224" v="611" actId="113"/>
        <pc:sldMkLst>
          <pc:docMk/>
          <pc:sldMk cId="0" sldId="272"/>
        </pc:sldMkLst>
        <pc:spChg chg="mod">
          <ac:chgData name="Zheng Fei" userId="d19317889db4c986" providerId="LiveId" clId="{AD59A651-0F9D-C346-8F0E-495CA4369926}" dt="2022-12-12T03:02:28.224" v="611" actId="113"/>
          <ac:spMkLst>
            <pc:docMk/>
            <pc:sldMk cId="0" sldId="272"/>
            <ac:spMk id="19" creationId="{67C6A4E8-C978-43D3-9C8D-71937334982E}"/>
          </ac:spMkLst>
        </pc:spChg>
        <pc:spChg chg="mod">
          <ac:chgData name="Zheng Fei" userId="d19317889db4c986" providerId="LiveId" clId="{AD59A651-0F9D-C346-8F0E-495CA4369926}" dt="2022-12-12T03:02:26.515" v="610" actId="113"/>
          <ac:spMkLst>
            <pc:docMk/>
            <pc:sldMk cId="0" sldId="272"/>
            <ac:spMk id="21" creationId="{E34144A7-C251-488E-88FF-0882ED4B71A2}"/>
          </ac:spMkLst>
        </pc:spChg>
        <pc:spChg chg="mod">
          <ac:chgData name="Zheng Fei" userId="d19317889db4c986" providerId="LiveId" clId="{AD59A651-0F9D-C346-8F0E-495CA4369926}" dt="2022-12-12T03:01:53.010" v="602" actId="207"/>
          <ac:spMkLst>
            <pc:docMk/>
            <pc:sldMk cId="0" sldId="272"/>
            <ac:spMk id="26" creationId="{D7C34D52-6C0A-44FC-8051-46EE834F92B2}"/>
          </ac:spMkLst>
        </pc:spChg>
        <pc:spChg chg="mod">
          <ac:chgData name="Zheng Fei" userId="d19317889db4c986" providerId="LiveId" clId="{AD59A651-0F9D-C346-8F0E-495CA4369926}" dt="2022-12-12T03:01:53.010" v="602" actId="207"/>
          <ac:spMkLst>
            <pc:docMk/>
            <pc:sldMk cId="0" sldId="272"/>
            <ac:spMk id="27" creationId="{FF2D70BC-828C-4C8F-A2D1-A6CBF33B5172}"/>
          </ac:spMkLst>
        </pc:spChg>
        <pc:spChg chg="mod">
          <ac:chgData name="Zheng Fei" userId="d19317889db4c986" providerId="LiveId" clId="{AD59A651-0F9D-C346-8F0E-495CA4369926}" dt="2022-12-12T03:02:26.515" v="610" actId="113"/>
          <ac:spMkLst>
            <pc:docMk/>
            <pc:sldMk cId="0" sldId="272"/>
            <ac:spMk id="29" creationId="{FE0FF9F8-9211-4107-B097-59F40ED00C82}"/>
          </ac:spMkLst>
        </pc:spChg>
        <pc:spChg chg="mod">
          <ac:chgData name="Zheng Fei" userId="d19317889db4c986" providerId="LiveId" clId="{AD59A651-0F9D-C346-8F0E-495CA4369926}" dt="2022-12-12T03:02:22.085" v="609" actId="113"/>
          <ac:spMkLst>
            <pc:docMk/>
            <pc:sldMk cId="0" sldId="272"/>
            <ac:spMk id="30" creationId="{8D4350C0-AA6B-4AC6-92E1-85BAC1C9D3CE}"/>
          </ac:spMkLst>
        </pc:spChg>
        <pc:spChg chg="mod">
          <ac:chgData name="Zheng Fei" userId="d19317889db4c986" providerId="LiveId" clId="{AD59A651-0F9D-C346-8F0E-495CA4369926}" dt="2022-12-12T03:02:22.085" v="609" actId="113"/>
          <ac:spMkLst>
            <pc:docMk/>
            <pc:sldMk cId="0" sldId="272"/>
            <ac:spMk id="31" creationId="{9C1A3B5A-9AD1-4AAE-AEE4-71655C7C1BE2}"/>
          </ac:spMkLst>
        </pc:spChg>
        <pc:spChg chg="mod">
          <ac:chgData name="Zheng Fei" userId="d19317889db4c986" providerId="LiveId" clId="{AD59A651-0F9D-C346-8F0E-495CA4369926}" dt="2022-12-12T03:02:22.085" v="609" actId="113"/>
          <ac:spMkLst>
            <pc:docMk/>
            <pc:sldMk cId="0" sldId="272"/>
            <ac:spMk id="33" creationId="{38C33361-3A0C-4F79-9BFD-53AC6EB16AF8}"/>
          </ac:spMkLst>
        </pc:spChg>
        <pc:spChg chg="mod">
          <ac:chgData name="Zheng Fei" userId="d19317889db4c986" providerId="LiveId" clId="{AD59A651-0F9D-C346-8F0E-495CA4369926}" dt="2022-12-12T03:01:53.010" v="602" actId="207"/>
          <ac:spMkLst>
            <pc:docMk/>
            <pc:sldMk cId="0" sldId="272"/>
            <ac:spMk id="77827" creationId="{23EF1E68-B7EB-094F-9E79-60A46F6B7F25}"/>
          </ac:spMkLst>
        </pc:spChg>
        <pc:grpChg chg="mod">
          <ac:chgData name="Zheng Fei" userId="d19317889db4c986" providerId="LiveId" clId="{AD59A651-0F9D-C346-8F0E-495CA4369926}" dt="2022-12-12T03:01:23.396" v="592" actId="113"/>
          <ac:grpSpMkLst>
            <pc:docMk/>
            <pc:sldMk cId="0" sldId="272"/>
            <ac:grpSpMk id="77828" creationId="{E7114027-76C6-FF43-840A-0F08B7FAE252}"/>
          </ac:grpSpMkLst>
        </pc:grpChg>
      </pc:sldChg>
      <pc:sldChg chg="addSp delSp modSp mod">
        <pc:chgData name="Zheng Fei" userId="d19317889db4c986" providerId="LiveId" clId="{AD59A651-0F9D-C346-8F0E-495CA4369926}" dt="2022-12-12T03:05:56.677" v="661" actId="1076"/>
        <pc:sldMkLst>
          <pc:docMk/>
          <pc:sldMk cId="0" sldId="273"/>
        </pc:sldMkLst>
        <pc:spChg chg="add del mod">
          <ac:chgData name="Zheng Fei" userId="d19317889db4c986" providerId="LiveId" clId="{AD59A651-0F9D-C346-8F0E-495CA4369926}" dt="2022-12-12T02:23:42.479" v="157" actId="21"/>
          <ac:spMkLst>
            <pc:docMk/>
            <pc:sldMk cId="0" sldId="273"/>
            <ac:spMk id="4" creationId="{42D9E343-8BC9-A58B-027F-F0A4F62BDBB7}"/>
          </ac:spMkLst>
        </pc:spChg>
        <pc:spChg chg="add mod">
          <ac:chgData name="Zheng Fei" userId="d19317889db4c986" providerId="LiveId" clId="{AD59A651-0F9D-C346-8F0E-495CA4369926}" dt="2022-12-12T03:04:52.179" v="642" actId="14100"/>
          <ac:spMkLst>
            <pc:docMk/>
            <pc:sldMk cId="0" sldId="273"/>
            <ac:spMk id="4" creationId="{BE1F74ED-3354-6F9E-BAB0-84224C88908F}"/>
          </ac:spMkLst>
        </pc:spChg>
        <pc:spChg chg="add mod">
          <ac:chgData name="Zheng Fei" userId="d19317889db4c986" providerId="LiveId" clId="{AD59A651-0F9D-C346-8F0E-495CA4369926}" dt="2022-12-12T03:05:29.206" v="656" actId="113"/>
          <ac:spMkLst>
            <pc:docMk/>
            <pc:sldMk cId="0" sldId="273"/>
            <ac:spMk id="5" creationId="{AF343694-F9D6-C6A8-EE4A-CF6FFC849D47}"/>
          </ac:spMkLst>
        </pc:spChg>
        <pc:spChg chg="add mod">
          <ac:chgData name="Zheng Fei" userId="d19317889db4c986" providerId="LiveId" clId="{AD59A651-0F9D-C346-8F0E-495CA4369926}" dt="2022-12-12T03:05:16.562" v="652" actId="1036"/>
          <ac:spMkLst>
            <pc:docMk/>
            <pc:sldMk cId="0" sldId="273"/>
            <ac:spMk id="6" creationId="{DCFD0431-A5B4-60D7-7947-53F6055FA6CA}"/>
          </ac:spMkLst>
        </pc:spChg>
        <pc:spChg chg="del mod">
          <ac:chgData name="Zheng Fei" userId="d19317889db4c986" providerId="LiveId" clId="{AD59A651-0F9D-C346-8F0E-495CA4369926}" dt="2022-12-12T03:04:56.658" v="645" actId="478"/>
          <ac:spMkLst>
            <pc:docMk/>
            <pc:sldMk cId="0" sldId="273"/>
            <ac:spMk id="78850" creationId="{358F940D-A7B4-7547-A6BD-C623F183904D}"/>
          </ac:spMkLst>
        </pc:spChg>
        <pc:spChg chg="mod">
          <ac:chgData name="Zheng Fei" userId="d19317889db4c986" providerId="LiveId" clId="{AD59A651-0F9D-C346-8F0E-495CA4369926}" dt="2022-12-12T03:05:24.865" v="655" actId="113"/>
          <ac:spMkLst>
            <pc:docMk/>
            <pc:sldMk cId="0" sldId="273"/>
            <ac:spMk id="78851" creationId="{8414855A-6975-274B-9151-ED58E949B011}"/>
          </ac:spMkLst>
        </pc:spChg>
        <pc:spChg chg="mod">
          <ac:chgData name="Zheng Fei" userId="d19317889db4c986" providerId="LiveId" clId="{AD59A651-0F9D-C346-8F0E-495CA4369926}" dt="2022-12-12T03:05:45.146" v="658" actId="113"/>
          <ac:spMkLst>
            <pc:docMk/>
            <pc:sldMk cId="0" sldId="273"/>
            <ac:spMk id="78853" creationId="{FE04D1F6-4063-074E-B3DB-ACE8EC0FFA27}"/>
          </ac:spMkLst>
        </pc:spChg>
        <pc:spChg chg="mod">
          <ac:chgData name="Zheng Fei" userId="d19317889db4c986" providerId="LiveId" clId="{AD59A651-0F9D-C346-8F0E-495CA4369926}" dt="2022-12-12T03:05:54.828" v="660" actId="1076"/>
          <ac:spMkLst>
            <pc:docMk/>
            <pc:sldMk cId="0" sldId="273"/>
            <ac:spMk id="78854" creationId="{2E18163F-4827-3A44-9DA4-923079214206}"/>
          </ac:spMkLst>
        </pc:spChg>
        <pc:spChg chg="mod">
          <ac:chgData name="Zheng Fei" userId="d19317889db4c986" providerId="LiveId" clId="{AD59A651-0F9D-C346-8F0E-495CA4369926}" dt="2022-12-12T03:05:56.677" v="661" actId="1076"/>
          <ac:spMkLst>
            <pc:docMk/>
            <pc:sldMk cId="0" sldId="273"/>
            <ac:spMk id="78855" creationId="{9BB7678E-934F-0D42-8E43-7013276676D8}"/>
          </ac:spMkLst>
        </pc:spChg>
        <pc:spChg chg="mod">
          <ac:chgData name="Zheng Fei" userId="d19317889db4c986" providerId="LiveId" clId="{AD59A651-0F9D-C346-8F0E-495CA4369926}" dt="2022-12-12T03:05:50.398" v="659"/>
          <ac:spMkLst>
            <pc:docMk/>
            <pc:sldMk cId="0" sldId="273"/>
            <ac:spMk id="78856" creationId="{4870B4DB-D74A-0B43-BB63-C326E5DB8A08}"/>
          </ac:spMkLst>
        </pc:spChg>
        <pc:graphicFrameChg chg="mod">
          <ac:chgData name="Zheng Fei" userId="d19317889db4c986" providerId="LiveId" clId="{AD59A651-0F9D-C346-8F0E-495CA4369926}" dt="2022-12-12T03:05:39.048" v="657" actId="207"/>
          <ac:graphicFrameMkLst>
            <pc:docMk/>
            <pc:sldMk cId="0" sldId="273"/>
            <ac:graphicFrameMk id="78852" creationId="{1E08C23B-5AAF-A544-A56B-121944B63C8A}"/>
          </ac:graphicFrameMkLst>
        </pc:graphicFrameChg>
      </pc:sldChg>
      <pc:sldChg chg="modSp mod">
        <pc:chgData name="Zheng Fei" userId="d19317889db4c986" providerId="LiveId" clId="{AD59A651-0F9D-C346-8F0E-495CA4369926}" dt="2022-12-12T03:18:32.041" v="872" actId="20577"/>
        <pc:sldMkLst>
          <pc:docMk/>
          <pc:sldMk cId="0" sldId="274"/>
        </pc:sldMkLst>
        <pc:spChg chg="mod">
          <ac:chgData name="Zheng Fei" userId="d19317889db4c986" providerId="LiveId" clId="{AD59A651-0F9D-C346-8F0E-495CA4369926}" dt="2022-12-12T03:18:21.242" v="870" actId="255"/>
          <ac:spMkLst>
            <pc:docMk/>
            <pc:sldMk cId="0" sldId="274"/>
            <ac:spMk id="79874" creationId="{4CD78EE7-27D8-434C-B429-F3C60B888089}"/>
          </ac:spMkLst>
        </pc:spChg>
        <pc:spChg chg="mod">
          <ac:chgData name="Zheng Fei" userId="d19317889db4c986" providerId="LiveId" clId="{AD59A651-0F9D-C346-8F0E-495CA4369926}" dt="2022-12-12T03:18:32.041" v="872" actId="20577"/>
          <ac:spMkLst>
            <pc:docMk/>
            <pc:sldMk cId="0" sldId="274"/>
            <ac:spMk id="79875" creationId="{2D082724-8D13-E943-8257-DCA0AEE15CEB}"/>
          </ac:spMkLst>
        </pc:spChg>
        <pc:spChg chg="mod">
          <ac:chgData name="Zheng Fei" userId="d19317889db4c986" providerId="LiveId" clId="{AD59A651-0F9D-C346-8F0E-495CA4369926}" dt="2022-12-12T03:18:21.242" v="870" actId="255"/>
          <ac:spMkLst>
            <pc:docMk/>
            <pc:sldMk cId="0" sldId="274"/>
            <ac:spMk id="79876" creationId="{C02D94A9-412F-5648-818D-F623580610B8}"/>
          </ac:spMkLst>
        </pc:spChg>
        <pc:spChg chg="mod">
          <ac:chgData name="Zheng Fei" userId="d19317889db4c986" providerId="LiveId" clId="{AD59A651-0F9D-C346-8F0E-495CA4369926}" dt="2022-12-12T03:18:21.242" v="870" actId="255"/>
          <ac:spMkLst>
            <pc:docMk/>
            <pc:sldMk cId="0" sldId="274"/>
            <ac:spMk id="79879" creationId="{315A4930-9E54-DF4C-968C-BA0CACC2F14D}"/>
          </ac:spMkLst>
        </pc:spChg>
        <pc:spChg chg="mod">
          <ac:chgData name="Zheng Fei" userId="d19317889db4c986" providerId="LiveId" clId="{AD59A651-0F9D-C346-8F0E-495CA4369926}" dt="2022-12-12T03:18:21.242" v="870" actId="255"/>
          <ac:spMkLst>
            <pc:docMk/>
            <pc:sldMk cId="0" sldId="274"/>
            <ac:spMk id="79880" creationId="{B8FF073E-B934-404D-A7F2-D45D17F7F794}"/>
          </ac:spMkLst>
        </pc:spChg>
      </pc:sldChg>
      <pc:sldChg chg="addSp modSp mod">
        <pc:chgData name="Zheng Fei" userId="d19317889db4c986" providerId="LiveId" clId="{AD59A651-0F9D-C346-8F0E-495CA4369926}" dt="2022-12-12T03:36:52.140" v="1304" actId="1036"/>
        <pc:sldMkLst>
          <pc:docMk/>
          <pc:sldMk cId="0" sldId="275"/>
        </pc:sldMkLst>
        <pc:spChg chg="add mod">
          <ac:chgData name="Zheng Fei" userId="d19317889db4c986" providerId="LiveId" clId="{AD59A651-0F9D-C346-8F0E-495CA4369926}" dt="2022-12-12T03:34:53.595" v="1238" actId="14100"/>
          <ac:spMkLst>
            <pc:docMk/>
            <pc:sldMk cId="0" sldId="275"/>
            <ac:spMk id="4" creationId="{986C600D-E8F1-3A3F-AEB1-4F11827E30DB}"/>
          </ac:spMkLst>
        </pc:spChg>
        <pc:spChg chg="mod">
          <ac:chgData name="Zheng Fei" userId="d19317889db4c986" providerId="LiveId" clId="{AD59A651-0F9D-C346-8F0E-495CA4369926}" dt="2022-12-12T03:34:58.751" v="1239" actId="20577"/>
          <ac:spMkLst>
            <pc:docMk/>
            <pc:sldMk cId="0" sldId="275"/>
            <ac:spMk id="80898" creationId="{C579A1EC-980A-0E41-A769-B54A15A03B11}"/>
          </ac:spMkLst>
        </pc:spChg>
        <pc:spChg chg="mod">
          <ac:chgData name="Zheng Fei" userId="d19317889db4c986" providerId="LiveId" clId="{AD59A651-0F9D-C346-8F0E-495CA4369926}" dt="2022-12-12T03:34:43.998" v="1229" actId="1036"/>
          <ac:spMkLst>
            <pc:docMk/>
            <pc:sldMk cId="0" sldId="275"/>
            <ac:spMk id="80899" creationId="{36B9DE4B-269B-F140-8B44-FEBC29695EDE}"/>
          </ac:spMkLst>
        </pc:spChg>
        <pc:spChg chg="mod">
          <ac:chgData name="Zheng Fei" userId="d19317889db4c986" providerId="LiveId" clId="{AD59A651-0F9D-C346-8F0E-495CA4369926}" dt="2022-12-12T03:36:43.462" v="1300" actId="1036"/>
          <ac:spMkLst>
            <pc:docMk/>
            <pc:sldMk cId="0" sldId="275"/>
            <ac:spMk id="80900" creationId="{38E811FB-0406-7D49-9C91-F4F3C2FC17D6}"/>
          </ac:spMkLst>
        </pc:spChg>
        <pc:spChg chg="mod">
          <ac:chgData name="Zheng Fei" userId="d19317889db4c986" providerId="LiveId" clId="{AD59A651-0F9D-C346-8F0E-495CA4369926}" dt="2022-12-12T03:36:39.210" v="1297" actId="1076"/>
          <ac:spMkLst>
            <pc:docMk/>
            <pc:sldMk cId="0" sldId="275"/>
            <ac:spMk id="80901" creationId="{E98DE00E-9CBC-6548-962E-27F829BFD466}"/>
          </ac:spMkLst>
        </pc:spChg>
        <pc:spChg chg="mod">
          <ac:chgData name="Zheng Fei" userId="d19317889db4c986" providerId="LiveId" clId="{AD59A651-0F9D-C346-8F0E-495CA4369926}" dt="2022-12-12T03:36:52.140" v="1304" actId="1036"/>
          <ac:spMkLst>
            <pc:docMk/>
            <pc:sldMk cId="0" sldId="275"/>
            <ac:spMk id="80903" creationId="{3D55130C-028C-9A43-BB89-F36A4F40BB23}"/>
          </ac:spMkLst>
        </pc:spChg>
        <pc:spChg chg="mod">
          <ac:chgData name="Zheng Fei" userId="d19317889db4c986" providerId="LiveId" clId="{AD59A651-0F9D-C346-8F0E-495CA4369926}" dt="2022-12-12T03:36:50.591" v="1303" actId="1036"/>
          <ac:spMkLst>
            <pc:docMk/>
            <pc:sldMk cId="0" sldId="275"/>
            <ac:spMk id="80904" creationId="{F3E00451-788C-A340-A0BA-BFDDAA592F72}"/>
          </ac:spMkLst>
        </pc:spChg>
        <pc:spChg chg="mod">
          <ac:chgData name="Zheng Fei" userId="d19317889db4c986" providerId="LiveId" clId="{AD59A651-0F9D-C346-8F0E-495CA4369926}" dt="2022-12-12T03:34:40.196" v="1224" actId="1036"/>
          <ac:spMkLst>
            <pc:docMk/>
            <pc:sldMk cId="0" sldId="275"/>
            <ac:spMk id="80905" creationId="{F3210EC3-4BD7-4242-9AE8-ED890FA8C042}"/>
          </ac:spMkLst>
        </pc:spChg>
        <pc:spChg chg="mod">
          <ac:chgData name="Zheng Fei" userId="d19317889db4c986" providerId="LiveId" clId="{AD59A651-0F9D-C346-8F0E-495CA4369926}" dt="2022-12-12T03:34:46.103" v="1235" actId="1036"/>
          <ac:spMkLst>
            <pc:docMk/>
            <pc:sldMk cId="0" sldId="275"/>
            <ac:spMk id="80906" creationId="{ECB2200D-294A-0347-AF5E-3AA6DB29FA29}"/>
          </ac:spMkLst>
        </pc:spChg>
        <pc:graphicFrameChg chg="mod">
          <ac:chgData name="Zheng Fei" userId="d19317889db4c986" providerId="LiveId" clId="{AD59A651-0F9D-C346-8F0E-495CA4369926}" dt="2022-12-12T03:36:35.509" v="1296" actId="1076"/>
          <ac:graphicFrameMkLst>
            <pc:docMk/>
            <pc:sldMk cId="0" sldId="275"/>
            <ac:graphicFrameMk id="80902" creationId="{AC25DBBB-5585-574A-B8A0-42E07BBBF58B}"/>
          </ac:graphicFrameMkLst>
        </pc:graphicFrameChg>
      </pc:sldChg>
      <pc:sldChg chg="addSp modSp mod">
        <pc:chgData name="Zheng Fei" userId="d19317889db4c986" providerId="LiveId" clId="{AD59A651-0F9D-C346-8F0E-495CA4369926}" dt="2022-12-12T03:34:24.242" v="1214" actId="1076"/>
        <pc:sldMkLst>
          <pc:docMk/>
          <pc:sldMk cId="0" sldId="276"/>
        </pc:sldMkLst>
        <pc:spChg chg="add mod">
          <ac:chgData name="Zheng Fei" userId="d19317889db4c986" providerId="LiveId" clId="{AD59A651-0F9D-C346-8F0E-495CA4369926}" dt="2022-12-12T02:24:22.385" v="171" actId="14100"/>
          <ac:spMkLst>
            <pc:docMk/>
            <pc:sldMk cId="0" sldId="276"/>
            <ac:spMk id="4" creationId="{9F84EE9A-6EA4-16AA-C399-74B37424C712}"/>
          </ac:spMkLst>
        </pc:spChg>
        <pc:spChg chg="mod">
          <ac:chgData name="Zheng Fei" userId="d19317889db4c986" providerId="LiveId" clId="{AD59A651-0F9D-C346-8F0E-495CA4369926}" dt="2022-12-12T03:34:12.613" v="1210" actId="113"/>
          <ac:spMkLst>
            <pc:docMk/>
            <pc:sldMk cId="0" sldId="276"/>
            <ac:spMk id="81922" creationId="{14E0717B-6270-FB40-A783-B7657E66B286}"/>
          </ac:spMkLst>
        </pc:spChg>
        <pc:spChg chg="mod">
          <ac:chgData name="Zheng Fei" userId="d19317889db4c986" providerId="LiveId" clId="{AD59A651-0F9D-C346-8F0E-495CA4369926}" dt="2022-12-12T03:34:18.710" v="1213" actId="1035"/>
          <ac:spMkLst>
            <pc:docMk/>
            <pc:sldMk cId="0" sldId="276"/>
            <ac:spMk id="81923" creationId="{4334270D-D323-4D49-B6FC-9F2BF337973D}"/>
          </ac:spMkLst>
        </pc:spChg>
        <pc:spChg chg="mod">
          <ac:chgData name="Zheng Fei" userId="d19317889db4c986" providerId="LiveId" clId="{AD59A651-0F9D-C346-8F0E-495CA4369926}" dt="2022-12-12T03:34:12.613" v="1210" actId="113"/>
          <ac:spMkLst>
            <pc:docMk/>
            <pc:sldMk cId="0" sldId="276"/>
            <ac:spMk id="81924" creationId="{E5577144-0701-3949-9EC3-5C91E9F2E43C}"/>
          </ac:spMkLst>
        </pc:spChg>
        <pc:spChg chg="mod">
          <ac:chgData name="Zheng Fei" userId="d19317889db4c986" providerId="LiveId" clId="{AD59A651-0F9D-C346-8F0E-495CA4369926}" dt="2022-12-12T03:34:24.242" v="1214" actId="1076"/>
          <ac:spMkLst>
            <pc:docMk/>
            <pc:sldMk cId="0" sldId="276"/>
            <ac:spMk id="81925" creationId="{D2E142CE-A926-1A42-AB7A-01763CC6BEE7}"/>
          </ac:spMkLst>
        </pc:spChg>
        <pc:spChg chg="mod">
          <ac:chgData name="Zheng Fei" userId="d19317889db4c986" providerId="LiveId" clId="{AD59A651-0F9D-C346-8F0E-495CA4369926}" dt="2022-12-12T03:34:09.262" v="1209" actId="113"/>
          <ac:spMkLst>
            <pc:docMk/>
            <pc:sldMk cId="0" sldId="276"/>
            <ac:spMk id="81926" creationId="{7AAF924E-BD38-324E-BC14-2B7EFE9E0699}"/>
          </ac:spMkLst>
        </pc:spChg>
        <pc:spChg chg="mod">
          <ac:chgData name="Zheng Fei" userId="d19317889db4c986" providerId="LiveId" clId="{AD59A651-0F9D-C346-8F0E-495CA4369926}" dt="2022-12-12T03:34:09.262" v="1209" actId="113"/>
          <ac:spMkLst>
            <pc:docMk/>
            <pc:sldMk cId="0" sldId="276"/>
            <ac:spMk id="81927" creationId="{76740E9C-6639-414B-B508-8F590AC33B20}"/>
          </ac:spMkLst>
        </pc:spChg>
        <pc:spChg chg="mod">
          <ac:chgData name="Zheng Fei" userId="d19317889db4c986" providerId="LiveId" clId="{AD59A651-0F9D-C346-8F0E-495CA4369926}" dt="2022-12-12T03:34:09.262" v="1209" actId="113"/>
          <ac:spMkLst>
            <pc:docMk/>
            <pc:sldMk cId="0" sldId="276"/>
            <ac:spMk id="81928" creationId="{A1E1ADA1-3820-B243-BCC5-DFF9CAB4449A}"/>
          </ac:spMkLst>
        </pc:spChg>
        <pc:spChg chg="mod">
          <ac:chgData name="Zheng Fei" userId="d19317889db4c986" providerId="LiveId" clId="{AD59A651-0F9D-C346-8F0E-495CA4369926}" dt="2022-12-12T03:34:09.262" v="1209" actId="113"/>
          <ac:spMkLst>
            <pc:docMk/>
            <pc:sldMk cId="0" sldId="276"/>
            <ac:spMk id="81930" creationId="{61F031D6-5874-4E41-8BC5-38FDE4EE4F29}"/>
          </ac:spMkLst>
        </pc:spChg>
        <pc:graphicFrameChg chg="mod">
          <ac:chgData name="Zheng Fei" userId="d19317889db4c986" providerId="LiveId" clId="{AD59A651-0F9D-C346-8F0E-495CA4369926}" dt="2022-12-12T03:34:09.262" v="1209" actId="113"/>
          <ac:graphicFrameMkLst>
            <pc:docMk/>
            <pc:sldMk cId="0" sldId="276"/>
            <ac:graphicFrameMk id="81929" creationId="{9E837817-2420-2F4A-B2F1-662A7BD66218}"/>
          </ac:graphicFrameMkLst>
        </pc:graphicFrameChg>
      </pc:sldChg>
      <pc:sldChg chg="modSp mod">
        <pc:chgData name="Zheng Fei" userId="d19317889db4c986" providerId="LiveId" clId="{AD59A651-0F9D-C346-8F0E-495CA4369926}" dt="2022-12-12T03:39:41.515" v="1351"/>
        <pc:sldMkLst>
          <pc:docMk/>
          <pc:sldMk cId="0" sldId="279"/>
        </pc:sldMkLst>
        <pc:spChg chg="mod">
          <ac:chgData name="Zheng Fei" userId="d19317889db4c986" providerId="LiveId" clId="{AD59A651-0F9D-C346-8F0E-495CA4369926}" dt="2022-12-12T03:39:22.576" v="1347"/>
          <ac:spMkLst>
            <pc:docMk/>
            <pc:sldMk cId="0" sldId="279"/>
            <ac:spMk id="84995" creationId="{CA672615-A46E-1C47-B27C-4162311608AF}"/>
          </ac:spMkLst>
        </pc:spChg>
        <pc:spChg chg="mod">
          <ac:chgData name="Zheng Fei" userId="d19317889db4c986" providerId="LiveId" clId="{AD59A651-0F9D-C346-8F0E-495CA4369926}" dt="2022-12-12T03:39:28.232" v="1348" actId="207"/>
          <ac:spMkLst>
            <pc:docMk/>
            <pc:sldMk cId="0" sldId="279"/>
            <ac:spMk id="84996" creationId="{26B80663-D7AE-BE41-A966-A40F4F6C7748}"/>
          </ac:spMkLst>
        </pc:spChg>
        <pc:spChg chg="mod">
          <ac:chgData name="Zheng Fei" userId="d19317889db4c986" providerId="LiveId" clId="{AD59A651-0F9D-C346-8F0E-495CA4369926}" dt="2022-12-12T03:39:41.515" v="1351"/>
          <ac:spMkLst>
            <pc:docMk/>
            <pc:sldMk cId="0" sldId="279"/>
            <ac:spMk id="84997" creationId="{1D02C3B9-4F75-BB47-90B1-0D98D975CB5C}"/>
          </ac:spMkLst>
        </pc:spChg>
        <pc:spChg chg="mod">
          <ac:chgData name="Zheng Fei" userId="d19317889db4c986" providerId="LiveId" clId="{AD59A651-0F9D-C346-8F0E-495CA4369926}" dt="2022-12-12T03:39:34.646" v="1350"/>
          <ac:spMkLst>
            <pc:docMk/>
            <pc:sldMk cId="0" sldId="279"/>
            <ac:spMk id="84998" creationId="{B1206129-FFA4-0545-8D76-B90CF6EAE099}"/>
          </ac:spMkLst>
        </pc:spChg>
      </pc:sldChg>
      <pc:sldChg chg="modSp mod">
        <pc:chgData name="Zheng Fei" userId="d19317889db4c986" providerId="LiveId" clId="{AD59A651-0F9D-C346-8F0E-495CA4369926}" dt="2022-12-12T03:41:41.928" v="1372" actId="1036"/>
        <pc:sldMkLst>
          <pc:docMk/>
          <pc:sldMk cId="0" sldId="280"/>
        </pc:sldMkLst>
        <pc:spChg chg="mod">
          <ac:chgData name="Zheng Fei" userId="d19317889db4c986" providerId="LiveId" clId="{AD59A651-0F9D-C346-8F0E-495CA4369926}" dt="2022-12-12T03:41:41.928" v="1372" actId="1036"/>
          <ac:spMkLst>
            <pc:docMk/>
            <pc:sldMk cId="0" sldId="280"/>
            <ac:spMk id="86018" creationId="{80912C78-C162-F44B-8ECB-FEC44D742F21}"/>
          </ac:spMkLst>
        </pc:spChg>
        <pc:spChg chg="mod">
          <ac:chgData name="Zheng Fei" userId="d19317889db4c986" providerId="LiveId" clId="{AD59A651-0F9D-C346-8F0E-495CA4369926}" dt="2022-12-12T03:41:41.928" v="1372" actId="1036"/>
          <ac:spMkLst>
            <pc:docMk/>
            <pc:sldMk cId="0" sldId="280"/>
            <ac:spMk id="86020" creationId="{C1876894-9129-1B41-9B40-06F8D540FD00}"/>
          </ac:spMkLst>
        </pc:spChg>
        <pc:spChg chg="mod">
          <ac:chgData name="Zheng Fei" userId="d19317889db4c986" providerId="LiveId" clId="{AD59A651-0F9D-C346-8F0E-495CA4369926}" dt="2022-12-12T03:41:41.928" v="1372" actId="1036"/>
          <ac:spMkLst>
            <pc:docMk/>
            <pc:sldMk cId="0" sldId="280"/>
            <ac:spMk id="86021" creationId="{A4222B20-16D9-5745-BE52-459F3C33A583}"/>
          </ac:spMkLst>
        </pc:spChg>
        <pc:graphicFrameChg chg="mod">
          <ac:chgData name="Zheng Fei" userId="d19317889db4c986" providerId="LiveId" clId="{AD59A651-0F9D-C346-8F0E-495CA4369926}" dt="2022-12-12T03:41:41.928" v="1372" actId="1036"/>
          <ac:graphicFrameMkLst>
            <pc:docMk/>
            <pc:sldMk cId="0" sldId="280"/>
            <ac:graphicFrameMk id="86019" creationId="{C9065834-A89A-394A-A6BD-FC031CD6E7CB}"/>
          </ac:graphicFrameMkLst>
        </pc:graphicFrameChg>
      </pc:sldChg>
      <pc:sldChg chg="addSp modSp mod">
        <pc:chgData name="Zheng Fei" userId="d19317889db4c986" providerId="LiveId" clId="{AD59A651-0F9D-C346-8F0E-495CA4369926}" dt="2022-12-12T03:45:09.517" v="1460" actId="207"/>
        <pc:sldMkLst>
          <pc:docMk/>
          <pc:sldMk cId="0" sldId="281"/>
        </pc:sldMkLst>
        <pc:spChg chg="add mod">
          <ac:chgData name="Zheng Fei" userId="d19317889db4c986" providerId="LiveId" clId="{AD59A651-0F9D-C346-8F0E-495CA4369926}" dt="2022-12-12T03:42:08.444" v="1389" actId="14100"/>
          <ac:spMkLst>
            <pc:docMk/>
            <pc:sldMk cId="0" sldId="281"/>
            <ac:spMk id="4" creationId="{3FFE5353-D419-5D5F-9DCB-15DCC8AD9343}"/>
          </ac:spMkLst>
        </pc:spChg>
        <pc:spChg chg="mod">
          <ac:chgData name="Zheng Fei" userId="d19317889db4c986" providerId="LiveId" clId="{AD59A651-0F9D-C346-8F0E-495CA4369926}" dt="2022-12-12T03:42:31.226" v="1406" actId="113"/>
          <ac:spMkLst>
            <pc:docMk/>
            <pc:sldMk cId="0" sldId="281"/>
            <ac:spMk id="21" creationId="{8FCBBB19-0C48-472B-9D59-20E70A1A3175}"/>
          </ac:spMkLst>
        </pc:spChg>
        <pc:spChg chg="mod">
          <ac:chgData name="Zheng Fei" userId="d19317889db4c986" providerId="LiveId" clId="{AD59A651-0F9D-C346-8F0E-495CA4369926}" dt="2022-12-12T03:41:58.571" v="1380" actId="1035"/>
          <ac:spMkLst>
            <pc:docMk/>
            <pc:sldMk cId="0" sldId="281"/>
            <ac:spMk id="87043" creationId="{85BE90E0-3536-4540-92B1-BDB7962CE12C}"/>
          </ac:spMkLst>
        </pc:spChg>
        <pc:spChg chg="mod">
          <ac:chgData name="Zheng Fei" userId="d19317889db4c986" providerId="LiveId" clId="{AD59A651-0F9D-C346-8F0E-495CA4369926}" dt="2022-12-12T03:42:16.486" v="1404" actId="20577"/>
          <ac:spMkLst>
            <pc:docMk/>
            <pc:sldMk cId="0" sldId="281"/>
            <ac:spMk id="87045" creationId="{D4685A49-95F4-E043-A65B-6C1BC2349C8F}"/>
          </ac:spMkLst>
        </pc:spChg>
        <pc:spChg chg="mod">
          <ac:chgData name="Zheng Fei" userId="d19317889db4c986" providerId="LiveId" clId="{AD59A651-0F9D-C346-8F0E-495CA4369926}" dt="2022-12-12T03:42:12.673" v="1390" actId="20577"/>
          <ac:spMkLst>
            <pc:docMk/>
            <pc:sldMk cId="0" sldId="281"/>
            <ac:spMk id="87046" creationId="{CC583D65-1158-E14C-8BD5-A463E110F2BF}"/>
          </ac:spMkLst>
        </pc:spChg>
        <pc:spChg chg="mod">
          <ac:chgData name="Zheng Fei" userId="d19317889db4c986" providerId="LiveId" clId="{AD59A651-0F9D-C346-8F0E-495CA4369926}" dt="2022-12-12T03:45:09.517" v="1460" actId="207"/>
          <ac:spMkLst>
            <pc:docMk/>
            <pc:sldMk cId="0" sldId="281"/>
            <ac:spMk id="87050" creationId="{A195F1F9-B0F6-2C4F-B40F-6A1F7D82AF7F}"/>
          </ac:spMkLst>
        </pc:spChg>
        <pc:spChg chg="mod">
          <ac:chgData name="Zheng Fei" userId="d19317889db4c986" providerId="LiveId" clId="{AD59A651-0F9D-C346-8F0E-495CA4369926}" dt="2022-12-12T03:42:38.524" v="1408" actId="113"/>
          <ac:spMkLst>
            <pc:docMk/>
            <pc:sldMk cId="0" sldId="281"/>
            <ac:spMk id="87052" creationId="{05400EFF-0435-BB4E-BC8E-DFE9BA8C1B38}"/>
          </ac:spMkLst>
        </pc:spChg>
        <pc:spChg chg="mod">
          <ac:chgData name="Zheng Fei" userId="d19317889db4c986" providerId="LiveId" clId="{AD59A651-0F9D-C346-8F0E-495CA4369926}" dt="2022-12-12T03:42:38.524" v="1408" actId="113"/>
          <ac:spMkLst>
            <pc:docMk/>
            <pc:sldMk cId="0" sldId="281"/>
            <ac:spMk id="87053" creationId="{335D0F44-43B0-F744-AF48-9FBF725FF911}"/>
          </ac:spMkLst>
        </pc:spChg>
        <pc:grpChg chg="mod">
          <ac:chgData name="Zheng Fei" userId="d19317889db4c986" providerId="LiveId" clId="{AD59A651-0F9D-C346-8F0E-495CA4369926}" dt="2022-12-12T03:42:31.226" v="1406" actId="113"/>
          <ac:grpSpMkLst>
            <pc:docMk/>
            <pc:sldMk cId="0" sldId="281"/>
            <ac:grpSpMk id="87042" creationId="{A2A8CE0F-80A1-2E4F-ADAF-38F29DC0976D}"/>
          </ac:grpSpMkLst>
        </pc:grpChg>
        <pc:graphicFrameChg chg="mod">
          <ac:chgData name="Zheng Fei" userId="d19317889db4c986" providerId="LiveId" clId="{AD59A651-0F9D-C346-8F0E-495CA4369926}" dt="2022-12-12T03:41:58.571" v="1380" actId="1035"/>
          <ac:graphicFrameMkLst>
            <pc:docMk/>
            <pc:sldMk cId="0" sldId="281"/>
            <ac:graphicFrameMk id="87044" creationId="{47EA4E98-4EDA-A144-85A6-A63D373CF65B}"/>
          </ac:graphicFrameMkLst>
        </pc:graphicFrameChg>
        <pc:graphicFrameChg chg="mod">
          <ac:chgData name="Zheng Fei" userId="d19317889db4c986" providerId="LiveId" clId="{AD59A651-0F9D-C346-8F0E-495CA4369926}" dt="2022-12-12T03:42:46.659" v="1409" actId="14100"/>
          <ac:graphicFrameMkLst>
            <pc:docMk/>
            <pc:sldMk cId="0" sldId="281"/>
            <ac:graphicFrameMk id="87047" creationId="{524310EB-487E-8243-933F-7E1D064363F4}"/>
          </ac:graphicFrameMkLst>
        </pc:graphicFrameChg>
        <pc:graphicFrameChg chg="mod">
          <ac:chgData name="Zheng Fei" userId="d19317889db4c986" providerId="LiveId" clId="{AD59A651-0F9D-C346-8F0E-495CA4369926}" dt="2022-12-12T03:42:31.226" v="1406" actId="113"/>
          <ac:graphicFrameMkLst>
            <pc:docMk/>
            <pc:sldMk cId="0" sldId="281"/>
            <ac:graphicFrameMk id="87051" creationId="{A0C3568B-0076-8841-8335-97DE2D03B4DE}"/>
          </ac:graphicFrameMkLst>
        </pc:graphicFrameChg>
        <pc:graphicFrameChg chg="mod">
          <ac:chgData name="Zheng Fei" userId="d19317889db4c986" providerId="LiveId" clId="{AD59A651-0F9D-C346-8F0E-495CA4369926}" dt="2022-12-12T03:42:51.543" v="1411" actId="14100"/>
          <ac:graphicFrameMkLst>
            <pc:docMk/>
            <pc:sldMk cId="0" sldId="281"/>
            <ac:graphicFrameMk id="87054" creationId="{510DD927-9568-DE4B-80E8-BE432256B55E}"/>
          </ac:graphicFrameMkLst>
        </pc:graphicFrameChg>
        <pc:graphicFrameChg chg="mod">
          <ac:chgData name="Zheng Fei" userId="d19317889db4c986" providerId="LiveId" clId="{AD59A651-0F9D-C346-8F0E-495CA4369926}" dt="2022-12-12T03:42:49.294" v="1410" actId="1076"/>
          <ac:graphicFrameMkLst>
            <pc:docMk/>
            <pc:sldMk cId="0" sldId="281"/>
            <ac:graphicFrameMk id="87055" creationId="{04201C47-9D79-C44E-A463-BFCD1EA242A3}"/>
          </ac:graphicFrameMkLst>
        </pc:graphicFrameChg>
      </pc:sldChg>
      <pc:sldChg chg="modSp mod">
        <pc:chgData name="Zheng Fei" userId="d19317889db4c986" providerId="LiveId" clId="{AD59A651-0F9D-C346-8F0E-495CA4369926}" dt="2022-12-12T03:43:30.245" v="1421"/>
        <pc:sldMkLst>
          <pc:docMk/>
          <pc:sldMk cId="0" sldId="283"/>
        </pc:sldMkLst>
        <pc:spChg chg="mod">
          <ac:chgData name="Zheng Fei" userId="d19317889db4c986" providerId="LiveId" clId="{AD59A651-0F9D-C346-8F0E-495CA4369926}" dt="2022-12-12T03:43:08.843" v="1413" actId="1076"/>
          <ac:spMkLst>
            <pc:docMk/>
            <pc:sldMk cId="0" sldId="283"/>
            <ac:spMk id="89090" creationId="{9A2DC609-CB3F-774A-902C-64B58D475013}"/>
          </ac:spMkLst>
        </pc:spChg>
        <pc:spChg chg="mod">
          <ac:chgData name="Zheng Fei" userId="d19317889db4c986" providerId="LiveId" clId="{AD59A651-0F9D-C346-8F0E-495CA4369926}" dt="2022-12-12T03:43:30.245" v="1421"/>
          <ac:spMkLst>
            <pc:docMk/>
            <pc:sldMk cId="0" sldId="283"/>
            <ac:spMk id="89091" creationId="{F4FEE75B-82F7-5B46-AB0B-4B4357DFF641}"/>
          </ac:spMkLst>
        </pc:spChg>
        <pc:graphicFrameChg chg="mod">
          <ac:chgData name="Zheng Fei" userId="d19317889db4c986" providerId="LiveId" clId="{AD59A651-0F9D-C346-8F0E-495CA4369926}" dt="2022-12-12T03:43:10.428" v="1414" actId="1076"/>
          <ac:graphicFrameMkLst>
            <pc:docMk/>
            <pc:sldMk cId="0" sldId="283"/>
            <ac:graphicFrameMk id="89092" creationId="{AB4B2977-597F-0D48-9667-D06AE9652256}"/>
          </ac:graphicFrameMkLst>
        </pc:graphicFrameChg>
        <pc:graphicFrameChg chg="mod">
          <ac:chgData name="Zheng Fei" userId="d19317889db4c986" providerId="LiveId" clId="{AD59A651-0F9D-C346-8F0E-495CA4369926}" dt="2022-12-12T03:43:12.194" v="1415" actId="1076"/>
          <ac:graphicFrameMkLst>
            <pc:docMk/>
            <pc:sldMk cId="0" sldId="283"/>
            <ac:graphicFrameMk id="89095" creationId="{5423AA83-D8D3-A34A-B6C8-9A5175DC4651}"/>
          </ac:graphicFrameMkLst>
        </pc:graphicFrameChg>
      </pc:sldChg>
      <pc:sldChg chg="addSp modSp mod">
        <pc:chgData name="Zheng Fei" userId="d19317889db4c986" providerId="LiveId" clId="{AD59A651-0F9D-C346-8F0E-495CA4369926}" dt="2022-12-12T03:44:54.224" v="1459" actId="20577"/>
        <pc:sldMkLst>
          <pc:docMk/>
          <pc:sldMk cId="0" sldId="285"/>
        </pc:sldMkLst>
        <pc:spChg chg="add mod">
          <ac:chgData name="Zheng Fei" userId="d19317889db4c986" providerId="LiveId" clId="{AD59A651-0F9D-C346-8F0E-495CA4369926}" dt="2022-12-12T03:43:47.159" v="1426" actId="14100"/>
          <ac:spMkLst>
            <pc:docMk/>
            <pc:sldMk cId="0" sldId="285"/>
            <ac:spMk id="4" creationId="{89521712-463A-DBA8-7F2C-98E008A29769}"/>
          </ac:spMkLst>
        </pc:spChg>
        <pc:spChg chg="mod">
          <ac:chgData name="Zheng Fei" userId="d19317889db4c986" providerId="LiveId" clId="{AD59A651-0F9D-C346-8F0E-495CA4369926}" dt="2022-12-12T03:44:54.224" v="1459" actId="20577"/>
          <ac:spMkLst>
            <pc:docMk/>
            <pc:sldMk cId="0" sldId="285"/>
            <ac:spMk id="91141" creationId="{9FAEB2DE-2E03-9C41-BE73-642753D99F4E}"/>
          </ac:spMkLst>
        </pc:spChg>
      </pc:sldChg>
      <pc:sldChg chg="del">
        <pc:chgData name="Zheng Fei" userId="d19317889db4c986" providerId="LiveId" clId="{AD59A651-0F9D-C346-8F0E-495CA4369926}" dt="2022-12-11T12:04:21.931" v="7" actId="2696"/>
        <pc:sldMkLst>
          <pc:docMk/>
          <pc:sldMk cId="1259915869" sldId="312"/>
        </pc:sldMkLst>
      </pc:sldChg>
      <pc:sldChg chg="addSp delSp modSp mod modAnim">
        <pc:chgData name="Zheng Fei" userId="d19317889db4c986" providerId="LiveId" clId="{AD59A651-0F9D-C346-8F0E-495CA4369926}" dt="2022-12-12T02:27:04.559" v="243" actId="207"/>
        <pc:sldMkLst>
          <pc:docMk/>
          <pc:sldMk cId="165694961" sldId="313"/>
        </pc:sldMkLst>
        <pc:spChg chg="del">
          <ac:chgData name="Zheng Fei" userId="d19317889db4c986" providerId="LiveId" clId="{AD59A651-0F9D-C346-8F0E-495CA4369926}" dt="2022-12-12T02:15:49.262" v="29" actId="478"/>
          <ac:spMkLst>
            <pc:docMk/>
            <pc:sldMk cId="165694961" sldId="313"/>
            <ac:spMk id="3" creationId="{69F64907-A064-B73B-E9BE-EE897303DDC3}"/>
          </ac:spMkLst>
        </pc:spChg>
        <pc:spChg chg="add mod">
          <ac:chgData name="Zheng Fei" userId="d19317889db4c986" providerId="LiveId" clId="{AD59A651-0F9D-C346-8F0E-495CA4369926}" dt="2022-12-12T02:27:04.559" v="243" actId="207"/>
          <ac:spMkLst>
            <pc:docMk/>
            <pc:sldMk cId="165694961" sldId="313"/>
            <ac:spMk id="5" creationId="{F2AEDDC4-714E-70C6-3A73-16A361DC6EC8}"/>
          </ac:spMkLst>
        </pc:spChg>
        <pc:spChg chg="add mod">
          <ac:chgData name="Zheng Fei" userId="d19317889db4c986" providerId="LiveId" clId="{AD59A651-0F9D-C346-8F0E-495CA4369926}" dt="2022-12-12T02:27:04.559" v="243" actId="207"/>
          <ac:spMkLst>
            <pc:docMk/>
            <pc:sldMk cId="165694961" sldId="313"/>
            <ac:spMk id="7" creationId="{56438D7F-7BDB-9C4C-4381-49D4F926C48B}"/>
          </ac:spMkLst>
        </pc:spChg>
        <pc:spChg chg="add mod">
          <ac:chgData name="Zheng Fei" userId="d19317889db4c986" providerId="LiveId" clId="{AD59A651-0F9D-C346-8F0E-495CA4369926}" dt="2022-12-12T02:15:49.674" v="30"/>
          <ac:spMkLst>
            <pc:docMk/>
            <pc:sldMk cId="165694961" sldId="313"/>
            <ac:spMk id="8" creationId="{4AC40EAA-7E11-A4FA-A8E8-64B79FB7B6D0}"/>
          </ac:spMkLst>
        </pc:spChg>
        <pc:spChg chg="mod">
          <ac:chgData name="Zheng Fei" userId="d19317889db4c986" providerId="LiveId" clId="{AD59A651-0F9D-C346-8F0E-495CA4369926}" dt="2022-12-12T02:14:51.618" v="26" actId="1035"/>
          <ac:spMkLst>
            <pc:docMk/>
            <pc:sldMk cId="165694961" sldId="313"/>
            <ac:spMk id="68613" creationId="{3A68CE6C-5B14-1D4D-A321-EFFCF6931790}"/>
          </ac:spMkLst>
        </pc:spChg>
      </pc:sldChg>
      <pc:sldChg chg="del">
        <pc:chgData name="Zheng Fei" userId="d19317889db4c986" providerId="LiveId" clId="{AD59A651-0F9D-C346-8F0E-495CA4369926}" dt="2022-12-11T12:04:21.972" v="8" actId="2696"/>
        <pc:sldMkLst>
          <pc:docMk/>
          <pc:sldMk cId="1473580486" sldId="317"/>
        </pc:sldMkLst>
      </pc:sldChg>
      <pc:sldChg chg="del">
        <pc:chgData name="Zheng Fei" userId="d19317889db4c986" providerId="LiveId" clId="{AD59A651-0F9D-C346-8F0E-495CA4369926}" dt="2022-12-11T12:04:21.839" v="3" actId="2696"/>
        <pc:sldMkLst>
          <pc:docMk/>
          <pc:sldMk cId="1782971290" sldId="318"/>
        </pc:sldMkLst>
      </pc:sldChg>
      <pc:sldChg chg="addSp modSp mod">
        <pc:chgData name="Zheng Fei" userId="d19317889db4c986" providerId="LiveId" clId="{AD59A651-0F9D-C346-8F0E-495CA4369926}" dt="2022-12-12T02:27:35.909" v="247" actId="207"/>
        <pc:sldMkLst>
          <pc:docMk/>
          <pc:sldMk cId="1240468597" sldId="319"/>
        </pc:sldMkLst>
        <pc:spChg chg="mod">
          <ac:chgData name="Zheng Fei" userId="d19317889db4c986" providerId="LiveId" clId="{AD59A651-0F9D-C346-8F0E-495CA4369926}" dt="2022-12-12T02:27:33.685" v="246" actId="207"/>
          <ac:spMkLst>
            <pc:docMk/>
            <pc:sldMk cId="1240468597" sldId="319"/>
            <ac:spMk id="2" creationId="{312D4565-0205-45ED-9021-6116B98A8C90}"/>
          </ac:spMkLst>
        </pc:spChg>
        <pc:spChg chg="add mod">
          <ac:chgData name="Zheng Fei" userId="d19317889db4c986" providerId="LiveId" clId="{AD59A651-0F9D-C346-8F0E-495CA4369926}" dt="2022-12-12T02:27:35.909" v="247" actId="207"/>
          <ac:spMkLst>
            <pc:docMk/>
            <pc:sldMk cId="1240468597" sldId="319"/>
            <ac:spMk id="5" creationId="{8AE26B70-37EA-E6FA-456C-80DAA82F47CD}"/>
          </ac:spMkLst>
        </pc:spChg>
      </pc:sldChg>
      <pc:sldChg chg="modSp mod">
        <pc:chgData name="Zheng Fei" userId="d19317889db4c986" providerId="LiveId" clId="{AD59A651-0F9D-C346-8F0E-495CA4369926}" dt="2022-12-12T03:04:37.956" v="639" actId="1037"/>
        <pc:sldMkLst>
          <pc:docMk/>
          <pc:sldMk cId="1873751283" sldId="320"/>
        </pc:sldMkLst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19" creationId="{7D5698CB-0D81-4BB9-BAB8-1B6811DD5C70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20" creationId="{D4008885-A954-4170-B51E-579A23C8E048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21" creationId="{08A127FD-675A-480D-B0AD-259E2307CC92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24" creationId="{E343E90A-952B-4F29-82C6-D81FACB695C4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25" creationId="{66929F53-BFBB-4F31-AEBF-0462DBEB2833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29" creationId="{91EE83F6-0C53-4641-B49B-0A6916443A07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30" creationId="{24ABEB08-EEEE-40F1-9733-072BB2CECD04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29" creationId="{BF701809-F7E7-F740-B7AB-C64C14CAABCF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0" creationId="{63606BBF-0365-0A44-AFD8-C85DDF6E44D1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1" creationId="{A2F9729C-F894-854B-9D49-D98A9788D2A1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2" creationId="{8AD4171E-C2D6-8843-8615-7B73BF65E190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3" creationId="{DA9AC5AA-EBB1-6A44-9036-CEEE0C5D6F54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4" creationId="{52FAC712-775E-104D-9DF6-FC5B79505CB2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5" creationId="{67B8BA2F-2D85-D145-9805-BE88668D2873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6" creationId="{7EAE7FC8-DF20-7A40-B00E-B831A8D36251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7" creationId="{6E5CAEB0-7C6A-4941-8F19-999DFD2D07F2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8" creationId="{40EAE8F6-0426-2843-9B07-64A31AB1FA44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39" creationId="{41F9918D-198C-DE48-9615-35F2B15F6B69}"/>
          </ac:spMkLst>
        </pc:spChg>
        <pc:spChg chg="mod">
          <ac:chgData name="Zheng Fei" userId="d19317889db4c986" providerId="LiveId" clId="{AD59A651-0F9D-C346-8F0E-495CA4369926}" dt="2022-12-12T03:04:28.080" v="634" actId="1076"/>
          <ac:spMkLst>
            <pc:docMk/>
            <pc:sldMk cId="1873751283" sldId="320"/>
            <ac:spMk id="77840" creationId="{24E473C7-58A5-524F-94AA-CF2BD14AD5FF}"/>
          </ac:spMkLst>
        </pc:spChg>
        <pc:spChg chg="mod">
          <ac:chgData name="Zheng Fei" userId="d19317889db4c986" providerId="LiveId" clId="{AD59A651-0F9D-C346-8F0E-495CA4369926}" dt="2022-12-12T03:04:37.956" v="639" actId="1037"/>
          <ac:spMkLst>
            <pc:docMk/>
            <pc:sldMk cId="1873751283" sldId="320"/>
            <ac:spMk id="77842" creationId="{642625CC-F8A7-674F-8B11-85DB5D37BD0C}"/>
          </ac:spMkLst>
        </pc:spChg>
        <pc:grpChg chg="mod">
          <ac:chgData name="Zheng Fei" userId="d19317889db4c986" providerId="LiveId" clId="{AD59A651-0F9D-C346-8F0E-495CA4369926}" dt="2022-12-12T03:04:37.956" v="639" actId="1037"/>
          <ac:grpSpMkLst>
            <pc:docMk/>
            <pc:sldMk cId="1873751283" sldId="320"/>
            <ac:grpSpMk id="77828" creationId="{E7114027-76C6-FF43-840A-0F08B7FAE252}"/>
          </ac:grpSpMkLst>
        </pc:grpChg>
        <pc:graphicFrameChg chg="mod">
          <ac:chgData name="Zheng Fei" userId="d19317889db4c986" providerId="LiveId" clId="{AD59A651-0F9D-C346-8F0E-495CA4369926}" dt="2022-12-12T03:04:37.956" v="639" actId="1037"/>
          <ac:graphicFrameMkLst>
            <pc:docMk/>
            <pc:sldMk cId="1873751283" sldId="320"/>
            <ac:graphicFrameMk id="22" creationId="{EAEC2FA6-A835-4F6D-AFBC-973D9BC03FDB}"/>
          </ac:graphicFrameMkLst>
        </pc:graphicFrameChg>
        <pc:graphicFrameChg chg="mod">
          <ac:chgData name="Zheng Fei" userId="d19317889db4c986" providerId="LiveId" clId="{AD59A651-0F9D-C346-8F0E-495CA4369926}" dt="2022-12-12T03:04:37.956" v="639" actId="1037"/>
          <ac:graphicFrameMkLst>
            <pc:docMk/>
            <pc:sldMk cId="1873751283" sldId="320"/>
            <ac:graphicFrameMk id="23" creationId="{5F564E89-371E-4C8D-8011-7DEB1067521B}"/>
          </ac:graphicFrameMkLst>
        </pc:graphicFrameChg>
        <pc:graphicFrameChg chg="mod">
          <ac:chgData name="Zheng Fei" userId="d19317889db4c986" providerId="LiveId" clId="{AD59A651-0F9D-C346-8F0E-495CA4369926}" dt="2022-12-12T03:04:37.956" v="639" actId="1037"/>
          <ac:graphicFrameMkLst>
            <pc:docMk/>
            <pc:sldMk cId="1873751283" sldId="320"/>
            <ac:graphicFrameMk id="26" creationId="{B9607056-5C3F-4EEB-8282-2F008046BBE9}"/>
          </ac:graphicFrameMkLst>
        </pc:graphicFrameChg>
        <pc:graphicFrameChg chg="mod">
          <ac:chgData name="Zheng Fei" userId="d19317889db4c986" providerId="LiveId" clId="{AD59A651-0F9D-C346-8F0E-495CA4369926}" dt="2022-12-12T03:04:37.956" v="639" actId="1037"/>
          <ac:graphicFrameMkLst>
            <pc:docMk/>
            <pc:sldMk cId="1873751283" sldId="320"/>
            <ac:graphicFrameMk id="27" creationId="{A67542F8-00BB-4E5C-8F05-5A769E259E15}"/>
          </ac:graphicFrameMkLst>
        </pc:graphicFrameChg>
        <pc:graphicFrameChg chg="mod">
          <ac:chgData name="Zheng Fei" userId="d19317889db4c986" providerId="LiveId" clId="{AD59A651-0F9D-C346-8F0E-495CA4369926}" dt="2022-12-12T03:04:37.956" v="639" actId="1037"/>
          <ac:graphicFrameMkLst>
            <pc:docMk/>
            <pc:sldMk cId="1873751283" sldId="320"/>
            <ac:graphicFrameMk id="28" creationId="{E3EE2ED9-D020-4B22-B9A6-C821E12163D7}"/>
          </ac:graphicFrameMkLst>
        </pc:graphicFrameChg>
      </pc:sldChg>
      <pc:sldChg chg="del">
        <pc:chgData name="Zheng Fei" userId="d19317889db4c986" providerId="LiveId" clId="{AD59A651-0F9D-C346-8F0E-495CA4369926}" dt="2022-12-12T03:25:24.985" v="994" actId="2696"/>
        <pc:sldMkLst>
          <pc:docMk/>
          <pc:sldMk cId="2152373412" sldId="321"/>
        </pc:sldMkLst>
      </pc:sldChg>
      <pc:sldChg chg="modSp del mod">
        <pc:chgData name="Zheng Fei" userId="d19317889db4c986" providerId="LiveId" clId="{AD59A651-0F9D-C346-8F0E-495CA4369926}" dt="2022-12-12T03:24:41.812" v="984" actId="2696"/>
        <pc:sldMkLst>
          <pc:docMk/>
          <pc:sldMk cId="2095660730" sldId="322"/>
        </pc:sldMkLst>
        <pc:picChg chg="mod">
          <ac:chgData name="Zheng Fei" userId="d19317889db4c986" providerId="LiveId" clId="{AD59A651-0F9D-C346-8F0E-495CA4369926}" dt="2022-12-12T03:19:24.792" v="878" actId="14100"/>
          <ac:picMkLst>
            <pc:docMk/>
            <pc:sldMk cId="2095660730" sldId="322"/>
            <ac:picMk id="13" creationId="{3F0DC7DC-21EE-4D23-8B25-3C213E0D530C}"/>
          </ac:picMkLst>
        </pc:picChg>
      </pc:sldChg>
      <pc:sldChg chg="modSp mod">
        <pc:chgData name="Zheng Fei" userId="d19317889db4c986" providerId="LiveId" clId="{AD59A651-0F9D-C346-8F0E-495CA4369926}" dt="2022-12-12T03:40:54.277" v="1361" actId="1076"/>
        <pc:sldMkLst>
          <pc:docMk/>
          <pc:sldMk cId="315795448" sldId="323"/>
        </pc:sldMkLst>
        <pc:spChg chg="mod">
          <ac:chgData name="Zheng Fei" userId="d19317889db4c986" providerId="LiveId" clId="{AD59A651-0F9D-C346-8F0E-495CA4369926}" dt="2022-12-12T03:40:12.327" v="1358" actId="1076"/>
          <ac:spMkLst>
            <pc:docMk/>
            <pc:sldMk cId="315795448" sldId="323"/>
            <ac:spMk id="6" creationId="{42053E98-FB80-4616-8104-37E9CE34324E}"/>
          </ac:spMkLst>
        </pc:spChg>
        <pc:spChg chg="mod">
          <ac:chgData name="Zheng Fei" userId="d19317889db4c986" providerId="LiveId" clId="{AD59A651-0F9D-C346-8F0E-495CA4369926}" dt="2022-12-12T03:40:12.327" v="1358" actId="1076"/>
          <ac:spMkLst>
            <pc:docMk/>
            <pc:sldMk cId="315795448" sldId="323"/>
            <ac:spMk id="7" creationId="{6FFF7056-ED9C-41C7-95AE-6D992BF3D8B9}"/>
          </ac:spMkLst>
        </pc:spChg>
        <pc:spChg chg="mod">
          <ac:chgData name="Zheng Fei" userId="d19317889db4c986" providerId="LiveId" clId="{AD59A651-0F9D-C346-8F0E-495CA4369926}" dt="2022-12-12T03:40:54.277" v="1361" actId="1076"/>
          <ac:spMkLst>
            <pc:docMk/>
            <pc:sldMk cId="315795448" sldId="323"/>
            <ac:spMk id="11" creationId="{FEE859AE-D871-4B49-92EA-4F02A4DEFC18}"/>
          </ac:spMkLst>
        </pc:spChg>
        <pc:graphicFrameChg chg="mod">
          <ac:chgData name="Zheng Fei" userId="d19317889db4c986" providerId="LiveId" clId="{AD59A651-0F9D-C346-8F0E-495CA4369926}" dt="2022-12-12T03:40:01.179" v="1355" actId="1076"/>
          <ac:graphicFrameMkLst>
            <pc:docMk/>
            <pc:sldMk cId="315795448" sldId="323"/>
            <ac:graphicFrameMk id="5" creationId="{03F8866A-A4BB-41CB-8978-03486684FCCE}"/>
          </ac:graphicFrameMkLst>
        </pc:graphicFrameChg>
        <pc:graphicFrameChg chg="mod">
          <ac:chgData name="Zheng Fei" userId="d19317889db4c986" providerId="LiveId" clId="{AD59A651-0F9D-C346-8F0E-495CA4369926}" dt="2022-12-12T03:40:12.327" v="1358" actId="1076"/>
          <ac:graphicFrameMkLst>
            <pc:docMk/>
            <pc:sldMk cId="315795448" sldId="323"/>
            <ac:graphicFrameMk id="8" creationId="{27402769-9DD4-4FCD-A2F6-7207F5ED761C}"/>
          </ac:graphicFrameMkLst>
        </pc:graphicFrameChg>
        <pc:graphicFrameChg chg="mod">
          <ac:chgData name="Zheng Fei" userId="d19317889db4c986" providerId="LiveId" clId="{AD59A651-0F9D-C346-8F0E-495CA4369926}" dt="2022-12-12T03:40:12.327" v="1358" actId="1076"/>
          <ac:graphicFrameMkLst>
            <pc:docMk/>
            <pc:sldMk cId="315795448" sldId="323"/>
            <ac:graphicFrameMk id="9" creationId="{A1F38CB4-4A43-4D78-9199-0BE2FADD133E}"/>
          </ac:graphicFrameMkLst>
        </pc:graphicFrameChg>
        <pc:picChg chg="mod">
          <ac:chgData name="Zheng Fei" userId="d19317889db4c986" providerId="LiveId" clId="{AD59A651-0F9D-C346-8F0E-495CA4369926}" dt="2022-12-12T03:40:41.277" v="1360"/>
          <ac:picMkLst>
            <pc:docMk/>
            <pc:sldMk cId="315795448" sldId="323"/>
            <ac:picMk id="12" creationId="{8FD41749-A8EE-4C13-BECD-46FD24D46FD8}"/>
          </ac:picMkLst>
        </pc:picChg>
      </pc:sldChg>
      <pc:sldChg chg="addSp delSp modSp mod">
        <pc:chgData name="Zheng Fei" userId="d19317889db4c986" providerId="LiveId" clId="{AD59A651-0F9D-C346-8F0E-495CA4369926}" dt="2022-12-12T03:23:46.262" v="970" actId="1076"/>
        <pc:sldMkLst>
          <pc:docMk/>
          <pc:sldMk cId="0" sldId="351"/>
        </pc:sldMkLst>
        <pc:spChg chg="add mod">
          <ac:chgData name="Zheng Fei" userId="d19317889db4c986" providerId="LiveId" clId="{AD59A651-0F9D-C346-8F0E-495CA4369926}" dt="2022-12-12T03:13:43.825" v="790" actId="1036"/>
          <ac:spMkLst>
            <pc:docMk/>
            <pc:sldMk cId="0" sldId="351"/>
            <ac:spMk id="2" creationId="{EF7AEE21-32CF-F713-C27B-BE79119DA266}"/>
          </ac:spMkLst>
        </pc:spChg>
        <pc:spChg chg="add mod">
          <ac:chgData name="Zheng Fei" userId="d19317889db4c986" providerId="LiveId" clId="{AD59A651-0F9D-C346-8F0E-495CA4369926}" dt="2022-12-12T03:23:44.298" v="969" actId="1076"/>
          <ac:spMkLst>
            <pc:docMk/>
            <pc:sldMk cId="0" sldId="351"/>
            <ac:spMk id="5" creationId="{F773464B-6B49-6736-E126-5EAE63104871}"/>
          </ac:spMkLst>
        </pc:spChg>
        <pc:spChg chg="add mod">
          <ac:chgData name="Zheng Fei" userId="d19317889db4c986" providerId="LiveId" clId="{AD59A651-0F9D-C346-8F0E-495CA4369926}" dt="2022-12-12T03:23:41.334" v="968" actId="1076"/>
          <ac:spMkLst>
            <pc:docMk/>
            <pc:sldMk cId="0" sldId="351"/>
            <ac:spMk id="6" creationId="{0DCC0748-FA36-378B-84D4-D3FB535A8CCC}"/>
          </ac:spMkLst>
        </pc:spChg>
        <pc:spChg chg="mod">
          <ac:chgData name="Zheng Fei" userId="d19317889db4c986" providerId="LiveId" clId="{AD59A651-0F9D-C346-8F0E-495CA4369926}" dt="2022-12-12T03:23:39.264" v="967" actId="20577"/>
          <ac:spMkLst>
            <pc:docMk/>
            <pc:sldMk cId="0" sldId="351"/>
            <ac:spMk id="214018" creationId="{E7455CC3-B126-024E-B1F3-7EC7C5757301}"/>
          </ac:spMkLst>
        </pc:spChg>
        <pc:spChg chg="mod">
          <ac:chgData name="Zheng Fei" userId="d19317889db4c986" providerId="LiveId" clId="{AD59A651-0F9D-C346-8F0E-495CA4369926}" dt="2022-12-12T03:13:36.836" v="786" actId="207"/>
          <ac:spMkLst>
            <pc:docMk/>
            <pc:sldMk cId="0" sldId="351"/>
            <ac:spMk id="214019" creationId="{4C094360-D178-D147-BC4D-75961E01CE47}"/>
          </ac:spMkLst>
        </pc:spChg>
        <pc:spChg chg="del mod">
          <ac:chgData name="Zheng Fei" userId="d19317889db4c986" providerId="LiveId" clId="{AD59A651-0F9D-C346-8F0E-495CA4369926}" dt="2022-12-12T03:11:57.309" v="762" actId="478"/>
          <ac:spMkLst>
            <pc:docMk/>
            <pc:sldMk cId="0" sldId="351"/>
            <ac:spMk id="214034" creationId="{2382CC11-BE2B-E649-8C53-D71ADC7FD995}"/>
          </ac:spMkLst>
        </pc:spChg>
        <pc:spChg chg="mod">
          <ac:chgData name="Zheng Fei" userId="d19317889db4c986" providerId="LiveId" clId="{AD59A651-0F9D-C346-8F0E-495CA4369926}" dt="2022-12-12T03:23:46.262" v="970" actId="1076"/>
          <ac:spMkLst>
            <pc:docMk/>
            <pc:sldMk cId="0" sldId="351"/>
            <ac:spMk id="214035" creationId="{EB84B86C-0E45-814D-B153-0581CC09BC84}"/>
          </ac:spMkLst>
        </pc:spChg>
        <pc:spChg chg="mod">
          <ac:chgData name="Zheng Fei" userId="d19317889db4c986" providerId="LiveId" clId="{AD59A651-0F9D-C346-8F0E-495CA4369926}" dt="2022-12-12T03:13:36.836" v="786" actId="207"/>
          <ac:spMkLst>
            <pc:docMk/>
            <pc:sldMk cId="0" sldId="351"/>
            <ac:spMk id="214036" creationId="{81EAC334-61D6-B345-95E1-3759BDFBF24F}"/>
          </ac:spMkLst>
        </pc:spChg>
        <pc:graphicFrameChg chg="mod">
          <ac:chgData name="Zheng Fei" userId="d19317889db4c986" providerId="LiveId" clId="{AD59A651-0F9D-C346-8F0E-495CA4369926}" dt="2022-12-12T03:12:58.900" v="776" actId="1076"/>
          <ac:graphicFrameMkLst>
            <pc:docMk/>
            <pc:sldMk cId="0" sldId="351"/>
            <ac:graphicFrameMk id="214024" creationId="{840C906D-BD2B-3B43-8811-0AC116412F7C}"/>
          </ac:graphicFrameMkLst>
        </pc:graphicFrameChg>
        <pc:graphicFrameChg chg="mod">
          <ac:chgData name="Zheng Fei" userId="d19317889db4c986" providerId="LiveId" clId="{AD59A651-0F9D-C346-8F0E-495CA4369926}" dt="2022-12-12T03:12:57.395" v="775" actId="1076"/>
          <ac:graphicFrameMkLst>
            <pc:docMk/>
            <pc:sldMk cId="0" sldId="351"/>
            <ac:graphicFrameMk id="214026" creationId="{CB28CAA8-0559-194C-8E3B-B8BBC1753578}"/>
          </ac:graphicFrameMkLst>
        </pc:graphicFrameChg>
        <pc:graphicFrameChg chg="mod">
          <ac:chgData name="Zheng Fei" userId="d19317889db4c986" providerId="LiveId" clId="{AD59A651-0F9D-C346-8F0E-495CA4369926}" dt="2022-12-12T03:12:55.533" v="774" actId="1076"/>
          <ac:graphicFrameMkLst>
            <pc:docMk/>
            <pc:sldMk cId="0" sldId="351"/>
            <ac:graphicFrameMk id="214028" creationId="{364425A8-72C8-2B41-B6D0-DC934A00D716}"/>
          </ac:graphicFrameMkLst>
        </pc:graphicFrameChg>
        <pc:graphicFrameChg chg="mod">
          <ac:chgData name="Zheng Fei" userId="d19317889db4c986" providerId="LiveId" clId="{AD59A651-0F9D-C346-8F0E-495CA4369926}" dt="2022-12-12T03:11:48.501" v="758" actId="1076"/>
          <ac:graphicFrameMkLst>
            <pc:docMk/>
            <pc:sldMk cId="0" sldId="351"/>
            <ac:graphicFrameMk id="214030" creationId="{2195BC1C-4794-2B4C-A115-B99F1BCF9058}"/>
          </ac:graphicFrameMkLst>
        </pc:graphicFrameChg>
      </pc:sldChg>
      <pc:sldChg chg="addSp modSp mod">
        <pc:chgData name="Zheng Fei" userId="d19317889db4c986" providerId="LiveId" clId="{AD59A651-0F9D-C346-8F0E-495CA4369926}" dt="2022-12-12T03:15:44.732" v="841"/>
        <pc:sldMkLst>
          <pc:docMk/>
          <pc:sldMk cId="0" sldId="352"/>
        </pc:sldMkLst>
        <pc:spChg chg="add mod">
          <ac:chgData name="Zheng Fei" userId="d19317889db4c986" providerId="LiveId" clId="{AD59A651-0F9D-C346-8F0E-495CA4369926}" dt="2022-12-12T03:15:44.732" v="841"/>
          <ac:spMkLst>
            <pc:docMk/>
            <pc:sldMk cId="0" sldId="352"/>
            <ac:spMk id="2" creationId="{4ABD54A7-F882-B095-0A6D-5D41F92FC9B5}"/>
          </ac:spMkLst>
        </pc:spChg>
        <pc:spChg chg="mod">
          <ac:chgData name="Zheng Fei" userId="d19317889db4c986" providerId="LiveId" clId="{AD59A651-0F9D-C346-8F0E-495CA4369926}" dt="2022-12-12T03:15:36.965" v="840" actId="1036"/>
          <ac:spMkLst>
            <pc:docMk/>
            <pc:sldMk cId="0" sldId="352"/>
            <ac:spMk id="215042" creationId="{B96A8027-1E69-9749-96CB-BD6B29BAB06A}"/>
          </ac:spMkLst>
        </pc:spChg>
        <pc:spChg chg="mod">
          <ac:chgData name="Zheng Fei" userId="d19317889db4c986" providerId="LiveId" clId="{AD59A651-0F9D-C346-8F0E-495CA4369926}" dt="2022-12-12T03:15:36.965" v="840" actId="1036"/>
          <ac:spMkLst>
            <pc:docMk/>
            <pc:sldMk cId="0" sldId="352"/>
            <ac:spMk id="215056" creationId="{EA6B34A7-C3EB-564F-9D75-BC44B9FB1225}"/>
          </ac:spMkLst>
        </pc:sp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43" creationId="{0F14F202-0955-8B42-A8E5-632EFCBFDF61}"/>
          </ac:graphicFrameMkLst>
        </pc:graphicFrame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45" creationId="{30E6C5F5-A3E3-0F44-817D-39A5F13639FB}"/>
          </ac:graphicFrameMkLst>
        </pc:graphicFrame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48" creationId="{894973FA-C31B-644D-8993-C5C2AA5EAD5C}"/>
          </ac:graphicFrameMkLst>
        </pc:graphicFrame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51" creationId="{8B08AE16-E668-4344-99D3-D26AD34EC1FE}"/>
          </ac:graphicFrameMkLst>
        </pc:graphicFrame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52" creationId="{7F75344A-8217-104D-B960-F4B07BC96C05}"/>
          </ac:graphicFrameMkLst>
        </pc:graphicFrame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53" creationId="{EFD91D89-5DFA-0B4C-8B22-69853D9633C7}"/>
          </ac:graphicFrameMkLst>
        </pc:graphicFrame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54" creationId="{1B928325-560D-E349-A40A-08E238B7ED69}"/>
          </ac:graphicFrameMkLst>
        </pc:graphicFrame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55" creationId="{F7EF4B2F-1310-F246-BA06-410790C3A553}"/>
          </ac:graphicFrameMkLst>
        </pc:graphicFrameChg>
        <pc:graphicFrameChg chg="mod">
          <ac:chgData name="Zheng Fei" userId="d19317889db4c986" providerId="LiveId" clId="{AD59A651-0F9D-C346-8F0E-495CA4369926}" dt="2022-12-12T03:15:36.965" v="840" actId="1036"/>
          <ac:graphicFrameMkLst>
            <pc:docMk/>
            <pc:sldMk cId="0" sldId="352"/>
            <ac:graphicFrameMk id="215057" creationId="{AC921434-6269-6B44-8F72-1B61F4D80119}"/>
          </ac:graphicFrameMkLst>
        </pc:graphicFrameChg>
        <pc:cxnChg chg="add mod">
          <ac:chgData name="Zheng Fei" userId="d19317889db4c986" providerId="LiveId" clId="{AD59A651-0F9D-C346-8F0E-495CA4369926}" dt="2022-12-12T03:15:44.732" v="841"/>
          <ac:cxnSpMkLst>
            <pc:docMk/>
            <pc:sldMk cId="0" sldId="352"/>
            <ac:cxnSpMk id="3" creationId="{43B8F821-559C-14E1-A021-67BD8601B87D}"/>
          </ac:cxnSpMkLst>
        </pc:cxnChg>
      </pc:sldChg>
      <pc:sldChg chg="modSp del mod">
        <pc:chgData name="Zheng Fei" userId="d19317889db4c986" providerId="LiveId" clId="{AD59A651-0F9D-C346-8F0E-495CA4369926}" dt="2022-12-12T03:16:40.868" v="847" actId="2696"/>
        <pc:sldMkLst>
          <pc:docMk/>
          <pc:sldMk cId="0" sldId="353"/>
        </pc:sldMkLst>
        <pc:picChg chg="mod modCrop">
          <ac:chgData name="Zheng Fei" userId="d19317889db4c986" providerId="LiveId" clId="{AD59A651-0F9D-C346-8F0E-495CA4369926}" dt="2022-12-12T03:16:17.331" v="844" actId="1076"/>
          <ac:picMkLst>
            <pc:docMk/>
            <pc:sldMk cId="0" sldId="353"/>
            <ac:picMk id="4" creationId="{695429CD-CB85-6C48-AEC9-47E99FB35394}"/>
          </ac:picMkLst>
        </pc:picChg>
      </pc:sldChg>
      <pc:sldChg chg="addSp delSp modSp mod ord">
        <pc:chgData name="Zheng Fei" userId="d19317889db4c986" providerId="LiveId" clId="{AD59A651-0F9D-C346-8F0E-495CA4369926}" dt="2022-12-12T03:10:10.031" v="735" actId="1076"/>
        <pc:sldMkLst>
          <pc:docMk/>
          <pc:sldMk cId="2853231837" sldId="404"/>
        </pc:sldMkLst>
        <pc:spChg chg="del mod">
          <ac:chgData name="Zheng Fei" userId="d19317889db4c986" providerId="LiveId" clId="{AD59A651-0F9D-C346-8F0E-495CA4369926}" dt="2022-12-12T03:10:08.887" v="734"/>
          <ac:spMkLst>
            <pc:docMk/>
            <pc:sldMk cId="2853231837" sldId="404"/>
            <ac:spMk id="2" creationId="{465D3468-39D5-FD34-3F17-557BF76B350F}"/>
          </ac:spMkLst>
        </pc:spChg>
        <pc:spChg chg="add mod">
          <ac:chgData name="Zheng Fei" userId="d19317889db4c986" providerId="LiveId" clId="{AD59A651-0F9D-C346-8F0E-495CA4369926}" dt="2022-12-12T03:08:32.198" v="705" actId="20577"/>
          <ac:spMkLst>
            <pc:docMk/>
            <pc:sldMk cId="2853231837" sldId="404"/>
            <ac:spMk id="4" creationId="{8784B1BD-4D5C-CF3C-4A75-BCD79B4B7083}"/>
          </ac:spMkLst>
        </pc:spChg>
        <pc:spChg chg="mod">
          <ac:chgData name="Zheng Fei" userId="d19317889db4c986" providerId="LiveId" clId="{AD59A651-0F9D-C346-8F0E-495CA4369926}" dt="2022-12-12T03:09:52.164" v="731" actId="1076"/>
          <ac:spMkLst>
            <pc:docMk/>
            <pc:sldMk cId="2853231837" sldId="404"/>
            <ac:spMk id="10" creationId="{DCA98F7B-1E39-B941-B907-0122AC39EA94}"/>
          </ac:spMkLst>
        </pc:spChg>
        <pc:spChg chg="del">
          <ac:chgData name="Zheng Fei" userId="d19317889db4c986" providerId="LiveId" clId="{AD59A651-0F9D-C346-8F0E-495CA4369926}" dt="2022-12-12T03:06:17.806" v="664" actId="478"/>
          <ac:spMkLst>
            <pc:docMk/>
            <pc:sldMk cId="2853231837" sldId="404"/>
            <ac:spMk id="11" creationId="{4986BD3C-08E8-324D-B081-8E4807DDBE0E}"/>
          </ac:spMkLst>
        </pc:spChg>
        <pc:picChg chg="add mod">
          <ac:chgData name="Zheng Fei" userId="d19317889db4c986" providerId="LiveId" clId="{AD59A651-0F9D-C346-8F0E-495CA4369926}" dt="2022-12-12T03:10:10.031" v="735" actId="1076"/>
          <ac:picMkLst>
            <pc:docMk/>
            <pc:sldMk cId="2853231837" sldId="404"/>
            <ac:picMk id="5" creationId="{BFFACBBA-0818-3369-46D3-0BCC10981AD2}"/>
          </ac:picMkLst>
        </pc:picChg>
      </pc:sldChg>
      <pc:sldChg chg="delSp modSp mod">
        <pc:chgData name="Zheng Fei" userId="d19317889db4c986" providerId="LiveId" clId="{AD59A651-0F9D-C346-8F0E-495CA4369926}" dt="2022-12-12T03:11:25.013" v="754" actId="1076"/>
        <pc:sldMkLst>
          <pc:docMk/>
          <pc:sldMk cId="1464690041" sldId="405"/>
        </pc:sldMkLst>
        <pc:spChg chg="mod">
          <ac:chgData name="Zheng Fei" userId="d19317889db4c986" providerId="LiveId" clId="{AD59A651-0F9D-C346-8F0E-495CA4369926}" dt="2022-12-12T03:10:37.600" v="739" actId="113"/>
          <ac:spMkLst>
            <pc:docMk/>
            <pc:sldMk cId="1464690041" sldId="405"/>
            <ac:spMk id="2" creationId="{22D4D34E-D318-6850-D2CF-5ED38DBD7ECB}"/>
          </ac:spMkLst>
        </pc:spChg>
        <pc:spChg chg="mod">
          <ac:chgData name="Zheng Fei" userId="d19317889db4c986" providerId="LiveId" clId="{AD59A651-0F9D-C346-8F0E-495CA4369926}" dt="2022-12-12T03:11:25.013" v="754" actId="1076"/>
          <ac:spMkLst>
            <pc:docMk/>
            <pc:sldMk cId="1464690041" sldId="405"/>
            <ac:spMk id="212995" creationId="{5C008037-F0AF-E34A-83ED-B44B815F8FF0}"/>
          </ac:spMkLst>
        </pc:spChg>
        <pc:spChg chg="del">
          <ac:chgData name="Zheng Fei" userId="d19317889db4c986" providerId="LiveId" clId="{AD59A651-0F9D-C346-8F0E-495CA4369926}" dt="2022-12-12T03:10:40.374" v="740" actId="478"/>
          <ac:spMkLst>
            <pc:docMk/>
            <pc:sldMk cId="1464690041" sldId="405"/>
            <ac:spMk id="212999" creationId="{BFDC80ED-A32A-C64D-A8CC-1B68AA367FC6}"/>
          </ac:spMkLst>
        </pc:spChg>
      </pc:sldChg>
      <pc:sldChg chg="addSp modSp mod">
        <pc:chgData name="Zheng Fei" userId="d19317889db4c986" providerId="LiveId" clId="{AD59A651-0F9D-C346-8F0E-495CA4369926}" dt="2022-12-12T03:24:32.329" v="983" actId="1076"/>
        <pc:sldMkLst>
          <pc:docMk/>
          <pc:sldMk cId="1370771721" sldId="406"/>
        </pc:sldMkLst>
        <pc:spChg chg="add mod">
          <ac:chgData name="Zheng Fei" userId="d19317889db4c986" providerId="LiveId" clId="{AD59A651-0F9D-C346-8F0E-495CA4369926}" dt="2022-12-12T03:24:13.628" v="977" actId="14100"/>
          <ac:spMkLst>
            <pc:docMk/>
            <pc:sldMk cId="1370771721" sldId="406"/>
            <ac:spMk id="5" creationId="{83A3FB0D-5C6F-3B40-805D-E6B1C17681BD}"/>
          </ac:spMkLst>
        </pc:spChg>
        <pc:spChg chg="add mod">
          <ac:chgData name="Zheng Fei" userId="d19317889db4c986" providerId="LiveId" clId="{AD59A651-0F9D-C346-8F0E-495CA4369926}" dt="2022-12-12T03:23:59.796" v="973" actId="1076"/>
          <ac:spMkLst>
            <pc:docMk/>
            <pc:sldMk cId="1370771721" sldId="406"/>
            <ac:spMk id="6" creationId="{3998B0D8-6DEB-86AB-24CC-DDF314C3D08A}"/>
          </ac:spMkLst>
        </pc:spChg>
        <pc:spChg chg="add mod">
          <ac:chgData name="Zheng Fei" userId="d19317889db4c986" providerId="LiveId" clId="{AD59A651-0F9D-C346-8F0E-495CA4369926}" dt="2022-12-12T03:23:56.113" v="972" actId="1076"/>
          <ac:spMkLst>
            <pc:docMk/>
            <pc:sldMk cId="1370771721" sldId="406"/>
            <ac:spMk id="7" creationId="{7235E4E1-5388-AE4B-C62B-E485A2FD8F8F}"/>
          </ac:spMkLst>
        </pc:spChg>
        <pc:spChg chg="mod">
          <ac:chgData name="Zheng Fei" userId="d19317889db4c986" providerId="LiveId" clId="{AD59A651-0F9D-C346-8F0E-495CA4369926}" dt="2022-12-12T03:24:27.852" v="982" actId="20577"/>
          <ac:spMkLst>
            <pc:docMk/>
            <pc:sldMk cId="1370771721" sldId="406"/>
            <ac:spMk id="79879" creationId="{315A4930-9E54-DF4C-968C-BA0CACC2F14D}"/>
          </ac:spMkLst>
        </pc:spChg>
        <pc:picChg chg="mod">
          <ac:chgData name="Zheng Fei" userId="d19317889db4c986" providerId="LiveId" clId="{AD59A651-0F9D-C346-8F0E-495CA4369926}" dt="2022-12-12T03:24:32.329" v="983" actId="1076"/>
          <ac:picMkLst>
            <pc:docMk/>
            <pc:sldMk cId="1370771721" sldId="406"/>
            <ac:picMk id="3" creationId="{59CF8901-5F7A-44CC-99D0-5C943D5F0EE9}"/>
          </ac:picMkLst>
        </pc:picChg>
      </pc:sldChg>
      <pc:sldChg chg="delSp modSp mod">
        <pc:chgData name="Zheng Fei" userId="d19317889db4c986" providerId="LiveId" clId="{AD59A651-0F9D-C346-8F0E-495CA4369926}" dt="2022-12-12T03:20:45.604" v="895" actId="20577"/>
        <pc:sldMkLst>
          <pc:docMk/>
          <pc:sldMk cId="771023811" sldId="407"/>
        </pc:sldMkLst>
        <pc:spChg chg="mod">
          <ac:chgData name="Zheng Fei" userId="d19317889db4c986" providerId="LiveId" clId="{AD59A651-0F9D-C346-8F0E-495CA4369926}" dt="2022-12-12T03:20:17.248" v="885" actId="1076"/>
          <ac:spMkLst>
            <pc:docMk/>
            <pc:sldMk cId="771023811" sldId="407"/>
            <ac:spMk id="7" creationId="{B7DFEDD6-FBD4-4E4A-9F13-8C667FBB955B}"/>
          </ac:spMkLst>
        </pc:spChg>
        <pc:spChg chg="mod">
          <ac:chgData name="Zheng Fei" userId="d19317889db4c986" providerId="LiveId" clId="{AD59A651-0F9D-C346-8F0E-495CA4369926}" dt="2022-12-12T03:20:19.217" v="886" actId="1076"/>
          <ac:spMkLst>
            <pc:docMk/>
            <pc:sldMk cId="771023811" sldId="407"/>
            <ac:spMk id="8" creationId="{EFC62A39-3BDD-41AC-8204-EA2B42860D00}"/>
          </ac:spMkLst>
        </pc:spChg>
        <pc:spChg chg="mod">
          <ac:chgData name="Zheng Fei" userId="d19317889db4c986" providerId="LiveId" clId="{AD59A651-0F9D-C346-8F0E-495CA4369926}" dt="2022-12-12T03:20:45.604" v="895" actId="20577"/>
          <ac:spMkLst>
            <pc:docMk/>
            <pc:sldMk cId="771023811" sldId="407"/>
            <ac:spMk id="11" creationId="{DD1278D0-7FA4-432C-AECD-17C8F8021505}"/>
          </ac:spMkLst>
        </pc:spChg>
        <pc:picChg chg="del">
          <ac:chgData name="Zheng Fei" userId="d19317889db4c986" providerId="LiveId" clId="{AD59A651-0F9D-C346-8F0E-495CA4369926}" dt="2022-12-12T03:19:13.073" v="877" actId="478"/>
          <ac:picMkLst>
            <pc:docMk/>
            <pc:sldMk cId="771023811" sldId="407"/>
            <ac:picMk id="3" creationId="{59CF8901-5F7A-44CC-99D0-5C943D5F0EE9}"/>
          </ac:picMkLst>
        </pc:picChg>
        <pc:picChg chg="mod">
          <ac:chgData name="Zheng Fei" userId="d19317889db4c986" providerId="LiveId" clId="{AD59A651-0F9D-C346-8F0E-495CA4369926}" dt="2022-12-12T03:20:15.355" v="884" actId="1076"/>
          <ac:picMkLst>
            <pc:docMk/>
            <pc:sldMk cId="771023811" sldId="407"/>
            <ac:picMk id="4" creationId="{9C9B4275-AA3E-4EF9-BB50-8EA88A589AA2}"/>
          </ac:picMkLst>
        </pc:picChg>
      </pc:sldChg>
      <pc:sldChg chg="addSp modSp mod">
        <pc:chgData name="Zheng Fei" userId="d19317889db4c986" providerId="LiveId" clId="{AD59A651-0F9D-C346-8F0E-495CA4369926}" dt="2022-12-12T03:38:24.045" v="1333" actId="113"/>
        <pc:sldMkLst>
          <pc:docMk/>
          <pc:sldMk cId="3028669943" sldId="408"/>
        </pc:sldMkLst>
        <pc:spChg chg="add mod">
          <ac:chgData name="Zheng Fei" userId="d19317889db4c986" providerId="LiveId" clId="{AD59A651-0F9D-C346-8F0E-495CA4369926}" dt="2022-12-12T02:24:30.900" v="174" actId="14100"/>
          <ac:spMkLst>
            <pc:docMk/>
            <pc:sldMk cId="3028669943" sldId="408"/>
            <ac:spMk id="4" creationId="{00FCBA77-94F3-2E44-28DC-3E55691CCA82}"/>
          </ac:spMkLst>
        </pc:spChg>
        <pc:spChg chg="mod">
          <ac:chgData name="Zheng Fei" userId="d19317889db4c986" providerId="LiveId" clId="{AD59A651-0F9D-C346-8F0E-495CA4369926}" dt="2022-12-12T03:37:25.345" v="1316" actId="113"/>
          <ac:spMkLst>
            <pc:docMk/>
            <pc:sldMk cId="3028669943" sldId="408"/>
            <ac:spMk id="81922" creationId="{14E0717B-6270-FB40-A783-B7657E66B286}"/>
          </ac:spMkLst>
        </pc:spChg>
        <pc:spChg chg="mod">
          <ac:chgData name="Zheng Fei" userId="d19317889db4c986" providerId="LiveId" clId="{AD59A651-0F9D-C346-8F0E-495CA4369926}" dt="2022-12-12T03:38:24.045" v="1333" actId="113"/>
          <ac:spMkLst>
            <pc:docMk/>
            <pc:sldMk cId="3028669943" sldId="408"/>
            <ac:spMk id="81924" creationId="{E5577144-0701-3949-9EC3-5C91E9F2E43C}"/>
          </ac:spMkLst>
        </pc:spChg>
      </pc:sldChg>
      <pc:sldChg chg="addSp modSp mod">
        <pc:chgData name="Zheng Fei" userId="d19317889db4c986" providerId="LiveId" clId="{AD59A651-0F9D-C346-8F0E-495CA4369926}" dt="2022-12-12T03:38:58.016" v="1342" actId="207"/>
        <pc:sldMkLst>
          <pc:docMk/>
          <pc:sldMk cId="1001287326" sldId="409"/>
        </pc:sldMkLst>
        <pc:spChg chg="add mod">
          <ac:chgData name="Zheng Fei" userId="d19317889db4c986" providerId="LiveId" clId="{AD59A651-0F9D-C346-8F0E-495CA4369926}" dt="2022-12-12T03:38:49.093" v="1339" actId="1076"/>
          <ac:spMkLst>
            <pc:docMk/>
            <pc:sldMk cId="1001287326" sldId="409"/>
            <ac:spMk id="4" creationId="{E38D63A7-EFD5-EE5B-F872-55B76C95C62B}"/>
          </ac:spMkLst>
        </pc:spChg>
        <pc:spChg chg="mod">
          <ac:chgData name="Zheng Fei" userId="d19317889db4c986" providerId="LiveId" clId="{AD59A651-0F9D-C346-8F0E-495CA4369926}" dt="2022-12-12T03:38:58.016" v="1342" actId="207"/>
          <ac:spMkLst>
            <pc:docMk/>
            <pc:sldMk cId="1001287326" sldId="409"/>
            <ac:spMk id="81922" creationId="{14E0717B-6270-FB40-A783-B7657E66B286}"/>
          </ac:spMkLst>
        </pc:spChg>
        <pc:spChg chg="mod">
          <ac:chgData name="Zheng Fei" userId="d19317889db4c986" providerId="LiveId" clId="{AD59A651-0F9D-C346-8F0E-495CA4369926}" dt="2022-12-12T03:38:55.011" v="1341" actId="113"/>
          <ac:spMkLst>
            <pc:docMk/>
            <pc:sldMk cId="1001287326" sldId="409"/>
            <ac:spMk id="81924" creationId="{E5577144-0701-3949-9EC3-5C91E9F2E43C}"/>
          </ac:spMkLst>
        </pc:spChg>
      </pc:sldChg>
      <pc:sldChg chg="delSp modSp del mod">
        <pc:chgData name="Zheng Fei" userId="d19317889db4c986" providerId="LiveId" clId="{AD59A651-0F9D-C346-8F0E-495CA4369926}" dt="2022-12-12T03:10:14.092" v="736" actId="2696"/>
        <pc:sldMkLst>
          <pc:docMk/>
          <pc:sldMk cId="1387937541" sldId="410"/>
        </pc:sldMkLst>
        <pc:spChg chg="mod">
          <ac:chgData name="Zheng Fei" userId="d19317889db4c986" providerId="LiveId" clId="{AD59A651-0F9D-C346-8F0E-495CA4369926}" dt="2022-12-12T03:07:21.455" v="683" actId="20577"/>
          <ac:spMkLst>
            <pc:docMk/>
            <pc:sldMk cId="1387937541" sldId="410"/>
            <ac:spMk id="2" creationId="{39C13F22-F757-408E-9BFD-9334F914EB9E}"/>
          </ac:spMkLst>
        </pc:spChg>
        <pc:picChg chg="del mod modCrop">
          <ac:chgData name="Zheng Fei" userId="d19317889db4c986" providerId="LiveId" clId="{AD59A651-0F9D-C346-8F0E-495CA4369926}" dt="2022-12-12T03:08:56.425" v="711" actId="21"/>
          <ac:picMkLst>
            <pc:docMk/>
            <pc:sldMk cId="1387937541" sldId="410"/>
            <ac:picMk id="3" creationId="{BB4FCC9F-151D-4ECB-AC48-32501DDCD70E}"/>
          </ac:picMkLst>
        </pc:picChg>
      </pc:sldChg>
      <pc:sldChg chg="modSp mod">
        <pc:chgData name="Zheng Fei" userId="d19317889db4c986" providerId="LiveId" clId="{AD59A651-0F9D-C346-8F0E-495CA4369926}" dt="2022-12-12T03:06:10.997" v="663" actId="1076"/>
        <pc:sldMkLst>
          <pc:docMk/>
          <pc:sldMk cId="2236120286" sldId="411"/>
        </pc:sldMkLst>
        <pc:picChg chg="mod">
          <ac:chgData name="Zheng Fei" userId="d19317889db4c986" providerId="LiveId" clId="{AD59A651-0F9D-C346-8F0E-495CA4369926}" dt="2022-12-12T03:06:10.997" v="663" actId="1076"/>
          <ac:picMkLst>
            <pc:docMk/>
            <pc:sldMk cId="2236120286" sldId="411"/>
            <ac:picMk id="3" creationId="{34F636CD-F158-4730-AD19-970CE85FA374}"/>
          </ac:picMkLst>
        </pc:picChg>
      </pc:sldChg>
      <pc:sldChg chg="del">
        <pc:chgData name="Zheng Fei" userId="d19317889db4c986" providerId="LiveId" clId="{AD59A651-0F9D-C346-8F0E-495CA4369926}" dt="2022-12-11T12:04:21.896" v="6" actId="2696"/>
        <pc:sldMkLst>
          <pc:docMk/>
          <pc:sldMk cId="2421043722" sldId="433"/>
        </pc:sldMkLst>
      </pc:sldChg>
      <pc:sldChg chg="del">
        <pc:chgData name="Zheng Fei" userId="d19317889db4c986" providerId="LiveId" clId="{AD59A651-0F9D-C346-8F0E-495CA4369926}" dt="2022-12-11T12:04:11.304" v="1" actId="2696"/>
        <pc:sldMkLst>
          <pc:docMk/>
          <pc:sldMk cId="200916843" sldId="1784"/>
        </pc:sldMkLst>
      </pc:sldChg>
      <pc:sldChg chg="del">
        <pc:chgData name="Zheng Fei" userId="d19317889db4c986" providerId="LiveId" clId="{AD59A651-0F9D-C346-8F0E-495CA4369926}" dt="2022-12-11T12:04:21.800" v="2" actId="2696"/>
        <pc:sldMkLst>
          <pc:docMk/>
          <pc:sldMk cId="3043627081" sldId="1785"/>
        </pc:sldMkLst>
      </pc:sldChg>
      <pc:sldChg chg="del">
        <pc:chgData name="Zheng Fei" userId="d19317889db4c986" providerId="LiveId" clId="{AD59A651-0F9D-C346-8F0E-495CA4369926}" dt="2022-12-12T02:24:51.223" v="178" actId="2696"/>
        <pc:sldMkLst>
          <pc:docMk/>
          <pc:sldMk cId="3062948143" sldId="1786"/>
        </pc:sldMkLst>
      </pc:sldChg>
      <pc:sldChg chg="del">
        <pc:chgData name="Zheng Fei" userId="d19317889db4c986" providerId="LiveId" clId="{AD59A651-0F9D-C346-8F0E-495CA4369926}" dt="2022-12-11T12:04:21.873" v="5" actId="2696"/>
        <pc:sldMkLst>
          <pc:docMk/>
          <pc:sldMk cId="2645576949" sldId="1787"/>
        </pc:sldMkLst>
      </pc:sldChg>
      <pc:sldChg chg="modSp add mod">
        <pc:chgData name="Zheng Fei" userId="d19317889db4c986" providerId="LiveId" clId="{AD59A651-0F9D-C346-8F0E-495CA4369926}" dt="2022-12-12T02:25:42.387" v="214" actId="207"/>
        <pc:sldMkLst>
          <pc:docMk/>
          <pc:sldMk cId="1542543075" sldId="1788"/>
        </pc:sldMkLst>
        <pc:spChg chg="mod">
          <ac:chgData name="Zheng Fei" userId="d19317889db4c986" providerId="LiveId" clId="{AD59A651-0F9D-C346-8F0E-495CA4369926}" dt="2022-12-12T02:25:42.387" v="214" actId="207"/>
          <ac:spMkLst>
            <pc:docMk/>
            <pc:sldMk cId="1542543075" sldId="1788"/>
            <ac:spMk id="2" creationId="{0F0CC45D-5913-8880-A125-39FA2B5BDA23}"/>
          </ac:spMkLst>
        </pc:spChg>
      </pc:sldChg>
      <pc:sldChg chg="add">
        <pc:chgData name="Zheng Fei" userId="d19317889db4c986" providerId="LiveId" clId="{AD59A651-0F9D-C346-8F0E-495CA4369926}" dt="2022-12-12T02:24:53.688" v="179"/>
        <pc:sldMkLst>
          <pc:docMk/>
          <pc:sldMk cId="2423872167" sldId="1789"/>
        </pc:sldMkLst>
      </pc:sldChg>
      <pc:sldChg chg="addSp delSp modSp new mod">
        <pc:chgData name="Zheng Fei" userId="d19317889db4c986" providerId="LiveId" clId="{AD59A651-0F9D-C346-8F0E-495CA4369926}" dt="2022-12-12T02:38:41.574" v="430" actId="1076"/>
        <pc:sldMkLst>
          <pc:docMk/>
          <pc:sldMk cId="2009413980" sldId="1790"/>
        </pc:sldMkLst>
        <pc:spChg chg="del mod">
          <ac:chgData name="Zheng Fei" userId="d19317889db4c986" providerId="LiveId" clId="{AD59A651-0F9D-C346-8F0E-495CA4369926}" dt="2022-12-12T02:37:10.119" v="420" actId="478"/>
          <ac:spMkLst>
            <pc:docMk/>
            <pc:sldMk cId="2009413980" sldId="1790"/>
            <ac:spMk id="2" creationId="{CABA5D95-D288-3F78-F81A-C727854A1A7C}"/>
          </ac:spMkLst>
        </pc:spChg>
        <pc:spChg chg="del mod">
          <ac:chgData name="Zheng Fei" userId="d19317889db4c986" providerId="LiveId" clId="{AD59A651-0F9D-C346-8F0E-495CA4369926}" dt="2022-12-12T02:37:13.862" v="422" actId="478"/>
          <ac:spMkLst>
            <pc:docMk/>
            <pc:sldMk cId="2009413980" sldId="1790"/>
            <ac:spMk id="3" creationId="{D0A66C13-C8C5-F39A-7EEF-9A7D95918F7E}"/>
          </ac:spMkLst>
        </pc:spChg>
        <pc:spChg chg="add del mod">
          <ac:chgData name="Zheng Fei" userId="d19317889db4c986" providerId="LiveId" clId="{AD59A651-0F9D-C346-8F0E-495CA4369926}" dt="2022-12-12T02:37:11.774" v="421" actId="478"/>
          <ac:spMkLst>
            <pc:docMk/>
            <pc:sldMk cId="2009413980" sldId="1790"/>
            <ac:spMk id="4" creationId="{5E105025-FD52-B8DA-1429-7E22E822796F}"/>
          </ac:spMkLst>
        </pc:spChg>
        <pc:spChg chg="add del mod">
          <ac:chgData name="Zheng Fei" userId="d19317889db4c986" providerId="LiveId" clId="{AD59A651-0F9D-C346-8F0E-495CA4369926}" dt="2022-12-12T02:37:22.027" v="423" actId="478"/>
          <ac:spMkLst>
            <pc:docMk/>
            <pc:sldMk cId="2009413980" sldId="1790"/>
            <ac:spMk id="5" creationId="{A868D5BD-B6C3-B9DA-0E83-B43B7A9A97CF}"/>
          </ac:spMkLst>
        </pc:spChg>
        <pc:spChg chg="add mod">
          <ac:chgData name="Zheng Fei" userId="d19317889db4c986" providerId="LiveId" clId="{AD59A651-0F9D-C346-8F0E-495CA4369926}" dt="2022-12-12T02:37:22.636" v="424"/>
          <ac:spMkLst>
            <pc:docMk/>
            <pc:sldMk cId="2009413980" sldId="1790"/>
            <ac:spMk id="6" creationId="{3AFB6B88-CDD3-3B73-03BB-0A63AF759807}"/>
          </ac:spMkLst>
        </pc:spChg>
        <pc:picChg chg="add mod">
          <ac:chgData name="Zheng Fei" userId="d19317889db4c986" providerId="LiveId" clId="{AD59A651-0F9D-C346-8F0E-495CA4369926}" dt="2022-12-12T02:38:41.574" v="430" actId="1076"/>
          <ac:picMkLst>
            <pc:docMk/>
            <pc:sldMk cId="2009413980" sldId="1790"/>
            <ac:picMk id="9" creationId="{BF6FCED8-4254-FC7F-9F44-2FDFCD9DCD91}"/>
          </ac:picMkLst>
        </pc:picChg>
        <pc:cxnChg chg="add mod">
          <ac:chgData name="Zheng Fei" userId="d19317889db4c986" providerId="LiveId" clId="{AD59A651-0F9D-C346-8F0E-495CA4369926}" dt="2022-12-12T02:37:22.636" v="424"/>
          <ac:cxnSpMkLst>
            <pc:docMk/>
            <pc:sldMk cId="2009413980" sldId="1790"/>
            <ac:cxnSpMk id="7" creationId="{D6B04BB2-7F02-CAA5-9024-535238F552BC}"/>
          </ac:cxnSpMkLst>
        </pc:cxnChg>
      </pc:sldChg>
      <pc:sldChg chg="add">
        <pc:chgData name="Zheng Fei" userId="d19317889db4c986" providerId="LiveId" clId="{AD59A651-0F9D-C346-8F0E-495CA4369926}" dt="2022-12-12T03:25:34.835" v="995"/>
        <pc:sldMkLst>
          <pc:docMk/>
          <pc:sldMk cId="1881422154" sldId="1791"/>
        </pc:sldMkLst>
      </pc:sldChg>
      <pc:sldChg chg="addSp modSp new mod">
        <pc:chgData name="Zheng Fei" userId="d19317889db4c986" providerId="LiveId" clId="{AD59A651-0F9D-C346-8F0E-495CA4369926}" dt="2022-12-12T03:27:44.901" v="1183" actId="113"/>
        <pc:sldMkLst>
          <pc:docMk/>
          <pc:sldMk cId="2769902925" sldId="1792"/>
        </pc:sldMkLst>
        <pc:spChg chg="mod">
          <ac:chgData name="Zheng Fei" userId="d19317889db4c986" providerId="LiveId" clId="{AD59A651-0F9D-C346-8F0E-495CA4369926}" dt="2022-12-12T03:27:44.901" v="1183" actId="113"/>
          <ac:spMkLst>
            <pc:docMk/>
            <pc:sldMk cId="2769902925" sldId="1792"/>
            <ac:spMk id="2" creationId="{44510B7C-C159-21E3-BA10-8673F67F13EA}"/>
          </ac:spMkLst>
        </pc:spChg>
        <pc:spChg chg="mod">
          <ac:chgData name="Zheng Fei" userId="d19317889db4c986" providerId="LiveId" clId="{AD59A651-0F9D-C346-8F0E-495CA4369926}" dt="2022-12-12T03:27:44.901" v="1183" actId="113"/>
          <ac:spMkLst>
            <pc:docMk/>
            <pc:sldMk cId="2769902925" sldId="1792"/>
            <ac:spMk id="3" creationId="{74C8A93C-2177-A98D-A93C-BF386C8BB019}"/>
          </ac:spMkLst>
        </pc:spChg>
        <pc:picChg chg="add mod">
          <ac:chgData name="Zheng Fei" userId="d19317889db4c986" providerId="LiveId" clId="{AD59A651-0F9D-C346-8F0E-495CA4369926}" dt="2022-12-12T03:26:48.632" v="1155" actId="1076"/>
          <ac:picMkLst>
            <pc:docMk/>
            <pc:sldMk cId="2769902925" sldId="1792"/>
            <ac:picMk id="4" creationId="{C5A8432A-0003-AECE-3844-BA3F0F1322FD}"/>
          </ac:picMkLst>
        </pc:picChg>
      </pc:sldChg>
      <pc:sldChg chg="addSp delSp modSp new mod setBg">
        <pc:chgData name="Zheng Fei" userId="d19317889db4c986" providerId="LiveId" clId="{AD59A651-0F9D-C346-8F0E-495CA4369926}" dt="2022-12-12T03:33:07.529" v="1206" actId="404"/>
        <pc:sldMkLst>
          <pc:docMk/>
          <pc:sldMk cId="318409868" sldId="1793"/>
        </pc:sldMkLst>
        <pc:spChg chg="del">
          <ac:chgData name="Zheng Fei" userId="d19317889db4c986" providerId="LiveId" clId="{AD59A651-0F9D-C346-8F0E-495CA4369926}" dt="2022-12-12T03:32:01.334" v="1186" actId="478"/>
          <ac:spMkLst>
            <pc:docMk/>
            <pc:sldMk cId="318409868" sldId="1793"/>
            <ac:spMk id="2" creationId="{76C7533C-AADD-0CE0-30D7-A35AAAAA235A}"/>
          </ac:spMkLst>
        </pc:spChg>
        <pc:spChg chg="del">
          <ac:chgData name="Zheng Fei" userId="d19317889db4c986" providerId="LiveId" clId="{AD59A651-0F9D-C346-8F0E-495CA4369926}" dt="2022-12-12T03:31:59.698" v="1185" actId="478"/>
          <ac:spMkLst>
            <pc:docMk/>
            <pc:sldMk cId="318409868" sldId="1793"/>
            <ac:spMk id="3" creationId="{63013952-33C6-599D-54C2-57289D2789CD}"/>
          </ac:spMkLst>
        </pc:spChg>
        <pc:spChg chg="add mod">
          <ac:chgData name="Zheng Fei" userId="d19317889db4c986" providerId="LiveId" clId="{AD59A651-0F9D-C346-8F0E-495CA4369926}" dt="2022-12-12T03:33:07.529" v="1206" actId="404"/>
          <ac:spMkLst>
            <pc:docMk/>
            <pc:sldMk cId="318409868" sldId="1793"/>
            <ac:spMk id="5" creationId="{61018C4E-6A7F-3343-CC41-C12A4884B5E7}"/>
          </ac:spMkLst>
        </pc:spChg>
        <pc:spChg chg="add del">
          <ac:chgData name="Zheng Fei" userId="d19317889db4c986" providerId="LiveId" clId="{AD59A651-0F9D-C346-8F0E-495CA4369926}" dt="2022-12-12T03:32:48.055" v="1191" actId="26606"/>
          <ac:spMkLst>
            <pc:docMk/>
            <pc:sldMk cId="318409868" sldId="1793"/>
            <ac:spMk id="10" creationId="{1A3C89F8-0D2F-47FF-B903-151248265F47}"/>
          </ac:spMkLst>
        </pc:spChg>
        <pc:spChg chg="add del">
          <ac:chgData name="Zheng Fei" userId="d19317889db4c986" providerId="LiveId" clId="{AD59A651-0F9D-C346-8F0E-495CA4369926}" dt="2022-12-12T03:32:48.055" v="1191" actId="26606"/>
          <ac:spMkLst>
            <pc:docMk/>
            <pc:sldMk cId="318409868" sldId="1793"/>
            <ac:spMk id="12" creationId="{C5CB530E-515E-412C-9DF1-5F8FFBD6F383}"/>
          </ac:spMkLst>
        </pc:spChg>
        <pc:spChg chg="add del">
          <ac:chgData name="Zheng Fei" userId="d19317889db4c986" providerId="LiveId" clId="{AD59A651-0F9D-C346-8F0E-495CA4369926}" dt="2022-12-12T03:32:48.055" v="1191" actId="26606"/>
          <ac:spMkLst>
            <pc:docMk/>
            <pc:sldMk cId="318409868" sldId="1793"/>
            <ac:spMk id="14" creationId="{712D4376-A578-4FF1-94FC-245E7A6A489F}"/>
          </ac:spMkLst>
        </pc:spChg>
        <pc:spChg chg="add del">
          <ac:chgData name="Zheng Fei" userId="d19317889db4c986" providerId="LiveId" clId="{AD59A651-0F9D-C346-8F0E-495CA4369926}" dt="2022-12-12T03:32:48.055" v="1191" actId="26606"/>
          <ac:spMkLst>
            <pc:docMk/>
            <pc:sldMk cId="318409868" sldId="1793"/>
            <ac:spMk id="16" creationId="{AEA7509D-F04F-40CB-A0B3-EEF16499CC9F}"/>
          </ac:spMkLst>
        </pc:spChg>
        <pc:spChg chg="add del">
          <ac:chgData name="Zheng Fei" userId="d19317889db4c986" providerId="LiveId" clId="{AD59A651-0F9D-C346-8F0E-495CA4369926}" dt="2022-12-12T03:32:48.055" v="1191" actId="26606"/>
          <ac:spMkLst>
            <pc:docMk/>
            <pc:sldMk cId="318409868" sldId="1793"/>
            <ac:spMk id="20" creationId="{508BEF50-7B1E-49A4-BC19-5F4F1D755E64}"/>
          </ac:spMkLst>
        </pc:spChg>
        <pc:spChg chg="add del">
          <ac:chgData name="Zheng Fei" userId="d19317889db4c986" providerId="LiveId" clId="{AD59A651-0F9D-C346-8F0E-495CA4369926}" dt="2022-12-12T03:32:48.055" v="1191" actId="26606"/>
          <ac:spMkLst>
            <pc:docMk/>
            <pc:sldMk cId="318409868" sldId="1793"/>
            <ac:spMk id="22" creationId="{3FBAD350-5664-4811-A208-657FB882D350}"/>
          </ac:spMkLst>
        </pc:spChg>
        <pc:spChg chg="add del">
          <ac:chgData name="Zheng Fei" userId="d19317889db4c986" providerId="LiveId" clId="{AD59A651-0F9D-C346-8F0E-495CA4369926}" dt="2022-12-12T03:32:48.055" v="1191" actId="26606"/>
          <ac:spMkLst>
            <pc:docMk/>
            <pc:sldMk cId="318409868" sldId="1793"/>
            <ac:spMk id="24" creationId="{C39ADB8F-D187-49D7-BDCF-C1B6DC727068}"/>
          </ac:spMkLst>
        </pc:spChg>
        <pc:spChg chg="add del">
          <ac:chgData name="Zheng Fei" userId="d19317889db4c986" providerId="LiveId" clId="{AD59A651-0F9D-C346-8F0E-495CA4369926}" dt="2022-12-12T03:32:50.571" v="1193" actId="26606"/>
          <ac:spMkLst>
            <pc:docMk/>
            <pc:sldMk cId="318409868" sldId="1793"/>
            <ac:spMk id="26" creationId="{6314D791-4D8A-4854-B8FC-6959656D09AD}"/>
          </ac:spMkLst>
        </pc:spChg>
        <pc:spChg chg="add del">
          <ac:chgData name="Zheng Fei" userId="d19317889db4c986" providerId="LiveId" clId="{AD59A651-0F9D-C346-8F0E-495CA4369926}" dt="2022-12-12T03:32:50.571" v="1193" actId="26606"/>
          <ac:spMkLst>
            <pc:docMk/>
            <pc:sldMk cId="318409868" sldId="1793"/>
            <ac:spMk id="27" creationId="{15076E76-3EB3-4269-8135-07CAB20E59A5}"/>
          </ac:spMkLst>
        </pc:spChg>
        <pc:spChg chg="add del">
          <ac:chgData name="Zheng Fei" userId="d19317889db4c986" providerId="LiveId" clId="{AD59A651-0F9D-C346-8F0E-495CA4369926}" dt="2022-12-12T03:32:52.637" v="1195" actId="26606"/>
          <ac:spMkLst>
            <pc:docMk/>
            <pc:sldMk cId="318409868" sldId="1793"/>
            <ac:spMk id="35" creationId="{A93898FF-D987-4B0E-BFB4-85F5EB356D4D}"/>
          </ac:spMkLst>
        </pc:spChg>
        <pc:spChg chg="add del">
          <ac:chgData name="Zheng Fei" userId="d19317889db4c986" providerId="LiveId" clId="{AD59A651-0F9D-C346-8F0E-495CA4369926}" dt="2022-12-12T03:32:52.637" v="1195" actId="26606"/>
          <ac:spMkLst>
            <pc:docMk/>
            <pc:sldMk cId="318409868" sldId="1793"/>
            <ac:spMk id="36" creationId="{FEB84055-029C-4E86-8844-D05D96C024BC}"/>
          </ac:spMkLst>
        </pc:spChg>
        <pc:spChg chg="add del">
          <ac:chgData name="Zheng Fei" userId="d19317889db4c986" providerId="LiveId" clId="{AD59A651-0F9D-C346-8F0E-495CA4369926}" dt="2022-12-12T03:32:52.637" v="1195" actId="26606"/>
          <ac:spMkLst>
            <pc:docMk/>
            <pc:sldMk cId="318409868" sldId="1793"/>
            <ac:spMk id="38" creationId="{799037F2-4CAF-446B-90DB-1480B247AA69}"/>
          </ac:spMkLst>
        </pc:spChg>
        <pc:spChg chg="add del">
          <ac:chgData name="Zheng Fei" userId="d19317889db4c986" providerId="LiveId" clId="{AD59A651-0F9D-C346-8F0E-495CA4369926}" dt="2022-12-12T03:32:52.637" v="1195" actId="26606"/>
          <ac:spMkLst>
            <pc:docMk/>
            <pc:sldMk cId="318409868" sldId="1793"/>
            <ac:spMk id="39" creationId="{7128589C-AF3D-49CF-BD92-C1D1D2F5387F}"/>
          </ac:spMkLst>
        </pc:spChg>
        <pc:spChg chg="add del">
          <ac:chgData name="Zheng Fei" userId="d19317889db4c986" providerId="LiveId" clId="{AD59A651-0F9D-C346-8F0E-495CA4369926}" dt="2022-12-12T03:32:56.258" v="1197" actId="26606"/>
          <ac:spMkLst>
            <pc:docMk/>
            <pc:sldMk cId="318409868" sldId="1793"/>
            <ac:spMk id="41" creationId="{27427488-068E-4B55-AC8D-CD070B8CD46D}"/>
          </ac:spMkLst>
        </pc:spChg>
        <pc:spChg chg="add del">
          <ac:chgData name="Zheng Fei" userId="d19317889db4c986" providerId="LiveId" clId="{AD59A651-0F9D-C346-8F0E-495CA4369926}" dt="2022-12-12T03:32:56.258" v="1197" actId="26606"/>
          <ac:spMkLst>
            <pc:docMk/>
            <pc:sldMk cId="318409868" sldId="1793"/>
            <ac:spMk id="44" creationId="{E6A0E474-BC1B-4020-8F1C-5DB17CF64AD3}"/>
          </ac:spMkLst>
        </pc:spChg>
        <pc:spChg chg="add del">
          <ac:chgData name="Zheng Fei" userId="d19317889db4c986" providerId="LiveId" clId="{AD59A651-0F9D-C346-8F0E-495CA4369926}" dt="2022-12-12T03:32:56.258" v="1197" actId="26606"/>
          <ac:spMkLst>
            <pc:docMk/>
            <pc:sldMk cId="318409868" sldId="1793"/>
            <ac:spMk id="45" creationId="{A20AF199-99C2-4569-9CAF-24514AE5E82A}"/>
          </ac:spMkLst>
        </pc:spChg>
        <pc:spChg chg="add del">
          <ac:chgData name="Zheng Fei" userId="d19317889db4c986" providerId="LiveId" clId="{AD59A651-0F9D-C346-8F0E-495CA4369926}" dt="2022-12-12T03:32:58.714" v="1199" actId="26606"/>
          <ac:spMkLst>
            <pc:docMk/>
            <pc:sldMk cId="318409868" sldId="1793"/>
            <ac:spMk id="47" creationId="{A93898FF-D987-4B0E-BFB4-85F5EB356D4D}"/>
          </ac:spMkLst>
        </pc:spChg>
        <pc:spChg chg="add del">
          <ac:chgData name="Zheng Fei" userId="d19317889db4c986" providerId="LiveId" clId="{AD59A651-0F9D-C346-8F0E-495CA4369926}" dt="2022-12-12T03:32:58.714" v="1199" actId="26606"/>
          <ac:spMkLst>
            <pc:docMk/>
            <pc:sldMk cId="318409868" sldId="1793"/>
            <ac:spMk id="48" creationId="{FEB84055-029C-4E86-8844-D05D96C024BC}"/>
          </ac:spMkLst>
        </pc:spChg>
        <pc:spChg chg="add del">
          <ac:chgData name="Zheng Fei" userId="d19317889db4c986" providerId="LiveId" clId="{AD59A651-0F9D-C346-8F0E-495CA4369926}" dt="2022-12-12T03:32:58.714" v="1199" actId="26606"/>
          <ac:spMkLst>
            <pc:docMk/>
            <pc:sldMk cId="318409868" sldId="1793"/>
            <ac:spMk id="50" creationId="{799037F2-4CAF-446B-90DB-1480B247AA69}"/>
          </ac:spMkLst>
        </pc:spChg>
        <pc:spChg chg="add del">
          <ac:chgData name="Zheng Fei" userId="d19317889db4c986" providerId="LiveId" clId="{AD59A651-0F9D-C346-8F0E-495CA4369926}" dt="2022-12-12T03:32:58.714" v="1199" actId="26606"/>
          <ac:spMkLst>
            <pc:docMk/>
            <pc:sldMk cId="318409868" sldId="1793"/>
            <ac:spMk id="51" creationId="{7128589C-AF3D-49CF-BD92-C1D1D2F5387F}"/>
          </ac:spMkLst>
        </pc:spChg>
        <pc:spChg chg="add">
          <ac:chgData name="Zheng Fei" userId="d19317889db4c986" providerId="LiveId" clId="{AD59A651-0F9D-C346-8F0E-495CA4369926}" dt="2022-12-12T03:32:58.728" v="1200" actId="26606"/>
          <ac:spMkLst>
            <pc:docMk/>
            <pc:sldMk cId="318409868" sldId="1793"/>
            <ac:spMk id="53" creationId="{6314D791-4D8A-4854-B8FC-6959656D09AD}"/>
          </ac:spMkLst>
        </pc:spChg>
        <pc:spChg chg="add">
          <ac:chgData name="Zheng Fei" userId="d19317889db4c986" providerId="LiveId" clId="{AD59A651-0F9D-C346-8F0E-495CA4369926}" dt="2022-12-12T03:32:58.728" v="1200" actId="26606"/>
          <ac:spMkLst>
            <pc:docMk/>
            <pc:sldMk cId="318409868" sldId="1793"/>
            <ac:spMk id="54" creationId="{15076E76-3EB3-4269-8135-07CAB20E59A5}"/>
          </ac:spMkLst>
        </pc:spChg>
        <pc:grpChg chg="add del">
          <ac:chgData name="Zheng Fei" userId="d19317889db4c986" providerId="LiveId" clId="{AD59A651-0F9D-C346-8F0E-495CA4369926}" dt="2022-12-12T03:32:50.571" v="1193" actId="26606"/>
          <ac:grpSpMkLst>
            <pc:docMk/>
            <pc:sldMk cId="318409868" sldId="1793"/>
            <ac:grpSpMk id="28" creationId="{5EB3C7E5-50E1-4F9E-AEA3-A6D2190394F1}"/>
          </ac:grpSpMkLst>
        </pc:grpChg>
        <pc:grpChg chg="add del">
          <ac:chgData name="Zheng Fei" userId="d19317889db4c986" providerId="LiveId" clId="{AD59A651-0F9D-C346-8F0E-495CA4369926}" dt="2022-12-12T03:32:50.571" v="1193" actId="26606"/>
          <ac:grpSpMkLst>
            <pc:docMk/>
            <pc:sldMk cId="318409868" sldId="1793"/>
            <ac:grpSpMk id="31" creationId="{B988F9A4-0578-4C59-8B4A-346E02CF3A3F}"/>
          </ac:grpSpMkLst>
        </pc:grpChg>
        <pc:grpChg chg="add del">
          <ac:chgData name="Zheng Fei" userId="d19317889db4c986" providerId="LiveId" clId="{AD59A651-0F9D-C346-8F0E-495CA4369926}" dt="2022-12-12T03:32:56.258" v="1197" actId="26606"/>
          <ac:grpSpMkLst>
            <pc:docMk/>
            <pc:sldMk cId="318409868" sldId="1793"/>
            <ac:grpSpMk id="42" creationId="{31460D47-75CD-497D-BC88-FA41997D2E49}"/>
          </ac:grpSpMkLst>
        </pc:grpChg>
        <pc:grpChg chg="add">
          <ac:chgData name="Zheng Fei" userId="d19317889db4c986" providerId="LiveId" clId="{AD59A651-0F9D-C346-8F0E-495CA4369926}" dt="2022-12-12T03:32:58.728" v="1200" actId="26606"/>
          <ac:grpSpMkLst>
            <pc:docMk/>
            <pc:sldMk cId="318409868" sldId="1793"/>
            <ac:grpSpMk id="55" creationId="{5EB3C7E5-50E1-4F9E-AEA3-A6D2190394F1}"/>
          </ac:grpSpMkLst>
        </pc:grpChg>
        <pc:grpChg chg="add">
          <ac:chgData name="Zheng Fei" userId="d19317889db4c986" providerId="LiveId" clId="{AD59A651-0F9D-C346-8F0E-495CA4369926}" dt="2022-12-12T03:32:58.728" v="1200" actId="26606"/>
          <ac:grpSpMkLst>
            <pc:docMk/>
            <pc:sldMk cId="318409868" sldId="1793"/>
            <ac:grpSpMk id="58" creationId="{B988F9A4-0578-4C59-8B4A-346E02CF3A3F}"/>
          </ac:grpSpMkLst>
        </pc:grpChg>
        <pc:picChg chg="add del">
          <ac:chgData name="Zheng Fei" userId="d19317889db4c986" providerId="LiveId" clId="{AD59A651-0F9D-C346-8F0E-495CA4369926}" dt="2022-12-12T03:32:52.637" v="1195" actId="26606"/>
          <ac:picMkLst>
            <pc:docMk/>
            <pc:sldMk cId="318409868" sldId="1793"/>
            <ac:picMk id="37" creationId="{8A2842C0-6210-4FDB-B1FF-C14C927377FB}"/>
          </ac:picMkLst>
        </pc:picChg>
        <pc:picChg chg="add del">
          <ac:chgData name="Zheng Fei" userId="d19317889db4c986" providerId="LiveId" clId="{AD59A651-0F9D-C346-8F0E-495CA4369926}" dt="2022-12-12T03:32:58.714" v="1199" actId="26606"/>
          <ac:picMkLst>
            <pc:docMk/>
            <pc:sldMk cId="318409868" sldId="1793"/>
            <ac:picMk id="49" creationId="{8A2842C0-6210-4FDB-B1FF-C14C927377FB}"/>
          </ac:picMkLst>
        </pc:picChg>
        <pc:cxnChg chg="add del">
          <ac:chgData name="Zheng Fei" userId="d19317889db4c986" providerId="LiveId" clId="{AD59A651-0F9D-C346-8F0E-495CA4369926}" dt="2022-12-12T03:32:48.055" v="1191" actId="26606"/>
          <ac:cxnSpMkLst>
            <pc:docMk/>
            <pc:sldMk cId="318409868" sldId="1793"/>
            <ac:cxnSpMk id="18" creationId="{56020367-4FD5-4596-8E10-C5F095CD8DBF}"/>
          </ac:cxnSpMkLst>
        </pc:cxnChg>
      </pc:sldChg>
    </pc:docChg>
  </pc:docChgLst>
  <pc:docChgLst>
    <pc:chgData name="Fei Zheng" userId="d19317889db4c986" providerId="LiveId" clId="{553C46AF-FAE1-E84D-8A63-3E954065312D}"/>
    <pc:docChg chg="addSld delSld modSld">
      <pc:chgData name="Fei Zheng" userId="d19317889db4c986" providerId="LiveId" clId="{553C46AF-FAE1-E84D-8A63-3E954065312D}" dt="2023-03-06T16:34:16.067" v="1256" actId="2696"/>
      <pc:docMkLst>
        <pc:docMk/>
      </pc:docMkLst>
      <pc:sldChg chg="modSp modAnim">
        <pc:chgData name="Fei Zheng" userId="d19317889db4c986" providerId="LiveId" clId="{553C46AF-FAE1-E84D-8A63-3E954065312D}" dt="2023-03-06T15:23:07.474" v="77"/>
        <pc:sldMkLst>
          <pc:docMk/>
          <pc:sldMk cId="0" sldId="265"/>
        </pc:sldMkLst>
        <pc:spChg chg="mod">
          <ac:chgData name="Fei Zheng" userId="d19317889db4c986" providerId="LiveId" clId="{553C46AF-FAE1-E84D-8A63-3E954065312D}" dt="2023-03-06T15:21:08.373" v="65"/>
          <ac:spMkLst>
            <pc:docMk/>
            <pc:sldMk cId="0" sldId="265"/>
            <ac:spMk id="69635" creationId="{3FE89C70-1BC5-1A47-B958-4E24CACAA64F}"/>
          </ac:spMkLst>
        </pc:spChg>
        <pc:spChg chg="mod">
          <ac:chgData name="Fei Zheng" userId="d19317889db4c986" providerId="LiveId" clId="{553C46AF-FAE1-E84D-8A63-3E954065312D}" dt="2023-03-06T15:22:44.543" v="75" actId="20577"/>
          <ac:spMkLst>
            <pc:docMk/>
            <pc:sldMk cId="0" sldId="265"/>
            <ac:spMk id="69636" creationId="{A444F019-76AB-5F4C-A814-54C3F7B272F2}"/>
          </ac:spMkLst>
        </pc:spChg>
      </pc:sldChg>
      <pc:sldChg chg="modSp modAnim">
        <pc:chgData name="Fei Zheng" userId="d19317889db4c986" providerId="LiveId" clId="{553C46AF-FAE1-E84D-8A63-3E954065312D}" dt="2023-03-06T13:48:49.825" v="54" actId="20577"/>
        <pc:sldMkLst>
          <pc:docMk/>
          <pc:sldMk cId="0" sldId="267"/>
        </pc:sldMkLst>
        <pc:spChg chg="mod">
          <ac:chgData name="Fei Zheng" userId="d19317889db4c986" providerId="LiveId" clId="{553C46AF-FAE1-E84D-8A63-3E954065312D}" dt="2023-03-06T13:48:34.049" v="42" actId="20577"/>
          <ac:spMkLst>
            <pc:docMk/>
            <pc:sldMk cId="0" sldId="267"/>
            <ac:spMk id="72708" creationId="{1885C26A-6A55-3241-8F6E-2C7592F7FACE}"/>
          </ac:spMkLst>
        </pc:spChg>
        <pc:spChg chg="mod">
          <ac:chgData name="Fei Zheng" userId="d19317889db4c986" providerId="LiveId" clId="{553C46AF-FAE1-E84D-8A63-3E954065312D}" dt="2023-03-06T13:48:49.825" v="54" actId="20577"/>
          <ac:spMkLst>
            <pc:docMk/>
            <pc:sldMk cId="0" sldId="267"/>
            <ac:spMk id="72709" creationId="{7F551A94-40C9-5341-9398-4CD9F740510E}"/>
          </ac:spMkLst>
        </pc:spChg>
      </pc:sldChg>
      <pc:sldChg chg="modAnim">
        <pc:chgData name="Fei Zheng" userId="d19317889db4c986" providerId="LiveId" clId="{553C46AF-FAE1-E84D-8A63-3E954065312D}" dt="2023-03-06T13:50:25.540" v="64"/>
        <pc:sldMkLst>
          <pc:docMk/>
          <pc:sldMk cId="0" sldId="268"/>
        </pc:sldMkLst>
      </pc:sldChg>
      <pc:sldChg chg="delSp">
        <pc:chgData name="Fei Zheng" userId="d19317889db4c986" providerId="LiveId" clId="{553C46AF-FAE1-E84D-8A63-3E954065312D}" dt="2023-03-06T15:36:17.097" v="289" actId="478"/>
        <pc:sldMkLst>
          <pc:docMk/>
          <pc:sldMk cId="0" sldId="269"/>
        </pc:sldMkLst>
        <pc:spChg chg="del">
          <ac:chgData name="Fei Zheng" userId="d19317889db4c986" providerId="LiveId" clId="{553C46AF-FAE1-E84D-8A63-3E954065312D}" dt="2023-03-06T15:36:17.097" v="289" actId="478"/>
          <ac:spMkLst>
            <pc:docMk/>
            <pc:sldMk cId="0" sldId="269"/>
            <ac:spMk id="74766" creationId="{8B0F161B-270B-8043-BD71-CC2F0186F733}"/>
          </ac:spMkLst>
        </pc:spChg>
      </pc:sldChg>
      <pc:sldChg chg="modAnim">
        <pc:chgData name="Fei Zheng" userId="d19317889db4c986" providerId="LiveId" clId="{553C46AF-FAE1-E84D-8A63-3E954065312D}" dt="2023-03-06T15:38:15.980" v="293"/>
        <pc:sldMkLst>
          <pc:docMk/>
          <pc:sldMk cId="0" sldId="270"/>
        </pc:sldMkLst>
      </pc:sldChg>
      <pc:sldChg chg="addSp modSp mod modAnim">
        <pc:chgData name="Fei Zheng" userId="d19317889db4c986" providerId="LiveId" clId="{553C46AF-FAE1-E84D-8A63-3E954065312D}" dt="2023-03-06T15:48:44.188" v="341"/>
        <pc:sldMkLst>
          <pc:docMk/>
          <pc:sldMk cId="0" sldId="271"/>
        </pc:sldMkLst>
        <pc:spChg chg="add mod">
          <ac:chgData name="Fei Zheng" userId="d19317889db4c986" providerId="LiveId" clId="{553C46AF-FAE1-E84D-8A63-3E954065312D}" dt="2023-03-06T15:48:17.620" v="336" actId="1076"/>
          <ac:spMkLst>
            <pc:docMk/>
            <pc:sldMk cId="0" sldId="271"/>
            <ac:spMk id="2" creationId="{08C15C9F-20AE-8460-0546-25D73BA8DECB}"/>
          </ac:spMkLst>
        </pc:spChg>
        <pc:spChg chg="mod">
          <ac:chgData name="Fei Zheng" userId="d19317889db4c986" providerId="LiveId" clId="{553C46AF-FAE1-E84D-8A63-3E954065312D}" dt="2023-03-06T15:48:23.718" v="337" actId="1076"/>
          <ac:spMkLst>
            <pc:docMk/>
            <pc:sldMk cId="0" sldId="271"/>
            <ac:spMk id="76806" creationId="{4A9E32B8-2B8B-8D45-8A39-B9D14AB762A2}"/>
          </ac:spMkLst>
        </pc:spChg>
        <pc:spChg chg="mod">
          <ac:chgData name="Fei Zheng" userId="d19317889db4c986" providerId="LiveId" clId="{553C46AF-FAE1-E84D-8A63-3E954065312D}" dt="2023-03-06T15:48:09.241" v="332" actId="1076"/>
          <ac:spMkLst>
            <pc:docMk/>
            <pc:sldMk cId="0" sldId="271"/>
            <ac:spMk id="76810" creationId="{072CE250-40A2-E24D-ABEB-AFB529E7C2F5}"/>
          </ac:spMkLst>
        </pc:spChg>
        <pc:graphicFrameChg chg="mod">
          <ac:chgData name="Fei Zheng" userId="d19317889db4c986" providerId="LiveId" clId="{553C46AF-FAE1-E84D-8A63-3E954065312D}" dt="2023-03-06T15:48:09.241" v="332" actId="1076"/>
          <ac:graphicFrameMkLst>
            <pc:docMk/>
            <pc:sldMk cId="0" sldId="271"/>
            <ac:graphicFrameMk id="76807" creationId="{B2267A17-2E5B-BB4D-B30B-FB3962449B0B}"/>
          </ac:graphicFrameMkLst>
        </pc:graphicFrameChg>
        <pc:graphicFrameChg chg="mod">
          <ac:chgData name="Fei Zheng" userId="d19317889db4c986" providerId="LiveId" clId="{553C46AF-FAE1-E84D-8A63-3E954065312D}" dt="2023-03-06T15:48:09.241" v="332" actId="1076"/>
          <ac:graphicFrameMkLst>
            <pc:docMk/>
            <pc:sldMk cId="0" sldId="271"/>
            <ac:graphicFrameMk id="76809" creationId="{D7D9480E-0142-A34F-9A97-1097FDFDBBF4}"/>
          </ac:graphicFrameMkLst>
        </pc:graphicFrameChg>
        <pc:graphicFrameChg chg="mod">
          <ac:chgData name="Fei Zheng" userId="d19317889db4c986" providerId="LiveId" clId="{553C46AF-FAE1-E84D-8A63-3E954065312D}" dt="2023-03-06T15:48:09.241" v="332" actId="1076"/>
          <ac:graphicFrameMkLst>
            <pc:docMk/>
            <pc:sldMk cId="0" sldId="271"/>
            <ac:graphicFrameMk id="76812" creationId="{B83FFF4C-A7AB-CB47-AA4B-7294A15E3367}"/>
          </ac:graphicFrameMkLst>
        </pc:graphicFrameChg>
      </pc:sldChg>
      <pc:sldChg chg="modSp">
        <pc:chgData name="Fei Zheng" userId="d19317889db4c986" providerId="LiveId" clId="{553C46AF-FAE1-E84D-8A63-3E954065312D}" dt="2023-03-06T15:49:46.363" v="342" actId="20577"/>
        <pc:sldMkLst>
          <pc:docMk/>
          <pc:sldMk cId="0" sldId="272"/>
        </pc:sldMkLst>
        <pc:spChg chg="mod">
          <ac:chgData name="Fei Zheng" userId="d19317889db4c986" providerId="LiveId" clId="{553C46AF-FAE1-E84D-8A63-3E954065312D}" dt="2023-03-06T15:49:46.363" v="342" actId="20577"/>
          <ac:spMkLst>
            <pc:docMk/>
            <pc:sldMk cId="0" sldId="272"/>
            <ac:spMk id="21" creationId="{E34144A7-C251-488E-88FF-0882ED4B71A2}"/>
          </ac:spMkLst>
        </pc:spChg>
      </pc:sldChg>
      <pc:sldChg chg="modAnim">
        <pc:chgData name="Fei Zheng" userId="d19317889db4c986" providerId="LiveId" clId="{553C46AF-FAE1-E84D-8A63-3E954065312D}" dt="2023-03-06T15:52:33.490" v="349"/>
        <pc:sldMkLst>
          <pc:docMk/>
          <pc:sldMk cId="0" sldId="273"/>
        </pc:sldMkLst>
      </pc:sldChg>
      <pc:sldChg chg="modSp">
        <pc:chgData name="Fei Zheng" userId="d19317889db4c986" providerId="LiveId" clId="{553C46AF-FAE1-E84D-8A63-3E954065312D}" dt="2023-03-06T16:01:08.556" v="1220" actId="207"/>
        <pc:sldMkLst>
          <pc:docMk/>
          <pc:sldMk cId="0" sldId="274"/>
        </pc:sldMkLst>
        <pc:spChg chg="mod">
          <ac:chgData name="Fei Zheng" userId="d19317889db4c986" providerId="LiveId" clId="{553C46AF-FAE1-E84D-8A63-3E954065312D}" dt="2023-03-06T16:01:08.556" v="1220" actId="207"/>
          <ac:spMkLst>
            <pc:docMk/>
            <pc:sldMk cId="0" sldId="274"/>
            <ac:spMk id="79879" creationId="{315A4930-9E54-DF4C-968C-BA0CACC2F14D}"/>
          </ac:spMkLst>
        </pc:spChg>
      </pc:sldChg>
      <pc:sldChg chg="modAnim">
        <pc:chgData name="Fei Zheng" userId="d19317889db4c986" providerId="LiveId" clId="{553C46AF-FAE1-E84D-8A63-3E954065312D}" dt="2023-03-06T16:03:34.143" v="1239"/>
        <pc:sldMkLst>
          <pc:docMk/>
          <pc:sldMk cId="0" sldId="275"/>
        </pc:sldMkLst>
      </pc:sldChg>
      <pc:sldChg chg="modAnim">
        <pc:chgData name="Fei Zheng" userId="d19317889db4c986" providerId="LiveId" clId="{553C46AF-FAE1-E84D-8A63-3E954065312D}" dt="2023-03-06T16:03:54.812" v="1242"/>
        <pc:sldMkLst>
          <pc:docMk/>
          <pc:sldMk cId="0" sldId="276"/>
        </pc:sldMkLst>
      </pc:sldChg>
      <pc:sldChg chg="modSp modAnim">
        <pc:chgData name="Fei Zheng" userId="d19317889db4c986" providerId="LiveId" clId="{553C46AF-FAE1-E84D-8A63-3E954065312D}" dt="2023-03-06T16:06:16.954" v="1250"/>
        <pc:sldMkLst>
          <pc:docMk/>
          <pc:sldMk cId="0" sldId="281"/>
        </pc:sldMkLst>
        <pc:spChg chg="mod">
          <ac:chgData name="Fei Zheng" userId="d19317889db4c986" providerId="LiveId" clId="{553C46AF-FAE1-E84D-8A63-3E954065312D}" dt="2023-03-06T16:05:39.627" v="1245"/>
          <ac:spMkLst>
            <pc:docMk/>
            <pc:sldMk cId="0" sldId="281"/>
            <ac:spMk id="87043" creationId="{85BE90E0-3536-4540-92B1-BDB7962CE12C}"/>
          </ac:spMkLst>
        </pc:spChg>
      </pc:sldChg>
      <pc:sldChg chg="addSp modSp mod modAnim">
        <pc:chgData name="Fei Zheng" userId="d19317889db4c986" providerId="LiveId" clId="{553C46AF-FAE1-E84D-8A63-3E954065312D}" dt="2023-03-06T15:32:03.525" v="288"/>
        <pc:sldMkLst>
          <pc:docMk/>
          <pc:sldMk cId="1240468597" sldId="319"/>
        </pc:sldMkLst>
        <pc:spChg chg="mod">
          <ac:chgData name="Fei Zheng" userId="d19317889db4c986" providerId="LiveId" clId="{553C46AF-FAE1-E84D-8A63-3E954065312D}" dt="2023-03-06T15:31:19.231" v="284" actId="1035"/>
          <ac:spMkLst>
            <pc:docMk/>
            <pc:sldMk cId="1240468597" sldId="319"/>
            <ac:spMk id="2" creationId="{312D4565-0205-45ED-9021-6116B98A8C90}"/>
          </ac:spMkLst>
        </pc:spChg>
        <pc:spChg chg="mod">
          <ac:chgData name="Fei Zheng" userId="d19317889db4c986" providerId="LiveId" clId="{553C46AF-FAE1-E84D-8A63-3E954065312D}" dt="2023-03-06T15:30:42.675" v="274" actId="1076"/>
          <ac:spMkLst>
            <pc:docMk/>
            <pc:sldMk cId="1240468597" sldId="319"/>
            <ac:spMk id="5" creationId="{8AE26B70-37EA-E6FA-456C-80DAA82F47CD}"/>
          </ac:spMkLst>
        </pc:spChg>
        <pc:spChg chg="add mod">
          <ac:chgData name="Fei Zheng" userId="d19317889db4c986" providerId="LiveId" clId="{553C46AF-FAE1-E84D-8A63-3E954065312D}" dt="2023-03-06T15:31:51.189" v="287" actId="1076"/>
          <ac:spMkLst>
            <pc:docMk/>
            <pc:sldMk cId="1240468597" sldId="319"/>
            <ac:spMk id="6" creationId="{B62FFAA8-DBA0-223D-ACB0-7B0637A94C95}"/>
          </ac:spMkLst>
        </pc:spChg>
        <pc:spChg chg="mod">
          <ac:chgData name="Fei Zheng" userId="d19317889db4c986" providerId="LiveId" clId="{553C46AF-FAE1-E84D-8A63-3E954065312D}" dt="2023-03-06T15:30:49.607" v="276" actId="1076"/>
          <ac:spMkLst>
            <pc:docMk/>
            <pc:sldMk cId="1240468597" sldId="319"/>
            <ac:spMk id="69636" creationId="{A444F019-76AB-5F4C-A814-54C3F7B272F2}"/>
          </ac:spMkLst>
        </pc:spChg>
      </pc:sldChg>
      <pc:sldChg chg="modAnim">
        <pc:chgData name="Fei Zheng" userId="d19317889db4c986" providerId="LiveId" clId="{553C46AF-FAE1-E84D-8A63-3E954065312D}" dt="2023-03-06T15:51:46.053" v="344"/>
        <pc:sldMkLst>
          <pc:docMk/>
          <pc:sldMk cId="1873751283" sldId="320"/>
        </pc:sldMkLst>
      </pc:sldChg>
      <pc:sldChg chg="modSp modAnim">
        <pc:chgData name="Fei Zheng" userId="d19317889db4c986" providerId="LiveId" clId="{553C46AF-FAE1-E84D-8A63-3E954065312D}" dt="2023-03-06T16:21:43.282" v="1254"/>
        <pc:sldMkLst>
          <pc:docMk/>
          <pc:sldMk cId="0" sldId="351"/>
        </pc:sldMkLst>
        <pc:spChg chg="mod">
          <ac:chgData name="Fei Zheng" userId="d19317889db4c986" providerId="LiveId" clId="{553C46AF-FAE1-E84D-8A63-3E954065312D}" dt="2023-03-06T15:59:51.169" v="1216" actId="20577"/>
          <ac:spMkLst>
            <pc:docMk/>
            <pc:sldMk cId="0" sldId="351"/>
            <ac:spMk id="214018" creationId="{E7455CC3-B126-024E-B1F3-7EC7C5757301}"/>
          </ac:spMkLst>
        </pc:spChg>
        <pc:spChg chg="mod">
          <ac:chgData name="Fei Zheng" userId="d19317889db4c986" providerId="LiveId" clId="{553C46AF-FAE1-E84D-8A63-3E954065312D}" dt="2023-03-06T16:00:37.479" v="1219"/>
          <ac:spMkLst>
            <pc:docMk/>
            <pc:sldMk cId="0" sldId="351"/>
            <ac:spMk id="214036" creationId="{81EAC334-61D6-B345-95E1-3759BDFBF24F}"/>
          </ac:spMkLst>
        </pc:spChg>
      </pc:sldChg>
      <pc:sldChg chg="addSp delSp modSp mod modAnim">
        <pc:chgData name="Fei Zheng" userId="d19317889db4c986" providerId="LiveId" clId="{553C46AF-FAE1-E84D-8A63-3E954065312D}" dt="2023-03-06T16:03:07.414" v="1235"/>
        <pc:sldMkLst>
          <pc:docMk/>
          <pc:sldMk cId="1370771721" sldId="406"/>
        </pc:sldMkLst>
        <pc:spChg chg="add mod">
          <ac:chgData name="Fei Zheng" userId="d19317889db4c986" providerId="LiveId" clId="{553C46AF-FAE1-E84D-8A63-3E954065312D}" dt="2023-03-06T16:02:49.195" v="1233" actId="1076"/>
          <ac:spMkLst>
            <pc:docMk/>
            <pc:sldMk cId="1370771721" sldId="406"/>
            <ac:spMk id="9" creationId="{98739DED-F5FA-902F-093D-06E0B9ACA8C7}"/>
          </ac:spMkLst>
        </pc:spChg>
        <pc:spChg chg="add del mod">
          <ac:chgData name="Fei Zheng" userId="d19317889db4c986" providerId="LiveId" clId="{553C46AF-FAE1-E84D-8A63-3E954065312D}" dt="2023-03-06T16:01:59.700" v="1223" actId="21"/>
          <ac:spMkLst>
            <pc:docMk/>
            <pc:sldMk cId="1370771721" sldId="406"/>
            <ac:spMk id="79879" creationId="{315A4930-9E54-DF4C-968C-BA0CACC2F14D}"/>
          </ac:spMkLst>
        </pc:spChg>
      </pc:sldChg>
      <pc:sldChg chg="del">
        <pc:chgData name="Fei Zheng" userId="d19317889db4c986" providerId="LiveId" clId="{553C46AF-FAE1-E84D-8A63-3E954065312D}" dt="2023-03-06T16:07:36.785" v="1251" actId="2696"/>
        <pc:sldMkLst>
          <pc:docMk/>
          <pc:sldMk cId="1186721993" sldId="407"/>
        </pc:sldMkLst>
      </pc:sldChg>
      <pc:sldChg chg="add">
        <pc:chgData name="Fei Zheng" userId="d19317889db4c986" providerId="LiveId" clId="{553C46AF-FAE1-E84D-8A63-3E954065312D}" dt="2023-03-06T16:07:47.221" v="1252"/>
        <pc:sldMkLst>
          <pc:docMk/>
          <pc:sldMk cId="1926622900" sldId="407"/>
        </pc:sldMkLst>
      </pc:sldChg>
      <pc:sldChg chg="modAnim">
        <pc:chgData name="Fei Zheng" userId="d19317889db4c986" providerId="LiveId" clId="{553C46AF-FAE1-E84D-8A63-3E954065312D}" dt="2023-03-06T16:04:20.147" v="1243"/>
        <pc:sldMkLst>
          <pc:docMk/>
          <pc:sldMk cId="3028669943" sldId="408"/>
        </pc:sldMkLst>
      </pc:sldChg>
      <pc:sldChg chg="del">
        <pc:chgData name="Fei Zheng" userId="d19317889db4c986" providerId="LiveId" clId="{553C46AF-FAE1-E84D-8A63-3E954065312D}" dt="2023-03-06T16:08:17.465" v="1253" actId="2696"/>
        <pc:sldMkLst>
          <pc:docMk/>
          <pc:sldMk cId="1106504408" sldId="440"/>
        </pc:sldMkLst>
      </pc:sldChg>
      <pc:sldChg chg="del">
        <pc:chgData name="Fei Zheng" userId="d19317889db4c986" providerId="LiveId" clId="{553C46AF-FAE1-E84D-8A63-3E954065312D}" dt="2023-03-06T16:04:40.812" v="1244" actId="2696"/>
        <pc:sldMkLst>
          <pc:docMk/>
          <pc:sldMk cId="2009413980" sldId="1790"/>
        </pc:sldMkLst>
      </pc:sldChg>
      <pc:sldChg chg="modSp add mod">
        <pc:chgData name="Fei Zheng" userId="d19317889db4c986" providerId="LiveId" clId="{553C46AF-FAE1-E84D-8A63-3E954065312D}" dt="2023-03-06T15:59:08.915" v="1213"/>
        <pc:sldMkLst>
          <pc:docMk/>
          <pc:sldMk cId="3246614021" sldId="1796"/>
        </pc:sldMkLst>
        <pc:spChg chg="mod">
          <ac:chgData name="Fei Zheng" userId="d19317889db4c986" providerId="LiveId" clId="{553C46AF-FAE1-E84D-8A63-3E954065312D}" dt="2023-03-06T15:59:08.915" v="1213"/>
          <ac:spMkLst>
            <pc:docMk/>
            <pc:sldMk cId="3246614021" sldId="1796"/>
            <ac:spMk id="212995" creationId="{5C008037-F0AF-E34A-83ED-B44B815F8FF0}"/>
          </ac:spMkLst>
        </pc:spChg>
      </pc:sldChg>
      <pc:sldChg chg="new del">
        <pc:chgData name="Fei Zheng" userId="d19317889db4c986" providerId="LiveId" clId="{553C46AF-FAE1-E84D-8A63-3E954065312D}" dt="2023-03-06T16:34:16.067" v="1256" actId="2696"/>
        <pc:sldMkLst>
          <pc:docMk/>
          <pc:sldMk cId="2931075873" sldId="1797"/>
        </pc:sldMkLst>
      </pc:sldChg>
    </pc:docChg>
  </pc:docChgLst>
  <pc:docChgLst>
    <pc:chgData name="Zheng Fei" userId="d19317889db4c986" providerId="LiveId" clId="{F4FDDF8F-7392-C34C-A47C-E90F6DC3162D}"/>
    <pc:docChg chg="custSel modSld">
      <pc:chgData name="Zheng Fei" userId="d19317889db4c986" providerId="LiveId" clId="{F4FDDF8F-7392-C34C-A47C-E90F6DC3162D}" dt="2023-02-09T07:41:12.054" v="28" actId="20577"/>
      <pc:docMkLst>
        <pc:docMk/>
      </pc:docMkLst>
      <pc:sldChg chg="modSp mod">
        <pc:chgData name="Zheng Fei" userId="d19317889db4c986" providerId="LiveId" clId="{F4FDDF8F-7392-C34C-A47C-E90F6DC3162D}" dt="2023-02-09T07:40:42.031" v="15" actId="20577"/>
        <pc:sldMkLst>
          <pc:docMk/>
          <pc:sldMk cId="0" sldId="267"/>
        </pc:sldMkLst>
        <pc:spChg chg="mod">
          <ac:chgData name="Zheng Fei" userId="d19317889db4c986" providerId="LiveId" clId="{F4FDDF8F-7392-C34C-A47C-E90F6DC3162D}" dt="2023-02-09T07:40:42.031" v="15" actId="20577"/>
          <ac:spMkLst>
            <pc:docMk/>
            <pc:sldMk cId="0" sldId="267"/>
            <ac:spMk id="2" creationId="{7A3A312E-57C9-037A-FB13-E5FF38D19499}"/>
          </ac:spMkLst>
        </pc:spChg>
      </pc:sldChg>
      <pc:sldChg chg="addSp delSp modSp mod">
        <pc:chgData name="Zheng Fei" userId="d19317889db4c986" providerId="LiveId" clId="{F4FDDF8F-7392-C34C-A47C-E90F6DC3162D}" dt="2023-02-09T07:40:51.397" v="18" actId="20577"/>
        <pc:sldMkLst>
          <pc:docMk/>
          <pc:sldMk cId="0" sldId="268"/>
        </pc:sldMkLst>
        <pc:spChg chg="del">
          <ac:chgData name="Zheng Fei" userId="d19317889db4c986" providerId="LiveId" clId="{F4FDDF8F-7392-C34C-A47C-E90F6DC3162D}" dt="2023-02-09T07:40:47.780" v="16" actId="478"/>
          <ac:spMkLst>
            <pc:docMk/>
            <pc:sldMk cId="0" sldId="268"/>
            <ac:spMk id="3" creationId="{A0E22779-F96E-A724-9CC2-21F4AF3AC80B}"/>
          </ac:spMkLst>
        </pc:spChg>
        <pc:spChg chg="add mod">
          <ac:chgData name="Zheng Fei" userId="d19317889db4c986" providerId="LiveId" clId="{F4FDDF8F-7392-C34C-A47C-E90F6DC3162D}" dt="2023-02-09T07:40:51.397" v="18" actId="20577"/>
          <ac:spMkLst>
            <pc:docMk/>
            <pc:sldMk cId="0" sldId="268"/>
            <ac:spMk id="7" creationId="{619B087A-E9B1-0CA4-1C81-D2282471BCC2}"/>
          </ac:spMkLst>
        </pc:spChg>
      </pc:sldChg>
      <pc:sldChg chg="addSp delSp modSp mod">
        <pc:chgData name="Zheng Fei" userId="d19317889db4c986" providerId="LiveId" clId="{F4FDDF8F-7392-C34C-A47C-E90F6DC3162D}" dt="2023-02-09T07:41:03.559" v="22" actId="20577"/>
        <pc:sldMkLst>
          <pc:docMk/>
          <pc:sldMk cId="0" sldId="270"/>
        </pc:sldMkLst>
        <pc:spChg chg="del">
          <ac:chgData name="Zheng Fei" userId="d19317889db4c986" providerId="LiveId" clId="{F4FDDF8F-7392-C34C-A47C-E90F6DC3162D}" dt="2023-02-09T07:41:00.256" v="19" actId="478"/>
          <ac:spMkLst>
            <pc:docMk/>
            <pc:sldMk cId="0" sldId="270"/>
            <ac:spMk id="2" creationId="{C28367A2-451D-6859-98AE-F1CC2BA56C3E}"/>
          </ac:spMkLst>
        </pc:spChg>
        <pc:spChg chg="add mod">
          <ac:chgData name="Zheng Fei" userId="d19317889db4c986" providerId="LiveId" clId="{F4FDDF8F-7392-C34C-A47C-E90F6DC3162D}" dt="2023-02-09T07:41:03.559" v="22" actId="20577"/>
          <ac:spMkLst>
            <pc:docMk/>
            <pc:sldMk cId="0" sldId="270"/>
            <ac:spMk id="7" creationId="{66445AF6-076F-B989-9ED2-C92CF1859CE2}"/>
          </ac:spMkLst>
        </pc:spChg>
      </pc:sldChg>
      <pc:sldChg chg="addSp delSp modSp mod">
        <pc:chgData name="Zheng Fei" userId="d19317889db4c986" providerId="LiveId" clId="{F4FDDF8F-7392-C34C-A47C-E90F6DC3162D}" dt="2023-02-09T07:41:12.054" v="28" actId="20577"/>
        <pc:sldMkLst>
          <pc:docMk/>
          <pc:sldMk cId="0" sldId="271"/>
        </pc:sldMkLst>
        <pc:spChg chg="del">
          <ac:chgData name="Zheng Fei" userId="d19317889db4c986" providerId="LiveId" clId="{F4FDDF8F-7392-C34C-A47C-E90F6DC3162D}" dt="2023-02-09T07:41:06.580" v="23" actId="478"/>
          <ac:spMkLst>
            <pc:docMk/>
            <pc:sldMk cId="0" sldId="271"/>
            <ac:spMk id="2" creationId="{F417DB13-9D02-8446-158B-995F97C2F4A4}"/>
          </ac:spMkLst>
        </pc:spChg>
        <pc:spChg chg="add mod">
          <ac:chgData name="Zheng Fei" userId="d19317889db4c986" providerId="LiveId" clId="{F4FDDF8F-7392-C34C-A47C-E90F6DC3162D}" dt="2023-02-09T07:41:12.054" v="28" actId="20577"/>
          <ac:spMkLst>
            <pc:docMk/>
            <pc:sldMk cId="0" sldId="271"/>
            <ac:spMk id="7" creationId="{D2C35787-FE27-398E-C0C6-3514DD9E22E7}"/>
          </ac:spMkLst>
        </pc:spChg>
      </pc:sldChg>
    </pc:docChg>
  </pc:docChgLst>
  <pc:docChgLst>
    <pc:chgData name="Zheng Fei" userId="d19317889db4c986" providerId="LiveId" clId="{F89665B9-A1DB-5943-A4C1-0809E3337D28}"/>
    <pc:docChg chg="modSld">
      <pc:chgData name="Zheng Fei" userId="d19317889db4c986" providerId="LiveId" clId="{F89665B9-A1DB-5943-A4C1-0809E3337D28}" dt="2022-03-22T03:29:08.999" v="8" actId="20577"/>
      <pc:docMkLst>
        <pc:docMk/>
      </pc:docMkLst>
      <pc:sldChg chg="modSp">
        <pc:chgData name="Zheng Fei" userId="d19317889db4c986" providerId="LiveId" clId="{F89665B9-A1DB-5943-A4C1-0809E3337D28}" dt="2022-03-22T03:18:29.816" v="5" actId="20577"/>
        <pc:sldMkLst>
          <pc:docMk/>
          <pc:sldMk cId="1370771721" sldId="406"/>
        </pc:sldMkLst>
        <pc:spChg chg="mod">
          <ac:chgData name="Zheng Fei" userId="d19317889db4c986" providerId="LiveId" clId="{F89665B9-A1DB-5943-A4C1-0809E3337D28}" dt="2022-03-22T03:18:29.816" v="5" actId="20577"/>
          <ac:spMkLst>
            <pc:docMk/>
            <pc:sldMk cId="1370771721" sldId="406"/>
            <ac:spMk id="79879" creationId="{315A4930-9E54-DF4C-968C-BA0CACC2F14D}"/>
          </ac:spMkLst>
        </pc:spChg>
      </pc:sldChg>
      <pc:sldChg chg="modSp">
        <pc:chgData name="Zheng Fei" userId="d19317889db4c986" providerId="LiveId" clId="{F89665B9-A1DB-5943-A4C1-0809E3337D28}" dt="2022-03-22T03:29:08.999" v="8" actId="20577"/>
        <pc:sldMkLst>
          <pc:docMk/>
          <pc:sldMk cId="3028669943" sldId="408"/>
        </pc:sldMkLst>
        <pc:spChg chg="mod">
          <ac:chgData name="Zheng Fei" userId="d19317889db4c986" providerId="LiveId" clId="{F89665B9-A1DB-5943-A4C1-0809E3337D28}" dt="2022-03-22T03:29:08.999" v="8" actId="20577"/>
          <ac:spMkLst>
            <pc:docMk/>
            <pc:sldMk cId="3028669943" sldId="408"/>
            <ac:spMk id="81924" creationId="{E5577144-0701-3949-9EC3-5C91E9F2E43C}"/>
          </ac:spMkLst>
        </pc:spChg>
      </pc:sldChg>
    </pc:docChg>
  </pc:docChgLst>
  <pc:docChgLst>
    <pc:chgData name="Zheng Fei" userId="d19317889db4c986" providerId="LiveId" clId="{B4971BDF-15F8-9A49-87D4-D2097A242ADD}"/>
    <pc:docChg chg="undo custSel addSld modSld modMainMaster modNotesMaster">
      <pc:chgData name="Zheng Fei" userId="d19317889db4c986" providerId="LiveId" clId="{B4971BDF-15F8-9A49-87D4-D2097A242ADD}" dt="2022-12-11T12:01:48.731" v="900" actId="478"/>
      <pc:docMkLst>
        <pc:docMk/>
      </pc:docMkLst>
      <pc:sldChg chg="addSp delSp modSp mod">
        <pc:chgData name="Zheng Fei" userId="d19317889db4c986" providerId="LiveId" clId="{B4971BDF-15F8-9A49-87D4-D2097A242ADD}" dt="2022-12-11T11:36:05.507" v="84" actId="113"/>
        <pc:sldMkLst>
          <pc:docMk/>
          <pc:sldMk cId="0" sldId="259"/>
        </pc:sldMkLst>
        <pc:spChg chg="add mod">
          <ac:chgData name="Zheng Fei" userId="d19317889db4c986" providerId="LiveId" clId="{B4971BDF-15F8-9A49-87D4-D2097A242ADD}" dt="2022-12-11T11:36:05.507" v="84" actId="113"/>
          <ac:spMkLst>
            <pc:docMk/>
            <pc:sldMk cId="0" sldId="259"/>
            <ac:spMk id="2" creationId="{29ACD88D-8AAF-F5F9-CEAA-4F910F402A39}"/>
          </ac:spMkLst>
        </pc:spChg>
        <pc:spChg chg="del">
          <ac:chgData name="Zheng Fei" userId="d19317889db4c986" providerId="LiveId" clId="{B4971BDF-15F8-9A49-87D4-D2097A242ADD}" dt="2022-12-11T11:33:25.618" v="0" actId="478"/>
          <ac:spMkLst>
            <pc:docMk/>
            <pc:sldMk cId="0" sldId="259"/>
            <ac:spMk id="63490" creationId="{44F26752-BE86-3945-BC52-9D0F80C740E7}"/>
          </ac:spMkLst>
        </pc:spChg>
        <pc:spChg chg="mod">
          <ac:chgData name="Zheng Fei" userId="d19317889db4c986" providerId="LiveId" clId="{B4971BDF-15F8-9A49-87D4-D2097A242ADD}" dt="2022-12-11T11:35:51.050" v="82" actId="207"/>
          <ac:spMkLst>
            <pc:docMk/>
            <pc:sldMk cId="0" sldId="259"/>
            <ac:spMk id="63491" creationId="{6CBE2239-1360-1648-9720-50145D887247}"/>
          </ac:spMkLst>
        </pc:spChg>
        <pc:spChg chg="mod">
          <ac:chgData name="Zheng Fei" userId="d19317889db4c986" providerId="LiveId" clId="{B4971BDF-15F8-9A49-87D4-D2097A242ADD}" dt="2022-12-11T11:35:51.050" v="82" actId="207"/>
          <ac:spMkLst>
            <pc:docMk/>
            <pc:sldMk cId="0" sldId="259"/>
            <ac:spMk id="63492" creationId="{7069B1DC-52CB-AD4A-9394-959ADD92EFE5}"/>
          </ac:spMkLst>
        </pc:spChg>
        <pc:spChg chg="mod">
          <ac:chgData name="Zheng Fei" userId="d19317889db4c986" providerId="LiveId" clId="{B4971BDF-15F8-9A49-87D4-D2097A242ADD}" dt="2022-12-11T11:35:57.694" v="83" actId="207"/>
          <ac:spMkLst>
            <pc:docMk/>
            <pc:sldMk cId="0" sldId="259"/>
            <ac:spMk id="63493" creationId="{14BCA5D7-1658-AC41-BA02-21C046D062AE}"/>
          </ac:spMkLst>
        </pc:spChg>
        <pc:spChg chg="mod">
          <ac:chgData name="Zheng Fei" userId="d19317889db4c986" providerId="LiveId" clId="{B4971BDF-15F8-9A49-87D4-D2097A242ADD}" dt="2022-12-11T11:35:57.694" v="83" actId="207"/>
          <ac:spMkLst>
            <pc:docMk/>
            <pc:sldMk cId="0" sldId="259"/>
            <ac:spMk id="63494" creationId="{F8077D6E-8C04-9343-99FE-B65B4C544DBB}"/>
          </ac:spMkLst>
        </pc:spChg>
        <pc:spChg chg="mod">
          <ac:chgData name="Zheng Fei" userId="d19317889db4c986" providerId="LiveId" clId="{B4971BDF-15F8-9A49-87D4-D2097A242ADD}" dt="2022-12-11T11:35:57.694" v="83" actId="207"/>
          <ac:spMkLst>
            <pc:docMk/>
            <pc:sldMk cId="0" sldId="259"/>
            <ac:spMk id="63495" creationId="{5DFA4211-42D2-4941-854D-2412FC5DB237}"/>
          </ac:spMkLst>
        </pc:spChg>
        <pc:spChg chg="del">
          <ac:chgData name="Zheng Fei" userId="d19317889db4c986" providerId="LiveId" clId="{B4971BDF-15F8-9A49-87D4-D2097A242ADD}" dt="2022-12-11T11:33:27.241" v="1" actId="478"/>
          <ac:spMkLst>
            <pc:docMk/>
            <pc:sldMk cId="0" sldId="259"/>
            <ac:spMk id="63497" creationId="{577ED0A1-3E57-AA44-A229-868CB738D1C2}"/>
          </ac:spMkLst>
        </pc:spChg>
        <pc:spChg chg="mod">
          <ac:chgData name="Zheng Fei" userId="d19317889db4c986" providerId="LiveId" clId="{B4971BDF-15F8-9A49-87D4-D2097A242ADD}" dt="2022-12-11T11:35:57.694" v="83" actId="207"/>
          <ac:spMkLst>
            <pc:docMk/>
            <pc:sldMk cId="0" sldId="259"/>
            <ac:spMk id="63498" creationId="{99549D0D-4C30-3448-B832-52EBEAF5D8BE}"/>
          </ac:spMkLst>
        </pc:spChg>
        <pc:cxnChg chg="add mod">
          <ac:chgData name="Zheng Fei" userId="d19317889db4c986" providerId="LiveId" clId="{B4971BDF-15F8-9A49-87D4-D2097A242ADD}" dt="2022-12-11T11:33:27.726" v="2"/>
          <ac:cxnSpMkLst>
            <pc:docMk/>
            <pc:sldMk cId="0" sldId="259"/>
            <ac:cxnSpMk id="3" creationId="{224D4187-4B38-D1A6-7CFC-DE1A9B30A00A}"/>
          </ac:cxnSpMkLst>
        </pc:cxnChg>
      </pc:sldChg>
      <pc:sldChg chg="addSp delSp modSp mod">
        <pc:chgData name="Zheng Fei" userId="d19317889db4c986" providerId="LiveId" clId="{B4971BDF-15F8-9A49-87D4-D2097A242ADD}" dt="2022-12-11T11:59:44.062" v="871" actId="207"/>
        <pc:sldMkLst>
          <pc:docMk/>
          <pc:sldMk cId="0" sldId="260"/>
        </pc:sldMkLst>
        <pc:spChg chg="add mod">
          <ac:chgData name="Zheng Fei" userId="d19317889db4c986" providerId="LiveId" clId="{B4971BDF-15F8-9A49-87D4-D2097A242ADD}" dt="2022-12-11T11:37:07.576" v="125"/>
          <ac:spMkLst>
            <pc:docMk/>
            <pc:sldMk cId="0" sldId="260"/>
            <ac:spMk id="2" creationId="{C29C3FC9-3267-442D-F2FD-E6B0EFC416F4}"/>
          </ac:spMkLst>
        </pc:spChg>
        <pc:spChg chg="mod">
          <ac:chgData name="Zheng Fei" userId="d19317889db4c986" providerId="LiveId" clId="{B4971BDF-15F8-9A49-87D4-D2097A242ADD}" dt="2022-12-11T11:58:52.559" v="852" actId="14100"/>
          <ac:spMkLst>
            <pc:docMk/>
            <pc:sldMk cId="0" sldId="260"/>
            <ac:spMk id="64514" creationId="{8039605C-9F4D-ED4F-8405-BCD3B1D30849}"/>
          </ac:spMkLst>
        </pc:spChg>
        <pc:spChg chg="mod">
          <ac:chgData name="Zheng Fei" userId="d19317889db4c986" providerId="LiveId" clId="{B4971BDF-15F8-9A49-87D4-D2097A242ADD}" dt="2022-12-11T11:59:44.062" v="871" actId="207"/>
          <ac:spMkLst>
            <pc:docMk/>
            <pc:sldMk cId="0" sldId="260"/>
            <ac:spMk id="64516" creationId="{67747F90-A8C8-9A46-BA33-CAC2A1997045}"/>
          </ac:spMkLst>
        </pc:spChg>
        <pc:spChg chg="mod">
          <ac:chgData name="Zheng Fei" userId="d19317889db4c986" providerId="LiveId" clId="{B4971BDF-15F8-9A49-87D4-D2097A242ADD}" dt="2022-12-11T11:59:31.935" v="869" actId="20577"/>
          <ac:spMkLst>
            <pc:docMk/>
            <pc:sldMk cId="0" sldId="260"/>
            <ac:spMk id="64517" creationId="{17F3E8B7-D9EF-B447-B773-DE5DDEAE1430}"/>
          </ac:spMkLst>
        </pc:spChg>
        <pc:spChg chg="del mod">
          <ac:chgData name="Zheng Fei" userId="d19317889db4c986" providerId="LiveId" clId="{B4971BDF-15F8-9A49-87D4-D2097A242ADD}" dt="2022-12-11T11:37:07.205" v="124" actId="478"/>
          <ac:spMkLst>
            <pc:docMk/>
            <pc:sldMk cId="0" sldId="260"/>
            <ac:spMk id="64518" creationId="{27C1C725-61D5-0941-9B81-938EEDAC7FF1}"/>
          </ac:spMkLst>
        </pc:spChg>
        <pc:cxnChg chg="add mod">
          <ac:chgData name="Zheng Fei" userId="d19317889db4c986" providerId="LiveId" clId="{B4971BDF-15F8-9A49-87D4-D2097A242ADD}" dt="2022-12-11T11:37:07.576" v="125"/>
          <ac:cxnSpMkLst>
            <pc:docMk/>
            <pc:sldMk cId="0" sldId="260"/>
            <ac:cxnSpMk id="3" creationId="{B90A58B2-BF9B-8052-8ED6-FD43295A3CEB}"/>
          </ac:cxnSpMkLst>
        </pc:cxnChg>
      </pc:sldChg>
      <pc:sldChg chg="addSp delSp modSp mod">
        <pc:chgData name="Zheng Fei" userId="d19317889db4c986" providerId="LiveId" clId="{B4971BDF-15F8-9A49-87D4-D2097A242ADD}" dt="2022-12-11T12:01:12.558" v="892" actId="1035"/>
        <pc:sldMkLst>
          <pc:docMk/>
          <pc:sldMk cId="0" sldId="261"/>
        </pc:sldMkLst>
        <pc:spChg chg="add del mod">
          <ac:chgData name="Zheng Fei" userId="d19317889db4c986" providerId="LiveId" clId="{B4971BDF-15F8-9A49-87D4-D2097A242ADD}" dt="2022-12-11T11:40:00.468" v="175" actId="478"/>
          <ac:spMkLst>
            <pc:docMk/>
            <pc:sldMk cId="0" sldId="261"/>
            <ac:spMk id="2" creationId="{5E01E58B-1002-15F5-D087-4A4D3BE5CECB}"/>
          </ac:spMkLst>
        </pc:spChg>
        <pc:spChg chg="add mod">
          <ac:chgData name="Zheng Fei" userId="d19317889db4c986" providerId="LiveId" clId="{B4971BDF-15F8-9A49-87D4-D2097A242ADD}" dt="2022-12-11T11:40:05.752" v="202" actId="20577"/>
          <ac:spMkLst>
            <pc:docMk/>
            <pc:sldMk cId="0" sldId="261"/>
            <ac:spMk id="3" creationId="{32E1277D-861D-C7D6-2230-D7570B3F5E0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19" creationId="{75899B1E-35E0-46F9-9E09-221DF99CCEB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0" creationId="{411823A2-AA4D-4ACE-B0AB-3F591737432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1" creationId="{9C5BF82F-7260-45BF-8D0F-491E407D3A4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2" creationId="{E218188F-7701-478D-A1C3-7EFBED8843C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3" creationId="{E5C0F222-BD5E-4CA2-AF2F-5899C4A7EAC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4" creationId="{BE862B94-A5F8-49BE-816B-7BCF2628874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5" creationId="{24D2F443-FFE7-43FD-BFFE-78F33597B17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6" creationId="{6106CAFD-51F3-4DDC-A8BD-C6326DA8FA7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7" creationId="{CF07CA14-F572-4C80-8C05-4B8C21A5BDA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1"/>
            <ac:spMk id="28" creationId="{D6E88FF6-8F8A-4783-A108-7F381C4BFEDD}"/>
          </ac:spMkLst>
        </pc:spChg>
        <pc:spChg chg="del mod">
          <ac:chgData name="Zheng Fei" userId="d19317889db4c986" providerId="LiveId" clId="{B4971BDF-15F8-9A49-87D4-D2097A242ADD}" dt="2022-12-11T11:39:58.129" v="174" actId="478"/>
          <ac:spMkLst>
            <pc:docMk/>
            <pc:sldMk cId="0" sldId="261"/>
            <ac:spMk id="65538" creationId="{8A1909D6-17E2-5C43-AD47-D36FCF817C35}"/>
          </ac:spMkLst>
        </pc:spChg>
        <pc:spChg chg="mod">
          <ac:chgData name="Zheng Fei" userId="d19317889db4c986" providerId="LiveId" clId="{B4971BDF-15F8-9A49-87D4-D2097A242ADD}" dt="2022-12-11T12:01:01.481" v="887" actId="255"/>
          <ac:spMkLst>
            <pc:docMk/>
            <pc:sldMk cId="0" sldId="261"/>
            <ac:spMk id="65539" creationId="{48460FEB-F4CE-D04E-A143-F9F791A96B39}"/>
          </ac:spMkLst>
        </pc:spChg>
        <pc:spChg chg="del mod">
          <ac:chgData name="Zheng Fei" userId="d19317889db4c986" providerId="LiveId" clId="{B4971BDF-15F8-9A49-87D4-D2097A242ADD}" dt="2022-12-11T11:40:08.355" v="203" actId="478"/>
          <ac:spMkLst>
            <pc:docMk/>
            <pc:sldMk cId="0" sldId="261"/>
            <ac:spMk id="65540" creationId="{B70F7123-819B-9446-94FA-80183FCCD467}"/>
          </ac:spMkLst>
        </pc:spChg>
        <pc:spChg chg="mod">
          <ac:chgData name="Zheng Fei" userId="d19317889db4c986" providerId="LiveId" clId="{B4971BDF-15F8-9A49-87D4-D2097A242ADD}" dt="2022-12-11T12:01:01.481" v="887" actId="255"/>
          <ac:spMkLst>
            <pc:docMk/>
            <pc:sldMk cId="0" sldId="261"/>
            <ac:spMk id="65541" creationId="{92709FDD-3D1F-0D47-95BB-280C4A4C6694}"/>
          </ac:spMkLst>
        </pc:spChg>
        <pc:spChg chg="mod">
          <ac:chgData name="Zheng Fei" userId="d19317889db4c986" providerId="LiveId" clId="{B4971BDF-15F8-9A49-87D4-D2097A242ADD}" dt="2022-12-11T12:01:12.558" v="892" actId="1035"/>
          <ac:spMkLst>
            <pc:docMk/>
            <pc:sldMk cId="0" sldId="261"/>
            <ac:spMk id="65542" creationId="{36CCCA20-8364-AD4A-A284-A901296A22B1}"/>
          </ac:spMkLst>
        </pc:spChg>
        <pc:cxnChg chg="add mod">
          <ac:chgData name="Zheng Fei" userId="d19317889db4c986" providerId="LiveId" clId="{B4971BDF-15F8-9A49-87D4-D2097A242ADD}" dt="2022-12-11T11:40:00.898" v="176"/>
          <ac:cxnSpMkLst>
            <pc:docMk/>
            <pc:sldMk cId="0" sldId="261"/>
            <ac:cxnSpMk id="4" creationId="{11D0A43C-5794-EEA7-4DAC-D557D9725DF2}"/>
          </ac:cxnSpMkLst>
        </pc:cxnChg>
      </pc:sldChg>
      <pc:sldChg chg="addSp delSp modSp mod">
        <pc:chgData name="Zheng Fei" userId="d19317889db4c986" providerId="LiveId" clId="{B4971BDF-15F8-9A49-87D4-D2097A242ADD}" dt="2022-12-11T11:57:39.312" v="843"/>
        <pc:sldMkLst>
          <pc:docMk/>
          <pc:sldMk cId="0" sldId="262"/>
        </pc:sldMkLst>
        <pc:spChg chg="add mod">
          <ac:chgData name="Zheng Fei" userId="d19317889db4c986" providerId="LiveId" clId="{B4971BDF-15F8-9A49-87D4-D2097A242ADD}" dt="2022-12-11T11:36:32.169" v="118" actId="20577"/>
          <ac:spMkLst>
            <pc:docMk/>
            <pc:sldMk cId="0" sldId="262"/>
            <ac:spMk id="2" creationId="{6CDA53A9-CC0B-0B63-61A6-7F1391470F2F}"/>
          </ac:spMkLst>
        </pc:spChg>
        <pc:spChg chg="del mod">
          <ac:chgData name="Zheng Fei" userId="d19317889db4c986" providerId="LiveId" clId="{B4971BDF-15F8-9A49-87D4-D2097A242ADD}" dt="2022-12-11T11:36:25.763" v="88" actId="478"/>
          <ac:spMkLst>
            <pc:docMk/>
            <pc:sldMk cId="0" sldId="262"/>
            <ac:spMk id="9" creationId="{49D656BA-479D-4571-82E4-93E028DB7622}"/>
          </ac:spMkLst>
        </pc:spChg>
        <pc:spChg chg="mod">
          <ac:chgData name="Zheng Fei" userId="d19317889db4c986" providerId="LiveId" clId="{B4971BDF-15F8-9A49-87D4-D2097A242ADD}" dt="2022-12-11T11:57:35.449" v="842"/>
          <ac:spMkLst>
            <pc:docMk/>
            <pc:sldMk cId="0" sldId="262"/>
            <ac:spMk id="66562" creationId="{E4B9ED88-0A67-C84C-9C6C-C06F257AA800}"/>
          </ac:spMkLst>
        </pc:spChg>
        <pc:spChg chg="mod">
          <ac:chgData name="Zheng Fei" userId="d19317889db4c986" providerId="LiveId" clId="{B4971BDF-15F8-9A49-87D4-D2097A242ADD}" dt="2022-12-11T11:57:25.264" v="839"/>
          <ac:spMkLst>
            <pc:docMk/>
            <pc:sldMk cId="0" sldId="262"/>
            <ac:spMk id="66563" creationId="{478A9266-B17C-DE4B-A276-6EF34E0CB566}"/>
          </ac:spMkLst>
        </pc:spChg>
        <pc:spChg chg="mod">
          <ac:chgData name="Zheng Fei" userId="d19317889db4c986" providerId="LiveId" clId="{B4971BDF-15F8-9A49-87D4-D2097A242ADD}" dt="2022-12-11T11:57:31.897" v="841"/>
          <ac:spMkLst>
            <pc:docMk/>
            <pc:sldMk cId="0" sldId="262"/>
            <ac:spMk id="66564" creationId="{CE5AC33F-4168-4D47-BF7F-2343A551F1B1}"/>
          </ac:spMkLst>
        </pc:spChg>
        <pc:spChg chg="mod">
          <ac:chgData name="Zheng Fei" userId="d19317889db4c986" providerId="LiveId" clId="{B4971BDF-15F8-9A49-87D4-D2097A242ADD}" dt="2022-12-11T11:57:39.312" v="843"/>
          <ac:spMkLst>
            <pc:docMk/>
            <pc:sldMk cId="0" sldId="262"/>
            <ac:spMk id="66565" creationId="{ADF406E0-C981-6848-82B2-67BD6282C531}"/>
          </ac:spMkLst>
        </pc:spChg>
        <pc:spChg chg="del mod">
          <ac:chgData name="Zheng Fei" userId="d19317889db4c986" providerId="LiveId" clId="{B4971BDF-15F8-9A49-87D4-D2097A242ADD}" dt="2022-12-11T11:57:07.929" v="836" actId="478"/>
          <ac:spMkLst>
            <pc:docMk/>
            <pc:sldMk cId="0" sldId="262"/>
            <ac:spMk id="66566" creationId="{08D5ACB3-CCE9-F240-A5B1-D4985722C7F5}"/>
          </ac:spMkLst>
        </pc:spChg>
        <pc:cxnChg chg="add mod">
          <ac:chgData name="Zheng Fei" userId="d19317889db4c986" providerId="LiveId" clId="{B4971BDF-15F8-9A49-87D4-D2097A242ADD}" dt="2022-12-11T11:36:26.258" v="89"/>
          <ac:cxnSpMkLst>
            <pc:docMk/>
            <pc:sldMk cId="0" sldId="262"/>
            <ac:cxnSpMk id="3" creationId="{5C217E0D-594B-990E-BE49-8109CB8422EC}"/>
          </ac:cxnSpMkLst>
        </pc:cxnChg>
      </pc:sldChg>
      <pc:sldChg chg="addSp delSp modSp mod">
        <pc:chgData name="Zheng Fei" userId="d19317889db4c986" providerId="LiveId" clId="{B4971BDF-15F8-9A49-87D4-D2097A242ADD}" dt="2022-12-11T12:01:48.731" v="900" actId="478"/>
        <pc:sldMkLst>
          <pc:docMk/>
          <pc:sldMk cId="0" sldId="264"/>
        </pc:sldMkLst>
        <pc:spChg chg="add del mod">
          <ac:chgData name="Zheng Fei" userId="d19317889db4c986" providerId="LiveId" clId="{B4971BDF-15F8-9A49-87D4-D2097A242ADD}" dt="2022-12-11T11:45:00.172" v="321" actId="478"/>
          <ac:spMkLst>
            <pc:docMk/>
            <pc:sldMk cId="0" sldId="264"/>
            <ac:spMk id="2" creationId="{0CF8ABE7-1965-CA58-67EF-65C36A85FB1D}"/>
          </ac:spMkLst>
        </pc:spChg>
        <pc:spChg chg="add mod">
          <ac:chgData name="Zheng Fei" userId="d19317889db4c986" providerId="LiveId" clId="{B4971BDF-15F8-9A49-87D4-D2097A242ADD}" dt="2022-12-11T11:45:06.946" v="335" actId="20577"/>
          <ac:spMkLst>
            <pc:docMk/>
            <pc:sldMk cId="0" sldId="264"/>
            <ac:spMk id="3" creationId="{EA9D298E-AC83-EA14-C66C-DB62A7D20F04}"/>
          </ac:spMkLst>
        </pc:spChg>
        <pc:spChg chg="del mod">
          <ac:chgData name="Zheng Fei" userId="d19317889db4c986" providerId="LiveId" clId="{B4971BDF-15F8-9A49-87D4-D2097A242ADD}" dt="2022-12-11T11:44:57.950" v="319" actId="478"/>
          <ac:spMkLst>
            <pc:docMk/>
            <pc:sldMk cId="0" sldId="264"/>
            <ac:spMk id="68610" creationId="{FCBC43F4-6D2C-884B-A3F6-65689C219389}"/>
          </ac:spMkLst>
        </pc:spChg>
        <pc:spChg chg="mod">
          <ac:chgData name="Zheng Fei" userId="d19317889db4c986" providerId="LiveId" clId="{B4971BDF-15F8-9A49-87D4-D2097A242ADD}" dt="2022-12-11T11:45:32.003" v="346" actId="113"/>
          <ac:spMkLst>
            <pc:docMk/>
            <pc:sldMk cId="0" sldId="264"/>
            <ac:spMk id="68611" creationId="{02625C09-D470-054F-88A9-BE5DE8AF442B}"/>
          </ac:spMkLst>
        </pc:spChg>
        <pc:spChg chg="mod">
          <ac:chgData name="Zheng Fei" userId="d19317889db4c986" providerId="LiveId" clId="{B4971BDF-15F8-9A49-87D4-D2097A242ADD}" dt="2022-12-11T11:45:32.003" v="346" actId="113"/>
          <ac:spMkLst>
            <pc:docMk/>
            <pc:sldMk cId="0" sldId="264"/>
            <ac:spMk id="68612" creationId="{3C524127-EE79-9648-A69D-98917A61127A}"/>
          </ac:spMkLst>
        </pc:spChg>
        <pc:spChg chg="mod">
          <ac:chgData name="Zheng Fei" userId="d19317889db4c986" providerId="LiveId" clId="{B4971BDF-15F8-9A49-87D4-D2097A242ADD}" dt="2022-12-11T11:45:32.003" v="346" actId="113"/>
          <ac:spMkLst>
            <pc:docMk/>
            <pc:sldMk cId="0" sldId="264"/>
            <ac:spMk id="68613" creationId="{3A68CE6C-5B14-1D4D-A321-EFFCF6931790}"/>
          </ac:spMkLst>
        </pc:spChg>
        <pc:spChg chg="mod">
          <ac:chgData name="Zheng Fei" userId="d19317889db4c986" providerId="LiveId" clId="{B4971BDF-15F8-9A49-87D4-D2097A242ADD}" dt="2022-12-11T11:45:32.003" v="346" actId="113"/>
          <ac:spMkLst>
            <pc:docMk/>
            <pc:sldMk cId="0" sldId="264"/>
            <ac:spMk id="68614" creationId="{81EB7BC4-F1CD-1C4F-A5BE-6E571FD1C07E}"/>
          </ac:spMkLst>
        </pc:spChg>
        <pc:spChg chg="del mod">
          <ac:chgData name="Zheng Fei" userId="d19317889db4c986" providerId="LiveId" clId="{B4971BDF-15F8-9A49-87D4-D2097A242ADD}" dt="2022-12-11T12:01:48.731" v="900" actId="478"/>
          <ac:spMkLst>
            <pc:docMk/>
            <pc:sldMk cId="0" sldId="264"/>
            <ac:spMk id="68615" creationId="{3843CF23-8BA7-6D49-B29E-EA6098D1B147}"/>
          </ac:spMkLst>
        </pc:spChg>
        <pc:cxnChg chg="add mod">
          <ac:chgData name="Zheng Fei" userId="d19317889db4c986" providerId="LiveId" clId="{B4971BDF-15F8-9A49-87D4-D2097A242ADD}" dt="2022-12-11T11:44:58.300" v="320"/>
          <ac:cxnSpMkLst>
            <pc:docMk/>
            <pc:sldMk cId="0" sldId="264"/>
            <ac:cxnSpMk id="4" creationId="{B8444FF9-6513-9435-174E-6582E60DD849}"/>
          </ac:cxnSpMkLst>
        </pc:cxnChg>
      </pc:sldChg>
      <pc:sldChg chg="addSp delSp modSp mod modNotes">
        <pc:chgData name="Zheng Fei" userId="d19317889db4c986" providerId="LiveId" clId="{B4971BDF-15F8-9A49-87D4-D2097A242ADD}" dt="2022-12-11T11:47:49.188" v="470"/>
        <pc:sldMkLst>
          <pc:docMk/>
          <pc:sldMk cId="0" sldId="265"/>
        </pc:sldMkLst>
        <pc:spChg chg="mod">
          <ac:chgData name="Zheng Fei" userId="d19317889db4c986" providerId="LiveId" clId="{B4971BDF-15F8-9A49-87D4-D2097A242ADD}" dt="2022-12-11T11:46:54.142" v="460"/>
          <ac:spMkLst>
            <pc:docMk/>
            <pc:sldMk cId="0" sldId="265"/>
            <ac:spMk id="2" creationId="{312D4565-0205-45ED-9021-6116B98A8C90}"/>
          </ac:spMkLst>
        </pc:spChg>
        <pc:spChg chg="add mod">
          <ac:chgData name="Zheng Fei" userId="d19317889db4c986" providerId="LiveId" clId="{B4971BDF-15F8-9A49-87D4-D2097A242ADD}" dt="2022-12-11T11:46:33.492" v="454" actId="20577"/>
          <ac:spMkLst>
            <pc:docMk/>
            <pc:sldMk cId="0" sldId="265"/>
            <ac:spMk id="3" creationId="{B47A85D5-6467-6698-CF4B-73374E739FD6}"/>
          </ac:spMkLst>
        </pc:spChg>
        <pc:spChg chg="del mod">
          <ac:chgData name="Zheng Fei" userId="d19317889db4c986" providerId="LiveId" clId="{B4971BDF-15F8-9A49-87D4-D2097A242ADD}" dt="2022-12-11T11:46:26.249" v="413" actId="478"/>
          <ac:spMkLst>
            <pc:docMk/>
            <pc:sldMk cId="0" sldId="265"/>
            <ac:spMk id="69634" creationId="{B6D52BBC-3D87-D646-8147-73F0C164DE3E}"/>
          </ac:spMkLst>
        </pc:spChg>
        <pc:spChg chg="mod">
          <ac:chgData name="Zheng Fei" userId="d19317889db4c986" providerId="LiveId" clId="{B4971BDF-15F8-9A49-87D4-D2097A242ADD}" dt="2022-12-11T11:47:49.188" v="470"/>
          <ac:spMkLst>
            <pc:docMk/>
            <pc:sldMk cId="0" sldId="265"/>
            <ac:spMk id="69635" creationId="{3FE89C70-1BC5-1A47-B958-4E24CACAA64F}"/>
          </ac:spMkLst>
        </pc:spChg>
        <pc:spChg chg="mod">
          <ac:chgData name="Zheng Fei" userId="d19317889db4c986" providerId="LiveId" clId="{B4971BDF-15F8-9A49-87D4-D2097A242ADD}" dt="2022-12-11T11:46:52.845" v="459"/>
          <ac:spMkLst>
            <pc:docMk/>
            <pc:sldMk cId="0" sldId="265"/>
            <ac:spMk id="69636" creationId="{A444F019-76AB-5F4C-A814-54C3F7B272F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5"/>
            <ac:spMk id="69637" creationId="{9FDC51D4-A694-AA41-A551-98398E9C1281}"/>
          </ac:spMkLst>
        </pc:spChg>
        <pc:graphicFrameChg chg="mod">
          <ac:chgData name="Zheng Fei" userId="d19317889db4c986" providerId="LiveId" clId="{B4971BDF-15F8-9A49-87D4-D2097A242ADD}" dt="2022-12-11T11:47:40.083" v="469" actId="1076"/>
          <ac:graphicFrameMkLst>
            <pc:docMk/>
            <pc:sldMk cId="0" sldId="265"/>
            <ac:graphicFrameMk id="69638" creationId="{467039DB-CCB2-6E4F-8818-B69B216E5393}"/>
          </ac:graphicFrameMkLst>
        </pc:graphicFrameChg>
        <pc:picChg chg="mod">
          <ac:chgData name="Zheng Fei" userId="d19317889db4c986" providerId="LiveId" clId="{B4971BDF-15F8-9A49-87D4-D2097A242ADD}" dt="2022-12-11T11:46:43.872" v="457" actId="207"/>
          <ac:picMkLst>
            <pc:docMk/>
            <pc:sldMk cId="0" sldId="265"/>
            <ac:picMk id="4" creationId="{E6759FD8-F812-43AC-AE9F-A604D9CD6076}"/>
          </ac:picMkLst>
        </pc:picChg>
        <pc:cxnChg chg="add mod">
          <ac:chgData name="Zheng Fei" userId="d19317889db4c986" providerId="LiveId" clId="{B4971BDF-15F8-9A49-87D4-D2097A242ADD}" dt="2022-12-11T11:46:26.688" v="414"/>
          <ac:cxnSpMkLst>
            <pc:docMk/>
            <pc:sldMk cId="0" sldId="265"/>
            <ac:cxnSpMk id="5" creationId="{33D29542-6DB0-4F25-97ED-D8799D6E432B}"/>
          </ac:cxnSpMkLst>
        </pc:cxnChg>
      </pc:sldChg>
      <pc:sldChg chg="addSp delSp modSp mod">
        <pc:chgData name="Zheng Fei" userId="d19317889db4c986" providerId="LiveId" clId="{B4971BDF-15F8-9A49-87D4-D2097A242ADD}" dt="2022-12-11T11:48:52.978" v="482" actId="1076"/>
        <pc:sldMkLst>
          <pc:docMk/>
          <pc:sldMk cId="0" sldId="267"/>
        </pc:sldMkLst>
        <pc:spChg chg="add mod">
          <ac:chgData name="Zheng Fei" userId="d19317889db4c986" providerId="LiveId" clId="{B4971BDF-15F8-9A49-87D4-D2097A242ADD}" dt="2022-12-11T11:48:52.978" v="482" actId="1076"/>
          <ac:spMkLst>
            <pc:docMk/>
            <pc:sldMk cId="0" sldId="267"/>
            <ac:spMk id="2" creationId="{7A3A312E-57C9-037A-FB13-E5FF38D19499}"/>
          </ac:spMkLst>
        </pc:spChg>
        <pc:spChg chg="mod">
          <ac:chgData name="Zheng Fei" userId="d19317889db4c986" providerId="LiveId" clId="{B4971BDF-15F8-9A49-87D4-D2097A242ADD}" dt="2022-12-11T11:48:44.018" v="480" actId="207"/>
          <ac:spMkLst>
            <pc:docMk/>
            <pc:sldMk cId="0" sldId="267"/>
            <ac:spMk id="72707" creationId="{AB605B63-927F-C44B-8C6B-5820B085B10A}"/>
          </ac:spMkLst>
        </pc:spChg>
        <pc:spChg chg="mod">
          <ac:chgData name="Zheng Fei" userId="d19317889db4c986" providerId="LiveId" clId="{B4971BDF-15F8-9A49-87D4-D2097A242ADD}" dt="2022-12-11T11:48:44.018" v="480" actId="207"/>
          <ac:spMkLst>
            <pc:docMk/>
            <pc:sldMk cId="0" sldId="267"/>
            <ac:spMk id="72708" creationId="{1885C26A-6A55-3241-8F6E-2C7592F7FACE}"/>
          </ac:spMkLst>
        </pc:spChg>
        <pc:spChg chg="mod">
          <ac:chgData name="Zheng Fei" userId="d19317889db4c986" providerId="LiveId" clId="{B4971BDF-15F8-9A49-87D4-D2097A242ADD}" dt="2022-12-11T11:48:44.018" v="480" actId="207"/>
          <ac:spMkLst>
            <pc:docMk/>
            <pc:sldMk cId="0" sldId="267"/>
            <ac:spMk id="72709" creationId="{7F551A94-40C9-5341-9398-4CD9F740510E}"/>
          </ac:spMkLst>
        </pc:spChg>
        <pc:spChg chg="del mod">
          <ac:chgData name="Zheng Fei" userId="d19317889db4c986" providerId="LiveId" clId="{B4971BDF-15F8-9A49-87D4-D2097A242ADD}" dt="2022-12-11T11:48:29.224" v="476" actId="478"/>
          <ac:spMkLst>
            <pc:docMk/>
            <pc:sldMk cId="0" sldId="267"/>
            <ac:spMk id="72710" creationId="{9FD8F82C-1BB0-3A4C-A22E-ECE7B2B4AF8B}"/>
          </ac:spMkLst>
        </pc:spChg>
        <pc:spChg chg="mod">
          <ac:chgData name="Zheng Fei" userId="d19317889db4c986" providerId="LiveId" clId="{B4971BDF-15F8-9A49-87D4-D2097A242ADD}" dt="2022-12-11T11:48:44.018" v="480" actId="207"/>
          <ac:spMkLst>
            <pc:docMk/>
            <pc:sldMk cId="0" sldId="267"/>
            <ac:spMk id="72711" creationId="{43340CAC-CAD9-514E-9AEF-AEC9DAFDDF2A}"/>
          </ac:spMkLst>
        </pc:spChg>
        <pc:graphicFrameChg chg="mod">
          <ac:chgData name="Zheng Fei" userId="d19317889db4c986" providerId="LiveId" clId="{B4971BDF-15F8-9A49-87D4-D2097A242ADD}" dt="2022-12-11T11:48:44.018" v="480" actId="207"/>
          <ac:graphicFrameMkLst>
            <pc:docMk/>
            <pc:sldMk cId="0" sldId="267"/>
            <ac:graphicFrameMk id="72706" creationId="{9D013166-F305-7549-AEE1-EC6A50ECC6EF}"/>
          </ac:graphicFrameMkLst>
        </pc:graphicFrameChg>
        <pc:cxnChg chg="add mod">
          <ac:chgData name="Zheng Fei" userId="d19317889db4c986" providerId="LiveId" clId="{B4971BDF-15F8-9A49-87D4-D2097A242ADD}" dt="2022-12-11T11:48:38.753" v="479" actId="113"/>
          <ac:cxnSpMkLst>
            <pc:docMk/>
            <pc:sldMk cId="0" sldId="267"/>
            <ac:cxnSpMk id="3" creationId="{14BB99F5-A98A-195B-C47F-0F1E3B3B60A6}"/>
          </ac:cxnSpMkLst>
        </pc:cxnChg>
      </pc:sldChg>
      <pc:sldChg chg="addSp delSp modSp">
        <pc:chgData name="Zheng Fei" userId="d19317889db4c986" providerId="LiveId" clId="{B4971BDF-15F8-9A49-87D4-D2097A242ADD}" dt="2022-12-11T11:49:09.119" v="487" actId="113"/>
        <pc:sldMkLst>
          <pc:docMk/>
          <pc:sldMk cId="0" sldId="268"/>
        </pc:sldMkLst>
        <pc:spChg chg="add del mod">
          <ac:chgData name="Zheng Fei" userId="d19317889db4c986" providerId="LiveId" clId="{B4971BDF-15F8-9A49-87D4-D2097A242ADD}" dt="2022-12-11T11:49:02.037" v="484" actId="478"/>
          <ac:spMkLst>
            <pc:docMk/>
            <pc:sldMk cId="0" sldId="268"/>
            <ac:spMk id="2" creationId="{143AD227-C320-279E-7E26-9F5052D8A204}"/>
          </ac:spMkLst>
        </pc:spChg>
        <pc:spChg chg="add 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3" creationId="{A0E22779-F96E-A724-9CC2-21F4AF3AC80B}"/>
          </ac:spMkLst>
        </pc:spChg>
        <pc:spChg chg="del mod">
          <ac:chgData name="Zheng Fei" userId="d19317889db4c986" providerId="LiveId" clId="{B4971BDF-15F8-9A49-87D4-D2097A242ADD}" dt="2022-12-11T11:48:59.752" v="483" actId="478"/>
          <ac:spMkLst>
            <pc:docMk/>
            <pc:sldMk cId="0" sldId="268"/>
            <ac:spMk id="73730" creationId="{184A9AAD-CBE8-3C4A-9C25-79AA1366B852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1" creationId="{8904FC05-4F6C-AF41-9DF5-3D2B97375DC1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2" creationId="{69FE6477-61F5-3542-91EF-0C82FC69274A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3" creationId="{8D97D223-E2C3-BE45-87BE-A3F5FDD42C35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4" creationId="{E8BDE86E-BC76-B047-8C5F-D7206250B041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5" creationId="{16077833-C7B6-C14A-BA5F-D32EE4E1D2CD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6" creationId="{B5F94087-BE36-5C4D-A862-9B8D85B30D85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7" creationId="{A51C3A4F-1241-5240-9B93-FCEEFF8C9D23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8" creationId="{630CBC73-0F98-4F47-98D4-C54A438257FE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39" creationId="{ABBCCFD2-DBB0-6A46-A2CB-0671202A9F54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40" creationId="{01FA7347-ED18-0D4E-94A5-7DEC9A086912}"/>
          </ac:spMkLst>
        </pc:spChg>
        <pc:spChg chg="mod">
          <ac:chgData name="Zheng Fei" userId="d19317889db4c986" providerId="LiveId" clId="{B4971BDF-15F8-9A49-87D4-D2097A242ADD}" dt="2022-12-11T11:49:09.119" v="487" actId="113"/>
          <ac:spMkLst>
            <pc:docMk/>
            <pc:sldMk cId="0" sldId="268"/>
            <ac:spMk id="73741" creationId="{063EB188-C42E-5C47-99EE-FDA4600A2FCC}"/>
          </ac:spMkLst>
        </pc:spChg>
        <pc:cxnChg chg="add mod">
          <ac:chgData name="Zheng Fei" userId="d19317889db4c986" providerId="LiveId" clId="{B4971BDF-15F8-9A49-87D4-D2097A242ADD}" dt="2022-12-11T11:49:09.119" v="487" actId="113"/>
          <ac:cxnSpMkLst>
            <pc:docMk/>
            <pc:sldMk cId="0" sldId="268"/>
            <ac:cxnSpMk id="4" creationId="{BCD81968-57FD-16FD-CB72-7F3FBBA7F26E}"/>
          </ac:cxnSpMkLst>
        </pc:cxnChg>
      </pc:sldChg>
      <pc:sldChg chg="addSp delSp modSp">
        <pc:chgData name="Zheng Fei" userId="d19317889db4c986" providerId="LiveId" clId="{B4971BDF-15F8-9A49-87D4-D2097A242ADD}" dt="2022-12-11T11:49:20.308" v="490"/>
        <pc:sldMkLst>
          <pc:docMk/>
          <pc:sldMk cId="0" sldId="269"/>
        </pc:sldMkLst>
        <pc:spChg chg="add del mod">
          <ac:chgData name="Zheng Fei" userId="d19317889db4c986" providerId="LiveId" clId="{B4971BDF-15F8-9A49-87D4-D2097A242ADD}" dt="2022-12-11T11:49:19.143" v="489" actId="478"/>
          <ac:spMkLst>
            <pc:docMk/>
            <pc:sldMk cId="0" sldId="269"/>
            <ac:spMk id="2" creationId="{FA170C8E-4311-748B-CA5A-C137BD01D6CE}"/>
          </ac:spMkLst>
        </pc:spChg>
        <pc:spChg chg="add mod">
          <ac:chgData name="Zheng Fei" userId="d19317889db4c986" providerId="LiveId" clId="{B4971BDF-15F8-9A49-87D4-D2097A242ADD}" dt="2022-12-11T11:49:20.308" v="490"/>
          <ac:spMkLst>
            <pc:docMk/>
            <pc:sldMk cId="0" sldId="269"/>
            <ac:spMk id="3" creationId="{757088A5-76BF-8EBD-8DA4-64BE829F2251}"/>
          </ac:spMkLst>
        </pc:spChg>
        <pc:spChg chg="del mod">
          <ac:chgData name="Zheng Fei" userId="d19317889db4c986" providerId="LiveId" clId="{B4971BDF-15F8-9A49-87D4-D2097A242ADD}" dt="2022-12-11T11:49:17.543" v="488" actId="478"/>
          <ac:spMkLst>
            <pc:docMk/>
            <pc:sldMk cId="0" sldId="269"/>
            <ac:spMk id="16" creationId="{5C01A378-5687-4065-8D22-FAE02D5174A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54" creationId="{61E34251-D126-7248-A973-4AA65F29FB2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1" creationId="{EB460BC6-8ABA-2245-9F29-E264499F20D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2" creationId="{A3A66B21-2ED0-AF42-98B0-8A8DA24E66A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3" creationId="{C52AA575-89AF-6F4A-9C28-FF106BC8FB7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4" creationId="{3B93D601-7220-E847-BFA8-7C8D4F92E22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6" creationId="{8B0F161B-270B-8043-BD71-CC2F0186F73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69"/>
            <ac:spMk id="74767" creationId="{FA4761A8-DEDF-3849-850C-60C0BDF81126}"/>
          </ac:spMkLst>
        </pc:spChg>
        <pc:cxnChg chg="add mod">
          <ac:chgData name="Zheng Fei" userId="d19317889db4c986" providerId="LiveId" clId="{B4971BDF-15F8-9A49-87D4-D2097A242ADD}" dt="2022-12-11T11:49:20.308" v="490"/>
          <ac:cxnSpMkLst>
            <pc:docMk/>
            <pc:sldMk cId="0" sldId="269"/>
            <ac:cxnSpMk id="4" creationId="{DF7EEA8F-5CD6-374B-75D9-FE86975A92AF}"/>
          </ac:cxnSpMkLst>
        </pc:cxnChg>
      </pc:sldChg>
      <pc:sldChg chg="addSp delSp modSp">
        <pc:chgData name="Zheng Fei" userId="d19317889db4c986" providerId="LiveId" clId="{B4971BDF-15F8-9A49-87D4-D2097A242ADD}" dt="2022-12-11T11:49:25.256" v="492"/>
        <pc:sldMkLst>
          <pc:docMk/>
          <pc:sldMk cId="0" sldId="270"/>
        </pc:sldMkLst>
        <pc:spChg chg="add mod">
          <ac:chgData name="Zheng Fei" userId="d19317889db4c986" providerId="LiveId" clId="{B4971BDF-15F8-9A49-87D4-D2097A242ADD}" dt="2022-12-11T11:49:25.256" v="492"/>
          <ac:spMkLst>
            <pc:docMk/>
            <pc:sldMk cId="0" sldId="270"/>
            <ac:spMk id="2" creationId="{C28367A2-451D-6859-98AE-F1CC2BA56C3E}"/>
          </ac:spMkLst>
        </pc:spChg>
        <pc:spChg chg="del mod">
          <ac:chgData name="Zheng Fei" userId="d19317889db4c986" providerId="LiveId" clId="{B4971BDF-15F8-9A49-87D4-D2097A242ADD}" dt="2022-12-11T11:49:24.739" v="491" actId="478"/>
          <ac:spMkLst>
            <pc:docMk/>
            <pc:sldMk cId="0" sldId="270"/>
            <ac:spMk id="11" creationId="{90AB737E-3DEB-41C8-BBF1-787E6B0972B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12" creationId="{C3FB9FEF-71B4-4210-9960-BB82A850AF6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78" creationId="{38501C3E-CC83-254C-9156-E7A17793D4D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79" creationId="{FA9656A5-62C1-F645-B4E6-22621892FDD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80" creationId="{DAF08943-A2EE-9B47-97DB-454D875C89D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81" creationId="{F3646521-38FD-7244-9DE3-9EDE7474B34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83" creationId="{DC1C60BC-285F-B64D-AEE9-52D9AE0C56B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0"/>
            <ac:spMk id="75784" creationId="{D3A85390-BB2B-314D-B266-2E9F92822674}"/>
          </ac:spMkLst>
        </pc:spChg>
        <pc:cxnChg chg="add mod">
          <ac:chgData name="Zheng Fei" userId="d19317889db4c986" providerId="LiveId" clId="{B4971BDF-15F8-9A49-87D4-D2097A242ADD}" dt="2022-12-11T11:49:25.256" v="492"/>
          <ac:cxnSpMkLst>
            <pc:docMk/>
            <pc:sldMk cId="0" sldId="270"/>
            <ac:cxnSpMk id="3" creationId="{B256E7C0-A65F-4F49-5B49-36351C36D80C}"/>
          </ac:cxnSpMkLst>
        </pc:cxnChg>
      </pc:sldChg>
      <pc:sldChg chg="addSp delSp modSp">
        <pc:chgData name="Zheng Fei" userId="d19317889db4c986" providerId="LiveId" clId="{B4971BDF-15F8-9A49-87D4-D2097A242ADD}" dt="2022-12-11T11:49:28.911" v="494"/>
        <pc:sldMkLst>
          <pc:docMk/>
          <pc:sldMk cId="0" sldId="271"/>
        </pc:sldMkLst>
        <pc:spChg chg="add mod">
          <ac:chgData name="Zheng Fei" userId="d19317889db4c986" providerId="LiveId" clId="{B4971BDF-15F8-9A49-87D4-D2097A242ADD}" dt="2022-12-11T11:49:28.911" v="494"/>
          <ac:spMkLst>
            <pc:docMk/>
            <pc:sldMk cId="0" sldId="271"/>
            <ac:spMk id="2" creationId="{F417DB13-9D02-8446-158B-995F97C2F4A4}"/>
          </ac:spMkLst>
        </pc:spChg>
        <pc:spChg chg="del mod">
          <ac:chgData name="Zheng Fei" userId="d19317889db4c986" providerId="LiveId" clId="{B4971BDF-15F8-9A49-87D4-D2097A242ADD}" dt="2022-12-11T11:49:28.386" v="493" actId="478"/>
          <ac:spMkLst>
            <pc:docMk/>
            <pc:sldMk cId="0" sldId="271"/>
            <ac:spMk id="12" creationId="{04B2C19D-07B5-4AB6-B4B6-74D375C144F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2" creationId="{35AA839A-4903-434F-A395-440FD0BBE05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4" creationId="{496C2B27-A7E8-6342-A94E-02DEEE82052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5" creationId="{C72455D1-5CD0-DD4C-9B3F-434C77249EC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6" creationId="{4A9E32B8-2B8B-8D45-8A39-B9D14AB762A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08" creationId="{0ACD0AAC-9124-7845-8EEA-43D53750617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1"/>
            <ac:spMk id="76810" creationId="{072CE250-40A2-E24D-ABEB-AFB529E7C2F5}"/>
          </ac:spMkLst>
        </pc:spChg>
        <pc:cxnChg chg="add mod">
          <ac:chgData name="Zheng Fei" userId="d19317889db4c986" providerId="LiveId" clId="{B4971BDF-15F8-9A49-87D4-D2097A242ADD}" dt="2022-12-11T11:49:28.911" v="494"/>
          <ac:cxnSpMkLst>
            <pc:docMk/>
            <pc:sldMk cId="0" sldId="271"/>
            <ac:cxnSpMk id="3" creationId="{D6F146D7-65AB-D728-328E-89E69D66FB81}"/>
          </ac:cxnSpMkLst>
        </pc:cxnChg>
      </pc:sldChg>
      <pc:sldChg chg="addSp delSp modSp mod">
        <pc:chgData name="Zheng Fei" userId="d19317889db4c986" providerId="LiveId" clId="{B4971BDF-15F8-9A49-87D4-D2097A242ADD}" dt="2022-12-11T11:49:45.012" v="535" actId="20577"/>
        <pc:sldMkLst>
          <pc:docMk/>
          <pc:sldMk cId="0" sldId="272"/>
        </pc:sldMkLst>
        <pc:spChg chg="add del mod">
          <ac:chgData name="Zheng Fei" userId="d19317889db4c986" providerId="LiveId" clId="{B4971BDF-15F8-9A49-87D4-D2097A242ADD}" dt="2022-12-11T11:49:36.055" v="496" actId="478"/>
          <ac:spMkLst>
            <pc:docMk/>
            <pc:sldMk cId="0" sldId="272"/>
            <ac:spMk id="2" creationId="{01E9D174-6DCA-F47A-A7C2-12A7A8EB48AF}"/>
          </ac:spMkLst>
        </pc:spChg>
        <pc:spChg chg="add mod">
          <ac:chgData name="Zheng Fei" userId="d19317889db4c986" providerId="LiveId" clId="{B4971BDF-15F8-9A49-87D4-D2097A242ADD}" dt="2022-12-11T11:49:45.012" v="535" actId="20577"/>
          <ac:spMkLst>
            <pc:docMk/>
            <pc:sldMk cId="0" sldId="272"/>
            <ac:spMk id="3" creationId="{B9EE16A5-454F-B880-C7F4-5E99601F837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19" creationId="{67C6A4E8-C978-43D3-9C8D-71937334982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21" creationId="{E34144A7-C251-488E-88FF-0882ED4B71A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26" creationId="{D7C34D52-6C0A-44FC-8051-46EE834F92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27" creationId="{FF2D70BC-828C-4C8F-A2D1-A6CBF33B517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29" creationId="{FE0FF9F8-9211-4107-B097-59F40ED00C8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30" creationId="{8D4350C0-AA6B-4AC6-92E1-85BAC1C9D3C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31" creationId="{9C1A3B5A-9AD1-4AAE-AEE4-71655C7C1BE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33" creationId="{38C33361-3A0C-4F79-9BFD-53AC6EB16AF8}"/>
          </ac:spMkLst>
        </pc:spChg>
        <pc:spChg chg="del mod">
          <ac:chgData name="Zheng Fei" userId="d19317889db4c986" providerId="LiveId" clId="{B4971BDF-15F8-9A49-87D4-D2097A242ADD}" dt="2022-12-11T11:49:34.467" v="495" actId="478"/>
          <ac:spMkLst>
            <pc:docMk/>
            <pc:sldMk cId="0" sldId="272"/>
            <ac:spMk id="77826" creationId="{96ABA3A4-09B6-9040-8F1C-EC413F0819A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27" creationId="{23EF1E68-B7EB-094F-9E79-60A46F6B7F2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29" creationId="{BF701809-F7E7-F740-B7AB-C64C14CAABC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0" creationId="{63606BBF-0365-0A44-AFD8-C85DDF6E44D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1" creationId="{A2F9729C-F894-854B-9D49-D98A9788D2A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2" creationId="{8AD4171E-C2D6-8843-8615-7B73BF65E19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3" creationId="{DA9AC5AA-EBB1-6A44-9036-CEEE0C5D6F5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4" creationId="{52FAC712-775E-104D-9DF6-FC5B79505C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5" creationId="{67B8BA2F-2D85-D145-9805-BE88668D287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6" creationId="{7EAE7FC8-DF20-7A40-B00E-B831A8D3625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7" creationId="{6E5CAEB0-7C6A-4941-8F19-999DFD2D07F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2"/>
            <ac:spMk id="77838" creationId="{40EAE8F6-0426-2843-9B07-64A31AB1FA44}"/>
          </ac:spMkLst>
        </pc:spChg>
        <pc:cxnChg chg="add mod">
          <ac:chgData name="Zheng Fei" userId="d19317889db4c986" providerId="LiveId" clId="{B4971BDF-15F8-9A49-87D4-D2097A242ADD}" dt="2022-12-11T11:49:36.529" v="497"/>
          <ac:cxnSpMkLst>
            <pc:docMk/>
            <pc:sldMk cId="0" sldId="272"/>
            <ac:cxnSpMk id="4" creationId="{50AF3132-9B66-1404-62DE-9892D379F6AB}"/>
          </ac:cxnSpMkLst>
        </pc:cxnChg>
      </pc:sldChg>
      <pc:sldChg chg="addSp delSp modSp mod">
        <pc:chgData name="Zheng Fei" userId="d19317889db4c986" providerId="LiveId" clId="{B4971BDF-15F8-9A49-87D4-D2097A242ADD}" dt="2022-12-11T11:50:45.403" v="556"/>
        <pc:sldMkLst>
          <pc:docMk/>
          <pc:sldMk cId="0" sldId="273"/>
        </pc:sldMkLst>
        <pc:spChg chg="add mod">
          <ac:chgData name="Zheng Fei" userId="d19317889db4c986" providerId="LiveId" clId="{B4971BDF-15F8-9A49-87D4-D2097A242ADD}" dt="2022-12-11T11:50:45.403" v="556"/>
          <ac:spMkLst>
            <pc:docMk/>
            <pc:sldMk cId="0" sldId="273"/>
            <ac:spMk id="2" creationId="{E8FDD444-BAE9-F4F4-45C1-83C85205A4CB}"/>
          </ac:spMkLst>
        </pc:spChg>
        <pc:spChg chg="del mod">
          <ac:chgData name="Zheng Fei" userId="d19317889db4c986" providerId="LiveId" clId="{B4971BDF-15F8-9A49-87D4-D2097A242ADD}" dt="2022-12-11T11:50:44.975" v="555" actId="478"/>
          <ac:spMkLst>
            <pc:docMk/>
            <pc:sldMk cId="0" sldId="273"/>
            <ac:spMk id="13" creationId="{D42821BC-24A6-4535-95EA-F99E50CB407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0" creationId="{358F940D-A7B4-7547-A6BD-C623F183904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1" creationId="{8414855A-6975-274B-9151-ED58E949B01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3" creationId="{FE04D1F6-4063-074E-B3DB-ACE8EC0FFA2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4" creationId="{2E18163F-4827-3A44-9DA4-92307921420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5" creationId="{9BB7678E-934F-0D42-8E43-7013276676D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3"/>
            <ac:spMk id="78856" creationId="{4870B4DB-D74A-0B43-BB63-C326E5DB8A08}"/>
          </ac:spMkLst>
        </pc:spChg>
        <pc:cxnChg chg="add mod">
          <ac:chgData name="Zheng Fei" userId="d19317889db4c986" providerId="LiveId" clId="{B4971BDF-15F8-9A49-87D4-D2097A242ADD}" dt="2022-12-11T11:50:45.403" v="556"/>
          <ac:cxnSpMkLst>
            <pc:docMk/>
            <pc:sldMk cId="0" sldId="273"/>
            <ac:cxnSpMk id="3" creationId="{ABC02C8F-8A0C-CC94-AD45-26663E6B56DD}"/>
          </ac:cxnSpMkLst>
        </pc:cxnChg>
      </pc:sldChg>
      <pc:sldChg chg="addSp delSp modSp mod">
        <pc:chgData name="Zheng Fei" userId="d19317889db4c986" providerId="LiveId" clId="{B4971BDF-15F8-9A49-87D4-D2097A242ADD}" dt="2022-12-11T11:52:18.954" v="599" actId="20577"/>
        <pc:sldMkLst>
          <pc:docMk/>
          <pc:sldMk cId="0" sldId="274"/>
        </pc:sldMkLst>
        <pc:spChg chg="add mod">
          <ac:chgData name="Zheng Fei" userId="d19317889db4c986" providerId="LiveId" clId="{B4971BDF-15F8-9A49-87D4-D2097A242ADD}" dt="2022-12-11T11:52:18.954" v="599" actId="20577"/>
          <ac:spMkLst>
            <pc:docMk/>
            <pc:sldMk cId="0" sldId="274"/>
            <ac:spMk id="2" creationId="{B8AB85EF-26FA-DF1E-043F-F0F01246766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74" creationId="{4CD78EE7-27D8-434C-B429-F3C60B88808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75" creationId="{2D082724-8D13-E943-8257-DCA0AEE15CE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76" creationId="{C02D94A9-412F-5648-818D-F623580610B8}"/>
          </ac:spMkLst>
        </pc:spChg>
        <pc:spChg chg="del mod">
          <ac:chgData name="Zheng Fei" userId="d19317889db4c986" providerId="LiveId" clId="{B4971BDF-15F8-9A49-87D4-D2097A242ADD}" dt="2022-12-11T11:52:15.416" v="597" actId="478"/>
          <ac:spMkLst>
            <pc:docMk/>
            <pc:sldMk cId="0" sldId="274"/>
            <ac:spMk id="79877" creationId="{3937CE9D-4407-3947-ADA3-B36C72F773F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79" creationId="{315A4930-9E54-DF4C-968C-BA0CACC2F14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4"/>
            <ac:spMk id="79880" creationId="{B8FF073E-B934-404D-A7F2-D45D17F7F794}"/>
          </ac:spMkLst>
        </pc:spChg>
        <pc:cxnChg chg="add mod">
          <ac:chgData name="Zheng Fei" userId="d19317889db4c986" providerId="LiveId" clId="{B4971BDF-15F8-9A49-87D4-D2097A242ADD}" dt="2022-12-11T11:52:15.979" v="598"/>
          <ac:cxnSpMkLst>
            <pc:docMk/>
            <pc:sldMk cId="0" sldId="274"/>
            <ac:cxnSpMk id="3" creationId="{17FCE808-9D13-E721-3674-024FC43C7D5D}"/>
          </ac:cxnSpMkLst>
        </pc:cxnChg>
      </pc:sldChg>
      <pc:sldChg chg="addSp delSp modSp">
        <pc:chgData name="Zheng Fei" userId="d19317889db4c986" providerId="LiveId" clId="{B4971BDF-15F8-9A49-87D4-D2097A242ADD}" dt="2022-12-11T11:52:38.097" v="607"/>
        <pc:sldMkLst>
          <pc:docMk/>
          <pc:sldMk cId="0" sldId="275"/>
        </pc:sldMkLst>
        <pc:spChg chg="add mod">
          <ac:chgData name="Zheng Fei" userId="d19317889db4c986" providerId="LiveId" clId="{B4971BDF-15F8-9A49-87D4-D2097A242ADD}" dt="2022-12-11T11:52:38.097" v="607"/>
          <ac:spMkLst>
            <pc:docMk/>
            <pc:sldMk cId="0" sldId="275"/>
            <ac:spMk id="2" creationId="{7F36DFA7-988E-D995-1FF0-731F93A20EE0}"/>
          </ac:spMkLst>
        </pc:spChg>
        <pc:spChg chg="del mod">
          <ac:chgData name="Zheng Fei" userId="d19317889db4c986" providerId="LiveId" clId="{B4971BDF-15F8-9A49-87D4-D2097A242ADD}" dt="2022-12-11T11:52:37.738" v="606" actId="478"/>
          <ac:spMkLst>
            <pc:docMk/>
            <pc:sldMk cId="0" sldId="275"/>
            <ac:spMk id="11" creationId="{8AA77C60-A53A-41A9-847C-30669A32400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898" creationId="{C579A1EC-980A-0E41-A769-B54A15A03B1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899" creationId="{36B9DE4B-269B-F140-8B44-FEBC29695ED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0" creationId="{38E811FB-0406-7D49-9C91-F4F3C2FC17D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1" creationId="{E98DE00E-9CBC-6548-962E-27F829BFD46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3" creationId="{3D55130C-028C-9A43-BB89-F36A4F40BB2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4" creationId="{F3E00451-788C-A340-A0BA-BFDDAA592F7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5" creationId="{F3210EC3-4BD7-4242-9AE8-ED890FA8C04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5"/>
            <ac:spMk id="80906" creationId="{ECB2200D-294A-0347-AF5E-3AA6DB29FA29}"/>
          </ac:spMkLst>
        </pc:spChg>
        <pc:cxnChg chg="add mod">
          <ac:chgData name="Zheng Fei" userId="d19317889db4c986" providerId="LiveId" clId="{B4971BDF-15F8-9A49-87D4-D2097A242ADD}" dt="2022-12-11T11:52:38.097" v="607"/>
          <ac:cxnSpMkLst>
            <pc:docMk/>
            <pc:sldMk cId="0" sldId="275"/>
            <ac:cxnSpMk id="3" creationId="{4741CEEE-CF7D-897C-1674-D64D9DC71D33}"/>
          </ac:cxnSpMkLst>
        </pc:cxnChg>
      </pc:sldChg>
      <pc:sldChg chg="addSp delSp modSp">
        <pc:chgData name="Zheng Fei" userId="d19317889db4c986" providerId="LiveId" clId="{B4971BDF-15F8-9A49-87D4-D2097A242ADD}" dt="2022-12-11T11:52:42.305" v="609"/>
        <pc:sldMkLst>
          <pc:docMk/>
          <pc:sldMk cId="0" sldId="276"/>
        </pc:sldMkLst>
        <pc:spChg chg="add mod">
          <ac:chgData name="Zheng Fei" userId="d19317889db4c986" providerId="LiveId" clId="{B4971BDF-15F8-9A49-87D4-D2097A242ADD}" dt="2022-12-11T11:52:42.305" v="609"/>
          <ac:spMkLst>
            <pc:docMk/>
            <pc:sldMk cId="0" sldId="276"/>
            <ac:spMk id="2" creationId="{FAF339D3-1310-80A0-09A4-B685E6552DEB}"/>
          </ac:spMkLst>
        </pc:spChg>
        <pc:spChg chg="del mod">
          <ac:chgData name="Zheng Fei" userId="d19317889db4c986" providerId="LiveId" clId="{B4971BDF-15F8-9A49-87D4-D2097A242ADD}" dt="2022-12-11T11:52:41.850" v="608" actId="478"/>
          <ac:spMkLst>
            <pc:docMk/>
            <pc:sldMk cId="0" sldId="276"/>
            <ac:spMk id="11" creationId="{361D7B49-6F39-4062-A0AE-52943557065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2" creationId="{14E0717B-6270-FB40-A783-B7657E66B28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3" creationId="{4334270D-D323-4D49-B6FC-9F2BF337973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4" creationId="{E5577144-0701-3949-9EC3-5C91E9F2E43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5" creationId="{D2E142CE-A926-1A42-AB7A-01763CC6BEE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6" creationId="{7AAF924E-BD38-324E-BC14-2B7EFE9E069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7" creationId="{76740E9C-6639-414B-B508-8F590AC33B2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28" creationId="{A1E1ADA1-3820-B243-BCC5-DFF9CAB4449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6"/>
            <ac:spMk id="81930" creationId="{61F031D6-5874-4E41-8BC5-38FDE4EE4F29}"/>
          </ac:spMkLst>
        </pc:spChg>
        <pc:cxnChg chg="add mod">
          <ac:chgData name="Zheng Fei" userId="d19317889db4c986" providerId="LiveId" clId="{B4971BDF-15F8-9A49-87D4-D2097A242ADD}" dt="2022-12-11T11:52:42.305" v="609"/>
          <ac:cxnSpMkLst>
            <pc:docMk/>
            <pc:sldMk cId="0" sldId="276"/>
            <ac:cxnSpMk id="3" creationId="{A0971928-6FE8-823A-228F-954AB6B13AB1}"/>
          </ac:cxnSpMkLst>
        </pc:cxnChg>
      </pc:sldChg>
      <pc:sldChg chg="addSp delSp modSp mod">
        <pc:chgData name="Zheng Fei" userId="d19317889db4c986" providerId="LiveId" clId="{B4971BDF-15F8-9A49-87D4-D2097A242ADD}" dt="2022-12-11T11:53:16.099" v="665" actId="20577"/>
        <pc:sldMkLst>
          <pc:docMk/>
          <pc:sldMk cId="0" sldId="279"/>
        </pc:sldMkLst>
        <pc:spChg chg="add del mod">
          <ac:chgData name="Zheng Fei" userId="d19317889db4c986" providerId="LiveId" clId="{B4971BDF-15F8-9A49-87D4-D2097A242ADD}" dt="2022-12-11T11:52:56.671" v="616" actId="478"/>
          <ac:spMkLst>
            <pc:docMk/>
            <pc:sldMk cId="0" sldId="279"/>
            <ac:spMk id="2" creationId="{5271664C-50E9-8534-77E5-3F96E2F43B70}"/>
          </ac:spMkLst>
        </pc:spChg>
        <pc:spChg chg="add mod">
          <ac:chgData name="Zheng Fei" userId="d19317889db4c986" providerId="LiveId" clId="{B4971BDF-15F8-9A49-87D4-D2097A242ADD}" dt="2022-12-11T11:53:16.099" v="665" actId="20577"/>
          <ac:spMkLst>
            <pc:docMk/>
            <pc:sldMk cId="0" sldId="279"/>
            <ac:spMk id="3" creationId="{288A6B9C-FF87-FB5F-0EBF-8A931524A286}"/>
          </ac:spMkLst>
        </pc:spChg>
        <pc:spChg chg="del mod">
          <ac:chgData name="Zheng Fei" userId="d19317889db4c986" providerId="LiveId" clId="{B4971BDF-15F8-9A49-87D4-D2097A242ADD}" dt="2022-12-11T11:52:55.141" v="615" actId="478"/>
          <ac:spMkLst>
            <pc:docMk/>
            <pc:sldMk cId="0" sldId="279"/>
            <ac:spMk id="84994" creationId="{7B1F38FE-B449-CB44-B42F-2101E5DC1F7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9"/>
            <ac:spMk id="84995" creationId="{CA672615-A46E-1C47-B27C-4162311608A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9"/>
            <ac:spMk id="84996" creationId="{26B80663-D7AE-BE41-A966-A40F4F6C774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9"/>
            <ac:spMk id="84997" creationId="{1D02C3B9-4F75-BB47-90B1-0D98D975CB5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79"/>
            <ac:spMk id="84998" creationId="{B1206129-FFA4-0545-8D76-B90CF6EAE099}"/>
          </ac:spMkLst>
        </pc:spChg>
        <pc:cxnChg chg="add mod">
          <ac:chgData name="Zheng Fei" userId="d19317889db4c986" providerId="LiveId" clId="{B4971BDF-15F8-9A49-87D4-D2097A242ADD}" dt="2022-12-11T11:52:57.118" v="617"/>
          <ac:cxnSpMkLst>
            <pc:docMk/>
            <pc:sldMk cId="0" sldId="279"/>
            <ac:cxnSpMk id="4" creationId="{32BE0D9C-37C9-781C-3FB3-4E2CE2FD86C0}"/>
          </ac:cxnSpMkLst>
        </pc:cxnChg>
      </pc:sldChg>
      <pc:sldChg chg="addSp delSp modSp">
        <pc:chgData name="Zheng Fei" userId="d19317889db4c986" providerId="LiveId" clId="{B4971BDF-15F8-9A49-87D4-D2097A242ADD}" dt="2022-12-11T11:53:30.618" v="671"/>
        <pc:sldMkLst>
          <pc:docMk/>
          <pc:sldMk cId="0" sldId="280"/>
        </pc:sldMkLst>
        <pc:spChg chg="add del mod">
          <ac:chgData name="Zheng Fei" userId="d19317889db4c986" providerId="LiveId" clId="{B4971BDF-15F8-9A49-87D4-D2097A242ADD}" dt="2022-12-11T11:53:30.157" v="670" actId="478"/>
          <ac:spMkLst>
            <pc:docMk/>
            <pc:sldMk cId="0" sldId="280"/>
            <ac:spMk id="2" creationId="{7578CACC-5604-0B76-83BE-5FB822A84328}"/>
          </ac:spMkLst>
        </pc:spChg>
        <pc:spChg chg="add mod">
          <ac:chgData name="Zheng Fei" userId="d19317889db4c986" providerId="LiveId" clId="{B4971BDF-15F8-9A49-87D4-D2097A242ADD}" dt="2022-12-11T11:53:30.618" v="671"/>
          <ac:spMkLst>
            <pc:docMk/>
            <pc:sldMk cId="0" sldId="280"/>
            <ac:spMk id="3" creationId="{1BA67548-B7E5-D489-D8DB-E820D4B4C999}"/>
          </ac:spMkLst>
        </pc:spChg>
        <pc:spChg chg="del mod">
          <ac:chgData name="Zheng Fei" userId="d19317889db4c986" providerId="LiveId" clId="{B4971BDF-15F8-9A49-87D4-D2097A242ADD}" dt="2022-12-11T11:53:28.532" v="669" actId="478"/>
          <ac:spMkLst>
            <pc:docMk/>
            <pc:sldMk cId="0" sldId="280"/>
            <ac:spMk id="6" creationId="{2C89F747-162B-49B6-8C26-88293E9895D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0"/>
            <ac:spMk id="86018" creationId="{80912C78-C162-F44B-8ECB-FEC44D742F2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0"/>
            <ac:spMk id="86020" creationId="{C1876894-9129-1B41-9B40-06F8D540FD0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0"/>
            <ac:spMk id="86021" creationId="{A4222B20-16D9-5745-BE52-459F3C33A583}"/>
          </ac:spMkLst>
        </pc:spChg>
        <pc:cxnChg chg="add mod">
          <ac:chgData name="Zheng Fei" userId="d19317889db4c986" providerId="LiveId" clId="{B4971BDF-15F8-9A49-87D4-D2097A242ADD}" dt="2022-12-11T11:53:30.618" v="671"/>
          <ac:cxnSpMkLst>
            <pc:docMk/>
            <pc:sldMk cId="0" sldId="280"/>
            <ac:cxnSpMk id="4" creationId="{0E87A7D9-880C-676D-1529-DD0DDF1993B7}"/>
          </ac:cxnSpMkLst>
        </pc:cxnChg>
      </pc:sldChg>
      <pc:sldChg chg="addSp delSp modSp mod">
        <pc:chgData name="Zheng Fei" userId="d19317889db4c986" providerId="LiveId" clId="{B4971BDF-15F8-9A49-87D4-D2097A242ADD}" dt="2022-12-11T11:53:34.195" v="673"/>
        <pc:sldMkLst>
          <pc:docMk/>
          <pc:sldMk cId="0" sldId="281"/>
        </pc:sldMkLst>
        <pc:spChg chg="add mod">
          <ac:chgData name="Zheng Fei" userId="d19317889db4c986" providerId="LiveId" clId="{B4971BDF-15F8-9A49-87D4-D2097A242ADD}" dt="2022-12-11T11:53:34.195" v="673"/>
          <ac:spMkLst>
            <pc:docMk/>
            <pc:sldMk cId="0" sldId="281"/>
            <ac:spMk id="2" creationId="{66A4BFF7-788C-739A-58D3-97E9EF37CF77}"/>
          </ac:spMkLst>
        </pc:spChg>
        <pc:spChg chg="del mod">
          <ac:chgData name="Zheng Fei" userId="d19317889db4c986" providerId="LiveId" clId="{B4971BDF-15F8-9A49-87D4-D2097A242ADD}" dt="2022-12-11T11:53:33.684" v="672" actId="478"/>
          <ac:spMkLst>
            <pc:docMk/>
            <pc:sldMk cId="0" sldId="281"/>
            <ac:spMk id="15" creationId="{9916DE9F-9765-4EEC-9A70-822AC2EDDA2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21" creationId="{8FCBBB19-0C48-472B-9D59-20E70A1A317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43" creationId="{85BE90E0-3536-4540-92B1-BDB7962CE12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45" creationId="{D4685A49-95F4-E043-A65B-6C1BC2349C8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46" creationId="{CC583D65-1158-E14C-8BD5-A463E110F2B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50" creationId="{A195F1F9-B0F6-2C4F-B40F-6A1F7D82AF7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52" creationId="{05400EFF-0435-BB4E-BC8E-DFE9BA8C1B3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1"/>
            <ac:spMk id="87053" creationId="{335D0F44-43B0-F744-AF48-9FBF725FF911}"/>
          </ac:spMkLst>
        </pc:spChg>
        <pc:cxnChg chg="add mod">
          <ac:chgData name="Zheng Fei" userId="d19317889db4c986" providerId="LiveId" clId="{B4971BDF-15F8-9A49-87D4-D2097A242ADD}" dt="2022-12-11T11:53:34.195" v="673"/>
          <ac:cxnSpMkLst>
            <pc:docMk/>
            <pc:sldMk cId="0" sldId="281"/>
            <ac:cxnSpMk id="3" creationId="{B08D9408-C867-9DBC-E9A8-B09357BC9008}"/>
          </ac:cxnSpMkLst>
        </pc:cxnChg>
      </pc:sldChg>
      <pc:sldChg chg="addSp delSp modSp mod">
        <pc:chgData name="Zheng Fei" userId="d19317889db4c986" providerId="LiveId" clId="{B4971BDF-15F8-9A49-87D4-D2097A242ADD}" dt="2022-12-11T11:53:51.262" v="681"/>
        <pc:sldMkLst>
          <pc:docMk/>
          <pc:sldMk cId="0" sldId="283"/>
        </pc:sldMkLst>
        <pc:spChg chg="add mod">
          <ac:chgData name="Zheng Fei" userId="d19317889db4c986" providerId="LiveId" clId="{B4971BDF-15F8-9A49-87D4-D2097A242ADD}" dt="2022-12-11T11:53:45.888" v="678"/>
          <ac:spMkLst>
            <pc:docMk/>
            <pc:sldMk cId="0" sldId="283"/>
            <ac:spMk id="2" creationId="{2E0B4E62-59AA-DCC7-6B10-58EA8BFFCC4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3"/>
            <ac:spMk id="89091" creationId="{F4FEE75B-82F7-5B46-AB0B-4B4357DFF641}"/>
          </ac:spMkLst>
        </pc:spChg>
        <pc:spChg chg="del mod">
          <ac:chgData name="Zheng Fei" userId="d19317889db4c986" providerId="LiveId" clId="{B4971BDF-15F8-9A49-87D4-D2097A242ADD}" dt="2022-12-11T11:53:51.262" v="681"/>
          <ac:spMkLst>
            <pc:docMk/>
            <pc:sldMk cId="0" sldId="283"/>
            <ac:spMk id="89093" creationId="{B25143FF-946F-6F4F-8225-44FBB2681EFF}"/>
          </ac:spMkLst>
        </pc:spChg>
        <pc:spChg chg="del mod">
          <ac:chgData name="Zheng Fei" userId="d19317889db4c986" providerId="LiveId" clId="{B4971BDF-15F8-9A49-87D4-D2097A242ADD}" dt="2022-12-11T11:53:49.036" v="679" actId="478"/>
          <ac:spMkLst>
            <pc:docMk/>
            <pc:sldMk cId="0" sldId="283"/>
            <ac:spMk id="89094" creationId="{8022CC38-755A-FB4E-A5F2-435D46D977F5}"/>
          </ac:spMkLst>
        </pc:spChg>
        <pc:cxnChg chg="add mod">
          <ac:chgData name="Zheng Fei" userId="d19317889db4c986" providerId="LiveId" clId="{B4971BDF-15F8-9A49-87D4-D2097A242ADD}" dt="2022-12-11T11:53:39.550" v="675"/>
          <ac:cxnSpMkLst>
            <pc:docMk/>
            <pc:sldMk cId="0" sldId="283"/>
            <ac:cxnSpMk id="3" creationId="{674CCEC8-CF26-F6C7-B2B8-BE8054EED819}"/>
          </ac:cxnSpMkLst>
        </pc:cxnChg>
      </pc:sldChg>
      <pc:sldChg chg="addSp modSp">
        <pc:chgData name="Zheng Fei" userId="d19317889db4c986" providerId="LiveId" clId="{B4971BDF-15F8-9A49-87D4-D2097A242ADD}" dt="2022-12-11T11:53:58.435" v="682"/>
        <pc:sldMkLst>
          <pc:docMk/>
          <pc:sldMk cId="0" sldId="285"/>
        </pc:sldMkLst>
        <pc:spChg chg="add mod">
          <ac:chgData name="Zheng Fei" userId="d19317889db4c986" providerId="LiveId" clId="{B4971BDF-15F8-9A49-87D4-D2097A242ADD}" dt="2022-12-11T11:53:58.435" v="682"/>
          <ac:spMkLst>
            <pc:docMk/>
            <pc:sldMk cId="0" sldId="285"/>
            <ac:spMk id="2" creationId="{C7A4E726-6575-E5F0-6EF5-E7AEE574D11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285"/>
            <ac:spMk id="91141" creationId="{9FAEB2DE-2E03-9C41-BE73-642753D99F4E}"/>
          </ac:spMkLst>
        </pc:spChg>
        <pc:cxnChg chg="add mod">
          <ac:chgData name="Zheng Fei" userId="d19317889db4c986" providerId="LiveId" clId="{B4971BDF-15F8-9A49-87D4-D2097A242ADD}" dt="2022-12-11T11:53:58.435" v="682"/>
          <ac:cxnSpMkLst>
            <pc:docMk/>
            <pc:sldMk cId="0" sldId="285"/>
            <ac:cxnSpMk id="3" creationId="{45AD1AD5-9F23-4D44-EAA9-1C88FDA732C2}"/>
          </ac:cxnSpMkLst>
        </pc:cxnChg>
      </pc:sldChg>
      <pc:sldChg chg="addSp delSp modSp mod">
        <pc:chgData name="Zheng Fei" userId="d19317889db4c986" providerId="LiveId" clId="{B4971BDF-15F8-9A49-87D4-D2097A242ADD}" dt="2022-12-11T12:01:28.728" v="898" actId="14100"/>
        <pc:sldMkLst>
          <pc:docMk/>
          <pc:sldMk cId="1259915869" sldId="312"/>
        </pc:sldMkLst>
        <pc:spChg chg="add del mod">
          <ac:chgData name="Zheng Fei" userId="d19317889db4c986" providerId="LiveId" clId="{B4971BDF-15F8-9A49-87D4-D2097A242ADD}" dt="2022-12-11T11:42:23.970" v="242" actId="478"/>
          <ac:spMkLst>
            <pc:docMk/>
            <pc:sldMk cId="1259915869" sldId="312"/>
            <ac:spMk id="2" creationId="{0F06C1A6-0C9C-2609-8C8E-08D9A986F688}"/>
          </ac:spMkLst>
        </pc:spChg>
        <pc:spChg chg="add mod">
          <ac:chgData name="Zheng Fei" userId="d19317889db4c986" providerId="LiveId" clId="{B4971BDF-15F8-9A49-87D4-D2097A242ADD}" dt="2022-12-11T11:42:30.611" v="279" actId="20577"/>
          <ac:spMkLst>
            <pc:docMk/>
            <pc:sldMk cId="1259915869" sldId="312"/>
            <ac:spMk id="3" creationId="{93E561EF-903E-4697-3C4B-DE977BDE0672}"/>
          </ac:spMkLst>
        </pc:spChg>
        <pc:spChg chg="del mod">
          <ac:chgData name="Zheng Fei" userId="d19317889db4c986" providerId="LiveId" clId="{B4971BDF-15F8-9A49-87D4-D2097A242ADD}" dt="2022-12-11T11:42:21.588" v="240" actId="478"/>
          <ac:spMkLst>
            <pc:docMk/>
            <pc:sldMk cId="1259915869" sldId="312"/>
            <ac:spMk id="67586" creationId="{24D3A3F1-EA7B-034C-8D56-42ABCC4DD26C}"/>
          </ac:spMkLst>
        </pc:spChg>
        <pc:spChg chg="mod">
          <ac:chgData name="Zheng Fei" userId="d19317889db4c986" providerId="LiveId" clId="{B4971BDF-15F8-9A49-87D4-D2097A242ADD}" dt="2022-12-11T12:01:28.728" v="898" actId="14100"/>
          <ac:spMkLst>
            <pc:docMk/>
            <pc:sldMk cId="1259915869" sldId="312"/>
            <ac:spMk id="67587" creationId="{EFC4D2A5-80F7-3649-B94B-F570F61D8B5B}"/>
          </ac:spMkLst>
        </pc:spChg>
        <pc:cxnChg chg="add mod">
          <ac:chgData name="Zheng Fei" userId="d19317889db4c986" providerId="LiveId" clId="{B4971BDF-15F8-9A49-87D4-D2097A242ADD}" dt="2022-12-11T11:42:22.002" v="241"/>
          <ac:cxnSpMkLst>
            <pc:docMk/>
            <pc:sldMk cId="1259915869" sldId="312"/>
            <ac:cxnSpMk id="4" creationId="{2F988317-7BF8-592B-C09C-14878CB3FEFD}"/>
          </ac:cxnSpMkLst>
        </pc:cxnChg>
      </pc:sldChg>
      <pc:sldChg chg="addSp delSp modSp mod">
        <pc:chgData name="Zheng Fei" userId="d19317889db4c986" providerId="LiveId" clId="{B4971BDF-15F8-9A49-87D4-D2097A242ADD}" dt="2022-12-11T11:46:19.176" v="412"/>
        <pc:sldMkLst>
          <pc:docMk/>
          <pc:sldMk cId="165694961" sldId="313"/>
        </pc:sldMkLst>
        <pc:spChg chg="add del mod">
          <ac:chgData name="Zheng Fei" userId="d19317889db4c986" providerId="LiveId" clId="{B4971BDF-15F8-9A49-87D4-D2097A242ADD}" dt="2022-12-11T11:45:45.817" v="348" actId="478"/>
          <ac:spMkLst>
            <pc:docMk/>
            <pc:sldMk cId="165694961" sldId="313"/>
            <ac:spMk id="2" creationId="{3361AAC4-D151-B695-B149-20028A844B1A}"/>
          </ac:spMkLst>
        </pc:spChg>
        <pc:spChg chg="add mod">
          <ac:chgData name="Zheng Fei" userId="d19317889db4c986" providerId="LiveId" clId="{B4971BDF-15F8-9A49-87D4-D2097A242ADD}" dt="2022-12-11T11:46:00.688" v="407" actId="20577"/>
          <ac:spMkLst>
            <pc:docMk/>
            <pc:sldMk cId="165694961" sldId="313"/>
            <ac:spMk id="3" creationId="{69F64907-A064-B73B-E9BE-EE897303DDC3}"/>
          </ac:spMkLst>
        </pc:spChg>
        <pc:spChg chg="del mod">
          <ac:chgData name="Zheng Fei" userId="d19317889db4c986" providerId="LiveId" clId="{B4971BDF-15F8-9A49-87D4-D2097A242ADD}" dt="2022-12-11T11:45:44.319" v="347" actId="478"/>
          <ac:spMkLst>
            <pc:docMk/>
            <pc:sldMk cId="165694961" sldId="313"/>
            <ac:spMk id="68610" creationId="{FCBC43F4-6D2C-884B-A3F6-65689C219389}"/>
          </ac:spMkLst>
        </pc:spChg>
        <pc:spChg chg="mod">
          <ac:chgData name="Zheng Fei" userId="d19317889db4c986" providerId="LiveId" clId="{B4971BDF-15F8-9A49-87D4-D2097A242ADD}" dt="2022-12-11T11:46:19.176" v="412"/>
          <ac:spMkLst>
            <pc:docMk/>
            <pc:sldMk cId="165694961" sldId="313"/>
            <ac:spMk id="68613" creationId="{3A68CE6C-5B14-1D4D-A321-EFFCF6931790}"/>
          </ac:spMkLst>
        </pc:spChg>
        <pc:cxnChg chg="add mod">
          <ac:chgData name="Zheng Fei" userId="d19317889db4c986" providerId="LiveId" clId="{B4971BDF-15F8-9A49-87D4-D2097A242ADD}" dt="2022-12-11T11:45:46.229" v="349"/>
          <ac:cxnSpMkLst>
            <pc:docMk/>
            <pc:sldMk cId="165694961" sldId="313"/>
            <ac:cxnSpMk id="4" creationId="{A744205F-8E17-6FF6-73F1-5DA1760D9EB9}"/>
          </ac:cxnSpMkLst>
        </pc:cxnChg>
      </pc:sldChg>
      <pc:sldChg chg="addSp delSp modSp mod">
        <pc:chgData name="Zheng Fei" userId="d19317889db4c986" providerId="LiveId" clId="{B4971BDF-15F8-9A49-87D4-D2097A242ADD}" dt="2022-12-11T11:39:34.046" v="168" actId="1076"/>
        <pc:sldMkLst>
          <pc:docMk/>
          <pc:sldMk cId="1473580486" sldId="317"/>
        </pc:sldMkLst>
        <pc:spChg chg="mod">
          <ac:chgData name="Zheng Fei" userId="d19317889db4c986" providerId="LiveId" clId="{B4971BDF-15F8-9A49-87D4-D2097A242ADD}" dt="2022-12-11T11:39:08.971" v="156" actId="114"/>
          <ac:spMkLst>
            <pc:docMk/>
            <pc:sldMk cId="1473580486" sldId="317"/>
            <ac:spMk id="2" creationId="{C04253D1-615A-4349-BFA1-8C203190435C}"/>
          </ac:spMkLst>
        </pc:spChg>
        <pc:spChg chg="add mod">
          <ac:chgData name="Zheng Fei" userId="d19317889db4c986" providerId="LiveId" clId="{B4971BDF-15F8-9A49-87D4-D2097A242ADD}" dt="2022-12-11T11:39:34.046" v="168" actId="1076"/>
          <ac:spMkLst>
            <pc:docMk/>
            <pc:sldMk cId="1473580486" sldId="317"/>
            <ac:spMk id="3" creationId="{AE6620EA-7021-7B0E-5963-578A88075E5E}"/>
          </ac:spMkLst>
        </pc:spChg>
        <pc:spChg chg="mod">
          <ac:chgData name="Zheng Fei" userId="d19317889db4c986" providerId="LiveId" clId="{B4971BDF-15F8-9A49-87D4-D2097A242ADD}" dt="2022-12-11T11:39:18.651" v="162" actId="1035"/>
          <ac:spMkLst>
            <pc:docMk/>
            <pc:sldMk cId="1473580486" sldId="317"/>
            <ac:spMk id="4" creationId="{52462E01-E34B-4DF1-A664-8B7734F94F17}"/>
          </ac:spMkLst>
        </pc:spChg>
        <pc:spChg chg="mod">
          <ac:chgData name="Zheng Fei" userId="d19317889db4c986" providerId="LiveId" clId="{B4971BDF-15F8-9A49-87D4-D2097A242ADD}" dt="2022-12-11T11:39:20.366" v="164" actId="1035"/>
          <ac:spMkLst>
            <pc:docMk/>
            <pc:sldMk cId="1473580486" sldId="317"/>
            <ac:spMk id="10" creationId="{CF7B7A89-7A23-4C8B-95C1-D4FD3CA81904}"/>
          </ac:spMkLst>
        </pc:spChg>
        <pc:spChg chg="mod">
          <ac:chgData name="Zheng Fei" userId="d19317889db4c986" providerId="LiveId" clId="{B4971BDF-15F8-9A49-87D4-D2097A242ADD}" dt="2022-12-11T11:39:21.915" v="165" actId="1035"/>
          <ac:spMkLst>
            <pc:docMk/>
            <pc:sldMk cId="1473580486" sldId="317"/>
            <ac:spMk id="11" creationId="{637A3223-ED58-4856-8A62-1AC3B730E51F}"/>
          </ac:spMkLst>
        </pc:spChg>
        <pc:spChg chg="mod">
          <ac:chgData name="Zheng Fei" userId="d19317889db4c986" providerId="LiveId" clId="{B4971BDF-15F8-9A49-87D4-D2097A242ADD}" dt="2022-12-11T11:39:23.413" v="166" actId="1035"/>
          <ac:spMkLst>
            <pc:docMk/>
            <pc:sldMk cId="1473580486" sldId="317"/>
            <ac:spMk id="12" creationId="{991BDED1-CFA8-496B-884D-E56C2695B94D}"/>
          </ac:spMkLst>
        </pc:spChg>
        <pc:spChg chg="mod">
          <ac:chgData name="Zheng Fei" userId="d19317889db4c986" providerId="LiveId" clId="{B4971BDF-15F8-9A49-87D4-D2097A242ADD}" dt="2022-12-11T11:38:26.513" v="141"/>
          <ac:spMkLst>
            <pc:docMk/>
            <pc:sldMk cId="1473580486" sldId="317"/>
            <ac:spMk id="64514" creationId="{8039605C-9F4D-ED4F-8405-BCD3B1D30849}"/>
          </ac:spMkLst>
        </pc:spChg>
        <pc:spChg chg="mod">
          <ac:chgData name="Zheng Fei" userId="d19317889db4c986" providerId="LiveId" clId="{B4971BDF-15F8-9A49-87D4-D2097A242ADD}" dt="2022-12-11T11:38:51.155" v="150" actId="20577"/>
          <ac:spMkLst>
            <pc:docMk/>
            <pc:sldMk cId="1473580486" sldId="317"/>
            <ac:spMk id="64515" creationId="{D246DF8A-42A4-E542-B2AE-884BFC9AC288}"/>
          </ac:spMkLst>
        </pc:spChg>
        <pc:spChg chg="del mod">
          <ac:chgData name="Zheng Fei" userId="d19317889db4c986" providerId="LiveId" clId="{B4971BDF-15F8-9A49-87D4-D2097A242ADD}" dt="2022-12-11T11:38:13.743" v="137" actId="478"/>
          <ac:spMkLst>
            <pc:docMk/>
            <pc:sldMk cId="1473580486" sldId="317"/>
            <ac:spMk id="64518" creationId="{27C1C725-61D5-0941-9B81-938EEDAC7FF1}"/>
          </ac:spMkLst>
        </pc:spChg>
        <pc:cxnChg chg="add mod">
          <ac:chgData name="Zheng Fei" userId="d19317889db4c986" providerId="LiveId" clId="{B4971BDF-15F8-9A49-87D4-D2097A242ADD}" dt="2022-12-11T11:39:34.046" v="168" actId="1076"/>
          <ac:cxnSpMkLst>
            <pc:docMk/>
            <pc:sldMk cId="1473580486" sldId="317"/>
            <ac:cxnSpMk id="5" creationId="{78CD73F6-1B0D-1B97-A3B8-6CAFC02647D7}"/>
          </ac:cxnSpMkLst>
        </pc:cxnChg>
      </pc:sldChg>
      <pc:sldChg chg="addSp delSp modSp">
        <pc:chgData name="Zheng Fei" userId="d19317889db4c986" providerId="LiveId" clId="{B4971BDF-15F8-9A49-87D4-D2097A242ADD}" dt="2022-12-11T12:00:29.699" v="885" actId="1036"/>
        <pc:sldMkLst>
          <pc:docMk/>
          <pc:sldMk cId="1782971290" sldId="318"/>
        </pc:sldMkLst>
        <pc:spChg chg="add mod">
          <ac:chgData name="Zheng Fei" userId="d19317889db4c986" providerId="LiveId" clId="{B4971BDF-15F8-9A49-87D4-D2097A242ADD}" dt="2022-12-11T11:39:38.697" v="170"/>
          <ac:spMkLst>
            <pc:docMk/>
            <pc:sldMk cId="1782971290" sldId="318"/>
            <ac:spMk id="2" creationId="{6CF412E2-AD3A-0BBB-54A5-675D19268DB3}"/>
          </ac:spMkLst>
        </pc:spChg>
        <pc:spChg chg="mod">
          <ac:chgData name="Zheng Fei" userId="d19317889db4c986" providerId="LiveId" clId="{B4971BDF-15F8-9A49-87D4-D2097A242ADD}" dt="2022-12-11T12:00:29.699" v="885" actId="1036"/>
          <ac:spMkLst>
            <pc:docMk/>
            <pc:sldMk cId="1782971290" sldId="318"/>
            <ac:spMk id="64514" creationId="{8039605C-9F4D-ED4F-8405-BCD3B1D30849}"/>
          </ac:spMkLst>
        </pc:spChg>
        <pc:spChg chg="del mod">
          <ac:chgData name="Zheng Fei" userId="d19317889db4c986" providerId="LiveId" clId="{B4971BDF-15F8-9A49-87D4-D2097A242ADD}" dt="2022-12-11T11:39:38.320" v="169" actId="478"/>
          <ac:spMkLst>
            <pc:docMk/>
            <pc:sldMk cId="1782971290" sldId="318"/>
            <ac:spMk id="64518" creationId="{27C1C725-61D5-0941-9B81-938EEDAC7FF1}"/>
          </ac:spMkLst>
        </pc:spChg>
        <pc:cxnChg chg="add mod">
          <ac:chgData name="Zheng Fei" userId="d19317889db4c986" providerId="LiveId" clId="{B4971BDF-15F8-9A49-87D4-D2097A242ADD}" dt="2022-12-11T11:39:38.697" v="170"/>
          <ac:cxnSpMkLst>
            <pc:docMk/>
            <pc:sldMk cId="1782971290" sldId="318"/>
            <ac:cxnSpMk id="3" creationId="{11DEC793-A341-45FA-FDDD-4EE2BDF0B5BA}"/>
          </ac:cxnSpMkLst>
        </pc:cxnChg>
      </pc:sldChg>
      <pc:sldChg chg="addSp delSp modSp modNotes">
        <pc:chgData name="Zheng Fei" userId="d19317889db4c986" providerId="LiveId" clId="{B4971BDF-15F8-9A49-87D4-D2097A242ADD}" dt="2022-12-11T11:48:10.563" v="475" actId="207"/>
        <pc:sldMkLst>
          <pc:docMk/>
          <pc:sldMk cId="1240468597" sldId="319"/>
        </pc:sldMkLst>
        <pc:spChg chg="mod">
          <ac:chgData name="Zheng Fei" userId="d19317889db4c986" providerId="LiveId" clId="{B4971BDF-15F8-9A49-87D4-D2097A242ADD}" dt="2022-12-11T11:48:10.563" v="475" actId="207"/>
          <ac:spMkLst>
            <pc:docMk/>
            <pc:sldMk cId="1240468597" sldId="319"/>
            <ac:spMk id="2" creationId="{312D4565-0205-45ED-9021-6116B98A8C90}"/>
          </ac:spMkLst>
        </pc:spChg>
        <pc:spChg chg="add mod">
          <ac:chgData name="Zheng Fei" userId="d19317889db4c986" providerId="LiveId" clId="{B4971BDF-15F8-9A49-87D4-D2097A242ADD}" dt="2022-12-11T11:48:00.564" v="472"/>
          <ac:spMkLst>
            <pc:docMk/>
            <pc:sldMk cId="1240468597" sldId="319"/>
            <ac:spMk id="3" creationId="{1646CD12-1D93-BF13-C1AF-5BAA83B81C7F}"/>
          </ac:spMkLst>
        </pc:spChg>
        <pc:spChg chg="del mod">
          <ac:chgData name="Zheng Fei" userId="d19317889db4c986" providerId="LiveId" clId="{B4971BDF-15F8-9A49-87D4-D2097A242ADD}" dt="2022-12-11T11:48:00.248" v="471" actId="478"/>
          <ac:spMkLst>
            <pc:docMk/>
            <pc:sldMk cId="1240468597" sldId="319"/>
            <ac:spMk id="69634" creationId="{B6D52BBC-3D87-D646-8147-73F0C164DE3E}"/>
          </ac:spMkLst>
        </pc:spChg>
        <pc:spChg chg="mod">
          <ac:chgData name="Zheng Fei" userId="d19317889db4c986" providerId="LiveId" clId="{B4971BDF-15F8-9A49-87D4-D2097A242ADD}" dt="2022-12-11T11:48:10.563" v="475" actId="207"/>
          <ac:spMkLst>
            <pc:docMk/>
            <pc:sldMk cId="1240468597" sldId="319"/>
            <ac:spMk id="69636" creationId="{A444F019-76AB-5F4C-A814-54C3F7B272F2}"/>
          </ac:spMkLst>
        </pc:spChg>
        <pc:spChg chg="del mod">
          <ac:chgData name="Zheng Fei" userId="d19317889db4c986" providerId="LiveId" clId="{B4971BDF-15F8-9A49-87D4-D2097A242ADD}" dt="2022-12-11T11:48:05.069" v="473" actId="478"/>
          <ac:spMkLst>
            <pc:docMk/>
            <pc:sldMk cId="1240468597" sldId="319"/>
            <ac:spMk id="69637" creationId="{9FDC51D4-A694-AA41-A551-98398E9C1281}"/>
          </ac:spMkLst>
        </pc:spChg>
        <pc:cxnChg chg="add mod">
          <ac:chgData name="Zheng Fei" userId="d19317889db4c986" providerId="LiveId" clId="{B4971BDF-15F8-9A49-87D4-D2097A242ADD}" dt="2022-12-11T11:48:00.564" v="472"/>
          <ac:cxnSpMkLst>
            <pc:docMk/>
            <pc:sldMk cId="1240468597" sldId="319"/>
            <ac:cxnSpMk id="4" creationId="{7E2CC1F7-A7E7-1B08-869A-EB3B697FCCAE}"/>
          </ac:cxnSpMkLst>
        </pc:cxnChg>
      </pc:sldChg>
      <pc:sldChg chg="addSp delSp modSp mod">
        <pc:chgData name="Zheng Fei" userId="d19317889db4c986" providerId="LiveId" clId="{B4971BDF-15F8-9A49-87D4-D2097A242ADD}" dt="2022-12-11T11:50:30.779" v="554" actId="2711"/>
        <pc:sldMkLst>
          <pc:docMk/>
          <pc:sldMk cId="1873751283" sldId="320"/>
        </pc:sldMkLst>
        <pc:spChg chg="add mod">
          <ac:chgData name="Zheng Fei" userId="d19317889db4c986" providerId="LiveId" clId="{B4971BDF-15F8-9A49-87D4-D2097A242ADD}" dt="2022-12-11T11:50:30.779" v="554" actId="2711"/>
          <ac:spMkLst>
            <pc:docMk/>
            <pc:sldMk cId="1873751283" sldId="320"/>
            <ac:spMk id="2" creationId="{E111E1FC-C259-B4E4-86FC-D12DE234932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19" creationId="{7D5698CB-0D81-4BB9-BAB8-1B6811DD5C7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0" creationId="{D4008885-A954-4170-B51E-579A23C8E04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1" creationId="{08A127FD-675A-480D-B0AD-259E2307CC9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4" creationId="{E343E90A-952B-4F29-82C6-D81FACB695C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5" creationId="{66929F53-BFBB-4F31-AEBF-0462DBEB283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29" creationId="{91EE83F6-0C53-4641-B49B-0A6916443A0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30" creationId="{24ABEB08-EEEE-40F1-9733-072BB2CECD04}"/>
          </ac:spMkLst>
        </pc:spChg>
        <pc:spChg chg="del mod">
          <ac:chgData name="Zheng Fei" userId="d19317889db4c986" providerId="LiveId" clId="{B4971BDF-15F8-9A49-87D4-D2097A242ADD}" dt="2022-12-11T11:50:01.730" v="544" actId="478"/>
          <ac:spMkLst>
            <pc:docMk/>
            <pc:sldMk cId="1873751283" sldId="320"/>
            <ac:spMk id="77826" creationId="{96ABA3A4-09B6-9040-8F1C-EC413F0819A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29" creationId="{BF701809-F7E7-F740-B7AB-C64C14CAABC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0" creationId="{63606BBF-0365-0A44-AFD8-C85DDF6E44D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1" creationId="{A2F9729C-F894-854B-9D49-D98A9788D2A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2" creationId="{8AD4171E-C2D6-8843-8615-7B73BF65E19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3" creationId="{DA9AC5AA-EBB1-6A44-9036-CEEE0C5D6F5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4" creationId="{52FAC712-775E-104D-9DF6-FC5B79505C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5" creationId="{67B8BA2F-2D85-D145-9805-BE88668D287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6" creationId="{7EAE7FC8-DF20-7A40-B00E-B831A8D3625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7" creationId="{6E5CAEB0-7C6A-4941-8F19-999DFD2D07F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8" creationId="{40EAE8F6-0426-2843-9B07-64A31AB1FA4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39" creationId="{41F9918D-198C-DE48-9615-35F2B15F6B6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40" creationId="{24E473C7-58A5-524F-94AA-CF2BD14AD5F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873751283" sldId="320"/>
            <ac:spMk id="77842" creationId="{642625CC-F8A7-674F-8B11-85DB5D37BD0C}"/>
          </ac:spMkLst>
        </pc:spChg>
        <pc:cxnChg chg="add mod">
          <ac:chgData name="Zheng Fei" userId="d19317889db4c986" providerId="LiveId" clId="{B4971BDF-15F8-9A49-87D4-D2097A242ADD}" dt="2022-12-11T11:50:05.622" v="550" actId="1035"/>
          <ac:cxnSpMkLst>
            <pc:docMk/>
            <pc:sldMk cId="1873751283" sldId="320"/>
            <ac:cxnSpMk id="3" creationId="{D4DB31CB-FC55-C161-C029-1A6096341AE9}"/>
          </ac:cxnSpMkLst>
        </pc:cxnChg>
      </pc:sldChg>
      <pc:sldChg chg="addSp delSp modSp mod">
        <pc:chgData name="Zheng Fei" userId="d19317889db4c986" providerId="LiveId" clId="{B4971BDF-15F8-9A49-87D4-D2097A242ADD}" dt="2022-12-11T11:54:12.324" v="723" actId="20577"/>
        <pc:sldMkLst>
          <pc:docMk/>
          <pc:sldMk cId="2152373412" sldId="321"/>
        </pc:sldMkLst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" creationId="{70512923-C684-42B1-96A9-2B75E590C90F}"/>
          </ac:spMkLst>
        </pc:spChg>
        <pc:spChg chg="add del mod">
          <ac:chgData name="Zheng Fei" userId="d19317889db4c986" providerId="LiveId" clId="{B4971BDF-15F8-9A49-87D4-D2097A242ADD}" dt="2022-12-11T11:54:06.804" v="685" actId="478"/>
          <ac:spMkLst>
            <pc:docMk/>
            <pc:sldMk cId="2152373412" sldId="321"/>
            <ac:spMk id="3" creationId="{7173691B-C6C8-578A-FF65-2AF81182DB74}"/>
          </ac:spMkLst>
        </pc:spChg>
        <pc:spChg chg="add mod">
          <ac:chgData name="Zheng Fei" userId="d19317889db4c986" providerId="LiveId" clId="{B4971BDF-15F8-9A49-87D4-D2097A242ADD}" dt="2022-12-11T11:54:12.324" v="723" actId="20577"/>
          <ac:spMkLst>
            <pc:docMk/>
            <pc:sldMk cId="2152373412" sldId="321"/>
            <ac:spMk id="4" creationId="{6DF17680-DF27-8D8D-D491-596E4BC123C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19" creationId="{67C6A4E8-C978-43D3-9C8D-71937334982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1" creationId="{E34144A7-C251-488E-88FF-0882ED4B71A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5" creationId="{D0CE9D8F-3F7F-46BE-87A3-844AC20C676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6" creationId="{D7C34D52-6C0A-44FC-8051-46EE834F92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7" creationId="{FF2D70BC-828C-4C8F-A2D1-A6CBF33B517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29" creationId="{FE0FF9F8-9211-4107-B097-59F40ED00C8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30" creationId="{8D4350C0-AA6B-4AC6-92E1-85BAC1C9D3C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31" creationId="{9C1A3B5A-9AD1-4AAE-AEE4-71655C7C1BE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33" creationId="{38C33361-3A0C-4F79-9BFD-53AC6EB16AF8}"/>
          </ac:spMkLst>
        </pc:spChg>
        <pc:spChg chg="del mod">
          <ac:chgData name="Zheng Fei" userId="d19317889db4c986" providerId="LiveId" clId="{B4971BDF-15F8-9A49-87D4-D2097A242ADD}" dt="2022-12-11T11:54:04.283" v="683" actId="478"/>
          <ac:spMkLst>
            <pc:docMk/>
            <pc:sldMk cId="2152373412" sldId="321"/>
            <ac:spMk id="77826" creationId="{96ABA3A4-09B6-9040-8F1C-EC413F0819A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27" creationId="{23EF1E68-B7EB-094F-9E79-60A46F6B7F2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29" creationId="{BF701809-F7E7-F740-B7AB-C64C14CAABC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0" creationId="{63606BBF-0365-0A44-AFD8-C85DDF6E44D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1" creationId="{A2F9729C-F894-854B-9D49-D98A9788D2A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2" creationId="{8AD4171E-C2D6-8843-8615-7B73BF65E19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3" creationId="{DA9AC5AA-EBB1-6A44-9036-CEEE0C5D6F5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4" creationId="{52FAC712-775E-104D-9DF6-FC5B79505CB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5" creationId="{67B8BA2F-2D85-D145-9805-BE88668D287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6" creationId="{7EAE7FC8-DF20-7A40-B00E-B831A8D3625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7" creationId="{6E5CAEB0-7C6A-4941-8F19-999DFD2D07F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152373412" sldId="321"/>
            <ac:spMk id="77838" creationId="{40EAE8F6-0426-2843-9B07-64A31AB1FA44}"/>
          </ac:spMkLst>
        </pc:spChg>
        <pc:cxnChg chg="add mod">
          <ac:chgData name="Zheng Fei" userId="d19317889db4c986" providerId="LiveId" clId="{B4971BDF-15F8-9A49-87D4-D2097A242ADD}" dt="2022-12-11T11:54:04.838" v="684"/>
          <ac:cxnSpMkLst>
            <pc:docMk/>
            <pc:sldMk cId="2152373412" sldId="321"/>
            <ac:cxnSpMk id="5" creationId="{59599632-FDB3-A574-D3B0-BD89B09AD15E}"/>
          </ac:cxnSpMkLst>
        </pc:cxnChg>
      </pc:sldChg>
      <pc:sldChg chg="addSp delSp modSp">
        <pc:chgData name="Zheng Fei" userId="d19317889db4c986" providerId="LiveId" clId="{B4971BDF-15F8-9A49-87D4-D2097A242ADD}" dt="2022-12-11T11:52:34.308" v="605"/>
        <pc:sldMkLst>
          <pc:docMk/>
          <pc:sldMk cId="2095660730" sldId="322"/>
        </pc:sldMkLst>
        <pc:spChg chg="add mod">
          <ac:chgData name="Zheng Fei" userId="d19317889db4c986" providerId="LiveId" clId="{B4971BDF-15F8-9A49-87D4-D2097A242ADD}" dt="2022-12-11T11:52:34.308" v="605"/>
          <ac:spMkLst>
            <pc:docMk/>
            <pc:sldMk cId="2095660730" sldId="322"/>
            <ac:spMk id="2" creationId="{2A11E46A-6D3A-FB9D-97E0-1939437AC40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6" creationId="{A05C3EC0-2FD6-4744-A125-DBD1C58B0B1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7" creationId="{A27ED0BC-78EF-4207-B2AB-B4E80FF5AAA5}"/>
          </ac:spMkLst>
        </pc:spChg>
        <pc:spChg chg="del mod">
          <ac:chgData name="Zheng Fei" userId="d19317889db4c986" providerId="LiveId" clId="{B4971BDF-15F8-9A49-87D4-D2097A242ADD}" dt="2022-12-11T11:52:33.893" v="604" actId="478"/>
          <ac:spMkLst>
            <pc:docMk/>
            <pc:sldMk cId="2095660730" sldId="322"/>
            <ac:spMk id="11" creationId="{DDAEBEC4-B62A-4A75-A983-72B4919D236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14" creationId="{53F29F06-7A1B-4A06-9EA0-4A32473E79D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15" creationId="{2488AA37-08C4-4E7E-9A88-9C31835A30D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95660730" sldId="322"/>
            <ac:spMk id="16" creationId="{DAB9B0D1-4BE6-48F6-AF34-198486353063}"/>
          </ac:spMkLst>
        </pc:spChg>
        <pc:cxnChg chg="add mod">
          <ac:chgData name="Zheng Fei" userId="d19317889db4c986" providerId="LiveId" clId="{B4971BDF-15F8-9A49-87D4-D2097A242ADD}" dt="2022-12-11T11:52:34.308" v="605"/>
          <ac:cxnSpMkLst>
            <pc:docMk/>
            <pc:sldMk cId="2095660730" sldId="322"/>
            <ac:cxnSpMk id="3" creationId="{EFC77B1D-1A7D-EE09-3849-4B9267712F24}"/>
          </ac:cxnSpMkLst>
        </pc:cxnChg>
      </pc:sldChg>
      <pc:sldChg chg="addSp delSp modSp">
        <pc:chgData name="Zheng Fei" userId="d19317889db4c986" providerId="LiveId" clId="{B4971BDF-15F8-9A49-87D4-D2097A242ADD}" dt="2022-12-11T11:53:25.795" v="668"/>
        <pc:sldMkLst>
          <pc:docMk/>
          <pc:sldMk cId="315795448" sldId="323"/>
        </pc:sldMkLst>
        <pc:spChg chg="add del mod">
          <ac:chgData name="Zheng Fei" userId="d19317889db4c986" providerId="LiveId" clId="{B4971BDF-15F8-9A49-87D4-D2097A242ADD}" dt="2022-12-11T11:53:25.160" v="667" actId="478"/>
          <ac:spMkLst>
            <pc:docMk/>
            <pc:sldMk cId="315795448" sldId="323"/>
            <ac:spMk id="2" creationId="{12D4A55A-56E2-B1AA-9C27-11359CA297B1}"/>
          </ac:spMkLst>
        </pc:spChg>
        <pc:spChg chg="add mod">
          <ac:chgData name="Zheng Fei" userId="d19317889db4c986" providerId="LiveId" clId="{B4971BDF-15F8-9A49-87D4-D2097A242ADD}" dt="2022-12-11T11:53:25.795" v="668"/>
          <ac:spMkLst>
            <pc:docMk/>
            <pc:sldMk cId="315795448" sldId="323"/>
            <ac:spMk id="3" creationId="{A2D08CFA-89F0-6AED-83B5-2DDFC936CB4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15795448" sldId="323"/>
            <ac:spMk id="6" creationId="{42053E98-FB80-4616-8104-37E9CE34324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15795448" sldId="323"/>
            <ac:spMk id="7" creationId="{6FFF7056-ED9C-41C7-95AE-6D992BF3D8B9}"/>
          </ac:spMkLst>
        </pc:spChg>
        <pc:spChg chg="del mod">
          <ac:chgData name="Zheng Fei" userId="d19317889db4c986" providerId="LiveId" clId="{B4971BDF-15F8-9A49-87D4-D2097A242ADD}" dt="2022-12-11T11:53:23.788" v="666" actId="478"/>
          <ac:spMkLst>
            <pc:docMk/>
            <pc:sldMk cId="315795448" sldId="323"/>
            <ac:spMk id="10" creationId="{B092432A-BBC7-4513-A1CD-A72F5747C2C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15795448" sldId="323"/>
            <ac:spMk id="11" creationId="{FEE859AE-D871-4B49-92EA-4F02A4DEFC18}"/>
          </ac:spMkLst>
        </pc:spChg>
        <pc:cxnChg chg="add mod">
          <ac:chgData name="Zheng Fei" userId="d19317889db4c986" providerId="LiveId" clId="{B4971BDF-15F8-9A49-87D4-D2097A242ADD}" dt="2022-12-11T11:53:25.795" v="668"/>
          <ac:cxnSpMkLst>
            <pc:docMk/>
            <pc:sldMk cId="315795448" sldId="323"/>
            <ac:cxnSpMk id="4" creationId="{D2D208AC-C27D-0261-A374-1F5D44557C1F}"/>
          </ac:cxnSpMkLst>
        </pc:cxnChg>
      </pc:sldChg>
      <pc:sldChg chg="addSp delSp modSp mod">
        <pc:chgData name="Zheng Fei" userId="d19317889db4c986" providerId="LiveId" clId="{B4971BDF-15F8-9A49-87D4-D2097A242ADD}" dt="2022-12-11T11:51:34.086" v="572"/>
        <pc:sldMkLst>
          <pc:docMk/>
          <pc:sldMk cId="0" sldId="351"/>
        </pc:sldMkLst>
        <pc:spChg chg="del mod">
          <ac:chgData name="Zheng Fei" userId="d19317889db4c986" providerId="LiveId" clId="{B4971BDF-15F8-9A49-87D4-D2097A242ADD}" dt="2022-12-11T11:51:33.626" v="571" actId="478"/>
          <ac:spMkLst>
            <pc:docMk/>
            <pc:sldMk cId="0" sldId="351"/>
            <ac:spMk id="2" creationId="{DD509164-04A4-1740-80E9-029B94960701}"/>
          </ac:spMkLst>
        </pc:spChg>
        <pc:spChg chg="add mod">
          <ac:chgData name="Zheng Fei" userId="d19317889db4c986" providerId="LiveId" clId="{B4971BDF-15F8-9A49-87D4-D2097A242ADD}" dt="2022-12-11T11:51:34.086" v="572"/>
          <ac:spMkLst>
            <pc:docMk/>
            <pc:sldMk cId="0" sldId="351"/>
            <ac:spMk id="3" creationId="{1C759C46-2859-B849-A7D4-1A55ED7666C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18" creationId="{E7455CC3-B126-024E-B1F3-7EC7C575730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19" creationId="{4C094360-D178-D147-BC4D-75961E01CE4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34" creationId="{2382CC11-BE2B-E649-8C53-D71ADC7FD99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35" creationId="{EB84B86C-0E45-814D-B153-0581CC09BC8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1"/>
            <ac:spMk id="214036" creationId="{81EAC334-61D6-B345-95E1-3759BDFBF24F}"/>
          </ac:spMkLst>
        </pc:spChg>
        <pc:cxnChg chg="add mod">
          <ac:chgData name="Zheng Fei" userId="d19317889db4c986" providerId="LiveId" clId="{B4971BDF-15F8-9A49-87D4-D2097A242ADD}" dt="2022-12-11T11:51:34.086" v="572"/>
          <ac:cxnSpMkLst>
            <pc:docMk/>
            <pc:sldMk cId="0" sldId="351"/>
            <ac:cxnSpMk id="4" creationId="{9EF00D32-8A51-8C6A-F785-4376CCDAA760}"/>
          </ac:cxnSpMkLst>
        </pc:cxnChg>
      </pc:sldChg>
      <pc:sldChg chg="modSp">
        <pc:chgData name="Zheng Fei" userId="d19317889db4c986" providerId="LiveId" clId="{B4971BDF-15F8-9A49-87D4-D2097A242ADD}" dt="2022-12-11T11:35:26.224" v="80"/>
        <pc:sldMkLst>
          <pc:docMk/>
          <pc:sldMk cId="0" sldId="352"/>
        </pc:sldMkLst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2"/>
            <ac:spMk id="215042" creationId="{B96A8027-1E69-9749-96CB-BD6B29BAB06A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0" sldId="352"/>
            <ac:spMk id="215056" creationId="{EA6B34A7-C3EB-564F-9D75-BC44B9FB1225}"/>
          </ac:spMkLst>
        </pc:spChg>
      </pc:sldChg>
      <pc:sldChg chg="addSp delSp modSp mod">
        <pc:chgData name="Zheng Fei" userId="d19317889db4c986" providerId="LiveId" clId="{B4971BDF-15F8-9A49-87D4-D2097A242ADD}" dt="2022-12-11T11:51:54.414" v="596" actId="478"/>
        <pc:sldMkLst>
          <pc:docMk/>
          <pc:sldMk cId="0" sldId="353"/>
        </pc:sldMkLst>
        <pc:spChg chg="add mod">
          <ac:chgData name="Zheng Fei" userId="d19317889db4c986" providerId="LiveId" clId="{B4971BDF-15F8-9A49-87D4-D2097A242ADD}" dt="2022-12-11T11:51:51.783" v="595" actId="20577"/>
          <ac:spMkLst>
            <pc:docMk/>
            <pc:sldMk cId="0" sldId="353"/>
            <ac:spMk id="2" creationId="{0BD72D45-C000-4736-37EB-CF382A6817FB}"/>
          </ac:spMkLst>
        </pc:spChg>
        <pc:spChg chg="del mod">
          <ac:chgData name="Zheng Fei" userId="d19317889db4c986" providerId="LiveId" clId="{B4971BDF-15F8-9A49-87D4-D2097A242ADD}" dt="2022-12-11T11:51:54.414" v="596" actId="478"/>
          <ac:spMkLst>
            <pc:docMk/>
            <pc:sldMk cId="0" sldId="353"/>
            <ac:spMk id="216066" creationId="{FE775863-B8E5-164C-AEFD-9162472E9441}"/>
          </ac:spMkLst>
        </pc:spChg>
        <pc:cxnChg chg="add mod">
          <ac:chgData name="Zheng Fei" userId="d19317889db4c986" providerId="LiveId" clId="{B4971BDF-15F8-9A49-87D4-D2097A242ADD}" dt="2022-12-11T11:51:43.126" v="574"/>
          <ac:cxnSpMkLst>
            <pc:docMk/>
            <pc:sldMk cId="0" sldId="353"/>
            <ac:cxnSpMk id="3" creationId="{BF6BD508-CBE2-A4E0-B51D-A1BC94D6003D}"/>
          </ac:cxnSpMkLst>
        </pc:cxnChg>
      </pc:sldChg>
      <pc:sldChg chg="addSp delSp modSp mod">
        <pc:chgData name="Zheng Fei" userId="d19317889db4c986" providerId="LiveId" clId="{B4971BDF-15F8-9A49-87D4-D2097A242ADD}" dt="2022-12-11T11:51:17.109" v="568"/>
        <pc:sldMkLst>
          <pc:docMk/>
          <pc:sldMk cId="2853231837" sldId="404"/>
        </pc:sldMkLst>
        <pc:spChg chg="add mod">
          <ac:chgData name="Zheng Fei" userId="d19317889db4c986" providerId="LiveId" clId="{B4971BDF-15F8-9A49-87D4-D2097A242ADD}" dt="2022-12-11T11:51:12.043" v="566" actId="12788"/>
          <ac:spMkLst>
            <pc:docMk/>
            <pc:sldMk cId="2853231837" sldId="404"/>
            <ac:spMk id="2" creationId="{465D3468-39D5-FD34-3F17-557BF76B350F}"/>
          </ac:spMkLst>
        </pc:spChg>
        <pc:spChg chg="del mod">
          <ac:chgData name="Zheng Fei" userId="d19317889db4c986" providerId="LiveId" clId="{B4971BDF-15F8-9A49-87D4-D2097A242ADD}" dt="2022-12-11T11:51:17.109" v="568"/>
          <ac:spMkLst>
            <pc:docMk/>
            <pc:sldMk cId="2853231837" sldId="404"/>
            <ac:spMk id="5" creationId="{394A87B1-3781-400A-BC23-63A34856F12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853231837" sldId="404"/>
            <ac:spMk id="10" creationId="{DCA98F7B-1E39-B941-B907-0122AC39EA9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853231837" sldId="404"/>
            <ac:spMk id="11" creationId="{4986BD3C-08E8-324D-B081-8E4807DDBE0E}"/>
          </ac:spMkLst>
        </pc:spChg>
        <pc:cxnChg chg="add mod">
          <ac:chgData name="Zheng Fei" userId="d19317889db4c986" providerId="LiveId" clId="{B4971BDF-15F8-9A49-87D4-D2097A242ADD}" dt="2022-12-11T11:50:58.977" v="562"/>
          <ac:cxnSpMkLst>
            <pc:docMk/>
            <pc:sldMk cId="2853231837" sldId="404"/>
            <ac:cxnSpMk id="3" creationId="{C6A7CFEB-3E67-F2F5-D1A8-E0499AF42CD1}"/>
          </ac:cxnSpMkLst>
        </pc:cxnChg>
      </pc:sldChg>
      <pc:sldChg chg="addSp delSp modSp">
        <pc:chgData name="Zheng Fei" userId="d19317889db4c986" providerId="LiveId" clId="{B4971BDF-15F8-9A49-87D4-D2097A242ADD}" dt="2022-12-11T11:51:18.233" v="570"/>
        <pc:sldMkLst>
          <pc:docMk/>
          <pc:sldMk cId="1464690041" sldId="405"/>
        </pc:sldMkLst>
        <pc:spChg chg="add mod">
          <ac:chgData name="Zheng Fei" userId="d19317889db4c986" providerId="LiveId" clId="{B4971BDF-15F8-9A49-87D4-D2097A242ADD}" dt="2022-12-11T11:51:18.233" v="570"/>
          <ac:spMkLst>
            <pc:docMk/>
            <pc:sldMk cId="1464690041" sldId="405"/>
            <ac:spMk id="2" creationId="{22D4D34E-D318-6850-D2CF-5ED38DBD7ECB}"/>
          </ac:spMkLst>
        </pc:spChg>
        <pc:spChg chg="del mod">
          <ac:chgData name="Zheng Fei" userId="d19317889db4c986" providerId="LiveId" clId="{B4971BDF-15F8-9A49-87D4-D2097A242ADD}" dt="2022-12-11T11:51:17.805" v="569" actId="478"/>
          <ac:spMkLst>
            <pc:docMk/>
            <pc:sldMk cId="1464690041" sldId="405"/>
            <ac:spMk id="5" creationId="{98475EA9-602C-44C2-956F-5ADD1B23A1B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464690041" sldId="405"/>
            <ac:spMk id="212995" creationId="{5C008037-F0AF-E34A-83ED-B44B815F8FF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464690041" sldId="405"/>
            <ac:spMk id="212999" creationId="{BFDC80ED-A32A-C64D-A8CC-1B68AA367FC6}"/>
          </ac:spMkLst>
        </pc:spChg>
        <pc:cxnChg chg="add mod">
          <ac:chgData name="Zheng Fei" userId="d19317889db4c986" providerId="LiveId" clId="{B4971BDF-15F8-9A49-87D4-D2097A242ADD}" dt="2022-12-11T11:51:18.233" v="570"/>
          <ac:cxnSpMkLst>
            <pc:docMk/>
            <pc:sldMk cId="1464690041" sldId="405"/>
            <ac:cxnSpMk id="3" creationId="{8B2897F7-EA22-8F3F-BA6D-CAD3A7D4CE52}"/>
          </ac:cxnSpMkLst>
        </pc:cxnChg>
      </pc:sldChg>
      <pc:sldChg chg="addSp delSp modSp">
        <pc:chgData name="Zheng Fei" userId="d19317889db4c986" providerId="LiveId" clId="{B4971BDF-15F8-9A49-87D4-D2097A242ADD}" dt="2022-12-11T11:52:25.988" v="601"/>
        <pc:sldMkLst>
          <pc:docMk/>
          <pc:sldMk cId="1370771721" sldId="406"/>
        </pc:sldMkLst>
        <pc:spChg chg="add mod">
          <ac:chgData name="Zheng Fei" userId="d19317889db4c986" providerId="LiveId" clId="{B4971BDF-15F8-9A49-87D4-D2097A242ADD}" dt="2022-12-11T11:52:25.988" v="601"/>
          <ac:spMkLst>
            <pc:docMk/>
            <pc:sldMk cId="1370771721" sldId="406"/>
            <ac:spMk id="2" creationId="{95518009-E83C-C33A-A0B7-147EA4A9DC5D}"/>
          </ac:spMkLst>
        </pc:spChg>
        <pc:spChg chg="del mod">
          <ac:chgData name="Zheng Fei" userId="d19317889db4c986" providerId="LiveId" clId="{B4971BDF-15F8-9A49-87D4-D2097A242ADD}" dt="2022-12-11T11:52:25.594" v="600" actId="478"/>
          <ac:spMkLst>
            <pc:docMk/>
            <pc:sldMk cId="1370771721" sldId="406"/>
            <ac:spMk id="79877" creationId="{3937CE9D-4407-3947-ADA3-B36C72F773F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370771721" sldId="406"/>
            <ac:spMk id="79879" creationId="{315A4930-9E54-DF4C-968C-BA0CACC2F14D}"/>
          </ac:spMkLst>
        </pc:spChg>
        <pc:cxnChg chg="add mod">
          <ac:chgData name="Zheng Fei" userId="d19317889db4c986" providerId="LiveId" clId="{B4971BDF-15F8-9A49-87D4-D2097A242ADD}" dt="2022-12-11T11:52:25.988" v="601"/>
          <ac:cxnSpMkLst>
            <pc:docMk/>
            <pc:sldMk cId="1370771721" sldId="406"/>
            <ac:cxnSpMk id="4" creationId="{2F3D504B-4DEB-EAAB-F545-527F3F86962D}"/>
          </ac:cxnSpMkLst>
        </pc:cxnChg>
      </pc:sldChg>
      <pc:sldChg chg="addSp delSp modSp">
        <pc:chgData name="Zheng Fei" userId="d19317889db4c986" providerId="LiveId" clId="{B4971BDF-15F8-9A49-87D4-D2097A242ADD}" dt="2022-12-11T11:52:30.759" v="603"/>
        <pc:sldMkLst>
          <pc:docMk/>
          <pc:sldMk cId="771023811" sldId="407"/>
        </pc:sldMkLst>
        <pc:spChg chg="add mod">
          <ac:chgData name="Zheng Fei" userId="d19317889db4c986" providerId="LiveId" clId="{B4971BDF-15F8-9A49-87D4-D2097A242ADD}" dt="2022-12-11T11:52:30.759" v="603"/>
          <ac:spMkLst>
            <pc:docMk/>
            <pc:sldMk cId="771023811" sldId="407"/>
            <ac:spMk id="2" creationId="{D0A7138A-D35E-4B31-7D54-FFBDC65F540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771023811" sldId="407"/>
            <ac:spMk id="7" creationId="{B7DFEDD6-FBD4-4E4A-9F13-8C667FBB955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771023811" sldId="407"/>
            <ac:spMk id="8" creationId="{EFC62A39-3BDD-41AC-8204-EA2B42860D00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771023811" sldId="407"/>
            <ac:spMk id="11" creationId="{DD1278D0-7FA4-432C-AECD-17C8F8021505}"/>
          </ac:spMkLst>
        </pc:spChg>
        <pc:spChg chg="del mod">
          <ac:chgData name="Zheng Fei" userId="d19317889db4c986" providerId="LiveId" clId="{B4971BDF-15F8-9A49-87D4-D2097A242ADD}" dt="2022-12-11T11:52:30.300" v="602" actId="478"/>
          <ac:spMkLst>
            <pc:docMk/>
            <pc:sldMk cId="771023811" sldId="407"/>
            <ac:spMk id="79877" creationId="{3937CE9D-4407-3947-ADA3-B36C72F773F6}"/>
          </ac:spMkLst>
        </pc:spChg>
        <pc:cxnChg chg="add mod">
          <ac:chgData name="Zheng Fei" userId="d19317889db4c986" providerId="LiveId" clId="{B4971BDF-15F8-9A49-87D4-D2097A242ADD}" dt="2022-12-11T11:52:30.759" v="603"/>
          <ac:cxnSpMkLst>
            <pc:docMk/>
            <pc:sldMk cId="771023811" sldId="407"/>
            <ac:cxnSpMk id="5" creationId="{84359F44-F006-1A17-3538-21230EF6AB32}"/>
          </ac:cxnSpMkLst>
        </pc:cxnChg>
      </pc:sldChg>
      <pc:sldChg chg="addSp delSp modSp">
        <pc:chgData name="Zheng Fei" userId="d19317889db4c986" providerId="LiveId" clId="{B4971BDF-15F8-9A49-87D4-D2097A242ADD}" dt="2022-12-11T11:52:45.901" v="611"/>
        <pc:sldMkLst>
          <pc:docMk/>
          <pc:sldMk cId="3028669943" sldId="408"/>
        </pc:sldMkLst>
        <pc:spChg chg="add mod">
          <ac:chgData name="Zheng Fei" userId="d19317889db4c986" providerId="LiveId" clId="{B4971BDF-15F8-9A49-87D4-D2097A242ADD}" dt="2022-12-11T11:52:45.901" v="611"/>
          <ac:spMkLst>
            <pc:docMk/>
            <pc:sldMk cId="3028669943" sldId="408"/>
            <ac:spMk id="2" creationId="{306B5A7C-0C36-63CB-CC58-265BFCF14795}"/>
          </ac:spMkLst>
        </pc:spChg>
        <pc:spChg chg="del mod">
          <ac:chgData name="Zheng Fei" userId="d19317889db4c986" providerId="LiveId" clId="{B4971BDF-15F8-9A49-87D4-D2097A242ADD}" dt="2022-12-11T11:52:45.476" v="610" actId="478"/>
          <ac:spMkLst>
            <pc:docMk/>
            <pc:sldMk cId="3028669943" sldId="408"/>
            <ac:spMk id="11" creationId="{361D7B49-6F39-4062-A0AE-52943557065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028669943" sldId="408"/>
            <ac:spMk id="81922" creationId="{14E0717B-6270-FB40-A783-B7657E66B28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3028669943" sldId="408"/>
            <ac:spMk id="81924" creationId="{E5577144-0701-3949-9EC3-5C91E9F2E43C}"/>
          </ac:spMkLst>
        </pc:spChg>
        <pc:cxnChg chg="add mod">
          <ac:chgData name="Zheng Fei" userId="d19317889db4c986" providerId="LiveId" clId="{B4971BDF-15F8-9A49-87D4-D2097A242ADD}" dt="2022-12-11T11:52:45.901" v="611"/>
          <ac:cxnSpMkLst>
            <pc:docMk/>
            <pc:sldMk cId="3028669943" sldId="408"/>
            <ac:cxnSpMk id="3" creationId="{8C1E90F8-92DE-7460-7764-AADB57811C6C}"/>
          </ac:cxnSpMkLst>
        </pc:cxnChg>
      </pc:sldChg>
      <pc:sldChg chg="addSp delSp modSp">
        <pc:chgData name="Zheng Fei" userId="d19317889db4c986" providerId="LiveId" clId="{B4971BDF-15F8-9A49-87D4-D2097A242ADD}" dt="2022-12-11T11:52:49.798" v="613"/>
        <pc:sldMkLst>
          <pc:docMk/>
          <pc:sldMk cId="1001287326" sldId="409"/>
        </pc:sldMkLst>
        <pc:spChg chg="add mod">
          <ac:chgData name="Zheng Fei" userId="d19317889db4c986" providerId="LiveId" clId="{B4971BDF-15F8-9A49-87D4-D2097A242ADD}" dt="2022-12-11T11:52:49.798" v="613"/>
          <ac:spMkLst>
            <pc:docMk/>
            <pc:sldMk cId="1001287326" sldId="409"/>
            <ac:spMk id="2" creationId="{2D4C6C0A-9323-5F55-04E5-D65CC0EE6E99}"/>
          </ac:spMkLst>
        </pc:spChg>
        <pc:spChg chg="del mod">
          <ac:chgData name="Zheng Fei" userId="d19317889db4c986" providerId="LiveId" clId="{B4971BDF-15F8-9A49-87D4-D2097A242ADD}" dt="2022-12-11T11:52:49.267" v="612" actId="478"/>
          <ac:spMkLst>
            <pc:docMk/>
            <pc:sldMk cId="1001287326" sldId="409"/>
            <ac:spMk id="11" creationId="{361D7B49-6F39-4062-A0AE-52943557065E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001287326" sldId="409"/>
            <ac:spMk id="81922" creationId="{14E0717B-6270-FB40-A783-B7657E66B286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1001287326" sldId="409"/>
            <ac:spMk id="81924" creationId="{E5577144-0701-3949-9EC3-5C91E9F2E43C}"/>
          </ac:spMkLst>
        </pc:spChg>
        <pc:cxnChg chg="add mod">
          <ac:chgData name="Zheng Fei" userId="d19317889db4c986" providerId="LiveId" clId="{B4971BDF-15F8-9A49-87D4-D2097A242ADD}" dt="2022-12-11T11:52:49.798" v="613"/>
          <ac:cxnSpMkLst>
            <pc:docMk/>
            <pc:sldMk cId="1001287326" sldId="409"/>
            <ac:cxnSpMk id="3" creationId="{7EE91A27-A5D4-8B4A-BA58-C518665488BD}"/>
          </ac:cxnSpMkLst>
        </pc:cxnChg>
      </pc:sldChg>
      <pc:sldChg chg="addSp delSp modSp mod">
        <pc:chgData name="Zheng Fei" userId="d19317889db4c986" providerId="LiveId" clId="{B4971BDF-15F8-9A49-87D4-D2097A242ADD}" dt="2022-12-11T11:50:48.936" v="558"/>
        <pc:sldMkLst>
          <pc:docMk/>
          <pc:sldMk cId="1387937541" sldId="410"/>
        </pc:sldMkLst>
        <pc:spChg chg="add mod">
          <ac:chgData name="Zheng Fei" userId="d19317889db4c986" providerId="LiveId" clId="{B4971BDF-15F8-9A49-87D4-D2097A242ADD}" dt="2022-12-11T11:50:48.936" v="558"/>
          <ac:spMkLst>
            <pc:docMk/>
            <pc:sldMk cId="1387937541" sldId="410"/>
            <ac:spMk id="2" creationId="{39C13F22-F757-408E-9BFD-9334F914EB9E}"/>
          </ac:spMkLst>
        </pc:spChg>
        <pc:spChg chg="del mod">
          <ac:chgData name="Zheng Fei" userId="d19317889db4c986" providerId="LiveId" clId="{B4971BDF-15F8-9A49-87D4-D2097A242ADD}" dt="2022-12-11T11:50:48.533" v="557" actId="478"/>
          <ac:spMkLst>
            <pc:docMk/>
            <pc:sldMk cId="1387937541" sldId="410"/>
            <ac:spMk id="4" creationId="{92CDFA3E-4A01-4858-ACE7-8528E301F413}"/>
          </ac:spMkLst>
        </pc:spChg>
        <pc:cxnChg chg="add mod">
          <ac:chgData name="Zheng Fei" userId="d19317889db4c986" providerId="LiveId" clId="{B4971BDF-15F8-9A49-87D4-D2097A242ADD}" dt="2022-12-11T11:50:48.936" v="558"/>
          <ac:cxnSpMkLst>
            <pc:docMk/>
            <pc:sldMk cId="1387937541" sldId="410"/>
            <ac:cxnSpMk id="5" creationId="{9D73ED32-155C-3150-A7A0-BDDF8E34C7C8}"/>
          </ac:cxnSpMkLst>
        </pc:cxnChg>
      </pc:sldChg>
      <pc:sldChg chg="addSp delSp modSp mod">
        <pc:chgData name="Zheng Fei" userId="d19317889db4c986" providerId="LiveId" clId="{B4971BDF-15F8-9A49-87D4-D2097A242ADD}" dt="2022-12-11T11:50:51.837" v="560"/>
        <pc:sldMkLst>
          <pc:docMk/>
          <pc:sldMk cId="2236120286" sldId="411"/>
        </pc:sldMkLst>
        <pc:spChg chg="add mod">
          <ac:chgData name="Zheng Fei" userId="d19317889db4c986" providerId="LiveId" clId="{B4971BDF-15F8-9A49-87D4-D2097A242ADD}" dt="2022-12-11T11:50:51.837" v="560"/>
          <ac:spMkLst>
            <pc:docMk/>
            <pc:sldMk cId="2236120286" sldId="411"/>
            <ac:spMk id="2" creationId="{CBD5461C-C9C2-9E7D-B5DC-C289980732F0}"/>
          </ac:spMkLst>
        </pc:spChg>
        <pc:spChg chg="del mod">
          <ac:chgData name="Zheng Fei" userId="d19317889db4c986" providerId="LiveId" clId="{B4971BDF-15F8-9A49-87D4-D2097A242ADD}" dt="2022-12-11T11:50:51.471" v="559" actId="478"/>
          <ac:spMkLst>
            <pc:docMk/>
            <pc:sldMk cId="2236120286" sldId="411"/>
            <ac:spMk id="4" creationId="{4D2F5B3D-615C-41EE-BC7C-2A7F1F4E977A}"/>
          </ac:spMkLst>
        </pc:spChg>
        <pc:cxnChg chg="add mod">
          <ac:chgData name="Zheng Fei" userId="d19317889db4c986" providerId="LiveId" clId="{B4971BDF-15F8-9A49-87D4-D2097A242ADD}" dt="2022-12-11T11:50:51.837" v="560"/>
          <ac:cxnSpMkLst>
            <pc:docMk/>
            <pc:sldMk cId="2236120286" sldId="411"/>
            <ac:cxnSpMk id="5" creationId="{64C8D2F8-0E7B-EF2E-2274-5E827F2D85A1}"/>
          </ac:cxnSpMkLst>
        </pc:cxnChg>
      </pc:sldChg>
      <pc:sldChg chg="modSp mod">
        <pc:chgData name="Zheng Fei" userId="d19317889db4c986" providerId="LiveId" clId="{B4971BDF-15F8-9A49-87D4-D2097A242ADD}" dt="2022-12-11T11:42:06.446" v="239" actId="114"/>
        <pc:sldMkLst>
          <pc:docMk/>
          <pc:sldMk cId="2421043722" sldId="433"/>
        </pc:sldMkLst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5" creationId="{3579D95A-C433-4C51-AAFA-ACF81EBF944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6" creationId="{0155B24D-2BA7-4290-BE8A-E74A1C43509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8" creationId="{DD9DDEC0-B072-4E9B-86A2-B69CC2F0FC8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12" creationId="{9E861447-3461-40D4-9EFE-CED50BA8E97E}"/>
          </ac:spMkLst>
        </pc:spChg>
        <pc:spChg chg="mod">
          <ac:chgData name="Zheng Fei" userId="d19317889db4c986" providerId="LiveId" clId="{B4971BDF-15F8-9A49-87D4-D2097A242ADD}" dt="2022-12-11T11:42:06.446" v="239" actId="114"/>
          <ac:spMkLst>
            <pc:docMk/>
            <pc:sldMk cId="2421043722" sldId="433"/>
            <ac:spMk id="13" creationId="{7730FCFE-DE50-42A4-A03B-1E484CD1369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14" creationId="{89E392B3-37C0-40F9-87D1-D23FD6057CE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18" creationId="{1D168055-0E33-48F4-A052-07B12EB590B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19" creationId="{8535C02F-987D-48D5-B7CA-A496EA57385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21" creationId="{70B06325-3A92-411D-B8FD-1FBF5C1BC649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26" creationId="{A4BCA90A-0F62-1A47-8519-D62963FE7434}"/>
          </ac:spMkLst>
        </pc:spChg>
        <pc:spChg chg="mod">
          <ac:chgData name="Zheng Fei" userId="d19317889db4c986" providerId="LiveId" clId="{B4971BDF-15F8-9A49-87D4-D2097A242ADD}" dt="2022-12-11T11:41:34.778" v="229" actId="20577"/>
          <ac:spMkLst>
            <pc:docMk/>
            <pc:sldMk cId="2421043722" sldId="433"/>
            <ac:spMk id="38" creationId="{7657883A-9A21-4031-8CBF-F3891157ADAD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39" creationId="{CD21BE2D-F8FD-40A1-8793-33A7DA31068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0" creationId="{A206F477-AB39-4DEE-A39B-739B6754FA8B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1" creationId="{5A94002B-E697-409D-BE4B-51C44145878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2" creationId="{B0443AB8-E531-4E23-8141-CBC8054B27F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6" creationId="{1E526CB6-E2D8-48AF-BF9E-22CD23001CC2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7" creationId="{3A5C87F1-9CC1-4A6E-AC74-F62D14AA12F4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421043722" sldId="433"/>
            <ac:spMk id="49" creationId="{43F1AC32-F234-4F48-A5F2-BA372C94D59F}"/>
          </ac:spMkLst>
        </pc:spChg>
        <pc:spChg chg="mod">
          <ac:chgData name="Zheng Fei" userId="d19317889db4c986" providerId="LiveId" clId="{B4971BDF-15F8-9A49-87D4-D2097A242ADD}" dt="2022-12-11T11:41:51.698" v="233"/>
          <ac:spMkLst>
            <pc:docMk/>
            <pc:sldMk cId="2421043722" sldId="433"/>
            <ac:spMk id="51" creationId="{9DBAD489-3562-46E1-AC4A-89B600C91530}"/>
          </ac:spMkLst>
        </pc:spChg>
        <pc:grpChg chg="mod">
          <ac:chgData name="Zheng Fei" userId="d19317889db4c986" providerId="LiveId" clId="{B4971BDF-15F8-9A49-87D4-D2097A242ADD}" dt="2022-12-11T11:35:24.125" v="78"/>
          <ac:grpSpMkLst>
            <pc:docMk/>
            <pc:sldMk cId="2421043722" sldId="433"/>
            <ac:grpSpMk id="4" creationId="{5B9E1D88-4F8F-4B02-87A7-D129DE5232B5}"/>
          </ac:grpSpMkLst>
        </pc:grpChg>
        <pc:grpChg chg="mod">
          <ac:chgData name="Zheng Fei" userId="d19317889db4c986" providerId="LiveId" clId="{B4971BDF-15F8-9A49-87D4-D2097A242ADD}" dt="2022-12-11T11:35:24.125" v="78"/>
          <ac:grpSpMkLst>
            <pc:docMk/>
            <pc:sldMk cId="2421043722" sldId="433"/>
            <ac:grpSpMk id="48" creationId="{D7750915-CEBC-4215-902A-9B316BC537E8}"/>
          </ac:grpSpMkLst>
        </pc:grpChg>
        <pc:cxnChg chg="mod">
          <ac:chgData name="Zheng Fei" userId="d19317889db4c986" providerId="LiveId" clId="{B4971BDF-15F8-9A49-87D4-D2097A242ADD}" dt="2022-12-11T11:35:24.125" v="78"/>
          <ac:cxnSpMkLst>
            <pc:docMk/>
            <pc:sldMk cId="2421043722" sldId="433"/>
            <ac:cxnSpMk id="29" creationId="{51F7A8AE-FC9D-45D6-8D24-48264DEFFE98}"/>
          </ac:cxnSpMkLst>
        </pc:cxnChg>
        <pc:cxnChg chg="mod">
          <ac:chgData name="Zheng Fei" userId="d19317889db4c986" providerId="LiveId" clId="{B4971BDF-15F8-9A49-87D4-D2097A242ADD}" dt="2022-12-11T11:35:24.125" v="78"/>
          <ac:cxnSpMkLst>
            <pc:docMk/>
            <pc:sldMk cId="2421043722" sldId="433"/>
            <ac:cxnSpMk id="32" creationId="{03132839-F598-44DE-9EA3-B1FA577CE580}"/>
          </ac:cxnSpMkLst>
        </pc:cxnChg>
        <pc:cxnChg chg="mod">
          <ac:chgData name="Zheng Fei" userId="d19317889db4c986" providerId="LiveId" clId="{B4971BDF-15F8-9A49-87D4-D2097A242ADD}" dt="2022-12-11T11:35:24.125" v="78"/>
          <ac:cxnSpMkLst>
            <pc:docMk/>
            <pc:sldMk cId="2421043722" sldId="433"/>
            <ac:cxnSpMk id="35" creationId="{53A25B6A-6E0C-4B6E-AAB7-BA052C08773E}"/>
          </ac:cxnSpMkLst>
        </pc:cxnChg>
      </pc:sldChg>
      <pc:sldChg chg="modSp mod">
        <pc:chgData name="Zheng Fei" userId="d19317889db4c986" providerId="LiveId" clId="{B4971BDF-15F8-9A49-87D4-D2097A242ADD}" dt="2022-12-11T11:56:03.062" v="822" actId="113"/>
        <pc:sldMkLst>
          <pc:docMk/>
          <pc:sldMk cId="200916843" sldId="1784"/>
        </pc:sldMkLst>
        <pc:spChg chg="mod">
          <ac:chgData name="Zheng Fei" userId="d19317889db4c986" providerId="LiveId" clId="{B4971BDF-15F8-9A49-87D4-D2097A242ADD}" dt="2022-12-11T11:36:13.118" v="86" actId="113"/>
          <ac:spMkLst>
            <pc:docMk/>
            <pc:sldMk cId="200916843" sldId="1784"/>
            <ac:spMk id="2" creationId="{088399E9-B039-1521-3566-EED9C8A90839}"/>
          </ac:spMkLst>
        </pc:spChg>
        <pc:spChg chg="mod">
          <ac:chgData name="Zheng Fei" userId="d19317889db4c986" providerId="LiveId" clId="{B4971BDF-15F8-9A49-87D4-D2097A242ADD}" dt="2022-12-11T11:56:03.062" v="822" actId="113"/>
          <ac:spMkLst>
            <pc:docMk/>
            <pc:sldMk cId="200916843" sldId="1784"/>
            <ac:spMk id="4" creationId="{3563B0F5-5090-2DCF-6AD2-EDAF01C58245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0916843" sldId="1784"/>
            <ac:spMk id="5" creationId="{BEB3E553-E41D-6C97-974C-8831D9A5EDC1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k cId="200916843" sldId="1784"/>
            <ac:spMk id="6" creationId="{E086D98F-A3C4-2856-9AF3-75EA9A670C8A}"/>
          </ac:spMkLst>
        </pc:spChg>
      </pc:sldChg>
      <pc:sldChg chg="addSp delSp modSp mod delAnim">
        <pc:chgData name="Zheng Fei" userId="d19317889db4c986" providerId="LiveId" clId="{B4971BDF-15F8-9A49-87D4-D2097A242ADD}" dt="2022-12-11T11:56:46.730" v="835" actId="207"/>
        <pc:sldMkLst>
          <pc:docMk/>
          <pc:sldMk cId="3043627081" sldId="1785"/>
        </pc:sldMkLst>
        <pc:spChg chg="mod">
          <ac:chgData name="Zheng Fei" userId="d19317889db4c986" providerId="LiveId" clId="{B4971BDF-15F8-9A49-87D4-D2097A242ADD}" dt="2022-12-11T11:36:15.594" v="87" actId="113"/>
          <ac:spMkLst>
            <pc:docMk/>
            <pc:sldMk cId="3043627081" sldId="1785"/>
            <ac:spMk id="2" creationId="{1285D3BE-3DE5-4CC4-E4B3-24F3B6DFA094}"/>
          </ac:spMkLst>
        </pc:spChg>
        <pc:spChg chg="add mod">
          <ac:chgData name="Zheng Fei" userId="d19317889db4c986" providerId="LiveId" clId="{B4971BDF-15F8-9A49-87D4-D2097A242ADD}" dt="2022-12-11T11:56:46.730" v="835" actId="207"/>
          <ac:spMkLst>
            <pc:docMk/>
            <pc:sldMk cId="3043627081" sldId="1785"/>
            <ac:spMk id="4" creationId="{DD376BA4-AD54-4D0C-B043-4B95459F8F24}"/>
          </ac:spMkLst>
        </pc:spChg>
        <pc:spChg chg="del mod">
          <ac:chgData name="Zheng Fei" userId="d19317889db4c986" providerId="LiveId" clId="{B4971BDF-15F8-9A49-87D4-D2097A242ADD}" dt="2022-12-11T11:55:53.753" v="821" actId="478"/>
          <ac:spMkLst>
            <pc:docMk/>
            <pc:sldMk cId="3043627081" sldId="1785"/>
            <ac:spMk id="6" creationId="{F8DA9B1E-27CF-3C45-08CB-A31F4826CACC}"/>
          </ac:spMkLst>
        </pc:spChg>
      </pc:sldChg>
      <pc:sldChg chg="delSp modSp">
        <pc:chgData name="Zheng Fei" userId="d19317889db4c986" providerId="LiveId" clId="{B4971BDF-15F8-9A49-87D4-D2097A242ADD}" dt="2022-12-11T11:54:16.839" v="724" actId="478"/>
        <pc:sldMkLst>
          <pc:docMk/>
          <pc:sldMk cId="3062948143" sldId="1786"/>
        </pc:sldMkLst>
        <pc:spChg chg="mod">
          <ac:chgData name="Zheng Fei" userId="d19317889db4c986" providerId="LiveId" clId="{B4971BDF-15F8-9A49-87D4-D2097A242ADD}" dt="2022-12-11T11:35:26.224" v="80"/>
          <ac:spMkLst>
            <pc:docMk/>
            <pc:sldMk cId="3062948143" sldId="1786"/>
            <ac:spMk id="2" creationId="{0F0CC45D-5913-8880-A125-39FA2B5BDA23}"/>
          </ac:spMkLst>
        </pc:spChg>
        <pc:spChg chg="del mod">
          <ac:chgData name="Zheng Fei" userId="d19317889db4c986" providerId="LiveId" clId="{B4971BDF-15F8-9A49-87D4-D2097A242ADD}" dt="2022-12-11T11:54:16.839" v="724" actId="478"/>
          <ac:spMkLst>
            <pc:docMk/>
            <pc:sldMk cId="3062948143" sldId="1786"/>
            <ac:spMk id="3" creationId="{C627AF0B-58E6-F02E-9813-C62D28DC014A}"/>
          </ac:spMkLst>
        </pc:spChg>
      </pc:sldChg>
      <pc:sldChg chg="addSp modSp new mod">
        <pc:chgData name="Zheng Fei" userId="d19317889db4c986" providerId="LiveId" clId="{B4971BDF-15F8-9A49-87D4-D2097A242ADD}" dt="2022-12-11T11:55:48.243" v="820" actId="2710"/>
        <pc:sldMkLst>
          <pc:docMk/>
          <pc:sldMk cId="2645576949" sldId="1787"/>
        </pc:sldMkLst>
        <pc:spChg chg="add mod">
          <ac:chgData name="Zheng Fei" userId="d19317889db4c986" providerId="LiveId" clId="{B4971BDF-15F8-9A49-87D4-D2097A242ADD}" dt="2022-12-11T11:36:08.259" v="85" actId="113"/>
          <ac:spMkLst>
            <pc:docMk/>
            <pc:sldMk cId="2645576949" sldId="1787"/>
            <ac:spMk id="2" creationId="{2C8566AC-629F-EF49-691B-88607C8513D7}"/>
          </ac:spMkLst>
        </pc:spChg>
        <pc:spChg chg="add mod">
          <ac:chgData name="Zheng Fei" userId="d19317889db4c986" providerId="LiveId" clId="{B4971BDF-15F8-9A49-87D4-D2097A242ADD}" dt="2022-12-11T11:55:48.243" v="820" actId="2710"/>
          <ac:spMkLst>
            <pc:docMk/>
            <pc:sldMk cId="2645576949" sldId="1787"/>
            <ac:spMk id="4" creationId="{8D5A2427-8951-B6CC-AF78-1D4BF1C507E5}"/>
          </ac:spMkLst>
        </pc:spChg>
        <pc:cxnChg chg="add mod">
          <ac:chgData name="Zheng Fei" userId="d19317889db4c986" providerId="LiveId" clId="{B4971BDF-15F8-9A49-87D4-D2097A242ADD}" dt="2022-12-11T11:34:00.979" v="20"/>
          <ac:cxnSpMkLst>
            <pc:docMk/>
            <pc:sldMk cId="2645576949" sldId="1787"/>
            <ac:cxnSpMk id="3" creationId="{3D04D075-56A9-E7A6-4C73-A7DB810B2753}"/>
          </ac:cxnSpMkLst>
        </pc:cxnChg>
      </pc:sldChg>
      <pc:sldMasterChg chg="modSp modSldLayout">
        <pc:chgData name="Zheng Fei" userId="d19317889db4c986" providerId="LiveId" clId="{B4971BDF-15F8-9A49-87D4-D2097A242ADD}" dt="2022-12-11T11:35:26.224" v="80"/>
        <pc:sldMasterMkLst>
          <pc:docMk/>
          <pc:sldMasterMk cId="0" sldId="2147483649"/>
        </pc:sldMasterMkLst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4" creationId="{BB0F1688-167F-924C-9482-69B30233158F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5" creationId="{8866E684-2016-5A43-BF38-8A4DF0A2BA0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6" creationId="{AB1D9E2F-FF62-6040-97C0-0A079D1A913C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7" creationId="{5D82BDA2-FCB4-254E-B5F5-6B7F427247E7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8" creationId="{99F57888-0740-9444-9F17-626F47CE1AE3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399" creationId="{17FAFF1B-DDE0-064B-91B8-A89F7A78B6B8}"/>
          </ac:spMkLst>
        </pc:spChg>
        <pc:spChg chg="mod">
          <ac:chgData name="Zheng Fei" userId="d19317889db4c986" providerId="LiveId" clId="{B4971BDF-15F8-9A49-87D4-D2097A242ADD}" dt="2022-12-11T11:35:26.224" v="80"/>
          <ac:spMkLst>
            <pc:docMk/>
            <pc:sldMasterMk cId="0" sldId="2147483649"/>
            <ac:spMk id="59400" creationId="{290706E6-E829-0849-9AB9-4C4D881A3AFA}"/>
          </ac:spMkLst>
        </pc:sp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0" sldId="2147483650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18" creationId="{DF93BFB6-DA9C-934A-A480-AC8B5DABCD51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19" creationId="{1CAC235E-36F8-AE40-89B1-696EA1A0693A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20" creationId="{45CC2887-5D9C-024A-A6BD-776BED1287FE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21" creationId="{2AC1FF05-84E3-C440-9317-EF60B250FF35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22" creationId="{01B062FF-8064-6640-9447-DCDFF822498C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0" sldId="2147483650"/>
              <ac:spMk id="60423" creationId="{86CF64AF-C4A1-A242-836F-CF42FBD55365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174076595" sldId="2147483651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2" creationId="{BF5D96F1-80D6-4847-94AA-EEDCED0C7C41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3" creationId="{C0A44B99-9522-0345-852B-6697D9AFAE4A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4" creationId="{D6B0682A-629F-074F-B7F1-DB8405283167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5" creationId="{28CE3242-8AB6-404D-83B3-69ED0F3AB6A3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74076595" sldId="2147483651"/>
              <ac:spMk id="6" creationId="{CEC90464-F306-ED4C-8BC3-1FA0F273B5F0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2738715195" sldId="2147483652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2" creationId="{8CA79E7C-BE7A-D247-B804-04E0961EB77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3" creationId="{FACFFFFF-FE6B-F241-81EC-4B71FA7A89DE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4" creationId="{9D91DEE1-9ADB-044B-9FB7-869DB3273F5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5" creationId="{F7F8BB33-E868-DB4F-86A8-CF4C7B4D14A8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38715195" sldId="2147483652"/>
              <ac:spMk id="6" creationId="{4A61E851-D418-174F-A2C4-5F981978B8D8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1009855539" sldId="2147483653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2" creationId="{D8EF5341-C088-3C46-AA57-0E6849208500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3" creationId="{C0235EAB-6D88-F742-923A-5DF5E5A966C2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4" creationId="{D7086743-9C81-044F-9508-861022975DA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5" creationId="{96944533-F89C-CC43-8B72-A805A9E2948C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6" creationId="{41F2E13A-AAFA-8F48-A881-ACAE2D6AADC6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009855539" sldId="2147483653"/>
              <ac:spMk id="7" creationId="{BCB1B8DA-6A00-7947-AA41-127858F7992F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4269811545" sldId="2147483654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2" creationId="{C8876BF1-E588-CC42-8C27-77F2D7F35AB2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3" creationId="{2293337C-F8BA-CF40-B9BF-7128FCD0E8CA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4" creationId="{04A38AA2-7729-9F48-A909-9817F624BF6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5" creationId="{1877CFD3-D797-7440-BD5D-81C56A1530CE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6" creationId="{A18736CF-5A43-144D-9E08-38495F64FD2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7" creationId="{B04C7A34-8BE0-7C44-9335-4D903CE7505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8" creationId="{8C5D8BE1-53EF-994D-9A11-7E038DAEE80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4269811545" sldId="2147483654"/>
              <ac:spMk id="9" creationId="{0C00B799-37BF-834B-B323-424D98F1C273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2315202268" sldId="2147483655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315202268" sldId="2147483655"/>
              <ac:spMk id="2" creationId="{ED97484C-93B8-2948-80B7-940679200EB7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315202268" sldId="2147483655"/>
              <ac:spMk id="3" creationId="{A7FB7FB2-DD4D-BC41-B0D6-8A1B6662096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315202268" sldId="2147483655"/>
              <ac:spMk id="4" creationId="{E645BCCB-7512-B448-AF75-5E4FB142131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315202268" sldId="2147483655"/>
              <ac:spMk id="5" creationId="{45B8C73F-DEBF-D64A-AE05-649398014DB3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3588197364" sldId="2147483656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588197364" sldId="2147483656"/>
              <ac:spMk id="2" creationId="{542E4FCC-46BE-9A42-BCEC-6818C57D3A93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588197364" sldId="2147483656"/>
              <ac:spMk id="3" creationId="{9BC199EB-0B3F-D049-BB39-8700D6E98031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588197364" sldId="2147483656"/>
              <ac:spMk id="4" creationId="{6BDFB6E0-BC20-A343-9C37-A4E672B710B0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2757050292" sldId="2147483657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2" creationId="{D46BD75F-B503-8C4F-9762-7E75D66B755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3" creationId="{9AE112EE-AF40-334A-8102-F5A8C8DEA276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4" creationId="{197A679D-6114-9C43-B78B-A27C34CDEC2A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5" creationId="{AFFB9F34-622F-9240-8FFD-6A1D21BAABB0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6" creationId="{0A0FEFE8-53B9-1C46-944C-CA937C4D771E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757050292" sldId="2147483657"/>
              <ac:spMk id="7" creationId="{9C6FEB83-3278-F741-BBD8-44BA83CD6969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2034906028" sldId="2147483658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2" creationId="{588DD327-895D-8A4D-ADBB-586719D601E0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3" creationId="{F783A34D-FA1A-884E-8202-7B89FC6A160C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4" creationId="{F2BF215E-8ED5-B644-8F67-6EF42FB8BE80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5" creationId="{5A68F68B-44AC-6E45-8518-9ED30FD978DD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6" creationId="{12B5EF63-5051-0D44-A001-8220BA0409B8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2034906028" sldId="2147483658"/>
              <ac:spMk id="7" creationId="{B4A614F2-C5B1-614F-9F9F-090159F6126E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128915947" sldId="2147483659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2" creationId="{42770E7E-4CF5-5948-9149-0DBC9CBE9604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3" creationId="{735C2128-C969-8B44-845F-41A10E08F704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4" creationId="{11119072-D4B8-F047-B8CC-7C9D69F52B01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5" creationId="{3E9277DB-93ED-214E-89A9-ECFA7D18680F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128915947" sldId="2147483659"/>
              <ac:spMk id="6" creationId="{CA58E262-4C7C-8643-B706-3F6658296CA4}"/>
            </ac:spMkLst>
          </pc:spChg>
        </pc:sldLayoutChg>
        <pc:sldLayoutChg chg="modSp">
          <pc:chgData name="Zheng Fei" userId="d19317889db4c986" providerId="LiveId" clId="{B4971BDF-15F8-9A49-87D4-D2097A242ADD}" dt="2022-12-11T11:35:26.224" v="80"/>
          <pc:sldLayoutMkLst>
            <pc:docMk/>
            <pc:sldMasterMk cId="0" sldId="2147483649"/>
            <pc:sldLayoutMk cId="3033633000" sldId="2147483660"/>
          </pc:sldLayoutMkLst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2" creationId="{FCC97C7E-099F-3B4F-9206-27D9408C92E9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3" creationId="{60E13F09-BA3C-8E4A-8041-841E448444B3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4" creationId="{7B914902-9E13-0448-8B8F-322D9C5FEFF5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5" creationId="{5C42B77C-F634-A540-909F-17E67E2A79A6}"/>
            </ac:spMkLst>
          </pc:spChg>
          <pc:spChg chg="mod">
            <ac:chgData name="Zheng Fei" userId="d19317889db4c986" providerId="LiveId" clId="{B4971BDF-15F8-9A49-87D4-D2097A242ADD}" dt="2022-12-11T11:35:26.224" v="80"/>
            <ac:spMkLst>
              <pc:docMk/>
              <pc:sldMasterMk cId="0" sldId="2147483649"/>
              <pc:sldLayoutMk cId="3033633000" sldId="2147483660"/>
              <ac:spMk id="6" creationId="{88E12A5D-1C03-EE48-A9F4-2C3FB558BF0D}"/>
            </ac:spMkLst>
          </pc:spChg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4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4" Type="http://schemas.openxmlformats.org/officeDocument/2006/relationships/image" Target="../media/image43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image" Target="../media/image46.emf"/><Relationship Id="rId7" Type="http://schemas.openxmlformats.org/officeDocument/2006/relationships/image" Target="../media/image50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Relationship Id="rId9" Type="http://schemas.openxmlformats.org/officeDocument/2006/relationships/image" Target="../media/image5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5" Type="http://schemas.openxmlformats.org/officeDocument/2006/relationships/image" Target="../media/image70.emf"/><Relationship Id="rId4" Type="http://schemas.openxmlformats.org/officeDocument/2006/relationships/image" Target="../media/image6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9F487C9-4072-F249-A3E0-221700824B0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20F9869-2C16-C04F-B347-A54965B843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4BC66504-BED5-3A4A-A066-D8B193B4DFA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438427DA-D260-AE4C-BA19-33E7C9E79D6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69B22126-B0BB-1944-8669-DF0581CC5A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DF081A7-DC7B-3A40-AF33-9627D27AED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ea typeface="KaiTi" panose="02010609060101010101" pitchFamily="49" charset="-122"/>
              </a:defRPr>
            </a:lvl1pPr>
          </a:lstStyle>
          <a:p>
            <a:fld id="{28A7E449-4D70-F54A-8681-0FBF0E2B77D8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rial" panose="020B0604020202020204" pitchFamily="34" charset="0"/>
        <a:ea typeface="KaiTi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D8A1F8F-7E7F-E44B-8342-57043D4984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CF73F-050C-0D4F-8825-4DBC2D8D0657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BAFA673D-1AD0-0B45-858A-F76CBA30D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18B49FB-71FB-614A-BA8A-1DAEC2ECD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D8A1F8F-7E7F-E44B-8342-57043D4984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8CF73F-050C-0D4F-8825-4DBC2D8D0657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BAFA673D-1AD0-0B45-858A-F76CBA30D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18B49FB-71FB-614A-BA8A-1DAEC2ECD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71176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F93BFB6-DA9C-934A-A480-AC8B5DABCD5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CAC235E-36F8-AE40-89B1-696EA1A069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 i="0">
                <a:ea typeface="KaiTi" panose="02010609060101010101" pitchFamily="49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45CC2887-5D9C-024A-A6BD-776BED1287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2AC1FF05-84E3-C440-9317-EF60B250FF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01B062FF-8064-6640-9447-DCDFF82249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AE416307-B0C7-704D-828F-F140F7EA92E3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0423" name="AutoShape 7">
            <a:extLst>
              <a:ext uri="{FF2B5EF4-FFF2-40B4-BE49-F238E27FC236}">
                <a16:creationId xmlns:a16="http://schemas.microsoft.com/office/drawing/2014/main" id="{86CF64AF-C4A1-A242-836F-CF42FBD55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 dirty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96F1-80D6-4847-94AA-EEDCED0C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A44B99-9522-0345-852B-6697D9AFA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0682A-629F-074F-B7F1-DB840528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E3242-8AB6-404D-83B3-69ED0F3A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90464-F306-ED4C-8BC3-1FA0F273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753052AC-1ECA-3F44-8BEA-327C151A755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0765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79E7C-BE7A-D247-B804-04E0961E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CFFFFF-FE6B-F241-81EC-4B71FA7A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1DEE1-9ADB-044B-9FB7-869DB327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F8BB33-E868-DB4F-86A8-CF4C7B4D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1E851-D418-174F-A2C4-5F98197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FF71C079-2A17-714E-B052-851B1FA7F42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871519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F5341-C088-3C46-AA57-0E684920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235EAB-6D88-F742-923A-5DF5E5A9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86743-9C81-044F-9508-861022975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944533-F89C-CC43-8B72-A805A9E2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2E13A-AAFA-8F48-A881-ACAE2D6A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1B8DA-6A00-7947-AA41-127858F7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FAE3A0B0-D9C6-834D-B16F-2F7A5BF4424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985553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76BF1-E588-CC42-8C27-77F2D7F35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3337C-F8BA-CF40-B9BF-7128FCD0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A38AA2-7729-9F48-A909-9817F624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77CFD3-D797-7440-BD5D-81C56A153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8736CF-5A43-144D-9E08-38495F64F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4C7A34-8BE0-7C44-9335-4D903CE7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5D8BE1-53EF-994D-9A11-7E038DAE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00B799-37BF-834B-B323-424D98F1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C488F807-967B-234F-B296-9AA5385DEDDE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981154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7484C-93B8-2948-80B7-94067920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FB7FB2-DD4D-BC41-B0D6-8A1B6662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5BCCB-7512-B448-AF75-5E4FB142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B8C73F-DEBF-D64A-AE05-64939801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D503FABA-6498-104F-9FC5-2F856DE4EDCF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520226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E4FCC-46BE-9A42-BCEC-6818C57D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C199EB-0B3F-D049-BB39-8700D6E9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DFB6E0-BC20-A343-9C37-A4E672B7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79CA3B3E-0E6D-2A40-969C-EFDB524F163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819736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BD75F-B503-8C4F-9762-7E75D66B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E112EE-AF40-334A-8102-F5A8C8DEA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  <a:lvl2pPr>
              <a:defRPr sz="2800" b="0" i="0">
                <a:ea typeface="KaiTi" panose="02010609060101010101" pitchFamily="49" charset="-122"/>
              </a:defRPr>
            </a:lvl2pPr>
            <a:lvl3pPr>
              <a:defRPr sz="2400" b="0" i="0">
                <a:ea typeface="KaiTi" panose="02010609060101010101" pitchFamily="49" charset="-122"/>
              </a:defRPr>
            </a:lvl3pPr>
            <a:lvl4pPr>
              <a:defRPr sz="2000" b="0" i="0">
                <a:ea typeface="KaiTi" panose="02010609060101010101" pitchFamily="49" charset="-122"/>
              </a:defRPr>
            </a:lvl4pPr>
            <a:lvl5pPr>
              <a:defRPr sz="2000" b="0" i="0"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A679D-6114-9C43-B78B-A27C34C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FB9F34-622F-9240-8FFD-6A1D21BA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0FEFE8-53B9-1C46-944C-CA937C4D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FEB83-3278-F741-BBD8-44BA83CD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E3A40C01-58A0-754E-A789-F4A55A84F0A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705029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DD327-895D-8A4D-ADBB-586719D60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83A34D-FA1A-884E-8202-7B89FC6A1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 b="0" i="0"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BF215E-8ED5-B644-8F67-6EF42FB8B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68F68B-44AC-6E45-8518-9ED30FD97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5EF63-5051-0D44-A001-8220BA04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A614F2-C5B1-614F-9F9F-090159F6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1FC02C0A-08F6-5245-93C1-49E53098E03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490602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70E7E-4CF5-5948-9149-0DBC9CBE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5C2128-C969-8B44-845F-41A10E08F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19072-D4B8-F047-B8CC-7C9D69F5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277DB-93ED-214E-89A9-ECFA7D18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8E262-4C7C-8643-B706-3F665829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908C03B4-4CF8-1D42-8364-4ECA60A1A65E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91594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C97C7E-099F-3B4F-9206-27D9408C9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E13F09-BA3C-8E4A-8041-841E44844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14902-9E13-0448-8B8F-322D9C5F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2B77C-F634-A540-909F-17E67E2A7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12A5D-1C03-EE48-A9F4-2C3FB558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92CDED2D-6954-994D-9556-9A8E90CCE268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363300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BB0F1688-167F-924C-9482-69B30233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8866E684-2016-5A43-BF38-8A4DF0A2B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9396" name="AutoShape 4">
            <a:extLst>
              <a:ext uri="{FF2B5EF4-FFF2-40B4-BE49-F238E27FC236}">
                <a16:creationId xmlns:a16="http://schemas.microsoft.com/office/drawing/2014/main" id="{AB1D9E2F-FF62-6040-97C0-0A079D1A9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 b="0" i="0" dirty="0"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59397" name="Line 5">
            <a:extLst>
              <a:ext uri="{FF2B5EF4-FFF2-40B4-BE49-F238E27FC236}">
                <a16:creationId xmlns:a16="http://schemas.microsoft.com/office/drawing/2014/main" id="{5D82BDA2-FCB4-254E-B5F5-6B7F42724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 dirty="0">
              <a:ea typeface="KaiTi" panose="02010609060101010101" pitchFamily="49" charset="-122"/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99F57888-0740-9444-9F17-626F47CE1A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17FAFF1B-DDE0-064B-91B8-A89F7A78B6B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290706E6-E829-0849-9AB9-4C4D881A3A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fld id="{18D4E3FB-D7DD-4F47-B11C-4D19829FD88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algn="l" rtl="0" fontAlgn="base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0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7.bin"/><Relationship Id="rId3" Type="http://schemas.openxmlformats.org/officeDocument/2006/relationships/image" Target="../media/image21.png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28.png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8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23.png"/><Relationship Id="rId3" Type="http://schemas.openxmlformats.org/officeDocument/2006/relationships/image" Target="../media/image34.png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6.png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9.emf"/><Relationship Id="rId10" Type="http://schemas.openxmlformats.org/officeDocument/2006/relationships/image" Target="../media/image11.e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0.png"/><Relationship Id="rId7" Type="http://schemas.openxmlformats.org/officeDocument/2006/relationships/image" Target="../media/image3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5.png"/><Relationship Id="rId5" Type="http://schemas.openxmlformats.org/officeDocument/2006/relationships/image" Target="../media/image230.png"/><Relationship Id="rId10" Type="http://schemas.openxmlformats.org/officeDocument/2006/relationships/image" Target="../media/image44.png"/><Relationship Id="rId4" Type="http://schemas.openxmlformats.org/officeDocument/2006/relationships/image" Target="../media/image22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65.png"/><Relationship Id="rId7" Type="http://schemas.openxmlformats.org/officeDocument/2006/relationships/image" Target="../media/image41.emf"/><Relationship Id="rId12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43.emf"/><Relationship Id="rId5" Type="http://schemas.openxmlformats.org/officeDocument/2006/relationships/image" Target="../media/image40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4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48.emf"/><Relationship Id="rId18" Type="http://schemas.openxmlformats.org/officeDocument/2006/relationships/oleObject" Target="../embeddings/oleObject24.bin"/><Relationship Id="rId3" Type="http://schemas.openxmlformats.org/officeDocument/2006/relationships/image" Target="../media/image71.png"/><Relationship Id="rId21" Type="http://schemas.openxmlformats.org/officeDocument/2006/relationships/oleObject" Target="../embeddings/oleObject25.bin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5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.bin"/><Relationship Id="rId20" Type="http://schemas.openxmlformats.org/officeDocument/2006/relationships/image" Target="../media/image80.pn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51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22.bin"/><Relationship Id="rId22" Type="http://schemas.openxmlformats.org/officeDocument/2006/relationships/image" Target="../media/image5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57.png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6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90.png"/><Relationship Id="rId7" Type="http://schemas.openxmlformats.org/officeDocument/2006/relationships/image" Target="../media/image5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6.png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31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Relationship Id="rId9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1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6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oleObject" Target="../embeddings/oleObject32.bin"/><Relationship Id="rId3" Type="http://schemas.openxmlformats.org/officeDocument/2006/relationships/image" Target="../media/image69.png"/><Relationship Id="rId7" Type="http://schemas.openxmlformats.org/officeDocument/2006/relationships/image" Target="../media/image66.emf"/><Relationship Id="rId12" Type="http://schemas.openxmlformats.org/officeDocument/2006/relationships/image" Target="../media/image6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9.bin"/><Relationship Id="rId11" Type="http://schemas.openxmlformats.org/officeDocument/2006/relationships/oleObject" Target="../embeddings/oleObject31.bin"/><Relationship Id="rId5" Type="http://schemas.openxmlformats.org/officeDocument/2006/relationships/image" Target="../media/image66.emf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77.png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7.emf"/><Relationship Id="rId14" Type="http://schemas.openxmlformats.org/officeDocument/2006/relationships/image" Target="../media/image6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7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71.emf"/><Relationship Id="rId4" Type="http://schemas.openxmlformats.org/officeDocument/2006/relationships/oleObject" Target="../embeddings/oleObject34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0.png"/><Relationship Id="rId7" Type="http://schemas.openxmlformats.org/officeDocument/2006/relationships/image" Target="../media/image4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45.png"/><Relationship Id="rId5" Type="http://schemas.openxmlformats.org/officeDocument/2006/relationships/image" Target="../media/image230.png"/><Relationship Id="rId10" Type="http://schemas.openxmlformats.org/officeDocument/2006/relationships/image" Target="../media/image44.png"/><Relationship Id="rId4" Type="http://schemas.openxmlformats.org/officeDocument/2006/relationships/image" Target="../media/image22.png"/><Relationship Id="rId9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C42CC485-E02A-824E-917A-36793DCF3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058" y="836712"/>
            <a:ext cx="5373885" cy="597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algn="ctr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36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第二章 随机变量及其分布</a:t>
            </a:r>
          </a:p>
        </p:txBody>
      </p:sp>
      <p:sp>
        <p:nvSpPr>
          <p:cNvPr id="61444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601F1377-4EC1-A648-9D08-93B0CEF44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980985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离散型随机变量及其分布</a:t>
            </a:r>
          </a:p>
        </p:txBody>
      </p:sp>
      <p:sp>
        <p:nvSpPr>
          <p:cNvPr id="6144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D75E15BB-A7A5-2C46-90D2-B9B92ACCD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4603695"/>
            <a:ext cx="6481762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连续型随机变量及其概率密度</a:t>
            </a:r>
          </a:p>
        </p:txBody>
      </p:sp>
      <p:sp>
        <p:nvSpPr>
          <p:cNvPr id="61446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3CA5D0EF-1412-D449-86E5-3BEFAEB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3792340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随机变量的分布函数</a:t>
            </a:r>
          </a:p>
        </p:txBody>
      </p:sp>
      <p:sp>
        <p:nvSpPr>
          <p:cNvPr id="61447" name="Text Box 7">
            <a:hlinkClick r:id="" action="ppaction://noaction"/>
            <a:extLst>
              <a:ext uri="{FF2B5EF4-FFF2-40B4-BE49-F238E27FC236}">
                <a16:creationId xmlns:a16="http://schemas.microsoft.com/office/drawing/2014/main" id="{DD80242F-AA85-8545-A347-8717F40C3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0" y="5394959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随机变量的函数的分布</a:t>
            </a:r>
          </a:p>
        </p:txBody>
      </p:sp>
      <p:sp>
        <p:nvSpPr>
          <p:cNvPr id="9" name="Text Box 4">
            <a:hlinkClick r:id="rId2" action="ppaction://hlinksldjump"/>
            <a:extLst>
              <a:ext uri="{FF2B5EF4-FFF2-40B4-BE49-F238E27FC236}">
                <a16:creationId xmlns:a16="http://schemas.microsoft.com/office/drawing/2014/main" id="{A2A32693-FA85-46ED-9F52-424F36411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571" y="2158492"/>
            <a:ext cx="5761037" cy="48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Char char="n"/>
            </a:pPr>
            <a:r>
              <a:rPr kumimoji="1" lang="zh-CN" altLang="en-US" dirty="0">
                <a:solidFill>
                  <a:srgbClr val="0017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随机变量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CC45D-5913-8880-A125-39FA2B5BD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628801"/>
            <a:ext cx="8001000" cy="2016224"/>
          </a:xfrm>
        </p:spPr>
        <p:txBody>
          <a:bodyPr/>
          <a:lstStyle/>
          <a:p>
            <a:pPr algn="ctr"/>
            <a:r>
              <a:rPr kumimoji="1" lang="en-US" altLang="zh-CN" b="1" dirty="0">
                <a:solidFill>
                  <a:srgbClr val="C00000"/>
                </a:solidFill>
              </a:rPr>
              <a:t/>
            </a:r>
            <a:br>
              <a:rPr kumimoji="1" lang="en-US" altLang="zh-CN" b="1" dirty="0">
                <a:solidFill>
                  <a:srgbClr val="C00000"/>
                </a:solidFill>
              </a:rPr>
            </a:br>
            <a:r>
              <a:rPr kumimoji="1" lang="zh-CN" altLang="en-US" b="1" dirty="0">
                <a:solidFill>
                  <a:srgbClr val="001892"/>
                </a:solidFill>
              </a:rPr>
              <a:t>随机变量</a:t>
            </a:r>
            <a:r>
              <a:rPr kumimoji="1" lang="en-US" altLang="zh-CN" b="1" dirty="0">
                <a:solidFill>
                  <a:srgbClr val="C00000"/>
                </a:solidFill>
              </a:rPr>
              <a:t/>
            </a:r>
            <a:br>
              <a:rPr kumimoji="1" lang="en-US" altLang="zh-CN" b="1" dirty="0">
                <a:solidFill>
                  <a:srgbClr val="C00000"/>
                </a:solidFill>
              </a:rPr>
            </a:br>
            <a:r>
              <a:rPr kumimoji="1" lang="en-US" altLang="zh-CN" b="1" dirty="0">
                <a:solidFill>
                  <a:srgbClr val="C00000"/>
                </a:solidFill>
              </a:rPr>
              <a:t/>
            </a:r>
            <a:br>
              <a:rPr kumimoji="1" lang="en-US" altLang="zh-CN" b="1" dirty="0">
                <a:solidFill>
                  <a:srgbClr val="C00000"/>
                </a:solidFill>
              </a:rPr>
            </a:br>
            <a:r>
              <a:rPr kumimoji="1" lang="zh-CN" altLang="en-US" b="1" dirty="0">
                <a:solidFill>
                  <a:srgbClr val="C00000"/>
                </a:solidFill>
              </a:rPr>
              <a:t>完整的描述随机现象的统计规律</a:t>
            </a:r>
          </a:p>
        </p:txBody>
      </p:sp>
    </p:spTree>
    <p:extLst>
      <p:ext uri="{BB962C8B-B14F-4D97-AF65-F5344CB8AC3E}">
        <p14:creationId xmlns:p14="http://schemas.microsoft.com/office/powerpoint/2010/main" val="15425430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8613" name="Text Box 5">
                <a:extLst>
                  <a:ext uri="{FF2B5EF4-FFF2-40B4-BE49-F238E27FC236}">
                    <a16:creationId xmlns:a16="http://schemas.microsoft.com/office/drawing/2014/main" id="{3A68CE6C-5B14-1D4D-A321-EFFCF69317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1550" y="2132856"/>
                <a:ext cx="7200900" cy="11146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cap="sq" algn="ctr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ct val="50000"/>
                  </a:spcBef>
                </a:pPr>
                <a:r>
                  <a:rPr lang="zh-CN" altLang="en-US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要掌握一个离散型随机变量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的统计规律，必须且只需要知道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的：</a:t>
                </a:r>
                <a:endParaRPr lang="en-US" altLang="zh-CN" dirty="0">
                  <a:solidFill>
                    <a:srgbClr val="001892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8613" name="Text Box 5">
                <a:extLst>
                  <a:ext uri="{FF2B5EF4-FFF2-40B4-BE49-F238E27FC236}">
                    <a16:creationId xmlns:a16="http://schemas.microsoft.com/office/drawing/2014/main" id="{3A68CE6C-5B14-1D4D-A321-EFFCF6931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2132856"/>
                <a:ext cx="7200900" cy="1114664"/>
              </a:xfrm>
              <a:prstGeom prst="rect">
                <a:avLst/>
              </a:prstGeom>
              <a:blipFill>
                <a:blip r:embed="rId2"/>
                <a:stretch>
                  <a:fillRect l="-1761" t="-3409" b="-1363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cap="sq" algn="ctr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A744205F-8E17-6FF6-73F1-5DA1760D9EB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2AEDDC4-714E-70C6-3A73-16A361DC6EC8}"/>
              </a:ext>
            </a:extLst>
          </p:cNvPr>
          <p:cNvSpPr txBox="1"/>
          <p:nvPr/>
        </p:nvSpPr>
        <p:spPr>
          <a:xfrm>
            <a:off x="611560" y="3789040"/>
            <a:ext cx="4582756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0" indent="-514350">
              <a:lnSpc>
                <a:spcPct val="125000"/>
              </a:lnSpc>
              <a:spcBef>
                <a:spcPct val="50000"/>
              </a:spcBef>
              <a:buFont typeface="+mj-lt"/>
              <a:buAutoNum type="arabicPeriod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所有可能取值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438D7F-7BDB-9C4C-4381-49D4F926C48B}"/>
              </a:ext>
            </a:extLst>
          </p:cNvPr>
          <p:cNvSpPr txBox="1"/>
          <p:nvPr/>
        </p:nvSpPr>
        <p:spPr>
          <a:xfrm>
            <a:off x="639854" y="4618583"/>
            <a:ext cx="5876361" cy="576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0" indent="-514350">
              <a:lnSpc>
                <a:spcPct val="125000"/>
              </a:lnSpc>
              <a:spcBef>
                <a:spcPct val="50000"/>
              </a:spcBef>
              <a:buFont typeface="+mj-lt"/>
              <a:buAutoNum type="arabicPeriod" startAt="2"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取每一个可能值的概率</a:t>
            </a:r>
          </a:p>
        </p:txBody>
      </p: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4AC40EAA-7E11-A4FA-A8E8-64B79FB7B6D0}"/>
              </a:ext>
            </a:extLst>
          </p:cNvPr>
          <p:cNvSpPr/>
          <p:nvPr/>
        </p:nvSpPr>
        <p:spPr bwMode="auto">
          <a:xfrm>
            <a:off x="1700087" y="143154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离散型随机变量的概率分布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949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636" name="Rectangle 4">
                <a:extLst>
                  <a:ext uri="{FF2B5EF4-FFF2-40B4-BE49-F238E27FC236}">
                    <a16:creationId xmlns:a16="http://schemas.microsoft.com/office/drawing/2014/main" id="{A444F019-76AB-5F4C-A814-54C3F7B27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53877" y="3018153"/>
                <a:ext cx="8424863" cy="6165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zh-CN" sz="2600" dirty="0">
                    <a:solidFill>
                      <a:srgbClr val="001892"/>
                    </a:solidFill>
                    <a:latin typeface="Tahoma" panose="020B0604030504040204" pitchFamily="34" charset="0"/>
                    <a:ea typeface="KaiTi" panose="02010609060101010101" pitchFamily="49" charset="-122"/>
                  </a:rPr>
                  <a:t>   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Tahoma" panose="020B0604030504040204" pitchFamily="34" charset="0"/>
                    <a:ea typeface="KaiTi" panose="02010609060101010101" pitchFamily="49" charset="-122"/>
                  </a:rPr>
                  <a:t>称此式为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Tahoma" panose="020B0604030504040204" pitchFamily="34" charset="0"/>
                    <a:ea typeface="KaiTi" panose="02010609060101010101" pitchFamily="49" charset="-122"/>
                  </a:rPr>
                  <a:t>的</a:t>
                </a:r>
                <a:r>
                  <a:rPr kumimoji="1" lang="zh-CN" altLang="en-US" sz="2600" dirty="0">
                    <a:solidFill>
                      <a:srgbClr val="C00000"/>
                    </a:solidFill>
                    <a:latin typeface="Tahoma" panose="020B0604030504040204" pitchFamily="34" charset="0"/>
                    <a:ea typeface="KaiTi" panose="02010609060101010101" pitchFamily="49" charset="-122"/>
                  </a:rPr>
                  <a:t>分布律</a:t>
                </a:r>
                <a:endParaRPr kumimoji="1" lang="en-US" altLang="zh-CN" sz="2600" dirty="0">
                  <a:solidFill>
                    <a:srgbClr val="001892"/>
                  </a:solidFill>
                  <a:latin typeface="Tahoma" panose="020B0604030504040204" pitchFamily="34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9636" name="Rectangle 4">
                <a:extLst>
                  <a:ext uri="{FF2B5EF4-FFF2-40B4-BE49-F238E27FC236}">
                    <a16:creationId xmlns:a16="http://schemas.microsoft.com/office/drawing/2014/main" id="{A444F019-76AB-5F4C-A814-54C3F7B272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53877" y="3018153"/>
                <a:ext cx="8424863" cy="616515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37" name="Rectangle 5">
            <a:extLst>
              <a:ext uri="{FF2B5EF4-FFF2-40B4-BE49-F238E27FC236}">
                <a16:creationId xmlns:a16="http://schemas.microsoft.com/office/drawing/2014/main" id="{9FDC51D4-A694-AA41-A551-98398E9C1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877" y="2753131"/>
            <a:ext cx="184731" cy="65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50000"/>
              </a:lnSpc>
            </a:pPr>
            <a:endParaRPr lang="zh-CN" altLang="en-US" b="0" dirty="0"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35" name="Rectangle 3">
                <a:extLst>
                  <a:ext uri="{FF2B5EF4-FFF2-40B4-BE49-F238E27FC236}">
                    <a16:creationId xmlns:a16="http://schemas.microsoft.com/office/drawing/2014/main" id="{3FE89C70-1BC5-1A47-B958-4E24CACAA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99" y="1108585"/>
                <a:ext cx="8534202" cy="12167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设离散型随机变量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的所有可能取值是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kumimoji="1" lang="en-US" altLang="zh-CN" sz="260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kumimoji="1" lang="en-US" altLang="zh-CN" sz="2600" b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kumimoji="1" lang="en-US" altLang="zh-CN" sz="2600" b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kumimoji="1" lang="en-US" altLang="zh-CN" sz="2600" b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6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取各个可能值的概率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,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即事件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zh-CN" altLang="en-US" sz="260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zh-CN" altLang="en-US" sz="2600" b="1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kumimoji="1" lang="zh-CN" altLang="en-US" sz="2600" b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zh-CN" altLang="en-US" sz="2600" i="1" dirty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600" b="1" i="1" dirty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zh-CN" altLang="en-US" sz="2600" b="1" i="1" dirty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的概率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,</a:t>
                </a:r>
                <a:endParaRPr kumimoji="1" lang="zh-CN" altLang="en-US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9635" name="Rectangle 3">
                <a:extLst>
                  <a:ext uri="{FF2B5EF4-FFF2-40B4-BE49-F238E27FC236}">
                    <a16:creationId xmlns:a16="http://schemas.microsoft.com/office/drawing/2014/main" id="{3FE89C70-1BC5-1A47-B958-4E24CACAA6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99" y="1108585"/>
                <a:ext cx="8534202" cy="1216743"/>
              </a:xfrm>
              <a:prstGeom prst="rect">
                <a:avLst/>
              </a:prstGeom>
              <a:blipFill>
                <a:blip r:embed="rId4"/>
                <a:stretch>
                  <a:fillRect l="-1339" r="-149" b="-1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12D4565-0205-45ED-9021-6116B98A8C90}"/>
                  </a:ext>
                </a:extLst>
              </p:cNvPr>
              <p:cNvSpPr txBox="1"/>
              <p:nvPr/>
            </p:nvSpPr>
            <p:spPr>
              <a:xfrm>
                <a:off x="307970" y="5357056"/>
                <a:ext cx="8386617" cy="1214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600" dirty="0">
                    <a:solidFill>
                      <a:srgbClr val="001892"/>
                    </a:solidFill>
                    <a:ea typeface="KaiTi" panose="02010609060101010101" pitchFamily="49" charset="-122"/>
                  </a:rPr>
                  <a:t>直观的表示了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ea typeface="KaiTi" panose="02010609060101010101" pitchFamily="49" charset="-122"/>
                  </a:rPr>
                  <a:t>取各个值的规律。可以想象成概率</a:t>
                </a:r>
                <a:r>
                  <a:rPr lang="en-US" altLang="zh-CN" sz="2600" dirty="0">
                    <a:solidFill>
                      <a:srgbClr val="001892"/>
                    </a:solidFill>
                    <a:ea typeface="KaiTi" panose="02010609060101010101" pitchFamily="49" charset="-122"/>
                  </a:rPr>
                  <a:t>1</a:t>
                </a:r>
                <a:r>
                  <a:rPr lang="zh-CN" altLang="en-US" sz="2600" dirty="0">
                    <a:solidFill>
                      <a:srgbClr val="001892"/>
                    </a:solidFill>
                    <a:ea typeface="KaiTi" panose="02010609060101010101" pitchFamily="49" charset="-122"/>
                  </a:rPr>
                  <a:t>以一定的规律分布在各个可能的值上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12D4565-0205-45ED-9021-6116B98A8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70" y="5357056"/>
                <a:ext cx="8386617" cy="1214948"/>
              </a:xfrm>
              <a:prstGeom prst="rect">
                <a:avLst/>
              </a:prstGeom>
              <a:blipFill>
                <a:blip r:embed="rId5"/>
                <a:stretch>
                  <a:fillRect l="-1362" b="-10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6759FD8-F812-43AC-AE9F-A604D9CD607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5072" t="33200" b="23751"/>
          <a:stretch/>
        </p:blipFill>
        <p:spPr>
          <a:xfrm rot="16200000">
            <a:off x="3882941" y="1420627"/>
            <a:ext cx="1378118" cy="6376904"/>
          </a:xfrm>
          <a:prstGeom prst="rect">
            <a:avLst/>
          </a:prstGeom>
        </p:spPr>
      </p:pic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B47A85D5-6467-6698-CF4B-73374E739FD6}"/>
              </a:ext>
            </a:extLst>
          </p:cNvPr>
          <p:cNvSpPr/>
          <p:nvPr/>
        </p:nvSpPr>
        <p:spPr bwMode="auto">
          <a:xfrm>
            <a:off x="1700087" y="143154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离散型随机变量的概率分布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33D29542-6DB0-4F25-97ED-D8799D6E432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80AD5A4-BC4C-F7D7-857B-3277230CFC15}"/>
                  </a:ext>
                </a:extLst>
              </p:cNvPr>
              <p:cNvSpPr txBox="1"/>
              <p:nvPr/>
            </p:nvSpPr>
            <p:spPr>
              <a:xfrm>
                <a:off x="3167612" y="2243535"/>
                <a:ext cx="2587183" cy="646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kumimoji="1"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80AD5A4-BC4C-F7D7-857B-3277230CF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612" y="2243535"/>
                <a:ext cx="2587183" cy="646331"/>
              </a:xfrm>
              <a:prstGeom prst="rect">
                <a:avLst/>
              </a:prstGeom>
              <a:blipFill>
                <a:blip r:embed="rId7"/>
                <a:stretch>
                  <a:fillRect l="-2439" r="-488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4">
            <a:extLst>
              <a:ext uri="{FF2B5EF4-FFF2-40B4-BE49-F238E27FC236}">
                <a16:creationId xmlns:a16="http://schemas.microsoft.com/office/drawing/2014/main" id="{A444F019-76AB-5F4C-A814-54C3F7B27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49" y="1485582"/>
            <a:ext cx="8424863" cy="657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001892"/>
                </a:solidFill>
                <a:latin typeface="Tahoma" panose="020B0604030504040204" pitchFamily="34" charset="0"/>
                <a:ea typeface="KaiTi" panose="02010609060101010101" pitchFamily="49" charset="-122"/>
              </a:rPr>
              <a:t>离散型随机变量的概率分布满足以下两个条件</a:t>
            </a:r>
            <a:endParaRPr kumimoji="1" lang="en-US" altLang="zh-CN" dirty="0">
              <a:solidFill>
                <a:srgbClr val="001892"/>
              </a:solidFill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12D4565-0205-45ED-9021-6116B98A8C90}"/>
                  </a:ext>
                </a:extLst>
              </p:cNvPr>
              <p:cNvSpPr txBox="1"/>
              <p:nvPr/>
            </p:nvSpPr>
            <p:spPr>
              <a:xfrm>
                <a:off x="899592" y="2420888"/>
                <a:ext cx="8386617" cy="656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:r>
                  <a:rPr lang="en-US" altLang="zh-CN" i="1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k</a:t>
                </a:r>
                <a:r>
                  <a:rPr lang="en-US" altLang="zh-CN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 = 1, 2,….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12D4565-0205-45ED-9021-6116B98A8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420888"/>
                <a:ext cx="8386617" cy="656846"/>
              </a:xfrm>
              <a:prstGeom prst="rect">
                <a:avLst/>
              </a:prstGeom>
              <a:blipFill>
                <a:blip r:embed="rId3"/>
                <a:stretch>
                  <a:fillRect l="-605" b="-26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1646CD12-1D93-BF13-C1AF-5BAA83B81C7F}"/>
              </a:ext>
            </a:extLst>
          </p:cNvPr>
          <p:cNvSpPr/>
          <p:nvPr/>
        </p:nvSpPr>
        <p:spPr bwMode="auto">
          <a:xfrm>
            <a:off x="1700087" y="143154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离散型随机变量的概率分布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7E2CC1F7-A7E7-1B08-869A-EB3B697FCCA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AE26B70-37EA-E6FA-456C-80DAA82F47CD}"/>
                  </a:ext>
                </a:extLst>
              </p:cNvPr>
              <p:cNvSpPr txBox="1"/>
              <p:nvPr/>
            </p:nvSpPr>
            <p:spPr>
              <a:xfrm>
                <a:off x="899592" y="3851229"/>
                <a:ext cx="1747401" cy="1174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AE26B70-37EA-E6FA-456C-80DAA82F4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851229"/>
                <a:ext cx="1747401" cy="1174552"/>
              </a:xfrm>
              <a:prstGeom prst="rect">
                <a:avLst/>
              </a:prstGeom>
              <a:blipFill>
                <a:blip r:embed="rId4"/>
                <a:stretch>
                  <a:fillRect l="-73188" t="-119355" r="-3623" b="-180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62FFAA8-DBA0-223D-ACB0-7B0637A94C95}"/>
                  </a:ext>
                </a:extLst>
              </p:cNvPr>
              <p:cNvSpPr txBox="1"/>
              <p:nvPr/>
            </p:nvSpPr>
            <p:spPr>
              <a:xfrm>
                <a:off x="3275856" y="3745226"/>
                <a:ext cx="9577064" cy="2993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zh-CN" b="1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1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kumimoji="1" lang="en-US" altLang="zh-CN" b="1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b="1" i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b="1" i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b="1" i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kumimoji="1"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b="1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kumimoji="1" lang="en-US" altLang="zh-CN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i="1" dirty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 dirty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b="1" i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kumimoji="1"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∪…</m:t>
                    </m:r>
                    <m:r>
                      <a:rPr kumimoji="1" lang="en-US" altLang="zh-CN" b="1" i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kumimoji="1"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，且</a:t>
                </a:r>
                <a:endParaRPr kumimoji="1" lang="en-US" altLang="zh-CN" dirty="0">
                  <a:solidFill>
                    <a:srgbClr val="001892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b="1" i="1" dirty="0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1" i="1" dirty="0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b="1" i="1" dirty="0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kumimoji="1" lang="en-US" altLang="zh-CN" i="1" dirty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i="1" dirty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 dirty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b="1" i="1" dirty="0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kumimoji="1" lang="en-US" altLang="zh-CN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=∅, </m:t>
                      </m:r>
                      <m:r>
                        <a:rPr kumimoji="1" lang="en-US" altLang="zh-CN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kumimoji="1" lang="en-US" altLang="zh-CN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zh-CN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kumimoji="1" lang="en-US" altLang="zh-CN" b="1" dirty="0">
                  <a:solidFill>
                    <a:srgbClr val="001892"/>
                  </a:solidFill>
                  <a:latin typeface="KaiTi" panose="02010609060101010101" pitchFamily="49" charset="-122"/>
                  <a:ea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kumimoji="1" lang="zh-CN" altLang="en-US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故</a:t>
                </a:r>
                <a:endParaRPr kumimoji="1" lang="en-US" altLang="zh-CN" dirty="0">
                  <a:solidFill>
                    <a:srgbClr val="001892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b="1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nary>
                        <m:naryPr>
                          <m:chr m:val="⋃"/>
                          <m:ctrl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𝒌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{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𝑿</m:t>
                          </m:r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CN" i="1" dirty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 dirty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kumimoji="1" lang="en-US" altLang="zh-CN" i="1" dirty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kumimoji="1" lang="en-US" altLang="zh-CN" b="1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})=</m:t>
                          </m:r>
                          <m:nary>
                            <m:naryPr>
                              <m:chr m:val="∑"/>
                              <m:ctrlP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𝒌</m:t>
                              </m:r>
                              <m: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=</m:t>
                              </m:r>
                              <m: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𝑷</m:t>
                              </m:r>
                              <m: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{</m:t>
                              </m:r>
                              <m: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𝑿</m:t>
                              </m:r>
                              <m:r>
                                <a:rPr kumimoji="1" lang="en-US" altLang="zh-CN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1" lang="en-US" altLang="zh-CN" i="1" dirty="0">
                                      <a:solidFill>
                                        <a:srgbClr val="00189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i="1" dirty="0">
                                      <a:solidFill>
                                        <a:srgbClr val="00189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kumimoji="1" lang="en-US" altLang="zh-CN" i="1" dirty="0">
                                      <a:solidFill>
                                        <a:srgbClr val="00189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kumimoji="1" lang="en-US" altLang="zh-CN" b="1" i="1" smtClean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}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1" lang="zh-CN" altLang="en-US" dirty="0">
                  <a:solidFill>
                    <a:srgbClr val="001892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62FFAA8-DBA0-223D-ACB0-7B0637A94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745226"/>
                <a:ext cx="9577064" cy="2993320"/>
              </a:xfrm>
              <a:prstGeom prst="rect">
                <a:avLst/>
              </a:prstGeom>
              <a:blipFill>
                <a:blip r:embed="rId5"/>
                <a:stretch>
                  <a:fillRect l="-2119" t="-2110" b="-70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4685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Object 2">
            <a:extLst>
              <a:ext uri="{FF2B5EF4-FFF2-40B4-BE49-F238E27FC236}">
                <a16:creationId xmlns:a16="http://schemas.microsoft.com/office/drawing/2014/main" id="{9D013166-F305-7549-AEE1-EC6A50ECC6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925256"/>
              </p:ext>
            </p:extLst>
          </p:nvPr>
        </p:nvGraphicFramePr>
        <p:xfrm>
          <a:off x="2011363" y="1963738"/>
          <a:ext cx="71993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文档" r:id="rId3" imgW="6629400" imgH="1092200" progId="Word.Document.8">
                  <p:embed/>
                </p:oleObj>
              </mc:Choice>
              <mc:Fallback>
                <p:oleObj name="文档" r:id="rId3" imgW="6629400" imgH="1092200" progId="Word.Document.8">
                  <p:embed/>
                  <p:pic>
                    <p:nvPicPr>
                      <p:cNvPr id="72706" name="Object 2">
                        <a:extLst>
                          <a:ext uri="{FF2B5EF4-FFF2-40B4-BE49-F238E27FC236}">
                            <a16:creationId xmlns:a16="http://schemas.microsoft.com/office/drawing/2014/main" id="{9D013166-F305-7549-AEE1-EC6A50ECC6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1963738"/>
                        <a:ext cx="719931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2707" name="Text Box 3">
                <a:extLst>
                  <a:ext uri="{FF2B5EF4-FFF2-40B4-BE49-F238E27FC236}">
                    <a16:creationId xmlns:a16="http://schemas.microsoft.com/office/drawing/2014/main" id="{AB605B63-927F-C44B-8C6B-5820B085B1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7664" y="1317407"/>
                <a:ext cx="518160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  设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的分布律为</a:t>
                </a:r>
              </a:p>
            </p:txBody>
          </p:sp>
        </mc:Choice>
        <mc:Fallback xmlns="">
          <p:sp>
            <p:nvSpPr>
              <p:cNvPr id="72707" name="Text Box 3">
                <a:extLst>
                  <a:ext uri="{FF2B5EF4-FFF2-40B4-BE49-F238E27FC236}">
                    <a16:creationId xmlns:a16="http://schemas.microsoft.com/office/drawing/2014/main" id="{AB605B63-927F-C44B-8C6B-5820B085B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1317407"/>
                <a:ext cx="5181600" cy="492443"/>
              </a:xfrm>
              <a:prstGeom prst="rect">
                <a:avLst/>
              </a:prstGeom>
              <a:blipFill>
                <a:blip r:embed="rId5"/>
                <a:stretch>
                  <a:fillRect t="-15000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08" name="Text Box 4">
                <a:extLst>
                  <a:ext uri="{FF2B5EF4-FFF2-40B4-BE49-F238E27FC236}">
                    <a16:creationId xmlns:a16="http://schemas.microsoft.com/office/drawing/2014/main" id="{1885C26A-6A55-3241-8F6E-2C7592F7FA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7704" y="3406926"/>
                <a:ext cx="3672408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求  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{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𝟎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&lt;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𝟐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}</m:t>
                    </m:r>
                  </m:oMath>
                </a14:m>
                <a:endParaRPr kumimoji="1" lang="en-US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2708" name="Text Box 4">
                <a:extLst>
                  <a:ext uri="{FF2B5EF4-FFF2-40B4-BE49-F238E27FC236}">
                    <a16:creationId xmlns:a16="http://schemas.microsoft.com/office/drawing/2014/main" id="{1885C26A-6A55-3241-8F6E-2C7592F7F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3406926"/>
                <a:ext cx="3672408" cy="492443"/>
              </a:xfrm>
              <a:prstGeom prst="rect">
                <a:avLst/>
              </a:prstGeom>
              <a:blipFill>
                <a:blip r:embed="rId6"/>
                <a:stretch>
                  <a:fillRect l="-3103" t="-15000"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709" name="Text Box 5">
                <a:extLst>
                  <a:ext uri="{FF2B5EF4-FFF2-40B4-BE49-F238E27FC236}">
                    <a16:creationId xmlns:a16="http://schemas.microsoft.com/office/drawing/2014/main" id="{7F551A94-40C9-5341-9398-4CD9F74051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1993" y="4744189"/>
                <a:ext cx="7560791" cy="12926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accent2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600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𝟎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&lt;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𝑿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≤</m:t>
                          </m:r>
                          <m:r>
                            <a:rPr kumimoji="1" lang="en-US" altLang="zh-CN" sz="2600" b="1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𝟐</m:t>
                          </m:r>
                        </m:e>
                      </m:d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 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{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}+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{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𝟐</m:t>
                      </m:r>
                      <m:r>
                        <a:rPr kumimoji="1" lang="en-US" altLang="zh-CN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kumimoji="1" lang="zh-CN" altLang="en-US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                     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/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𝟐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+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/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𝟔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𝟐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/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𝟑</m:t>
                      </m:r>
                    </m:oMath>
                  </m:oMathPara>
                </a14:m>
                <a:endParaRPr kumimoji="1" lang="en-US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2709" name="Text Box 5">
                <a:extLst>
                  <a:ext uri="{FF2B5EF4-FFF2-40B4-BE49-F238E27FC236}">
                    <a16:creationId xmlns:a16="http://schemas.microsoft.com/office/drawing/2014/main" id="{7F551A94-40C9-5341-9398-4CD9F7405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1993" y="4744189"/>
                <a:ext cx="7560791" cy="1292662"/>
              </a:xfrm>
              <a:prstGeom prst="rect">
                <a:avLst/>
              </a:prstGeom>
              <a:blipFill>
                <a:blip r:embed="rId7"/>
                <a:stretch>
                  <a:fillRect b="-29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accent2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7A3A312E-57C9-037A-FB13-E5FF38D19499}"/>
              </a:ext>
            </a:extLst>
          </p:cNvPr>
          <p:cNvSpPr/>
          <p:nvPr/>
        </p:nvSpPr>
        <p:spPr bwMode="auto">
          <a:xfrm>
            <a:off x="3261415" y="143154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en-US" altLang="zh-CN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#1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14BB99F5-A98A-195B-C47F-0F1E3B3B60A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AD9A3B53-7845-DD23-D7EB-AE26466F2A42}"/>
              </a:ext>
            </a:extLst>
          </p:cNvPr>
          <p:cNvSpPr/>
          <p:nvPr/>
        </p:nvSpPr>
        <p:spPr bwMode="auto">
          <a:xfrm>
            <a:off x="1043608" y="1192394"/>
            <a:ext cx="6840760" cy="2724040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BC8BDE-EC9D-A23F-E4B5-63FC4366AC5F}"/>
              </a:ext>
            </a:extLst>
          </p:cNvPr>
          <p:cNvSpPr txBox="1"/>
          <p:nvPr/>
        </p:nvSpPr>
        <p:spPr>
          <a:xfrm>
            <a:off x="1151993" y="4867300"/>
            <a:ext cx="7557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解</a:t>
            </a:r>
            <a:r>
              <a:rPr kumimoji="1"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：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CF84B9-48EE-B4ED-5C3F-07E4A77AB976}"/>
              </a:ext>
            </a:extLst>
          </p:cNvPr>
          <p:cNvSpPr txBox="1"/>
          <p:nvPr/>
        </p:nvSpPr>
        <p:spPr>
          <a:xfrm>
            <a:off x="1151992" y="1311534"/>
            <a:ext cx="7557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例</a:t>
            </a:r>
            <a:r>
              <a:rPr kumimoji="1"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：</a:t>
            </a:r>
            <a:endParaRPr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40" name="Rectangle 12">
            <a:extLst>
              <a:ext uri="{FF2B5EF4-FFF2-40B4-BE49-F238E27FC236}">
                <a16:creationId xmlns:a16="http://schemas.microsoft.com/office/drawing/2014/main" id="{01FA7347-ED18-0D4E-94A5-7DEC9A086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6129791"/>
            <a:ext cx="3780202" cy="461665"/>
          </a:xfrm>
          <a:prstGeom prst="rect">
            <a:avLst/>
          </a:prstGeom>
          <a:solidFill>
            <a:srgbClr val="E4E0F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=</a:t>
            </a:r>
            <a:r>
              <a:rPr kumimoji="1" lang="en-US" altLang="en-US" sz="2400" i="1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P</a:t>
            </a:r>
            <a:r>
              <a:rPr kumimoji="1" lang="en-US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{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抽得的两件全为次品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1" name="Rectangle 3">
                <a:extLst>
                  <a:ext uri="{FF2B5EF4-FFF2-40B4-BE49-F238E27FC236}">
                    <a16:creationId xmlns:a16="http://schemas.microsoft.com/office/drawing/2014/main" id="{8904FC05-4F6C-AF41-9DF5-3D2B97375DC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980728"/>
                <a:ext cx="8352928" cy="1798637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Font typeface="Wingdings" pitchFamily="2" charset="2"/>
                  <a:buNone/>
                </a:pPr>
                <a:r>
                  <a:rPr lang="en-US" altLang="zh-CN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sz="2400" b="1" dirty="0">
                    <a:solidFill>
                      <a:srgbClr val="C00000"/>
                    </a:solidFill>
                  </a:rPr>
                  <a:t>        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设有一批产品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20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件，其中有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3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件次品，从中任意抽取</a:t>
                </a:r>
                <a:r>
                  <a:rPr lang="en-US" altLang="zh-CN" sz="2400" b="1" dirty="0">
                    <a:solidFill>
                      <a:srgbClr val="001892"/>
                    </a:solidFill>
                  </a:rPr>
                  <a:t>2</a:t>
                </a:r>
                <a:r>
                  <a:rPr lang="zh-CN" altLang="en-US" sz="2400" b="1" dirty="0">
                    <a:solidFill>
                      <a:srgbClr val="001892"/>
                    </a:solidFill>
                  </a:rPr>
                  <a:t>件，如果用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</a:rPr>
                  <a:t>表示取得的次品数，求随机变量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solidFill>
                      <a:srgbClr val="001892"/>
                    </a:solidFill>
                  </a:rPr>
                  <a:t>的分布律及事件“至少抽得一件次品”的概率。</a:t>
                </a:r>
              </a:p>
            </p:txBody>
          </p:sp>
        </mc:Choice>
        <mc:Fallback xmlns="">
          <p:sp>
            <p:nvSpPr>
              <p:cNvPr id="73731" name="Rectangle 3">
                <a:extLst>
                  <a:ext uri="{FF2B5EF4-FFF2-40B4-BE49-F238E27FC236}">
                    <a16:creationId xmlns:a16="http://schemas.microsoft.com/office/drawing/2014/main" id="{8904FC05-4F6C-AF41-9DF5-3D2B97375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980728"/>
                <a:ext cx="8352928" cy="1798637"/>
              </a:xfrm>
              <a:blipFill>
                <a:blip r:embed="rId2"/>
                <a:stretch>
                  <a:fillRect l="-1216" r="-4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2" name="Text Box 4">
                <a:extLst>
                  <a:ext uri="{FF2B5EF4-FFF2-40B4-BE49-F238E27FC236}">
                    <a16:creationId xmlns:a16="http://schemas.microsoft.com/office/drawing/2014/main" id="{69FE6477-61F5-3542-91EF-0C82FC6927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17240" y="2937644"/>
                <a:ext cx="73152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en-US" altLang="en-US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的可能取值为 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0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1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2</a:t>
                </a:r>
              </a:p>
            </p:txBody>
          </p:sp>
        </mc:Choice>
        <mc:Fallback xmlns="">
          <p:sp>
            <p:nvSpPr>
              <p:cNvPr id="73732" name="Text Box 4">
                <a:extLst>
                  <a:ext uri="{FF2B5EF4-FFF2-40B4-BE49-F238E27FC236}">
                    <a16:creationId xmlns:a16="http://schemas.microsoft.com/office/drawing/2014/main" id="{69FE6477-61F5-3542-91EF-0C82FC69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7240" y="2937644"/>
                <a:ext cx="7315200" cy="461665"/>
              </a:xfrm>
              <a:prstGeom prst="rect">
                <a:avLst/>
              </a:prstGeom>
              <a:blipFill>
                <a:blip r:embed="rId3"/>
                <a:stretch>
                  <a:fillRect l="-174" t="-16216" b="-29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33" name="Rectangle 5">
            <a:extLst>
              <a:ext uri="{FF2B5EF4-FFF2-40B4-BE49-F238E27FC236}">
                <a16:creationId xmlns:a16="http://schemas.microsoft.com/office/drawing/2014/main" id="{8D97D223-E2C3-BE45-87BE-A3F5FDD42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3782182"/>
            <a:ext cx="3575018" cy="461665"/>
          </a:xfrm>
          <a:prstGeom prst="rect">
            <a:avLst/>
          </a:prstGeom>
          <a:solidFill>
            <a:srgbClr val="E4E0F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=</a:t>
            </a:r>
            <a:r>
              <a:rPr kumimoji="1" lang="en-US" altLang="en-US" sz="2400" i="1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P</a:t>
            </a:r>
            <a:r>
              <a:rPr kumimoji="1" lang="en-US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{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抽得的两件全为正品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34" name="Object 6">
                <a:extLst>
                  <a:ext uri="{FF2B5EF4-FFF2-40B4-BE49-F238E27FC236}">
                    <a16:creationId xmlns:a16="http://schemas.microsoft.com/office/drawing/2014/main" id="{E8BDE86E-BC76-B047-8C5F-D7206250B041}"/>
                  </a:ext>
                </a:extLst>
              </p:cNvPr>
              <p:cNvSpPr txBox="1"/>
              <p:nvPr/>
            </p:nvSpPr>
            <p:spPr bwMode="auto">
              <a:xfrm>
                <a:off x="2623493" y="3519090"/>
                <a:ext cx="2411412" cy="1062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mtClean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17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20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nor/>
                        </m:rPr>
                        <a:rPr lang="zh-CN" altLang="en-US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136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190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3734" name="Object 6">
                <a:extLst>
                  <a:ext uri="{FF2B5EF4-FFF2-40B4-BE49-F238E27FC236}">
                    <a16:creationId xmlns:a16="http://schemas.microsoft.com/office/drawing/2014/main" id="{E8BDE86E-BC76-B047-8C5F-D7206250B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493" y="3519090"/>
                <a:ext cx="2411412" cy="10620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5" name="Rectangle 7">
                <a:extLst>
                  <a:ext uri="{FF2B5EF4-FFF2-40B4-BE49-F238E27FC236}">
                    <a16:creationId xmlns:a16="http://schemas.microsoft.com/office/drawing/2014/main" id="{16077833-C7B6-C14A-BA5F-D32EE4E1D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2178" y="4982938"/>
                <a:ext cx="150816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en-US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{</m:t>
                      </m:r>
                      <m:r>
                        <a:rPr kumimoji="1" lang="en-US" altLang="en-US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en-US" altLang="en-US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en-US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kumimoji="1" lang="en-US" altLang="zh-CN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3735" name="Rectangle 7">
                <a:extLst>
                  <a:ext uri="{FF2B5EF4-FFF2-40B4-BE49-F238E27FC236}">
                    <a16:creationId xmlns:a16="http://schemas.microsoft.com/office/drawing/2014/main" id="{16077833-C7B6-C14A-BA5F-D32EE4E1D2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2178" y="4982938"/>
                <a:ext cx="1508169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6" name="Rectangle 8">
                <a:extLst>
                  <a:ext uri="{FF2B5EF4-FFF2-40B4-BE49-F238E27FC236}">
                    <a16:creationId xmlns:a16="http://schemas.microsoft.com/office/drawing/2014/main" id="{B5F94087-BE36-5C4D-A862-9B8D85B30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2178" y="6087838"/>
                <a:ext cx="160337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en-US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{</m:t>
                      </m:r>
                      <m:r>
                        <a:rPr kumimoji="1" lang="en-US" altLang="en-US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en-US" altLang="en-US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en-US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𝟐</m:t>
                      </m:r>
                      <m:r>
                        <a:rPr kumimoji="1" lang="en-US" altLang="zh-CN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3736" name="Rectangle 8">
                <a:extLst>
                  <a:ext uri="{FF2B5EF4-FFF2-40B4-BE49-F238E27FC236}">
                    <a16:creationId xmlns:a16="http://schemas.microsoft.com/office/drawing/2014/main" id="{B5F94087-BE36-5C4D-A862-9B8D85B30D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2178" y="6087838"/>
                <a:ext cx="1603375" cy="461665"/>
              </a:xfrm>
              <a:prstGeom prst="rect">
                <a:avLst/>
              </a:prstGeom>
              <a:blipFill>
                <a:blip r:embed="rId6"/>
                <a:stretch>
                  <a:fillRect b="-1891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7" name="Object 9">
                <a:extLst>
                  <a:ext uri="{FF2B5EF4-FFF2-40B4-BE49-F238E27FC236}">
                    <a16:creationId xmlns:a16="http://schemas.microsoft.com/office/drawing/2014/main" id="{A51C3A4F-1241-5240-9B93-FCEEFF8C9D23}"/>
                  </a:ext>
                </a:extLst>
              </p:cNvPr>
              <p:cNvSpPr txBox="1"/>
              <p:nvPr/>
            </p:nvSpPr>
            <p:spPr bwMode="auto">
              <a:xfrm>
                <a:off x="2623493" y="4733131"/>
                <a:ext cx="2668587" cy="1000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mtClean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3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17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1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20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nor/>
                        </m:rPr>
                        <a:rPr lang="zh-CN" altLang="en-US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51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190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3737" name="Object 9">
                <a:extLst>
                  <a:ext uri="{FF2B5EF4-FFF2-40B4-BE49-F238E27FC236}">
                    <a16:creationId xmlns:a16="http://schemas.microsoft.com/office/drawing/2014/main" id="{A51C3A4F-1241-5240-9B93-FCEEFF8C9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493" y="4733131"/>
                <a:ext cx="2668587" cy="1000125"/>
              </a:xfrm>
              <a:prstGeom prst="rect">
                <a:avLst/>
              </a:prstGeom>
              <a:blipFill>
                <a:blip r:embed="rId7"/>
                <a:stretch>
                  <a:fillRect b="-25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738" name="Object 10">
                <a:extLst>
                  <a:ext uri="{FF2B5EF4-FFF2-40B4-BE49-F238E27FC236}">
                    <a16:creationId xmlns:a16="http://schemas.microsoft.com/office/drawing/2014/main" id="{630CBC73-0F98-4F47-98D4-C54A438257FE}"/>
                  </a:ext>
                </a:extLst>
              </p:cNvPr>
              <p:cNvSpPr txBox="1"/>
              <p:nvPr/>
            </p:nvSpPr>
            <p:spPr bwMode="auto">
              <a:xfrm>
                <a:off x="2623493" y="5780484"/>
                <a:ext cx="2478087" cy="1104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mtClean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3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20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>
                                  <a:solidFill>
                                    <a:srgbClr val="001892"/>
                                  </a:solidFill>
                                  <a:latin typeface="+mn-lt"/>
                                  <a:ea typeface="KaiTi" panose="02010609060101010101" pitchFamily="49" charset="-122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m:rPr>
                          <m:nor/>
                        </m:rPr>
                        <a:rPr lang="zh-CN" altLang="en-US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3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190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3738" name="Object 10">
                <a:extLst>
                  <a:ext uri="{FF2B5EF4-FFF2-40B4-BE49-F238E27FC236}">
                    <a16:creationId xmlns:a16="http://schemas.microsoft.com/office/drawing/2014/main" id="{630CBC73-0F98-4F47-98D4-C54A43825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3493" y="5780484"/>
                <a:ext cx="2478087" cy="1104900"/>
              </a:xfrm>
              <a:prstGeom prst="rect">
                <a:avLst/>
              </a:prstGeom>
              <a:blipFill>
                <a:blip r:embed="rId8"/>
                <a:stretch>
                  <a:fillRect b="-11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39" name="Rectangle 11">
            <a:extLst>
              <a:ext uri="{FF2B5EF4-FFF2-40B4-BE49-F238E27FC236}">
                <a16:creationId xmlns:a16="http://schemas.microsoft.com/office/drawing/2014/main" id="{ABBCCFD2-DBB0-6A46-A2CB-0671202A9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5002360"/>
            <a:ext cx="3780202" cy="461665"/>
          </a:xfrm>
          <a:prstGeom prst="rect">
            <a:avLst/>
          </a:prstGeom>
          <a:solidFill>
            <a:srgbClr val="E4E0F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=</a:t>
            </a:r>
            <a:r>
              <a:rPr kumimoji="1" lang="en-US" altLang="en-US" sz="2400" i="1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P</a:t>
            </a:r>
            <a:r>
              <a:rPr kumimoji="1" lang="en-US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{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只有一件为次品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41" name="Rectangle 13">
                <a:extLst>
                  <a:ext uri="{FF2B5EF4-FFF2-40B4-BE49-F238E27FC236}">
                    <a16:creationId xmlns:a16="http://schemas.microsoft.com/office/drawing/2014/main" id="{063EB188-C42E-5C47-99EE-FDA4600A2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2178" y="3784253"/>
                <a:ext cx="150816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en-US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{</m:t>
                      </m:r>
                      <m:r>
                        <a:rPr kumimoji="1" lang="en-US" altLang="en-US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en-US" altLang="en-US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zh-CN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𝟎</m:t>
                      </m:r>
                      <m:r>
                        <a:rPr kumimoji="1" lang="en-US" altLang="zh-CN" sz="24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3741" name="Rectangle 13">
                <a:extLst>
                  <a:ext uri="{FF2B5EF4-FFF2-40B4-BE49-F238E27FC236}">
                    <a16:creationId xmlns:a16="http://schemas.microsoft.com/office/drawing/2014/main" id="{063EB188-C42E-5C47-99EE-FDA4600A2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2178" y="3784253"/>
                <a:ext cx="1508169" cy="461665"/>
              </a:xfrm>
              <a:prstGeom prst="rect">
                <a:avLst/>
              </a:prstGeom>
              <a:blipFill>
                <a:blip r:embed="rId9"/>
                <a:stretch>
                  <a:fillRect b="-1621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BCD81968-57FD-16FD-CB72-7F3FBBA7F26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>
            <a:extLst>
              <a:ext uri="{FF2B5EF4-FFF2-40B4-BE49-F238E27FC236}">
                <a16:creationId xmlns:a16="http://schemas.microsoft.com/office/drawing/2014/main" id="{6E1F5F35-174B-8A17-D557-429C41B8D3A5}"/>
              </a:ext>
            </a:extLst>
          </p:cNvPr>
          <p:cNvSpPr/>
          <p:nvPr/>
        </p:nvSpPr>
        <p:spPr bwMode="auto">
          <a:xfrm>
            <a:off x="361936" y="1081345"/>
            <a:ext cx="8530543" cy="1627575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15A566-86C1-F12C-033D-7C17DAD230DB}"/>
              </a:ext>
            </a:extLst>
          </p:cNvPr>
          <p:cNvSpPr txBox="1"/>
          <p:nvPr/>
        </p:nvSpPr>
        <p:spPr>
          <a:xfrm>
            <a:off x="385000" y="2936557"/>
            <a:ext cx="7557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解</a:t>
            </a:r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：</a:t>
            </a:r>
            <a:endParaRPr lang="zh-CN" altLang="en-US" sz="2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6BF0E5-6417-685D-6417-80241E08970D}"/>
              </a:ext>
            </a:extLst>
          </p:cNvPr>
          <p:cNvSpPr txBox="1"/>
          <p:nvPr/>
        </p:nvSpPr>
        <p:spPr>
          <a:xfrm>
            <a:off x="395536" y="1064349"/>
            <a:ext cx="7557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例：</a:t>
            </a:r>
            <a:endParaRPr lang="zh-CN" altLang="en-US" sz="2600" dirty="0"/>
          </a:p>
        </p:txBody>
      </p: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619B087A-E9B1-0CA4-1C81-D2282471BCC2}"/>
              </a:ext>
            </a:extLst>
          </p:cNvPr>
          <p:cNvSpPr/>
          <p:nvPr/>
        </p:nvSpPr>
        <p:spPr bwMode="auto">
          <a:xfrm>
            <a:off x="3261415" y="143154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en-US" altLang="zh-CN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#2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0" grpId="0" animBg="1"/>
      <p:bldP spid="73732" grpId="0"/>
      <p:bldP spid="73733" grpId="0" animBg="1"/>
      <p:bldP spid="73734" grpId="0"/>
      <p:bldP spid="73735" grpId="0"/>
      <p:bldP spid="73736" grpId="0"/>
      <p:bldP spid="73737" grpId="0"/>
      <p:bldP spid="73738" grpId="0"/>
      <p:bldP spid="73739" grpId="0" animBg="1"/>
      <p:bldP spid="73741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4754" name="Rectangle 2">
                <a:extLst>
                  <a:ext uri="{FF2B5EF4-FFF2-40B4-BE49-F238E27FC236}">
                    <a16:creationId xmlns:a16="http://schemas.microsoft.com/office/drawing/2014/main" id="{61E34251-D126-7248-A973-4AA65F29FB2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052736"/>
                <a:ext cx="7848600" cy="574675"/>
              </a:xfrm>
            </p:spPr>
            <p:txBody>
              <a:bodyPr/>
              <a:lstStyle/>
              <a:p>
                <a:pPr>
                  <a:buFont typeface="Wingdings" pitchFamily="2" charset="2"/>
                  <a:buNone/>
                </a:pPr>
                <a:r>
                  <a:rPr lang="zh-CN" altLang="en-US" sz="2600" b="1" dirty="0">
                    <a:solidFill>
                      <a:srgbClr val="001892"/>
                    </a:solidFill>
                  </a:rPr>
                  <a:t>故 </a:t>
                </a:r>
                <a14:m>
                  <m:oMath xmlns:m="http://schemas.openxmlformats.org/officeDocument/2006/math">
                    <m:r>
                      <a:rPr lang="en-US" altLang="en-US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</a:rPr>
                  <a:t>的分布律为</a:t>
                </a:r>
              </a:p>
              <a:p>
                <a:endParaRPr lang="en-US" altLang="zh-CN" sz="2600" b="1" dirty="0">
                  <a:solidFill>
                    <a:srgbClr val="001892"/>
                  </a:solidFill>
                </a:endParaRPr>
              </a:p>
            </p:txBody>
          </p:sp>
        </mc:Choice>
        <mc:Fallback xmlns="">
          <p:sp>
            <p:nvSpPr>
              <p:cNvPr id="74754" name="Rectangle 2">
                <a:extLst>
                  <a:ext uri="{FF2B5EF4-FFF2-40B4-BE49-F238E27FC236}">
                    <a16:creationId xmlns:a16="http://schemas.microsoft.com/office/drawing/2014/main" id="{61E34251-D126-7248-A973-4AA65F29FB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052736"/>
                <a:ext cx="7848600" cy="574675"/>
              </a:xfrm>
              <a:blipFill>
                <a:blip r:embed="rId3"/>
                <a:stretch>
                  <a:fillRect l="-1454" t="-15217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755" name="Group 3">
            <a:extLst>
              <a:ext uri="{FF2B5EF4-FFF2-40B4-BE49-F238E27FC236}">
                <a16:creationId xmlns:a16="http://schemas.microsoft.com/office/drawing/2014/main" id="{36EAA2A5-CC63-6D4F-ADFC-A5D3BEDD5AD2}"/>
              </a:ext>
            </a:extLst>
          </p:cNvPr>
          <p:cNvGrpSpPr>
            <a:grpSpLocks/>
          </p:cNvGrpSpPr>
          <p:nvPr/>
        </p:nvGrpSpPr>
        <p:grpSpPr bwMode="auto">
          <a:xfrm>
            <a:off x="2095308" y="1926983"/>
            <a:ext cx="6473826" cy="1084263"/>
            <a:chOff x="1919" y="689"/>
            <a:chExt cx="4078" cy="683"/>
          </a:xfrm>
        </p:grpSpPr>
        <p:graphicFrame>
          <p:nvGraphicFramePr>
            <p:cNvPr id="74756" name="Object 4">
              <a:extLst>
                <a:ext uri="{FF2B5EF4-FFF2-40B4-BE49-F238E27FC236}">
                  <a16:creationId xmlns:a16="http://schemas.microsoft.com/office/drawing/2014/main" id="{0547B37E-9E83-1743-9741-601B336BCD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9074019"/>
                </p:ext>
              </p:extLst>
            </p:nvPr>
          </p:nvGraphicFramePr>
          <p:xfrm>
            <a:off x="1919" y="689"/>
            <a:ext cx="4078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文档" r:id="rId4" imgW="6781800" imgH="1092200" progId="Word.Document.8">
                    <p:embed/>
                  </p:oleObj>
                </mc:Choice>
                <mc:Fallback>
                  <p:oleObj name="文档" r:id="rId4" imgW="6781800" imgH="1092200" progId="Word.Document.8">
                    <p:embed/>
                    <p:pic>
                      <p:nvPicPr>
                        <p:cNvPr id="74756" name="Object 4">
                          <a:extLst>
                            <a:ext uri="{FF2B5EF4-FFF2-40B4-BE49-F238E27FC236}">
                              <a16:creationId xmlns:a16="http://schemas.microsoft.com/office/drawing/2014/main" id="{0547B37E-9E83-1743-9741-601B336BCD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9" y="689"/>
                          <a:ext cx="4078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57" name="Object 5">
              <a:extLst>
                <a:ext uri="{FF2B5EF4-FFF2-40B4-BE49-F238E27FC236}">
                  <a16:creationId xmlns:a16="http://schemas.microsoft.com/office/drawing/2014/main" id="{23BA9E08-D9EE-3E4D-986A-C0F0A333BC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960"/>
            <a:ext cx="2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公式" r:id="rId6" imgW="4394200" imgH="5270500" progId="Equation.3">
                    <p:embed/>
                  </p:oleObj>
                </mc:Choice>
                <mc:Fallback>
                  <p:oleObj name="公式" r:id="rId6" imgW="4394200" imgH="5270500" progId="Equation.3">
                    <p:embed/>
                    <p:pic>
                      <p:nvPicPr>
                        <p:cNvPr id="74757" name="Object 5">
                          <a:extLst>
                            <a:ext uri="{FF2B5EF4-FFF2-40B4-BE49-F238E27FC236}">
                              <a16:creationId xmlns:a16="http://schemas.microsoft.com/office/drawing/2014/main" id="{23BA9E08-D9EE-3E4D-986A-C0F0A333BC6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960"/>
                          <a:ext cx="28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58" name="Object 6">
              <a:extLst>
                <a:ext uri="{FF2B5EF4-FFF2-40B4-BE49-F238E27FC236}">
                  <a16:creationId xmlns:a16="http://schemas.microsoft.com/office/drawing/2014/main" id="{22C98F4F-6653-2C42-A27A-17F0BBF906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960"/>
            <a:ext cx="305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公式" r:id="rId8" imgW="6731000" imgH="9067800" progId="Equation.3">
                    <p:embed/>
                  </p:oleObj>
                </mc:Choice>
                <mc:Fallback>
                  <p:oleObj name="公式" r:id="rId8" imgW="6731000" imgH="9067800" progId="Equation.3">
                    <p:embed/>
                    <p:pic>
                      <p:nvPicPr>
                        <p:cNvPr id="74758" name="Object 6">
                          <a:extLst>
                            <a:ext uri="{FF2B5EF4-FFF2-40B4-BE49-F238E27FC236}">
                              <a16:creationId xmlns:a16="http://schemas.microsoft.com/office/drawing/2014/main" id="{22C98F4F-6653-2C42-A27A-17F0BBF906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960"/>
                          <a:ext cx="305" cy="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59" name="Object 7">
              <a:extLst>
                <a:ext uri="{FF2B5EF4-FFF2-40B4-BE49-F238E27FC236}">
                  <a16:creationId xmlns:a16="http://schemas.microsoft.com/office/drawing/2014/main" id="{C8DD1959-E4D9-9B46-911C-ED1BFF6D39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0" y="960"/>
            <a:ext cx="28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公式" r:id="rId10" imgW="6731000" imgH="9067800" progId="Equation.3">
                    <p:embed/>
                  </p:oleObj>
                </mc:Choice>
                <mc:Fallback>
                  <p:oleObj name="公式" r:id="rId10" imgW="6731000" imgH="9067800" progId="Equation.3">
                    <p:embed/>
                    <p:pic>
                      <p:nvPicPr>
                        <p:cNvPr id="74759" name="Object 7">
                          <a:extLst>
                            <a:ext uri="{FF2B5EF4-FFF2-40B4-BE49-F238E27FC236}">
                              <a16:creationId xmlns:a16="http://schemas.microsoft.com/office/drawing/2014/main" id="{C8DD1959-E4D9-9B46-911C-ED1BFF6D39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960"/>
                          <a:ext cx="28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60" name="Object 8">
              <a:extLst>
                <a:ext uri="{FF2B5EF4-FFF2-40B4-BE49-F238E27FC236}">
                  <a16:creationId xmlns:a16="http://schemas.microsoft.com/office/drawing/2014/main" id="{F4AC7E41-1625-BC43-A120-4AD8F86F62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960"/>
            <a:ext cx="306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公式" r:id="rId12" imgW="6731000" imgH="9067800" progId="Equation.3">
                    <p:embed/>
                  </p:oleObj>
                </mc:Choice>
                <mc:Fallback>
                  <p:oleObj name="公式" r:id="rId12" imgW="6731000" imgH="9067800" progId="Equation.3">
                    <p:embed/>
                    <p:pic>
                      <p:nvPicPr>
                        <p:cNvPr id="74760" name="Object 8">
                          <a:extLst>
                            <a:ext uri="{FF2B5EF4-FFF2-40B4-BE49-F238E27FC236}">
                              <a16:creationId xmlns:a16="http://schemas.microsoft.com/office/drawing/2014/main" id="{F4AC7E41-1625-BC43-A120-4AD8F86F62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960"/>
                          <a:ext cx="306" cy="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761" name="Rectangle 9">
                <a:extLst>
                  <a:ext uri="{FF2B5EF4-FFF2-40B4-BE49-F238E27FC236}">
                    <a16:creationId xmlns:a16="http://schemas.microsoft.com/office/drawing/2014/main" id="{EB460BC6-8ABA-2245-9F29-E264499F2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020" y="3259034"/>
                <a:ext cx="522066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而“至少抽得一件次品”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={</a:t>
                </a:r>
                <a14:m>
                  <m:oMath xmlns:m="http://schemas.openxmlformats.org/officeDocument/2006/math">
                    <m:r>
                      <a:rPr kumimoji="1" lang="en-US" altLang="en-US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en-US" altLang="en-US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≥</m:t>
                    </m:r>
                    <m:r>
                      <a:rPr kumimoji="1" lang="en-US" altLang="en-US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𝟏</m:t>
                    </m:r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}</a:t>
                </a:r>
              </a:p>
            </p:txBody>
          </p:sp>
        </mc:Choice>
        <mc:Fallback xmlns="">
          <p:sp>
            <p:nvSpPr>
              <p:cNvPr id="74761" name="Rectangle 9">
                <a:extLst>
                  <a:ext uri="{FF2B5EF4-FFF2-40B4-BE49-F238E27FC236}">
                    <a16:creationId xmlns:a16="http://schemas.microsoft.com/office/drawing/2014/main" id="{EB460BC6-8ABA-2245-9F29-E264499F2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020" y="3259034"/>
                <a:ext cx="5220660" cy="492443"/>
              </a:xfrm>
              <a:prstGeom prst="rect">
                <a:avLst/>
              </a:prstGeom>
              <a:blipFill>
                <a:blip r:embed="rId14"/>
                <a:stretch>
                  <a:fillRect l="-1942" t="-15000" r="-485" b="-27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2" name="Rectangle 10">
                <a:extLst>
                  <a:ext uri="{FF2B5EF4-FFF2-40B4-BE49-F238E27FC236}">
                    <a16:creationId xmlns:a16="http://schemas.microsoft.com/office/drawing/2014/main" id="{A3A66B21-2ED0-AF42-98B0-8A8DA24E6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4088" y="3259034"/>
                <a:ext cx="3127844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E4E0FE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{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𝟏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}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Symbol" pitchFamily="2" charset="2"/>
                      </a:rPr>
                      <m:t>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{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𝟐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}</m:t>
                    </m:r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KaiTi" panose="02010609060101010101" pitchFamily="49" charset="-122"/>
                  </a:rPr>
                  <a:t>  </a:t>
                </a:r>
                <a:endParaRPr kumimoji="1" lang="en-US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4762" name="Rectangle 10">
                <a:extLst>
                  <a:ext uri="{FF2B5EF4-FFF2-40B4-BE49-F238E27FC236}">
                    <a16:creationId xmlns:a16="http://schemas.microsoft.com/office/drawing/2014/main" id="{A3A66B21-2ED0-AF42-98B0-8A8DA24E66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64088" y="3259034"/>
                <a:ext cx="3127844" cy="492443"/>
              </a:xfrm>
              <a:prstGeom prst="rect">
                <a:avLst/>
              </a:prstGeom>
              <a:blipFill>
                <a:blip r:embed="rId15"/>
                <a:stretch>
                  <a:fillRect l="-3644" t="-10000" b="-27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4E0FE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3" name="Rectangle 11">
                <a:extLst>
                  <a:ext uri="{FF2B5EF4-FFF2-40B4-BE49-F238E27FC236}">
                    <a16:creationId xmlns:a16="http://schemas.microsoft.com/office/drawing/2014/main" id="{C52AA575-89AF-6F4A-9C28-FF106BC8F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518" y="5002109"/>
                <a:ext cx="5230214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en-US" sz="26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{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≥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 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{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+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{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en-US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𝟐</m:t>
                      </m:r>
                      <m:r>
                        <a:rPr kumimoji="1" lang="en-US" altLang="zh-CN" sz="2600" b="1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kumimoji="1" lang="en-US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4763" name="Rectangle 11">
                <a:extLst>
                  <a:ext uri="{FF2B5EF4-FFF2-40B4-BE49-F238E27FC236}">
                    <a16:creationId xmlns:a16="http://schemas.microsoft.com/office/drawing/2014/main" id="{C52AA575-89AF-6F4A-9C28-FF106BC8F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4518" y="5002109"/>
                <a:ext cx="5230214" cy="492443"/>
              </a:xfrm>
              <a:prstGeom prst="rect">
                <a:avLst/>
              </a:prstGeom>
              <a:blipFill>
                <a:blip r:embed="rId16"/>
                <a:stretch>
                  <a:fillRect b="-230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64" name="Rectangle 12">
                <a:extLst>
                  <a:ext uri="{FF2B5EF4-FFF2-40B4-BE49-F238E27FC236}">
                    <a16:creationId xmlns:a16="http://schemas.microsoft.com/office/drawing/2014/main" id="{3B93D601-7220-E847-BFA8-7C8D4F92E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6350" y="4028013"/>
                <a:ext cx="606961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bg2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注意：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{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𝟏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}</m:t>
                    </m:r>
                    <m:r>
                      <a:rPr kumimoji="1" lang="zh-CN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与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{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kumimoji="1"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𝟐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}</m:t>
                    </m:r>
                  </m:oMath>
                </a14:m>
                <a:r>
                  <a:rPr kumimoji="1" lang="zh-CN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是互不相容的！</a:t>
                </a:r>
                <a:endParaRPr kumimoji="1" lang="zh-CN" altLang="en-US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4764" name="Rectangle 12">
                <a:extLst>
                  <a:ext uri="{FF2B5EF4-FFF2-40B4-BE49-F238E27FC236}">
                    <a16:creationId xmlns:a16="http://schemas.microsoft.com/office/drawing/2014/main" id="{3B93D601-7220-E847-BFA8-7C8D4F92E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6350" y="4028013"/>
                <a:ext cx="6069610" cy="492443"/>
              </a:xfrm>
              <a:prstGeom prst="rect">
                <a:avLst/>
              </a:prstGeom>
              <a:blipFill>
                <a:blip r:embed="rId17"/>
                <a:stretch>
                  <a:fillRect l="-1883" t="-17500" r="-1674"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765" name="Object 13">
            <a:extLst>
              <a:ext uri="{FF2B5EF4-FFF2-40B4-BE49-F238E27FC236}">
                <a16:creationId xmlns:a16="http://schemas.microsoft.com/office/drawing/2014/main" id="{ACF2CE6A-CB15-E94F-9360-4B7DBA7C96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575478"/>
              </p:ext>
            </p:extLst>
          </p:nvPr>
        </p:nvGraphicFramePr>
        <p:xfrm>
          <a:off x="5940424" y="4859434"/>
          <a:ext cx="3165381" cy="801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18" imgW="35699700" imgH="9067800" progId="Equation.DSMT4">
                  <p:embed/>
                </p:oleObj>
              </mc:Choice>
              <mc:Fallback>
                <p:oleObj name="Equation" r:id="rId18" imgW="35699700" imgH="9067800" progId="Equation.DSMT4">
                  <p:embed/>
                  <p:pic>
                    <p:nvPicPr>
                      <p:cNvPr id="74765" name="Object 13">
                        <a:extLst>
                          <a:ext uri="{FF2B5EF4-FFF2-40B4-BE49-F238E27FC236}">
                            <a16:creationId xmlns:a16="http://schemas.microsoft.com/office/drawing/2014/main" id="{ACF2CE6A-CB15-E94F-9360-4B7DBA7C96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4" y="4859434"/>
                        <a:ext cx="3165381" cy="801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7" name="Rectangle 15">
            <a:extLst>
              <a:ext uri="{FF2B5EF4-FFF2-40B4-BE49-F238E27FC236}">
                <a16:creationId xmlns:a16="http://schemas.microsoft.com/office/drawing/2014/main" id="{FA4761A8-DEDF-3849-850C-60C0BDF8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4992445"/>
            <a:ext cx="51809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ap="sq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6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故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DF7EEA8F-5CD6-374B-75D9-FE86975A92AF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722E36C2-E82E-35EA-9BD7-14A5A5E5FDF1}"/>
              </a:ext>
            </a:extLst>
          </p:cNvPr>
          <p:cNvSpPr/>
          <p:nvPr/>
        </p:nvSpPr>
        <p:spPr bwMode="auto">
          <a:xfrm>
            <a:off x="3261415" y="143154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en-US" altLang="zh-CN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#2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5778" name="Rectangle 2">
                <a:extLst>
                  <a:ext uri="{FF2B5EF4-FFF2-40B4-BE49-F238E27FC236}">
                    <a16:creationId xmlns:a16="http://schemas.microsoft.com/office/drawing/2014/main" id="{38501C3E-CC83-254C-9156-E7A17793D4D4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51520" y="764704"/>
                <a:ext cx="8516491" cy="1439863"/>
              </a:xfrm>
              <a:noFill/>
              <a:extLst>
                <a:ext uri="{909E8E84-426E-40DD-AFC4-6F175D3DCCD1}">
                  <a14:hiddenFill>
                    <a:solidFill>
                      <a:srgbClr val="F6F8F6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</a:rPr>
                  <a:t>      从一批次品率为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</a:rPr>
                  <a:t>的产品中，有放回抽样直到抽到次品为止。求抽到次品时，已抽取的次数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</a:rPr>
                  <a:t>的分布律。</a:t>
                </a:r>
              </a:p>
            </p:txBody>
          </p:sp>
        </mc:Choice>
        <mc:Fallback xmlns="">
          <p:sp>
            <p:nvSpPr>
              <p:cNvPr id="75778" name="Rectangle 2">
                <a:extLst>
                  <a:ext uri="{FF2B5EF4-FFF2-40B4-BE49-F238E27FC236}">
                    <a16:creationId xmlns:a16="http://schemas.microsoft.com/office/drawing/2014/main" id="{38501C3E-CC83-254C-9156-E7A17793D4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1520" y="764704"/>
                <a:ext cx="8516491" cy="1439863"/>
              </a:xfrm>
              <a:blipFill>
                <a:blip r:embed="rId2"/>
                <a:stretch>
                  <a:fillRect l="-1190" r="-1190" b="-8772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6F8F6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779" name="Rectangle 3">
                <a:extLst>
                  <a:ext uri="{FF2B5EF4-FFF2-40B4-BE49-F238E27FC236}">
                    <a16:creationId xmlns:a16="http://schemas.microsoft.com/office/drawing/2014/main" id="{FA9656A5-62C1-F645-B4E6-22621892FDD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0719" y="3254301"/>
                <a:ext cx="8742362" cy="108426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600" b="1" dirty="0">
                    <a:solidFill>
                      <a:srgbClr val="001892"/>
                    </a:solidFill>
                  </a:rPr>
                  <a:t>      记</a:t>
                </a:r>
                <a14:m>
                  <m:oMath xmlns:m="http://schemas.openxmlformats.org/officeDocument/2006/math">
                    <m:r>
                      <a:rPr lang="en-US" altLang="en-US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en-US" sz="2600" b="1" i="1" baseline="-25000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en-US" sz="2600" b="1" dirty="0">
                    <a:solidFill>
                      <a:srgbClr val="001892"/>
                    </a:solidFill>
                  </a:rPr>
                  <a:t>=“</a:t>
                </a:r>
                <a:r>
                  <a:rPr lang="zh-CN" altLang="zh-CN" sz="2600" b="1" dirty="0">
                    <a:solidFill>
                      <a:srgbClr val="001892"/>
                    </a:solidFill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zh-CN" sz="2600" b="1" dirty="0">
                    <a:solidFill>
                      <a:srgbClr val="001892"/>
                    </a:solidFill>
                  </a:rPr>
                  <a:t>次</a:t>
                </a:r>
                <a:r>
                  <a:rPr lang="zh-CN" altLang="en-US" sz="2600" b="1" dirty="0">
                    <a:solidFill>
                      <a:srgbClr val="001892"/>
                    </a:solidFill>
                  </a:rPr>
                  <a:t>取到正品”</a:t>
                </a:r>
                <a:r>
                  <a:rPr lang="en-US" altLang="zh-CN" sz="2600" b="1" dirty="0">
                    <a:solidFill>
                      <a:srgbClr val="00189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,…  </m:t>
                    </m:r>
                  </m:oMath>
                </a14:m>
                <a:endParaRPr lang="en-US" altLang="zh-CN" sz="2600" b="1" dirty="0">
                  <a:solidFill>
                    <a:srgbClr val="001892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600" b="1" dirty="0">
                    <a:solidFill>
                      <a:srgbClr val="001892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en-US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en-US" sz="2600" b="1" i="1" baseline="-25000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en-US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en-US" sz="2600" b="1" i="1" baseline="-25000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600" b="1" i="1" dirty="0" err="1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zh-CN" altLang="zh-CN" sz="2600" b="1" dirty="0">
                    <a:solidFill>
                      <a:srgbClr val="001892"/>
                    </a:solidFill>
                  </a:rPr>
                  <a:t>是相互独立的！</a:t>
                </a:r>
              </a:p>
            </p:txBody>
          </p:sp>
        </mc:Choice>
        <mc:Fallback xmlns="">
          <p:sp>
            <p:nvSpPr>
              <p:cNvPr id="75779" name="Rectangle 3">
                <a:extLst>
                  <a:ext uri="{FF2B5EF4-FFF2-40B4-BE49-F238E27FC236}">
                    <a16:creationId xmlns:a16="http://schemas.microsoft.com/office/drawing/2014/main" id="{FA9656A5-62C1-F645-B4E6-22621892F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0719" y="3254301"/>
                <a:ext cx="8742362" cy="1084263"/>
              </a:xfrm>
              <a:blipFill>
                <a:blip r:embed="rId3"/>
                <a:stretch>
                  <a:fillRect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780" name="Rectangle 4">
                <a:extLst>
                  <a:ext uri="{FF2B5EF4-FFF2-40B4-BE49-F238E27FC236}">
                    <a16:creationId xmlns:a16="http://schemas.microsoft.com/office/drawing/2014/main" id="{DAF08943-A2EE-9B47-97DB-454D875C8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985" y="2436316"/>
                <a:ext cx="7416800" cy="6165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kumimoji="1" lang="zh-CN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所有</a:t>
                </a:r>
                <a:r>
                  <a:rPr kumimoji="1" lang="zh-CN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可能取值为</a:t>
                </a:r>
                <a:r>
                  <a:rPr kumimoji="1" lang="zh-CN" altLang="zh-CN" sz="2600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KaiTi" panose="02010609060101010101" pitchFamily="49" charset="-122"/>
                  </a:rPr>
                  <a:t>  1，2，3，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KaiTi" panose="02010609060101010101" pitchFamily="49" charset="-122"/>
                  </a:rPr>
                  <a:t>… ,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600" b="1" i="0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𝑘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KaiTi" panose="02010609060101010101" pitchFamily="49" charset="-122"/>
                  </a:rPr>
                  <a:t> 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KaiTi" panose="02010609060101010101" pitchFamily="49" charset="-122"/>
                  </a:rPr>
                  <a:t>,…</a:t>
                </a:r>
              </a:p>
            </p:txBody>
          </p:sp>
        </mc:Choice>
        <mc:Fallback xmlns="">
          <p:sp>
            <p:nvSpPr>
              <p:cNvPr id="75780" name="Rectangle 4">
                <a:extLst>
                  <a:ext uri="{FF2B5EF4-FFF2-40B4-BE49-F238E27FC236}">
                    <a16:creationId xmlns:a16="http://schemas.microsoft.com/office/drawing/2014/main" id="{DAF08943-A2EE-9B47-97DB-454D875C8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985" y="2436316"/>
                <a:ext cx="7416800" cy="616515"/>
              </a:xfrm>
              <a:prstGeom prst="rect">
                <a:avLst/>
              </a:prstGeom>
              <a:blipFill>
                <a:blip r:embed="rId4"/>
                <a:stretch>
                  <a:fillRect l="-171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781" name="Rectangle 5">
                <a:extLst>
                  <a:ext uri="{FF2B5EF4-FFF2-40B4-BE49-F238E27FC236}">
                    <a16:creationId xmlns:a16="http://schemas.microsoft.com/office/drawing/2014/main" id="{F3646521-38FD-7244-9DE3-9EDE7474B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710" y="5588699"/>
                <a:ext cx="8554393" cy="6368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hlink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{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𝒌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} =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kumimoji="1" lang="en-US" altLang="zh-CN" sz="2600" dirty="0">
                        <a:solidFill>
                          <a:srgbClr val="001892"/>
                        </a:solidFill>
                        <a:ea typeface="KaiTi" panose="02010609060101010101" pitchFamily="49" charset="-122"/>
                      </a:rPr>
                      <m:t> </m:t>
                    </m:r>
                    <m:sSub>
                      <m:sSubPr>
                        <m:ctrlP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600" b="1" i="1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…</m:t>
                    </m:r>
                    <m:sSub>
                      <m:sSubPr>
                        <m:ctrlP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𝒌</m:t>
                        </m:r>
                        <m:r>
                          <a:rPr kumimoji="1"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𝟏</m:t>
                        </m:r>
                      </m:sub>
                    </m:sSub>
                    <m:acc>
                      <m:accPr>
                        <m:chr m:val="̅"/>
                        <m:ctrlP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600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𝒌</m:t>
                            </m:r>
                          </m:sub>
                        </m:sSub>
                      </m:e>
                    </m:acc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KaiTi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600" i="1" dirty="0">
                            <a:solidFill>
                              <a:srgbClr val="001892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zh-CN" altLang="zh-CN" sz="2600" i="1" dirty="0">
                                <a:solidFill>
                                  <a:srgbClr val="001892"/>
                                </a:solidFill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zh-CN" altLang="zh-CN" sz="2600" b="1" i="1" dirty="0">
                                <a:solidFill>
                                  <a:srgbClr val="001892"/>
                                </a:solidFill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𝟏</m:t>
                            </m:r>
                            <m:r>
                              <a:rPr kumimoji="1" lang="zh-CN" altLang="zh-CN" sz="2600" b="1" i="1" dirty="0">
                                <a:solidFill>
                                  <a:srgbClr val="001892"/>
                                </a:solidFill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−</m:t>
                            </m:r>
                            <m:r>
                              <a:rPr kumimoji="1" lang="en-US" altLang="zh-CN" sz="2600" b="1" i="1" dirty="0">
                                <a:solidFill>
                                  <a:srgbClr val="001892"/>
                                </a:solidFill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𝒑</m:t>
                            </m:r>
                          </m:e>
                        </m:d>
                      </m:e>
                      <m:sup>
                        <m:r>
                          <a:rPr kumimoji="1" lang="en-US" altLang="zh-CN" sz="2600" b="1" i="1" dirty="0">
                            <a:solidFill>
                              <a:srgbClr val="001892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𝒌</m:t>
                        </m:r>
                        <m:r>
                          <a:rPr kumimoji="1" lang="en-US" altLang="zh-CN" sz="2600" b="1" i="1" dirty="0">
                            <a:solidFill>
                              <a:srgbClr val="001892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600" b="1" i="1" dirty="0">
                            <a:solidFill>
                              <a:srgbClr val="001892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𝟏</m:t>
                        </m:r>
                      </m:sup>
                    </m:sSup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𝒑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,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𝒌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𝟏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𝟐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,…</m:t>
                    </m:r>
                  </m:oMath>
                </a14:m>
                <a:endParaRPr kumimoji="1" lang="en-US" altLang="zh-CN" sz="2600" dirty="0">
                  <a:solidFill>
                    <a:srgbClr val="00189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5781" name="Rectangle 5">
                <a:extLst>
                  <a:ext uri="{FF2B5EF4-FFF2-40B4-BE49-F238E27FC236}">
                    <a16:creationId xmlns:a16="http://schemas.microsoft.com/office/drawing/2014/main" id="{F3646521-38FD-7244-9DE3-9EDE7474B3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710" y="5588699"/>
                <a:ext cx="8554393" cy="636841"/>
              </a:xfrm>
              <a:prstGeom prst="rect">
                <a:avLst/>
              </a:prstGeom>
              <a:blipFill>
                <a:blip r:embed="rId5"/>
                <a:stretch>
                  <a:fillRect l="-297" b="-274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hlink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784" name="Rectangle 8">
                <a:extLst>
                  <a:ext uri="{FF2B5EF4-FFF2-40B4-BE49-F238E27FC236}">
                    <a16:creationId xmlns:a16="http://schemas.microsoft.com/office/drawing/2014/main" id="{D3A85390-BB2B-314D-B266-2E9F92822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616" y="4684333"/>
                <a:ext cx="5440015" cy="6165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{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𝒌</m:t>
                    </m:r>
                    <m:r>
                      <a:rPr kumimoji="1" lang="en-US" altLang="zh-CN" sz="2600" b="1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}</m:t>
                    </m:r>
                  </m:oMath>
                </a14:m>
                <a:r>
                  <a:rPr kumimoji="1" lang="zh-CN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对应着事件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…</m:t>
                    </m:r>
                    <m:sSub>
                      <m:sSubPr>
                        <m:ctrlP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𝒌</m:t>
                        </m:r>
                        <m:r>
                          <a:rPr kumimoji="1" lang="en-US" altLang="zh-CN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−</m:t>
                        </m:r>
                        <m:r>
                          <a:rPr kumimoji="1" lang="en-US" altLang="zh-CN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𝟏</m:t>
                        </m:r>
                      </m:sub>
                    </m:sSub>
                    <m:acc>
                      <m:accPr>
                        <m:chr m:val="̅"/>
                        <m:ctrlPr>
                          <a:rPr kumimoji="1" lang="en-US" altLang="zh-CN" sz="260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600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600" i="1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𝒌</m:t>
                            </m:r>
                          </m:sub>
                        </m:sSub>
                      </m:e>
                    </m:acc>
                  </m:oMath>
                </a14:m>
                <a:endParaRPr kumimoji="1" lang="zh-CN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5784" name="Rectangle 8">
                <a:extLst>
                  <a:ext uri="{FF2B5EF4-FFF2-40B4-BE49-F238E27FC236}">
                    <a16:creationId xmlns:a16="http://schemas.microsoft.com/office/drawing/2014/main" id="{D3A85390-BB2B-314D-B266-2E9F92822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616" y="4684333"/>
                <a:ext cx="5440015" cy="616579"/>
              </a:xfrm>
              <a:prstGeom prst="rect">
                <a:avLst/>
              </a:prstGeom>
              <a:blipFill>
                <a:blip r:embed="rId6"/>
                <a:stretch>
                  <a:fillRect l="-932"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B256E7C0-A65F-4F49-5B49-36351C36D80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73623BDE-95F8-7B9E-71BE-60EA1BA0451E}"/>
              </a:ext>
            </a:extLst>
          </p:cNvPr>
          <p:cNvSpPr/>
          <p:nvPr/>
        </p:nvSpPr>
        <p:spPr bwMode="auto">
          <a:xfrm>
            <a:off x="251519" y="1054711"/>
            <a:ext cx="8595517" cy="1259167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8DD76F-B063-1B97-9E07-3D49BD4831CD}"/>
              </a:ext>
            </a:extLst>
          </p:cNvPr>
          <p:cNvSpPr txBox="1"/>
          <p:nvPr/>
        </p:nvSpPr>
        <p:spPr>
          <a:xfrm>
            <a:off x="251520" y="2519808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解</a:t>
            </a:r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：</a:t>
            </a:r>
            <a:endParaRPr lang="zh-CN" altLang="en-US" sz="2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85DA0D-D26D-B5BA-C1E3-2E5F7F0E053C}"/>
              </a:ext>
            </a:extLst>
          </p:cNvPr>
          <p:cNvSpPr txBox="1"/>
          <p:nvPr/>
        </p:nvSpPr>
        <p:spPr>
          <a:xfrm>
            <a:off x="251520" y="1124744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例：</a:t>
            </a:r>
            <a:endParaRPr lang="zh-CN" altLang="en-US" sz="2600" dirty="0"/>
          </a:p>
        </p:txBody>
      </p: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66445AF6-076F-B989-9ED2-C92CF1859CE2}"/>
              </a:ext>
            </a:extLst>
          </p:cNvPr>
          <p:cNvSpPr/>
          <p:nvPr/>
        </p:nvSpPr>
        <p:spPr bwMode="auto">
          <a:xfrm>
            <a:off x="3261415" y="143154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en-US" altLang="zh-CN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#3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  <p:bldP spid="75780" grpId="0"/>
      <p:bldP spid="75781" grpId="0"/>
      <p:bldP spid="7578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6802" name="Text Box 2">
                <a:extLst>
                  <a:ext uri="{FF2B5EF4-FFF2-40B4-BE49-F238E27FC236}">
                    <a16:creationId xmlns:a16="http://schemas.microsoft.com/office/drawing/2014/main" id="{35AA839A-4903-434F-A395-440FD0BBE0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9673" y="1233108"/>
                <a:ext cx="3775393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设随机变量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的分布律为</a:t>
                </a:r>
              </a:p>
            </p:txBody>
          </p:sp>
        </mc:Choice>
        <mc:Fallback xmlns="">
          <p:sp>
            <p:nvSpPr>
              <p:cNvPr id="76802" name="Text Box 2">
                <a:extLst>
                  <a:ext uri="{FF2B5EF4-FFF2-40B4-BE49-F238E27FC236}">
                    <a16:creationId xmlns:a16="http://schemas.microsoft.com/office/drawing/2014/main" id="{35AA839A-4903-434F-A395-440FD0BBE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9673" y="1233108"/>
                <a:ext cx="3775393" cy="492443"/>
              </a:xfrm>
              <a:prstGeom prst="rect">
                <a:avLst/>
              </a:prstGeom>
              <a:blipFill>
                <a:blip r:embed="rId3"/>
                <a:stretch>
                  <a:fillRect l="-3020" t="-15000" r="-1342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6803" name="Object 3">
            <a:extLst>
              <a:ext uri="{FF2B5EF4-FFF2-40B4-BE49-F238E27FC236}">
                <a16:creationId xmlns:a16="http://schemas.microsoft.com/office/drawing/2014/main" id="{540EA1A7-179B-0647-9E95-D9C97BBE7C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336084"/>
              </p:ext>
            </p:extLst>
          </p:nvPr>
        </p:nvGraphicFramePr>
        <p:xfrm>
          <a:off x="1700087" y="1785685"/>
          <a:ext cx="4514594" cy="818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4" imgW="58216800" imgH="11696700" progId="Equation.DSMT4">
                  <p:embed/>
                </p:oleObj>
              </mc:Choice>
              <mc:Fallback>
                <p:oleObj name="Equation" r:id="rId4" imgW="58216800" imgH="11696700" progId="Equation.DSMT4">
                  <p:embed/>
                  <p:pic>
                    <p:nvPicPr>
                      <p:cNvPr id="76803" name="Object 3">
                        <a:extLst>
                          <a:ext uri="{FF2B5EF4-FFF2-40B4-BE49-F238E27FC236}">
                            <a16:creationId xmlns:a16="http://schemas.microsoft.com/office/drawing/2014/main" id="{540EA1A7-179B-0647-9E95-D9C97BBE7C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087" y="1785685"/>
                        <a:ext cx="4514594" cy="818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6804" name="Text Box 4">
                <a:extLst>
                  <a:ext uri="{FF2B5EF4-FFF2-40B4-BE49-F238E27FC236}">
                    <a16:creationId xmlns:a16="http://schemas.microsoft.com/office/drawing/2014/main" id="{496C2B27-A7E8-6342-A94E-02DEEE820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6451" y="2634521"/>
                <a:ext cx="2129109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试确定常数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𝑏</m:t>
                    </m:r>
                  </m:oMath>
                </a14:m>
                <a:r>
                  <a:rPr kumimoji="1" lang="en-US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.</a:t>
                </a:r>
                <a:endParaRPr kumimoji="1" lang="en-US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6804" name="Text Box 4">
                <a:extLst>
                  <a:ext uri="{FF2B5EF4-FFF2-40B4-BE49-F238E27FC236}">
                    <a16:creationId xmlns:a16="http://schemas.microsoft.com/office/drawing/2014/main" id="{496C2B27-A7E8-6342-A94E-02DEEE820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6451" y="2634521"/>
                <a:ext cx="2129109" cy="492443"/>
              </a:xfrm>
              <a:prstGeom prst="rect">
                <a:avLst/>
              </a:prstGeom>
              <a:blipFill>
                <a:blip r:embed="rId6"/>
                <a:stretch>
                  <a:fillRect l="-5357" t="-15000" r="-4762" b="-27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6" name="Text Box 6">
            <a:extLst>
              <a:ext uri="{FF2B5EF4-FFF2-40B4-BE49-F238E27FC236}">
                <a16:creationId xmlns:a16="http://schemas.microsoft.com/office/drawing/2014/main" id="{4A9E32B8-2B8B-8D45-8A39-B9D14AB76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673" y="3464772"/>
            <a:ext cx="36576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由分布律的性质</a:t>
            </a:r>
            <a:r>
              <a:rPr kumimoji="1" lang="en-US" altLang="zh-CN" sz="26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,</a:t>
            </a:r>
            <a:r>
              <a:rPr kumimoji="1" lang="zh-CN" altLang="en-US" sz="26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有</a:t>
            </a:r>
          </a:p>
        </p:txBody>
      </p:sp>
      <p:graphicFrame>
        <p:nvGraphicFramePr>
          <p:cNvPr id="76807" name="Object 7">
            <a:extLst>
              <a:ext uri="{FF2B5EF4-FFF2-40B4-BE49-F238E27FC236}">
                <a16:creationId xmlns:a16="http://schemas.microsoft.com/office/drawing/2014/main" id="{B2267A17-2E5B-BB4D-B30B-FB3962449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453493"/>
              </p:ext>
            </p:extLst>
          </p:nvPr>
        </p:nvGraphicFramePr>
        <p:xfrm>
          <a:off x="861403" y="3961437"/>
          <a:ext cx="3957232" cy="1458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7" imgW="44767500" imgH="17551400" progId="Equation.DSMT4">
                  <p:embed/>
                </p:oleObj>
              </mc:Choice>
              <mc:Fallback>
                <p:oleObj name="Equation" r:id="rId7" imgW="44767500" imgH="17551400" progId="Equation.DSMT4">
                  <p:embed/>
                  <p:pic>
                    <p:nvPicPr>
                      <p:cNvPr id="76807" name="Object 7">
                        <a:extLst>
                          <a:ext uri="{FF2B5EF4-FFF2-40B4-BE49-F238E27FC236}">
                            <a16:creationId xmlns:a16="http://schemas.microsoft.com/office/drawing/2014/main" id="{B2267A17-2E5B-BB4D-B30B-FB3962449B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403" y="3961437"/>
                        <a:ext cx="3957232" cy="1458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9">
            <a:extLst>
              <a:ext uri="{FF2B5EF4-FFF2-40B4-BE49-F238E27FC236}">
                <a16:creationId xmlns:a16="http://schemas.microsoft.com/office/drawing/2014/main" id="{D7D9480E-0142-A34F-9A97-1097FDFDB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591550"/>
              </p:ext>
            </p:extLst>
          </p:nvPr>
        </p:nvGraphicFramePr>
        <p:xfrm>
          <a:off x="829432" y="5445577"/>
          <a:ext cx="1907346" cy="1152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9" imgW="22237700" imgH="13462000" progId="Equation.DSMT4">
                  <p:embed/>
                </p:oleObj>
              </mc:Choice>
              <mc:Fallback>
                <p:oleObj name="Equation" r:id="rId9" imgW="22237700" imgH="13462000" progId="Equation.DSMT4">
                  <p:embed/>
                  <p:pic>
                    <p:nvPicPr>
                      <p:cNvPr id="76809" name="Object 9">
                        <a:extLst>
                          <a:ext uri="{FF2B5EF4-FFF2-40B4-BE49-F238E27FC236}">
                            <a16:creationId xmlns:a16="http://schemas.microsoft.com/office/drawing/2014/main" id="{D7D9480E-0142-A34F-9A97-1097FDFDB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432" y="5445577"/>
                        <a:ext cx="1907346" cy="1152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0" name="AutoShape 10">
            <a:extLst>
              <a:ext uri="{FF2B5EF4-FFF2-40B4-BE49-F238E27FC236}">
                <a16:creationId xmlns:a16="http://schemas.microsoft.com/office/drawing/2014/main" id="{072CE250-40A2-E24D-ABEB-AFB529E7C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436" y="5876239"/>
            <a:ext cx="931862" cy="192087"/>
          </a:xfrm>
          <a:prstGeom prst="rightArrow">
            <a:avLst>
              <a:gd name="adj1" fmla="val 50000"/>
              <a:gd name="adj2" fmla="val 121281"/>
            </a:avLst>
          </a:prstGeom>
          <a:solidFill>
            <a:srgbClr val="001892"/>
          </a:solidFill>
          <a:ln w="9525">
            <a:solidFill>
              <a:srgbClr val="00189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 b="0" dirty="0">
              <a:latin typeface="+mn-lt"/>
              <a:ea typeface="KaiTi" panose="02010609060101010101" pitchFamily="49" charset="-122"/>
            </a:endParaRPr>
          </a:p>
        </p:txBody>
      </p:sp>
      <p:graphicFrame>
        <p:nvGraphicFramePr>
          <p:cNvPr id="76812" name="Object 12">
            <a:extLst>
              <a:ext uri="{FF2B5EF4-FFF2-40B4-BE49-F238E27FC236}">
                <a16:creationId xmlns:a16="http://schemas.microsoft.com/office/drawing/2014/main" id="{B83FFF4C-A7AB-CB47-AA4B-7294A15E33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729453"/>
              </p:ext>
            </p:extLst>
          </p:nvPr>
        </p:nvGraphicFramePr>
        <p:xfrm>
          <a:off x="4328082" y="5558186"/>
          <a:ext cx="931862" cy="873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1" imgW="9652000" imgH="9067800" progId="Equation.DSMT4">
                  <p:embed/>
                </p:oleObj>
              </mc:Choice>
              <mc:Fallback>
                <p:oleObj name="Equation" r:id="rId11" imgW="9652000" imgH="9067800" progId="Equation.DSMT4">
                  <p:embed/>
                  <p:pic>
                    <p:nvPicPr>
                      <p:cNvPr id="76812" name="Object 12">
                        <a:extLst>
                          <a:ext uri="{FF2B5EF4-FFF2-40B4-BE49-F238E27FC236}">
                            <a16:creationId xmlns:a16="http://schemas.microsoft.com/office/drawing/2014/main" id="{B83FFF4C-A7AB-CB47-AA4B-7294A15E33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082" y="5558186"/>
                        <a:ext cx="931862" cy="873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D6F146D7-65AB-D728-328E-89E69D66FB8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D6CDF320-A986-3DF9-E0A0-A17DB1B7C690}"/>
              </a:ext>
            </a:extLst>
          </p:cNvPr>
          <p:cNvSpPr/>
          <p:nvPr/>
        </p:nvSpPr>
        <p:spPr bwMode="auto">
          <a:xfrm>
            <a:off x="683568" y="1192394"/>
            <a:ext cx="7200800" cy="1980725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F859CB-1074-C2F6-44C9-81C8941B02DB}"/>
              </a:ext>
            </a:extLst>
          </p:cNvPr>
          <p:cNvSpPr txBox="1"/>
          <p:nvPr/>
        </p:nvSpPr>
        <p:spPr>
          <a:xfrm>
            <a:off x="861403" y="3438660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解</a:t>
            </a:r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：</a:t>
            </a:r>
            <a:endParaRPr lang="zh-CN" altLang="en-US" sz="2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14DE68-15DD-BFDC-51E3-ADD3E0261128}"/>
              </a:ext>
            </a:extLst>
          </p:cNvPr>
          <p:cNvSpPr txBox="1"/>
          <p:nvPr/>
        </p:nvSpPr>
        <p:spPr>
          <a:xfrm>
            <a:off x="861403" y="1233108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例：</a:t>
            </a:r>
            <a:endParaRPr lang="zh-CN" altLang="en-US" sz="2600" dirty="0"/>
          </a:p>
        </p:txBody>
      </p: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D2C35787-FE27-398E-C0C6-3514DD9E22E7}"/>
              </a:ext>
            </a:extLst>
          </p:cNvPr>
          <p:cNvSpPr/>
          <p:nvPr/>
        </p:nvSpPr>
        <p:spPr bwMode="auto">
          <a:xfrm>
            <a:off x="3261415" y="143154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en-US" altLang="zh-CN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#4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8C15C9F-20AE-8460-0546-25D73BA8DECB}"/>
                  </a:ext>
                </a:extLst>
              </p:cNvPr>
              <p:cNvSpPr txBox="1"/>
              <p:nvPr/>
            </p:nvSpPr>
            <p:spPr>
              <a:xfrm>
                <a:off x="6267418" y="3660455"/>
                <a:ext cx="2628220" cy="8390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kumimoji="1"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kumimoji="1" lang="en-US" altLang="zh-CN" sz="20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, |</m:t>
                      </m:r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kumimoji="1"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8C15C9F-20AE-8460-0546-25D73BA8D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418" y="3660455"/>
                <a:ext cx="2628220" cy="839076"/>
              </a:xfrm>
              <a:prstGeom prst="rect">
                <a:avLst/>
              </a:prstGeom>
              <a:blipFill>
                <a:blip r:embed="rId13"/>
                <a:stretch>
                  <a:fillRect l="-34615" t="-120896" r="-1442" b="-179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/>
      <p:bldP spid="76810" grpId="0" animBg="1"/>
      <p:bldP spid="5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>
            <a:extLst>
              <a:ext uri="{FF2B5EF4-FFF2-40B4-BE49-F238E27FC236}">
                <a16:creationId xmlns:a16="http://schemas.microsoft.com/office/drawing/2014/main" id="{23EF1E68-B7EB-094F-9E79-60A46F6B7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007350" cy="630237"/>
          </a:xfrm>
        </p:spPr>
        <p:txBody>
          <a:bodyPr/>
          <a:lstStyle/>
          <a:p>
            <a:pPr>
              <a:buClr>
                <a:srgbClr val="CC0000"/>
              </a:buClr>
              <a:buFont typeface="Wingdings" pitchFamily="2" charset="2"/>
              <a:buChar char="n"/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Times New Roman"/>
              </a:rPr>
              <a:t>0-1</a:t>
            </a:r>
            <a:r>
              <a:rPr lang="zh-CN" altLang="en-US" sz="2600" b="1" dirty="0">
                <a:solidFill>
                  <a:srgbClr val="C00000"/>
                </a:solidFill>
                <a:latin typeface="Times New Roman"/>
              </a:rPr>
              <a:t>分布</a:t>
            </a:r>
            <a:r>
              <a:rPr lang="en-US" altLang="zh-CN" sz="2600" b="1" dirty="0">
                <a:solidFill>
                  <a:srgbClr val="C00000"/>
                </a:solidFill>
                <a:latin typeface="Times New Roman"/>
              </a:rPr>
              <a:t>(</a:t>
            </a:r>
            <a:r>
              <a:rPr lang="zh-CN" altLang="en-US" sz="2600" b="1" dirty="0">
                <a:solidFill>
                  <a:srgbClr val="C00000"/>
                </a:solidFill>
                <a:latin typeface="Times New Roman"/>
              </a:rPr>
              <a:t>两点分布</a:t>
            </a:r>
            <a:r>
              <a:rPr lang="en-US" altLang="zh-CN" sz="2600" b="1" dirty="0">
                <a:solidFill>
                  <a:srgbClr val="C00000"/>
                </a:solidFill>
                <a:latin typeface="Times New Roman"/>
              </a:rPr>
              <a:t>)</a:t>
            </a:r>
          </a:p>
        </p:txBody>
      </p:sp>
      <p:grpSp>
        <p:nvGrpSpPr>
          <p:cNvPr id="77828" name="Group 4">
            <a:extLst>
              <a:ext uri="{FF2B5EF4-FFF2-40B4-BE49-F238E27FC236}">
                <a16:creationId xmlns:a16="http://schemas.microsoft.com/office/drawing/2014/main" id="{E7114027-76C6-FF43-840A-0F08B7FAE252}"/>
              </a:ext>
            </a:extLst>
          </p:cNvPr>
          <p:cNvGrpSpPr>
            <a:grpSpLocks/>
          </p:cNvGrpSpPr>
          <p:nvPr/>
        </p:nvGrpSpPr>
        <p:grpSpPr bwMode="auto">
          <a:xfrm>
            <a:off x="2195736" y="1754900"/>
            <a:ext cx="3962400" cy="838200"/>
            <a:chOff x="960" y="2976"/>
            <a:chExt cx="3840" cy="10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29" name="Rectangle 5">
                  <a:extLst>
                    <a:ext uri="{FF2B5EF4-FFF2-40B4-BE49-F238E27FC236}">
                      <a16:creationId xmlns:a16="http://schemas.microsoft.com/office/drawing/2014/main" id="{BF701809-F7E7-F740-B7AB-C64C14CAA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3504"/>
                  <a:ext cx="2928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zh-CN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kumimoji="1" lang="zh-CN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1</m:t>
                      </m:r>
                      <m:r>
                        <a:rPr kumimoji="1" lang="zh-CN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－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</m:oMath>
                  </a14:m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         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</m:oMath>
                  </a14:m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7829" name="Rectangle 5">
                  <a:extLst>
                    <a:ext uri="{FF2B5EF4-FFF2-40B4-BE49-F238E27FC236}">
                      <a16:creationId xmlns:a16="http://schemas.microsoft.com/office/drawing/2014/main" id="{BF701809-F7E7-F740-B7AB-C64C14CAAB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72" y="3504"/>
                  <a:ext cx="2928" cy="528"/>
                </a:xfrm>
                <a:prstGeom prst="rect">
                  <a:avLst/>
                </a:prstGeom>
                <a:blipFill>
                  <a:blip r:embed="rId2"/>
                  <a:stretch>
                    <a:fillRect b="-2058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0" name="Rectangle 6">
                  <a:extLst>
                    <a:ext uri="{FF2B5EF4-FFF2-40B4-BE49-F238E27FC236}">
                      <a16:creationId xmlns:a16="http://schemas.microsoft.com/office/drawing/2014/main" id="{63606BBF-0365-0A44-AFD8-C85DDF6E44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504"/>
                  <a:ext cx="912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  <m:r>
                        <a:rPr kumimoji="1" lang="en-US" altLang="zh-CN" sz="2400" i="1" baseline="-25000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𝑘</m:t>
                      </m:r>
                    </m:oMath>
                  </a14:m>
                  <a:endParaRPr kumimoji="1" lang="en-US" altLang="zh-CN" sz="2400" baseline="-250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30" name="Rectangle 6">
                  <a:extLst>
                    <a:ext uri="{FF2B5EF4-FFF2-40B4-BE49-F238E27FC236}">
                      <a16:creationId xmlns:a16="http://schemas.microsoft.com/office/drawing/2014/main" id="{63606BBF-0365-0A44-AFD8-C85DDF6E44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0" y="3504"/>
                  <a:ext cx="912" cy="528"/>
                </a:xfrm>
                <a:prstGeom prst="rect">
                  <a:avLst/>
                </a:prstGeom>
                <a:blipFill>
                  <a:blip r:embed="rId3"/>
                  <a:stretch>
                    <a:fillRect b="-2058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1" name="Rectangle 7">
                  <a:extLst>
                    <a:ext uri="{FF2B5EF4-FFF2-40B4-BE49-F238E27FC236}">
                      <a16:creationId xmlns:a16="http://schemas.microsoft.com/office/drawing/2014/main" id="{A2F9729C-F894-854B-9D49-D98A9788D2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976"/>
                  <a:ext cx="2928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    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0               </m:t>
                      </m:r>
                      <m:r>
                        <a:rPr kumimoji="1" lang="en-US" altLang="zh-CN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  </m:t>
                      </m:r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 1</m:t>
                      </m:r>
                    </m:oMath>
                  </a14:m>
                  <a:endPara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31" name="Rectangle 7">
                  <a:extLst>
                    <a:ext uri="{FF2B5EF4-FFF2-40B4-BE49-F238E27FC236}">
                      <a16:creationId xmlns:a16="http://schemas.microsoft.com/office/drawing/2014/main" id="{A2F9729C-F894-854B-9D49-D98A9788D2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72" y="2976"/>
                  <a:ext cx="2928" cy="528"/>
                </a:xfrm>
                <a:prstGeom prst="rect">
                  <a:avLst/>
                </a:prstGeom>
                <a:blipFill>
                  <a:blip r:embed="rId4"/>
                  <a:stretch>
                    <a:fillRect b="-3235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2" name="Rectangle 8">
                  <a:extLst>
                    <a:ext uri="{FF2B5EF4-FFF2-40B4-BE49-F238E27FC236}">
                      <a16:creationId xmlns:a16="http://schemas.microsoft.com/office/drawing/2014/main" id="{8AD4171E-C2D6-8843-8615-7B73BF65E1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976"/>
                  <a:ext cx="912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</m:oMath>
                  </a14:m>
                  <a:endPara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32" name="Rectangle 8">
                  <a:extLst>
                    <a:ext uri="{FF2B5EF4-FFF2-40B4-BE49-F238E27FC236}">
                      <a16:creationId xmlns:a16="http://schemas.microsoft.com/office/drawing/2014/main" id="{8AD4171E-C2D6-8843-8615-7B73BF65E1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0" y="2976"/>
                  <a:ext cx="912" cy="528"/>
                </a:xfrm>
                <a:prstGeom prst="rect">
                  <a:avLst/>
                </a:prstGeom>
                <a:blipFill>
                  <a:blip r:embed="rId5"/>
                  <a:stretch>
                    <a:fillRect b="-294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833" name="Line 9">
              <a:extLst>
                <a:ext uri="{FF2B5EF4-FFF2-40B4-BE49-F238E27FC236}">
                  <a16:creationId xmlns:a16="http://schemas.microsoft.com/office/drawing/2014/main" id="{DA9AC5AA-EBB1-6A44-9036-CEEE0C5D6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3840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4" name="Line 10">
              <a:extLst>
                <a:ext uri="{FF2B5EF4-FFF2-40B4-BE49-F238E27FC236}">
                  <a16:creationId xmlns:a16="http://schemas.microsoft.com/office/drawing/2014/main" id="{52FAC712-775E-104D-9DF6-FC5B79505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04"/>
              <a:ext cx="384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5" name="Line 11">
              <a:extLst>
                <a:ext uri="{FF2B5EF4-FFF2-40B4-BE49-F238E27FC236}">
                  <a16:creationId xmlns:a16="http://schemas.microsoft.com/office/drawing/2014/main" id="{67B8BA2F-2D85-D145-9805-BE88668D2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032"/>
              <a:ext cx="3840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6" name="Line 12">
              <a:extLst>
                <a:ext uri="{FF2B5EF4-FFF2-40B4-BE49-F238E27FC236}">
                  <a16:creationId xmlns:a16="http://schemas.microsoft.com/office/drawing/2014/main" id="{7EAE7FC8-DF20-7A40-B00E-B831A8D36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0" cy="1056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7" name="Line 13">
              <a:extLst>
                <a:ext uri="{FF2B5EF4-FFF2-40B4-BE49-F238E27FC236}">
                  <a16:creationId xmlns:a16="http://schemas.microsoft.com/office/drawing/2014/main" id="{6E5CAEB0-7C6A-4941-8F19-999DFD2D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976"/>
              <a:ext cx="0" cy="105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8" name="Line 14">
              <a:extLst>
                <a:ext uri="{FF2B5EF4-FFF2-40B4-BE49-F238E27FC236}">
                  <a16:creationId xmlns:a16="http://schemas.microsoft.com/office/drawing/2014/main" id="{40EAE8F6-0426-2843-9B07-64A31AB1F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976"/>
              <a:ext cx="0" cy="1056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7C6A4E8-C978-43D3-9C8D-71937334982E}"/>
                  </a:ext>
                </a:extLst>
              </p:cNvPr>
              <p:cNvSpPr txBox="1"/>
              <p:nvPr/>
            </p:nvSpPr>
            <p:spPr>
              <a:xfrm>
                <a:off x="431540" y="2781292"/>
                <a:ext cx="8280920" cy="530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=0,1  (0&lt;</m:t>
                      </m:r>
                      <m:r>
                        <a:rPr lang="en-US" altLang="zh-CN" b="0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&lt;1)</m:t>
                      </m:r>
                    </m:oMath>
                  </m:oMathPara>
                </a14:m>
                <a:endParaRPr lang="en-US" altLang="zh-CN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7C6A4E8-C978-43D3-9C8D-719373349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0" y="2781292"/>
                <a:ext cx="8280920" cy="530915"/>
              </a:xfrm>
              <a:prstGeom prst="rect">
                <a:avLst/>
              </a:prstGeom>
              <a:blipFill>
                <a:blip r:embed="rId6"/>
                <a:stretch>
                  <a:fillRect b="-25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">
                <a:extLst>
                  <a:ext uri="{FF2B5EF4-FFF2-40B4-BE49-F238E27FC236}">
                    <a16:creationId xmlns:a16="http://schemas.microsoft.com/office/drawing/2014/main" id="{E34144A7-C251-488E-88FF-0882ED4B71A2}"/>
                  </a:ext>
                </a:extLst>
              </p:cNvPr>
              <p:cNvSpPr txBox="1"/>
              <p:nvPr/>
            </p:nvSpPr>
            <p:spPr bwMode="auto">
              <a:xfrm>
                <a:off x="971426" y="4097436"/>
                <a:ext cx="7849046" cy="1347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sSubSup>
                        <m:sSub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=0,1,2...,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">
                <a:extLst>
                  <a:ext uri="{FF2B5EF4-FFF2-40B4-BE49-F238E27FC236}">
                    <a16:creationId xmlns:a16="http://schemas.microsoft.com/office/drawing/2014/main" id="{E34144A7-C251-488E-88FF-0882ED4B7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426" y="4097436"/>
                <a:ext cx="7849046" cy="1347788"/>
              </a:xfrm>
              <a:prstGeom prst="rect">
                <a:avLst/>
              </a:prstGeom>
              <a:blipFill>
                <a:blip r:embed="rId7"/>
                <a:stretch>
                  <a:fillRect l="-4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D7C34D52-6C0A-44FC-8051-46EE834F92B2}"/>
              </a:ext>
            </a:extLst>
          </p:cNvPr>
          <p:cNvSpPr txBox="1"/>
          <p:nvPr/>
        </p:nvSpPr>
        <p:spPr>
          <a:xfrm>
            <a:off x="500222" y="3617802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indent="-4699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n"/>
              <a:defRPr/>
            </a:pPr>
            <a:r>
              <a:rPr lang="zh-CN" altLang="en-US" sz="2600" dirty="0">
                <a:solidFill>
                  <a:srgbClr val="C00000"/>
                </a:solidFill>
                <a:latin typeface="Times New Roman"/>
                <a:ea typeface="KaiTi" panose="02010609060101010101" pitchFamily="49" charset="-122"/>
              </a:rPr>
              <a:t>二项分布</a:t>
            </a:r>
            <a:endParaRPr lang="en-US" altLang="zh-CN" sz="2600" dirty="0">
              <a:solidFill>
                <a:srgbClr val="C00000"/>
              </a:solidFill>
              <a:latin typeface="Times New Roman"/>
              <a:ea typeface="KaiTi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2D70BC-828C-4C8F-A2D1-A6CBF33B5172}"/>
              </a:ext>
            </a:extLst>
          </p:cNvPr>
          <p:cNvSpPr txBox="1"/>
          <p:nvPr/>
        </p:nvSpPr>
        <p:spPr>
          <a:xfrm>
            <a:off x="539552" y="5064906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泊松分布</a:t>
            </a:r>
            <a:endParaRPr kumimoji="0" lang="en-US" altLang="zh-CN" sz="2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E0FF9F8-9211-4107-B097-59F40ED00C82}"/>
                  </a:ext>
                </a:extLst>
              </p:cNvPr>
              <p:cNvSpPr txBox="1"/>
              <p:nvPr/>
            </p:nvSpPr>
            <p:spPr>
              <a:xfrm>
                <a:off x="1043608" y="5618943"/>
                <a:ext cx="6076521" cy="978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=0,1,2...</m:t>
                      </m:r>
                    </m:oMath>
                  </m:oMathPara>
                </a14:m>
                <a:endParaRPr lang="zh-CN" altLang="en-US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E0FF9F8-9211-4107-B097-59F40ED0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618943"/>
                <a:ext cx="6076521" cy="978409"/>
              </a:xfrm>
              <a:prstGeom prst="rect">
                <a:avLst/>
              </a:prstGeom>
              <a:blipFill>
                <a:blip r:embed="rId8"/>
                <a:stretch>
                  <a:fillRect l="-626" b="-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8D4350C0-AA6B-4AC6-92E1-85BAC1C9D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6634" y="5080294"/>
                <a:ext cx="187166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cap="sq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zh-CN" altLang="en-US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zh-CN" alt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itchFamily="2" charset="2"/>
                        </a:rPr>
                        <m:t>𝛑</m:t>
                      </m:r>
                      <m:r>
                        <a:rPr kumimoji="1" lang="en-US" altLang="zh-CN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sym typeface="Symbol" pitchFamily="2" charset="2"/>
                        </a:rPr>
                        <m:t>()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8D4350C0-AA6B-4AC6-92E1-85BAC1C9D3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634" y="5080294"/>
                <a:ext cx="1871663" cy="461665"/>
              </a:xfrm>
              <a:prstGeom prst="rect">
                <a:avLst/>
              </a:prstGeom>
              <a:blipFill>
                <a:blip r:embed="rId9"/>
                <a:stretch>
                  <a:fillRect l="-671"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cap="sq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9C1A3B5A-9AD1-4AAE-AEE4-71655C7C1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271" y="3617802"/>
                <a:ext cx="172996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zh-CN" altLang="en-US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𝒃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𝒏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, 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𝒑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9C1A3B5A-9AD1-4AAE-AEE4-71655C7C1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9271" y="3617802"/>
                <a:ext cx="1729961" cy="461665"/>
              </a:xfrm>
              <a:prstGeom prst="rect">
                <a:avLst/>
              </a:prstGeom>
              <a:blipFill>
                <a:blip r:embed="rId10"/>
                <a:stretch>
                  <a:fillRect l="-730" b="-157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8C33361-3A0C-4F79-9BFD-53AC6EB16AF8}"/>
                  </a:ext>
                </a:extLst>
              </p:cNvPr>
              <p:cNvSpPr txBox="1"/>
              <p:nvPr/>
            </p:nvSpPr>
            <p:spPr>
              <a:xfrm>
                <a:off x="3903663" y="1047826"/>
                <a:ext cx="457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𝒑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8C33361-3A0C-4F79-9BFD-53AC6EB16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663" y="1047826"/>
                <a:ext cx="4572000" cy="523220"/>
              </a:xfrm>
              <a:prstGeom prst="rect">
                <a:avLst/>
              </a:prstGeom>
              <a:blipFill>
                <a:blip r:embed="rId11"/>
                <a:stretch>
                  <a:fillRect l="-831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B9EE16A5-454F-B880-C7F4-5E99601F8373}"/>
              </a:ext>
            </a:extLst>
          </p:cNvPr>
          <p:cNvSpPr/>
          <p:nvPr/>
        </p:nvSpPr>
        <p:spPr bwMode="auto">
          <a:xfrm>
            <a:off x="2163362" y="143154"/>
            <a:ext cx="48173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三种常见的离散型分布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50AF3132-9B66-1404-62DE-9892D379F6A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28" name="Group 4">
            <a:extLst>
              <a:ext uri="{FF2B5EF4-FFF2-40B4-BE49-F238E27FC236}">
                <a16:creationId xmlns:a16="http://schemas.microsoft.com/office/drawing/2014/main" id="{E7114027-76C6-FF43-840A-0F08B7FAE252}"/>
              </a:ext>
            </a:extLst>
          </p:cNvPr>
          <p:cNvGrpSpPr>
            <a:grpSpLocks/>
          </p:cNvGrpSpPr>
          <p:nvPr/>
        </p:nvGrpSpPr>
        <p:grpSpPr bwMode="auto">
          <a:xfrm>
            <a:off x="1186242" y="2151063"/>
            <a:ext cx="3962400" cy="1158508"/>
            <a:chOff x="960" y="2976"/>
            <a:chExt cx="3840" cy="10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29" name="Rectangle 5">
                  <a:extLst>
                    <a:ext uri="{FF2B5EF4-FFF2-40B4-BE49-F238E27FC236}">
                      <a16:creationId xmlns:a16="http://schemas.microsoft.com/office/drawing/2014/main" id="{BF701809-F7E7-F740-B7AB-C64C14CAA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3504"/>
                  <a:ext cx="2928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zh-CN" altLang="zh-CN" sz="2600" b="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kumimoji="1" lang="zh-CN" altLang="zh-CN" sz="2600" b="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1</m:t>
                      </m:r>
                      <m:r>
                        <a:rPr kumimoji="1" lang="zh-CN" altLang="zh-CN" sz="2600" b="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－</m:t>
                      </m:r>
                      <m:r>
                        <a:rPr kumimoji="1" lang="en-US" altLang="zh-CN" sz="2600" b="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</m:oMath>
                  </a14:m>
                  <a:r>
                    <a:rPr kumimoji="1" lang="en-US" altLang="zh-CN" sz="2600" b="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          </a:t>
                  </a:r>
                  <a14:m>
                    <m:oMath xmlns:m="http://schemas.openxmlformats.org/officeDocument/2006/math">
                      <m:r>
                        <a:rPr kumimoji="1" lang="en-US" altLang="zh-CN" sz="2600" b="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  <m:r>
                        <a:rPr kumimoji="1" lang="en-US" altLang="zh-CN" sz="2600" b="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</m:t>
                      </m:r>
                    </m:oMath>
                  </a14:m>
                  <a:endParaRPr kumimoji="1" lang="en-US" altLang="zh-CN" sz="26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29" name="Rectangle 5">
                  <a:extLst>
                    <a:ext uri="{FF2B5EF4-FFF2-40B4-BE49-F238E27FC236}">
                      <a16:creationId xmlns:a16="http://schemas.microsoft.com/office/drawing/2014/main" id="{BF701809-F7E7-F740-B7AB-C64C14CAAB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72" y="3504"/>
                  <a:ext cx="2928" cy="528"/>
                </a:xfrm>
                <a:prstGeom prst="rect">
                  <a:avLst/>
                </a:prstGeom>
                <a:blipFill>
                  <a:blip r:embed="rId2"/>
                  <a:stretch>
                    <a:fillRect b="-434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0" name="Rectangle 6">
                  <a:extLst>
                    <a:ext uri="{FF2B5EF4-FFF2-40B4-BE49-F238E27FC236}">
                      <a16:creationId xmlns:a16="http://schemas.microsoft.com/office/drawing/2014/main" id="{63606BBF-0365-0A44-AFD8-C85DDF6E44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504"/>
                  <a:ext cx="912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600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sz="2600" b="0" i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600" b="0" i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-US" altLang="zh-CN" sz="2600" b="0" i="1" dirty="0" smtClean="0">
                                <a:solidFill>
                                  <a:srgbClr val="001892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600" b="0" baseline="-250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30" name="Rectangle 6">
                  <a:extLst>
                    <a:ext uri="{FF2B5EF4-FFF2-40B4-BE49-F238E27FC236}">
                      <a16:creationId xmlns:a16="http://schemas.microsoft.com/office/drawing/2014/main" id="{63606BBF-0365-0A44-AFD8-C85DDF6E44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0" y="3504"/>
                  <a:ext cx="912" cy="528"/>
                </a:xfrm>
                <a:prstGeom prst="rect">
                  <a:avLst/>
                </a:prstGeom>
                <a:blipFill>
                  <a:blip r:embed="rId3"/>
                  <a:stretch>
                    <a:fillRect b="-434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831" name="Rectangle 7">
              <a:extLst>
                <a:ext uri="{FF2B5EF4-FFF2-40B4-BE49-F238E27FC236}">
                  <a16:creationId xmlns:a16="http://schemas.microsoft.com/office/drawing/2014/main" id="{A2F9729C-F894-854B-9D49-D98A9788D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76"/>
              <a:ext cx="2928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kumimoji="1" lang="en-US" altLang="zh-CN" sz="2600" b="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         0                 1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2" name="Rectangle 8">
                  <a:extLst>
                    <a:ext uri="{FF2B5EF4-FFF2-40B4-BE49-F238E27FC236}">
                      <a16:creationId xmlns:a16="http://schemas.microsoft.com/office/drawing/2014/main" id="{8AD4171E-C2D6-8843-8615-7B73BF65E1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976"/>
                  <a:ext cx="912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zh-CN" sz="2600" b="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</a:t>
                  </a:r>
                  <a14:m>
                    <m:oMath xmlns:m="http://schemas.openxmlformats.org/officeDocument/2006/math">
                      <m:r>
                        <a:rPr kumimoji="1" lang="en-US" altLang="zh-CN" sz="2600" b="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</m:oMath>
                  </a14:m>
                  <a:endParaRPr kumimoji="1" lang="en-US" altLang="zh-CN" sz="26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32" name="Rectangle 8">
                  <a:extLst>
                    <a:ext uri="{FF2B5EF4-FFF2-40B4-BE49-F238E27FC236}">
                      <a16:creationId xmlns:a16="http://schemas.microsoft.com/office/drawing/2014/main" id="{8AD4171E-C2D6-8843-8615-7B73BF65E1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0" y="2976"/>
                  <a:ext cx="912" cy="5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833" name="Line 9">
              <a:extLst>
                <a:ext uri="{FF2B5EF4-FFF2-40B4-BE49-F238E27FC236}">
                  <a16:creationId xmlns:a16="http://schemas.microsoft.com/office/drawing/2014/main" id="{DA9AC5AA-EBB1-6A44-9036-CEEE0C5D6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3840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600" b="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4" name="Line 10">
              <a:extLst>
                <a:ext uri="{FF2B5EF4-FFF2-40B4-BE49-F238E27FC236}">
                  <a16:creationId xmlns:a16="http://schemas.microsoft.com/office/drawing/2014/main" id="{52FAC712-775E-104D-9DF6-FC5B79505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04"/>
              <a:ext cx="384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600" b="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5" name="Line 11">
              <a:extLst>
                <a:ext uri="{FF2B5EF4-FFF2-40B4-BE49-F238E27FC236}">
                  <a16:creationId xmlns:a16="http://schemas.microsoft.com/office/drawing/2014/main" id="{67B8BA2F-2D85-D145-9805-BE88668D2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032"/>
              <a:ext cx="3840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600" b="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6" name="Line 12">
              <a:extLst>
                <a:ext uri="{FF2B5EF4-FFF2-40B4-BE49-F238E27FC236}">
                  <a16:creationId xmlns:a16="http://schemas.microsoft.com/office/drawing/2014/main" id="{7EAE7FC8-DF20-7A40-B00E-B831A8D36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0" cy="1056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600" b="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7" name="Line 13">
              <a:extLst>
                <a:ext uri="{FF2B5EF4-FFF2-40B4-BE49-F238E27FC236}">
                  <a16:creationId xmlns:a16="http://schemas.microsoft.com/office/drawing/2014/main" id="{6E5CAEB0-7C6A-4941-8F19-999DFD2D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976"/>
              <a:ext cx="0" cy="105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600" b="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8" name="Line 14">
              <a:extLst>
                <a:ext uri="{FF2B5EF4-FFF2-40B4-BE49-F238E27FC236}">
                  <a16:creationId xmlns:a16="http://schemas.microsoft.com/office/drawing/2014/main" id="{40EAE8F6-0426-2843-9B07-64A31AB1F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976"/>
              <a:ext cx="0" cy="1056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600" b="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839" name="Text Box 15">
                <a:extLst>
                  <a:ext uri="{FF2B5EF4-FFF2-40B4-BE49-F238E27FC236}">
                    <a16:creationId xmlns:a16="http://schemas.microsoft.com/office/drawing/2014/main" id="{41F9918D-198C-DE48-9615-35F2B15F6B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22984" y="4077072"/>
                <a:ext cx="7920038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则称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服从参数为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𝒑</m:t>
                    </m:r>
                    <m:r>
                      <a:rPr kumimoji="1"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的两点分布或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(0-1)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分布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77839" name="Text Box 15">
                <a:extLst>
                  <a:ext uri="{FF2B5EF4-FFF2-40B4-BE49-F238E27FC236}">
                    <a16:creationId xmlns:a16="http://schemas.microsoft.com/office/drawing/2014/main" id="{41F9918D-198C-DE48-9615-35F2B15F6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22984" y="4077072"/>
                <a:ext cx="7920038" cy="492443"/>
              </a:xfrm>
              <a:prstGeom prst="rect">
                <a:avLst/>
              </a:prstGeom>
              <a:blipFill>
                <a:blip r:embed="rId5"/>
                <a:stretch>
                  <a:fillRect t="-17949" b="-307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40" name="Rectangle 16">
            <a:extLst>
              <a:ext uri="{FF2B5EF4-FFF2-40B4-BE49-F238E27FC236}">
                <a16:creationId xmlns:a16="http://schemas.microsoft.com/office/drawing/2014/main" id="{24E473C7-58A5-524F-94AA-CF2BD14AD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33" y="6016368"/>
            <a:ext cx="883953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样本空间只有两个样本点的情况，都可以用两点分布来描述。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42" name="Rectangle 18">
                <a:extLst>
                  <a:ext uri="{FF2B5EF4-FFF2-40B4-BE49-F238E27FC236}">
                    <a16:creationId xmlns:a16="http://schemas.microsoft.com/office/drawing/2014/main" id="{642625CC-F8A7-674F-8B11-85DB5D37B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72324" y="1194935"/>
                <a:ext cx="5408830" cy="4546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定义： 若随机变量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的分布律为</a:t>
                </a:r>
                <a:r>
                  <a:rPr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:</a:t>
                </a:r>
              </a:p>
            </p:txBody>
          </p:sp>
        </mc:Choice>
        <mc:Fallback xmlns="">
          <p:sp>
            <p:nvSpPr>
              <p:cNvPr id="77842" name="Rectangle 18">
                <a:extLst>
                  <a:ext uri="{FF2B5EF4-FFF2-40B4-BE49-F238E27FC236}">
                    <a16:creationId xmlns:a16="http://schemas.microsoft.com/office/drawing/2014/main" id="{642625CC-F8A7-674F-8B11-85DB5D37BD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72324" y="1194935"/>
                <a:ext cx="5408830" cy="454613"/>
              </a:xfrm>
              <a:prstGeom prst="rect">
                <a:avLst/>
              </a:prstGeom>
              <a:blipFill>
                <a:blip r:embed="rId6"/>
                <a:stretch>
                  <a:fillRect t="-27027" r="-1639" b="-2973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4008885-A954-4170-B51E-579A23C8E048}"/>
                  </a:ext>
                </a:extLst>
              </p:cNvPr>
              <p:cNvSpPr txBox="1"/>
              <p:nvPr/>
            </p:nvSpPr>
            <p:spPr>
              <a:xfrm>
                <a:off x="-272324" y="4849578"/>
                <a:ext cx="8280920" cy="507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b="0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600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sz="2600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600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600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600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600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600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600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600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600" b="0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600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b="0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600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600" b="0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600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altLang="zh-CN" sz="2600" b="0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600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600" b="0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600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600" b="0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600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600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D4008885-A954-4170-B51E-579A23C8E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2324" y="4849578"/>
                <a:ext cx="8280920" cy="507511"/>
              </a:xfrm>
              <a:prstGeom prst="rect">
                <a:avLst/>
              </a:prstGeom>
              <a:blipFill>
                <a:blip r:embed="rId7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E111E1FC-C259-B4E4-86FC-D12DE2349322}"/>
              </a:ext>
            </a:extLst>
          </p:cNvPr>
          <p:cNvSpPr/>
          <p:nvPr/>
        </p:nvSpPr>
        <p:spPr bwMode="auto">
          <a:xfrm>
            <a:off x="2602577" y="116632"/>
            <a:ext cx="39388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0-1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分布</a:t>
            </a: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两点分布</a:t>
            </a: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)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D4DB31CB-FC55-C161-C029-1A6096341AE9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7512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0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>
            <a:extLst>
              <a:ext uri="{FF2B5EF4-FFF2-40B4-BE49-F238E27FC236}">
                <a16:creationId xmlns:a16="http://schemas.microsoft.com/office/drawing/2014/main" id="{8414855A-6975-274B-9151-ED58E949B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68760"/>
            <a:ext cx="8101013" cy="1941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fontAlgn="t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设一个袋中装有</a:t>
            </a:r>
            <a:r>
              <a:rPr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个红球和</a:t>
            </a:r>
            <a:r>
              <a:rPr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7</a:t>
            </a:r>
            <a:r>
              <a: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个白球，现在从中随机抽取一球，如果每个球抽取的机会相等，并且用数“</a:t>
            </a:r>
            <a:r>
              <a:rPr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1”</a:t>
            </a:r>
            <a:r>
              <a: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代表取得红球，“</a:t>
            </a:r>
            <a:r>
              <a:rPr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0”</a:t>
            </a:r>
            <a:r>
              <a: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代表取得白球，则随机抽取一球所得的值是一个离散型随机变量</a:t>
            </a:r>
          </a:p>
        </p:txBody>
      </p:sp>
      <p:graphicFrame>
        <p:nvGraphicFramePr>
          <p:cNvPr id="78852" name="Object 4">
            <a:extLst>
              <a:ext uri="{FF2B5EF4-FFF2-40B4-BE49-F238E27FC236}">
                <a16:creationId xmlns:a16="http://schemas.microsoft.com/office/drawing/2014/main" id="{1E08C23B-5AAF-A544-A56B-121944B63C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511234"/>
              </p:ext>
            </p:extLst>
          </p:nvPr>
        </p:nvGraphicFramePr>
        <p:xfrm>
          <a:off x="2771316" y="3530292"/>
          <a:ext cx="3027685" cy="958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3" imgW="35102800" imgH="11112500" progId="Equation.DSMT4">
                  <p:embed/>
                </p:oleObj>
              </mc:Choice>
              <mc:Fallback>
                <p:oleObj name="Equation" r:id="rId3" imgW="35102800" imgH="11112500" progId="Equation.DSMT4">
                  <p:embed/>
                  <p:pic>
                    <p:nvPicPr>
                      <p:cNvPr id="78852" name="Object 4">
                        <a:extLst>
                          <a:ext uri="{FF2B5EF4-FFF2-40B4-BE49-F238E27FC236}">
                            <a16:creationId xmlns:a16="http://schemas.microsoft.com/office/drawing/2014/main" id="{1E08C23B-5AAF-A544-A56B-121944B63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316" y="3530292"/>
                        <a:ext cx="3027685" cy="958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3" name="Text Box 5">
            <a:extLst>
              <a:ext uri="{FF2B5EF4-FFF2-40B4-BE49-F238E27FC236}">
                <a16:creationId xmlns:a16="http://schemas.microsoft.com/office/drawing/2014/main" id="{FE04D1F6-4063-074E-B3DB-ACE8EC0FF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46" y="4929878"/>
            <a:ext cx="3024188" cy="436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zh-CN" altLang="en-US" sz="24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其概率分布为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854" name="Object 6">
                <a:extLst>
                  <a:ext uri="{FF2B5EF4-FFF2-40B4-BE49-F238E27FC236}">
                    <a16:creationId xmlns:a16="http://schemas.microsoft.com/office/drawing/2014/main" id="{2E18163F-4827-3A44-9DA4-923079214206}"/>
                  </a:ext>
                </a:extLst>
              </p:cNvPr>
              <p:cNvSpPr txBox="1"/>
              <p:nvPr/>
            </p:nvSpPr>
            <p:spPr bwMode="auto">
              <a:xfrm>
                <a:off x="3203848" y="4728733"/>
                <a:ext cx="1874837" cy="819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=1}=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b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zh-CN" altLang="en-US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8854" name="Object 6">
                <a:extLst>
                  <a:ext uri="{FF2B5EF4-FFF2-40B4-BE49-F238E27FC236}">
                    <a16:creationId xmlns:a16="http://schemas.microsoft.com/office/drawing/2014/main" id="{2E18163F-4827-3A44-9DA4-923079214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848" y="4728733"/>
                <a:ext cx="1874837" cy="819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855" name="Object 7">
                <a:extLst>
                  <a:ext uri="{FF2B5EF4-FFF2-40B4-BE49-F238E27FC236}">
                    <a16:creationId xmlns:a16="http://schemas.microsoft.com/office/drawing/2014/main" id="{9BB7678E-934F-0D42-8E43-7013276676D8}"/>
                  </a:ext>
                </a:extLst>
              </p:cNvPr>
              <p:cNvSpPr txBox="1"/>
              <p:nvPr/>
            </p:nvSpPr>
            <p:spPr bwMode="auto">
              <a:xfrm>
                <a:off x="5533723" y="4713344"/>
                <a:ext cx="2015505" cy="7891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=0}=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zh-CN" altLang="en-US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8855" name="Object 7">
                <a:extLst>
                  <a:ext uri="{FF2B5EF4-FFF2-40B4-BE49-F238E27FC236}">
                    <a16:creationId xmlns:a16="http://schemas.microsoft.com/office/drawing/2014/main" id="{9BB7678E-934F-0D42-8E43-701327667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3723" y="4713344"/>
                <a:ext cx="2015505" cy="7891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856" name="Text Box 8">
                <a:extLst>
                  <a:ext uri="{FF2B5EF4-FFF2-40B4-BE49-F238E27FC236}">
                    <a16:creationId xmlns:a16="http://schemas.microsoft.com/office/drawing/2014/main" id="{4870B4DB-D74A-0B43-BB63-C326E5DB8A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346" y="5729742"/>
                <a:ext cx="3960813" cy="4361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t">
                  <a:lnSpc>
                    <a:spcPct val="90000"/>
                  </a:lnSpc>
                  <a:spcBef>
                    <a:spcPct val="5000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zh-CN" altLang="en-US" sz="24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400" dirty="0">
                    <a:solidFill>
                      <a:srgbClr val="001892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服从两点分布。</a:t>
                </a:r>
              </a:p>
            </p:txBody>
          </p:sp>
        </mc:Choice>
        <mc:Fallback xmlns="">
          <p:sp>
            <p:nvSpPr>
              <p:cNvPr id="78856" name="Text Box 8">
                <a:extLst>
                  <a:ext uri="{FF2B5EF4-FFF2-40B4-BE49-F238E27FC236}">
                    <a16:creationId xmlns:a16="http://schemas.microsoft.com/office/drawing/2014/main" id="{4870B4DB-D74A-0B43-BB63-C326E5DB8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346" y="5729742"/>
                <a:ext cx="3960813" cy="436146"/>
              </a:xfrm>
              <a:prstGeom prst="rect">
                <a:avLst/>
              </a:prstGeom>
              <a:blipFill>
                <a:blip r:embed="rId7"/>
                <a:stretch>
                  <a:fillRect t="-17143" b="-314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E8FDD444-BAE9-F4F4-45C1-83C85205A4CB}"/>
              </a:ext>
            </a:extLst>
          </p:cNvPr>
          <p:cNvSpPr/>
          <p:nvPr/>
        </p:nvSpPr>
        <p:spPr bwMode="auto">
          <a:xfrm>
            <a:off x="3261414" y="116632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Practice #1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ABC02C8F-8A0C-CC94-AD45-26663E6B56DD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BE1F74ED-3354-6F9E-BAB0-84224C88908F}"/>
              </a:ext>
            </a:extLst>
          </p:cNvPr>
          <p:cNvSpPr/>
          <p:nvPr/>
        </p:nvSpPr>
        <p:spPr bwMode="auto">
          <a:xfrm>
            <a:off x="396031" y="1192394"/>
            <a:ext cx="8532565" cy="1980725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343694-F9D6-C6A8-EE4A-CF6FFC849D47}"/>
              </a:ext>
            </a:extLst>
          </p:cNvPr>
          <p:cNvSpPr txBox="1"/>
          <p:nvPr/>
        </p:nvSpPr>
        <p:spPr>
          <a:xfrm>
            <a:off x="324346" y="3505516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解</a:t>
            </a:r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：</a:t>
            </a:r>
            <a:endParaRPr lang="zh-CN" altLang="en-US" sz="2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FD0431-A5B4-60D7-7947-53F6055FA6CA}"/>
              </a:ext>
            </a:extLst>
          </p:cNvPr>
          <p:cNvSpPr txBox="1"/>
          <p:nvPr/>
        </p:nvSpPr>
        <p:spPr>
          <a:xfrm>
            <a:off x="344235" y="1280373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例：</a:t>
            </a:r>
            <a:endParaRPr lang="zh-CN" altLang="en-US" sz="26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3" grpId="0"/>
      <p:bldP spid="78854" grpId="0"/>
      <p:bldP spid="78855" grpId="0"/>
      <p:bldP spid="78856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2">
                <a:extLst>
                  <a:ext uri="{FF2B5EF4-FFF2-40B4-BE49-F238E27FC236}">
                    <a16:creationId xmlns:a16="http://schemas.microsoft.com/office/drawing/2014/main" id="{DCA98F7B-1E39-B941-B907-0122AC39EA94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271877" y="2163646"/>
                <a:ext cx="8784975" cy="2530707"/>
              </a:xfrm>
              <a:ln/>
              <a:extLst>
                <a:ext uri="{91240B29-F687-4F45-9708-019B960494DF}">
                  <a14:hiddenLine w="9525">
                    <a:solidFill>
                      <a:srgbClr val="4E3CFA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lvl="0" defTabSz="685800">
                  <a:lnSpc>
                    <a:spcPct val="150000"/>
                  </a:lnSpc>
                  <a:spcBef>
                    <a:spcPct val="50000"/>
                  </a:spcBef>
                  <a:buClr>
                    <a:srgbClr val="C00000"/>
                  </a:buClr>
                  <a:buSzPct val="90000"/>
                </a:pPr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  <a:t>在实际中常遇到一类特殊的试验，它有两个可能的结果，这样的试验称为</a:t>
                </a:r>
                <a:r>
                  <a:rPr lang="zh-CN" altLang="en-US" sz="26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伯努利</a:t>
                </a:r>
                <a:r>
                  <a:rPr lang="en-US" altLang="zh-CN" sz="26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Bernoulli</a:t>
                </a:r>
                <a:r>
                  <a:rPr lang="zh-CN" altLang="en-US" sz="26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试验</a:t>
                </a:r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  <a:t/>
                </a:r>
                <a:br>
                  <a:rPr lang="en-US" altLang="zh-CN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</a:br>
                <a:r>
                  <a:rPr lang="en-US" altLang="zh-CN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  <a:t/>
                </a:r>
                <a:br>
                  <a:rPr lang="en-US" altLang="zh-CN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</a:br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  <a:t>有的试验结果可能不止两个，但是我们可能感兴趣的是事件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  <a:t>是否发生，那么可以把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  <a:t>作为一个结果，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600" b="1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a:rPr lang="en-US" altLang="zh-CN" sz="2600" b="1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latin typeface="+mn-lt"/>
                    <a:cs typeface="Times New Roman" panose="02020603050405020304" pitchFamily="18" charset="0"/>
                  </a:rPr>
                  <a:t>作为另一个结果。</a:t>
                </a:r>
                <a:endParaRPr lang="en-US" altLang="zh-CN" sz="2600" b="1" dirty="0">
                  <a:solidFill>
                    <a:srgbClr val="001892"/>
                  </a:solidFill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2">
                <a:extLst>
                  <a:ext uri="{FF2B5EF4-FFF2-40B4-BE49-F238E27FC236}">
                    <a16:creationId xmlns:a16="http://schemas.microsoft.com/office/drawing/2014/main" id="{DCA98F7B-1E39-B941-B907-0122AC39EA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71877" y="2163646"/>
                <a:ext cx="8784975" cy="2530707"/>
              </a:xfrm>
              <a:blipFill>
                <a:blip r:embed="rId2"/>
                <a:stretch>
                  <a:fillRect l="-1299" t="-39500" b="-5000"/>
                </a:stretch>
              </a:blipFill>
              <a:ln/>
              <a:extLst>
                <a:ext uri="{91240B29-F687-4F45-9708-019B960494DF}">
                  <a14:hiddenLine xmlns:a14="http://schemas.microsoft.com/office/drawing/2010/main" w="9525">
                    <a:solidFill>
                      <a:srgbClr val="4E3CFA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C6A7CFEB-3E67-F2F5-D1A8-E0499AF42CD1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8784B1BD-4D5C-CF3C-4A75-BCD79B4B7083}"/>
              </a:ext>
            </a:extLst>
          </p:cNvPr>
          <p:cNvSpPr/>
          <p:nvPr/>
        </p:nvSpPr>
        <p:spPr bwMode="auto">
          <a:xfrm>
            <a:off x="1907677" y="116632"/>
            <a:ext cx="53287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0-1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分布</a:t>
            </a: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两点分布</a:t>
            </a: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)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的应用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BFFACBBA-0818-3369-46D3-0BCC10981A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20510" t="35294" r="34856" b="42043"/>
          <a:stretch/>
        </p:blipFill>
        <p:spPr>
          <a:xfrm>
            <a:off x="2028968" y="5013176"/>
            <a:ext cx="5270792" cy="131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318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34F636CD-F158-4730-AD19-970CE85FA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30" y="1484784"/>
            <a:ext cx="5448340" cy="4576796"/>
          </a:xfrm>
          <a:prstGeom prst="rect">
            <a:avLst/>
          </a:prstGeom>
        </p:spPr>
      </p:pic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CBD5461C-C9C2-9E7D-B5DC-C289980732F0}"/>
              </a:ext>
            </a:extLst>
          </p:cNvPr>
          <p:cNvSpPr/>
          <p:nvPr/>
        </p:nvSpPr>
        <p:spPr bwMode="auto">
          <a:xfrm>
            <a:off x="2602577" y="116632"/>
            <a:ext cx="39388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0-1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分布</a:t>
            </a: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两点分布</a:t>
            </a: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)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64C8D2F8-0E7B-EF2E-2274-5E827F2D85A1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202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>
            <a:extLst>
              <a:ext uri="{FF2B5EF4-FFF2-40B4-BE49-F238E27FC236}">
                <a16:creationId xmlns:a16="http://schemas.microsoft.com/office/drawing/2014/main" id="{5C008037-F0AF-E34A-83ED-B44B815F8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7700" y="1916832"/>
            <a:ext cx="7848600" cy="244792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4E3CFA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600" b="1" dirty="0">
                <a:solidFill>
                  <a:srgbClr val="001892"/>
                </a:solidFill>
                <a:cs typeface="Times New Roman" panose="02020603050405020304" pitchFamily="18" charset="0"/>
              </a:rPr>
              <a:t>如果一个试验序列是由伯努利试验独立重复形成的试验序列，则称其为伯努利试验序列。</a:t>
            </a:r>
            <a:endParaRPr lang="en-US" altLang="zh-CN" sz="2600" b="1" dirty="0">
              <a:solidFill>
                <a:srgbClr val="001892"/>
              </a:solidFill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Monotype Sorts" pitchFamily="2" charset="2"/>
              <a:buNone/>
            </a:pPr>
            <a:endParaRPr lang="en-US" altLang="zh-CN" sz="2600" b="1" dirty="0">
              <a:solidFill>
                <a:srgbClr val="001892"/>
              </a:solidFill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Monotype Sorts" pitchFamily="2" charset="2"/>
              <a:buNone/>
            </a:pPr>
            <a:r>
              <a:rPr lang="zh-CN" altLang="en-US" sz="2600" b="1" dirty="0">
                <a:solidFill>
                  <a:srgbClr val="001892"/>
                </a:solidFill>
                <a:cs typeface="Times New Roman" panose="02020603050405020304" pitchFamily="18" charset="0"/>
              </a:rPr>
              <a:t>特别的，由一个伯努利试验独立重复</a:t>
            </a:r>
            <a:r>
              <a:rPr lang="en-US" altLang="zh-CN" sz="2600" b="1" i="1" dirty="0">
                <a:solidFill>
                  <a:srgbClr val="001892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rgbClr val="001892"/>
                </a:solidFill>
                <a:cs typeface="Times New Roman" panose="02020603050405020304" pitchFamily="18" charset="0"/>
              </a:rPr>
              <a:t>次形成的试验序列，称为</a:t>
            </a:r>
            <a:r>
              <a:rPr lang="en-US" altLang="zh-CN" sz="2600" b="1" i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n</a:t>
            </a:r>
            <a:r>
              <a:rPr lang="zh-CN" altLang="en-US" sz="2600" b="1" u="sng" dirty="0">
                <a:solidFill>
                  <a:srgbClr val="C00000"/>
                </a:solidFill>
                <a:cs typeface="Times New Roman" panose="02020603050405020304" pitchFamily="18" charset="0"/>
              </a:rPr>
              <a:t>重伯努利试验</a:t>
            </a:r>
            <a:r>
              <a:rPr lang="zh-CN" altLang="en-US" sz="2600" b="1" dirty="0">
                <a:solidFill>
                  <a:srgbClr val="001892"/>
                </a:solidFill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solidFill>
                <a:srgbClr val="001892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22D4D34E-D318-6850-D2CF-5ED38DBD7ECB}"/>
              </a:ext>
            </a:extLst>
          </p:cNvPr>
          <p:cNvSpPr/>
          <p:nvPr/>
        </p:nvSpPr>
        <p:spPr bwMode="auto">
          <a:xfrm>
            <a:off x="1527738" y="116632"/>
            <a:ext cx="60885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二项分布（</a:t>
            </a:r>
            <a:r>
              <a:rPr kumimoji="0" lang="en-US" altLang="zh-CN" sz="3600" b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36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重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伯努利试验）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B2897F7-EA22-8F3F-BA6D-CAD3A7D4CE52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6900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2995" name="Rectangle 3">
                <a:extLst>
                  <a:ext uri="{FF2B5EF4-FFF2-40B4-BE49-F238E27FC236}">
                    <a16:creationId xmlns:a16="http://schemas.microsoft.com/office/drawing/2014/main" id="{5C008037-F0AF-E34A-83ED-B44B815F8FF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47700" y="1340768"/>
                <a:ext cx="7848600" cy="2447925"/>
              </a:xfrm>
              <a:ln/>
              <a:extLst>
                <a:ext uri="{91240B29-F687-4F45-9708-019B960494DF}">
                  <a14:hiddenLine w="9525">
                    <a:solidFill>
                      <a:srgbClr val="4E3CFA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袋中装有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只白球，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只黑球。试验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是在袋中任取一球，观察其颜色。</a:t>
                </a:r>
                <a:endParaRPr lang="en-US" altLang="zh-CN" sz="2600" b="1" dirty="0">
                  <a:solidFill>
                    <a:srgbClr val="001892"/>
                  </a:solidFill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表示</a:t>
                </a:r>
                <a:r>
                  <a:rPr lang="en-US" altLang="zh-CN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{</a:t>
                </a:r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取到白球</a:t>
                </a:r>
                <a:r>
                  <a:rPr lang="en-US" altLang="zh-CN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}</a:t>
                </a:r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/(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600" b="1" dirty="0">
                  <a:solidFill>
                    <a:srgbClr val="001892"/>
                  </a:solidFill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若连续取球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次作放回抽样，这就是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重伯努利试验。</a:t>
                </a:r>
                <a:endParaRPr lang="en-US" altLang="zh-CN" sz="2600" b="1" dirty="0">
                  <a:solidFill>
                    <a:srgbClr val="001892"/>
                  </a:solidFill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然而，若作不放回抽样，虽然每次试验都有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/(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altLang="zh-CN" sz="2600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，然而各次试验之间不再相互独立，因而不是</a:t>
                </a:r>
                <a:r>
                  <a:rPr lang="en-US" altLang="zh-CN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n</a:t>
                </a:r>
                <a:r>
                  <a:rPr lang="zh-CN" altLang="en-US" sz="2600" b="1" dirty="0">
                    <a:solidFill>
                      <a:srgbClr val="001892"/>
                    </a:solidFill>
                    <a:cs typeface="Times New Roman" panose="02020603050405020304" pitchFamily="18" charset="0"/>
                  </a:rPr>
                  <a:t>重伯努利试验。</a:t>
                </a:r>
                <a:endParaRPr lang="en-US" altLang="zh-CN" sz="2600" b="1" dirty="0">
                  <a:solidFill>
                    <a:srgbClr val="001892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2995" name="Rectangle 3">
                <a:extLst>
                  <a:ext uri="{FF2B5EF4-FFF2-40B4-BE49-F238E27FC236}">
                    <a16:creationId xmlns:a16="http://schemas.microsoft.com/office/drawing/2014/main" id="{5C008037-F0AF-E34A-83ED-B44B815F8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47700" y="1340768"/>
                <a:ext cx="7848600" cy="2447925"/>
              </a:xfrm>
              <a:blipFill>
                <a:blip r:embed="rId2"/>
                <a:stretch>
                  <a:fillRect l="-1290" r="-5484" b="-86598"/>
                </a:stretch>
              </a:blipFill>
              <a:ln/>
              <a:extLst>
                <a:ext uri="{91240B29-F687-4F45-9708-019B960494DF}">
                  <a14:hiddenLine xmlns:a14="http://schemas.microsoft.com/office/drawing/2010/main" w="9525">
                    <a:solidFill>
                      <a:srgbClr val="4E3CFA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22D4D34E-D318-6850-D2CF-5ED38DBD7ECB}"/>
              </a:ext>
            </a:extLst>
          </p:cNvPr>
          <p:cNvSpPr/>
          <p:nvPr/>
        </p:nvSpPr>
        <p:spPr bwMode="auto">
          <a:xfrm>
            <a:off x="1527738" y="116632"/>
            <a:ext cx="60885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二项分布（</a:t>
            </a:r>
            <a:r>
              <a:rPr kumimoji="0" lang="en-US" altLang="zh-CN" sz="3600" b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36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重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伯努利试验）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B2897F7-EA22-8F3F-BA6D-CAD3A7D4CE52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6140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E7455CC3-B126-024E-B1F3-7EC7C5757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023072"/>
            <a:ext cx="8333981" cy="1541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一批产品的次品率为</a:t>
            </a:r>
            <a:r>
              <a:rPr kumimoji="1" lang="en-US" altLang="zh-CN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kumimoji="1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，从中每次任取一个，检验后放回，再取一个，连取 </a:t>
            </a:r>
            <a:r>
              <a:rPr kumimoji="1" lang="en-US" altLang="zh-CN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kumimoji="1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次。求 </a:t>
            </a:r>
            <a:r>
              <a:rPr kumimoji="1" lang="en-US" altLang="zh-CN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kumimoji="1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次中恰有 </a:t>
            </a:r>
            <a:r>
              <a:rPr kumimoji="1" lang="en-US" altLang="zh-CN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kumimoji="1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次取到次品的概率。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019" name="Rectangle 3">
                <a:extLst>
                  <a:ext uri="{FF2B5EF4-FFF2-40B4-BE49-F238E27FC236}">
                    <a16:creationId xmlns:a16="http://schemas.microsoft.com/office/drawing/2014/main" id="{4C094360-D178-D147-BC4D-75961E01C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146" y="3439166"/>
                <a:ext cx="8382000" cy="4943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defTabSz="91440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2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｛取到次品｝，则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60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CN" sz="2600" i="1">
                            <a:solidFill>
                              <a:srgbClr val="001892"/>
                            </a:solidFill>
                            <a:latin typeface="+mn-lt"/>
                            <a:ea typeface="KaiTi" panose="02010609060101010101" pitchFamily="49" charset="-122"/>
                          </a:rPr>
                          <m:t>A</m:t>
                        </m:r>
                      </m:e>
                    </m:acc>
                    <m:r>
                      <a:rPr lang="en-US" altLang="zh-CN" sz="2600" b="1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=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｛取到正品｝</a:t>
                </a:r>
                <a:r>
                  <a:rPr kumimoji="1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4019" name="Rectangle 3">
                <a:extLst>
                  <a:ext uri="{FF2B5EF4-FFF2-40B4-BE49-F238E27FC236}">
                    <a16:creationId xmlns:a16="http://schemas.microsoft.com/office/drawing/2014/main" id="{4C094360-D178-D147-BC4D-75961E01C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146" y="3439166"/>
                <a:ext cx="8382000" cy="494302"/>
              </a:xfrm>
              <a:prstGeom prst="rect">
                <a:avLst/>
              </a:prstGeom>
              <a:blipFill>
                <a:blip r:embed="rId3"/>
                <a:stretch>
                  <a:fillRect l="-303" t="-12500" b="-3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4024" name="Object 8">
            <a:extLst>
              <a:ext uri="{FF2B5EF4-FFF2-40B4-BE49-F238E27FC236}">
                <a16:creationId xmlns:a16="http://schemas.microsoft.com/office/drawing/2014/main" id="{840C906D-BD2B-3B43-8811-0AC116412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231120"/>
              </p:ext>
            </p:extLst>
          </p:nvPr>
        </p:nvGraphicFramePr>
        <p:xfrm>
          <a:off x="563511" y="4935792"/>
          <a:ext cx="2055604" cy="42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r:id="rId4" imgW="22237700" imgH="4686300" progId="Equation.DSMT4">
                  <p:embed/>
                </p:oleObj>
              </mc:Choice>
              <mc:Fallback>
                <p:oleObj r:id="rId4" imgW="22237700" imgH="4686300" progId="Equation.DSMT4">
                  <p:embed/>
                  <p:pic>
                    <p:nvPicPr>
                      <p:cNvPr id="214024" name="Object 8">
                        <a:extLst>
                          <a:ext uri="{FF2B5EF4-FFF2-40B4-BE49-F238E27FC236}">
                            <a16:creationId xmlns:a16="http://schemas.microsoft.com/office/drawing/2014/main" id="{840C906D-BD2B-3B43-8811-0AC116412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11" y="4935792"/>
                        <a:ext cx="2055604" cy="426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6" name="Object 10">
            <a:extLst>
              <a:ext uri="{FF2B5EF4-FFF2-40B4-BE49-F238E27FC236}">
                <a16:creationId xmlns:a16="http://schemas.microsoft.com/office/drawing/2014/main" id="{CB28CAA8-0559-194C-8E3B-B8BBC1753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736004"/>
              </p:ext>
            </p:extLst>
          </p:nvPr>
        </p:nvGraphicFramePr>
        <p:xfrm>
          <a:off x="3347864" y="4840359"/>
          <a:ext cx="4576763" cy="495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r:id="rId6" imgW="48564800" imgH="5270500" progId="Equation.DSMT4">
                  <p:embed/>
                </p:oleObj>
              </mc:Choice>
              <mc:Fallback>
                <p:oleObj r:id="rId6" imgW="48564800" imgH="5270500" progId="Equation.DSMT4">
                  <p:embed/>
                  <p:pic>
                    <p:nvPicPr>
                      <p:cNvPr id="214026" name="Object 10">
                        <a:extLst>
                          <a:ext uri="{FF2B5EF4-FFF2-40B4-BE49-F238E27FC236}">
                            <a16:creationId xmlns:a16="http://schemas.microsoft.com/office/drawing/2014/main" id="{CB28CAA8-0559-194C-8E3B-B8BBC17535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840359"/>
                        <a:ext cx="4576763" cy="4952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8" name="Object 12">
            <a:extLst>
              <a:ext uri="{FF2B5EF4-FFF2-40B4-BE49-F238E27FC236}">
                <a16:creationId xmlns:a16="http://schemas.microsoft.com/office/drawing/2014/main" id="{364425A8-72C8-2B41-B6D0-DC934A00D7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22344"/>
              </p:ext>
            </p:extLst>
          </p:nvPr>
        </p:nvGraphicFramePr>
        <p:xfrm>
          <a:off x="1931694" y="5625496"/>
          <a:ext cx="4576764" cy="458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r:id="rId8" imgW="52666900" imgH="5270500" progId="Equation.DSMT4">
                  <p:embed/>
                </p:oleObj>
              </mc:Choice>
              <mc:Fallback>
                <p:oleObj r:id="rId8" imgW="52666900" imgH="5270500" progId="Equation.DSMT4">
                  <p:embed/>
                  <p:pic>
                    <p:nvPicPr>
                      <p:cNvPr id="214028" name="Object 12">
                        <a:extLst>
                          <a:ext uri="{FF2B5EF4-FFF2-40B4-BE49-F238E27FC236}">
                            <a16:creationId xmlns:a16="http://schemas.microsoft.com/office/drawing/2014/main" id="{364425A8-72C8-2B41-B6D0-DC934A00D7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694" y="5625496"/>
                        <a:ext cx="4576764" cy="4585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30" name="Object 14">
            <a:extLst>
              <a:ext uri="{FF2B5EF4-FFF2-40B4-BE49-F238E27FC236}">
                <a16:creationId xmlns:a16="http://schemas.microsoft.com/office/drawing/2014/main" id="{2195BC1C-4794-2B4C-A115-B99F1BCF9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945864"/>
              </p:ext>
            </p:extLst>
          </p:nvPr>
        </p:nvGraphicFramePr>
        <p:xfrm>
          <a:off x="1931694" y="6165304"/>
          <a:ext cx="4732338" cy="47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10" imgW="54419500" imgH="5562600" progId="Equation.DSMT4">
                  <p:embed/>
                </p:oleObj>
              </mc:Choice>
              <mc:Fallback>
                <p:oleObj r:id="rId10" imgW="54419500" imgH="5562600" progId="Equation.DSMT4">
                  <p:embed/>
                  <p:pic>
                    <p:nvPicPr>
                      <p:cNvPr id="214030" name="Object 14">
                        <a:extLst>
                          <a:ext uri="{FF2B5EF4-FFF2-40B4-BE49-F238E27FC236}">
                            <a16:creationId xmlns:a16="http://schemas.microsoft.com/office/drawing/2014/main" id="{2195BC1C-4794-2B4C-A115-B99F1BCF90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694" y="6165304"/>
                        <a:ext cx="4732338" cy="4774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35" name="Text Box 19">
            <a:extLst>
              <a:ext uri="{FF2B5EF4-FFF2-40B4-BE49-F238E27FC236}">
                <a16:creationId xmlns:a16="http://schemas.microsoft.com/office/drawing/2014/main" id="{EB84B86C-0E45-814D-B153-0581CC09B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426" y="2813125"/>
            <a:ext cx="4968875" cy="45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1" lang="en-US" altLang="zh-CN" sz="260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60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 = 4 </a:t>
            </a:r>
            <a:r>
              <a:rPr kumimoji="1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kumimoji="0" lang="en-US" altLang="zh-CN" sz="260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Bernoulli </a:t>
            </a:r>
            <a:r>
              <a:rPr kumimoji="0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试验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036" name="Rectangle 20">
                <a:extLst>
                  <a:ext uri="{FF2B5EF4-FFF2-40B4-BE49-F238E27FC236}">
                    <a16:creationId xmlns:a16="http://schemas.microsoft.com/office/drawing/2014/main" id="{81EAC334-61D6-B345-95E1-3759BDFBF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138324"/>
                <a:ext cx="4368481" cy="4546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908050" marR="0" lvl="0" indent="-436563" algn="l" defTabSz="914400" rtl="0" eaLnBrk="1" fontAlgn="base" latinLnBrk="0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 typeface="Wingdings" pitchFamily="2" charset="2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2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kumimoji="1" lang="en-US" altLang="zh-CN" sz="260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kumimoji="1" lang="zh-CN" altLang="en-US" sz="260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=</a:t>
                </a:r>
                <a:r>
                  <a:rPr kumimoji="1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{</a:t>
                </a:r>
                <a:r>
                  <a:rPr kumimoji="1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kumimoji="1" lang="en-US" altLang="zh-CN" sz="2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kumimoji="1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次抽样抽到次品</a:t>
                </a:r>
                <a:r>
                  <a:rPr kumimoji="1" lang="en-US" altLang="zh-CN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  <a:cs typeface="Times New Roman" panose="0202060305040502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14036" name="Rectangle 20">
                <a:extLst>
                  <a:ext uri="{FF2B5EF4-FFF2-40B4-BE49-F238E27FC236}">
                    <a16:creationId xmlns:a16="http://schemas.microsoft.com/office/drawing/2014/main" id="{81EAC334-61D6-B345-95E1-3759BDFBF2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138324"/>
                <a:ext cx="4368481" cy="454613"/>
              </a:xfrm>
              <a:prstGeom prst="rect">
                <a:avLst/>
              </a:prstGeom>
              <a:blipFill>
                <a:blip r:embed="rId12"/>
                <a:stretch>
                  <a:fillRect t="-24324" r="-870" b="-324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9EF00D32-8A51-8C6A-F785-4376CCDAA760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>
            <a:extLst>
              <a:ext uri="{FF2B5EF4-FFF2-40B4-BE49-F238E27FC236}">
                <a16:creationId xmlns:a16="http://schemas.microsoft.com/office/drawing/2014/main" id="{EF7AEE21-32CF-F713-C27B-BE79119DA266}"/>
              </a:ext>
            </a:extLst>
          </p:cNvPr>
          <p:cNvSpPr/>
          <p:nvPr/>
        </p:nvSpPr>
        <p:spPr bwMode="auto">
          <a:xfrm>
            <a:off x="341706" y="1048771"/>
            <a:ext cx="8478766" cy="1588141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73464B-6B49-6736-E126-5EAE63104871}"/>
              </a:ext>
            </a:extLst>
          </p:cNvPr>
          <p:cNvSpPr txBox="1"/>
          <p:nvPr/>
        </p:nvSpPr>
        <p:spPr>
          <a:xfrm>
            <a:off x="563511" y="2812601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解</a:t>
            </a:r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：</a:t>
            </a:r>
            <a:endParaRPr lang="zh-CN" altLang="en-US" sz="2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CC0748-FA36-378B-84D4-D3FB535A8CCC}"/>
              </a:ext>
            </a:extLst>
          </p:cNvPr>
          <p:cNvSpPr txBox="1"/>
          <p:nvPr/>
        </p:nvSpPr>
        <p:spPr>
          <a:xfrm>
            <a:off x="450135" y="1096026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例：</a:t>
            </a:r>
            <a:endParaRPr lang="zh-CN" altLang="en-US" sz="2600" dirty="0"/>
          </a:p>
        </p:txBody>
      </p: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EDBD5B50-EBEE-C869-6E4E-09D57F0A7801}"/>
              </a:ext>
            </a:extLst>
          </p:cNvPr>
          <p:cNvSpPr/>
          <p:nvPr/>
        </p:nvSpPr>
        <p:spPr bwMode="auto">
          <a:xfrm>
            <a:off x="3261414" y="116632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Practice #2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/>
      <p:bldP spid="214035" grpId="0"/>
      <p:bldP spid="214036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042" name="Rectangle 2">
                <a:extLst>
                  <a:ext uri="{FF2B5EF4-FFF2-40B4-BE49-F238E27FC236}">
                    <a16:creationId xmlns:a16="http://schemas.microsoft.com/office/drawing/2014/main" id="{B96A8027-1E69-9749-96CB-BD6B29BAB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897" y="3808885"/>
                <a:ext cx="8148683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</a:rPr>
                  <a:t>因为</a:t>
                </a:r>
                <a14:m>
                  <m:oMath xmlns:m="http://schemas.openxmlformats.org/officeDocument/2006/math">
                    <m:r>
                      <a:rPr kumimoji="1" lang="en-US" altLang="zh-CN" sz="2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𝐴</m:t>
                    </m:r>
                    <m:r>
                      <a:rPr kumimoji="1" lang="en-US" altLang="zh-CN" sz="2600" i="1" u="none" strike="noStrike" kern="1200" cap="none" spc="0" normalizeH="0" baseline="-3000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1</m:t>
                    </m:r>
                    <m:r>
                      <a:rPr kumimoji="1" lang="zh-CN" altLang="en-US" sz="2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1" lang="en-US" altLang="zh-CN" sz="2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𝐴</m:t>
                    </m:r>
                    <m:r>
                      <a:rPr kumimoji="1" lang="en-US" altLang="zh-CN" sz="2600" i="1" u="none" strike="noStrike" kern="1200" cap="none" spc="0" normalizeH="0" baseline="-3000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</m:t>
                    </m:r>
                    <m:r>
                      <a:rPr kumimoji="1" lang="zh-CN" altLang="en-US" sz="2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1" lang="en-US" altLang="zh-CN" sz="2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𝐴</m:t>
                    </m:r>
                    <m:r>
                      <a:rPr kumimoji="1" lang="en-US" altLang="zh-CN" sz="2600" i="1" u="none" strike="noStrike" kern="1200" cap="none" spc="0" normalizeH="0" baseline="-3000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3</m:t>
                    </m:r>
                    <m:r>
                      <a:rPr kumimoji="1" lang="zh-CN" altLang="en-US" sz="2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1" lang="en-US" altLang="zh-CN" sz="2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𝐴</m:t>
                    </m:r>
                    <m:r>
                      <a:rPr kumimoji="1" lang="en-US" altLang="zh-CN" sz="2600" i="1" u="none" strike="noStrike" kern="1200" cap="none" spc="0" normalizeH="0" baseline="-3000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4</m:t>
                    </m:r>
                    <m:r>
                      <a:rPr kumimoji="1" lang="en-US" altLang="zh-CN" sz="2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</a:rPr>
                  <a:t>相互独立，所以 </a:t>
                </a:r>
              </a:p>
            </p:txBody>
          </p:sp>
        </mc:Choice>
        <mc:Fallback xmlns="">
          <p:sp>
            <p:nvSpPr>
              <p:cNvPr id="215042" name="Rectangle 2">
                <a:extLst>
                  <a:ext uri="{FF2B5EF4-FFF2-40B4-BE49-F238E27FC236}">
                    <a16:creationId xmlns:a16="http://schemas.microsoft.com/office/drawing/2014/main" id="{B96A8027-1E69-9749-96CB-BD6B29BAB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897" y="3808885"/>
                <a:ext cx="8148683" cy="492443"/>
              </a:xfrm>
              <a:prstGeom prst="rect">
                <a:avLst/>
              </a:prstGeom>
              <a:blipFill>
                <a:blip r:embed="rId3"/>
                <a:stretch>
                  <a:fillRect l="-1402" t="-17949" b="-256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5043" name="Object 3">
            <a:extLst>
              <a:ext uri="{FF2B5EF4-FFF2-40B4-BE49-F238E27FC236}">
                <a16:creationId xmlns:a16="http://schemas.microsoft.com/office/drawing/2014/main" id="{0F14F202-0955-8B42-A8E5-632EFCBFDF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307734"/>
              </p:ext>
            </p:extLst>
          </p:nvPr>
        </p:nvGraphicFramePr>
        <p:xfrm>
          <a:off x="323528" y="4441073"/>
          <a:ext cx="5059119" cy="487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r:id="rId4" imgW="55587900" imgH="5562600" progId="Equation.DSMT4">
                  <p:embed/>
                </p:oleObj>
              </mc:Choice>
              <mc:Fallback>
                <p:oleObj r:id="rId4" imgW="55587900" imgH="5562600" progId="Equation.DSMT4">
                  <p:embed/>
                  <p:pic>
                    <p:nvPicPr>
                      <p:cNvPr id="215043" name="Object 3">
                        <a:extLst>
                          <a:ext uri="{FF2B5EF4-FFF2-40B4-BE49-F238E27FC236}">
                            <a16:creationId xmlns:a16="http://schemas.microsoft.com/office/drawing/2014/main" id="{0F14F202-0955-8B42-A8E5-632EFCBFDF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4441073"/>
                        <a:ext cx="5059119" cy="4871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5" name="Object 5">
            <a:extLst>
              <a:ext uri="{FF2B5EF4-FFF2-40B4-BE49-F238E27FC236}">
                <a16:creationId xmlns:a16="http://schemas.microsoft.com/office/drawing/2014/main" id="{30E6C5F5-A3E3-0F44-817D-39A5F13639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036254"/>
              </p:ext>
            </p:extLst>
          </p:nvPr>
        </p:nvGraphicFramePr>
        <p:xfrm>
          <a:off x="5391194" y="4409869"/>
          <a:ext cx="3214576" cy="472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r:id="rId6" imgW="35699700" imgH="5270500" progId="Equation.DSMT4">
                  <p:embed/>
                </p:oleObj>
              </mc:Choice>
              <mc:Fallback>
                <p:oleObj r:id="rId6" imgW="35699700" imgH="5270500" progId="Equation.DSMT4">
                  <p:embed/>
                  <p:pic>
                    <p:nvPicPr>
                      <p:cNvPr id="215045" name="Object 5">
                        <a:extLst>
                          <a:ext uri="{FF2B5EF4-FFF2-40B4-BE49-F238E27FC236}">
                            <a16:creationId xmlns:a16="http://schemas.microsoft.com/office/drawing/2014/main" id="{30E6C5F5-A3E3-0F44-817D-39A5F13639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94" y="4409869"/>
                        <a:ext cx="3214576" cy="4728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8" name="Object 8">
            <a:extLst>
              <a:ext uri="{FF2B5EF4-FFF2-40B4-BE49-F238E27FC236}">
                <a16:creationId xmlns:a16="http://schemas.microsoft.com/office/drawing/2014/main" id="{894973FA-C31B-644D-8993-C5C2AA5EAD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069548"/>
              </p:ext>
            </p:extLst>
          </p:nvPr>
        </p:nvGraphicFramePr>
        <p:xfrm>
          <a:off x="323528" y="5320862"/>
          <a:ext cx="6539673" cy="525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r:id="rId8" imgW="68173600" imgH="5562600" progId="Equation.DSMT4">
                  <p:embed/>
                </p:oleObj>
              </mc:Choice>
              <mc:Fallback>
                <p:oleObj r:id="rId8" imgW="68173600" imgH="5562600" progId="Equation.DSMT4">
                  <p:embed/>
                  <p:pic>
                    <p:nvPicPr>
                      <p:cNvPr id="215048" name="Object 8">
                        <a:extLst>
                          <a:ext uri="{FF2B5EF4-FFF2-40B4-BE49-F238E27FC236}">
                            <a16:creationId xmlns:a16="http://schemas.microsoft.com/office/drawing/2014/main" id="{894973FA-C31B-644D-8993-C5C2AA5EAD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5320862"/>
                        <a:ext cx="6539673" cy="525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1" name="Object 11">
            <a:extLst>
              <a:ext uri="{FF2B5EF4-FFF2-40B4-BE49-F238E27FC236}">
                <a16:creationId xmlns:a16="http://schemas.microsoft.com/office/drawing/2014/main" id="{8B08AE16-E668-4344-99D3-D26AD34EC1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095170"/>
              </p:ext>
            </p:extLst>
          </p:nvPr>
        </p:nvGraphicFramePr>
        <p:xfrm>
          <a:off x="1051353" y="6041148"/>
          <a:ext cx="1693667" cy="484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10" imgW="16383000" imgH="5562600" progId="Equation.DSMT4">
                  <p:embed/>
                </p:oleObj>
              </mc:Choice>
              <mc:Fallback>
                <p:oleObj name="Equation" r:id="rId10" imgW="16383000" imgH="5562600" progId="Equation.DSMT4">
                  <p:embed/>
                  <p:pic>
                    <p:nvPicPr>
                      <p:cNvPr id="215051" name="Object 11">
                        <a:extLst>
                          <a:ext uri="{FF2B5EF4-FFF2-40B4-BE49-F238E27FC236}">
                            <a16:creationId xmlns:a16="http://schemas.microsoft.com/office/drawing/2014/main" id="{8B08AE16-E668-4344-99D3-D26AD34EC1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353" y="6041148"/>
                        <a:ext cx="1693667" cy="4841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2" name="Object 12">
            <a:extLst>
              <a:ext uri="{FF2B5EF4-FFF2-40B4-BE49-F238E27FC236}">
                <a16:creationId xmlns:a16="http://schemas.microsoft.com/office/drawing/2014/main" id="{7F75344A-8217-104D-B960-F4B07BC96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379976"/>
              </p:ext>
            </p:extLst>
          </p:nvPr>
        </p:nvGraphicFramePr>
        <p:xfrm>
          <a:off x="2771800" y="6001450"/>
          <a:ext cx="2728596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r:id="rId12" imgW="26619200" imgH="4686300" progId="Equation.DSMT4">
                  <p:embed/>
                </p:oleObj>
              </mc:Choice>
              <mc:Fallback>
                <p:oleObj r:id="rId12" imgW="26619200" imgH="4686300" progId="Equation.DSMT4">
                  <p:embed/>
                  <p:pic>
                    <p:nvPicPr>
                      <p:cNvPr id="215052" name="Object 12">
                        <a:extLst>
                          <a:ext uri="{FF2B5EF4-FFF2-40B4-BE49-F238E27FC236}">
                            <a16:creationId xmlns:a16="http://schemas.microsoft.com/office/drawing/2014/main" id="{7F75344A-8217-104D-B960-F4B07BC96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6001450"/>
                        <a:ext cx="2728596" cy="474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3" name="Object 13">
            <a:extLst>
              <a:ext uri="{FF2B5EF4-FFF2-40B4-BE49-F238E27FC236}">
                <a16:creationId xmlns:a16="http://schemas.microsoft.com/office/drawing/2014/main" id="{EFD91D89-5DFA-0B4C-8B22-69853D9633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447685"/>
              </p:ext>
            </p:extLst>
          </p:nvPr>
        </p:nvGraphicFramePr>
        <p:xfrm>
          <a:off x="5680122" y="6037123"/>
          <a:ext cx="1409464" cy="438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r:id="rId14" imgW="13462000" imgH="4102100" progId="Equation.DSMT4">
                  <p:embed/>
                </p:oleObj>
              </mc:Choice>
              <mc:Fallback>
                <p:oleObj r:id="rId14" imgW="13462000" imgH="4102100" progId="Equation.DSMT4">
                  <p:embed/>
                  <p:pic>
                    <p:nvPicPr>
                      <p:cNvPr id="215053" name="Object 13">
                        <a:extLst>
                          <a:ext uri="{FF2B5EF4-FFF2-40B4-BE49-F238E27FC236}">
                            <a16:creationId xmlns:a16="http://schemas.microsoft.com/office/drawing/2014/main" id="{EFD91D89-5DFA-0B4C-8B22-69853D9633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122" y="6037123"/>
                        <a:ext cx="1409464" cy="4389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4" name="Object 14">
            <a:extLst>
              <a:ext uri="{FF2B5EF4-FFF2-40B4-BE49-F238E27FC236}">
                <a16:creationId xmlns:a16="http://schemas.microsoft.com/office/drawing/2014/main" id="{1B928325-560D-E349-A40A-08E238B7E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514099"/>
              </p:ext>
            </p:extLst>
          </p:nvPr>
        </p:nvGraphicFramePr>
        <p:xfrm>
          <a:off x="611189" y="2314100"/>
          <a:ext cx="53289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r:id="rId16" imgW="49733200" imgH="5562600" progId="Equation.DSMT4">
                  <p:embed/>
                </p:oleObj>
              </mc:Choice>
              <mc:Fallback>
                <p:oleObj r:id="rId16" imgW="49733200" imgH="5562600" progId="Equation.DSMT4">
                  <p:embed/>
                  <p:pic>
                    <p:nvPicPr>
                      <p:cNvPr id="215054" name="Object 14">
                        <a:extLst>
                          <a:ext uri="{FF2B5EF4-FFF2-40B4-BE49-F238E27FC236}">
                            <a16:creationId xmlns:a16="http://schemas.microsoft.com/office/drawing/2014/main" id="{1B928325-560D-E349-A40A-08E238B7ED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9" y="2314100"/>
                        <a:ext cx="5328963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5" name="Object 15">
            <a:extLst>
              <a:ext uri="{FF2B5EF4-FFF2-40B4-BE49-F238E27FC236}">
                <a16:creationId xmlns:a16="http://schemas.microsoft.com/office/drawing/2014/main" id="{F7EF4B2F-1310-F246-BA06-410790C3A5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454629"/>
              </p:ext>
            </p:extLst>
          </p:nvPr>
        </p:nvGraphicFramePr>
        <p:xfrm>
          <a:off x="684213" y="3034825"/>
          <a:ext cx="503991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r:id="rId18" imgW="44767500" imgH="5562600" progId="Equation.DSMT4">
                  <p:embed/>
                </p:oleObj>
              </mc:Choice>
              <mc:Fallback>
                <p:oleObj r:id="rId18" imgW="44767500" imgH="5562600" progId="Equation.DSMT4">
                  <p:embed/>
                  <p:pic>
                    <p:nvPicPr>
                      <p:cNvPr id="215055" name="Object 15">
                        <a:extLst>
                          <a:ext uri="{FF2B5EF4-FFF2-40B4-BE49-F238E27FC236}">
                            <a16:creationId xmlns:a16="http://schemas.microsoft.com/office/drawing/2014/main" id="{F7EF4B2F-1310-F246-BA06-410790C3A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034825"/>
                        <a:ext cx="5039915" cy="5222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5056" name="Rectangle 16">
                <a:extLst>
                  <a:ext uri="{FF2B5EF4-FFF2-40B4-BE49-F238E27FC236}">
                    <a16:creationId xmlns:a16="http://schemas.microsoft.com/office/drawing/2014/main" id="{EA6B34A7-C3EB-564F-9D75-BC44B9FB1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896" y="1587632"/>
                <a:ext cx="8784207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</a:rPr>
                  <a:t>四次抽样中</a:t>
                </a:r>
                <a14:m>
                  <m:oMath xmlns:m="http://schemas.openxmlformats.org/officeDocument/2006/math">
                    <m:r>
                      <a:rPr kumimoji="1" lang="en-US" altLang="zh-CN" sz="2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189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𝐴</m:t>
                    </m:r>
                  </m:oMath>
                </a14:m>
                <a:r>
                  <a:rPr kumimoji="1" lang="zh-CN" altLang="en-US" sz="2600" u="none" strike="noStrike" kern="1200" cap="none" spc="0" normalizeH="0" baseline="0" noProof="0" dirty="0">
                    <a:ln>
                      <a:noFill/>
                    </a:ln>
                    <a:solidFill>
                      <a:srgbClr val="001892"/>
                    </a:solidFill>
                    <a:effectLst/>
                    <a:uLnTx/>
                    <a:uFillTx/>
                    <a:latin typeface="+mn-lt"/>
                    <a:ea typeface="KaiTi" panose="02010609060101010101" pitchFamily="49" charset="-122"/>
                  </a:rPr>
                  <a:t>恰好发生两次（有两次取到次品）的情况有 </a:t>
                </a:r>
              </a:p>
            </p:txBody>
          </p:sp>
        </mc:Choice>
        <mc:Fallback xmlns="">
          <p:sp>
            <p:nvSpPr>
              <p:cNvPr id="215056" name="Rectangle 16">
                <a:extLst>
                  <a:ext uri="{FF2B5EF4-FFF2-40B4-BE49-F238E27FC236}">
                    <a16:creationId xmlns:a16="http://schemas.microsoft.com/office/drawing/2014/main" id="{EA6B34A7-C3EB-564F-9D75-BC44B9FB12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896" y="1587632"/>
                <a:ext cx="8784207" cy="492443"/>
              </a:xfrm>
              <a:prstGeom prst="rect">
                <a:avLst/>
              </a:prstGeom>
              <a:blipFill>
                <a:blip r:embed="rId20"/>
                <a:stretch>
                  <a:fillRect l="-1301" t="-15000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5057" name="Object 17">
            <a:extLst>
              <a:ext uri="{FF2B5EF4-FFF2-40B4-BE49-F238E27FC236}">
                <a16:creationId xmlns:a16="http://schemas.microsoft.com/office/drawing/2014/main" id="{AC921434-6269-6B44-8F72-1B61F4D80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399124"/>
              </p:ext>
            </p:extLst>
          </p:nvPr>
        </p:nvGraphicFramePr>
        <p:xfrm>
          <a:off x="6426982" y="2674624"/>
          <a:ext cx="11430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r:id="rId21" imgW="10820400" imgH="5270500" progId="Equation.DSMT4">
                  <p:embed/>
                </p:oleObj>
              </mc:Choice>
              <mc:Fallback>
                <p:oleObj r:id="rId21" imgW="10820400" imgH="5270500" progId="Equation.DSMT4">
                  <p:embed/>
                  <p:pic>
                    <p:nvPicPr>
                      <p:cNvPr id="215057" name="Object 17">
                        <a:extLst>
                          <a:ext uri="{FF2B5EF4-FFF2-40B4-BE49-F238E27FC236}">
                            <a16:creationId xmlns:a16="http://schemas.microsoft.com/office/drawing/2014/main" id="{AC921434-6269-6B44-8F72-1B61F4D801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982" y="2674624"/>
                        <a:ext cx="1143000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4ABD54A7-F882-B095-0A6D-5D41F92FC9B5}"/>
              </a:ext>
            </a:extLst>
          </p:cNvPr>
          <p:cNvSpPr/>
          <p:nvPr/>
        </p:nvSpPr>
        <p:spPr bwMode="auto">
          <a:xfrm>
            <a:off x="1514112" y="116632"/>
            <a:ext cx="61157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二项分布（</a:t>
            </a:r>
            <a:r>
              <a:rPr kumimoji="0" lang="en-US" altLang="zh-CN" sz="36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 n</a:t>
            </a: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重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伯努利试验）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3B8F821-559C-14E1-A021-67BD8601B87D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9874" name="Object 2">
                <a:extLst>
                  <a:ext uri="{FF2B5EF4-FFF2-40B4-BE49-F238E27FC236}">
                    <a16:creationId xmlns:a16="http://schemas.microsoft.com/office/drawing/2014/main" id="{4CD78EE7-27D8-434C-B429-F3C60B888089}"/>
                  </a:ext>
                </a:extLst>
              </p:cNvPr>
              <p:cNvSpPr txBox="1"/>
              <p:nvPr/>
            </p:nvSpPr>
            <p:spPr bwMode="auto">
              <a:xfrm>
                <a:off x="914760" y="3545703"/>
                <a:ext cx="7885112" cy="1347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sz="2600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sSubSup>
                        <m:sSubSupPr>
                          <m:ctrlP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bSup>
                      <m:sSup>
                        <m:sSupPr>
                          <m:ctrlP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sSup>
                        <m:sSupPr>
                          <m:ctrlPr>
                            <a:rPr lang="zh-CN" altLang="en-US" sz="2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...,</m:t>
                      </m:r>
                      <m:r>
                        <a:rPr lang="zh-CN" altLang="en-US" sz="2600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zh-CN" altLang="en-US" sz="2600" b="0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9874" name="Object 2">
                <a:extLst>
                  <a:ext uri="{FF2B5EF4-FFF2-40B4-BE49-F238E27FC236}">
                    <a16:creationId xmlns:a16="http://schemas.microsoft.com/office/drawing/2014/main" id="{4CD78EE7-27D8-434C-B429-F3C60B888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760" y="3545703"/>
                <a:ext cx="7885112" cy="1347788"/>
              </a:xfrm>
              <a:prstGeom prst="rect">
                <a:avLst/>
              </a:prstGeom>
              <a:blipFill>
                <a:blip r:embed="rId2"/>
                <a:stretch>
                  <a:fillRect l="-3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875" name="Rectangle 3">
                <a:extLst>
                  <a:ext uri="{FF2B5EF4-FFF2-40B4-BE49-F238E27FC236}">
                    <a16:creationId xmlns:a16="http://schemas.microsoft.com/office/drawing/2014/main" id="{2D082724-8D13-E943-8257-DCA0AEE15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760" y="5046537"/>
                <a:ext cx="761768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0&lt;</m:t>
                    </m:r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𝑝</m:t>
                    </m:r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&lt;1</m:t>
                    </m:r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, 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kumimoji="1" lang="en-US" altLang="en-US" sz="26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服从参数为 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𝑛</m:t>
                    </m:r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 </m:t>
                    </m:r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𝑝</m:t>
                    </m:r>
                  </m:oMath>
                </a14:m>
                <a:r>
                  <a:rPr kumimoji="1" lang="en-US" altLang="zh-CN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的二项分布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,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记</a:t>
                </a:r>
                <a:endParaRPr kumimoji="1" lang="zh-CN" altLang="en-US" sz="2600" dirty="0">
                  <a:solidFill>
                    <a:srgbClr val="001892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9875" name="Rectangle 3">
                <a:extLst>
                  <a:ext uri="{FF2B5EF4-FFF2-40B4-BE49-F238E27FC236}">
                    <a16:creationId xmlns:a16="http://schemas.microsoft.com/office/drawing/2014/main" id="{2D082724-8D13-E943-8257-DCA0AEE15C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760" y="5046537"/>
                <a:ext cx="7617680" cy="492443"/>
              </a:xfrm>
              <a:prstGeom prst="rect">
                <a:avLst/>
              </a:prstGeom>
              <a:blipFill>
                <a:blip r:embed="rId3"/>
                <a:stretch>
                  <a:fillRect l="-1500" t="-15000" b="-27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876" name="Rectangle 4">
                <a:extLst>
                  <a:ext uri="{FF2B5EF4-FFF2-40B4-BE49-F238E27FC236}">
                    <a16:creationId xmlns:a16="http://schemas.microsoft.com/office/drawing/2014/main" id="{C02D94A9-412F-5648-818D-F62358061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196" y="5800790"/>
                <a:ext cx="1863523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zh-CN" altLang="en-US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𝑏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 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𝑛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, 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  <m:r>
                        <a:rPr kumimoji="1" lang="en-US" altLang="zh-CN" sz="26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600" b="0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9876" name="Rectangle 4">
                <a:extLst>
                  <a:ext uri="{FF2B5EF4-FFF2-40B4-BE49-F238E27FC236}">
                    <a16:creationId xmlns:a16="http://schemas.microsoft.com/office/drawing/2014/main" id="{C02D94A9-412F-5648-818D-F623580610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8196" y="5800790"/>
                <a:ext cx="1863523" cy="492443"/>
              </a:xfrm>
              <a:prstGeom prst="rect">
                <a:avLst/>
              </a:prstGeom>
              <a:blipFill>
                <a:blip r:embed="rId4"/>
                <a:stretch>
                  <a:fillRect l="-676"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879" name="Rectangle 7">
                <a:extLst>
                  <a:ext uri="{FF2B5EF4-FFF2-40B4-BE49-F238E27FC236}">
                    <a16:creationId xmlns:a16="http://schemas.microsoft.com/office/drawing/2014/main" id="{315A4930-9E54-DF4C-968C-BA0CACC2F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68413"/>
                <a:ext cx="9144000" cy="12789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0000"/>
                  </a:lnSpc>
                  <a:spcBef>
                    <a:spcPct val="50000"/>
                  </a:spcBef>
                  <a:buClr>
                    <a:schemeClr val="accent2"/>
                  </a:buClr>
                  <a:buFont typeface="Wingdings" pitchFamily="2" charset="2"/>
                  <a:buChar char="n"/>
                </a:pP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在</a:t>
                </a:r>
                <a:r>
                  <a:rPr kumimoji="1" lang="en-US" altLang="en-US" sz="2600" i="1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n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重贝努利试验中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,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若以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表示</a:t>
                </a:r>
                <a:r>
                  <a:rPr kumimoji="1" lang="zh-CN" altLang="en-US" sz="26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𝐴</m:t>
                    </m:r>
                  </m:oMath>
                </a14:m>
                <a:r>
                  <a:rPr kumimoji="1" lang="zh-CN" altLang="en-US" sz="26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发生的次数</a:t>
                </a: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,</a:t>
                </a:r>
              </a:p>
              <a:p>
                <a:pPr>
                  <a:lnSpc>
                    <a:spcPct val="130000"/>
                  </a:lnSpc>
                  <a:spcBef>
                    <a:spcPct val="5000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kumimoji="1" lang="en-US" altLang="zh-CN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  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可能的取值为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0,1,2,3,…,</m:t>
                    </m:r>
                    <m:r>
                      <a:rPr kumimoji="1" lang="en-US" altLang="en-US" sz="26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𝑛</m:t>
                    </m:r>
                  </m:oMath>
                </a14:m>
                <a:endParaRPr kumimoji="1" lang="en-US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9879" name="Rectangle 7">
                <a:extLst>
                  <a:ext uri="{FF2B5EF4-FFF2-40B4-BE49-F238E27FC236}">
                    <a16:creationId xmlns:a16="http://schemas.microsoft.com/office/drawing/2014/main" id="{315A4930-9E54-DF4C-968C-BA0CACC2F1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268413"/>
                <a:ext cx="9144000" cy="1278941"/>
              </a:xfrm>
              <a:prstGeom prst="rect">
                <a:avLst/>
              </a:prstGeom>
              <a:blipFill>
                <a:blip r:embed="rId5"/>
                <a:stretch>
                  <a:fillRect t="-980" b="-980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880" name="Rectangle 8">
                <a:extLst>
                  <a:ext uri="{FF2B5EF4-FFF2-40B4-BE49-F238E27FC236}">
                    <a16:creationId xmlns:a16="http://schemas.microsoft.com/office/drawing/2014/main" id="{B8FF073E-B934-404D-A7F2-D45D17F7F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874679"/>
                <a:ext cx="5795963" cy="4546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buClr>
                    <a:schemeClr val="accent2"/>
                  </a:buClr>
                  <a:buFont typeface="Wingdings" pitchFamily="2" charset="2"/>
                  <a:buChar char="n"/>
                </a:pPr>
                <a:r>
                  <a:rPr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随机变量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的分布律</a:t>
                </a:r>
              </a:p>
            </p:txBody>
          </p:sp>
        </mc:Choice>
        <mc:Fallback xmlns="">
          <p:sp>
            <p:nvSpPr>
              <p:cNvPr id="79880" name="Rectangle 8">
                <a:extLst>
                  <a:ext uri="{FF2B5EF4-FFF2-40B4-BE49-F238E27FC236}">
                    <a16:creationId xmlns:a16="http://schemas.microsoft.com/office/drawing/2014/main" id="{B8FF073E-B934-404D-A7F2-D45D17F7F7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2874679"/>
                <a:ext cx="5795963" cy="454613"/>
              </a:xfrm>
              <a:prstGeom prst="rect">
                <a:avLst/>
              </a:prstGeom>
              <a:blipFill>
                <a:blip r:embed="rId6"/>
                <a:stretch>
                  <a:fillRect t="-27027" b="-243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17FCE808-9D13-E721-3674-024FC43C7D5D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17D49E8D-4DCA-4B87-EE84-D15FF34616C1}"/>
              </a:ext>
            </a:extLst>
          </p:cNvPr>
          <p:cNvSpPr/>
          <p:nvPr/>
        </p:nvSpPr>
        <p:spPr bwMode="auto">
          <a:xfrm>
            <a:off x="1514112" y="116632"/>
            <a:ext cx="61157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二项分布（</a:t>
            </a:r>
            <a:r>
              <a:rPr kumimoji="0" lang="en-US" altLang="zh-CN" sz="36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 n</a:t>
            </a: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KaiTi" panose="02010609060101010101" pitchFamily="49" charset="-122"/>
                <a:cs typeface="Times New Roman" panose="02020603050405020304" pitchFamily="18" charset="0"/>
              </a:rPr>
              <a:t>重</a:t>
            </a: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伯努利试验）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9879" name="Rectangle 7">
                <a:extLst>
                  <a:ext uri="{FF2B5EF4-FFF2-40B4-BE49-F238E27FC236}">
                    <a16:creationId xmlns:a16="http://schemas.microsoft.com/office/drawing/2014/main" id="{315A4930-9E54-DF4C-968C-BA0CACC2F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30529" y="1124744"/>
                <a:ext cx="9023009" cy="21518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71487" indent="0">
                  <a:lnSpc>
                    <a:spcPct val="130000"/>
                  </a:lnSpc>
                  <a:spcBef>
                    <a:spcPct val="50000"/>
                  </a:spcBef>
                  <a:buClr>
                    <a:schemeClr val="accent2"/>
                  </a:buClr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       已知某一大批产品的一级品率为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0.2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。现从中随机抽查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20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只。问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20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只元件中恰有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𝑘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只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𝑘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=0, 1, 2</m:t>
                    </m:r>
                    <m:r>
                      <a:rPr kumimoji="1"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…</m:t>
                    </m:r>
                    <m:r>
                      <a:rPr kumimoji="1" lang="en-US" altLang="zh-CN" sz="24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20</m:t>
                    </m:r>
                    <m:r>
                      <a:rPr kumimoji="1"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为一级品的概率是多少？</a:t>
                </a:r>
                <a:endPara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marL="1162050" indent="-692150">
                  <a:lnSpc>
                    <a:spcPct val="130000"/>
                  </a:lnSpc>
                  <a:spcBef>
                    <a:spcPct val="50000"/>
                  </a:spcBef>
                  <a:buClr>
                    <a:schemeClr val="accent2"/>
                  </a:buClr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    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</a:t>
                </a:r>
                <a:endPara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9879" name="Rectangle 7">
                <a:extLst>
                  <a:ext uri="{FF2B5EF4-FFF2-40B4-BE49-F238E27FC236}">
                    <a16:creationId xmlns:a16="http://schemas.microsoft.com/office/drawing/2014/main" id="{315A4930-9E54-DF4C-968C-BA0CACC2F1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30529" y="1124744"/>
                <a:ext cx="9023009" cy="2151809"/>
              </a:xfrm>
              <a:prstGeom prst="rect">
                <a:avLst/>
              </a:prstGeom>
              <a:blipFill>
                <a:blip r:embed="rId2"/>
                <a:stretch>
                  <a:fillRect t="-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手机屏幕的截图&#10;&#10;中度可信度描述已自动生成">
            <a:extLst>
              <a:ext uri="{FF2B5EF4-FFF2-40B4-BE49-F238E27FC236}">
                <a16:creationId xmlns:a16="http://schemas.microsoft.com/office/drawing/2014/main" id="{59CF8901-5F7A-44CC-99D0-5C943D5F0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523723" y="1668638"/>
            <a:ext cx="2096557" cy="8282166"/>
          </a:xfrm>
          <a:prstGeom prst="rect">
            <a:avLst/>
          </a:prstGeom>
        </p:spPr>
      </p:pic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2F3D504B-4DEB-EAAB-F545-527F3F86962D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>
            <a:extLst>
              <a:ext uri="{FF2B5EF4-FFF2-40B4-BE49-F238E27FC236}">
                <a16:creationId xmlns:a16="http://schemas.microsoft.com/office/drawing/2014/main" id="{83A3FB0D-5C6F-3B40-805D-E6B1C17681BD}"/>
              </a:ext>
            </a:extLst>
          </p:cNvPr>
          <p:cNvSpPr/>
          <p:nvPr/>
        </p:nvSpPr>
        <p:spPr bwMode="auto">
          <a:xfrm>
            <a:off x="349432" y="1136208"/>
            <a:ext cx="8363652" cy="1500704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98B0D8-6DEB-86AB-24CC-DDF314C3D08A}"/>
              </a:ext>
            </a:extLst>
          </p:cNvPr>
          <p:cNvSpPr txBox="1"/>
          <p:nvPr/>
        </p:nvSpPr>
        <p:spPr>
          <a:xfrm>
            <a:off x="418533" y="2773571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解</a:t>
            </a:r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：</a:t>
            </a:r>
            <a:endParaRPr lang="zh-CN" altLang="en-US" sz="2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35E4E1-5388-AE4B-C62B-E485A2FD8F8F}"/>
              </a:ext>
            </a:extLst>
          </p:cNvPr>
          <p:cNvSpPr txBox="1"/>
          <p:nvPr/>
        </p:nvSpPr>
        <p:spPr>
          <a:xfrm>
            <a:off x="372733" y="1196752"/>
            <a:ext cx="8640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KaiTi" panose="02010609060101010101" pitchFamily="49" charset="-122"/>
              </a:rPr>
              <a:t>例：</a:t>
            </a:r>
            <a:endParaRPr lang="zh-CN" altLang="en-US" sz="2600" dirty="0"/>
          </a:p>
        </p:txBody>
      </p: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8797D66F-FB3E-275D-E9F0-EE6570E359B7}"/>
              </a:ext>
            </a:extLst>
          </p:cNvPr>
          <p:cNvSpPr/>
          <p:nvPr/>
        </p:nvSpPr>
        <p:spPr bwMode="auto">
          <a:xfrm>
            <a:off x="3261414" y="116632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Practice #3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8739DED-F5FA-902F-093D-06E0B9ACA8C7}"/>
                  </a:ext>
                </a:extLst>
              </p:cNvPr>
              <p:cNvSpPr txBox="1"/>
              <p:nvPr/>
            </p:nvSpPr>
            <p:spPr>
              <a:xfrm>
                <a:off x="1129686" y="2697456"/>
                <a:ext cx="8282167" cy="1694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indent="-692150">
                  <a:lnSpc>
                    <a:spcPct val="130000"/>
                  </a:lnSpc>
                  <a:spcBef>
                    <a:spcPct val="50000"/>
                  </a:spcBef>
                  <a:buClr>
                    <a:srgbClr val="CC0000"/>
                  </a:buClr>
                </a:pP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20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Times New Roman"/>
                    <a:ea typeface="KaiTi" panose="02010609060101010101" pitchFamily="49" charset="-122"/>
                  </a:rPr>
                  <a:t>重伯努利试验。以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Times New Roman"/>
                    <a:ea typeface="KaiTi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20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Times New Roman"/>
                    <a:ea typeface="KaiTi" panose="02010609060101010101" pitchFamily="49" charset="-122"/>
                  </a:rPr>
                  <a:t>只元件中一级品的只数，那么，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Times New Roman"/>
                    <a:ea typeface="KaiTi" panose="02010609060101010101" pitchFamily="49" charset="-122"/>
                  </a:rPr>
                  <a:t>是一个随机变量，且有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~ 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𝑏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(20, 0.2)</m:t>
                    </m:r>
                  </m:oMath>
                </a14:m>
                <a:endParaRPr kumimoji="1" lang="en-US" altLang="zh-CN" sz="2400" dirty="0">
                  <a:solidFill>
                    <a:srgbClr val="001892"/>
                  </a:solidFill>
                  <a:latin typeface="Times New Roman"/>
                  <a:ea typeface="KaiTi" panose="02010609060101010101" pitchFamily="49" charset="-122"/>
                </a:endParaRPr>
              </a:p>
              <a:p>
                <a:pPr lvl="0" indent="649288">
                  <a:lnSpc>
                    <a:spcPct val="130000"/>
                  </a:lnSpc>
                  <a:spcBef>
                    <a:spcPct val="50000"/>
                  </a:spcBef>
                  <a:buClr>
                    <a:srgbClr val="CC0000"/>
                  </a:buClr>
                </a:pPr>
                <a:r>
                  <a:rPr kumimoji="1" lang="en-US" altLang="zh-CN" sz="2400" dirty="0">
                    <a:solidFill>
                      <a:srgbClr val="001892"/>
                    </a:solidFill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𝑃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{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= 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𝑘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} =  </m:t>
                    </m:r>
                    <m:sSubSup>
                      <m:sSubSupPr>
                        <m:ctrlPr>
                          <a:rPr lang="zh-CN" altLang="en-US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  <m:sup>
                        <m:r>
                          <a:rPr lang="zh-CN" altLang="en-US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zh-CN" altLang="en-US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400" b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zh-CN" altLang="en-US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zh-CN" altLang="en-US" sz="2400" b="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sSup>
                      <m:sSupPr>
                        <m:ctrlPr>
                          <a:rPr lang="zh-CN" altLang="en-US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400" b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altLang="zh-CN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zh-CN" sz="2400" b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b="0" i="1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kumimoji="1" lang="zh-CN" altLang="en-US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𝑘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=0, 1, 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</m:t>
                    </m:r>
                    <m:r>
                      <a:rPr kumimoji="1" lang="zh-CN" altLang="en-US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…</m:t>
                    </m:r>
                    <m:r>
                      <a:rPr kumimoji="1" lang="zh-CN" altLang="en-US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1" lang="en-US" altLang="zh-CN" sz="2400" i="1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20</m:t>
                    </m:r>
                  </m:oMath>
                </a14:m>
                <a:endParaRPr kumimoji="1" lang="en-US" altLang="zh-CN" sz="2400" dirty="0">
                  <a:solidFill>
                    <a:srgbClr val="001892"/>
                  </a:solidFill>
                  <a:latin typeface="Times New Roman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8739DED-F5FA-902F-093D-06E0B9ACA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686" y="2697456"/>
                <a:ext cx="8282167" cy="1694438"/>
              </a:xfrm>
              <a:prstGeom prst="rect">
                <a:avLst/>
              </a:prstGeom>
              <a:blipFill>
                <a:blip r:embed="rId4"/>
                <a:stretch>
                  <a:fillRect l="-153" t="-746" b="-5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07717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&#10;&#10;描述已自动生成">
            <a:extLst>
              <a:ext uri="{FF2B5EF4-FFF2-40B4-BE49-F238E27FC236}">
                <a16:creationId xmlns:a16="http://schemas.microsoft.com/office/drawing/2014/main" id="{9C9B4275-AA3E-4EF9-BB50-8EA88A589A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83" b="6390"/>
          <a:stretch/>
        </p:blipFill>
        <p:spPr>
          <a:xfrm rot="16200000">
            <a:off x="1201599" y="1066711"/>
            <a:ext cx="3195170" cy="52738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B7DFEDD6-FBD4-4E4A-9F13-8C667FBB955B}"/>
                  </a:ext>
                </a:extLst>
              </p:cNvPr>
              <p:cNvSpPr txBox="1"/>
              <p:nvPr/>
            </p:nvSpPr>
            <p:spPr bwMode="auto">
              <a:xfrm>
                <a:off x="2051720" y="2257435"/>
                <a:ext cx="1081087" cy="3476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n</m:t>
                      </m:r>
                      <m:r>
                        <m:rPr>
                          <m:nor/>
                        </m:rPr>
                        <a:rPr lang="en-US" altLang="zh-CN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 2</m:t>
                      </m:r>
                      <m:r>
                        <m:rPr>
                          <m:nor/>
                        </m:rPr>
                        <a:rPr lang="zh-CN" altLang="en-US" sz="2000" b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0</m:t>
                      </m:r>
                    </m:oMath>
                  </m:oMathPara>
                </a14:m>
                <a:endParaRPr lang="zh-CN" altLang="en-US" sz="2000" b="0" dirty="0"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B7DFEDD6-FBD4-4E4A-9F13-8C667FBB9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720" y="2257435"/>
                <a:ext cx="1081087" cy="347663"/>
              </a:xfrm>
              <a:prstGeom prst="rect">
                <a:avLst/>
              </a:prstGeom>
              <a:blipFill>
                <a:blip r:embed="rId3"/>
                <a:stretch>
                  <a:fillRect b="-392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EFC62A39-3BDD-41AC-8204-EA2B42860D00}"/>
                  </a:ext>
                </a:extLst>
              </p:cNvPr>
              <p:cNvSpPr txBox="1"/>
              <p:nvPr/>
            </p:nvSpPr>
            <p:spPr bwMode="auto">
              <a:xfrm>
                <a:off x="3219871" y="2257435"/>
                <a:ext cx="1244600" cy="3968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en-US" altLang="zh-CN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0.</m:t>
                      </m:r>
                      <m:r>
                        <m:rPr>
                          <m:nor/>
                        </m:rPr>
                        <a:rPr lang="en-US" altLang="zh-CN" sz="2000" b="0" smtClean="0">
                          <a:solidFill>
                            <a:srgbClr val="000000"/>
                          </a:solidFill>
                          <a:latin typeface="+mn-lt"/>
                          <a:ea typeface="KaiTi" panose="02010609060101010101" pitchFamily="49" charset="-122"/>
                        </a:rPr>
                        <m:t>2</m:t>
                      </m:r>
                    </m:oMath>
                  </m:oMathPara>
                </a14:m>
                <a:endParaRPr lang="zh-CN" altLang="en-US" sz="2000" b="0" dirty="0"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EFC62A39-3BDD-41AC-8204-EA2B42860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9871" y="2257435"/>
                <a:ext cx="1244600" cy="396875"/>
              </a:xfrm>
              <a:prstGeom prst="rect">
                <a:avLst/>
              </a:prstGeom>
              <a:blipFill>
                <a:blip r:embed="rId4"/>
                <a:stretch>
                  <a:fillRect b="-218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D1278D0-7FA4-432C-AECD-17C8F8021505}"/>
                  </a:ext>
                </a:extLst>
              </p:cNvPr>
              <p:cNvSpPr txBox="1"/>
              <p:nvPr/>
            </p:nvSpPr>
            <p:spPr>
              <a:xfrm>
                <a:off x="5220072" y="2132856"/>
                <a:ext cx="3761657" cy="3276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25000"/>
                  </a:lnSpc>
                  <a:buFont typeface="Wingdings" pitchFamily="2" charset="2"/>
                  <a:buChar char="n"/>
                </a:pPr>
                <a:r>
                  <a:rPr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增加时，概率先是随之增加，直到达到最大值，随后单调减少。</a:t>
                </a:r>
                <a:endParaRPr lang="en-US" altLang="zh-CN" sz="2400" dirty="0">
                  <a:solidFill>
                    <a:srgbClr val="C00000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marL="342900" indent="-342900" algn="just">
                  <a:lnSpc>
                    <a:spcPct val="125000"/>
                  </a:lnSpc>
                  <a:buFont typeface="Wingdings" pitchFamily="2" charset="2"/>
                  <a:buChar char="n"/>
                </a:pPr>
                <a:endParaRPr lang="en-US" altLang="zh-CN" sz="2400" dirty="0">
                  <a:solidFill>
                    <a:srgbClr val="C00000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marL="342900" indent="-342900" algn="just">
                  <a:lnSpc>
                    <a:spcPct val="125000"/>
                  </a:lnSpc>
                  <a:buFont typeface="Wingdings" pitchFamily="2" charset="2"/>
                  <a:buChar char="n"/>
                </a:pPr>
                <a:r>
                  <a:rPr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一般，对于固定的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及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𝑝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，二项分布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𝑏</m:t>
                    </m:r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𝑛</m:t>
                    </m:r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 </m:t>
                    </m:r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𝑝</m:t>
                    </m:r>
                    <m:r>
                      <a:rPr lang="en-US" altLang="zh-CN" sz="2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都有这一性质。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D1278D0-7FA4-432C-AECD-17C8F8021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32856"/>
                <a:ext cx="3761657" cy="3276987"/>
              </a:xfrm>
              <a:prstGeom prst="rect">
                <a:avLst/>
              </a:prstGeom>
              <a:blipFill>
                <a:blip r:embed="rId5"/>
                <a:stretch>
                  <a:fillRect l="-2013" t="-775" r="-10403" b="-3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D0A7138A-D35E-4B31-7D54-FFBDC65F5406}"/>
              </a:ext>
            </a:extLst>
          </p:cNvPr>
          <p:cNvSpPr/>
          <p:nvPr/>
        </p:nvSpPr>
        <p:spPr bwMode="auto">
          <a:xfrm>
            <a:off x="3553132" y="116632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二项分布</a:t>
            </a: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84359F44-F006-1A17-3538-21230EF6AB32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6229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579A1EC-980A-0E41-A769-B54A15A03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23" y="849585"/>
            <a:ext cx="7953352" cy="1211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6F8F6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1892"/>
                </a:solidFill>
                <a:latin typeface="+mn-lt"/>
              </a:rPr>
              <a:t>从一批由</a:t>
            </a:r>
            <a:r>
              <a:rPr lang="en-US" altLang="zh-CN" sz="2400" b="1" dirty="0">
                <a:solidFill>
                  <a:srgbClr val="001892"/>
                </a:solidFill>
                <a:latin typeface="+mn-lt"/>
              </a:rPr>
              <a:t>9</a:t>
            </a:r>
            <a:r>
              <a:rPr lang="zh-CN" altLang="en-US" sz="2400" b="1" dirty="0">
                <a:solidFill>
                  <a:srgbClr val="001892"/>
                </a:solidFill>
                <a:latin typeface="+mn-lt"/>
              </a:rPr>
              <a:t>件正品、</a:t>
            </a:r>
            <a:r>
              <a:rPr lang="en-US" altLang="zh-CN" sz="2400" b="1" dirty="0">
                <a:solidFill>
                  <a:srgbClr val="001892"/>
                </a:solidFill>
                <a:latin typeface="+mn-lt"/>
              </a:rPr>
              <a:t>3</a:t>
            </a:r>
            <a:r>
              <a:rPr lang="zh-CN" altLang="en-US" sz="2400" b="1" dirty="0">
                <a:solidFill>
                  <a:srgbClr val="001892"/>
                </a:solidFill>
                <a:latin typeface="+mn-lt"/>
              </a:rPr>
              <a:t>件次品组成的产品中，有放回地抽取</a:t>
            </a:r>
            <a:r>
              <a:rPr lang="en-US" altLang="zh-CN" sz="2400" b="1" dirty="0">
                <a:solidFill>
                  <a:srgbClr val="001892"/>
                </a:solidFill>
                <a:latin typeface="+mn-lt"/>
              </a:rPr>
              <a:t>5</a:t>
            </a:r>
            <a:r>
              <a:rPr lang="zh-CN" altLang="en-US" sz="2400" b="1" dirty="0">
                <a:solidFill>
                  <a:srgbClr val="001892"/>
                </a:solidFill>
                <a:latin typeface="+mn-lt"/>
              </a:rPr>
              <a:t>次，每次抽一件，求恰好抽到两次次品的概率。</a:t>
            </a:r>
            <a:endParaRPr lang="zh-CN" altLang="zh-CN" sz="2400" b="1" dirty="0">
              <a:solidFill>
                <a:srgbClr val="001892"/>
              </a:solidFill>
              <a:latin typeface="+mn-lt"/>
            </a:endParaRP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36B9DE4B-269B-F140-8B44-FEBC29695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267" y="2348681"/>
            <a:ext cx="8424862" cy="5762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1892"/>
                </a:solidFill>
              </a:rPr>
              <a:t>   </a:t>
            </a:r>
            <a:r>
              <a:rPr lang="zh-CN" altLang="en-US" sz="2400" b="1" dirty="0">
                <a:solidFill>
                  <a:srgbClr val="001892"/>
                </a:solidFill>
              </a:rPr>
              <a:t>有放回地抽取</a:t>
            </a:r>
            <a:r>
              <a:rPr lang="en-US" altLang="zh-CN" sz="2400" b="1" dirty="0">
                <a:solidFill>
                  <a:srgbClr val="001892"/>
                </a:solidFill>
              </a:rPr>
              <a:t>5</a:t>
            </a:r>
            <a:r>
              <a:rPr lang="zh-CN" altLang="en-US" sz="2400" b="1" dirty="0">
                <a:solidFill>
                  <a:srgbClr val="001892"/>
                </a:solidFill>
              </a:rPr>
              <a:t>件</a:t>
            </a:r>
            <a:r>
              <a:rPr lang="en-US" altLang="zh-CN" sz="2400" b="1" dirty="0">
                <a:solidFill>
                  <a:srgbClr val="001892"/>
                </a:solidFill>
              </a:rPr>
              <a:t>,</a:t>
            </a:r>
            <a:r>
              <a:rPr lang="zh-CN" altLang="en-US" sz="2400" b="1" dirty="0">
                <a:solidFill>
                  <a:srgbClr val="001892"/>
                </a:solidFill>
              </a:rPr>
              <a:t>可视为</a:t>
            </a:r>
            <a:r>
              <a:rPr lang="en-US" altLang="zh-CN" sz="2400" b="1" dirty="0">
                <a:solidFill>
                  <a:srgbClr val="001892"/>
                </a:solidFill>
              </a:rPr>
              <a:t>5</a:t>
            </a:r>
            <a:r>
              <a:rPr lang="zh-CN" altLang="en-US" sz="2400" b="1" dirty="0">
                <a:solidFill>
                  <a:srgbClr val="001892"/>
                </a:solidFill>
              </a:rPr>
              <a:t>重</a:t>
            </a:r>
            <a:r>
              <a:rPr lang="en-US" altLang="en-US" sz="2400" b="1" dirty="0">
                <a:solidFill>
                  <a:srgbClr val="001892"/>
                </a:solidFill>
              </a:rPr>
              <a:t>Bernoulli</a:t>
            </a:r>
            <a:r>
              <a:rPr lang="zh-CN" altLang="en-US" sz="2400" b="1" dirty="0">
                <a:solidFill>
                  <a:srgbClr val="001892"/>
                </a:solidFill>
              </a:rPr>
              <a:t>实验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900" name="Rectangle 4">
                <a:extLst>
                  <a:ext uri="{FF2B5EF4-FFF2-40B4-BE49-F238E27FC236}">
                    <a16:creationId xmlns:a16="http://schemas.microsoft.com/office/drawing/2014/main" id="{38E811FB-0406-7D49-9C91-F4F3C2FC1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344" y="4292912"/>
                <a:ext cx="3810659" cy="576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kumimoji="1" lang="en-US" altLang="en-US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为共抽到的次品数，则</a:t>
                </a:r>
              </a:p>
            </p:txBody>
          </p:sp>
        </mc:Choice>
        <mc:Fallback xmlns="">
          <p:sp>
            <p:nvSpPr>
              <p:cNvPr id="80900" name="Rectangle 4">
                <a:extLst>
                  <a:ext uri="{FF2B5EF4-FFF2-40B4-BE49-F238E27FC236}">
                    <a16:creationId xmlns:a16="http://schemas.microsoft.com/office/drawing/2014/main" id="{38E811FB-0406-7D49-9C91-F4F3C2FC1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3344" y="4292912"/>
                <a:ext cx="3810659" cy="576248"/>
              </a:xfrm>
              <a:prstGeom prst="rect">
                <a:avLst/>
              </a:prstGeom>
              <a:blipFill>
                <a:blip r:embed="rId3"/>
                <a:stretch>
                  <a:fillRect l="-2658" r="-997" b="-191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01" name="Object 5">
                <a:extLst>
                  <a:ext uri="{FF2B5EF4-FFF2-40B4-BE49-F238E27FC236}">
                    <a16:creationId xmlns:a16="http://schemas.microsoft.com/office/drawing/2014/main" id="{E98DE00E-9CBC-6548-962E-27F829BFD466}"/>
                  </a:ext>
                </a:extLst>
              </p:cNvPr>
              <p:cNvSpPr txBox="1"/>
              <p:nvPr/>
            </p:nvSpPr>
            <p:spPr bwMode="auto">
              <a:xfrm>
                <a:off x="3341711" y="4855289"/>
                <a:ext cx="2997175" cy="9700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lang="zh-CN" altLang="en-US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𝑏</m:t>
                      </m:r>
                      <m:r>
                        <a:rPr lang="zh-CN" altLang="en-US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5</m:t>
                      </m:r>
                      <m:r>
                        <a:rPr lang="en-US" altLang="zh-CN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,</m:t>
                      </m:r>
                      <m:r>
                        <a:rPr lang="en-US" altLang="zh-CN" sz="2400" b="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1/4</m:t>
                      </m:r>
                      <m:r>
                        <a:rPr lang="zh-CN" altLang="en-US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0901" name="Object 5">
                <a:extLst>
                  <a:ext uri="{FF2B5EF4-FFF2-40B4-BE49-F238E27FC236}">
                    <a16:creationId xmlns:a16="http://schemas.microsoft.com/office/drawing/2014/main" id="{E98DE00E-9CBC-6548-962E-27F829BFD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1711" y="4855289"/>
                <a:ext cx="2997175" cy="970004"/>
              </a:xfrm>
              <a:prstGeom prst="rect">
                <a:avLst/>
              </a:prstGeom>
              <a:blipFill>
                <a:blip r:embed="rId4"/>
                <a:stretch>
                  <a:fillRect l="-4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0902" name="Object 6">
            <a:extLst>
              <a:ext uri="{FF2B5EF4-FFF2-40B4-BE49-F238E27FC236}">
                <a16:creationId xmlns:a16="http://schemas.microsoft.com/office/drawing/2014/main" id="{AC25DBBB-5585-574A-B8A0-42E07BBBF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73393"/>
              </p:ext>
            </p:extLst>
          </p:nvPr>
        </p:nvGraphicFramePr>
        <p:xfrm>
          <a:off x="2465381" y="5813155"/>
          <a:ext cx="4213237" cy="89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66116200" imgH="13754100" progId="Equation.DSMT4">
                  <p:embed/>
                </p:oleObj>
              </mc:Choice>
              <mc:Fallback>
                <p:oleObj name="Equation" r:id="rId5" imgW="66116200" imgH="13754100" progId="Equation.DSMT4">
                  <p:embed/>
                  <p:pic>
                    <p:nvPicPr>
                      <p:cNvPr id="80902" name="Object 6">
                        <a:extLst>
                          <a:ext uri="{FF2B5EF4-FFF2-40B4-BE49-F238E27FC236}">
                            <a16:creationId xmlns:a16="http://schemas.microsoft.com/office/drawing/2014/main" id="{AC25DBBB-5585-574A-B8A0-42E07BBBF5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1" y="5813155"/>
                        <a:ext cx="4213237" cy="89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0903" name="Rectangle 7">
                <a:extLst>
                  <a:ext uri="{FF2B5EF4-FFF2-40B4-BE49-F238E27FC236}">
                    <a16:creationId xmlns:a16="http://schemas.microsoft.com/office/drawing/2014/main" id="{3D55130C-028C-9A43-BB89-F36A4F40B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349" y="3066595"/>
                <a:ext cx="6513428" cy="5784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5000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𝐴</m:t>
                    </m:r>
                  </m:oMath>
                </a14:m>
                <a:r>
                  <a:rPr lang="en-US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=“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一次实验中抽到次品”，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𝑃</m:t>
                    </m:r>
                    <m:r>
                      <a:rPr lang="en-US" altLang="en-US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en-US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𝐴</m:t>
                    </m:r>
                    <m:r>
                      <a:rPr lang="en-US" altLang="en-US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= 3/12</m:t>
                    </m:r>
                  </m:oMath>
                </a14:m>
                <a:r>
                  <a:rPr lang="en-US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,</a:t>
                </a:r>
                <a:endParaRPr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0903" name="Rectangle 7">
                <a:extLst>
                  <a:ext uri="{FF2B5EF4-FFF2-40B4-BE49-F238E27FC236}">
                    <a16:creationId xmlns:a16="http://schemas.microsoft.com/office/drawing/2014/main" id="{3D55130C-028C-9A43-BB89-F36A4F40BB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8349" y="3066595"/>
                <a:ext cx="6513428" cy="578429"/>
              </a:xfrm>
              <a:prstGeom prst="rect">
                <a:avLst/>
              </a:prstGeom>
              <a:blipFill>
                <a:blip r:embed="rId7"/>
                <a:stretch>
                  <a:fillRect r="-585" b="-2340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904" name="Rectangle 8">
                <a:extLst>
                  <a:ext uri="{FF2B5EF4-FFF2-40B4-BE49-F238E27FC236}">
                    <a16:creationId xmlns:a16="http://schemas.microsoft.com/office/drawing/2014/main" id="{F3E00451-788C-A340-A0BA-BFDDAA592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3213" y="3716592"/>
                <a:ext cx="3738694" cy="6485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5000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𝑛</m:t>
                      </m:r>
                      <m:r>
                        <a:rPr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=5 </m:t>
                      </m:r>
                      <m:r>
                        <a:rPr lang="en-US" altLang="zh-CN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,</m:t>
                      </m:r>
                      <m:r>
                        <a:rPr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</m:t>
                      </m:r>
                      <m:r>
                        <a:rPr lang="en-US" altLang="zh-CN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</m:t>
                      </m:r>
                      <m:r>
                        <a:rPr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  <m:r>
                        <a:rPr lang="en-US" altLang="en-US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=1/4</m:t>
                      </m:r>
                    </m:oMath>
                  </m:oMathPara>
                </a14:m>
                <a:endParaRPr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0904" name="Rectangle 8">
                <a:extLst>
                  <a:ext uri="{FF2B5EF4-FFF2-40B4-BE49-F238E27FC236}">
                    <a16:creationId xmlns:a16="http://schemas.microsoft.com/office/drawing/2014/main" id="{F3E00451-788C-A340-A0BA-BFDDAA592F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213" y="3716592"/>
                <a:ext cx="3738694" cy="648512"/>
              </a:xfrm>
              <a:prstGeom prst="rect">
                <a:avLst/>
              </a:prstGeom>
              <a:blipFill>
                <a:blip r:embed="rId8"/>
                <a:stretch>
                  <a:fillRect b="-57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05" name="Rectangle 9">
            <a:extLst>
              <a:ext uri="{FF2B5EF4-FFF2-40B4-BE49-F238E27FC236}">
                <a16:creationId xmlns:a16="http://schemas.microsoft.com/office/drawing/2014/main" id="{F3210EC3-4BD7-4242-9AE8-ED890FA8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1079738"/>
            <a:ext cx="100965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dirty="0">
                <a:solidFill>
                  <a:schemeClr val="accent2"/>
                </a:solidFill>
                <a:latin typeface="+mn-lt"/>
                <a:ea typeface="KaiTi" panose="02010609060101010101" pitchFamily="49" charset="-122"/>
              </a:rPr>
              <a:t>例</a:t>
            </a:r>
          </a:p>
        </p:txBody>
      </p:sp>
      <p:sp>
        <p:nvSpPr>
          <p:cNvPr id="80906" name="Rectangle 10">
            <a:extLst>
              <a:ext uri="{FF2B5EF4-FFF2-40B4-BE49-F238E27FC236}">
                <a16:creationId xmlns:a16="http://schemas.microsoft.com/office/drawing/2014/main" id="{ECB2200D-294A-0347-AF5E-3AA6DB29F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2447890"/>
            <a:ext cx="136525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dirty="0">
                <a:solidFill>
                  <a:schemeClr val="accent2"/>
                </a:solidFill>
                <a:latin typeface="+mn-lt"/>
                <a:ea typeface="KaiTi" panose="02010609060101010101" pitchFamily="49" charset="-122"/>
              </a:rPr>
              <a:t>解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741CEEE-CF7D-897C-1674-D64D9DC71D33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86C600D-E8F1-3A3F-AEB1-4F11827E30DB}"/>
              </a:ext>
            </a:extLst>
          </p:cNvPr>
          <p:cNvSpPr/>
          <p:nvPr/>
        </p:nvSpPr>
        <p:spPr bwMode="auto">
          <a:xfrm>
            <a:off x="179512" y="1032707"/>
            <a:ext cx="8712968" cy="1127350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7857E171-59AF-FC37-5FB6-4210EB927197}"/>
              </a:ext>
            </a:extLst>
          </p:cNvPr>
          <p:cNvSpPr/>
          <p:nvPr/>
        </p:nvSpPr>
        <p:spPr bwMode="auto">
          <a:xfrm>
            <a:off x="3261414" y="116632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Practice #4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  <p:bldP spid="80900" grpId="0"/>
      <p:bldP spid="80901" grpId="0"/>
      <p:bldP spid="80903" grpId="0"/>
      <p:bldP spid="80904" grpId="0"/>
      <p:bldP spid="8090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4E0717B-6270-FB40-A783-B7657E66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00" y="1322385"/>
            <a:ext cx="50687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500" dirty="0">
                <a:solidFill>
                  <a:schemeClr val="accent2"/>
                </a:solidFill>
                <a:latin typeface="+mn-lt"/>
                <a:ea typeface="KaiTi" panose="02010609060101010101" pitchFamily="49" charset="-122"/>
              </a:rPr>
              <a:t>例</a:t>
            </a:r>
          </a:p>
        </p:txBody>
      </p:sp>
      <p:sp>
        <p:nvSpPr>
          <p:cNvPr id="81923" name="Text Box 3">
            <a:extLst>
              <a:ext uri="{FF2B5EF4-FFF2-40B4-BE49-F238E27FC236}">
                <a16:creationId xmlns:a16="http://schemas.microsoft.com/office/drawing/2014/main" id="{4334270D-D323-4D49-B6FC-9F2BF3379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196752"/>
            <a:ext cx="8210064" cy="117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一大批种子发芽率为</a:t>
            </a:r>
            <a:r>
              <a:rPr kumimoji="1" lang="en-US" altLang="zh-CN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90%</a:t>
            </a:r>
            <a:r>
              <a:rPr kumimoji="1" lang="zh-CN" altLang="en-US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，今从中任取</a:t>
            </a:r>
            <a:r>
              <a:rPr kumimoji="1" lang="en-US" altLang="zh-CN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10</a:t>
            </a:r>
            <a:r>
              <a:rPr kumimoji="1" lang="zh-CN" altLang="en-US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粒。求播种后</a:t>
            </a:r>
            <a:r>
              <a:rPr kumimoji="1" lang="en-US" altLang="zh-CN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,  </a:t>
            </a:r>
            <a:r>
              <a:rPr kumimoji="1" lang="zh-CN" altLang="en-US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（</a:t>
            </a:r>
            <a:r>
              <a:rPr kumimoji="1" lang="en-US" altLang="zh-CN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1</a:t>
            </a:r>
            <a:r>
              <a:rPr kumimoji="1" lang="zh-CN" altLang="en-US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）恰有</a:t>
            </a:r>
            <a:r>
              <a:rPr kumimoji="1" lang="en-US" altLang="zh-CN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8</a:t>
            </a:r>
            <a:r>
              <a:rPr kumimoji="1" lang="zh-CN" altLang="en-US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粒发芽的概率；（</a:t>
            </a:r>
            <a:r>
              <a:rPr kumimoji="1" lang="en-US" altLang="zh-CN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2</a:t>
            </a:r>
            <a:r>
              <a:rPr kumimoji="1" lang="zh-CN" altLang="en-US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）不小于</a:t>
            </a:r>
            <a:r>
              <a:rPr kumimoji="1" lang="en-US" altLang="zh-CN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8</a:t>
            </a:r>
            <a:r>
              <a:rPr kumimoji="1" lang="zh-CN" altLang="en-US" sz="25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粒发芽的概率。</a:t>
            </a:r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E5577144-0701-3949-9EC3-5C91E9F2E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70" y="2587246"/>
            <a:ext cx="91440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dirty="0">
                <a:solidFill>
                  <a:schemeClr val="accent2"/>
                </a:solidFill>
                <a:latin typeface="+mn-lt"/>
                <a:ea typeface="KaiTi" panose="02010609060101010101" pitchFamily="49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5" name="Text Box 5">
                <a:extLst>
                  <a:ext uri="{FF2B5EF4-FFF2-40B4-BE49-F238E27FC236}">
                    <a16:creationId xmlns:a16="http://schemas.microsoft.com/office/drawing/2014/main" id="{D2E142CE-A926-1A42-AB7A-01763CC6BE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6013" y="2590304"/>
                <a:ext cx="3600450" cy="4770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rnd">
                    <a:solidFill>
                      <a:schemeClr val="tx1"/>
                    </a:solidFill>
                    <a:prstDash val="sysDot"/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zh-CN" altLang="en-US" sz="25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en-US" altLang="zh-CN" sz="25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𝑏</m:t>
                      </m:r>
                      <m:r>
                        <a:rPr kumimoji="1" lang="zh-CN" altLang="en-US" sz="25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（</m:t>
                      </m:r>
                      <m:r>
                        <a:rPr kumimoji="1" lang="en-US" altLang="zh-CN" sz="25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10, 0.9</m:t>
                      </m:r>
                      <m:r>
                        <a:rPr kumimoji="1" lang="zh-CN" altLang="en-US" sz="25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）</m:t>
                      </m:r>
                    </m:oMath>
                  </m:oMathPara>
                </a14:m>
                <a:endParaRPr kumimoji="1" lang="zh-CN" altLang="en-US" sz="25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1925" name="Text Box 5">
                <a:extLst>
                  <a:ext uri="{FF2B5EF4-FFF2-40B4-BE49-F238E27FC236}">
                    <a16:creationId xmlns:a16="http://schemas.microsoft.com/office/drawing/2014/main" id="{D2E142CE-A926-1A42-AB7A-01763CC6B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6013" y="2590304"/>
                <a:ext cx="3600450" cy="477054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chemeClr val="tx1"/>
                    </a:solidFill>
                    <a:prstDash val="sysDot"/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26" name="Text Box 6">
                <a:extLst>
                  <a:ext uri="{FF2B5EF4-FFF2-40B4-BE49-F238E27FC236}">
                    <a16:creationId xmlns:a16="http://schemas.microsoft.com/office/drawing/2014/main" id="{7AAF924E-BD38-324E-BC14-2B7EFE9E06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188" y="3429000"/>
                <a:ext cx="2305050" cy="4770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𝑃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=8) =</m:t>
                      </m:r>
                    </m:oMath>
                  </m:oMathPara>
                </a14:m>
                <a:endParaRPr kumimoji="1" lang="en-US" altLang="zh-CN" sz="25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1926" name="Text Box 6">
                <a:extLst>
                  <a:ext uri="{FF2B5EF4-FFF2-40B4-BE49-F238E27FC236}">
                    <a16:creationId xmlns:a16="http://schemas.microsoft.com/office/drawing/2014/main" id="{7AAF924E-BD38-324E-BC14-2B7EFE9E0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8" y="3429000"/>
                <a:ext cx="2305050" cy="477054"/>
              </a:xfrm>
              <a:prstGeom prst="rect">
                <a:avLst/>
              </a:prstGeom>
              <a:blipFill>
                <a:blip r:embed="rId4"/>
                <a:stretch>
                  <a:fillRect b="-210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27" name="Object 7">
                <a:extLst>
                  <a:ext uri="{FF2B5EF4-FFF2-40B4-BE49-F238E27FC236}">
                    <a16:creationId xmlns:a16="http://schemas.microsoft.com/office/drawing/2014/main" id="{76740E9C-6639-414B-B508-8F590AC33B20}"/>
                  </a:ext>
                </a:extLst>
              </p:cNvPr>
              <p:cNvSpPr txBox="1"/>
              <p:nvPr/>
            </p:nvSpPr>
            <p:spPr bwMode="auto">
              <a:xfrm>
                <a:off x="2725140" y="3371675"/>
                <a:ext cx="3168352" cy="5917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b="0" i="1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zh-CN" altLang="en-US" b="0" i="1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C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b="0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10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b="0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8</m:t>
                          </m:r>
                        </m:sup>
                      </m:sSubSup>
                      <m:r>
                        <m:rPr>
                          <m:nor/>
                        </m:rPr>
                        <a:rPr lang="zh-CN" altLang="en-US" b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0.</m:t>
                      </m:r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zh-CN" altLang="en-US" b="0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9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zh-CN" altLang="en-US" b="0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8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b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×</m:t>
                      </m:r>
                      <m:r>
                        <m:rPr>
                          <m:nor/>
                        </m:rPr>
                        <a:rPr lang="zh-CN" altLang="en-US" b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0.</m:t>
                      </m:r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zh-CN" altLang="en-US" b="0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1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zh-CN" altLang="en-US" b="0">
                              <a:solidFill>
                                <a:srgbClr val="001892"/>
                              </a:solidFill>
                              <a:latin typeface="+mn-lt"/>
                              <a:ea typeface="KaiTi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b="0" i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b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≈</m:t>
                      </m:r>
                      <m:r>
                        <m:rPr>
                          <m:nor/>
                        </m:rPr>
                        <a:rPr lang="zh-CN" altLang="en-US" b="0" i="0" smtClean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b="0">
                          <a:solidFill>
                            <a:srgbClr val="001892"/>
                          </a:solidFill>
                          <a:latin typeface="+mn-lt"/>
                          <a:ea typeface="KaiTi" panose="02010609060101010101" pitchFamily="49" charset="-122"/>
                        </a:rPr>
                        <m:t>0.1937</m:t>
                      </m:r>
                    </m:oMath>
                  </m:oMathPara>
                </a14:m>
                <a:endParaRPr lang="zh-CN" altLang="en-US" b="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1927" name="Object 7">
                <a:extLst>
                  <a:ext uri="{FF2B5EF4-FFF2-40B4-BE49-F238E27FC236}">
                    <a16:creationId xmlns:a16="http://schemas.microsoft.com/office/drawing/2014/main" id="{76740E9C-6639-414B-B508-8F590AC33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5140" y="3371675"/>
                <a:ext cx="3168352" cy="591703"/>
              </a:xfrm>
              <a:prstGeom prst="rect">
                <a:avLst/>
              </a:prstGeom>
              <a:blipFill>
                <a:blip r:embed="rId5"/>
                <a:stretch>
                  <a:fillRect b="-63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28" name="Object 8">
                <a:extLst>
                  <a:ext uri="{FF2B5EF4-FFF2-40B4-BE49-F238E27FC236}">
                    <a16:creationId xmlns:a16="http://schemas.microsoft.com/office/drawing/2014/main" id="{A1E1ADA1-3820-B243-BCC5-DFF9CAB4449A}"/>
                  </a:ext>
                </a:extLst>
              </p:cNvPr>
              <p:cNvSpPr txBox="1"/>
              <p:nvPr/>
            </p:nvSpPr>
            <p:spPr bwMode="auto">
              <a:xfrm>
                <a:off x="791835" y="4233215"/>
                <a:ext cx="225425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𝑃</m:t>
                      </m:r>
                      <m:r>
                        <a:rPr lang="zh-CN" altLang="en-US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zh-CN" altLang="en-US" b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8)</m:t>
                      </m:r>
                      <m:r>
                        <a:rPr lang="en-US" altLang="zh-CN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</m:t>
                      </m:r>
                      <m:r>
                        <a:rPr lang="zh-CN" altLang="en-US" i="1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</m:oMath>
                  </m:oMathPara>
                </a14:m>
                <a:endParaRPr lang="zh-CN" altLang="en-US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1928" name="Object 8">
                <a:extLst>
                  <a:ext uri="{FF2B5EF4-FFF2-40B4-BE49-F238E27FC236}">
                    <a16:creationId xmlns:a16="http://schemas.microsoft.com/office/drawing/2014/main" id="{A1E1ADA1-3820-B243-BCC5-DFF9CAB44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835" y="4233215"/>
                <a:ext cx="2254250" cy="508000"/>
              </a:xfrm>
              <a:prstGeom prst="rect">
                <a:avLst/>
              </a:prstGeom>
              <a:blipFill>
                <a:blip r:embed="rId6"/>
                <a:stretch>
                  <a:fillRect l="-1117" b="-195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1929" name="Object 9">
            <a:extLst>
              <a:ext uri="{FF2B5EF4-FFF2-40B4-BE49-F238E27FC236}">
                <a16:creationId xmlns:a16="http://schemas.microsoft.com/office/drawing/2014/main" id="{9E837817-2420-2F4A-B2F1-662A7BD662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492146"/>
              </p:ext>
            </p:extLst>
          </p:nvPr>
        </p:nvGraphicFramePr>
        <p:xfrm>
          <a:off x="2411760" y="5017708"/>
          <a:ext cx="5112568" cy="873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7" imgW="58216800" imgH="9944100" progId="Equation.DSMT4">
                  <p:embed/>
                </p:oleObj>
              </mc:Choice>
              <mc:Fallback>
                <p:oleObj name="Equation" r:id="rId7" imgW="58216800" imgH="9944100" progId="Equation.DSMT4">
                  <p:embed/>
                  <p:pic>
                    <p:nvPicPr>
                      <p:cNvPr id="81929" name="Object 9">
                        <a:extLst>
                          <a:ext uri="{FF2B5EF4-FFF2-40B4-BE49-F238E27FC236}">
                            <a16:creationId xmlns:a16="http://schemas.microsoft.com/office/drawing/2014/main" id="{9E837817-2420-2F4A-B2F1-662A7BD662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5017708"/>
                        <a:ext cx="5112568" cy="873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1930" name="Text Box 10">
                <a:extLst>
                  <a:ext uri="{FF2B5EF4-FFF2-40B4-BE49-F238E27FC236}">
                    <a16:creationId xmlns:a16="http://schemas.microsoft.com/office/drawing/2014/main" id="{61F031D6-5874-4E41-8BC5-38FDE4EE4F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6530" y="4239871"/>
                <a:ext cx="6264696" cy="4770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𝑃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=8)+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𝑃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=9)+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𝑃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en-US" altLang="zh-CN" sz="25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=10)</m:t>
                      </m:r>
                    </m:oMath>
                  </m:oMathPara>
                </a14:m>
                <a:endParaRPr kumimoji="1" lang="en-US" altLang="zh-CN" sz="25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1930" name="Text Box 10">
                <a:extLst>
                  <a:ext uri="{FF2B5EF4-FFF2-40B4-BE49-F238E27FC236}">
                    <a16:creationId xmlns:a16="http://schemas.microsoft.com/office/drawing/2014/main" id="{61F031D6-5874-4E41-8BC5-38FDE4EE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6530" y="4239871"/>
                <a:ext cx="6264696" cy="477054"/>
              </a:xfrm>
              <a:prstGeom prst="rect">
                <a:avLst/>
              </a:prstGeom>
              <a:blipFill>
                <a:blip r:embed="rId9"/>
                <a:stretch>
                  <a:fillRect l="-405" b="-210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A0971928-6FE8-823A-228F-954AB6B13AB1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F84EE9A-6EA4-16AA-C399-74B37424C712}"/>
              </a:ext>
            </a:extLst>
          </p:cNvPr>
          <p:cNvSpPr/>
          <p:nvPr/>
        </p:nvSpPr>
        <p:spPr bwMode="auto">
          <a:xfrm>
            <a:off x="349432" y="1189364"/>
            <a:ext cx="8543048" cy="1200216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9CC1CDCC-0F11-FFB2-5FC7-67A5F8BC3F50}"/>
              </a:ext>
            </a:extLst>
          </p:cNvPr>
          <p:cNvSpPr/>
          <p:nvPr/>
        </p:nvSpPr>
        <p:spPr bwMode="auto">
          <a:xfrm>
            <a:off x="3261414" y="116632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Practice #5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/>
      <p:bldP spid="81925" grpId="0"/>
      <p:bldP spid="81926" grpId="0"/>
      <p:bldP spid="81927" grpId="0"/>
      <p:bldP spid="81928" grpId="0"/>
      <p:bldP spid="819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4E0717B-6270-FB40-A783-B7657E66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70" y="1271725"/>
            <a:ext cx="8376418" cy="1005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400" dirty="0">
                <a:solidFill>
                  <a:schemeClr val="accent2"/>
                </a:solidFill>
                <a:latin typeface="+mn-lt"/>
                <a:ea typeface="KaiTi" panose="02010609060101010101" pitchFamily="49" charset="-122"/>
              </a:rPr>
              <a:t>例 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某人进行射击，设每次射击的命中率为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0.02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，独立射击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400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次，试求至少击中两次的概率。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4" name="Text Box 4">
                <a:extLst>
                  <a:ext uri="{FF2B5EF4-FFF2-40B4-BE49-F238E27FC236}">
                    <a16:creationId xmlns:a16="http://schemas.microsoft.com/office/drawing/2014/main" id="{E5577144-0701-3949-9EC3-5C91E9F2E4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5512" y="2642293"/>
                <a:ext cx="8214960" cy="39957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solidFill>
                      <a:schemeClr val="accent2"/>
                    </a:solidFill>
                    <a:latin typeface="+mn-lt"/>
                    <a:ea typeface="KaiTi" panose="02010609060101010101" pitchFamily="49" charset="-122"/>
                  </a:rPr>
                  <a:t>解 </a:t>
                </a:r>
                <a:r>
                  <a: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400</a:t>
                </a: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重伯努利试验，击中次数记为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400" b="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~ </m:t>
                    </m:r>
                    <m:r>
                      <a:rPr kumimoji="1" lang="en-US" altLang="zh-CN" sz="2400" b="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𝑏</m:t>
                    </m:r>
                    <m:r>
                      <a:rPr kumimoji="1" lang="en-US" altLang="zh-CN" sz="2400" b="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( 400, 0.02 )</m:t>
                    </m:r>
                  </m:oMath>
                </a14:m>
                <a:endParaRPr kumimoji="1" lang="en-US" altLang="zh-CN" sz="2400" b="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+mn-ea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zh-CN" altLang="en-US" sz="2400" b="0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1" lang="zh-CN" altLang="en-US" sz="2400" b="0" dirty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Sup>
                      <m:sSubSupPr>
                        <m:ctrlPr>
                          <a:rPr kumimoji="1" lang="zh-CN" altLang="en-US" sz="2400" b="0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SupPr>
                      <m:e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𝐶</m:t>
                        </m:r>
                      </m:e>
                      <m:sub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400</m:t>
                        </m:r>
                      </m:sub>
                      <m:sup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kumimoji="1" lang="zh-CN" altLang="en-US" sz="2400" b="0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0.02</m:t>
                        </m:r>
                      </m:e>
                      <m:sup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kumimoji="1" lang="zh-CN" altLang="en-US" sz="2400" b="0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0.98</m:t>
                        </m:r>
                      </m:e>
                      <m:sup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400−</m:t>
                        </m:r>
                        <m:r>
                          <a:rPr kumimoji="1" lang="zh-CN" altLang="en-US" sz="2400" b="0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sup>
                    </m:sSup>
                  </m:oMath>
                </a14:m>
                <a:r>
                  <a:rPr kumimoji="1" lang="en-US" altLang="zh-CN" sz="24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𝑘</m:t>
                    </m:r>
                    <m:r>
                      <a:rPr kumimoji="1" lang="en-US" altLang="zh-CN" sz="2400" b="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=0,1,2,…,400</m:t>
                    </m:r>
                  </m:oMath>
                </a14:m>
                <a:r>
                  <a:rPr kumimoji="1" lang="en-US" altLang="zh-CN" sz="24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.</a:t>
                </a:r>
              </a:p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于是所求概率为</a:t>
                </a:r>
                <a:endPara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algn="ctr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zh-CN" altLang="en-US" sz="2400" b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+mn-ea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zh-CN" altLang="en-US" sz="2400" b="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1" lang="en-US" altLang="zh-CN" sz="2400" b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r>
                          <a:rPr kumimoji="1" lang="zh-CN" altLang="en-US" sz="2400" b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≥2</m:t>
                        </m:r>
                      </m:e>
                    </m:d>
                    <m:r>
                      <a:rPr kumimoji="1" lang="zh-CN" altLang="en-US" sz="2400" b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+mn-ea"/>
                      </a:rPr>
                      <m:t>=1−</m:t>
                    </m:r>
                    <m:r>
                      <a:rPr kumimoji="1" lang="zh-CN" altLang="en-US" sz="2400" b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+mn-ea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zh-CN" altLang="en-US" sz="2400" b="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1" lang="en-US" altLang="zh-CN" sz="2400" b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r>
                          <a:rPr kumimoji="1" lang="zh-CN" altLang="en-US" sz="2400" b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=0</m:t>
                        </m:r>
                      </m:e>
                    </m:d>
                    <m:r>
                      <a:rPr kumimoji="1" lang="zh-CN" altLang="en-US" sz="2400" b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kumimoji="1" lang="zh-CN" altLang="en-US" sz="2400" b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+mn-ea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kumimoji="1" lang="zh-CN" altLang="en-US" sz="2400" b="0" i="1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1" lang="en-US" altLang="zh-CN" sz="2400" b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r>
                          <a:rPr kumimoji="1" lang="zh-CN" altLang="en-US" sz="2400" b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e>
                    </m:d>
                  </m:oMath>
                </a14:m>
                <a:r>
                  <a:rPr kumimoji="1" lang="en-US" altLang="zh-CN" sz="24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=0.9972</a:t>
                </a:r>
              </a:p>
              <a:p>
                <a:pPr>
                  <a:spcBef>
                    <a:spcPct val="50000"/>
                  </a:spcBef>
                </a:pPr>
                <a:r>
                  <a:rPr kumimoji="1" lang="en-US" altLang="zh-CN" sz="24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                                  </a:t>
                </a:r>
              </a:p>
              <a:p>
                <a:pPr>
                  <a:spcBef>
                    <a:spcPct val="50000"/>
                  </a:spcBef>
                </a:pPr>
                <a:r>
                  <a:rPr kumimoji="1"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一个事件尽管在一次试验中发生的概率很小，但只要试验次数很多，而且试验是独立进行的，那么这一事件的发生几乎是肯定的。不要轻视小概率事件！</a:t>
                </a:r>
                <a:endPara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1924" name="Text Box 4">
                <a:extLst>
                  <a:ext uri="{FF2B5EF4-FFF2-40B4-BE49-F238E27FC236}">
                    <a16:creationId xmlns:a16="http://schemas.microsoft.com/office/drawing/2014/main" id="{E5577144-0701-3949-9EC3-5C91E9F2E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5512" y="2642293"/>
                <a:ext cx="8214960" cy="3995709"/>
              </a:xfrm>
              <a:prstGeom prst="rect">
                <a:avLst/>
              </a:prstGeom>
              <a:blipFill>
                <a:blip r:embed="rId2"/>
                <a:stretch>
                  <a:fillRect l="-1080" t="-1582" r="-309" b="-22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C1E90F8-92DE-7460-7764-AADB57811C6C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00FCBA77-94F3-2E44-28DC-3E55691CCA82}"/>
              </a:ext>
            </a:extLst>
          </p:cNvPr>
          <p:cNvSpPr/>
          <p:nvPr/>
        </p:nvSpPr>
        <p:spPr bwMode="auto">
          <a:xfrm>
            <a:off x="349432" y="1189364"/>
            <a:ext cx="8687064" cy="1159508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8ABD41DC-2A13-2709-9DBE-5B78E05D6E49}"/>
              </a:ext>
            </a:extLst>
          </p:cNvPr>
          <p:cNvSpPr/>
          <p:nvPr/>
        </p:nvSpPr>
        <p:spPr bwMode="auto">
          <a:xfrm>
            <a:off x="3261414" y="116632"/>
            <a:ext cx="26212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Practice #6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6699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4995" name="Rectangle 3">
                <a:extLst>
                  <a:ext uri="{FF2B5EF4-FFF2-40B4-BE49-F238E27FC236}">
                    <a16:creationId xmlns:a16="http://schemas.microsoft.com/office/drawing/2014/main" id="{CA672615-A46E-1C47-B27C-4162311608AF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043608" y="1923976"/>
                <a:ext cx="7696200" cy="649288"/>
              </a:xfrm>
              <a:noFill/>
            </p:spPr>
            <p:txBody>
              <a:bodyPr/>
              <a:lstStyle/>
              <a:p>
                <a:pPr>
                  <a:buFont typeface="Wingdings" pitchFamily="2" charset="2"/>
                  <a:buNone/>
                </a:pPr>
                <a:r>
                  <a:rPr lang="zh-CN" altLang="en-US" sz="2600" b="1" dirty="0">
                    <a:solidFill>
                      <a:srgbClr val="001892"/>
                    </a:solidFill>
                  </a:rPr>
                  <a:t>若随机变量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sz="2600" b="1" dirty="0">
                    <a:solidFill>
                      <a:srgbClr val="001892"/>
                    </a:solidFill>
                  </a:rPr>
                  <a:t> </a:t>
                </a:r>
                <a:r>
                  <a:rPr lang="zh-CN" altLang="en-US" sz="2600" b="1" dirty="0">
                    <a:solidFill>
                      <a:srgbClr val="001892"/>
                    </a:solidFill>
                  </a:rPr>
                  <a:t>的分布律为</a:t>
                </a:r>
                <a:r>
                  <a:rPr lang="en-US" altLang="zh-CN" sz="2600" b="1" dirty="0">
                    <a:solidFill>
                      <a:srgbClr val="001892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84995" name="Rectangle 3">
                <a:extLst>
                  <a:ext uri="{FF2B5EF4-FFF2-40B4-BE49-F238E27FC236}">
                    <a16:creationId xmlns:a16="http://schemas.microsoft.com/office/drawing/2014/main" id="{CA672615-A46E-1C47-B27C-416231160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43608" y="1923976"/>
                <a:ext cx="7696200" cy="649288"/>
              </a:xfrm>
              <a:blipFill>
                <a:blip r:embed="rId2"/>
                <a:stretch>
                  <a:fillRect l="-1483" t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96" name="Object 4">
                <a:extLst>
                  <a:ext uri="{FF2B5EF4-FFF2-40B4-BE49-F238E27FC236}">
                    <a16:creationId xmlns:a16="http://schemas.microsoft.com/office/drawing/2014/main" id="{26B80663-D7AE-BE41-A966-A40F4F6C7748}"/>
                  </a:ext>
                </a:extLst>
              </p:cNvPr>
              <p:cNvSpPr txBox="1"/>
              <p:nvPr/>
            </p:nvSpPr>
            <p:spPr bwMode="auto">
              <a:xfrm>
                <a:off x="1653535" y="2750270"/>
                <a:ext cx="6200775" cy="1154112"/>
              </a:xfrm>
              <a:prstGeom prst="rect">
                <a:avLst/>
              </a:prstGeom>
              <a:noFill/>
              <a:ln w="28575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sup>
                          </m:sSup>
                        </m:num>
                        <m:den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b="0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4996" name="Object 4">
                <a:extLst>
                  <a:ext uri="{FF2B5EF4-FFF2-40B4-BE49-F238E27FC236}">
                    <a16:creationId xmlns:a16="http://schemas.microsoft.com/office/drawing/2014/main" id="{26B80663-D7AE-BE41-A966-A40F4F6C7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3535" y="2750270"/>
                <a:ext cx="6200775" cy="1154112"/>
              </a:xfrm>
              <a:prstGeom prst="rect">
                <a:avLst/>
              </a:prstGeom>
              <a:blipFill>
                <a:blip r:embed="rId3"/>
                <a:stretch>
                  <a:fillRect l="-613"/>
                </a:stretch>
              </a:blipFill>
              <a:ln w="28575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97" name="Rectangle 5">
                <a:extLst>
                  <a:ext uri="{FF2B5EF4-FFF2-40B4-BE49-F238E27FC236}">
                    <a16:creationId xmlns:a16="http://schemas.microsoft.com/office/drawing/2014/main" id="{1D02C3B9-4F75-BB47-90B1-0D98D975C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410" y="4406032"/>
                <a:ext cx="775335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    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其中</a:t>
                </a:r>
                <a:r>
                  <a:rPr kumimoji="1" lang="zh-CN" altLang="zh-CN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sym typeface="Symbol" pitchFamily="2" charset="2"/>
                  </a:rPr>
                  <a:t></a:t>
                </a:r>
                <a:r>
                  <a:rPr kumimoji="1" lang="zh-CN" altLang="zh-CN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 &gt;0,  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服从参数为</a:t>
                </a:r>
                <a:r>
                  <a:rPr kumimoji="1" lang="zh-CN" altLang="zh-CN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sym typeface="Symbol" pitchFamily="2" charset="2"/>
                  </a:rPr>
                  <a:t>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的泊松分布</a:t>
                </a:r>
              </a:p>
            </p:txBody>
          </p:sp>
        </mc:Choice>
        <mc:Fallback xmlns="">
          <p:sp>
            <p:nvSpPr>
              <p:cNvPr id="84997" name="Rectangle 5">
                <a:extLst>
                  <a:ext uri="{FF2B5EF4-FFF2-40B4-BE49-F238E27FC236}">
                    <a16:creationId xmlns:a16="http://schemas.microsoft.com/office/drawing/2014/main" id="{1D02C3B9-4F75-BB47-90B1-0D98D975C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410" y="4406032"/>
                <a:ext cx="7753350" cy="492443"/>
              </a:xfrm>
              <a:prstGeom prst="rect">
                <a:avLst/>
              </a:prstGeom>
              <a:blipFill>
                <a:blip r:embed="rId4"/>
                <a:stretch>
                  <a:fillRect t="-17949" b="-307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998" name="Rectangle 6">
                <a:extLst>
                  <a:ext uri="{FF2B5EF4-FFF2-40B4-BE49-F238E27FC236}">
                    <a16:creationId xmlns:a16="http://schemas.microsoft.com/office/drawing/2014/main" id="{B1206129-FFA4-0545-8D76-B90CF6EAE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1697" y="5487120"/>
                <a:ext cx="1871663" cy="579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cap="sq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  <m:r>
                        <a:rPr kumimoji="1" lang="zh-CN" altLang="en-US" sz="3200" b="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zh-CN" altLang="en-US" sz="3200" b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itchFamily="2" charset="2"/>
                        </a:rPr>
                        <m:t>𝝅</m:t>
                      </m:r>
                      <m:r>
                        <a:rPr kumimoji="1" lang="en-US" altLang="zh-CN" sz="3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sym typeface="Symbol" pitchFamily="2" charset="2"/>
                        </a:rPr>
                        <m:t>()</m:t>
                      </m:r>
                    </m:oMath>
                  </m:oMathPara>
                </a14:m>
                <a:endParaRPr kumimoji="1" lang="en-US" altLang="zh-CN" sz="3200" b="0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4998" name="Rectangle 6">
                <a:extLst>
                  <a:ext uri="{FF2B5EF4-FFF2-40B4-BE49-F238E27FC236}">
                    <a16:creationId xmlns:a16="http://schemas.microsoft.com/office/drawing/2014/main" id="{B1206129-FFA4-0545-8D76-B90CF6EAE0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1697" y="5487120"/>
                <a:ext cx="1871663" cy="579437"/>
              </a:xfrm>
              <a:prstGeom prst="rect">
                <a:avLst/>
              </a:prstGeom>
              <a:blipFill>
                <a:blip r:embed="rId5"/>
                <a:stretch>
                  <a:fillRect b="-260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cap="sq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288A6B9C-FF87-FB5F-0EBF-8A931524A286}"/>
              </a:ext>
            </a:extLst>
          </p:cNvPr>
          <p:cNvSpPr/>
          <p:nvPr/>
        </p:nvSpPr>
        <p:spPr bwMode="auto">
          <a:xfrm>
            <a:off x="3553133" y="116632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泊松分布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32BE0D9C-37C9-781C-3FB3-4E2CE2FD86C0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FEE859AE-D871-4B49-92EA-4F02A4DEFC18}"/>
                  </a:ext>
                </a:extLst>
              </p:cNvPr>
              <p:cNvSpPr txBox="1"/>
              <p:nvPr/>
            </p:nvSpPr>
            <p:spPr bwMode="auto">
              <a:xfrm>
                <a:off x="1691680" y="1335335"/>
                <a:ext cx="6200775" cy="1154112"/>
              </a:xfrm>
              <a:prstGeom prst="rect">
                <a:avLst/>
              </a:prstGeom>
              <a:noFill/>
              <a:ln w="28575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sup>
                          </m:sSup>
                        </m:num>
                        <m:den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zh-CN" altLang="en-US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CN" altLang="en-US" b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...</m:t>
                      </m:r>
                    </m:oMath>
                  </m:oMathPara>
                </a14:m>
                <a:endParaRPr lang="zh-CN" altLang="en-US" b="0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FEE859AE-D871-4B49-92EA-4F02A4DEF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80" y="1335335"/>
                <a:ext cx="6200775" cy="1154112"/>
              </a:xfrm>
              <a:prstGeom prst="rect">
                <a:avLst/>
              </a:prstGeom>
              <a:blipFill>
                <a:blip r:embed="rId8"/>
                <a:stretch>
                  <a:fillRect l="-613"/>
                </a:stretch>
              </a:blipFill>
              <a:ln w="28575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A2D08CFA-89F0-6AED-83B5-2DDFC936CB44}"/>
              </a:ext>
            </a:extLst>
          </p:cNvPr>
          <p:cNvSpPr/>
          <p:nvPr/>
        </p:nvSpPr>
        <p:spPr bwMode="auto">
          <a:xfrm>
            <a:off x="3553133" y="116632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泊松分布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D2D208AC-C27D-0261-A374-1F5D44557C1F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92D9D0-4756-DBAC-59A2-DAB277D54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9" r="36208"/>
          <a:stretch/>
        </p:blipFill>
        <p:spPr bwMode="auto">
          <a:xfrm>
            <a:off x="678945" y="3407548"/>
            <a:ext cx="4181505" cy="268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68F155A-6849-D597-CFF5-9B07AEDC8B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11" b="54251"/>
          <a:stretch/>
        </p:blipFill>
        <p:spPr bwMode="auto">
          <a:xfrm>
            <a:off x="5220072" y="2974173"/>
            <a:ext cx="2878123" cy="160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7954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80912C78-C162-F44B-8ECB-FEC44D742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4125" y="1456266"/>
            <a:ext cx="7923213" cy="32400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5000"/>
              </a:lnSpc>
              <a:buFont typeface="Wingdings" pitchFamily="2" charset="2"/>
              <a:buNone/>
            </a:pPr>
            <a:endParaRPr lang="en-US" altLang="zh-CN" sz="2600" b="1" dirty="0">
              <a:solidFill>
                <a:srgbClr val="001892"/>
              </a:solidFill>
            </a:endParaRPr>
          </a:p>
          <a:p>
            <a:pPr lvl="1">
              <a:lnSpc>
                <a:spcPct val="125000"/>
              </a:lnSpc>
              <a:buClr>
                <a:srgbClr val="C00000"/>
              </a:buClr>
            </a:pPr>
            <a:r>
              <a:rPr lang="zh-CN" altLang="en-US" b="1" dirty="0">
                <a:solidFill>
                  <a:srgbClr val="001892"/>
                </a:solidFill>
              </a:rPr>
              <a:t>服务台在某时间段内接待的服务次数；</a:t>
            </a:r>
          </a:p>
          <a:p>
            <a:pPr lvl="1">
              <a:lnSpc>
                <a:spcPct val="125000"/>
              </a:lnSpc>
              <a:buClr>
                <a:srgbClr val="C00000"/>
              </a:buClr>
            </a:pPr>
            <a:r>
              <a:rPr lang="zh-CN" altLang="en-US" b="1" dirty="0">
                <a:solidFill>
                  <a:srgbClr val="001892"/>
                </a:solidFill>
              </a:rPr>
              <a:t>交换台在某时间段内接到呼叫的次数</a:t>
            </a:r>
            <a:r>
              <a:rPr lang="en-US" altLang="en-US" b="1" dirty="0">
                <a:solidFill>
                  <a:srgbClr val="001892"/>
                </a:solidFill>
              </a:rPr>
              <a:t>;</a:t>
            </a:r>
            <a:endParaRPr lang="en-US" altLang="zh-CN" b="1" dirty="0">
              <a:solidFill>
                <a:srgbClr val="001892"/>
              </a:solidFill>
            </a:endParaRPr>
          </a:p>
          <a:p>
            <a:pPr lvl="1">
              <a:lnSpc>
                <a:spcPct val="125000"/>
              </a:lnSpc>
              <a:buClr>
                <a:srgbClr val="C00000"/>
              </a:buClr>
            </a:pPr>
            <a:r>
              <a:rPr lang="zh-CN" altLang="en-US" b="1" dirty="0">
                <a:solidFill>
                  <a:srgbClr val="001892"/>
                </a:solidFill>
              </a:rPr>
              <a:t>矿井在某段时间发生事故的次数</a:t>
            </a:r>
            <a:r>
              <a:rPr lang="en-US" altLang="zh-CN" b="1" dirty="0">
                <a:solidFill>
                  <a:srgbClr val="001892"/>
                </a:solidFill>
              </a:rPr>
              <a:t>;</a:t>
            </a:r>
          </a:p>
          <a:p>
            <a:pPr lvl="1">
              <a:lnSpc>
                <a:spcPct val="125000"/>
              </a:lnSpc>
              <a:buClr>
                <a:srgbClr val="C00000"/>
              </a:buClr>
            </a:pPr>
            <a:r>
              <a:rPr lang="zh-CN" altLang="en-US" b="1" dirty="0">
                <a:solidFill>
                  <a:srgbClr val="001892"/>
                </a:solidFill>
              </a:rPr>
              <a:t>显微镜下相同大小的方格内微生物的数目；</a:t>
            </a:r>
          </a:p>
          <a:p>
            <a:pPr lvl="1">
              <a:lnSpc>
                <a:spcPct val="125000"/>
              </a:lnSpc>
              <a:buClr>
                <a:srgbClr val="C00000"/>
              </a:buClr>
            </a:pPr>
            <a:r>
              <a:rPr lang="zh-CN" altLang="en-US" b="1" dirty="0">
                <a:solidFill>
                  <a:srgbClr val="001892"/>
                </a:solidFill>
              </a:rPr>
              <a:t>单位体积空气中含有某种微粒的数目</a:t>
            </a:r>
          </a:p>
        </p:txBody>
      </p:sp>
      <p:graphicFrame>
        <p:nvGraphicFramePr>
          <p:cNvPr id="86019" name="Object 3">
            <a:extLst>
              <a:ext uri="{FF2B5EF4-FFF2-40B4-BE49-F238E27FC236}">
                <a16:creationId xmlns:a16="http://schemas.microsoft.com/office/drawing/2014/main" id="{C9065834-A89A-394A-A6BD-FC031CD6E7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830923"/>
              </p:ext>
            </p:extLst>
          </p:nvPr>
        </p:nvGraphicFramePr>
        <p:xfrm>
          <a:off x="4514850" y="3652572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3" imgW="2628900" imgH="4978400" progId="Equation.3">
                  <p:embed/>
                </p:oleObj>
              </mc:Choice>
              <mc:Fallback>
                <p:oleObj name="Equation" r:id="rId3" imgW="2628900" imgH="4978400" progId="Equation.3">
                  <p:embed/>
                  <p:pic>
                    <p:nvPicPr>
                      <p:cNvPr id="86019" name="Object 3">
                        <a:extLst>
                          <a:ext uri="{FF2B5EF4-FFF2-40B4-BE49-F238E27FC236}">
                            <a16:creationId xmlns:a16="http://schemas.microsoft.com/office/drawing/2014/main" id="{C9065834-A89A-394A-A6BD-FC031CD6E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652572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0" name="Text Box 4">
            <a:extLst>
              <a:ext uri="{FF2B5EF4-FFF2-40B4-BE49-F238E27FC236}">
                <a16:creationId xmlns:a16="http://schemas.microsoft.com/office/drawing/2014/main" id="{C1876894-9129-1B41-9B40-06F8D540F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" y="5344698"/>
            <a:ext cx="8284121" cy="1036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体积相对小的物质在较大的空间内的稀疏分布，都可以看作泊松分布</a:t>
            </a:r>
            <a:r>
              <a:rPr lang="en-US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其参数 </a:t>
            </a:r>
            <a:r>
              <a:rPr kumimoji="1" lang="zh-CN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  <a:sym typeface="Symbol" pitchFamily="2" charset="2"/>
              </a:rPr>
              <a:t></a:t>
            </a:r>
            <a:r>
              <a:rPr kumimoji="1" lang="zh-CN" altLang="zh-CN" sz="2600" dirty="0">
                <a:solidFill>
                  <a:srgbClr val="00189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可以由观测值的平均值求出。</a:t>
            </a:r>
            <a:endParaRPr kumimoji="1" lang="zh-CN" altLang="en-US" sz="2600" dirty="0">
              <a:solidFill>
                <a:srgbClr val="00189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A4222B20-16D9-5745-BE52-459F3C33A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8520" y="1251023"/>
            <a:ext cx="9108504" cy="543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>
              <a:lnSpc>
                <a:spcPct val="12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6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实际问题中若干问题是服从或近似服从</a:t>
            </a:r>
            <a:r>
              <a:rPr lang="en-US" altLang="en-US" sz="26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Poisson</a:t>
            </a:r>
            <a:r>
              <a:rPr lang="zh-CN" altLang="en-US" sz="26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分布的</a:t>
            </a:r>
          </a:p>
        </p:txBody>
      </p: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1BA67548-B7E5-D489-D8DB-E820D4B4C999}"/>
              </a:ext>
            </a:extLst>
          </p:cNvPr>
          <p:cNvSpPr/>
          <p:nvPr/>
        </p:nvSpPr>
        <p:spPr bwMode="auto">
          <a:xfrm>
            <a:off x="3553133" y="116632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泊松分布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0E87A7D9-880C-676D-1529-DD0DDF1993B7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2" name="Group 2">
            <a:extLst>
              <a:ext uri="{FF2B5EF4-FFF2-40B4-BE49-F238E27FC236}">
                <a16:creationId xmlns:a16="http://schemas.microsoft.com/office/drawing/2014/main" id="{A2A8CE0F-80A1-2E4F-ADAF-38F29DC0976D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1268760"/>
            <a:ext cx="8285162" cy="1986134"/>
            <a:chOff x="385" y="346"/>
            <a:chExt cx="5219" cy="11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043" name="Text Box 3">
                  <a:extLst>
                    <a:ext uri="{FF2B5EF4-FFF2-40B4-BE49-F238E27FC236}">
                      <a16:creationId xmlns:a16="http://schemas.microsoft.com/office/drawing/2014/main" id="{85BE90E0-3536-4540-92B1-BDB7962CE12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5" y="346"/>
                  <a:ext cx="5004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ts val="0"/>
                    </a:spcBef>
                  </a:pPr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</a:t>
                  </a:r>
                  <a:r>
                    <a:rPr kumimoji="1" lang="zh-CN" altLang="en-US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已知某电话交换台每分钟接到的呼唤次数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</m:oMath>
                  </a14:m>
                  <a:r>
                    <a:rPr kumimoji="1" lang="zh-CN" altLang="en-US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服从</a:t>
                  </a:r>
                </a:p>
              </p:txBody>
            </p:sp>
          </mc:Choice>
          <mc:Fallback xmlns="">
            <p:sp>
              <p:nvSpPr>
                <p:cNvPr id="87043" name="Text Box 3">
                  <a:extLst>
                    <a:ext uri="{FF2B5EF4-FFF2-40B4-BE49-F238E27FC236}">
                      <a16:creationId xmlns:a16="http://schemas.microsoft.com/office/drawing/2014/main" id="{85BE90E0-3536-4540-92B1-BDB7962CE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5" y="346"/>
                  <a:ext cx="5004" cy="269"/>
                </a:xfrm>
                <a:prstGeom prst="rect">
                  <a:avLst/>
                </a:prstGeom>
                <a:blipFill>
                  <a:blip r:embed="rId3"/>
                  <a:stretch>
                    <a:fillRect t="-13514" b="-2702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7044" name="Object 4">
                  <a:extLst>
                    <a:ext uri="{FF2B5EF4-FFF2-40B4-BE49-F238E27FC236}">
                      <a16:creationId xmlns:a16="http://schemas.microsoft.com/office/drawing/2014/main" id="{47EA4E98-4EDA-A144-85A6-A63D373CF65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93979911"/>
                    </p:ext>
                  </p:extLst>
                </p:nvPr>
              </p:nvGraphicFramePr>
              <p:xfrm>
                <a:off x="569" y="656"/>
                <a:ext cx="504" cy="23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247" name="Equation" r:id="rId4" imgW="8775700" imgH="4102100" progId="Equation.DSMT4">
                        <p:embed/>
                      </p:oleObj>
                    </mc:Choice>
                    <mc:Fallback>
                      <p:oleObj name="Equation" r:id="rId4" imgW="8775700" imgH="4102100" progId="Equation.DSMT4">
                        <p:embed/>
                        <p:pic>
                          <p:nvPicPr>
                            <p:cNvPr id="87044" name="Object 4">
                              <a:extLst>
                                <a:ext uri="{FF2B5EF4-FFF2-40B4-BE49-F238E27FC236}">
                                  <a16:creationId xmlns:a16="http://schemas.microsoft.com/office/drawing/2014/main" id="{47EA4E98-4EDA-A144-85A6-A63D373CF65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69" y="656"/>
                              <a:ext cx="504" cy="23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7044" name="Object 4">
                  <a:extLst>
                    <a:ext uri="{FF2B5EF4-FFF2-40B4-BE49-F238E27FC236}">
                      <a16:creationId xmlns:a16="http://schemas.microsoft.com/office/drawing/2014/main" id="{47EA4E98-4EDA-A144-85A6-A63D373CF65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93979911"/>
                    </p:ext>
                  </p:extLst>
                </p:nvPr>
              </p:nvGraphicFramePr>
              <p:xfrm>
                <a:off x="569" y="656"/>
                <a:ext cx="504" cy="23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6" imgW="8775700" imgH="4102100" progId="Equation.DSMT4">
                        <p:embed/>
                      </p:oleObj>
                    </mc:Choice>
                    <mc:Fallback>
                      <p:oleObj name="Equation" r:id="rId6" imgW="8775700" imgH="4102100" progId="Equation.DSMT4">
                        <p:embed/>
                        <p:pic>
                          <p:nvPicPr>
                            <p:cNvPr id="87044" name="Object 4">
                              <a:extLst>
                                <a:ext uri="{FF2B5EF4-FFF2-40B4-BE49-F238E27FC236}">
                                  <a16:creationId xmlns:a16="http://schemas.microsoft.com/office/drawing/2014/main" id="{47EA4E98-4EDA-A144-85A6-A63D373CF65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69" y="656"/>
                              <a:ext cx="504" cy="23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87045" name="Text Box 5">
              <a:extLst>
                <a:ext uri="{FF2B5EF4-FFF2-40B4-BE49-F238E27FC236}">
                  <a16:creationId xmlns:a16="http://schemas.microsoft.com/office/drawing/2014/main" id="{D4685A49-95F4-E043-A65B-6C1BC2349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5" y="627"/>
              <a:ext cx="447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kumimoji="1" lang="zh-CN" altLang="en-US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的泊松分布，求</a:t>
              </a:r>
              <a:endPara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87046" name="Rectangle 6">
              <a:extLst>
                <a:ext uri="{FF2B5EF4-FFF2-40B4-BE49-F238E27FC236}">
                  <a16:creationId xmlns:a16="http://schemas.microsoft.com/office/drawing/2014/main" id="{CC583D65-1158-E14C-8BD5-A463E110F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" y="1245"/>
              <a:ext cx="417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kumimoji="1" lang="zh-CN" altLang="en-US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（</a:t>
              </a:r>
              <a:r>
                <a: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2</a:t>
              </a:r>
              <a:r>
                <a:rPr kumimoji="1" lang="zh-CN" altLang="en-US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）每分钟</a:t>
              </a:r>
              <a:r>
                <a: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 </a:t>
              </a:r>
              <a:r>
                <a:rPr kumimoji="1" lang="zh-CN" altLang="en-US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不超过</a:t>
              </a:r>
              <a:r>
                <a:rPr kumimoji="1"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4</a:t>
              </a:r>
              <a:r>
                <a:rPr kumimoji="1" lang="zh-CN" altLang="en-US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rPr>
                <a:t>次的概率</a:t>
              </a:r>
            </a:p>
          </p:txBody>
        </p:sp>
      </p:grpSp>
      <p:graphicFrame>
        <p:nvGraphicFramePr>
          <p:cNvPr id="87047" name="Object 7">
            <a:extLst>
              <a:ext uri="{FF2B5EF4-FFF2-40B4-BE49-F238E27FC236}">
                <a16:creationId xmlns:a16="http://schemas.microsoft.com/office/drawing/2014/main" id="{524310EB-487E-8243-933F-7E1D06436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255140"/>
              </p:ext>
            </p:extLst>
          </p:nvPr>
        </p:nvGraphicFramePr>
        <p:xfrm>
          <a:off x="1111043" y="5132549"/>
          <a:ext cx="5765214" cy="96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8" imgW="62611000" imgH="9944100" progId="Equation.DSMT4">
                  <p:embed/>
                </p:oleObj>
              </mc:Choice>
              <mc:Fallback>
                <p:oleObj name="Equation" r:id="rId8" imgW="62611000" imgH="9944100" progId="Equation.DSMT4">
                  <p:embed/>
                  <p:pic>
                    <p:nvPicPr>
                      <p:cNvPr id="87047" name="Object 7">
                        <a:extLst>
                          <a:ext uri="{FF2B5EF4-FFF2-40B4-BE49-F238E27FC236}">
                            <a16:creationId xmlns:a16="http://schemas.microsoft.com/office/drawing/2014/main" id="{524310EB-487E-8243-933F-7E1D064363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043" y="5132549"/>
                        <a:ext cx="5765214" cy="96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7050" name="Object 10">
                <a:extLst>
                  <a:ext uri="{FF2B5EF4-FFF2-40B4-BE49-F238E27FC236}">
                    <a16:creationId xmlns:a16="http://schemas.microsoft.com/office/drawing/2014/main" id="{A195F1F9-B0F6-2C4F-B40F-6A1F7D82AF7F}"/>
                  </a:ext>
                </a:extLst>
              </p:cNvPr>
              <p:cNvSpPr txBox="1"/>
              <p:nvPr/>
            </p:nvSpPr>
            <p:spPr bwMode="auto">
              <a:xfrm>
                <a:off x="5939479" y="3861048"/>
                <a:ext cx="3017838" cy="895350"/>
              </a:xfrm>
              <a:prstGeom prst="rect">
                <a:avLst/>
              </a:prstGeom>
              <a:noFill/>
              <a:ln w="28575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7050" name="Object 10">
                <a:extLst>
                  <a:ext uri="{FF2B5EF4-FFF2-40B4-BE49-F238E27FC236}">
                    <a16:creationId xmlns:a16="http://schemas.microsoft.com/office/drawing/2014/main" id="{A195F1F9-B0F6-2C4F-B40F-6A1F7D82A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9479" y="3861048"/>
                <a:ext cx="3017838" cy="895350"/>
              </a:xfrm>
              <a:prstGeom prst="rect">
                <a:avLst/>
              </a:prstGeom>
              <a:blipFill>
                <a:blip r:embed="rId10"/>
                <a:stretch>
                  <a:fillRect l="-418" b="-1389"/>
                </a:stretch>
              </a:blipFill>
              <a:ln w="28575" cap="rnd">
                <a:noFill/>
                <a:prstDash val="sysDot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7051" name="Object 11">
            <a:extLst>
              <a:ext uri="{FF2B5EF4-FFF2-40B4-BE49-F238E27FC236}">
                <a16:creationId xmlns:a16="http://schemas.microsoft.com/office/drawing/2014/main" id="{A0C3568B-0076-8841-8335-97DE2D03B4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363054"/>
              </p:ext>
            </p:extLst>
          </p:nvPr>
        </p:nvGraphicFramePr>
        <p:xfrm>
          <a:off x="1115616" y="3861048"/>
          <a:ext cx="2449612" cy="929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1" imgW="25450800" imgH="9652000" progId="Equation.DSMT4">
                  <p:embed/>
                </p:oleObj>
              </mc:Choice>
              <mc:Fallback>
                <p:oleObj name="Equation" r:id="rId11" imgW="25450800" imgH="9652000" progId="Equation.DSMT4">
                  <p:embed/>
                  <p:pic>
                    <p:nvPicPr>
                      <p:cNvPr id="87051" name="Object 11">
                        <a:extLst>
                          <a:ext uri="{FF2B5EF4-FFF2-40B4-BE49-F238E27FC236}">
                            <a16:creationId xmlns:a16="http://schemas.microsoft.com/office/drawing/2014/main" id="{A0C3568B-0076-8841-8335-97DE2D03B4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861048"/>
                        <a:ext cx="2449612" cy="929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2" name="Rectangle 12">
            <a:extLst>
              <a:ext uri="{FF2B5EF4-FFF2-40B4-BE49-F238E27FC236}">
                <a16:creationId xmlns:a16="http://schemas.microsoft.com/office/drawing/2014/main" id="{05400EFF-0435-BB4E-BC8E-DFE9BA8C1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82" y="1236962"/>
            <a:ext cx="49113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例</a:t>
            </a:r>
          </a:p>
        </p:txBody>
      </p:sp>
      <p:sp>
        <p:nvSpPr>
          <p:cNvPr id="87053" name="Rectangle 13">
            <a:extLst>
              <a:ext uri="{FF2B5EF4-FFF2-40B4-BE49-F238E27FC236}">
                <a16:creationId xmlns:a16="http://schemas.microsoft.com/office/drawing/2014/main" id="{335D0F44-43B0-F744-AF48-9FBF725FF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077072"/>
            <a:ext cx="49113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kumimoji="1" lang="zh-CN" altLang="en-US" sz="2400" dirty="0">
                <a:solidFill>
                  <a:srgbClr val="C00000"/>
                </a:solidFill>
                <a:latin typeface="+mn-lt"/>
                <a:ea typeface="KaiTi" panose="02010609060101010101" pitchFamily="49" charset="-122"/>
              </a:rPr>
              <a:t>解</a:t>
            </a:r>
          </a:p>
        </p:txBody>
      </p:sp>
      <p:graphicFrame>
        <p:nvGraphicFramePr>
          <p:cNvPr id="87054" name="Object 14">
            <a:extLst>
              <a:ext uri="{FF2B5EF4-FFF2-40B4-BE49-F238E27FC236}">
                <a16:creationId xmlns:a16="http://schemas.microsoft.com/office/drawing/2014/main" id="{510DD927-9568-DE4B-80E8-BE432256B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453917"/>
              </p:ext>
            </p:extLst>
          </p:nvPr>
        </p:nvGraphicFramePr>
        <p:xfrm>
          <a:off x="3642795" y="4161720"/>
          <a:ext cx="1361254" cy="366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3" imgW="15214600" imgH="4102100" progId="Equation.DSMT4">
                  <p:embed/>
                </p:oleObj>
              </mc:Choice>
              <mc:Fallback>
                <p:oleObj name="Equation" r:id="rId13" imgW="15214600" imgH="4102100" progId="Equation.DSMT4">
                  <p:embed/>
                  <p:pic>
                    <p:nvPicPr>
                      <p:cNvPr id="87054" name="Object 14">
                        <a:extLst>
                          <a:ext uri="{FF2B5EF4-FFF2-40B4-BE49-F238E27FC236}">
                            <a16:creationId xmlns:a16="http://schemas.microsoft.com/office/drawing/2014/main" id="{510DD927-9568-DE4B-80E8-BE432256B5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795" y="4161720"/>
                        <a:ext cx="1361254" cy="3660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>
            <a:extLst>
              <a:ext uri="{FF2B5EF4-FFF2-40B4-BE49-F238E27FC236}">
                <a16:creationId xmlns:a16="http://schemas.microsoft.com/office/drawing/2014/main" id="{04201C47-9D79-C44E-A463-BFCD1EA242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189856"/>
              </p:ext>
            </p:extLst>
          </p:nvPr>
        </p:nvGraphicFramePr>
        <p:xfrm>
          <a:off x="5796098" y="5643194"/>
          <a:ext cx="1478449" cy="356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15" imgW="16967200" imgH="4102100" progId="Equation.DSMT4">
                  <p:embed/>
                </p:oleObj>
              </mc:Choice>
              <mc:Fallback>
                <p:oleObj name="Equation" r:id="rId15" imgW="16967200" imgH="4102100" progId="Equation.DSMT4">
                  <p:embed/>
                  <p:pic>
                    <p:nvPicPr>
                      <p:cNvPr id="87055" name="Object 15">
                        <a:extLst>
                          <a:ext uri="{FF2B5EF4-FFF2-40B4-BE49-F238E27FC236}">
                            <a16:creationId xmlns:a16="http://schemas.microsoft.com/office/drawing/2014/main" id="{04201C47-9D79-C44E-A463-BFCD1EA242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098" y="5643194"/>
                        <a:ext cx="1478449" cy="3564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8FCBBB19-0C48-472B-9D59-20E70A1A3175}"/>
              </a:ext>
            </a:extLst>
          </p:cNvPr>
          <p:cNvSpPr txBox="1"/>
          <p:nvPr/>
        </p:nvSpPr>
        <p:spPr>
          <a:xfrm>
            <a:off x="744910" y="2247255"/>
            <a:ext cx="654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（</a:t>
            </a: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1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）每分钟内恰好接到</a:t>
            </a: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3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1892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次呼唤的概率；</a:t>
            </a:r>
            <a:endParaRPr kumimoji="1" lang="en-US" altLang="zh-CN" sz="2400" u="none" strike="noStrike" kern="1200" cap="none" spc="0" normalizeH="0" baseline="0" noProof="0" dirty="0">
              <a:ln>
                <a:noFill/>
              </a:ln>
              <a:solidFill>
                <a:srgbClr val="001892"/>
              </a:solidFill>
              <a:effectLst/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B08D9408-C867-9DBC-E9A8-B09357BC9008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3FFE5353-D419-5D5F-9DCB-15DCC8AD9343}"/>
              </a:ext>
            </a:extLst>
          </p:cNvPr>
          <p:cNvSpPr/>
          <p:nvPr/>
        </p:nvSpPr>
        <p:spPr bwMode="auto">
          <a:xfrm>
            <a:off x="349432" y="1189364"/>
            <a:ext cx="8547290" cy="2131333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6B1148F9-686B-7169-7C22-CD0D599E2E6B}"/>
              </a:ext>
            </a:extLst>
          </p:cNvPr>
          <p:cNvSpPr/>
          <p:nvPr/>
        </p:nvSpPr>
        <p:spPr bwMode="auto">
          <a:xfrm>
            <a:off x="3261414" y="116632"/>
            <a:ext cx="26212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Practice #7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0" grpId="0"/>
      <p:bldP spid="8705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9A2DC609-CB3F-774A-902C-64B58D475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18" y="1249067"/>
            <a:ext cx="1774845" cy="523220"/>
          </a:xfrm>
          <a:prstGeom prst="rect">
            <a:avLst/>
          </a:prstGeom>
          <a:noFill/>
          <a:ln w="57150" cap="sq" cmpd="thickThin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B100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</a:pPr>
            <a:r>
              <a:rPr kumimoji="1" lang="zh-CN" altLang="en-US" b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泊松定理</a:t>
            </a:r>
            <a:r>
              <a:rPr kumimoji="1" lang="zh-CN" altLang="en-US" sz="2400" b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en-US" sz="2400" b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zh-CN" altLang="en-US" sz="2400" b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091" name="Rectangle 3">
                <a:extLst>
                  <a:ext uri="{FF2B5EF4-FFF2-40B4-BE49-F238E27FC236}">
                    <a16:creationId xmlns:a16="http://schemas.microsoft.com/office/drawing/2014/main" id="{F4FEE75B-82F7-5B46-AB0B-4B4357DFF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560" y="4797152"/>
                <a:ext cx="8153400" cy="12167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  <a:buFont typeface="Monotype Sorts" pitchFamily="2" charset="2"/>
                  <a:buNone/>
                </a:pP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实际应用中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：</a:t>
                </a:r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Monotype Sorts" pitchFamily="2" charset="2"/>
                      </a:rPr>
                      <m:t>𝑛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较大，</a:t>
                </a:r>
                <a14:m>
                  <m:oMath xmlns:m="http://schemas.openxmlformats.org/officeDocument/2006/math">
                    <m:r>
                      <a:rPr kumimoji="1" lang="en-US" altLang="en-US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Monotype Sorts" pitchFamily="2" charset="2"/>
                      </a:rPr>
                      <m:t>𝑝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较小，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sym typeface="Monotype Sorts" pitchFamily="2" charset="2"/>
                      </a:rPr>
                      <m:t>𝑛𝑝</m:t>
                    </m:r>
                  </m:oMath>
                </a14:m>
                <a:r>
                  <a:rPr kumimoji="1" lang="zh-CN" altLang="en-US" sz="26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  <a:sym typeface="Monotype Sorts" pitchFamily="2" charset="2"/>
                  </a:rPr>
                  <a:t>适中时，即可用泊松公式近似替换二项概率公式</a:t>
                </a:r>
                <a:endParaRPr kumimoji="1" lang="zh-CN" altLang="zh-CN" sz="26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9091" name="Rectangle 3">
                <a:extLst>
                  <a:ext uri="{FF2B5EF4-FFF2-40B4-BE49-F238E27FC236}">
                    <a16:creationId xmlns:a16="http://schemas.microsoft.com/office/drawing/2014/main" id="{F4FEE75B-82F7-5B46-AB0B-4B4357DFF6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4797152"/>
                <a:ext cx="8153400" cy="1216743"/>
              </a:xfrm>
              <a:prstGeom prst="rect">
                <a:avLst/>
              </a:prstGeom>
              <a:blipFill>
                <a:blip r:embed="rId3"/>
                <a:stretch>
                  <a:fillRect l="-1400" b="-927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9092" name="Object 4">
            <a:extLst>
              <a:ext uri="{FF2B5EF4-FFF2-40B4-BE49-F238E27FC236}">
                <a16:creationId xmlns:a16="http://schemas.microsoft.com/office/drawing/2014/main" id="{AB4B2977-597F-0D48-9667-D06AE96522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557280"/>
              </p:ext>
            </p:extLst>
          </p:nvPr>
        </p:nvGraphicFramePr>
        <p:xfrm>
          <a:off x="2393903" y="2152229"/>
          <a:ext cx="4011340" cy="1103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4" imgW="35102800" imgH="9652000" progId="Equation.DSMT4">
                  <p:embed/>
                </p:oleObj>
              </mc:Choice>
              <mc:Fallback>
                <p:oleObj name="Equation" r:id="rId4" imgW="35102800" imgH="9652000" progId="Equation.DSMT4">
                  <p:embed/>
                  <p:pic>
                    <p:nvPicPr>
                      <p:cNvPr id="89092" name="Object 4">
                        <a:extLst>
                          <a:ext uri="{FF2B5EF4-FFF2-40B4-BE49-F238E27FC236}">
                            <a16:creationId xmlns:a16="http://schemas.microsoft.com/office/drawing/2014/main" id="{AB4B2977-597F-0D48-9667-D06AE96522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03" y="2152229"/>
                        <a:ext cx="4011340" cy="110315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5" name="Object 7">
            <a:extLst>
              <a:ext uri="{FF2B5EF4-FFF2-40B4-BE49-F238E27FC236}">
                <a16:creationId xmlns:a16="http://schemas.microsoft.com/office/drawing/2014/main" id="{5423AA83-D8D3-A34A-B6C8-9A5175DC4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32185"/>
              </p:ext>
            </p:extLst>
          </p:nvPr>
        </p:nvGraphicFramePr>
        <p:xfrm>
          <a:off x="3563888" y="3696859"/>
          <a:ext cx="143986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6" imgW="10236200" imgH="4686300" progId="Equation.DSMT4">
                  <p:embed/>
                </p:oleObj>
              </mc:Choice>
              <mc:Fallback>
                <p:oleObj name="Equation" r:id="rId6" imgW="10236200" imgH="4686300" progId="Equation.DSMT4">
                  <p:embed/>
                  <p:pic>
                    <p:nvPicPr>
                      <p:cNvPr id="89095" name="Object 7">
                        <a:extLst>
                          <a:ext uri="{FF2B5EF4-FFF2-40B4-BE49-F238E27FC236}">
                            <a16:creationId xmlns:a16="http://schemas.microsoft.com/office/drawing/2014/main" id="{5423AA83-D8D3-A34A-B6C8-9A5175DC46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3696859"/>
                        <a:ext cx="1439863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2E0B4E62-59AA-DCC7-6B10-58EA8BFFCC43}"/>
              </a:ext>
            </a:extLst>
          </p:cNvPr>
          <p:cNvSpPr/>
          <p:nvPr/>
        </p:nvSpPr>
        <p:spPr bwMode="auto">
          <a:xfrm>
            <a:off x="2394963" y="116632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二项分布的泊松近似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674CCEC8-CF26-F6C7-B2B8-BE8054EED819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9AE572B-EB3A-E8E6-91D2-FBA7DBF56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9" r="36208"/>
          <a:stretch/>
        </p:blipFill>
        <p:spPr bwMode="auto">
          <a:xfrm>
            <a:off x="467544" y="2564904"/>
            <a:ext cx="4181505" cy="268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C04AEE2-AD7F-DEA4-C86A-B17361B00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11" b="54251"/>
          <a:stretch/>
        </p:blipFill>
        <p:spPr bwMode="auto">
          <a:xfrm>
            <a:off x="4932040" y="2132856"/>
            <a:ext cx="2878123" cy="160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F1D8838-2464-8940-0232-B1497C582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18" y="1249067"/>
            <a:ext cx="1774845" cy="523220"/>
          </a:xfrm>
          <a:prstGeom prst="rect">
            <a:avLst/>
          </a:prstGeom>
          <a:noFill/>
          <a:ln w="57150" cap="sq" cmpd="thickThin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B100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Monotype Sorts" pitchFamily="2" charset="2"/>
              <a:buNone/>
            </a:pPr>
            <a:r>
              <a:rPr kumimoji="1" lang="zh-CN" altLang="en-US" b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泊松定理</a:t>
            </a:r>
            <a:r>
              <a:rPr kumimoji="1" lang="zh-CN" altLang="en-US" sz="2400" b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en-US" sz="2400" b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zh-CN" altLang="en-US" sz="2400" b="0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3042E4A3-3712-ED04-7DBE-2D82063C9ED9}"/>
              </a:ext>
            </a:extLst>
          </p:cNvPr>
          <p:cNvSpPr/>
          <p:nvPr/>
        </p:nvSpPr>
        <p:spPr bwMode="auto">
          <a:xfrm>
            <a:off x="2394963" y="116632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二项分布的泊松近似</a:t>
            </a:r>
          </a:p>
        </p:txBody>
      </p:sp>
      <p:cxnSp>
        <p:nvCxnSpPr>
          <p:cNvPr id="8" name="直线连接符 48">
            <a:extLst>
              <a:ext uri="{FF2B5EF4-FFF2-40B4-BE49-F238E27FC236}">
                <a16:creationId xmlns:a16="http://schemas.microsoft.com/office/drawing/2014/main" id="{941DEA90-D919-D3FE-3FC8-ADF0436DE5BF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5171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&#10;&#10;中度可信度描述已自动生成">
            <a:extLst>
              <a:ext uri="{FF2B5EF4-FFF2-40B4-BE49-F238E27FC236}">
                <a16:creationId xmlns:a16="http://schemas.microsoft.com/office/drawing/2014/main" id="{7B47539B-64EC-BB0E-99F0-89DBABE03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672" y="212497"/>
            <a:ext cx="6115885" cy="6433005"/>
          </a:xfrm>
        </p:spPr>
      </p:pic>
    </p:spTree>
    <p:extLst>
      <p:ext uri="{BB962C8B-B14F-4D97-AF65-F5344CB8AC3E}">
        <p14:creationId xmlns:p14="http://schemas.microsoft.com/office/powerpoint/2010/main" val="25989479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1141" name="Text Box 5">
                <a:extLst>
                  <a:ext uri="{FF2B5EF4-FFF2-40B4-BE49-F238E27FC236}">
                    <a16:creationId xmlns:a16="http://schemas.microsoft.com/office/drawing/2014/main" id="{9FAEB2DE-2E03-9C41-BE73-642753D99F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432" y="1189364"/>
                <a:ext cx="8598728" cy="51351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例</a:t>
                </a:r>
                <a:r>
                  <a:rPr lang="zh-CN" altLang="en-US" sz="2400" dirty="0">
                    <a:latin typeface="+mn-lt"/>
                    <a:ea typeface="KaiTi" panose="02010609060101010101" pitchFamily="49" charset="-122"/>
                  </a:rPr>
                  <a:t> 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计算机硬件公司制造某种特殊型号的微型芯片，次品率达到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0.1%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，各芯片成为次品相互独立。求在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1000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只产品中至少有</a:t>
                </a:r>
                <a:r>
                  <a:rPr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2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只次品的概率，以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记产品中的次品数，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~ </m:t>
                    </m:r>
                    <m:r>
                      <a:rPr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𝑏</m:t>
                    </m:r>
                    <m:r>
                      <a:rPr lang="en-US" altLang="zh-CN" sz="2400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(1000, 0.001)</m:t>
                    </m:r>
                  </m:oMath>
                </a14:m>
                <a:endParaRPr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algn="just">
                  <a:lnSpc>
                    <a:spcPct val="125000"/>
                  </a:lnSpc>
                </a:pPr>
                <a:endParaRPr lang="en-US" altLang="zh-CN" sz="2400" dirty="0">
                  <a:latin typeface="+mn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sz="2400" dirty="0">
                    <a:solidFill>
                      <a:srgbClr val="C00000"/>
                    </a:solidFill>
                    <a:latin typeface="+mn-lt"/>
                    <a:ea typeface="KaiTi" panose="02010609060101010101" pitchFamily="49" charset="-122"/>
                  </a:rPr>
                  <a:t>解</a:t>
                </a:r>
                <a:r>
                  <a:rPr lang="zh-CN" altLang="en-US" sz="2400" dirty="0">
                    <a:latin typeface="+mn-lt"/>
                    <a:ea typeface="KaiTi" panose="02010609060101010101" pitchFamily="49" charset="-122"/>
                  </a:rPr>
                  <a:t> 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所求概率为</a:t>
                </a:r>
                <a:endParaRPr lang="en-US" altLang="zh-CN" sz="240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altLang="zh-CN" sz="24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2400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2400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2400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zh-CN" altLang="en-US" sz="2400" b="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algn="just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0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zh-CN" altLang="en-US" sz="2400" b="0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0.999</m:t>
                          </m:r>
                        </m:e>
                        <m:sup>
                          <m:r>
                            <a:rPr lang="zh-CN" altLang="en-US" sz="2400" b="0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sup>
                      </m:sSup>
                      <m:r>
                        <a:rPr lang="zh-CN" altLang="en-US" sz="2400" b="0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sz="2400" b="0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0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400" b="0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sub>
                        <m:sup>
                          <m:r>
                            <a:rPr lang="zh-CN" altLang="en-US" sz="2400" b="0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p>
                        <m:sSupPr>
                          <m:ctrlPr>
                            <a:rPr lang="zh-CN" altLang="en-US" sz="2400" b="0" i="1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0.999</m:t>
                          </m:r>
                        </m:e>
                        <m:sup>
                          <m:r>
                            <a:rPr lang="zh-CN" altLang="en-US" sz="2400" b="0" dirty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999</m:t>
                          </m:r>
                        </m:sup>
                      </m:sSup>
                      <m:r>
                        <a:rPr lang="zh-CN" altLang="en-US" sz="2400" b="0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×0.001</m:t>
                      </m:r>
                    </m:oMath>
                  </m:oMathPara>
                </a14:m>
                <a:endParaRPr lang="en-US" altLang="zh-CN" sz="2400" b="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algn="just">
                  <a:lnSpc>
                    <a:spcPct val="125000"/>
                  </a:lnSpc>
                </a:pPr>
                <a:endParaRPr lang="en-US" altLang="zh-CN" sz="2400" b="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algn="just">
                  <a:lnSpc>
                    <a:spcPct val="125000"/>
                  </a:lnSpc>
                </a:pPr>
                <a:r>
                  <a:rPr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    </a:t>
                </a:r>
                <a:r>
                  <a:rPr lang="zh-CN" altLang="en-US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利用泊松分布公式计算</a:t>
                </a:r>
              </a:p>
              <a:p>
                <a:pPr algn="just">
                  <a:lnSpc>
                    <a:spcPct val="125000"/>
                  </a:lnSpc>
                </a:pPr>
                <a:r>
                  <a:rPr lang="en-US" altLang="zh-CN" sz="2400" b="0" dirty="0">
                    <a:solidFill>
                      <a:srgbClr val="001892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2400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2400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2400" b="0" i="1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altLang="zh-CN" sz="2400" b="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  <a:p>
                <a:pPr algn="just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</m:t>
                    </m:r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≈1−</m:t>
                    </m:r>
                    <m:sSup>
                      <m:sSupPr>
                        <m:ctrlPr>
                          <a:rPr lang="zh-CN" altLang="en-US" sz="2400" b="0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 b="0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400" b="0" i="1" dirty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zh-CN" altLang="en-US" sz="2400" b="0" dirty="0" smtClean="0">
                            <a:solidFill>
                              <a:srgbClr val="00189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 ≈ </a:t>
                </a:r>
                <a:r>
                  <a:rPr lang="en-US" altLang="zh-CN" sz="2400" b="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rPr>
                  <a:t>0.2642411</a:t>
                </a:r>
                <a:endParaRPr lang="zh-CN" altLang="en-US" sz="2400" b="0" dirty="0">
                  <a:solidFill>
                    <a:srgbClr val="001892"/>
                  </a:solidFill>
                  <a:latin typeface="+mn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1141" name="Text Box 5">
                <a:extLst>
                  <a:ext uri="{FF2B5EF4-FFF2-40B4-BE49-F238E27FC236}">
                    <a16:creationId xmlns:a16="http://schemas.microsoft.com/office/drawing/2014/main" id="{9FAEB2DE-2E03-9C41-BE73-642753D99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432" y="1189364"/>
                <a:ext cx="8598728" cy="5135188"/>
              </a:xfrm>
              <a:prstGeom prst="rect">
                <a:avLst/>
              </a:prstGeom>
              <a:blipFill>
                <a:blip r:embed="rId2"/>
                <a:stretch>
                  <a:fillRect l="-1032" t="-494" r="-1032" b="-19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45AD1AD5-9F23-4D44-EAA9-1C88FDA732C2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89521712-463A-DBA8-7F2C-98E008A29769}"/>
              </a:ext>
            </a:extLst>
          </p:cNvPr>
          <p:cNvSpPr/>
          <p:nvPr/>
        </p:nvSpPr>
        <p:spPr bwMode="auto">
          <a:xfrm>
            <a:off x="349432" y="1189364"/>
            <a:ext cx="8598728" cy="1663571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BFD9BFED-8D0F-8F64-F5AD-19DDAB5A03AC}"/>
              </a:ext>
            </a:extLst>
          </p:cNvPr>
          <p:cNvSpPr/>
          <p:nvPr/>
        </p:nvSpPr>
        <p:spPr bwMode="auto">
          <a:xfrm>
            <a:off x="3261414" y="116632"/>
            <a:ext cx="26212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en-US" altLang="zh-CN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Practice #8</a:t>
            </a:r>
            <a:endParaRPr kumimoji="1" lang="en-US" altLang="zh-CN" sz="3600" dirty="0">
              <a:solidFill>
                <a:srgbClr val="C00000"/>
              </a:solidFill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>
            <a:extLst>
              <a:ext uri="{FF2B5EF4-FFF2-40B4-BE49-F238E27FC236}">
                <a16:creationId xmlns:a16="http://schemas.microsoft.com/office/drawing/2014/main" id="{23EF1E68-B7EB-094F-9E79-60A46F6B7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007350" cy="630237"/>
          </a:xfrm>
        </p:spPr>
        <p:txBody>
          <a:bodyPr/>
          <a:lstStyle/>
          <a:p>
            <a:pPr>
              <a:buClr>
                <a:srgbClr val="CC0000"/>
              </a:buClr>
              <a:buFont typeface="Wingdings" pitchFamily="2" charset="2"/>
              <a:buChar char="n"/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Times New Roman"/>
              </a:rPr>
              <a:t>0-1</a:t>
            </a:r>
            <a:r>
              <a:rPr lang="zh-CN" altLang="en-US" sz="2600" b="1" dirty="0">
                <a:solidFill>
                  <a:srgbClr val="C00000"/>
                </a:solidFill>
                <a:latin typeface="Times New Roman"/>
              </a:rPr>
              <a:t>分布</a:t>
            </a:r>
            <a:r>
              <a:rPr lang="en-US" altLang="zh-CN" sz="2600" b="1" dirty="0">
                <a:solidFill>
                  <a:srgbClr val="C00000"/>
                </a:solidFill>
                <a:latin typeface="Times New Roman"/>
              </a:rPr>
              <a:t>(</a:t>
            </a:r>
            <a:r>
              <a:rPr lang="zh-CN" altLang="en-US" sz="2600" b="1" dirty="0">
                <a:solidFill>
                  <a:srgbClr val="C00000"/>
                </a:solidFill>
                <a:latin typeface="Times New Roman"/>
              </a:rPr>
              <a:t>两点分布</a:t>
            </a:r>
            <a:r>
              <a:rPr lang="en-US" altLang="zh-CN" sz="2600" b="1" dirty="0">
                <a:solidFill>
                  <a:srgbClr val="C00000"/>
                </a:solidFill>
                <a:latin typeface="Times New Roman"/>
              </a:rPr>
              <a:t>)</a:t>
            </a:r>
          </a:p>
        </p:txBody>
      </p:sp>
      <p:grpSp>
        <p:nvGrpSpPr>
          <p:cNvPr id="77828" name="Group 4">
            <a:extLst>
              <a:ext uri="{FF2B5EF4-FFF2-40B4-BE49-F238E27FC236}">
                <a16:creationId xmlns:a16="http://schemas.microsoft.com/office/drawing/2014/main" id="{E7114027-76C6-FF43-840A-0F08B7FAE252}"/>
              </a:ext>
            </a:extLst>
          </p:cNvPr>
          <p:cNvGrpSpPr>
            <a:grpSpLocks/>
          </p:cNvGrpSpPr>
          <p:nvPr/>
        </p:nvGrpSpPr>
        <p:grpSpPr bwMode="auto">
          <a:xfrm>
            <a:off x="2195736" y="1754900"/>
            <a:ext cx="3962400" cy="838200"/>
            <a:chOff x="960" y="2976"/>
            <a:chExt cx="3840" cy="10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29" name="Rectangle 5">
                  <a:extLst>
                    <a:ext uri="{FF2B5EF4-FFF2-40B4-BE49-F238E27FC236}">
                      <a16:creationId xmlns:a16="http://schemas.microsoft.com/office/drawing/2014/main" id="{BF701809-F7E7-F740-B7AB-C64C14CAA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3504"/>
                  <a:ext cx="2928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zh-CN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kumimoji="1" lang="zh-CN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1</m:t>
                      </m:r>
                      <m:r>
                        <a:rPr kumimoji="1" lang="zh-CN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－</m:t>
                      </m:r>
                      <m:r>
                        <a:rPr kumimoji="1" lang="en-US" altLang="zh-CN" sz="2400" i="1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</m:oMath>
                  </a14:m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         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</m:oMath>
                  </a14:m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7829" name="Rectangle 5">
                  <a:extLst>
                    <a:ext uri="{FF2B5EF4-FFF2-40B4-BE49-F238E27FC236}">
                      <a16:creationId xmlns:a16="http://schemas.microsoft.com/office/drawing/2014/main" id="{BF701809-F7E7-F740-B7AB-C64C14CAAB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72" y="3504"/>
                  <a:ext cx="2928" cy="528"/>
                </a:xfrm>
                <a:prstGeom prst="rect">
                  <a:avLst/>
                </a:prstGeom>
                <a:blipFill>
                  <a:blip r:embed="rId2"/>
                  <a:stretch>
                    <a:fillRect b="-2058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0" name="Rectangle 6">
                  <a:extLst>
                    <a:ext uri="{FF2B5EF4-FFF2-40B4-BE49-F238E27FC236}">
                      <a16:creationId xmlns:a16="http://schemas.microsoft.com/office/drawing/2014/main" id="{63606BBF-0365-0A44-AFD8-C85DDF6E44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504"/>
                  <a:ext cx="912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𝑝</m:t>
                      </m:r>
                      <m:r>
                        <a:rPr kumimoji="1" lang="en-US" altLang="zh-CN" sz="2400" i="1" baseline="-25000" dirty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𝑘</m:t>
                      </m:r>
                    </m:oMath>
                  </a14:m>
                  <a:endParaRPr kumimoji="1" lang="en-US" altLang="zh-CN" sz="2400" baseline="-250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30" name="Rectangle 6">
                  <a:extLst>
                    <a:ext uri="{FF2B5EF4-FFF2-40B4-BE49-F238E27FC236}">
                      <a16:creationId xmlns:a16="http://schemas.microsoft.com/office/drawing/2014/main" id="{63606BBF-0365-0A44-AFD8-C85DDF6E44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0" y="3504"/>
                  <a:ext cx="912" cy="528"/>
                </a:xfrm>
                <a:prstGeom prst="rect">
                  <a:avLst/>
                </a:prstGeom>
                <a:blipFill>
                  <a:blip r:embed="rId3"/>
                  <a:stretch>
                    <a:fillRect b="-2058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1" name="Rectangle 7">
                  <a:extLst>
                    <a:ext uri="{FF2B5EF4-FFF2-40B4-BE49-F238E27FC236}">
                      <a16:creationId xmlns:a16="http://schemas.microsoft.com/office/drawing/2014/main" id="{A2F9729C-F894-854B-9D49-D98A9788D2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2976"/>
                  <a:ext cx="2928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    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0               </m:t>
                      </m:r>
                      <m:r>
                        <a:rPr kumimoji="1" lang="en-US" altLang="zh-CN" sz="2400" b="1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  </m:t>
                      </m:r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 1</m:t>
                      </m:r>
                    </m:oMath>
                  </a14:m>
                  <a:endPara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31" name="Rectangle 7">
                  <a:extLst>
                    <a:ext uri="{FF2B5EF4-FFF2-40B4-BE49-F238E27FC236}">
                      <a16:creationId xmlns:a16="http://schemas.microsoft.com/office/drawing/2014/main" id="{A2F9729C-F894-854B-9D49-D98A9788D2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72" y="2976"/>
                  <a:ext cx="2928" cy="528"/>
                </a:xfrm>
                <a:prstGeom prst="rect">
                  <a:avLst/>
                </a:prstGeom>
                <a:blipFill>
                  <a:blip r:embed="rId4"/>
                  <a:stretch>
                    <a:fillRect b="-3235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832" name="Rectangle 8">
                  <a:extLst>
                    <a:ext uri="{FF2B5EF4-FFF2-40B4-BE49-F238E27FC236}">
                      <a16:creationId xmlns:a16="http://schemas.microsoft.com/office/drawing/2014/main" id="{8AD4171E-C2D6-8843-8615-7B73BF65E1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976"/>
                  <a:ext cx="912" cy="5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zh-CN" sz="2400" dirty="0">
                      <a:solidFill>
                        <a:srgbClr val="001892"/>
                      </a:solidFill>
                      <a:latin typeface="+mn-lt"/>
                      <a:ea typeface="KaiTi" panose="02010609060101010101" pitchFamily="49" charset="-122"/>
                    </a:rPr>
                    <a:t>    </a:t>
                  </a: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𝑋</m:t>
                      </m:r>
                    </m:oMath>
                  </a14:m>
                  <a:endParaRPr kumimoji="1" lang="en-US" altLang="zh-CN" sz="2400" dirty="0">
                    <a:solidFill>
                      <a:srgbClr val="001892"/>
                    </a:solidFill>
                    <a:latin typeface="+mn-lt"/>
                    <a:ea typeface="KaiTi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832" name="Rectangle 8">
                  <a:extLst>
                    <a:ext uri="{FF2B5EF4-FFF2-40B4-BE49-F238E27FC236}">
                      <a16:creationId xmlns:a16="http://schemas.microsoft.com/office/drawing/2014/main" id="{8AD4171E-C2D6-8843-8615-7B73BF65E1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60" y="2976"/>
                  <a:ext cx="912" cy="528"/>
                </a:xfrm>
                <a:prstGeom prst="rect">
                  <a:avLst/>
                </a:prstGeom>
                <a:blipFill>
                  <a:blip r:embed="rId5"/>
                  <a:stretch>
                    <a:fillRect b="-294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833" name="Line 9">
              <a:extLst>
                <a:ext uri="{FF2B5EF4-FFF2-40B4-BE49-F238E27FC236}">
                  <a16:creationId xmlns:a16="http://schemas.microsoft.com/office/drawing/2014/main" id="{DA9AC5AA-EBB1-6A44-9036-CEEE0C5D6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3840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4" name="Line 10">
              <a:extLst>
                <a:ext uri="{FF2B5EF4-FFF2-40B4-BE49-F238E27FC236}">
                  <a16:creationId xmlns:a16="http://schemas.microsoft.com/office/drawing/2014/main" id="{52FAC712-775E-104D-9DF6-FC5B79505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04"/>
              <a:ext cx="384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5" name="Line 11">
              <a:extLst>
                <a:ext uri="{FF2B5EF4-FFF2-40B4-BE49-F238E27FC236}">
                  <a16:creationId xmlns:a16="http://schemas.microsoft.com/office/drawing/2014/main" id="{67B8BA2F-2D85-D145-9805-BE88668D2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032"/>
              <a:ext cx="3840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6" name="Line 12">
              <a:extLst>
                <a:ext uri="{FF2B5EF4-FFF2-40B4-BE49-F238E27FC236}">
                  <a16:creationId xmlns:a16="http://schemas.microsoft.com/office/drawing/2014/main" id="{7EAE7FC8-DF20-7A40-B00E-B831A8D36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0" cy="1056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7" name="Line 13">
              <a:extLst>
                <a:ext uri="{FF2B5EF4-FFF2-40B4-BE49-F238E27FC236}">
                  <a16:creationId xmlns:a16="http://schemas.microsoft.com/office/drawing/2014/main" id="{6E5CAEB0-7C6A-4941-8F19-999DFD2D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976"/>
              <a:ext cx="0" cy="105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77838" name="Line 14">
              <a:extLst>
                <a:ext uri="{FF2B5EF4-FFF2-40B4-BE49-F238E27FC236}">
                  <a16:creationId xmlns:a16="http://schemas.microsoft.com/office/drawing/2014/main" id="{40EAE8F6-0426-2843-9B07-64A31AB1F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976"/>
              <a:ext cx="0" cy="1056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7C6A4E8-C978-43D3-9C8D-71937334982E}"/>
                  </a:ext>
                </a:extLst>
              </p:cNvPr>
              <p:cNvSpPr txBox="1"/>
              <p:nvPr/>
            </p:nvSpPr>
            <p:spPr>
              <a:xfrm>
                <a:off x="431540" y="2781292"/>
                <a:ext cx="8280920" cy="530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=0,1  (0&lt;</m:t>
                      </m:r>
                      <m:r>
                        <a:rPr lang="en-US" altLang="zh-CN" b="0" i="1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&lt;1)</m:t>
                      </m:r>
                    </m:oMath>
                  </m:oMathPara>
                </a14:m>
                <a:endParaRPr lang="en-US" altLang="zh-CN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7C6A4E8-C978-43D3-9C8D-719373349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0" y="2781292"/>
                <a:ext cx="8280920" cy="530915"/>
              </a:xfrm>
              <a:prstGeom prst="rect">
                <a:avLst/>
              </a:prstGeom>
              <a:blipFill>
                <a:blip r:embed="rId6"/>
                <a:stretch>
                  <a:fillRect b="-25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">
                <a:extLst>
                  <a:ext uri="{FF2B5EF4-FFF2-40B4-BE49-F238E27FC236}">
                    <a16:creationId xmlns:a16="http://schemas.microsoft.com/office/drawing/2014/main" id="{E34144A7-C251-488E-88FF-0882ED4B71A2}"/>
                  </a:ext>
                </a:extLst>
              </p:cNvPr>
              <p:cNvSpPr txBox="1"/>
              <p:nvPr/>
            </p:nvSpPr>
            <p:spPr bwMode="auto">
              <a:xfrm>
                <a:off x="971426" y="4097436"/>
                <a:ext cx="7849046" cy="1347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}=</m:t>
                      </m:r>
                      <m:sSubSup>
                        <m:sSub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smtClean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=0,1,2...,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">
                <a:extLst>
                  <a:ext uri="{FF2B5EF4-FFF2-40B4-BE49-F238E27FC236}">
                    <a16:creationId xmlns:a16="http://schemas.microsoft.com/office/drawing/2014/main" id="{E34144A7-C251-488E-88FF-0882ED4B7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426" y="4097436"/>
                <a:ext cx="7849046" cy="1347788"/>
              </a:xfrm>
              <a:prstGeom prst="rect">
                <a:avLst/>
              </a:prstGeom>
              <a:blipFill>
                <a:blip r:embed="rId7"/>
                <a:stretch>
                  <a:fillRect l="-4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D7C34D52-6C0A-44FC-8051-46EE834F92B2}"/>
              </a:ext>
            </a:extLst>
          </p:cNvPr>
          <p:cNvSpPr txBox="1"/>
          <p:nvPr/>
        </p:nvSpPr>
        <p:spPr>
          <a:xfrm>
            <a:off x="500222" y="3617802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indent="-469900">
              <a:spcBef>
                <a:spcPct val="20000"/>
              </a:spcBef>
              <a:buClr>
                <a:srgbClr val="CC0000"/>
              </a:buClr>
              <a:buFont typeface="Wingdings" pitchFamily="2" charset="2"/>
              <a:buChar char="n"/>
              <a:defRPr/>
            </a:pPr>
            <a:r>
              <a:rPr lang="zh-CN" altLang="en-US" sz="2600" dirty="0">
                <a:solidFill>
                  <a:srgbClr val="C00000"/>
                </a:solidFill>
                <a:latin typeface="Times New Roman"/>
                <a:ea typeface="KaiTi" panose="02010609060101010101" pitchFamily="49" charset="-122"/>
              </a:rPr>
              <a:t>二项分布</a:t>
            </a:r>
            <a:endParaRPr lang="en-US" altLang="zh-CN" sz="2600" dirty="0">
              <a:solidFill>
                <a:srgbClr val="C00000"/>
              </a:solidFill>
              <a:latin typeface="Times New Roman"/>
              <a:ea typeface="KaiTi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F2D70BC-828C-4C8F-A2D1-A6CBF33B5172}"/>
              </a:ext>
            </a:extLst>
          </p:cNvPr>
          <p:cNvSpPr txBox="1"/>
          <p:nvPr/>
        </p:nvSpPr>
        <p:spPr>
          <a:xfrm>
            <a:off x="539552" y="5064906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/>
                <a:ea typeface="KaiTi" panose="02010609060101010101" pitchFamily="49" charset="-122"/>
                <a:cs typeface="+mn-cs"/>
              </a:rPr>
              <a:t>泊松分布</a:t>
            </a:r>
            <a:endParaRPr kumimoji="0" lang="en-US" altLang="zh-CN" sz="2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uLnTx/>
              <a:uFillTx/>
              <a:latin typeface="Times New Roman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E0FF9F8-9211-4107-B097-59F40ED00C82}"/>
                  </a:ext>
                </a:extLst>
              </p:cNvPr>
              <p:cNvSpPr txBox="1"/>
              <p:nvPr/>
            </p:nvSpPr>
            <p:spPr>
              <a:xfrm>
                <a:off x="1043608" y="5618943"/>
                <a:ext cx="6076521" cy="978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smtClean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0">
                                  <a:solidFill>
                                    <a:srgbClr val="001892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b="0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b="0" i="1">
                              <a:solidFill>
                                <a:srgbClr val="001892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b="0">
                          <a:solidFill>
                            <a:srgbClr val="001892"/>
                          </a:solidFill>
                          <a:latin typeface="Cambria Math" panose="02040503050406030204" pitchFamily="18" charset="0"/>
                        </a:rPr>
                        <m:t>=0,1,2...</m:t>
                      </m:r>
                    </m:oMath>
                  </m:oMathPara>
                </a14:m>
                <a:endParaRPr lang="zh-CN" altLang="en-US" b="0" dirty="0">
                  <a:solidFill>
                    <a:srgbClr val="001892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E0FF9F8-9211-4107-B097-59F40ED00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618943"/>
                <a:ext cx="6076521" cy="978409"/>
              </a:xfrm>
              <a:prstGeom prst="rect">
                <a:avLst/>
              </a:prstGeom>
              <a:blipFill>
                <a:blip r:embed="rId8"/>
                <a:stretch>
                  <a:fillRect l="-626" b="-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8D4350C0-AA6B-4AC6-92E1-85BAC1C9D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6634" y="5080294"/>
                <a:ext cx="187166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cap="sq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zh-CN" altLang="en-US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zh-CN" altLang="en-US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itchFamily="2" charset="2"/>
                        </a:rPr>
                        <m:t>𝛑</m:t>
                      </m:r>
                      <m:r>
                        <a:rPr kumimoji="1" lang="en-US" altLang="zh-CN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sym typeface="Symbol" pitchFamily="2" charset="2"/>
                        </a:rPr>
                        <m:t>()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8D4350C0-AA6B-4AC6-92E1-85BAC1C9D3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634" y="5080294"/>
                <a:ext cx="1871663" cy="461665"/>
              </a:xfrm>
              <a:prstGeom prst="rect">
                <a:avLst/>
              </a:prstGeom>
              <a:blipFill>
                <a:blip r:embed="rId9"/>
                <a:stretch>
                  <a:fillRect l="-671" b="-1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cap="sq" algn="ctr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9C1A3B5A-9AD1-4AAE-AEE4-71655C7C1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271" y="3617802"/>
                <a:ext cx="172996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𝑿</m:t>
                      </m:r>
                      <m:r>
                        <a:rPr kumimoji="1" lang="zh-CN" altLang="en-US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～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𝒃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𝒏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, 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𝒑</m:t>
                      </m:r>
                      <m:r>
                        <a:rPr kumimoji="1" lang="en-US" altLang="zh-CN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400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9C1A3B5A-9AD1-4AAE-AEE4-71655C7C1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9271" y="3617802"/>
                <a:ext cx="1729961" cy="461665"/>
              </a:xfrm>
              <a:prstGeom prst="rect">
                <a:avLst/>
              </a:prstGeom>
              <a:blipFill>
                <a:blip r:embed="rId10"/>
                <a:stretch>
                  <a:fillRect l="-730" b="-1578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8C33361-3A0C-4F79-9BFD-53AC6EB16AF8}"/>
                  </a:ext>
                </a:extLst>
              </p:cNvPr>
              <p:cNvSpPr txBox="1"/>
              <p:nvPr/>
            </p:nvSpPr>
            <p:spPr>
              <a:xfrm>
                <a:off x="3903663" y="1047826"/>
                <a:ext cx="4572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𝒑</m:t>
                      </m:r>
                    </m:oMath>
                  </m:oMathPara>
                </a14:m>
                <a:endParaRPr lang="zh-CN" altLang="en-US" dirty="0">
                  <a:solidFill>
                    <a:srgbClr val="C00000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8C33361-3A0C-4F79-9BFD-53AC6EB16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663" y="1047826"/>
                <a:ext cx="4572000" cy="523220"/>
              </a:xfrm>
              <a:prstGeom prst="rect">
                <a:avLst/>
              </a:prstGeom>
              <a:blipFill>
                <a:blip r:embed="rId11"/>
                <a:stretch>
                  <a:fillRect l="-831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B9EE16A5-454F-B880-C7F4-5E99601F8373}"/>
              </a:ext>
            </a:extLst>
          </p:cNvPr>
          <p:cNvSpPr/>
          <p:nvPr/>
        </p:nvSpPr>
        <p:spPr bwMode="auto">
          <a:xfrm>
            <a:off x="2163362" y="143154"/>
            <a:ext cx="48173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三种常见的离散型分布</a:t>
            </a:r>
            <a:endParaRPr kumimoji="1" lang="en-US" altLang="zh-CN" sz="36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50AF3132-9B66-1404-62DE-9892D379F6A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1519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CC45D-5913-8880-A125-39FA2B5BD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132856"/>
            <a:ext cx="8001000" cy="1216025"/>
          </a:xfrm>
        </p:spPr>
        <p:txBody>
          <a:bodyPr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</a:rPr>
              <a:t>完整的描述随机现象的统计规律</a:t>
            </a:r>
          </a:p>
        </p:txBody>
      </p:sp>
    </p:spTree>
    <p:extLst>
      <p:ext uri="{BB962C8B-B14F-4D97-AF65-F5344CB8AC3E}">
        <p14:creationId xmlns:p14="http://schemas.microsoft.com/office/powerpoint/2010/main" val="24238721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10B7C-C159-21E3-BA10-8673F67F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连续型随机变量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8A93C-2177-A98D-A93C-BF386C8BB0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4675" y="2060848"/>
                <a:ext cx="8001000" cy="42672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1" lang="en-US" altLang="zh-CN" b="1" i="1" dirty="0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kumimoji="1" lang="zh-CN" altLang="en-US" b="1" dirty="0">
                    <a:solidFill>
                      <a:srgbClr val="001892"/>
                    </a:solidFill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kumimoji="1" lang="en-US" altLang="zh-CN" b="1" i="1" smtClean="0">
                        <a:solidFill>
                          <a:srgbClr val="001892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b="1" dirty="0">
                    <a:solidFill>
                      <a:srgbClr val="001892"/>
                    </a:solidFill>
                  </a:rPr>
                  <a:t>区间内均匀取值</a:t>
                </a:r>
                <a:endParaRPr kumimoji="1" lang="en-US" altLang="zh-CN" b="1" dirty="0">
                  <a:solidFill>
                    <a:srgbClr val="001892"/>
                  </a:solidFill>
                </a:endParaRPr>
              </a:p>
              <a:p>
                <a:pPr marL="0" indent="0">
                  <a:buNone/>
                </a:pPr>
                <a:endParaRPr kumimoji="1" lang="en-US" altLang="zh-CN" b="1" dirty="0">
                  <a:solidFill>
                    <a:srgbClr val="001892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b="1" dirty="0">
                    <a:solidFill>
                      <a:srgbClr val="001892"/>
                    </a:solidFill>
                  </a:rPr>
                  <a:t>1.</a:t>
                </a:r>
                <a:r>
                  <a:rPr kumimoji="1" lang="zh-CN" altLang="en-US" b="1" dirty="0">
                    <a:solidFill>
                      <a:srgbClr val="001892"/>
                    </a:solidFill>
                  </a:rPr>
                  <a:t> 列出每一个可能取值</a:t>
                </a:r>
                <a:endParaRPr kumimoji="1" lang="en-US" altLang="zh-CN" b="1" dirty="0">
                  <a:solidFill>
                    <a:srgbClr val="001892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b="1" dirty="0">
                    <a:solidFill>
                      <a:srgbClr val="001892"/>
                    </a:solidFill>
                  </a:rPr>
                  <a:t>2.</a:t>
                </a:r>
                <a:r>
                  <a:rPr kumimoji="1" lang="zh-CN" altLang="en-US" b="1" dirty="0">
                    <a:solidFill>
                      <a:srgbClr val="001892"/>
                    </a:solidFill>
                  </a:rPr>
                  <a:t> 每一个值的概率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8A93C-2177-A98D-A93C-BF386C8BB0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675" y="2060848"/>
                <a:ext cx="8001000" cy="4267200"/>
              </a:xfrm>
              <a:blipFill>
                <a:blip r:embed="rId2"/>
                <a:stretch>
                  <a:fillRect l="-1743" t="-2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形 3" descr="问号 纯色填充">
            <a:extLst>
              <a:ext uri="{FF2B5EF4-FFF2-40B4-BE49-F238E27FC236}">
                <a16:creationId xmlns:a16="http://schemas.microsoft.com/office/drawing/2014/main" id="{C5A8432A-0003-AECE-3844-BA3F0F132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60232" y="4626502"/>
            <a:ext cx="1393298" cy="1393298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9902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4E0717B-6270-FB40-A783-B7657E66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00" y="1189364"/>
            <a:ext cx="8210064" cy="235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zh-CN" altLang="en-US" sz="2400" dirty="0">
                <a:solidFill>
                  <a:schemeClr val="accent2"/>
                </a:solidFill>
                <a:latin typeface="+mn-lt"/>
                <a:ea typeface="KaiTi" panose="02010609060101010101" pitchFamily="49" charset="-122"/>
              </a:rPr>
              <a:t>例 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设有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80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台同类型的设备，各台工作是相互独立的，发生故障的概率都是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0.01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，且一台设备的故障能由一个人处理，考虑两种配备维修工人的方法，其中一是由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4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人维护，每人维护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20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台，其二是由三人共同维护</a:t>
            </a:r>
            <a:r>
              <a:rPr kumimoji="1" lang="en-US" altLang="zh-CN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80</a:t>
            </a:r>
            <a:r>
              <a:rPr kumimoji="1" lang="zh-CN" altLang="en-US" sz="2400" dirty="0">
                <a:solidFill>
                  <a:srgbClr val="001892"/>
                </a:solidFill>
                <a:latin typeface="+mn-lt"/>
                <a:ea typeface="KaiTi" panose="02010609060101010101" pitchFamily="49" charset="-122"/>
              </a:rPr>
              <a:t>台，是比较这两种方法在发生故障是不能及时维修的概率的大小。</a:t>
            </a:r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E5577144-0701-3949-9EC3-5C91E9F2E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00" y="4260357"/>
            <a:ext cx="2449424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500" dirty="0">
                <a:solidFill>
                  <a:schemeClr val="accent2"/>
                </a:solidFill>
                <a:latin typeface="+mn-lt"/>
                <a:ea typeface="KaiTi" panose="02010609060101010101" pitchFamily="49" charset="-122"/>
              </a:rPr>
              <a:t>解   课下练习</a:t>
            </a: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2D4C6C0A-9323-5F55-04E5-D65CC0EE6E99}"/>
              </a:ext>
            </a:extLst>
          </p:cNvPr>
          <p:cNvSpPr/>
          <p:nvPr/>
        </p:nvSpPr>
        <p:spPr bwMode="auto">
          <a:xfrm>
            <a:off x="3553132" y="116632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lang="zh-CN" altLang="en-US" sz="3600" dirty="0">
                <a:solidFill>
                  <a:srgbClr val="C00000"/>
                </a:solidFill>
                <a:ea typeface="KaiTi" panose="02010609060101010101" pitchFamily="49" charset="-122"/>
                <a:cs typeface="Arial" panose="020B0604020202020204" pitchFamily="34" charset="0"/>
              </a:rPr>
              <a:t>二项分布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7EE91A27-A5D4-8B4A-BA58-C518665488BD}"/>
              </a:ext>
            </a:extLst>
          </p:cNvPr>
          <p:cNvCxnSpPr/>
          <p:nvPr/>
        </p:nvCxnSpPr>
        <p:spPr>
          <a:xfrm>
            <a:off x="0" y="904614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E38D63A7-EFD5-EE5B-F872-55B76C95C62B}"/>
              </a:ext>
            </a:extLst>
          </p:cNvPr>
          <p:cNvSpPr/>
          <p:nvPr/>
        </p:nvSpPr>
        <p:spPr bwMode="auto">
          <a:xfrm>
            <a:off x="430964" y="1078814"/>
            <a:ext cx="8424936" cy="2724040"/>
          </a:xfrm>
          <a:prstGeom prst="roundRect">
            <a:avLst>
              <a:gd name="adj" fmla="val 6085"/>
            </a:avLst>
          </a:prstGeom>
          <a:noFill/>
          <a:ln w="19050" cap="flat" cmpd="sng" algn="ctr">
            <a:solidFill>
              <a:srgbClr val="001892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44042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3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2898</Words>
  <Application>Microsoft Office PowerPoint</Application>
  <PresentationFormat>全屏显示(4:3)</PresentationFormat>
  <Paragraphs>231</Paragraphs>
  <Slides>37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4" baseType="lpstr">
      <vt:lpstr>KaiTi</vt:lpstr>
      <vt:lpstr>Monotype Sorts</vt:lpstr>
      <vt:lpstr>黑体</vt:lpstr>
      <vt:lpstr>华文新魏</vt:lpstr>
      <vt:lpstr>宋体</vt:lpstr>
      <vt:lpstr>Arial</vt:lpstr>
      <vt:lpstr>Cambria Math</vt:lpstr>
      <vt:lpstr>Symbol</vt:lpstr>
      <vt:lpstr>Tahoma</vt:lpstr>
      <vt:lpstr>Times New Roman</vt:lpstr>
      <vt:lpstr>Verdana</vt:lpstr>
      <vt:lpstr>Wingdings</vt:lpstr>
      <vt:lpstr>Profile</vt:lpstr>
      <vt:lpstr>文档</vt:lpstr>
      <vt:lpstr>公式</vt:lpstr>
      <vt:lpstr>Equation</vt:lpstr>
      <vt:lpstr>MathType 6.0 Equation</vt:lpstr>
      <vt:lpstr>PowerPoint 演示文稿</vt:lpstr>
      <vt:lpstr> 随机变量  完整的描述随机现象的统计规律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从一批次品率为p的产品中，有放回抽样直到抽到次品为止。求抽到次品时，已抽取的次数X的分布律。</vt:lpstr>
      <vt:lpstr>PowerPoint 演示文稿</vt:lpstr>
      <vt:lpstr>PowerPoint 演示文稿</vt:lpstr>
      <vt:lpstr>PowerPoint 演示文稿</vt:lpstr>
      <vt:lpstr>PowerPoint 演示文稿</vt:lpstr>
      <vt:lpstr>在实际中常遇到一类特殊的试验，它有两个可能的结果，这样的试验称为伯努利Bernoulli试验。  有的试验结果可能不止两个，但是我们可能感兴趣的是事件A是否发生，那么可以把A作为一个结果，A ̅作为另一个结果。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从一批由9件正品、3件次品组成的产品中，有放回地抽取5次，每次抽一件，求恰好抽到两次次品的概率。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完整的描述随机现象的统计规律</vt:lpstr>
      <vt:lpstr>连续型随机变量</vt:lpstr>
      <vt:lpstr>PowerPoint 演示文稿</vt:lpstr>
    </vt:vector>
  </TitlesOfParts>
  <Company>math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zlx</dc:creator>
  <cp:lastModifiedBy>201</cp:lastModifiedBy>
  <cp:revision>12</cp:revision>
  <dcterms:created xsi:type="dcterms:W3CDTF">2004-02-26T14:08:53Z</dcterms:created>
  <dcterms:modified xsi:type="dcterms:W3CDTF">2023-03-07T01:40:11Z</dcterms:modified>
</cp:coreProperties>
</file>