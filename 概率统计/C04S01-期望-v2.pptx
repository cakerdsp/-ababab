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0"/>
  </p:notesMasterIdLst>
  <p:sldIdLst>
    <p:sldId id="341" r:id="rId2"/>
    <p:sldId id="440" r:id="rId3"/>
    <p:sldId id="439" r:id="rId4"/>
    <p:sldId id="441" r:id="rId5"/>
    <p:sldId id="289" r:id="rId6"/>
    <p:sldId id="256" r:id="rId7"/>
    <p:sldId id="257" r:id="rId8"/>
    <p:sldId id="414" r:id="rId9"/>
    <p:sldId id="258" r:id="rId10"/>
    <p:sldId id="284" r:id="rId11"/>
    <p:sldId id="259" r:id="rId12"/>
    <p:sldId id="418" r:id="rId13"/>
    <p:sldId id="320" r:id="rId14"/>
    <p:sldId id="410" r:id="rId15"/>
    <p:sldId id="411" r:id="rId16"/>
    <p:sldId id="413" r:id="rId17"/>
    <p:sldId id="444" r:id="rId18"/>
    <p:sldId id="408" r:id="rId19"/>
    <p:sldId id="446" r:id="rId20"/>
    <p:sldId id="272" r:id="rId21"/>
    <p:sldId id="415" r:id="rId22"/>
    <p:sldId id="275" r:id="rId23"/>
    <p:sldId id="443" r:id="rId24"/>
    <p:sldId id="285" r:id="rId25"/>
    <p:sldId id="445" r:id="rId26"/>
    <p:sldId id="416" r:id="rId27"/>
    <p:sldId id="417" r:id="rId28"/>
    <p:sldId id="442" r:id="rId29"/>
    <p:sldId id="447" r:id="rId30"/>
    <p:sldId id="276" r:id="rId31"/>
    <p:sldId id="277" r:id="rId32"/>
    <p:sldId id="288" r:id="rId33"/>
    <p:sldId id="409" r:id="rId34"/>
    <p:sldId id="261" r:id="rId35"/>
    <p:sldId id="262" r:id="rId36"/>
    <p:sldId id="265" r:id="rId37"/>
    <p:sldId id="266" r:id="rId38"/>
    <p:sldId id="263" r:id="rId39"/>
    <p:sldId id="264" r:id="rId40"/>
    <p:sldId id="286" r:id="rId41"/>
    <p:sldId id="287" r:id="rId42"/>
    <p:sldId id="281" r:id="rId43"/>
    <p:sldId id="282" r:id="rId44"/>
    <p:sldId id="283" r:id="rId45"/>
    <p:sldId id="278" r:id="rId46"/>
    <p:sldId id="279" r:id="rId47"/>
    <p:sldId id="280" r:id="rId48"/>
    <p:sldId id="448" r:id="rId4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52D592-3096-E145-849F-B34B037E5DB0}" v="155" dt="2023-04-07T14:48:19.290"/>
    <p1510:client id="{C7052817-2592-9440-B88C-F72FEA85DD04}" v="204" dt="2023-04-08T12:07:18.85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98" autoAdjust="0"/>
    <p:restoredTop sz="96229" autoAdjust="0"/>
  </p:normalViewPr>
  <p:slideViewPr>
    <p:cSldViewPr snapToGrid="0">
      <p:cViewPr varScale="1">
        <p:scale>
          <a:sx n="99" d="100"/>
          <a:sy n="99" d="100"/>
        </p:scale>
        <p:origin x="1018"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 Zheng" userId="d19317889db4c986" providerId="LiveId" clId="{B6B567DC-2FE6-074B-BD57-966259455D33}"/>
    <pc:docChg chg="custSel addSld delSld modSld">
      <pc:chgData name="Fei Zheng" userId="d19317889db4c986" providerId="LiveId" clId="{B6B567DC-2FE6-074B-BD57-966259455D33}" dt="2023-04-05T15:59:24.554" v="116" actId="1076"/>
      <pc:docMkLst>
        <pc:docMk/>
      </pc:docMkLst>
      <pc:sldChg chg="modSp mod">
        <pc:chgData name="Fei Zheng" userId="d19317889db4c986" providerId="LiveId" clId="{B6B567DC-2FE6-074B-BD57-966259455D33}" dt="2023-04-05T15:55:14.901" v="78" actId="1076"/>
        <pc:sldMkLst>
          <pc:docMk/>
          <pc:sldMk cId="2359660627" sldId="258"/>
        </pc:sldMkLst>
        <pc:spChg chg="mod">
          <ac:chgData name="Fei Zheng" userId="d19317889db4c986" providerId="LiveId" clId="{B6B567DC-2FE6-074B-BD57-966259455D33}" dt="2023-04-05T15:39:18.566" v="3" actId="207"/>
          <ac:spMkLst>
            <pc:docMk/>
            <pc:sldMk cId="2359660627" sldId="258"/>
            <ac:spMk id="2" creationId="{B8F84CE8-4A70-6ED5-B8A6-11DEC0E994B8}"/>
          </ac:spMkLst>
        </pc:spChg>
        <pc:spChg chg="mod">
          <ac:chgData name="Fei Zheng" userId="d19317889db4c986" providerId="LiveId" clId="{B6B567DC-2FE6-074B-BD57-966259455D33}" dt="2023-04-05T15:55:11.558" v="77" actId="1076"/>
          <ac:spMkLst>
            <pc:docMk/>
            <pc:sldMk cId="2359660627" sldId="258"/>
            <ac:spMk id="14" creationId="{C6B2C2D1-6E82-4B98-97EE-358854F2A1F2}"/>
          </ac:spMkLst>
        </pc:spChg>
        <pc:spChg chg="mod">
          <ac:chgData name="Fei Zheng" userId="d19317889db4c986" providerId="LiveId" clId="{B6B567DC-2FE6-074B-BD57-966259455D33}" dt="2023-04-05T15:55:14.901" v="78" actId="1076"/>
          <ac:spMkLst>
            <pc:docMk/>
            <pc:sldMk cId="2359660627" sldId="258"/>
            <ac:spMk id="16" creationId="{DAB63DB9-6D45-4E87-BF3C-5F73CC664ED1}"/>
          </ac:spMkLst>
        </pc:spChg>
      </pc:sldChg>
      <pc:sldChg chg="modSp mod modAnim">
        <pc:chgData name="Fei Zheng" userId="d19317889db4c986" providerId="LiveId" clId="{B6B567DC-2FE6-074B-BD57-966259455D33}" dt="2023-04-05T15:49:48.331" v="42"/>
        <pc:sldMkLst>
          <pc:docMk/>
          <pc:sldMk cId="3851511592" sldId="259"/>
        </pc:sldMkLst>
        <pc:spChg chg="mod">
          <ac:chgData name="Fei Zheng" userId="d19317889db4c986" providerId="LiveId" clId="{B6B567DC-2FE6-074B-BD57-966259455D33}" dt="2023-04-05T15:39:22.683" v="4" actId="207"/>
          <ac:spMkLst>
            <pc:docMk/>
            <pc:sldMk cId="3851511592" sldId="259"/>
            <ac:spMk id="2" creationId="{F2D21848-37BD-549B-3FFB-1434C39785D6}"/>
          </ac:spMkLst>
        </pc:spChg>
      </pc:sldChg>
      <pc:sldChg chg="modAnim">
        <pc:chgData name="Fei Zheng" userId="d19317889db4c986" providerId="LiveId" clId="{B6B567DC-2FE6-074B-BD57-966259455D33}" dt="2023-04-05T15:42:34.424" v="29"/>
        <pc:sldMkLst>
          <pc:docMk/>
          <pc:sldMk cId="3734968570" sldId="272"/>
        </pc:sldMkLst>
      </pc:sldChg>
      <pc:sldChg chg="modSp">
        <pc:chgData name="Fei Zheng" userId="d19317889db4c986" providerId="LiveId" clId="{B6B567DC-2FE6-074B-BD57-966259455D33}" dt="2023-04-05T15:43:08.240" v="35"/>
        <pc:sldMkLst>
          <pc:docMk/>
          <pc:sldMk cId="3894190169" sldId="275"/>
        </pc:sldMkLst>
        <pc:spChg chg="mod">
          <ac:chgData name="Fei Zheng" userId="d19317889db4c986" providerId="LiveId" clId="{B6B567DC-2FE6-074B-BD57-966259455D33}" dt="2023-04-05T15:43:08.240" v="35"/>
          <ac:spMkLst>
            <pc:docMk/>
            <pc:sldMk cId="3894190169" sldId="275"/>
            <ac:spMk id="10" creationId="{2F61E76C-5180-DF16-A28D-3F7AC5727829}"/>
          </ac:spMkLst>
        </pc:spChg>
      </pc:sldChg>
      <pc:sldChg chg="modSp mod">
        <pc:chgData name="Fei Zheng" userId="d19317889db4c986" providerId="LiveId" clId="{B6B567DC-2FE6-074B-BD57-966259455D33}" dt="2023-04-05T15:58:31.773" v="106" actId="1076"/>
        <pc:sldMkLst>
          <pc:docMk/>
          <pc:sldMk cId="408321678" sldId="278"/>
        </pc:sldMkLst>
        <pc:spChg chg="mod">
          <ac:chgData name="Fei Zheng" userId="d19317889db4c986" providerId="LiveId" clId="{B6B567DC-2FE6-074B-BD57-966259455D33}" dt="2023-04-05T15:58:26.826" v="104" actId="14100"/>
          <ac:spMkLst>
            <pc:docMk/>
            <pc:sldMk cId="408321678" sldId="278"/>
            <ac:spMk id="5" creationId="{9C5CAF33-0BC2-4633-85E5-21B2ACD15FC7}"/>
          </ac:spMkLst>
        </pc:spChg>
        <pc:spChg chg="mod">
          <ac:chgData name="Fei Zheng" userId="d19317889db4c986" providerId="LiveId" clId="{B6B567DC-2FE6-074B-BD57-966259455D33}" dt="2023-04-05T15:58:31.773" v="106" actId="1076"/>
          <ac:spMkLst>
            <pc:docMk/>
            <pc:sldMk cId="408321678" sldId="278"/>
            <ac:spMk id="10" creationId="{D225BBFA-E913-4B29-B469-65B473D31534}"/>
          </ac:spMkLst>
        </pc:spChg>
        <pc:spChg chg="mod">
          <ac:chgData name="Fei Zheng" userId="d19317889db4c986" providerId="LiveId" clId="{B6B567DC-2FE6-074B-BD57-966259455D33}" dt="2023-04-05T15:58:29.289" v="105" actId="1076"/>
          <ac:spMkLst>
            <pc:docMk/>
            <pc:sldMk cId="408321678" sldId="278"/>
            <ac:spMk id="11" creationId="{ACE9C7AB-327A-E7A7-F057-4DA55BD00B7E}"/>
          </ac:spMkLst>
        </pc:spChg>
      </pc:sldChg>
      <pc:sldChg chg="modSp mod">
        <pc:chgData name="Fei Zheng" userId="d19317889db4c986" providerId="LiveId" clId="{B6B567DC-2FE6-074B-BD57-966259455D33}" dt="2023-04-05T15:58:49.947" v="110" actId="14100"/>
        <pc:sldMkLst>
          <pc:docMk/>
          <pc:sldMk cId="1658361797" sldId="279"/>
        </pc:sldMkLst>
        <pc:spChg chg="mod">
          <ac:chgData name="Fei Zheng" userId="d19317889db4c986" providerId="LiveId" clId="{B6B567DC-2FE6-074B-BD57-966259455D33}" dt="2023-04-05T15:58:41.665" v="108" actId="1076"/>
          <ac:spMkLst>
            <pc:docMk/>
            <pc:sldMk cId="1658361797" sldId="279"/>
            <ac:spMk id="3" creationId="{2D24912C-56DC-4410-8EA1-423D2DD305AA}"/>
          </ac:spMkLst>
        </pc:spChg>
        <pc:spChg chg="mod">
          <ac:chgData name="Fei Zheng" userId="d19317889db4c986" providerId="LiveId" clId="{B6B567DC-2FE6-074B-BD57-966259455D33}" dt="2023-04-05T15:58:44.573" v="109" actId="1076"/>
          <ac:spMkLst>
            <pc:docMk/>
            <pc:sldMk cId="1658361797" sldId="279"/>
            <ac:spMk id="4" creationId="{83FE48AF-69B1-4935-AE94-7B354D1EE26D}"/>
          </ac:spMkLst>
        </pc:spChg>
        <pc:spChg chg="mod">
          <ac:chgData name="Fei Zheng" userId="d19317889db4c986" providerId="LiveId" clId="{B6B567DC-2FE6-074B-BD57-966259455D33}" dt="2023-04-05T15:58:49.947" v="110" actId="14100"/>
          <ac:spMkLst>
            <pc:docMk/>
            <pc:sldMk cId="1658361797" sldId="279"/>
            <ac:spMk id="5" creationId="{9C5CAF33-0BC2-4633-85E5-21B2ACD15FC7}"/>
          </ac:spMkLst>
        </pc:spChg>
      </pc:sldChg>
      <pc:sldChg chg="modSp mod">
        <pc:chgData name="Fei Zheng" userId="d19317889db4c986" providerId="LiveId" clId="{B6B567DC-2FE6-074B-BD57-966259455D33}" dt="2023-04-05T15:58:59.261" v="112" actId="14100"/>
        <pc:sldMkLst>
          <pc:docMk/>
          <pc:sldMk cId="1489401007" sldId="281"/>
        </pc:sldMkLst>
        <pc:spChg chg="mod">
          <ac:chgData name="Fei Zheng" userId="d19317889db4c986" providerId="LiveId" clId="{B6B567DC-2FE6-074B-BD57-966259455D33}" dt="2023-04-05T15:58:56.737" v="111" actId="14100"/>
          <ac:spMkLst>
            <pc:docMk/>
            <pc:sldMk cId="1489401007" sldId="281"/>
            <ac:spMk id="5" creationId="{9C5CAF33-0BC2-4633-85E5-21B2ACD15FC7}"/>
          </ac:spMkLst>
        </pc:spChg>
        <pc:spChg chg="mod">
          <ac:chgData name="Fei Zheng" userId="d19317889db4c986" providerId="LiveId" clId="{B6B567DC-2FE6-074B-BD57-966259455D33}" dt="2023-04-05T15:58:59.261" v="112" actId="14100"/>
          <ac:spMkLst>
            <pc:docMk/>
            <pc:sldMk cId="1489401007" sldId="281"/>
            <ac:spMk id="10" creationId="{D225BBFA-E913-4B29-B469-65B473D31534}"/>
          </ac:spMkLst>
        </pc:spChg>
      </pc:sldChg>
      <pc:sldChg chg="modSp mod">
        <pc:chgData name="Fei Zheng" userId="d19317889db4c986" providerId="LiveId" clId="{B6B567DC-2FE6-074B-BD57-966259455D33}" dt="2023-04-05T15:59:07.513" v="113" actId="1076"/>
        <pc:sldMkLst>
          <pc:docMk/>
          <pc:sldMk cId="2571939508" sldId="282"/>
        </pc:sldMkLst>
        <pc:spChg chg="mod">
          <ac:chgData name="Fei Zheng" userId="d19317889db4c986" providerId="LiveId" clId="{B6B567DC-2FE6-074B-BD57-966259455D33}" dt="2023-04-05T15:59:07.513" v="113" actId="1076"/>
          <ac:spMkLst>
            <pc:docMk/>
            <pc:sldMk cId="2571939508" sldId="282"/>
            <ac:spMk id="5" creationId="{9C5CAF33-0BC2-4633-85E5-21B2ACD15FC7}"/>
          </ac:spMkLst>
        </pc:spChg>
        <pc:spChg chg="mod">
          <ac:chgData name="Fei Zheng" userId="d19317889db4c986" providerId="LiveId" clId="{B6B567DC-2FE6-074B-BD57-966259455D33}" dt="2023-04-05T15:59:07.513" v="113" actId="1076"/>
          <ac:spMkLst>
            <pc:docMk/>
            <pc:sldMk cId="2571939508" sldId="282"/>
            <ac:spMk id="6" creationId="{94F5D357-E4B7-4BC8-B83F-830D4C9ECC0B}"/>
          </ac:spMkLst>
        </pc:spChg>
        <pc:spChg chg="mod">
          <ac:chgData name="Fei Zheng" userId="d19317889db4c986" providerId="LiveId" clId="{B6B567DC-2FE6-074B-BD57-966259455D33}" dt="2023-04-05T15:59:07.513" v="113" actId="1076"/>
          <ac:spMkLst>
            <pc:docMk/>
            <pc:sldMk cId="2571939508" sldId="282"/>
            <ac:spMk id="8" creationId="{8AADEEF6-B802-9A09-D1C3-9C8704108189}"/>
          </ac:spMkLst>
        </pc:spChg>
        <pc:spChg chg="mod">
          <ac:chgData name="Fei Zheng" userId="d19317889db4c986" providerId="LiveId" clId="{B6B567DC-2FE6-074B-BD57-966259455D33}" dt="2023-04-05T15:59:07.513" v="113" actId="1076"/>
          <ac:spMkLst>
            <pc:docMk/>
            <pc:sldMk cId="2571939508" sldId="282"/>
            <ac:spMk id="9" creationId="{65A8654A-5D37-4B29-9521-16DCCA9215DE}"/>
          </ac:spMkLst>
        </pc:spChg>
        <pc:spChg chg="mod">
          <ac:chgData name="Fei Zheng" userId="d19317889db4c986" providerId="LiveId" clId="{B6B567DC-2FE6-074B-BD57-966259455D33}" dt="2023-04-05T15:59:07.513" v="113" actId="1076"/>
          <ac:spMkLst>
            <pc:docMk/>
            <pc:sldMk cId="2571939508" sldId="282"/>
            <ac:spMk id="11" creationId="{ACE9C7AB-327A-E7A7-F057-4DA55BD00B7E}"/>
          </ac:spMkLst>
        </pc:spChg>
        <pc:graphicFrameChg chg="mod">
          <ac:chgData name="Fei Zheng" userId="d19317889db4c986" providerId="LiveId" clId="{B6B567DC-2FE6-074B-BD57-966259455D33}" dt="2023-04-05T15:59:07.513" v="113" actId="1076"/>
          <ac:graphicFrameMkLst>
            <pc:docMk/>
            <pc:sldMk cId="2571939508" sldId="282"/>
            <ac:graphicFrameMk id="13" creationId="{BBFE3152-1C33-4EBF-AEC8-A8F9BDCC6DBB}"/>
          </ac:graphicFrameMkLst>
        </pc:graphicFrameChg>
      </pc:sldChg>
      <pc:sldChg chg="modSp mod">
        <pc:chgData name="Fei Zheng" userId="d19317889db4c986" providerId="LiveId" clId="{B6B567DC-2FE6-074B-BD57-966259455D33}" dt="2023-04-05T15:59:24.554" v="116" actId="1076"/>
        <pc:sldMkLst>
          <pc:docMk/>
          <pc:sldMk cId="1429739955" sldId="283"/>
        </pc:sldMkLst>
        <pc:spChg chg="mod">
          <ac:chgData name="Fei Zheng" userId="d19317889db4c986" providerId="LiveId" clId="{B6B567DC-2FE6-074B-BD57-966259455D33}" dt="2023-04-05T15:59:18.043" v="114" actId="1076"/>
          <ac:spMkLst>
            <pc:docMk/>
            <pc:sldMk cId="1429739955" sldId="283"/>
            <ac:spMk id="3" creationId="{222C6292-2D4A-41A3-9279-C77B21F6876B}"/>
          </ac:spMkLst>
        </pc:spChg>
        <pc:spChg chg="mod">
          <ac:chgData name="Fei Zheng" userId="d19317889db4c986" providerId="LiveId" clId="{B6B567DC-2FE6-074B-BD57-966259455D33}" dt="2023-04-05T15:59:18.043" v="114" actId="1076"/>
          <ac:spMkLst>
            <pc:docMk/>
            <pc:sldMk cId="1429739955" sldId="283"/>
            <ac:spMk id="7" creationId="{02CE701F-1F1D-4765-9CD5-03D38460DB86}"/>
          </ac:spMkLst>
        </pc:spChg>
        <pc:spChg chg="mod">
          <ac:chgData name="Fei Zheng" userId="d19317889db4c986" providerId="LiveId" clId="{B6B567DC-2FE6-074B-BD57-966259455D33}" dt="2023-04-05T15:59:24.554" v="116" actId="1076"/>
          <ac:spMkLst>
            <pc:docMk/>
            <pc:sldMk cId="1429739955" sldId="283"/>
            <ac:spMk id="16" creationId="{113D6634-BACC-4C65-8AAB-99BDA6B69B3E}"/>
          </ac:spMkLst>
        </pc:spChg>
        <pc:grpChg chg="mod">
          <ac:chgData name="Fei Zheng" userId="d19317889db4c986" providerId="LiveId" clId="{B6B567DC-2FE6-074B-BD57-966259455D33}" dt="2023-04-05T15:59:18.043" v="114" actId="1076"/>
          <ac:grpSpMkLst>
            <pc:docMk/>
            <pc:sldMk cId="1429739955" sldId="283"/>
            <ac:grpSpMk id="10" creationId="{3C6DA97B-C80D-49BE-8F7D-0B55DFFF3ECD}"/>
          </ac:grpSpMkLst>
        </pc:grpChg>
        <pc:grpChg chg="mod">
          <ac:chgData name="Fei Zheng" userId="d19317889db4c986" providerId="LiveId" clId="{B6B567DC-2FE6-074B-BD57-966259455D33}" dt="2023-04-05T15:59:18.043" v="114" actId="1076"/>
          <ac:grpSpMkLst>
            <pc:docMk/>
            <pc:sldMk cId="1429739955" sldId="283"/>
            <ac:grpSpMk id="21" creationId="{A3079A8B-23C7-4FB4-BFF2-618AFAA8BB87}"/>
          </ac:grpSpMkLst>
        </pc:grpChg>
        <pc:grpChg chg="mod">
          <ac:chgData name="Fei Zheng" userId="d19317889db4c986" providerId="LiveId" clId="{B6B567DC-2FE6-074B-BD57-966259455D33}" dt="2023-04-05T15:59:18.043" v="114" actId="1076"/>
          <ac:grpSpMkLst>
            <pc:docMk/>
            <pc:sldMk cId="1429739955" sldId="283"/>
            <ac:grpSpMk id="23" creationId="{21B9E0B9-16B8-49AB-B696-FFE0E493FED7}"/>
          </ac:grpSpMkLst>
        </pc:grpChg>
      </pc:sldChg>
      <pc:sldChg chg="modSp del mod">
        <pc:chgData name="Fei Zheng" userId="d19317889db4c986" providerId="LiveId" clId="{B6B567DC-2FE6-074B-BD57-966259455D33}" dt="2023-04-05T15:54:46.604" v="74" actId="2696"/>
        <pc:sldMkLst>
          <pc:docMk/>
          <pc:sldMk cId="276061757" sldId="284"/>
        </pc:sldMkLst>
        <pc:spChg chg="mod">
          <ac:chgData name="Fei Zheng" userId="d19317889db4c986" providerId="LiveId" clId="{B6B567DC-2FE6-074B-BD57-966259455D33}" dt="2023-04-05T15:43:13.951" v="36" actId="207"/>
          <ac:spMkLst>
            <pc:docMk/>
            <pc:sldMk cId="276061757" sldId="284"/>
            <ac:spMk id="2" creationId="{FDC032E1-FCDA-CC95-20E3-002625858C76}"/>
          </ac:spMkLst>
        </pc:spChg>
        <pc:cxnChg chg="mod">
          <ac:chgData name="Fei Zheng" userId="d19317889db4c986" providerId="LiveId" clId="{B6B567DC-2FE6-074B-BD57-966259455D33}" dt="2023-04-05T15:43:31.168" v="37" actId="692"/>
          <ac:cxnSpMkLst>
            <pc:docMk/>
            <pc:sldMk cId="276061757" sldId="284"/>
            <ac:cxnSpMk id="3" creationId="{D213528F-0A64-C98E-657F-D6F102ADD7E3}"/>
          </ac:cxnSpMkLst>
        </pc:cxnChg>
      </pc:sldChg>
      <pc:sldChg chg="addSp modSp add mod">
        <pc:chgData name="Fei Zheng" userId="d19317889db4c986" providerId="LiveId" clId="{B6B567DC-2FE6-074B-BD57-966259455D33}" dt="2023-04-05T15:55:55.488" v="88" actId="1076"/>
        <pc:sldMkLst>
          <pc:docMk/>
          <pc:sldMk cId="4005605654" sldId="284"/>
        </pc:sldMkLst>
        <pc:spChg chg="add mod">
          <ac:chgData name="Fei Zheng" userId="d19317889db4c986" providerId="LiveId" clId="{B6B567DC-2FE6-074B-BD57-966259455D33}" dt="2023-04-05T15:55:39.608" v="84" actId="1076"/>
          <ac:spMkLst>
            <pc:docMk/>
            <pc:sldMk cId="4005605654" sldId="284"/>
            <ac:spMk id="4" creationId="{DAFB61C2-5747-AA6F-D52A-67921CC78B34}"/>
          </ac:spMkLst>
        </pc:spChg>
        <pc:spChg chg="add mod">
          <ac:chgData name="Fei Zheng" userId="d19317889db4c986" providerId="LiveId" clId="{B6B567DC-2FE6-074B-BD57-966259455D33}" dt="2023-04-05T15:55:42.980" v="85" actId="1076"/>
          <ac:spMkLst>
            <pc:docMk/>
            <pc:sldMk cId="4005605654" sldId="284"/>
            <ac:spMk id="5" creationId="{2470C48E-4ECA-E007-F606-FD0024FDB4AF}"/>
          </ac:spMkLst>
        </pc:spChg>
        <pc:spChg chg="mod">
          <ac:chgData name="Fei Zheng" userId="d19317889db4c986" providerId="LiveId" clId="{B6B567DC-2FE6-074B-BD57-966259455D33}" dt="2023-04-05T15:55:55.488" v="88" actId="1076"/>
          <ac:spMkLst>
            <pc:docMk/>
            <pc:sldMk cId="4005605654" sldId="284"/>
            <ac:spMk id="7" creationId="{02CE701F-1F1D-4765-9CD5-03D38460DB86}"/>
          </ac:spMkLst>
        </pc:spChg>
      </pc:sldChg>
      <pc:sldChg chg="modSp mod">
        <pc:chgData name="Fei Zheng" userId="d19317889db4c986" providerId="LiveId" clId="{B6B567DC-2FE6-074B-BD57-966259455D33}" dt="2023-04-05T15:43:39.386" v="39" actId="692"/>
        <pc:sldMkLst>
          <pc:docMk/>
          <pc:sldMk cId="2654702425" sldId="285"/>
        </pc:sldMkLst>
        <pc:spChg chg="mod">
          <ac:chgData name="Fei Zheng" userId="d19317889db4c986" providerId="LiveId" clId="{B6B567DC-2FE6-074B-BD57-966259455D33}" dt="2023-04-05T15:43:36.009" v="38" actId="207"/>
          <ac:spMkLst>
            <pc:docMk/>
            <pc:sldMk cId="2654702425" sldId="285"/>
            <ac:spMk id="3" creationId="{BC291452-25C2-5582-7343-A4AD3BE2783A}"/>
          </ac:spMkLst>
        </pc:spChg>
        <pc:cxnChg chg="mod">
          <ac:chgData name="Fei Zheng" userId="d19317889db4c986" providerId="LiveId" clId="{B6B567DC-2FE6-074B-BD57-966259455D33}" dt="2023-04-05T15:43:39.386" v="39" actId="692"/>
          <ac:cxnSpMkLst>
            <pc:docMk/>
            <pc:sldMk cId="2654702425" sldId="285"/>
            <ac:cxnSpMk id="4" creationId="{3999B2BE-6EEF-7B61-5479-9988683287F9}"/>
          </ac:cxnSpMkLst>
        </pc:cxnChg>
      </pc:sldChg>
      <pc:sldChg chg="modSp mod">
        <pc:chgData name="Fei Zheng" userId="d19317889db4c986" providerId="LiveId" clId="{B6B567DC-2FE6-074B-BD57-966259455D33}" dt="2023-04-05T15:58:18.681" v="103" actId="1076"/>
        <pc:sldMkLst>
          <pc:docMk/>
          <pc:sldMk cId="2039416753" sldId="286"/>
        </pc:sldMkLst>
        <pc:spChg chg="mod">
          <ac:chgData name="Fei Zheng" userId="d19317889db4c986" providerId="LiveId" clId="{B6B567DC-2FE6-074B-BD57-966259455D33}" dt="2023-04-05T15:58:18.681" v="103" actId="1076"/>
          <ac:spMkLst>
            <pc:docMk/>
            <pc:sldMk cId="2039416753" sldId="286"/>
            <ac:spMk id="2" creationId="{0F7BB379-1418-407E-8A4D-3F60F45BDA19}"/>
          </ac:spMkLst>
        </pc:spChg>
        <pc:spChg chg="mod">
          <ac:chgData name="Fei Zheng" userId="d19317889db4c986" providerId="LiveId" clId="{B6B567DC-2FE6-074B-BD57-966259455D33}" dt="2023-04-05T15:57:59.219" v="98" actId="14100"/>
          <ac:spMkLst>
            <pc:docMk/>
            <pc:sldMk cId="2039416753" sldId="286"/>
            <ac:spMk id="5" creationId="{9C5CAF33-0BC2-4633-85E5-21B2ACD15FC7}"/>
          </ac:spMkLst>
        </pc:spChg>
        <pc:spChg chg="mod">
          <ac:chgData name="Fei Zheng" userId="d19317889db4c986" providerId="LiveId" clId="{B6B567DC-2FE6-074B-BD57-966259455D33}" dt="2023-04-05T15:58:12.885" v="102" actId="14100"/>
          <ac:spMkLst>
            <pc:docMk/>
            <pc:sldMk cId="2039416753" sldId="286"/>
            <ac:spMk id="9" creationId="{AD015C7D-FADC-4B72-BB79-B703C58A50B1}"/>
          </ac:spMkLst>
        </pc:spChg>
        <pc:spChg chg="mod">
          <ac:chgData name="Fei Zheng" userId="d19317889db4c986" providerId="LiveId" clId="{B6B567DC-2FE6-074B-BD57-966259455D33}" dt="2023-04-05T15:58:01.519" v="99" actId="1076"/>
          <ac:spMkLst>
            <pc:docMk/>
            <pc:sldMk cId="2039416753" sldId="286"/>
            <ac:spMk id="10" creationId="{D225BBFA-E913-4B29-B469-65B473D31534}"/>
          </ac:spMkLst>
        </pc:spChg>
        <pc:grpChg chg="mod">
          <ac:chgData name="Fei Zheng" userId="d19317889db4c986" providerId="LiveId" clId="{B6B567DC-2FE6-074B-BD57-966259455D33}" dt="2023-04-05T15:58:07.306" v="100" actId="1076"/>
          <ac:grpSpMkLst>
            <pc:docMk/>
            <pc:sldMk cId="2039416753" sldId="286"/>
            <ac:grpSpMk id="6" creationId="{BB6573D6-1106-4947-A284-790E51516848}"/>
          </ac:grpSpMkLst>
        </pc:grpChg>
      </pc:sldChg>
      <pc:sldChg chg="modAnim">
        <pc:chgData name="Fei Zheng" userId="d19317889db4c986" providerId="LiveId" clId="{B6B567DC-2FE6-074B-BD57-966259455D33}" dt="2023-04-05T15:48:33.900" v="41"/>
        <pc:sldMkLst>
          <pc:docMk/>
          <pc:sldMk cId="0" sldId="289"/>
        </pc:sldMkLst>
      </pc:sldChg>
      <pc:sldChg chg="modSp mod modAnim">
        <pc:chgData name="Fei Zheng" userId="d19317889db4c986" providerId="LiveId" clId="{B6B567DC-2FE6-074B-BD57-966259455D33}" dt="2023-04-05T15:50:51.935" v="55" actId="1076"/>
        <pc:sldMkLst>
          <pc:docMk/>
          <pc:sldMk cId="1873751283" sldId="320"/>
        </pc:sldMkLst>
        <pc:spChg chg="mod">
          <ac:chgData name="Fei Zheng" userId="d19317889db4c986" providerId="LiveId" clId="{B6B567DC-2FE6-074B-BD57-966259455D33}" dt="2023-04-05T15:50:51.935" v="55" actId="1076"/>
          <ac:spMkLst>
            <pc:docMk/>
            <pc:sldMk cId="1873751283" sldId="320"/>
            <ac:spMk id="4" creationId="{A086075B-E493-0D40-81E3-670D4FFE3456}"/>
          </ac:spMkLst>
        </pc:spChg>
        <pc:spChg chg="mod">
          <ac:chgData name="Fei Zheng" userId="d19317889db4c986" providerId="LiveId" clId="{B6B567DC-2FE6-074B-BD57-966259455D33}" dt="2023-04-05T15:39:31.810" v="6" actId="207"/>
          <ac:spMkLst>
            <pc:docMk/>
            <pc:sldMk cId="1873751283" sldId="320"/>
            <ac:spMk id="6" creationId="{ABFBB8F3-24C5-D55C-B9D3-167F99D6DC03}"/>
          </ac:spMkLst>
        </pc:spChg>
        <pc:spChg chg="mod">
          <ac:chgData name="Fei Zheng" userId="d19317889db4c986" providerId="LiveId" clId="{B6B567DC-2FE6-074B-BD57-966259455D33}" dt="2023-04-05T15:50:29.479" v="50" actId="1076"/>
          <ac:spMkLst>
            <pc:docMk/>
            <pc:sldMk cId="1873751283" sldId="320"/>
            <ac:spMk id="31" creationId="{B5036298-2778-4477-A147-F830C253BFC9}"/>
          </ac:spMkLst>
        </pc:spChg>
        <pc:spChg chg="mod">
          <ac:chgData name="Fei Zheng" userId="d19317889db4c986" providerId="LiveId" clId="{B6B567DC-2FE6-074B-BD57-966259455D33}" dt="2023-04-05T15:50:29.479" v="50" actId="1076"/>
          <ac:spMkLst>
            <pc:docMk/>
            <pc:sldMk cId="1873751283" sldId="320"/>
            <ac:spMk id="77829" creationId="{BF701809-F7E7-F740-B7AB-C64C14CAABCF}"/>
          </ac:spMkLst>
        </pc:spChg>
        <pc:spChg chg="mod">
          <ac:chgData name="Fei Zheng" userId="d19317889db4c986" providerId="LiveId" clId="{B6B567DC-2FE6-074B-BD57-966259455D33}" dt="2023-04-05T15:50:29.479" v="50" actId="1076"/>
          <ac:spMkLst>
            <pc:docMk/>
            <pc:sldMk cId="1873751283" sldId="320"/>
            <ac:spMk id="77830" creationId="{63606BBF-0365-0A44-AFD8-C85DDF6E44D1}"/>
          </ac:spMkLst>
        </pc:spChg>
        <pc:spChg chg="mod">
          <ac:chgData name="Fei Zheng" userId="d19317889db4c986" providerId="LiveId" clId="{B6B567DC-2FE6-074B-BD57-966259455D33}" dt="2023-04-05T15:50:29.479" v="50" actId="1076"/>
          <ac:spMkLst>
            <pc:docMk/>
            <pc:sldMk cId="1873751283" sldId="320"/>
            <ac:spMk id="77831" creationId="{A2F9729C-F894-854B-9D49-D98A9788D2A1}"/>
          </ac:spMkLst>
        </pc:spChg>
        <pc:spChg chg="mod">
          <ac:chgData name="Fei Zheng" userId="d19317889db4c986" providerId="LiveId" clId="{B6B567DC-2FE6-074B-BD57-966259455D33}" dt="2023-04-05T15:50:29.479" v="50" actId="1076"/>
          <ac:spMkLst>
            <pc:docMk/>
            <pc:sldMk cId="1873751283" sldId="320"/>
            <ac:spMk id="77832" creationId="{8AD4171E-C2D6-8843-8615-7B73BF65E190}"/>
          </ac:spMkLst>
        </pc:spChg>
        <pc:spChg chg="mod">
          <ac:chgData name="Fei Zheng" userId="d19317889db4c986" providerId="LiveId" clId="{B6B567DC-2FE6-074B-BD57-966259455D33}" dt="2023-04-05T15:50:29.479" v="50" actId="1076"/>
          <ac:spMkLst>
            <pc:docMk/>
            <pc:sldMk cId="1873751283" sldId="320"/>
            <ac:spMk id="77833" creationId="{DA9AC5AA-EBB1-6A44-9036-CEEE0C5D6F54}"/>
          </ac:spMkLst>
        </pc:spChg>
        <pc:spChg chg="mod">
          <ac:chgData name="Fei Zheng" userId="d19317889db4c986" providerId="LiveId" clId="{B6B567DC-2FE6-074B-BD57-966259455D33}" dt="2023-04-05T15:50:29.479" v="50" actId="1076"/>
          <ac:spMkLst>
            <pc:docMk/>
            <pc:sldMk cId="1873751283" sldId="320"/>
            <ac:spMk id="77834" creationId="{52FAC712-775E-104D-9DF6-FC5B79505CB2}"/>
          </ac:spMkLst>
        </pc:spChg>
        <pc:spChg chg="mod">
          <ac:chgData name="Fei Zheng" userId="d19317889db4c986" providerId="LiveId" clId="{B6B567DC-2FE6-074B-BD57-966259455D33}" dt="2023-04-05T15:50:29.479" v="50" actId="1076"/>
          <ac:spMkLst>
            <pc:docMk/>
            <pc:sldMk cId="1873751283" sldId="320"/>
            <ac:spMk id="77835" creationId="{67B8BA2F-2D85-D145-9805-BE88668D2873}"/>
          </ac:spMkLst>
        </pc:spChg>
        <pc:spChg chg="mod">
          <ac:chgData name="Fei Zheng" userId="d19317889db4c986" providerId="LiveId" clId="{B6B567DC-2FE6-074B-BD57-966259455D33}" dt="2023-04-05T15:50:29.479" v="50" actId="1076"/>
          <ac:spMkLst>
            <pc:docMk/>
            <pc:sldMk cId="1873751283" sldId="320"/>
            <ac:spMk id="77836" creationId="{7EAE7FC8-DF20-7A40-B00E-B831A8D36251}"/>
          </ac:spMkLst>
        </pc:spChg>
        <pc:spChg chg="mod">
          <ac:chgData name="Fei Zheng" userId="d19317889db4c986" providerId="LiveId" clId="{B6B567DC-2FE6-074B-BD57-966259455D33}" dt="2023-04-05T15:50:29.479" v="50" actId="1076"/>
          <ac:spMkLst>
            <pc:docMk/>
            <pc:sldMk cId="1873751283" sldId="320"/>
            <ac:spMk id="77837" creationId="{6E5CAEB0-7C6A-4941-8F19-999DFD2D07F2}"/>
          </ac:spMkLst>
        </pc:spChg>
        <pc:spChg chg="mod">
          <ac:chgData name="Fei Zheng" userId="d19317889db4c986" providerId="LiveId" clId="{B6B567DC-2FE6-074B-BD57-966259455D33}" dt="2023-04-05T15:50:29.479" v="50" actId="1076"/>
          <ac:spMkLst>
            <pc:docMk/>
            <pc:sldMk cId="1873751283" sldId="320"/>
            <ac:spMk id="77838" creationId="{40EAE8F6-0426-2843-9B07-64A31AB1FA44}"/>
          </ac:spMkLst>
        </pc:spChg>
        <pc:spChg chg="mod">
          <ac:chgData name="Fei Zheng" userId="d19317889db4c986" providerId="LiveId" clId="{B6B567DC-2FE6-074B-BD57-966259455D33}" dt="2023-04-05T15:50:38.009" v="52" actId="207"/>
          <ac:spMkLst>
            <pc:docMk/>
            <pc:sldMk cId="1873751283" sldId="320"/>
            <ac:spMk id="77839" creationId="{41F9918D-198C-DE48-9615-35F2B15F6B69}"/>
          </ac:spMkLst>
        </pc:spChg>
        <pc:spChg chg="mod">
          <ac:chgData name="Fei Zheng" userId="d19317889db4c986" providerId="LiveId" clId="{B6B567DC-2FE6-074B-BD57-966259455D33}" dt="2023-04-05T15:50:29.479" v="50" actId="1076"/>
          <ac:spMkLst>
            <pc:docMk/>
            <pc:sldMk cId="1873751283" sldId="320"/>
            <ac:spMk id="77842" creationId="{642625CC-F8A7-674F-8B11-85DB5D37BD0C}"/>
          </ac:spMkLst>
        </pc:spChg>
        <pc:grpChg chg="mod">
          <ac:chgData name="Fei Zheng" userId="d19317889db4c986" providerId="LiveId" clId="{B6B567DC-2FE6-074B-BD57-966259455D33}" dt="2023-04-05T15:50:29.479" v="50" actId="1076"/>
          <ac:grpSpMkLst>
            <pc:docMk/>
            <pc:sldMk cId="1873751283" sldId="320"/>
            <ac:grpSpMk id="77828" creationId="{E7114027-76C6-FF43-840A-0F08B7FAE252}"/>
          </ac:grpSpMkLst>
        </pc:grpChg>
      </pc:sldChg>
      <pc:sldChg chg="addSp modSp mod modAnim">
        <pc:chgData name="Fei Zheng" userId="d19317889db4c986" providerId="LiveId" clId="{B6B567DC-2FE6-074B-BD57-966259455D33}" dt="2023-04-05T15:41:34.551" v="28"/>
        <pc:sldMkLst>
          <pc:docMk/>
          <pc:sldMk cId="3316456550" sldId="408"/>
        </pc:sldMkLst>
        <pc:spChg chg="mod">
          <ac:chgData name="Fei Zheng" userId="d19317889db4c986" providerId="LiveId" clId="{B6B567DC-2FE6-074B-BD57-966259455D33}" dt="2023-04-05T15:40:19.376" v="11" actId="21"/>
          <ac:spMkLst>
            <pc:docMk/>
            <pc:sldMk cId="3316456550" sldId="408"/>
            <ac:spMk id="5" creationId="{2C520F68-2AB9-6CEC-ADDA-CC1D26B1EEB1}"/>
          </ac:spMkLst>
        </pc:spChg>
        <pc:spChg chg="add mod">
          <ac:chgData name="Fei Zheng" userId="d19317889db4c986" providerId="LiveId" clId="{B6B567DC-2FE6-074B-BD57-966259455D33}" dt="2023-04-05T15:40:31.710" v="16" actId="1076"/>
          <ac:spMkLst>
            <pc:docMk/>
            <pc:sldMk cId="3316456550" sldId="408"/>
            <ac:spMk id="6" creationId="{0798D360-818C-FD79-D853-9A094E4AD835}"/>
          </ac:spMkLst>
        </pc:spChg>
        <pc:picChg chg="add mod">
          <ac:chgData name="Fei Zheng" userId="d19317889db4c986" providerId="LiveId" clId="{B6B567DC-2FE6-074B-BD57-966259455D33}" dt="2023-04-05T15:41:16.010" v="23" actId="14100"/>
          <ac:picMkLst>
            <pc:docMk/>
            <pc:sldMk cId="3316456550" sldId="408"/>
            <ac:picMk id="8" creationId="{75E7EFD9-B348-48FE-66CD-E607C03AA2D9}"/>
          </ac:picMkLst>
        </pc:picChg>
      </pc:sldChg>
      <pc:sldChg chg="modSp mod">
        <pc:chgData name="Fei Zheng" userId="d19317889db4c986" providerId="LiveId" clId="{B6B567DC-2FE6-074B-BD57-966259455D33}" dt="2023-04-05T15:57:42.483" v="97"/>
        <pc:sldMkLst>
          <pc:docMk/>
          <pc:sldMk cId="582345978" sldId="409"/>
        </pc:sldMkLst>
        <pc:spChg chg="mod">
          <ac:chgData name="Fei Zheng" userId="d19317889db4c986" providerId="LiveId" clId="{B6B567DC-2FE6-074B-BD57-966259455D33}" dt="2023-04-05T15:57:38.997" v="96"/>
          <ac:spMkLst>
            <pc:docMk/>
            <pc:sldMk cId="582345978" sldId="409"/>
            <ac:spMk id="5" creationId="{1EE79074-7DF8-0B4A-B3B3-9E0DBEA65E72}"/>
          </ac:spMkLst>
        </pc:spChg>
        <pc:spChg chg="mod">
          <ac:chgData name="Fei Zheng" userId="d19317889db4c986" providerId="LiveId" clId="{B6B567DC-2FE6-074B-BD57-966259455D33}" dt="2023-04-05T15:57:33.155" v="94" actId="1076"/>
          <ac:spMkLst>
            <pc:docMk/>
            <pc:sldMk cId="582345978" sldId="409"/>
            <ac:spMk id="9" creationId="{433AB7E0-CA86-5348-93B0-AD9AB3EBDE11}"/>
          </ac:spMkLst>
        </pc:spChg>
        <pc:spChg chg="mod">
          <ac:chgData name="Fei Zheng" userId="d19317889db4c986" providerId="LiveId" clId="{B6B567DC-2FE6-074B-BD57-966259455D33}" dt="2023-04-05T15:57:33.155" v="94" actId="1076"/>
          <ac:spMkLst>
            <pc:docMk/>
            <pc:sldMk cId="582345978" sldId="409"/>
            <ac:spMk id="10" creationId="{0B8DD167-1B8B-A547-99FA-CB4DED876E3C}"/>
          </ac:spMkLst>
        </pc:spChg>
        <pc:spChg chg="mod">
          <ac:chgData name="Fei Zheng" userId="d19317889db4c986" providerId="LiveId" clId="{B6B567DC-2FE6-074B-BD57-966259455D33}" dt="2023-04-05T15:57:33.155" v="94" actId="1076"/>
          <ac:spMkLst>
            <pc:docMk/>
            <pc:sldMk cId="582345978" sldId="409"/>
            <ac:spMk id="11" creationId="{30F3D46F-4234-1C4B-82C6-234C2560755D}"/>
          </ac:spMkLst>
        </pc:spChg>
        <pc:spChg chg="mod">
          <ac:chgData name="Fei Zheng" userId="d19317889db4c986" providerId="LiveId" clId="{B6B567DC-2FE6-074B-BD57-966259455D33}" dt="2023-04-05T15:57:33.155" v="94" actId="1076"/>
          <ac:spMkLst>
            <pc:docMk/>
            <pc:sldMk cId="582345978" sldId="409"/>
            <ac:spMk id="12" creationId="{3E96D643-F77B-5C46-8FCB-C0AF3A3A335D}"/>
          </ac:spMkLst>
        </pc:spChg>
        <pc:spChg chg="mod">
          <ac:chgData name="Fei Zheng" userId="d19317889db4c986" providerId="LiveId" clId="{B6B567DC-2FE6-074B-BD57-966259455D33}" dt="2023-04-05T15:57:33.155" v="94" actId="1076"/>
          <ac:spMkLst>
            <pc:docMk/>
            <pc:sldMk cId="582345978" sldId="409"/>
            <ac:spMk id="13" creationId="{B83C8D04-238C-6149-BBD7-AFAB6215AC85}"/>
          </ac:spMkLst>
        </pc:spChg>
        <pc:spChg chg="mod">
          <ac:chgData name="Fei Zheng" userId="d19317889db4c986" providerId="LiveId" clId="{B6B567DC-2FE6-074B-BD57-966259455D33}" dt="2023-04-05T15:57:33.155" v="94" actId="1076"/>
          <ac:spMkLst>
            <pc:docMk/>
            <pc:sldMk cId="582345978" sldId="409"/>
            <ac:spMk id="14" creationId="{489B1D6A-228B-7647-BBB5-A4BBB139395C}"/>
          </ac:spMkLst>
        </pc:spChg>
        <pc:spChg chg="mod">
          <ac:chgData name="Fei Zheng" userId="d19317889db4c986" providerId="LiveId" clId="{B6B567DC-2FE6-074B-BD57-966259455D33}" dt="2023-04-05T15:57:33.155" v="94" actId="1076"/>
          <ac:spMkLst>
            <pc:docMk/>
            <pc:sldMk cId="582345978" sldId="409"/>
            <ac:spMk id="15" creationId="{68837189-20A4-8F4C-992E-BDB4D18049F3}"/>
          </ac:spMkLst>
        </pc:spChg>
        <pc:spChg chg="mod">
          <ac:chgData name="Fei Zheng" userId="d19317889db4c986" providerId="LiveId" clId="{B6B567DC-2FE6-074B-BD57-966259455D33}" dt="2023-04-05T15:57:33.155" v="94" actId="1076"/>
          <ac:spMkLst>
            <pc:docMk/>
            <pc:sldMk cId="582345978" sldId="409"/>
            <ac:spMk id="16" creationId="{A1AE0F36-5D38-564E-9B7E-756DEDC06D6E}"/>
          </ac:spMkLst>
        </pc:spChg>
        <pc:spChg chg="mod">
          <ac:chgData name="Fei Zheng" userId="d19317889db4c986" providerId="LiveId" clId="{B6B567DC-2FE6-074B-BD57-966259455D33}" dt="2023-04-05T15:57:33.155" v="94" actId="1076"/>
          <ac:spMkLst>
            <pc:docMk/>
            <pc:sldMk cId="582345978" sldId="409"/>
            <ac:spMk id="17" creationId="{0973DFF1-D64E-A64F-9662-E1F60A2FF2B0}"/>
          </ac:spMkLst>
        </pc:spChg>
        <pc:spChg chg="mod">
          <ac:chgData name="Fei Zheng" userId="d19317889db4c986" providerId="LiveId" clId="{B6B567DC-2FE6-074B-BD57-966259455D33}" dt="2023-04-05T15:57:42.483" v="97"/>
          <ac:spMkLst>
            <pc:docMk/>
            <pc:sldMk cId="582345978" sldId="409"/>
            <ac:spMk id="19" creationId="{51882826-CAF4-BE4D-93CE-B3134043CDD8}"/>
          </ac:spMkLst>
        </pc:spChg>
        <pc:grpChg chg="mod">
          <ac:chgData name="Fei Zheng" userId="d19317889db4c986" providerId="LiveId" clId="{B6B567DC-2FE6-074B-BD57-966259455D33}" dt="2023-04-05T15:57:33.155" v="94" actId="1076"/>
          <ac:grpSpMkLst>
            <pc:docMk/>
            <pc:sldMk cId="582345978" sldId="409"/>
            <ac:grpSpMk id="8" creationId="{DDF0C73E-ED0A-B146-A209-A9BAF3240547}"/>
          </ac:grpSpMkLst>
        </pc:grpChg>
      </pc:sldChg>
      <pc:sldChg chg="modSp mod modAnim">
        <pc:chgData name="Fei Zheng" userId="d19317889db4c986" providerId="LiveId" clId="{B6B567DC-2FE6-074B-BD57-966259455D33}" dt="2023-04-05T15:52:32.600" v="64"/>
        <pc:sldMkLst>
          <pc:docMk/>
          <pc:sldMk cId="3978420858" sldId="410"/>
        </pc:sldMkLst>
        <pc:spChg chg="mod">
          <ac:chgData name="Fei Zheng" userId="d19317889db4c986" providerId="LiveId" clId="{B6B567DC-2FE6-074B-BD57-966259455D33}" dt="2023-04-05T15:50:58.796" v="57" actId="20577"/>
          <ac:spMkLst>
            <pc:docMk/>
            <pc:sldMk cId="3978420858" sldId="410"/>
            <ac:spMk id="3" creationId="{4E4C05EF-03DD-3E29-2909-BF8A585D7058}"/>
          </ac:spMkLst>
        </pc:spChg>
        <pc:spChg chg="mod">
          <ac:chgData name="Fei Zheng" userId="d19317889db4c986" providerId="LiveId" clId="{B6B567DC-2FE6-074B-BD57-966259455D33}" dt="2023-04-05T15:51:11.999" v="59" actId="1076"/>
          <ac:spMkLst>
            <pc:docMk/>
            <pc:sldMk cId="3978420858" sldId="410"/>
            <ac:spMk id="5" creationId="{F6B984DB-733D-BE64-6F68-9C3ECF7DBDB3}"/>
          </ac:spMkLst>
        </pc:spChg>
        <pc:spChg chg="mod">
          <ac:chgData name="Fei Zheng" userId="d19317889db4c986" providerId="LiveId" clId="{B6B567DC-2FE6-074B-BD57-966259455D33}" dt="2023-04-05T15:51:30.500" v="63" actId="1076"/>
          <ac:spMkLst>
            <pc:docMk/>
            <pc:sldMk cId="3978420858" sldId="410"/>
            <ac:spMk id="9" creationId="{54C5617D-7BDA-7A59-19CD-7E6FCE32F076}"/>
          </ac:spMkLst>
        </pc:spChg>
        <pc:spChg chg="mod">
          <ac:chgData name="Fei Zheng" userId="d19317889db4c986" providerId="LiveId" clId="{B6B567DC-2FE6-074B-BD57-966259455D33}" dt="2023-04-05T15:39:35.206" v="7" actId="207"/>
          <ac:spMkLst>
            <pc:docMk/>
            <pc:sldMk cId="3978420858" sldId="410"/>
            <ac:spMk id="11" creationId="{6533050E-854C-0329-7260-8EED34C9A62E}"/>
          </ac:spMkLst>
        </pc:spChg>
      </pc:sldChg>
      <pc:sldChg chg="modSp mod modAnim">
        <pc:chgData name="Fei Zheng" userId="d19317889db4c986" providerId="LiveId" clId="{B6B567DC-2FE6-074B-BD57-966259455D33}" dt="2023-04-05T15:53:18.708" v="70"/>
        <pc:sldMkLst>
          <pc:docMk/>
          <pc:sldMk cId="4254538466" sldId="411"/>
        </pc:sldMkLst>
        <pc:spChg chg="mod">
          <ac:chgData name="Fei Zheng" userId="d19317889db4c986" providerId="LiveId" clId="{B6B567DC-2FE6-074B-BD57-966259455D33}" dt="2023-04-05T15:39:38.450" v="8" actId="207"/>
          <ac:spMkLst>
            <pc:docMk/>
            <pc:sldMk cId="4254538466" sldId="411"/>
            <ac:spMk id="5" creationId="{323EC230-DC13-DAB6-32BE-6723932A22B3}"/>
          </ac:spMkLst>
        </pc:spChg>
      </pc:sldChg>
      <pc:sldChg chg="modSp mod modAnim">
        <pc:chgData name="Fei Zheng" userId="d19317889db4c986" providerId="LiveId" clId="{B6B567DC-2FE6-074B-BD57-966259455D33}" dt="2023-04-05T15:53:35.712" v="72"/>
        <pc:sldMkLst>
          <pc:docMk/>
          <pc:sldMk cId="831065671" sldId="413"/>
        </pc:sldMkLst>
        <pc:spChg chg="mod">
          <ac:chgData name="Fei Zheng" userId="d19317889db4c986" providerId="LiveId" clId="{B6B567DC-2FE6-074B-BD57-966259455D33}" dt="2023-04-05T15:39:42.305" v="9" actId="207"/>
          <ac:spMkLst>
            <pc:docMk/>
            <pc:sldMk cId="831065671" sldId="413"/>
            <ac:spMk id="7" creationId="{B5F43B24-2EED-982F-49E5-471596AE7ABB}"/>
          </ac:spMkLst>
        </pc:spChg>
        <pc:cxnChg chg="mod">
          <ac:chgData name="Fei Zheng" userId="d19317889db4c986" providerId="LiveId" clId="{B6B567DC-2FE6-074B-BD57-966259455D33}" dt="2023-04-05T15:39:52.249" v="10" actId="692"/>
          <ac:cxnSpMkLst>
            <pc:docMk/>
            <pc:sldMk cId="831065671" sldId="413"/>
            <ac:cxnSpMk id="5" creationId="{206E9C22-0C36-71AE-C0FC-9152F5D1EE0E}"/>
          </ac:cxnSpMkLst>
        </pc:cxnChg>
      </pc:sldChg>
      <pc:sldChg chg="modSp mod">
        <pc:chgData name="Fei Zheng" userId="d19317889db4c986" providerId="LiveId" clId="{B6B567DC-2FE6-074B-BD57-966259455D33}" dt="2023-04-05T15:39:15.276" v="2" actId="207"/>
        <pc:sldMkLst>
          <pc:docMk/>
          <pc:sldMk cId="604693719" sldId="414"/>
        </pc:sldMkLst>
        <pc:spChg chg="mod">
          <ac:chgData name="Fei Zheng" userId="d19317889db4c986" providerId="LiveId" clId="{B6B567DC-2FE6-074B-BD57-966259455D33}" dt="2023-04-05T15:39:15.276" v="2" actId="207"/>
          <ac:spMkLst>
            <pc:docMk/>
            <pc:sldMk cId="604693719" sldId="414"/>
            <ac:spMk id="2" creationId="{0E35E9E1-91B0-C94F-3E22-518176C3AD80}"/>
          </ac:spMkLst>
        </pc:spChg>
      </pc:sldChg>
      <pc:sldChg chg="modSp">
        <pc:chgData name="Fei Zheng" userId="d19317889db4c986" providerId="LiveId" clId="{B6B567DC-2FE6-074B-BD57-966259455D33}" dt="2023-04-05T15:43:00.621" v="34"/>
        <pc:sldMkLst>
          <pc:docMk/>
          <pc:sldMk cId="2125619489" sldId="415"/>
        </pc:sldMkLst>
        <pc:spChg chg="mod">
          <ac:chgData name="Fei Zheng" userId="d19317889db4c986" providerId="LiveId" clId="{B6B567DC-2FE6-074B-BD57-966259455D33}" dt="2023-04-05T15:42:52.994" v="32"/>
          <ac:spMkLst>
            <pc:docMk/>
            <pc:sldMk cId="2125619489" sldId="415"/>
            <ac:spMk id="5" creationId="{D84EDB0C-EE6A-467C-A08E-A9A1E187096D}"/>
          </ac:spMkLst>
        </pc:spChg>
        <pc:spChg chg="mod">
          <ac:chgData name="Fei Zheng" userId="d19317889db4c986" providerId="LiveId" clId="{B6B567DC-2FE6-074B-BD57-966259455D33}" dt="2023-04-05T15:43:00.621" v="34"/>
          <ac:spMkLst>
            <pc:docMk/>
            <pc:sldMk cId="2125619489" sldId="415"/>
            <ac:spMk id="7" creationId="{9C53C49E-8284-4DA1-BDD6-C475A1808E44}"/>
          </ac:spMkLst>
        </pc:spChg>
      </pc:sldChg>
      <pc:sldChg chg="modSp mod">
        <pc:chgData name="Fei Zheng" userId="d19317889db4c986" providerId="LiveId" clId="{B6B567DC-2FE6-074B-BD57-966259455D33}" dt="2023-04-05T15:39:27.572" v="5" actId="207"/>
        <pc:sldMkLst>
          <pc:docMk/>
          <pc:sldMk cId="0" sldId="418"/>
        </pc:sldMkLst>
        <pc:spChg chg="mod">
          <ac:chgData name="Fei Zheng" userId="d19317889db4c986" providerId="LiveId" clId="{B6B567DC-2FE6-074B-BD57-966259455D33}" dt="2023-04-05T15:39:27.572" v="5" actId="207"/>
          <ac:spMkLst>
            <pc:docMk/>
            <pc:sldMk cId="0" sldId="418"/>
            <ac:spMk id="4" creationId="{900ED69C-2DE0-6813-D2C2-07241305DAB2}"/>
          </ac:spMkLst>
        </pc:spChg>
      </pc:sldChg>
      <pc:sldChg chg="delSp mod delAnim">
        <pc:chgData name="Fei Zheng" userId="d19317889db4c986" providerId="LiveId" clId="{B6B567DC-2FE6-074B-BD57-966259455D33}" dt="2023-04-05T15:37:05.613" v="0" actId="478"/>
        <pc:sldMkLst>
          <pc:docMk/>
          <pc:sldMk cId="2657627423" sldId="439"/>
        </pc:sldMkLst>
        <pc:graphicFrameChg chg="del">
          <ac:chgData name="Fei Zheng" userId="d19317889db4c986" providerId="LiveId" clId="{B6B567DC-2FE6-074B-BD57-966259455D33}" dt="2023-04-05T15:37:05.613" v="0" actId="478"/>
          <ac:graphicFrameMkLst>
            <pc:docMk/>
            <pc:sldMk cId="2657627423" sldId="439"/>
            <ac:graphicFrameMk id="7" creationId="{6E127C25-1C69-7D79-FC1B-1D39D673DF1E}"/>
          </ac:graphicFrameMkLst>
        </pc:graphicFrameChg>
      </pc:sldChg>
      <pc:sldChg chg="delSp mod delAnim">
        <pc:chgData name="Fei Zheng" userId="d19317889db4c986" providerId="LiveId" clId="{B6B567DC-2FE6-074B-BD57-966259455D33}" dt="2023-04-05T15:38:20.804" v="1" actId="478"/>
        <pc:sldMkLst>
          <pc:docMk/>
          <pc:sldMk cId="1933896167" sldId="441"/>
        </pc:sldMkLst>
        <pc:spChg chg="del">
          <ac:chgData name="Fei Zheng" userId="d19317889db4c986" providerId="LiveId" clId="{B6B567DC-2FE6-074B-BD57-966259455D33}" dt="2023-04-05T15:38:20.804" v="1" actId="478"/>
          <ac:spMkLst>
            <pc:docMk/>
            <pc:sldMk cId="1933896167" sldId="441"/>
            <ac:spMk id="53" creationId="{2607E5C8-4FC9-32DD-004C-042A4F3E2FBC}"/>
          </ac:spMkLst>
        </pc:spChg>
      </pc:sldChg>
      <pc:sldChg chg="add">
        <pc:chgData name="Fei Zheng" userId="d19317889db4c986" providerId="LiveId" clId="{B6B567DC-2FE6-074B-BD57-966259455D33}" dt="2023-04-05T15:54:44.555" v="73" actId="2890"/>
        <pc:sldMkLst>
          <pc:docMk/>
          <pc:sldMk cId="1097011437" sldId="443"/>
        </pc:sldMkLst>
      </pc:sldChg>
    </pc:docChg>
  </pc:docChgLst>
  <pc:docChgLst>
    <pc:chgData name="Zheng Fei" userId="d19317889db4c986" providerId="LiveId" clId="{F89E2663-3A33-5D43-80E5-E987C0EC042A}"/>
    <pc:docChg chg="undo custSel addSld delSld modSld sldOrd modMainMaster modNotesMaster">
      <pc:chgData name="Zheng Fei" userId="d19317889db4c986" providerId="LiveId" clId="{F89E2663-3A33-5D43-80E5-E987C0EC042A}" dt="2022-05-12T23:39:52.794" v="3099"/>
      <pc:docMkLst>
        <pc:docMk/>
      </pc:docMkLst>
      <pc:sldChg chg="addSp delSp modSp mod modAnim">
        <pc:chgData name="Zheng Fei" userId="d19317889db4c986" providerId="LiveId" clId="{F89E2663-3A33-5D43-80E5-E987C0EC042A}" dt="2022-05-12T03:59:54.538" v="1706" actId="255"/>
        <pc:sldMkLst>
          <pc:docMk/>
          <pc:sldMk cId="4115611479" sldId="256"/>
        </pc:sldMkLst>
        <pc:spChg chg="mod">
          <ac:chgData name="Zheng Fei" userId="d19317889db4c986" providerId="LiveId" clId="{F89E2663-3A33-5D43-80E5-E987C0EC042A}" dt="2022-05-12T03:59:54.538" v="1706" actId="255"/>
          <ac:spMkLst>
            <pc:docMk/>
            <pc:sldMk cId="4115611479" sldId="256"/>
            <ac:spMk id="3" creationId="{589F497D-1DCA-49FD-AFFA-1D9537F64AF3}"/>
          </ac:spMkLst>
        </pc:spChg>
        <pc:spChg chg="mod">
          <ac:chgData name="Zheng Fei" userId="d19317889db4c986" providerId="LiveId" clId="{F89E2663-3A33-5D43-80E5-E987C0EC042A}" dt="2022-05-12T02:23:02.766" v="389" actId="20577"/>
          <ac:spMkLst>
            <pc:docMk/>
            <pc:sldMk cId="4115611479" sldId="256"/>
            <ac:spMk id="4" creationId="{0337AD50-C86B-4B7C-B928-DD2B5E1B6944}"/>
          </ac:spMkLst>
        </pc:spChg>
        <pc:spChg chg="mod">
          <ac:chgData name="Zheng Fei" userId="d19317889db4c986" providerId="LiveId" clId="{F89E2663-3A33-5D43-80E5-E987C0EC042A}" dt="2022-05-12T02:22:59.212" v="386" actId="20577"/>
          <ac:spMkLst>
            <pc:docMk/>
            <pc:sldMk cId="4115611479" sldId="256"/>
            <ac:spMk id="5" creationId="{FF373ACA-61FD-4988-86A6-DDD2A3F8A7E3}"/>
          </ac:spMkLst>
        </pc:spChg>
        <pc:spChg chg="add del mod">
          <ac:chgData name="Zheng Fei" userId="d19317889db4c986" providerId="LiveId" clId="{F89E2663-3A33-5D43-80E5-E987C0EC042A}" dt="2022-05-12T02:19:29.268" v="286" actId="478"/>
          <ac:spMkLst>
            <pc:docMk/>
            <pc:sldMk cId="4115611479" sldId="256"/>
            <ac:spMk id="17" creationId="{A78FB567-1B61-82A7-29D5-77660A6A03EA}"/>
          </ac:spMkLst>
        </pc:spChg>
        <pc:spChg chg="add mod">
          <ac:chgData name="Zheng Fei" userId="d19317889db4c986" providerId="LiveId" clId="{F89E2663-3A33-5D43-80E5-E987C0EC042A}" dt="2022-05-12T02:20:41.481" v="306" actId="113"/>
          <ac:spMkLst>
            <pc:docMk/>
            <pc:sldMk cId="4115611479" sldId="256"/>
            <ac:spMk id="18" creationId="{F3DB708F-CFC8-A47B-5B63-982B21FF637B}"/>
          </ac:spMkLst>
        </pc:spChg>
        <pc:spChg chg="add mod">
          <ac:chgData name="Zheng Fei" userId="d19317889db4c986" providerId="LiveId" clId="{F89E2663-3A33-5D43-80E5-E987C0EC042A}" dt="2022-05-12T02:20:00.710" v="298" actId="692"/>
          <ac:spMkLst>
            <pc:docMk/>
            <pc:sldMk cId="4115611479" sldId="256"/>
            <ac:spMk id="19" creationId="{EF69E7FB-53EE-55F4-025E-FE25793874DE}"/>
          </ac:spMkLst>
        </pc:spChg>
        <pc:spChg chg="add mod">
          <ac:chgData name="Zheng Fei" userId="d19317889db4c986" providerId="LiveId" clId="{F89E2663-3A33-5D43-80E5-E987C0EC042A}" dt="2022-05-12T02:20:14.928" v="301" actId="14100"/>
          <ac:spMkLst>
            <pc:docMk/>
            <pc:sldMk cId="4115611479" sldId="256"/>
            <ac:spMk id="20" creationId="{71419964-BBD5-94DA-C137-446383284195}"/>
          </ac:spMkLst>
        </pc:spChg>
        <pc:grpChg chg="add">
          <ac:chgData name="Zheng Fei" userId="d19317889db4c986" providerId="LiveId" clId="{F89E2663-3A33-5D43-80E5-E987C0EC042A}" dt="2022-05-12T02:17:41.328" v="268" actId="164"/>
          <ac:grpSpMkLst>
            <pc:docMk/>
            <pc:sldMk cId="4115611479" sldId="256"/>
            <ac:grpSpMk id="16" creationId="{F0D48BAB-B484-5C41-7D44-4BC594CF139B}"/>
          </ac:grpSpMkLst>
        </pc:grpChg>
        <pc:picChg chg="del mod">
          <ac:chgData name="Zheng Fei" userId="d19317889db4c986" providerId="LiveId" clId="{F89E2663-3A33-5D43-80E5-E987C0EC042A}" dt="2022-05-12T02:10:31.112" v="143" actId="478"/>
          <ac:picMkLst>
            <pc:docMk/>
            <pc:sldMk cId="4115611479" sldId="256"/>
            <ac:picMk id="6" creationId="{E5D2D1AF-8C64-3DDE-1005-2ACCA9CC499E}"/>
          </ac:picMkLst>
        </pc:picChg>
        <pc:cxnChg chg="add del mod">
          <ac:chgData name="Zheng Fei" userId="d19317889db4c986" providerId="LiveId" clId="{F89E2663-3A33-5D43-80E5-E987C0EC042A}" dt="2022-05-12T02:16:43.251" v="255" actId="478"/>
          <ac:cxnSpMkLst>
            <pc:docMk/>
            <pc:sldMk cId="4115611479" sldId="256"/>
            <ac:cxnSpMk id="7" creationId="{91FB53BA-959C-3B41-80A7-9150D170B669}"/>
          </ac:cxnSpMkLst>
        </pc:cxnChg>
        <pc:cxnChg chg="add mod">
          <ac:chgData name="Zheng Fei" userId="d19317889db4c986" providerId="LiveId" clId="{F89E2663-3A33-5D43-80E5-E987C0EC042A}" dt="2022-05-12T02:18:36.863" v="282" actId="692"/>
          <ac:cxnSpMkLst>
            <pc:docMk/>
            <pc:sldMk cId="4115611479" sldId="256"/>
            <ac:cxnSpMk id="10" creationId="{9E299948-454B-24C8-4448-BB43667077C2}"/>
          </ac:cxnSpMkLst>
        </pc:cxnChg>
        <pc:cxnChg chg="add mod">
          <ac:chgData name="Zheng Fei" userId="d19317889db4c986" providerId="LiveId" clId="{F89E2663-3A33-5D43-80E5-E987C0EC042A}" dt="2022-05-12T02:18:44.877" v="283" actId="692"/>
          <ac:cxnSpMkLst>
            <pc:docMk/>
            <pc:sldMk cId="4115611479" sldId="256"/>
            <ac:cxnSpMk id="15" creationId="{82C1D14B-F37C-6F70-6B37-33D0D479893C}"/>
          </ac:cxnSpMkLst>
        </pc:cxnChg>
      </pc:sldChg>
      <pc:sldChg chg="addSp delSp modSp mod modNotes">
        <pc:chgData name="Zheng Fei" userId="d19317889db4c986" providerId="LiveId" clId="{F89E2663-3A33-5D43-80E5-E987C0EC042A}" dt="2022-05-12T04:00:05.437" v="1708" actId="255"/>
        <pc:sldMkLst>
          <pc:docMk/>
          <pc:sldMk cId="4019675618" sldId="257"/>
        </pc:sldMkLst>
        <pc:spChg chg="mod">
          <ac:chgData name="Zheng Fei" userId="d19317889db4c986" providerId="LiveId" clId="{F89E2663-3A33-5D43-80E5-E987C0EC042A}" dt="2022-05-12T02:24:23.014" v="394" actId="207"/>
          <ac:spMkLst>
            <pc:docMk/>
            <pc:sldMk cId="4019675618" sldId="257"/>
            <ac:spMk id="3" creationId="{8DAAEAD5-6CE6-403B-AC48-884211FEFEBC}"/>
          </ac:spMkLst>
        </pc:spChg>
        <pc:spChg chg="mod">
          <ac:chgData name="Zheng Fei" userId="d19317889db4c986" providerId="LiveId" clId="{F89E2663-3A33-5D43-80E5-E987C0EC042A}" dt="2022-05-12T02:21:18.462" v="331" actId="404"/>
          <ac:spMkLst>
            <pc:docMk/>
            <pc:sldMk cId="4019675618" sldId="257"/>
            <ac:spMk id="4" creationId="{D2924BAB-59D7-4601-A19C-40BF65A09504}"/>
          </ac:spMkLst>
        </pc:spChg>
        <pc:spChg chg="mod">
          <ac:chgData name="Zheng Fei" userId="d19317889db4c986" providerId="LiveId" clId="{F89E2663-3A33-5D43-80E5-E987C0EC042A}" dt="2022-05-12T02:21:28.561" v="359" actId="1036"/>
          <ac:spMkLst>
            <pc:docMk/>
            <pc:sldMk cId="4019675618" sldId="257"/>
            <ac:spMk id="6" creationId="{2DE2EA37-9A43-4AD6-A5FC-66845063D0DA}"/>
          </ac:spMkLst>
        </pc:spChg>
        <pc:spChg chg="mod">
          <ac:chgData name="Zheng Fei" userId="d19317889db4c986" providerId="LiveId" clId="{F89E2663-3A33-5D43-80E5-E987C0EC042A}" dt="2022-05-12T02:23:58.710" v="392" actId="207"/>
          <ac:spMkLst>
            <pc:docMk/>
            <pc:sldMk cId="4019675618" sldId="257"/>
            <ac:spMk id="7" creationId="{DDF6B899-3BE5-4322-9CCD-A5D97CA9A36F}"/>
          </ac:spMkLst>
        </pc:spChg>
        <pc:spChg chg="del mod">
          <ac:chgData name="Zheng Fei" userId="d19317889db4c986" providerId="LiveId" clId="{F89E2663-3A33-5D43-80E5-E987C0EC042A}" dt="2022-05-12T02:14:00.566" v="209" actId="21"/>
          <ac:spMkLst>
            <pc:docMk/>
            <pc:sldMk cId="4019675618" sldId="257"/>
            <ac:spMk id="8" creationId="{8408F0C5-4C25-4710-A02D-AA65EB28E384}"/>
          </ac:spMkLst>
        </pc:spChg>
        <pc:spChg chg="add del mod">
          <ac:chgData name="Zheng Fei" userId="d19317889db4c986" providerId="LiveId" clId="{F89E2663-3A33-5D43-80E5-E987C0EC042A}" dt="2022-05-12T02:34:32.197" v="396"/>
          <ac:spMkLst>
            <pc:docMk/>
            <pc:sldMk cId="4019675618" sldId="257"/>
            <ac:spMk id="9" creationId="{1E5B7C01-44A4-BFE1-724F-8506751DB095}"/>
          </ac:spMkLst>
        </pc:spChg>
        <pc:spChg chg="add mod">
          <ac:chgData name="Zheng Fei" userId="d19317889db4c986" providerId="LiveId" clId="{F89E2663-3A33-5D43-80E5-E987C0EC042A}" dt="2022-05-12T04:00:05.437" v="1708" actId="255"/>
          <ac:spMkLst>
            <pc:docMk/>
            <pc:sldMk cId="4019675618" sldId="257"/>
            <ac:spMk id="10" creationId="{D60C773C-642C-7D81-DF83-7BAA12B20BCA}"/>
          </ac:spMkLst>
        </pc:spChg>
      </pc:sldChg>
      <pc:sldChg chg="addSp delSp modSp mod">
        <pc:chgData name="Zheng Fei" userId="d19317889db4c986" providerId="LiveId" clId="{F89E2663-3A33-5D43-80E5-E987C0EC042A}" dt="2022-05-12T04:00:29.541" v="1726" actId="1038"/>
        <pc:sldMkLst>
          <pc:docMk/>
          <pc:sldMk cId="2359660627" sldId="258"/>
        </pc:sldMkLst>
        <pc:spChg chg="del mod">
          <ac:chgData name="Zheng Fei" userId="d19317889db4c986" providerId="LiveId" clId="{F89E2663-3A33-5D43-80E5-E987C0EC042A}" dt="2022-05-12T02:40:26.450" v="547" actId="478"/>
          <ac:spMkLst>
            <pc:docMk/>
            <pc:sldMk cId="2359660627" sldId="258"/>
            <ac:spMk id="4" creationId="{DC22F3C9-816A-4BB8-B939-C1D0F209CC33}"/>
          </ac:spMkLst>
        </pc:spChg>
        <pc:spChg chg="del mod">
          <ac:chgData name="Zheng Fei" userId="d19317889db4c986" providerId="LiveId" clId="{F89E2663-3A33-5D43-80E5-E987C0EC042A}" dt="2022-05-12T02:40:39.796" v="552" actId="478"/>
          <ac:spMkLst>
            <pc:docMk/>
            <pc:sldMk cId="2359660627" sldId="258"/>
            <ac:spMk id="6" creationId="{FD625623-8C0D-4360-A6B9-68B1FD109A4D}"/>
          </ac:spMkLst>
        </pc:spChg>
        <pc:spChg chg="del mod">
          <ac:chgData name="Zheng Fei" userId="d19317889db4c986" providerId="LiveId" clId="{F89E2663-3A33-5D43-80E5-E987C0EC042A}" dt="2022-05-12T02:40:34.467" v="550" actId="478"/>
          <ac:spMkLst>
            <pc:docMk/>
            <pc:sldMk cId="2359660627" sldId="258"/>
            <ac:spMk id="7" creationId="{5C46301E-7F9D-4535-8ACD-9AF27D019954}"/>
          </ac:spMkLst>
        </pc:spChg>
        <pc:spChg chg="del mod">
          <ac:chgData name="Zheng Fei" userId="d19317889db4c986" providerId="LiveId" clId="{F89E2663-3A33-5D43-80E5-E987C0EC042A}" dt="2022-05-12T02:40:29.362" v="548" actId="478"/>
          <ac:spMkLst>
            <pc:docMk/>
            <pc:sldMk cId="2359660627" sldId="258"/>
            <ac:spMk id="11" creationId="{AE2B94EB-C6B5-4AE6-BF22-C2135E302E03}"/>
          </ac:spMkLst>
        </pc:spChg>
        <pc:spChg chg="del mod">
          <ac:chgData name="Zheng Fei" userId="d19317889db4c986" providerId="LiveId" clId="{F89E2663-3A33-5D43-80E5-E987C0EC042A}" dt="2022-05-12T02:40:37.705" v="551" actId="478"/>
          <ac:spMkLst>
            <pc:docMk/>
            <pc:sldMk cId="2359660627" sldId="258"/>
            <ac:spMk id="12" creationId="{1630126F-5361-43D9-A043-91A12CCF33C8}"/>
          </ac:spMkLst>
        </pc:spChg>
        <pc:spChg chg="mod">
          <ac:chgData name="Zheng Fei" userId="d19317889db4c986" providerId="LiveId" clId="{F89E2663-3A33-5D43-80E5-E987C0EC042A}" dt="2022-05-12T02:44:35.822" v="715" actId="114"/>
          <ac:spMkLst>
            <pc:docMk/>
            <pc:sldMk cId="2359660627" sldId="258"/>
            <ac:spMk id="13" creationId="{52EDE416-9B0F-4904-948D-CFDBE023FF06}"/>
          </ac:spMkLst>
        </pc:spChg>
        <pc:spChg chg="mod">
          <ac:chgData name="Zheng Fei" userId="d19317889db4c986" providerId="LiveId" clId="{F89E2663-3A33-5D43-80E5-E987C0EC042A}" dt="2022-05-12T02:43:33.640" v="692" actId="255"/>
          <ac:spMkLst>
            <pc:docMk/>
            <pc:sldMk cId="2359660627" sldId="258"/>
            <ac:spMk id="14" creationId="{C6B2C2D1-6E82-4B98-97EE-358854F2A1F2}"/>
          </ac:spMkLst>
        </pc:spChg>
        <pc:spChg chg="mod">
          <ac:chgData name="Zheng Fei" userId="d19317889db4c986" providerId="LiveId" clId="{F89E2663-3A33-5D43-80E5-E987C0EC042A}" dt="2022-05-12T02:43:41.646" v="707" actId="1036"/>
          <ac:spMkLst>
            <pc:docMk/>
            <pc:sldMk cId="2359660627" sldId="258"/>
            <ac:spMk id="15" creationId="{2747D8AD-28BA-47EF-8943-7E70E85B0E0C}"/>
          </ac:spMkLst>
        </pc:spChg>
        <pc:spChg chg="mod">
          <ac:chgData name="Zheng Fei" userId="d19317889db4c986" providerId="LiveId" clId="{F89E2663-3A33-5D43-80E5-E987C0EC042A}" dt="2022-05-12T02:43:41.646" v="707" actId="1036"/>
          <ac:spMkLst>
            <pc:docMk/>
            <pc:sldMk cId="2359660627" sldId="258"/>
            <ac:spMk id="16" creationId="{DAB63DB9-6D45-4E87-BF3C-5F73CC664ED1}"/>
          </ac:spMkLst>
        </pc:spChg>
        <pc:spChg chg="del mod">
          <ac:chgData name="Zheng Fei" userId="d19317889db4c986" providerId="LiveId" clId="{F89E2663-3A33-5D43-80E5-E987C0EC042A}" dt="2022-05-12T02:40:42.005" v="553" actId="478"/>
          <ac:spMkLst>
            <pc:docMk/>
            <pc:sldMk cId="2359660627" sldId="258"/>
            <ac:spMk id="18" creationId="{95906BD2-DDEA-4310-8173-DC69FF30FBD5}"/>
          </ac:spMkLst>
        </pc:spChg>
        <pc:spChg chg="del mod">
          <ac:chgData name="Zheng Fei" userId="d19317889db4c986" providerId="LiveId" clId="{F89E2663-3A33-5D43-80E5-E987C0EC042A}" dt="2022-05-12T02:40:44.738" v="554" actId="478"/>
          <ac:spMkLst>
            <pc:docMk/>
            <pc:sldMk cId="2359660627" sldId="258"/>
            <ac:spMk id="19" creationId="{FBADE0FA-C4C2-43FA-82B0-2896BB04AB75}"/>
          </ac:spMkLst>
        </pc:spChg>
        <pc:spChg chg="add del mod">
          <ac:chgData name="Zheng Fei" userId="d19317889db4c986" providerId="LiveId" clId="{F89E2663-3A33-5D43-80E5-E987C0EC042A}" dt="2022-05-12T02:40:24.516" v="546" actId="478"/>
          <ac:spMkLst>
            <pc:docMk/>
            <pc:sldMk cId="2359660627" sldId="258"/>
            <ac:spMk id="20" creationId="{E944E091-E573-69D1-733F-8370712A7F87}"/>
          </ac:spMkLst>
        </pc:spChg>
        <pc:spChg chg="add mod">
          <ac:chgData name="Zheng Fei" userId="d19317889db4c986" providerId="LiveId" clId="{F89E2663-3A33-5D43-80E5-E987C0EC042A}" dt="2022-05-12T04:00:29.541" v="1726" actId="1038"/>
          <ac:spMkLst>
            <pc:docMk/>
            <pc:sldMk cId="2359660627" sldId="258"/>
            <ac:spMk id="22" creationId="{008619E8-321F-9422-7CE8-9FC75A119B5F}"/>
          </ac:spMkLst>
        </pc:spChg>
        <pc:spChg chg="add mod">
          <ac:chgData name="Zheng Fei" userId="d19317889db4c986" providerId="LiveId" clId="{F89E2663-3A33-5D43-80E5-E987C0EC042A}" dt="2022-05-12T02:44:33.054" v="714" actId="114"/>
          <ac:spMkLst>
            <pc:docMk/>
            <pc:sldMk cId="2359660627" sldId="258"/>
            <ac:spMk id="23" creationId="{C80B0A1D-D559-C02E-4E3D-6BA3CC0CA431}"/>
          </ac:spMkLst>
        </pc:spChg>
        <pc:grpChg chg="mod">
          <ac:chgData name="Zheng Fei" userId="d19317889db4c986" providerId="LiveId" clId="{F89E2663-3A33-5D43-80E5-E987C0EC042A}" dt="2022-05-12T02:43:33.640" v="692" actId="255"/>
          <ac:grpSpMkLst>
            <pc:docMk/>
            <pc:sldMk cId="2359660627" sldId="258"/>
            <ac:grpSpMk id="17" creationId="{4E7B4B75-722E-4F07-8322-F7A3C2DEA5C2}"/>
          </ac:grpSpMkLst>
        </pc:grpChg>
        <pc:graphicFrameChg chg="add del mod">
          <ac:chgData name="Zheng Fei" userId="d19317889db4c986" providerId="LiveId" clId="{F89E2663-3A33-5D43-80E5-E987C0EC042A}" dt="2022-05-12T02:40:30.575" v="549" actId="478"/>
          <ac:graphicFrameMkLst>
            <pc:docMk/>
            <pc:sldMk cId="2359660627" sldId="258"/>
            <ac:graphicFrameMk id="21" creationId="{16586C17-1A8C-9C4B-0CA7-A8D13C9467E8}"/>
          </ac:graphicFrameMkLst>
        </pc:graphicFrameChg>
      </pc:sldChg>
      <pc:sldChg chg="addSp delSp modSp mod">
        <pc:chgData name="Zheng Fei" userId="d19317889db4c986" providerId="LiveId" clId="{F89E2663-3A33-5D43-80E5-E987C0EC042A}" dt="2022-05-12T04:00:36.317" v="1728" actId="113"/>
        <pc:sldMkLst>
          <pc:docMk/>
          <pc:sldMk cId="3851511592" sldId="259"/>
        </pc:sldMkLst>
        <pc:spChg chg="del mod">
          <ac:chgData name="Zheng Fei" userId="d19317889db4c986" providerId="LiveId" clId="{F89E2663-3A33-5D43-80E5-E987C0EC042A}" dt="2022-05-12T02:44:43.633" v="716" actId="478"/>
          <ac:spMkLst>
            <pc:docMk/>
            <pc:sldMk cId="3851511592" sldId="259"/>
            <ac:spMk id="4" creationId="{53ED282F-8338-413B-ADB5-E7C0D048A32E}"/>
          </ac:spMkLst>
        </pc:spChg>
        <pc:spChg chg="mod">
          <ac:chgData name="Zheng Fei" userId="d19317889db4c986" providerId="LiveId" clId="{F89E2663-3A33-5D43-80E5-E987C0EC042A}" dt="2022-05-12T02:46:51.902" v="793" actId="207"/>
          <ac:spMkLst>
            <pc:docMk/>
            <pc:sldMk cId="3851511592" sldId="259"/>
            <ac:spMk id="5" creationId="{D84EDB0C-EE6A-467C-A08E-A9A1E187096D}"/>
          </ac:spMkLst>
        </pc:spChg>
        <pc:spChg chg="mod">
          <ac:chgData name="Zheng Fei" userId="d19317889db4c986" providerId="LiveId" clId="{F89E2663-3A33-5D43-80E5-E987C0EC042A}" dt="2022-05-12T02:45:58.104" v="770" actId="207"/>
          <ac:spMkLst>
            <pc:docMk/>
            <pc:sldMk cId="3851511592" sldId="259"/>
            <ac:spMk id="7" creationId="{9C53C49E-8284-4DA1-BDD6-C475A1808E44}"/>
          </ac:spMkLst>
        </pc:spChg>
        <pc:spChg chg="add mod">
          <ac:chgData name="Zheng Fei" userId="d19317889db4c986" providerId="LiveId" clId="{F89E2663-3A33-5D43-80E5-E987C0EC042A}" dt="2022-05-12T04:00:36.317" v="1728" actId="113"/>
          <ac:spMkLst>
            <pc:docMk/>
            <pc:sldMk cId="3851511592" sldId="259"/>
            <ac:spMk id="8" creationId="{4B572052-593E-AD89-5229-5DE76774BED0}"/>
          </ac:spMkLst>
        </pc:spChg>
        <pc:spChg chg="add mod">
          <ac:chgData name="Zheng Fei" userId="d19317889db4c986" providerId="LiveId" clId="{F89E2663-3A33-5D43-80E5-E987C0EC042A}" dt="2022-05-12T02:46:55.240" v="794" actId="207"/>
          <ac:spMkLst>
            <pc:docMk/>
            <pc:sldMk cId="3851511592" sldId="259"/>
            <ac:spMk id="9" creationId="{485B779B-1F82-75DC-0AAD-1BE9253B78ED}"/>
          </ac:spMkLst>
        </pc:spChg>
        <pc:graphicFrameChg chg="mod">
          <ac:chgData name="Zheng Fei" userId="d19317889db4c986" providerId="LiveId" clId="{F89E2663-3A33-5D43-80E5-E987C0EC042A}" dt="2022-05-12T02:45:18.523" v="766" actId="1036"/>
          <ac:graphicFrameMkLst>
            <pc:docMk/>
            <pc:sldMk cId="3851511592" sldId="259"/>
            <ac:graphicFrameMk id="6" creationId="{A6FF0C90-4518-4267-8282-CB435C19BD1B}"/>
          </ac:graphicFrameMkLst>
        </pc:graphicFrameChg>
      </pc:sldChg>
      <pc:sldChg chg="add">
        <pc:chgData name="Zheng Fei" userId="d19317889db4c986" providerId="LiveId" clId="{F89E2663-3A33-5D43-80E5-E987C0EC042A}" dt="2022-05-12T23:39:52.794" v="3099"/>
        <pc:sldMkLst>
          <pc:docMk/>
          <pc:sldMk cId="0" sldId="260"/>
        </pc:sldMkLst>
      </pc:sldChg>
      <pc:sldChg chg="delSp modSp del mod">
        <pc:chgData name="Zheng Fei" userId="d19317889db4c986" providerId="LiveId" clId="{F89E2663-3A33-5D43-80E5-E987C0EC042A}" dt="2022-05-12T02:47:00.081" v="795" actId="2696"/>
        <pc:sldMkLst>
          <pc:docMk/>
          <pc:sldMk cId="2158289240" sldId="260"/>
        </pc:sldMkLst>
        <pc:spChg chg="del mod topLvl">
          <ac:chgData name="Zheng Fei" userId="d19317889db4c986" providerId="LiveId" clId="{F89E2663-3A33-5D43-80E5-E987C0EC042A}" dt="2022-05-12T02:46:10.539" v="771" actId="21"/>
          <ac:spMkLst>
            <pc:docMk/>
            <pc:sldMk cId="2158289240" sldId="260"/>
            <ac:spMk id="4" creationId="{E0EF7FF3-15F1-4B13-A09E-730F36371DEF}"/>
          </ac:spMkLst>
        </pc:spChg>
        <pc:spChg chg="mod topLvl">
          <ac:chgData name="Zheng Fei" userId="d19317889db4c986" providerId="LiveId" clId="{F89E2663-3A33-5D43-80E5-E987C0EC042A}" dt="2022-05-12T02:46:10.539" v="771" actId="21"/>
          <ac:spMkLst>
            <pc:docMk/>
            <pc:sldMk cId="2158289240" sldId="260"/>
            <ac:spMk id="5" creationId="{9C5CAF33-0BC2-4633-85E5-21B2ACD15FC7}"/>
          </ac:spMkLst>
        </pc:spChg>
        <pc:grpChg chg="del mod">
          <ac:chgData name="Zheng Fei" userId="d19317889db4c986" providerId="LiveId" clId="{F89E2663-3A33-5D43-80E5-E987C0EC042A}" dt="2022-05-12T02:46:10.539" v="771" actId="21"/>
          <ac:grpSpMkLst>
            <pc:docMk/>
            <pc:sldMk cId="2158289240" sldId="260"/>
            <ac:grpSpMk id="6" creationId="{967797E6-B988-4C1F-935A-9CD1F27916F9}"/>
          </ac:grpSpMkLst>
        </pc:grpChg>
      </pc:sldChg>
      <pc:sldChg chg="addSp modSp mod">
        <pc:chgData name="Zheng Fei" userId="d19317889db4c986" providerId="LiveId" clId="{F89E2663-3A33-5D43-80E5-E987C0EC042A}" dt="2022-05-12T04:09:36.310" v="2179" actId="207"/>
        <pc:sldMkLst>
          <pc:docMk/>
          <pc:sldMk cId="3734517844" sldId="261"/>
        </pc:sldMkLst>
        <pc:spChg chg="mod">
          <ac:chgData name="Zheng Fei" userId="d19317889db4c986" providerId="LiveId" clId="{F89E2663-3A33-5D43-80E5-E987C0EC042A}" dt="2022-05-12T04:09:36.310" v="2179" actId="207"/>
          <ac:spMkLst>
            <pc:docMk/>
            <pc:sldMk cId="3734517844" sldId="261"/>
            <ac:spMk id="5" creationId="{D84EDB0C-EE6A-467C-A08E-A9A1E187096D}"/>
          </ac:spMkLst>
        </pc:spChg>
        <pc:spChg chg="add mod">
          <ac:chgData name="Zheng Fei" userId="d19317889db4c986" providerId="LiveId" clId="{F89E2663-3A33-5D43-80E5-E987C0EC042A}" dt="2022-05-12T03:20:47.415" v="1062" actId="255"/>
          <ac:spMkLst>
            <pc:docMk/>
            <pc:sldMk cId="3734517844" sldId="261"/>
            <ac:spMk id="6" creationId="{3E8035C5-B8A1-B474-92F0-4AD57178FCA4}"/>
          </ac:spMkLst>
        </pc:spChg>
        <pc:spChg chg="mod">
          <ac:chgData name="Zheng Fei" userId="d19317889db4c986" providerId="LiveId" clId="{F89E2663-3A33-5D43-80E5-E987C0EC042A}" dt="2022-05-12T03:18:26.532" v="1020" actId="1038"/>
          <ac:spMkLst>
            <pc:docMk/>
            <pc:sldMk cId="3734517844" sldId="261"/>
            <ac:spMk id="7" creationId="{9C53C49E-8284-4DA1-BDD6-C475A1808E44}"/>
          </ac:spMkLst>
        </pc:spChg>
        <pc:spChg chg="add mod">
          <ac:chgData name="Zheng Fei" userId="d19317889db4c986" providerId="LiveId" clId="{F89E2663-3A33-5D43-80E5-E987C0EC042A}" dt="2022-05-12T03:20:52.476" v="1063" actId="1076"/>
          <ac:spMkLst>
            <pc:docMk/>
            <pc:sldMk cId="3734517844" sldId="261"/>
            <ac:spMk id="8" creationId="{28A18A43-5AA2-900B-0621-583BDB8C8891}"/>
          </ac:spMkLst>
        </pc:spChg>
        <pc:spChg chg="add mod">
          <ac:chgData name="Zheng Fei" userId="d19317889db4c986" providerId="LiveId" clId="{F89E2663-3A33-5D43-80E5-E987C0EC042A}" dt="2022-05-12T03:29:19.982" v="1138" actId="20577"/>
          <ac:spMkLst>
            <pc:docMk/>
            <pc:sldMk cId="3734517844" sldId="261"/>
            <ac:spMk id="9" creationId="{D166671C-A687-2DEC-A328-A938BE6140A6}"/>
          </ac:spMkLst>
        </pc:spChg>
        <pc:spChg chg="mod">
          <ac:chgData name="Zheng Fei" userId="d19317889db4c986" providerId="LiveId" clId="{F89E2663-3A33-5D43-80E5-E987C0EC042A}" dt="2022-05-12T03:18:22.273" v="1011" actId="1076"/>
          <ac:spMkLst>
            <pc:docMk/>
            <pc:sldMk cId="3734517844" sldId="261"/>
            <ac:spMk id="11" creationId="{26DB0769-F8C8-81DA-8BF9-8101C13BF104}"/>
          </ac:spMkLst>
        </pc:spChg>
      </pc:sldChg>
      <pc:sldChg chg="addSp delSp modSp mod">
        <pc:chgData name="Zheng Fei" userId="d19317889db4c986" providerId="LiveId" clId="{F89E2663-3A33-5D43-80E5-E987C0EC042A}" dt="2022-05-12T04:10:02.798" v="2181" actId="207"/>
        <pc:sldMkLst>
          <pc:docMk/>
          <pc:sldMk cId="3700436535" sldId="262"/>
        </pc:sldMkLst>
        <pc:spChg chg="mod">
          <ac:chgData name="Zheng Fei" userId="d19317889db4c986" providerId="LiveId" clId="{F89E2663-3A33-5D43-80E5-E987C0EC042A}" dt="2022-05-12T04:10:02.798" v="2181" actId="207"/>
          <ac:spMkLst>
            <pc:docMk/>
            <pc:sldMk cId="3700436535" sldId="262"/>
            <ac:spMk id="5" creationId="{9C5CAF33-0BC2-4633-85E5-21B2ACD15FC7}"/>
          </ac:spMkLst>
        </pc:spChg>
        <pc:spChg chg="mod">
          <ac:chgData name="Zheng Fei" userId="d19317889db4c986" providerId="LiveId" clId="{F89E2663-3A33-5D43-80E5-E987C0EC042A}" dt="2022-05-12T03:21:10.883" v="1072" actId="1036"/>
          <ac:spMkLst>
            <pc:docMk/>
            <pc:sldMk cId="3700436535" sldId="262"/>
            <ac:spMk id="7" creationId="{382F30C5-0BDB-9AD8-3FEB-CEF117525CD2}"/>
          </ac:spMkLst>
        </pc:spChg>
        <pc:spChg chg="mod">
          <ac:chgData name="Zheng Fei" userId="d19317889db4c986" providerId="LiveId" clId="{F89E2663-3A33-5D43-80E5-E987C0EC042A}" dt="2022-05-12T03:18:54.391" v="1046" actId="1076"/>
          <ac:spMkLst>
            <pc:docMk/>
            <pc:sldMk cId="3700436535" sldId="262"/>
            <ac:spMk id="8" creationId="{8AADEEF6-B802-9A09-D1C3-9C8704108189}"/>
          </ac:spMkLst>
        </pc:spChg>
        <pc:spChg chg="mod">
          <ac:chgData name="Zheng Fei" userId="d19317889db4c986" providerId="LiveId" clId="{F89E2663-3A33-5D43-80E5-E987C0EC042A}" dt="2022-05-12T03:20:37.754" v="1059" actId="14100"/>
          <ac:spMkLst>
            <pc:docMk/>
            <pc:sldMk cId="3700436535" sldId="262"/>
            <ac:spMk id="10" creationId="{2F64D788-5081-D04A-71BE-21570C00FD54}"/>
          </ac:spMkLst>
        </pc:spChg>
        <pc:spChg chg="del mod">
          <ac:chgData name="Zheng Fei" userId="d19317889db4c986" providerId="LiveId" clId="{F89E2663-3A33-5D43-80E5-E987C0EC042A}" dt="2022-05-12T03:19:46.249" v="1050" actId="478"/>
          <ac:spMkLst>
            <pc:docMk/>
            <pc:sldMk cId="3700436535" sldId="262"/>
            <ac:spMk id="11" creationId="{ACE9C7AB-327A-E7A7-F057-4DA55BD00B7E}"/>
          </ac:spMkLst>
        </pc:spChg>
        <pc:spChg chg="add del mod">
          <ac:chgData name="Zheng Fei" userId="d19317889db4c986" providerId="LiveId" clId="{F89E2663-3A33-5D43-80E5-E987C0EC042A}" dt="2022-05-12T03:20:09.894" v="1055" actId="21"/>
          <ac:spMkLst>
            <pc:docMk/>
            <pc:sldMk cId="3700436535" sldId="262"/>
            <ac:spMk id="12" creationId="{D3507A30-11D1-8B6D-9A00-089A3F04EA51}"/>
          </ac:spMkLst>
        </pc:spChg>
        <pc:spChg chg="mod">
          <ac:chgData name="Zheng Fei" userId="d19317889db4c986" providerId="LiveId" clId="{F89E2663-3A33-5D43-80E5-E987C0EC042A}" dt="2022-05-12T03:21:15.993" v="1073" actId="1076"/>
          <ac:spMkLst>
            <pc:docMk/>
            <pc:sldMk cId="3700436535" sldId="262"/>
            <ac:spMk id="13" creationId="{4BBDBBCE-5D77-C510-9FBC-03DBDF553F20}"/>
          </ac:spMkLst>
        </pc:spChg>
        <pc:spChg chg="mod">
          <ac:chgData name="Zheng Fei" userId="d19317889db4c986" providerId="LiveId" clId="{F89E2663-3A33-5D43-80E5-E987C0EC042A}" dt="2022-05-12T03:18:49.050" v="1045" actId="1036"/>
          <ac:spMkLst>
            <pc:docMk/>
            <pc:sldMk cId="3700436535" sldId="262"/>
            <ac:spMk id="14" creationId="{B24B7CFA-2510-B12E-5208-64F91F1A64CB}"/>
          </ac:spMkLst>
        </pc:spChg>
        <pc:spChg chg="add mod">
          <ac:chgData name="Zheng Fei" userId="d19317889db4c986" providerId="LiveId" clId="{F89E2663-3A33-5D43-80E5-E987C0EC042A}" dt="2022-05-12T03:29:23.278" v="1139"/>
          <ac:spMkLst>
            <pc:docMk/>
            <pc:sldMk cId="3700436535" sldId="262"/>
            <ac:spMk id="15" creationId="{1B5152BC-398C-4D77-ECCD-02508510F2D2}"/>
          </ac:spMkLst>
        </pc:spChg>
        <pc:spChg chg="mod">
          <ac:chgData name="Zheng Fei" userId="d19317889db4c986" providerId="LiveId" clId="{F89E2663-3A33-5D43-80E5-E987C0EC042A}" dt="2022-05-12T03:18:49.050" v="1045" actId="1036"/>
          <ac:spMkLst>
            <pc:docMk/>
            <pc:sldMk cId="3700436535" sldId="262"/>
            <ac:spMk id="16" creationId="{053D5E6B-20F5-05A1-D18B-F2443B7DA4F8}"/>
          </ac:spMkLst>
        </pc:spChg>
      </pc:sldChg>
      <pc:sldChg chg="addSp modSp mod">
        <pc:chgData name="Zheng Fei" userId="d19317889db4c986" providerId="LiveId" clId="{F89E2663-3A33-5D43-80E5-E987C0EC042A}" dt="2022-05-12T04:14:58.773" v="2201" actId="1076"/>
        <pc:sldMkLst>
          <pc:docMk/>
          <pc:sldMk cId="2771936776" sldId="263"/>
        </pc:sldMkLst>
        <pc:spChg chg="mod">
          <ac:chgData name="Zheng Fei" userId="d19317889db4c986" providerId="LiveId" clId="{F89E2663-3A33-5D43-80E5-E987C0EC042A}" dt="2022-05-12T04:10:14.576" v="2183" actId="207"/>
          <ac:spMkLst>
            <pc:docMk/>
            <pc:sldMk cId="2771936776" sldId="263"/>
            <ac:spMk id="5" creationId="{D84EDB0C-EE6A-467C-A08E-A9A1E187096D}"/>
          </ac:spMkLst>
        </pc:spChg>
        <pc:spChg chg="mod">
          <ac:chgData name="Zheng Fei" userId="d19317889db4c986" providerId="LiveId" clId="{F89E2663-3A33-5D43-80E5-E987C0EC042A}" dt="2022-05-12T04:14:47.677" v="2196" actId="1076"/>
          <ac:spMkLst>
            <pc:docMk/>
            <pc:sldMk cId="2771936776" sldId="263"/>
            <ac:spMk id="7" creationId="{9C53C49E-8284-4DA1-BDD6-C475A1808E44}"/>
          </ac:spMkLst>
        </pc:spChg>
        <pc:spChg chg="add mod">
          <ac:chgData name="Zheng Fei" userId="d19317889db4c986" providerId="LiveId" clId="{F89E2663-3A33-5D43-80E5-E987C0EC042A}" dt="2022-05-12T03:29:30.803" v="1142"/>
          <ac:spMkLst>
            <pc:docMk/>
            <pc:sldMk cId="2771936776" sldId="263"/>
            <ac:spMk id="8" creationId="{F65238E1-744B-5101-28F7-64062B865534}"/>
          </ac:spMkLst>
        </pc:spChg>
        <pc:graphicFrameChg chg="mod modGraphic">
          <ac:chgData name="Zheng Fei" userId="d19317889db4c986" providerId="LiveId" clId="{F89E2663-3A33-5D43-80E5-E987C0EC042A}" dt="2022-05-12T04:14:58.773" v="2201" actId="1076"/>
          <ac:graphicFrameMkLst>
            <pc:docMk/>
            <pc:sldMk cId="2771936776" sldId="263"/>
            <ac:graphicFrameMk id="6" creationId="{98938E3C-0BAC-346C-6042-53F0957D5DBB}"/>
          </ac:graphicFrameMkLst>
        </pc:graphicFrameChg>
      </pc:sldChg>
      <pc:sldChg chg="addSp delSp modSp mod">
        <pc:chgData name="Zheng Fei" userId="d19317889db4c986" providerId="LiveId" clId="{F89E2663-3A33-5D43-80E5-E987C0EC042A}" dt="2022-05-12T04:16:05.729" v="2239" actId="255"/>
        <pc:sldMkLst>
          <pc:docMk/>
          <pc:sldMk cId="982480006" sldId="264"/>
        </pc:sldMkLst>
        <pc:spChg chg="mod">
          <ac:chgData name="Zheng Fei" userId="d19317889db4c986" providerId="LiveId" clId="{F89E2663-3A33-5D43-80E5-E987C0EC042A}" dt="2022-05-12T03:25:41.523" v="1076" actId="14100"/>
          <ac:spMkLst>
            <pc:docMk/>
            <pc:sldMk cId="982480006" sldId="264"/>
            <ac:spMk id="5" creationId="{9C5CAF33-0BC2-4633-85E5-21B2ACD15FC7}"/>
          </ac:spMkLst>
        </pc:spChg>
        <pc:spChg chg="mod">
          <ac:chgData name="Zheng Fei" userId="d19317889db4c986" providerId="LiveId" clId="{F89E2663-3A33-5D43-80E5-E987C0EC042A}" dt="2022-05-12T04:15:57.662" v="2236" actId="1076"/>
          <ac:spMkLst>
            <pc:docMk/>
            <pc:sldMk cId="982480006" sldId="264"/>
            <ac:spMk id="8" creationId="{8AADEEF6-B802-9A09-D1C3-9C8704108189}"/>
          </ac:spMkLst>
        </pc:spChg>
        <pc:spChg chg="add mod">
          <ac:chgData name="Zheng Fei" userId="d19317889db4c986" providerId="LiveId" clId="{F89E2663-3A33-5D43-80E5-E987C0EC042A}" dt="2022-05-12T03:29:32.705" v="1143"/>
          <ac:spMkLst>
            <pc:docMk/>
            <pc:sldMk cId="982480006" sldId="264"/>
            <ac:spMk id="9" creationId="{64E7837B-BB32-43AF-5A73-A7F2F61DDABE}"/>
          </ac:spMkLst>
        </pc:spChg>
        <pc:spChg chg="del mod">
          <ac:chgData name="Zheng Fei" userId="d19317889db4c986" providerId="LiveId" clId="{F89E2663-3A33-5D43-80E5-E987C0EC042A}" dt="2022-05-12T04:15:05.074" v="2202" actId="478"/>
          <ac:spMkLst>
            <pc:docMk/>
            <pc:sldMk cId="982480006" sldId="264"/>
            <ac:spMk id="11" creationId="{ACE9C7AB-327A-E7A7-F057-4DA55BD00B7E}"/>
          </ac:spMkLst>
        </pc:spChg>
        <pc:spChg chg="mod">
          <ac:chgData name="Zheng Fei" userId="d19317889db4c986" providerId="LiveId" clId="{F89E2663-3A33-5D43-80E5-E987C0EC042A}" dt="2022-05-12T04:16:00.643" v="2237" actId="1076"/>
          <ac:spMkLst>
            <pc:docMk/>
            <pc:sldMk cId="982480006" sldId="264"/>
            <ac:spMk id="15" creationId="{CF6E6A1B-C7B7-E186-ECC8-75D9CF1A405C}"/>
          </ac:spMkLst>
        </pc:spChg>
        <pc:spChg chg="mod">
          <ac:chgData name="Zheng Fei" userId="d19317889db4c986" providerId="LiveId" clId="{F89E2663-3A33-5D43-80E5-E987C0EC042A}" dt="2022-05-12T04:15:55.442" v="2235" actId="1076"/>
          <ac:spMkLst>
            <pc:docMk/>
            <pc:sldMk cId="982480006" sldId="264"/>
            <ac:spMk id="17" creationId="{951ED6BC-A196-E6DD-2EB6-637AEC8A4DE5}"/>
          </ac:spMkLst>
        </pc:spChg>
        <pc:graphicFrameChg chg="mod">
          <ac:chgData name="Zheng Fei" userId="d19317889db4c986" providerId="LiveId" clId="{F89E2663-3A33-5D43-80E5-E987C0EC042A}" dt="2022-05-12T04:16:05.729" v="2239" actId="255"/>
          <ac:graphicFrameMkLst>
            <pc:docMk/>
            <pc:sldMk cId="982480006" sldId="264"/>
            <ac:graphicFrameMk id="12" creationId="{60FACC75-DCF1-7200-3051-B579D0BD543C}"/>
          </ac:graphicFrameMkLst>
        </pc:graphicFrameChg>
      </pc:sldChg>
      <pc:sldChg chg="addSp modSp mod ord">
        <pc:chgData name="Zheng Fei" userId="d19317889db4c986" providerId="LiveId" clId="{F89E2663-3A33-5D43-80E5-E987C0EC042A}" dt="2022-05-12T06:04:56.495" v="2563" actId="2711"/>
        <pc:sldMkLst>
          <pc:docMk/>
          <pc:sldMk cId="911677637" sldId="265"/>
        </pc:sldMkLst>
        <pc:spChg chg="mod">
          <ac:chgData name="Zheng Fei" userId="d19317889db4c986" providerId="LiveId" clId="{F89E2663-3A33-5D43-80E5-E987C0EC042A}" dt="2022-05-12T06:04:56.495" v="2563" actId="2711"/>
          <ac:spMkLst>
            <pc:docMk/>
            <pc:sldMk cId="911677637" sldId="265"/>
            <ac:spMk id="5" creationId="{D84EDB0C-EE6A-467C-A08E-A9A1E187096D}"/>
          </ac:spMkLst>
        </pc:spChg>
        <pc:spChg chg="add mod">
          <ac:chgData name="Zheng Fei" userId="d19317889db4c986" providerId="LiveId" clId="{F89E2663-3A33-5D43-80E5-E987C0EC042A}" dt="2022-05-12T03:29:25.179" v="1140"/>
          <ac:spMkLst>
            <pc:docMk/>
            <pc:sldMk cId="911677637" sldId="265"/>
            <ac:spMk id="6" creationId="{D49AB9BA-C81E-F7BA-8979-17E0278A8BEE}"/>
          </ac:spMkLst>
        </pc:spChg>
        <pc:spChg chg="mod">
          <ac:chgData name="Zheng Fei" userId="d19317889db4c986" providerId="LiveId" clId="{F89E2663-3A33-5D43-80E5-E987C0EC042A}" dt="2022-05-12T06:04:56.495" v="2563" actId="2711"/>
          <ac:spMkLst>
            <pc:docMk/>
            <pc:sldMk cId="911677637" sldId="265"/>
            <ac:spMk id="7" creationId="{9C53C49E-8284-4DA1-BDD6-C475A1808E44}"/>
          </ac:spMkLst>
        </pc:spChg>
        <pc:spChg chg="mod">
          <ac:chgData name="Zheng Fei" userId="d19317889db4c986" providerId="LiveId" clId="{F89E2663-3A33-5D43-80E5-E987C0EC042A}" dt="2022-05-12T03:26:11.156" v="1098" actId="1076"/>
          <ac:spMkLst>
            <pc:docMk/>
            <pc:sldMk cId="911677637" sldId="265"/>
            <ac:spMk id="8" creationId="{AAB4615C-503A-F36A-EB39-0550B09BC02D}"/>
          </ac:spMkLst>
        </pc:spChg>
      </pc:sldChg>
      <pc:sldChg chg="addSp modSp mod ord">
        <pc:chgData name="Zheng Fei" userId="d19317889db4c986" providerId="LiveId" clId="{F89E2663-3A33-5D43-80E5-E987C0EC042A}" dt="2022-05-12T06:05:14.505" v="2565" actId="2711"/>
        <pc:sldMkLst>
          <pc:docMk/>
          <pc:sldMk cId="438630279" sldId="266"/>
        </pc:sldMkLst>
        <pc:spChg chg="mod">
          <ac:chgData name="Zheng Fei" userId="d19317889db4c986" providerId="LiveId" clId="{F89E2663-3A33-5D43-80E5-E987C0EC042A}" dt="2022-05-12T06:05:14.505" v="2565" actId="2711"/>
          <ac:spMkLst>
            <pc:docMk/>
            <pc:sldMk cId="438630279" sldId="266"/>
            <ac:spMk id="5" creationId="{9C5CAF33-0BC2-4633-85E5-21B2ACD15FC7}"/>
          </ac:spMkLst>
        </pc:spChg>
        <pc:spChg chg="mod">
          <ac:chgData name="Zheng Fei" userId="d19317889db4c986" providerId="LiveId" clId="{F89E2663-3A33-5D43-80E5-E987C0EC042A}" dt="2022-05-12T06:05:14.505" v="2565" actId="2711"/>
          <ac:spMkLst>
            <pc:docMk/>
            <pc:sldMk cId="438630279" sldId="266"/>
            <ac:spMk id="8" creationId="{8AADEEF6-B802-9A09-D1C3-9C8704108189}"/>
          </ac:spMkLst>
        </pc:spChg>
        <pc:spChg chg="mod">
          <ac:chgData name="Zheng Fei" userId="d19317889db4c986" providerId="LiveId" clId="{F89E2663-3A33-5D43-80E5-E987C0EC042A}" dt="2022-05-12T03:27:17.948" v="1114" actId="255"/>
          <ac:spMkLst>
            <pc:docMk/>
            <pc:sldMk cId="438630279" sldId="266"/>
            <ac:spMk id="9" creationId="{0C0A97C5-139B-DA98-F570-5C7D44688B4C}"/>
          </ac:spMkLst>
        </pc:spChg>
        <pc:spChg chg="mod">
          <ac:chgData name="Zheng Fei" userId="d19317889db4c986" providerId="LiveId" clId="{F89E2663-3A33-5D43-80E5-E987C0EC042A}" dt="2022-05-12T06:05:14.505" v="2565" actId="2711"/>
          <ac:spMkLst>
            <pc:docMk/>
            <pc:sldMk cId="438630279" sldId="266"/>
            <ac:spMk id="11" creationId="{ACE9C7AB-327A-E7A7-F057-4DA55BD00B7E}"/>
          </ac:spMkLst>
        </pc:spChg>
        <pc:spChg chg="add mod">
          <ac:chgData name="Zheng Fei" userId="d19317889db4c986" providerId="LiveId" clId="{F89E2663-3A33-5D43-80E5-E987C0EC042A}" dt="2022-05-12T03:29:27.055" v="1141"/>
          <ac:spMkLst>
            <pc:docMk/>
            <pc:sldMk cId="438630279" sldId="266"/>
            <ac:spMk id="13" creationId="{B3FA705F-259D-7F8F-DA96-0D7C8BAD5218}"/>
          </ac:spMkLst>
        </pc:spChg>
        <pc:spChg chg="mod">
          <ac:chgData name="Zheng Fei" userId="d19317889db4c986" providerId="LiveId" clId="{F89E2663-3A33-5D43-80E5-E987C0EC042A}" dt="2022-05-12T03:27:17.948" v="1114" actId="255"/>
          <ac:spMkLst>
            <pc:docMk/>
            <pc:sldMk cId="438630279" sldId="266"/>
            <ac:spMk id="14" creationId="{D8D2A1E6-9819-6B8B-2C29-BDDF059CBF0F}"/>
          </ac:spMkLst>
        </pc:spChg>
        <pc:spChg chg="mod">
          <ac:chgData name="Zheng Fei" userId="d19317889db4c986" providerId="LiveId" clId="{F89E2663-3A33-5D43-80E5-E987C0EC042A}" dt="2022-05-12T03:27:27.469" v="1133" actId="1036"/>
          <ac:spMkLst>
            <pc:docMk/>
            <pc:sldMk cId="438630279" sldId="266"/>
            <ac:spMk id="16" creationId="{EED1EB63-D807-BFE4-EF7F-16E918833899}"/>
          </ac:spMkLst>
        </pc:spChg>
        <pc:spChg chg="mod">
          <ac:chgData name="Zheng Fei" userId="d19317889db4c986" providerId="LiveId" clId="{F89E2663-3A33-5D43-80E5-E987C0EC042A}" dt="2022-05-12T03:27:23.773" v="1126" actId="1036"/>
          <ac:spMkLst>
            <pc:docMk/>
            <pc:sldMk cId="438630279" sldId="266"/>
            <ac:spMk id="18" creationId="{6709D83D-3280-2D1E-F8F2-06B052BF2BE4}"/>
          </ac:spMkLst>
        </pc:spChg>
        <pc:grpChg chg="mod">
          <ac:chgData name="Zheng Fei" userId="d19317889db4c986" providerId="LiveId" clId="{F89E2663-3A33-5D43-80E5-E987C0EC042A}" dt="2022-05-12T03:27:17.948" v="1114" actId="255"/>
          <ac:grpSpMkLst>
            <pc:docMk/>
            <pc:sldMk cId="438630279" sldId="266"/>
            <ac:grpSpMk id="10" creationId="{4DDE1529-8017-70EE-3497-FA1047E0D37F}"/>
          </ac:grpSpMkLst>
        </pc:grpChg>
        <pc:graphicFrameChg chg="mod">
          <ac:chgData name="Zheng Fei" userId="d19317889db4c986" providerId="LiveId" clId="{F89E2663-3A33-5D43-80E5-E987C0EC042A}" dt="2022-05-12T03:26:42.791" v="1106" actId="1076"/>
          <ac:graphicFrameMkLst>
            <pc:docMk/>
            <pc:sldMk cId="438630279" sldId="266"/>
            <ac:graphicFrameMk id="12" creationId="{60FACC75-DCF1-7200-3051-B579D0BD543C}"/>
          </ac:graphicFrameMkLst>
        </pc:graphicFrameChg>
      </pc:sldChg>
      <pc:sldChg chg="modSp add">
        <pc:chgData name="Zheng Fei" userId="d19317889db4c986" providerId="LiveId" clId="{F89E2663-3A33-5D43-80E5-E987C0EC042A}" dt="2022-05-12T06:12:27.509" v="2679" actId="2711"/>
        <pc:sldMkLst>
          <pc:docMk/>
          <pc:sldMk cId="291423386" sldId="267"/>
        </pc:sldMkLst>
        <pc:spChg chg="mod">
          <ac:chgData name="Zheng Fei" userId="d19317889db4c986" providerId="LiveId" clId="{F89E2663-3A33-5D43-80E5-E987C0EC042A}" dt="2022-05-12T06:12:27.509" v="2679" actId="2711"/>
          <ac:spMkLst>
            <pc:docMk/>
            <pc:sldMk cId="291423386" sldId="267"/>
            <ac:spMk id="5" creationId="{D84EDB0C-EE6A-467C-A08E-A9A1E187096D}"/>
          </ac:spMkLst>
        </pc:spChg>
      </pc:sldChg>
      <pc:sldChg chg="addSp modSp del">
        <pc:chgData name="Zheng Fei" userId="d19317889db4c986" providerId="LiveId" clId="{F89E2663-3A33-5D43-80E5-E987C0EC042A}" dt="2022-05-12T04:16:26.440" v="2240" actId="2696"/>
        <pc:sldMkLst>
          <pc:docMk/>
          <pc:sldMk cId="1788915488" sldId="267"/>
        </pc:sldMkLst>
        <pc:spChg chg="add mod">
          <ac:chgData name="Zheng Fei" userId="d19317889db4c986" providerId="LiveId" clId="{F89E2663-3A33-5D43-80E5-E987C0EC042A}" dt="2022-05-12T03:29:34.048" v="1144"/>
          <ac:spMkLst>
            <pc:docMk/>
            <pc:sldMk cId="1788915488" sldId="267"/>
            <ac:spMk id="3" creationId="{E8EE7023-5C86-8655-C7CF-29B02CCA3B16}"/>
          </ac:spMkLst>
        </pc:spChg>
        <pc:spChg chg="mod">
          <ac:chgData name="Zheng Fei" userId="d19317889db4c986" providerId="LiveId" clId="{F89E2663-3A33-5D43-80E5-E987C0EC042A}" dt="2022-05-12T04:10:19.143" v="2184" actId="207"/>
          <ac:spMkLst>
            <pc:docMk/>
            <pc:sldMk cId="1788915488" sldId="267"/>
            <ac:spMk id="5" creationId="{D84EDB0C-EE6A-467C-A08E-A9A1E187096D}"/>
          </ac:spMkLst>
        </pc:spChg>
      </pc:sldChg>
      <pc:sldChg chg="addSp modSp del">
        <pc:chgData name="Zheng Fei" userId="d19317889db4c986" providerId="LiveId" clId="{F89E2663-3A33-5D43-80E5-E987C0EC042A}" dt="2022-05-12T04:16:26.440" v="2240" actId="2696"/>
        <pc:sldMkLst>
          <pc:docMk/>
          <pc:sldMk cId="2490537206" sldId="268"/>
        </pc:sldMkLst>
        <pc:spChg chg="mod">
          <ac:chgData name="Zheng Fei" userId="d19317889db4c986" providerId="LiveId" clId="{F89E2663-3A33-5D43-80E5-E987C0EC042A}" dt="2022-05-11T09:22:37.959" v="4"/>
          <ac:spMkLst>
            <pc:docMk/>
            <pc:sldMk cId="2490537206" sldId="268"/>
            <ac:spMk id="5" creationId="{9C5CAF33-0BC2-4633-85E5-21B2ACD15FC7}"/>
          </ac:spMkLst>
        </pc:spChg>
        <pc:spChg chg="mod">
          <ac:chgData name="Zheng Fei" userId="d19317889db4c986" providerId="LiveId" clId="{F89E2663-3A33-5D43-80E5-E987C0EC042A}" dt="2022-05-11T09:22:37.959" v="4"/>
          <ac:spMkLst>
            <pc:docMk/>
            <pc:sldMk cId="2490537206" sldId="268"/>
            <ac:spMk id="8" creationId="{8AADEEF6-B802-9A09-D1C3-9C8704108189}"/>
          </ac:spMkLst>
        </pc:spChg>
        <pc:spChg chg="mod">
          <ac:chgData name="Zheng Fei" userId="d19317889db4c986" providerId="LiveId" clId="{F89E2663-3A33-5D43-80E5-E987C0EC042A}" dt="2022-05-11T09:21:57.477" v="0"/>
          <ac:spMkLst>
            <pc:docMk/>
            <pc:sldMk cId="2490537206" sldId="268"/>
            <ac:spMk id="9" creationId="{7182DCA4-9247-B5C3-5173-05A6C7C628A9}"/>
          </ac:spMkLst>
        </pc:spChg>
        <pc:spChg chg="add mod">
          <ac:chgData name="Zheng Fei" userId="d19317889db4c986" providerId="LiveId" clId="{F89E2663-3A33-5D43-80E5-E987C0EC042A}" dt="2022-05-12T03:29:35.707" v="1145"/>
          <ac:spMkLst>
            <pc:docMk/>
            <pc:sldMk cId="2490537206" sldId="268"/>
            <ac:spMk id="10" creationId="{44047B8E-3410-460E-F9A6-4AD05B205EF9}"/>
          </ac:spMkLst>
        </pc:spChg>
        <pc:spChg chg="mod">
          <ac:chgData name="Zheng Fei" userId="d19317889db4c986" providerId="LiveId" clId="{F89E2663-3A33-5D43-80E5-E987C0EC042A}" dt="2022-05-11T09:22:37.959" v="4"/>
          <ac:spMkLst>
            <pc:docMk/>
            <pc:sldMk cId="2490537206" sldId="268"/>
            <ac:spMk id="11" creationId="{ACE9C7AB-327A-E7A7-F057-4DA55BD00B7E}"/>
          </ac:spMkLst>
        </pc:spChg>
        <pc:spChg chg="mod">
          <ac:chgData name="Zheng Fei" userId="d19317889db4c986" providerId="LiveId" clId="{F89E2663-3A33-5D43-80E5-E987C0EC042A}" dt="2022-05-11T09:21:57.477" v="0"/>
          <ac:spMkLst>
            <pc:docMk/>
            <pc:sldMk cId="2490537206" sldId="268"/>
            <ac:spMk id="13" creationId="{C770C4B5-C03C-E84E-0D0D-644B782E2879}"/>
          </ac:spMkLst>
        </pc:spChg>
        <pc:grpChg chg="mod">
          <ac:chgData name="Zheng Fei" userId="d19317889db4c986" providerId="LiveId" clId="{F89E2663-3A33-5D43-80E5-E987C0EC042A}" dt="2022-05-11T09:21:57.477" v="0"/>
          <ac:grpSpMkLst>
            <pc:docMk/>
            <pc:sldMk cId="2490537206" sldId="268"/>
            <ac:grpSpMk id="4" creationId="{5CA1B5AD-7C09-6C70-E9D5-C1D5222B9A07}"/>
          </ac:grpSpMkLst>
        </pc:grpChg>
        <pc:graphicFrameChg chg="mod">
          <ac:chgData name="Zheng Fei" userId="d19317889db4c986" providerId="LiveId" clId="{F89E2663-3A33-5D43-80E5-E987C0EC042A}" dt="2022-05-11T09:22:37.959" v="4"/>
          <ac:graphicFrameMkLst>
            <pc:docMk/>
            <pc:sldMk cId="2490537206" sldId="268"/>
            <ac:graphicFrameMk id="12" creationId="{60FACC75-DCF1-7200-3051-B579D0BD543C}"/>
          </ac:graphicFrameMkLst>
        </pc:graphicFrameChg>
      </pc:sldChg>
      <pc:sldChg chg="modSp add mod">
        <pc:chgData name="Zheng Fei" userId="d19317889db4c986" providerId="LiveId" clId="{F89E2663-3A33-5D43-80E5-E987C0EC042A}" dt="2022-05-12T06:16:10.965" v="2701" actId="1076"/>
        <pc:sldMkLst>
          <pc:docMk/>
          <pc:sldMk cId="3832344891" sldId="268"/>
        </pc:sldMkLst>
        <pc:spChg chg="mod">
          <ac:chgData name="Zheng Fei" userId="d19317889db4c986" providerId="LiveId" clId="{F89E2663-3A33-5D43-80E5-E987C0EC042A}" dt="2022-05-12T06:15:55.948" v="2682" actId="255"/>
          <ac:spMkLst>
            <pc:docMk/>
            <pc:sldMk cId="3832344891" sldId="268"/>
            <ac:spMk id="5" creationId="{9C5CAF33-0BC2-4633-85E5-21B2ACD15FC7}"/>
          </ac:spMkLst>
        </pc:spChg>
        <pc:spChg chg="mod">
          <ac:chgData name="Zheng Fei" userId="d19317889db4c986" providerId="LiveId" clId="{F89E2663-3A33-5D43-80E5-E987C0EC042A}" dt="2022-05-12T06:15:55.948" v="2682" actId="255"/>
          <ac:spMkLst>
            <pc:docMk/>
            <pc:sldMk cId="3832344891" sldId="268"/>
            <ac:spMk id="8" creationId="{8AADEEF6-B802-9A09-D1C3-9C8704108189}"/>
          </ac:spMkLst>
        </pc:spChg>
        <pc:spChg chg="mod">
          <ac:chgData name="Zheng Fei" userId="d19317889db4c986" providerId="LiveId" clId="{F89E2663-3A33-5D43-80E5-E987C0EC042A}" dt="2022-05-12T06:16:02.636" v="2684" actId="14100"/>
          <ac:spMkLst>
            <pc:docMk/>
            <pc:sldMk cId="3832344891" sldId="268"/>
            <ac:spMk id="9" creationId="{7182DCA4-9247-B5C3-5173-05A6C7C628A9}"/>
          </ac:spMkLst>
        </pc:spChg>
        <pc:spChg chg="mod">
          <ac:chgData name="Zheng Fei" userId="d19317889db4c986" providerId="LiveId" clId="{F89E2663-3A33-5D43-80E5-E987C0EC042A}" dt="2022-05-12T06:15:55.948" v="2682" actId="255"/>
          <ac:spMkLst>
            <pc:docMk/>
            <pc:sldMk cId="3832344891" sldId="268"/>
            <ac:spMk id="11" creationId="{ACE9C7AB-327A-E7A7-F057-4DA55BD00B7E}"/>
          </ac:spMkLst>
        </pc:spChg>
        <pc:spChg chg="mod">
          <ac:chgData name="Zheng Fei" userId="d19317889db4c986" providerId="LiveId" clId="{F89E2663-3A33-5D43-80E5-E987C0EC042A}" dt="2022-05-12T06:15:55.948" v="2682" actId="255"/>
          <ac:spMkLst>
            <pc:docMk/>
            <pc:sldMk cId="3832344891" sldId="268"/>
            <ac:spMk id="13" creationId="{C770C4B5-C03C-E84E-0D0D-644B782E2879}"/>
          </ac:spMkLst>
        </pc:spChg>
        <pc:grpChg chg="mod">
          <ac:chgData name="Zheng Fei" userId="d19317889db4c986" providerId="LiveId" clId="{F89E2663-3A33-5D43-80E5-E987C0EC042A}" dt="2022-05-12T06:16:07.820" v="2700" actId="1036"/>
          <ac:grpSpMkLst>
            <pc:docMk/>
            <pc:sldMk cId="3832344891" sldId="268"/>
            <ac:grpSpMk id="4" creationId="{5CA1B5AD-7C09-6C70-E9D5-C1D5222B9A07}"/>
          </ac:grpSpMkLst>
        </pc:grpChg>
        <pc:graphicFrameChg chg="mod">
          <ac:chgData name="Zheng Fei" userId="d19317889db4c986" providerId="LiveId" clId="{F89E2663-3A33-5D43-80E5-E987C0EC042A}" dt="2022-05-12T06:16:10.965" v="2701" actId="1076"/>
          <ac:graphicFrameMkLst>
            <pc:docMk/>
            <pc:sldMk cId="3832344891" sldId="268"/>
            <ac:graphicFrameMk id="12" creationId="{60FACC75-DCF1-7200-3051-B579D0BD543C}"/>
          </ac:graphicFrameMkLst>
        </pc:graphicFrameChg>
      </pc:sldChg>
      <pc:sldChg chg="modSp add">
        <pc:chgData name="Zheng Fei" userId="d19317889db4c986" providerId="LiveId" clId="{F89E2663-3A33-5D43-80E5-E987C0EC042A}" dt="2022-05-12T06:16:21.754" v="2704" actId="255"/>
        <pc:sldMkLst>
          <pc:docMk/>
          <pc:sldMk cId="676384172" sldId="269"/>
        </pc:sldMkLst>
        <pc:spChg chg="mod">
          <ac:chgData name="Zheng Fei" userId="d19317889db4c986" providerId="LiveId" clId="{F89E2663-3A33-5D43-80E5-E987C0EC042A}" dt="2022-05-12T06:16:21.754" v="2704" actId="255"/>
          <ac:spMkLst>
            <pc:docMk/>
            <pc:sldMk cId="676384172" sldId="269"/>
            <ac:spMk id="5" creationId="{9C5CAF33-0BC2-4633-85E5-21B2ACD15FC7}"/>
          </ac:spMkLst>
        </pc:spChg>
        <pc:spChg chg="mod">
          <ac:chgData name="Zheng Fei" userId="d19317889db4c986" providerId="LiveId" clId="{F89E2663-3A33-5D43-80E5-E987C0EC042A}" dt="2022-05-12T06:16:21.754" v="2704" actId="255"/>
          <ac:spMkLst>
            <pc:docMk/>
            <pc:sldMk cId="676384172" sldId="269"/>
            <ac:spMk id="8" creationId="{8AADEEF6-B802-9A09-D1C3-9C8704108189}"/>
          </ac:spMkLst>
        </pc:spChg>
        <pc:spChg chg="mod">
          <ac:chgData name="Zheng Fei" userId="d19317889db4c986" providerId="LiveId" clId="{F89E2663-3A33-5D43-80E5-E987C0EC042A}" dt="2022-05-12T06:16:21.754" v="2704" actId="255"/>
          <ac:spMkLst>
            <pc:docMk/>
            <pc:sldMk cId="676384172" sldId="269"/>
            <ac:spMk id="10" creationId="{E803FE5B-25E4-5637-12F4-6272C1DD8866}"/>
          </ac:spMkLst>
        </pc:spChg>
        <pc:spChg chg="mod">
          <ac:chgData name="Zheng Fei" userId="d19317889db4c986" providerId="LiveId" clId="{F89E2663-3A33-5D43-80E5-E987C0EC042A}" dt="2022-05-12T06:16:21.754" v="2704" actId="255"/>
          <ac:spMkLst>
            <pc:docMk/>
            <pc:sldMk cId="676384172" sldId="269"/>
            <ac:spMk id="11" creationId="{ACE9C7AB-327A-E7A7-F057-4DA55BD00B7E}"/>
          </ac:spMkLst>
        </pc:spChg>
        <pc:spChg chg="mod">
          <ac:chgData name="Zheng Fei" userId="d19317889db4c986" providerId="LiveId" clId="{F89E2663-3A33-5D43-80E5-E987C0EC042A}" dt="2022-05-12T06:16:21.754" v="2704" actId="255"/>
          <ac:spMkLst>
            <pc:docMk/>
            <pc:sldMk cId="676384172" sldId="269"/>
            <ac:spMk id="14" creationId="{24997F74-2C2E-41B9-89E5-EFB71C35C09B}"/>
          </ac:spMkLst>
        </pc:spChg>
        <pc:spChg chg="mod">
          <ac:chgData name="Zheng Fei" userId="d19317889db4c986" providerId="LiveId" clId="{F89E2663-3A33-5D43-80E5-E987C0EC042A}" dt="2022-05-12T06:16:21.754" v="2704" actId="255"/>
          <ac:spMkLst>
            <pc:docMk/>
            <pc:sldMk cId="676384172" sldId="269"/>
            <ac:spMk id="15" creationId="{26A3752C-2D79-1E39-4153-2727354FE42B}"/>
          </ac:spMkLst>
        </pc:spChg>
        <pc:spChg chg="mod">
          <ac:chgData name="Zheng Fei" userId="d19317889db4c986" providerId="LiveId" clId="{F89E2663-3A33-5D43-80E5-E987C0EC042A}" dt="2022-05-12T06:16:21.754" v="2704" actId="255"/>
          <ac:spMkLst>
            <pc:docMk/>
            <pc:sldMk cId="676384172" sldId="269"/>
            <ac:spMk id="16" creationId="{CF300BAA-63B0-AD7E-7C04-1420F0AFE680}"/>
          </ac:spMkLst>
        </pc:spChg>
      </pc:sldChg>
      <pc:sldChg chg="addSp modSp del">
        <pc:chgData name="Zheng Fei" userId="d19317889db4c986" providerId="LiveId" clId="{F89E2663-3A33-5D43-80E5-E987C0EC042A}" dt="2022-05-12T04:16:26.440" v="2240" actId="2696"/>
        <pc:sldMkLst>
          <pc:docMk/>
          <pc:sldMk cId="2794888145" sldId="269"/>
        </pc:sldMkLst>
        <pc:spChg chg="mod">
          <ac:chgData name="Zheng Fei" userId="d19317889db4c986" providerId="LiveId" clId="{F89E2663-3A33-5D43-80E5-E987C0EC042A}" dt="2022-05-11T09:22:37.959" v="4"/>
          <ac:spMkLst>
            <pc:docMk/>
            <pc:sldMk cId="2794888145" sldId="269"/>
            <ac:spMk id="5" creationId="{9C5CAF33-0BC2-4633-85E5-21B2ACD15FC7}"/>
          </ac:spMkLst>
        </pc:spChg>
        <pc:spChg chg="mod">
          <ac:chgData name="Zheng Fei" userId="d19317889db4c986" providerId="LiveId" clId="{F89E2663-3A33-5D43-80E5-E987C0EC042A}" dt="2022-05-11T09:22:37.959" v="4"/>
          <ac:spMkLst>
            <pc:docMk/>
            <pc:sldMk cId="2794888145" sldId="269"/>
            <ac:spMk id="8" creationId="{8AADEEF6-B802-9A09-D1C3-9C8704108189}"/>
          </ac:spMkLst>
        </pc:spChg>
        <pc:spChg chg="add mod">
          <ac:chgData name="Zheng Fei" userId="d19317889db4c986" providerId="LiveId" clId="{F89E2663-3A33-5D43-80E5-E987C0EC042A}" dt="2022-05-12T03:29:37.297" v="1146"/>
          <ac:spMkLst>
            <pc:docMk/>
            <pc:sldMk cId="2794888145" sldId="269"/>
            <ac:spMk id="9" creationId="{6336AC5D-3CC7-95D9-FE1E-1395749E61FC}"/>
          </ac:spMkLst>
        </pc:spChg>
        <pc:spChg chg="mod">
          <ac:chgData name="Zheng Fei" userId="d19317889db4c986" providerId="LiveId" clId="{F89E2663-3A33-5D43-80E5-E987C0EC042A}" dt="2022-05-11T09:22:37.959" v="4"/>
          <ac:spMkLst>
            <pc:docMk/>
            <pc:sldMk cId="2794888145" sldId="269"/>
            <ac:spMk id="10" creationId="{E803FE5B-25E4-5637-12F4-6272C1DD8866}"/>
          </ac:spMkLst>
        </pc:spChg>
        <pc:spChg chg="mod">
          <ac:chgData name="Zheng Fei" userId="d19317889db4c986" providerId="LiveId" clId="{F89E2663-3A33-5D43-80E5-E987C0EC042A}" dt="2022-05-11T09:22:37.959" v="4"/>
          <ac:spMkLst>
            <pc:docMk/>
            <pc:sldMk cId="2794888145" sldId="269"/>
            <ac:spMk id="11" creationId="{ACE9C7AB-327A-E7A7-F057-4DA55BD00B7E}"/>
          </ac:spMkLst>
        </pc:spChg>
        <pc:spChg chg="mod">
          <ac:chgData name="Zheng Fei" userId="d19317889db4c986" providerId="LiveId" clId="{F89E2663-3A33-5D43-80E5-E987C0EC042A}" dt="2022-05-11T09:21:57.477" v="0"/>
          <ac:spMkLst>
            <pc:docMk/>
            <pc:sldMk cId="2794888145" sldId="269"/>
            <ac:spMk id="14" creationId="{24997F74-2C2E-41B9-89E5-EFB71C35C09B}"/>
          </ac:spMkLst>
        </pc:spChg>
        <pc:spChg chg="mod">
          <ac:chgData name="Zheng Fei" userId="d19317889db4c986" providerId="LiveId" clId="{F89E2663-3A33-5D43-80E5-E987C0EC042A}" dt="2022-05-11T09:21:57.477" v="0"/>
          <ac:spMkLst>
            <pc:docMk/>
            <pc:sldMk cId="2794888145" sldId="269"/>
            <ac:spMk id="15" creationId="{26A3752C-2D79-1E39-4153-2727354FE42B}"/>
          </ac:spMkLst>
        </pc:spChg>
        <pc:spChg chg="mod">
          <ac:chgData name="Zheng Fei" userId="d19317889db4c986" providerId="LiveId" clId="{F89E2663-3A33-5D43-80E5-E987C0EC042A}" dt="2022-05-11T09:21:57.477" v="0"/>
          <ac:spMkLst>
            <pc:docMk/>
            <pc:sldMk cId="2794888145" sldId="269"/>
            <ac:spMk id="16" creationId="{CF300BAA-63B0-AD7E-7C04-1420F0AFE680}"/>
          </ac:spMkLst>
        </pc:spChg>
      </pc:sldChg>
      <pc:sldChg chg="delSp modSp del mod">
        <pc:chgData name="Zheng Fei" userId="d19317889db4c986" providerId="LiveId" clId="{F89E2663-3A33-5D43-80E5-E987C0EC042A}" dt="2022-05-12T03:28:37.744" v="1134" actId="2696"/>
        <pc:sldMkLst>
          <pc:docMk/>
          <pc:sldMk cId="3506371419" sldId="270"/>
        </pc:sldMkLst>
        <pc:spChg chg="del mod">
          <ac:chgData name="Zheng Fei" userId="d19317889db4c986" providerId="LiveId" clId="{F89E2663-3A33-5D43-80E5-E987C0EC042A}" dt="2022-05-12T02:51:01.422" v="857" actId="21"/>
          <ac:spMkLst>
            <pc:docMk/>
            <pc:sldMk cId="3506371419" sldId="270"/>
            <ac:spMk id="5" creationId="{9C5CAF33-0BC2-4633-85E5-21B2ACD15FC7}"/>
          </ac:spMkLst>
        </pc:spChg>
        <pc:spChg chg="del mod">
          <ac:chgData name="Zheng Fei" userId="d19317889db4c986" providerId="LiveId" clId="{F89E2663-3A33-5D43-80E5-E987C0EC042A}" dt="2022-05-12T02:51:01.422" v="857" actId="21"/>
          <ac:spMkLst>
            <pc:docMk/>
            <pc:sldMk cId="3506371419" sldId="270"/>
            <ac:spMk id="8" creationId="{8AADEEF6-B802-9A09-D1C3-9C8704108189}"/>
          </ac:spMkLst>
        </pc:spChg>
        <pc:spChg chg="del mod">
          <ac:chgData name="Zheng Fei" userId="d19317889db4c986" providerId="LiveId" clId="{F89E2663-3A33-5D43-80E5-E987C0EC042A}" dt="2022-05-12T02:51:01.422" v="857" actId="21"/>
          <ac:spMkLst>
            <pc:docMk/>
            <pc:sldMk cId="3506371419" sldId="270"/>
            <ac:spMk id="10" creationId="{E803FE5B-25E4-5637-12F4-6272C1DD8866}"/>
          </ac:spMkLst>
        </pc:spChg>
        <pc:spChg chg="del mod">
          <ac:chgData name="Zheng Fei" userId="d19317889db4c986" providerId="LiveId" clId="{F89E2663-3A33-5D43-80E5-E987C0EC042A}" dt="2022-05-12T02:51:01.422" v="857" actId="21"/>
          <ac:spMkLst>
            <pc:docMk/>
            <pc:sldMk cId="3506371419" sldId="270"/>
            <ac:spMk id="11" creationId="{ACE9C7AB-327A-E7A7-F057-4DA55BD00B7E}"/>
          </ac:spMkLst>
        </pc:spChg>
        <pc:spChg chg="del mod">
          <ac:chgData name="Zheng Fei" userId="d19317889db4c986" providerId="LiveId" clId="{F89E2663-3A33-5D43-80E5-E987C0EC042A}" dt="2022-05-12T02:51:01.422" v="857" actId="21"/>
          <ac:spMkLst>
            <pc:docMk/>
            <pc:sldMk cId="3506371419" sldId="270"/>
            <ac:spMk id="12" creationId="{A3F07F8D-3727-B7D3-AB6F-005AE3F84BC0}"/>
          </ac:spMkLst>
        </pc:spChg>
        <pc:spChg chg="del mod">
          <ac:chgData name="Zheng Fei" userId="d19317889db4c986" providerId="LiveId" clId="{F89E2663-3A33-5D43-80E5-E987C0EC042A}" dt="2022-05-12T02:51:01.422" v="857" actId="21"/>
          <ac:spMkLst>
            <pc:docMk/>
            <pc:sldMk cId="3506371419" sldId="270"/>
            <ac:spMk id="13" creationId="{BE8A1209-D070-2377-502D-D99DF13510E2}"/>
          </ac:spMkLst>
        </pc:spChg>
      </pc:sldChg>
      <pc:sldChg chg="add">
        <pc:chgData name="Zheng Fei" userId="d19317889db4c986" providerId="LiveId" clId="{F89E2663-3A33-5D43-80E5-E987C0EC042A}" dt="2022-05-12T23:39:52.794" v="3099"/>
        <pc:sldMkLst>
          <pc:docMk/>
          <pc:sldMk cId="0" sldId="271"/>
        </pc:sldMkLst>
      </pc:sldChg>
      <pc:sldChg chg="delSp modSp del mod">
        <pc:chgData name="Zheng Fei" userId="d19317889db4c986" providerId="LiveId" clId="{F89E2663-3A33-5D43-80E5-E987C0EC042A}" dt="2022-05-12T03:28:38.719" v="1135" actId="2696"/>
        <pc:sldMkLst>
          <pc:docMk/>
          <pc:sldMk cId="4035650201" sldId="271"/>
        </pc:sldMkLst>
        <pc:spChg chg="del mod">
          <ac:chgData name="Zheng Fei" userId="d19317889db4c986" providerId="LiveId" clId="{F89E2663-3A33-5D43-80E5-E987C0EC042A}" dt="2022-05-12T02:53:13.382" v="901" actId="21"/>
          <ac:spMkLst>
            <pc:docMk/>
            <pc:sldMk cId="4035650201" sldId="271"/>
            <ac:spMk id="5" creationId="{9C5CAF33-0BC2-4633-85E5-21B2ACD15FC7}"/>
          </ac:spMkLst>
        </pc:spChg>
        <pc:spChg chg="del mod">
          <ac:chgData name="Zheng Fei" userId="d19317889db4c986" providerId="LiveId" clId="{F89E2663-3A33-5D43-80E5-E987C0EC042A}" dt="2022-05-12T02:53:13.382" v="901" actId="21"/>
          <ac:spMkLst>
            <pc:docMk/>
            <pc:sldMk cId="4035650201" sldId="271"/>
            <ac:spMk id="8" creationId="{8AADEEF6-B802-9A09-D1C3-9C8704108189}"/>
          </ac:spMkLst>
        </pc:spChg>
        <pc:spChg chg="del mod">
          <ac:chgData name="Zheng Fei" userId="d19317889db4c986" providerId="LiveId" clId="{F89E2663-3A33-5D43-80E5-E987C0EC042A}" dt="2022-05-12T02:53:13.382" v="901" actId="21"/>
          <ac:spMkLst>
            <pc:docMk/>
            <pc:sldMk cId="4035650201" sldId="271"/>
            <ac:spMk id="9" creationId="{1CDA002D-2F74-E4AC-5C72-3EBD0E17295A}"/>
          </ac:spMkLst>
        </pc:spChg>
        <pc:spChg chg="del mod">
          <ac:chgData name="Zheng Fei" userId="d19317889db4c986" providerId="LiveId" clId="{F89E2663-3A33-5D43-80E5-E987C0EC042A}" dt="2022-05-12T02:53:13.382" v="901" actId="21"/>
          <ac:spMkLst>
            <pc:docMk/>
            <pc:sldMk cId="4035650201" sldId="271"/>
            <ac:spMk id="10" creationId="{E803FE5B-25E4-5637-12F4-6272C1DD8866}"/>
          </ac:spMkLst>
        </pc:spChg>
        <pc:spChg chg="del mod">
          <ac:chgData name="Zheng Fei" userId="d19317889db4c986" providerId="LiveId" clId="{F89E2663-3A33-5D43-80E5-E987C0EC042A}" dt="2022-05-12T02:53:13.382" v="901" actId="21"/>
          <ac:spMkLst>
            <pc:docMk/>
            <pc:sldMk cId="4035650201" sldId="271"/>
            <ac:spMk id="11" creationId="{ACE9C7AB-327A-E7A7-F057-4DA55BD00B7E}"/>
          </ac:spMkLst>
        </pc:spChg>
        <pc:spChg chg="del mod">
          <ac:chgData name="Zheng Fei" userId="d19317889db4c986" providerId="LiveId" clId="{F89E2663-3A33-5D43-80E5-E987C0EC042A}" dt="2022-05-12T02:53:13.382" v="901" actId="21"/>
          <ac:spMkLst>
            <pc:docMk/>
            <pc:sldMk cId="4035650201" sldId="271"/>
            <ac:spMk id="14" creationId="{E5E6CC36-9CD9-AD05-9095-956F11DDA141}"/>
          </ac:spMkLst>
        </pc:spChg>
      </pc:sldChg>
      <pc:sldChg chg="addSp delSp modSp mod">
        <pc:chgData name="Zheng Fei" userId="d19317889db4c986" providerId="LiveId" clId="{F89E2663-3A33-5D43-80E5-E987C0EC042A}" dt="2022-05-12T04:10:41.311" v="2187" actId="207"/>
        <pc:sldMkLst>
          <pc:docMk/>
          <pc:sldMk cId="3734968570" sldId="272"/>
        </pc:sldMkLst>
        <pc:spChg chg="mod">
          <ac:chgData name="Zheng Fei" userId="d19317889db4c986" providerId="LiveId" clId="{F89E2663-3A33-5D43-80E5-E987C0EC042A}" dt="2022-05-12T04:10:41.311" v="2187" actId="207"/>
          <ac:spMkLst>
            <pc:docMk/>
            <pc:sldMk cId="3734968570" sldId="272"/>
            <ac:spMk id="4" creationId="{53ED282F-8338-413B-ADB5-E7C0D048A32E}"/>
          </ac:spMkLst>
        </pc:spChg>
        <pc:spChg chg="del mod">
          <ac:chgData name="Zheng Fei" userId="d19317889db4c986" providerId="LiveId" clId="{F89E2663-3A33-5D43-80E5-E987C0EC042A}" dt="2022-05-12T03:31:19.963" v="1383" actId="478"/>
          <ac:spMkLst>
            <pc:docMk/>
            <pc:sldMk cId="3734968570" sldId="272"/>
            <ac:spMk id="5" creationId="{D84EDB0C-EE6A-467C-A08E-A9A1E187096D}"/>
          </ac:spMkLst>
        </pc:spChg>
        <pc:spChg chg="del mod">
          <ac:chgData name="Zheng Fei" userId="d19317889db4c986" providerId="LiveId" clId="{F89E2663-3A33-5D43-80E5-E987C0EC042A}" dt="2022-05-12T03:31:19.963" v="1383" actId="478"/>
          <ac:spMkLst>
            <pc:docMk/>
            <pc:sldMk cId="3734968570" sldId="272"/>
            <ac:spMk id="7" creationId="{9C53C49E-8284-4DA1-BDD6-C475A1808E44}"/>
          </ac:spMkLst>
        </pc:spChg>
        <pc:spChg chg="del mod">
          <ac:chgData name="Zheng Fei" userId="d19317889db4c986" providerId="LiveId" clId="{F89E2663-3A33-5D43-80E5-E987C0EC042A}" dt="2022-05-12T03:31:19.963" v="1383" actId="478"/>
          <ac:spMkLst>
            <pc:docMk/>
            <pc:sldMk cId="3734968570" sldId="272"/>
            <ac:spMk id="8" creationId="{BCD79FAB-C40C-D07D-9951-4EF46E6B744E}"/>
          </ac:spMkLst>
        </pc:spChg>
        <pc:spChg chg="del mod">
          <ac:chgData name="Zheng Fei" userId="d19317889db4c986" providerId="LiveId" clId="{F89E2663-3A33-5D43-80E5-E987C0EC042A}" dt="2022-05-12T03:31:19.963" v="1383" actId="478"/>
          <ac:spMkLst>
            <pc:docMk/>
            <pc:sldMk cId="3734968570" sldId="272"/>
            <ac:spMk id="9" creationId="{D40FA7CE-3B45-05D3-AD6D-52A010812803}"/>
          </ac:spMkLst>
        </pc:spChg>
        <pc:spChg chg="del mod">
          <ac:chgData name="Zheng Fei" userId="d19317889db4c986" providerId="LiveId" clId="{F89E2663-3A33-5D43-80E5-E987C0EC042A}" dt="2022-05-12T03:31:19.963" v="1383" actId="478"/>
          <ac:spMkLst>
            <pc:docMk/>
            <pc:sldMk cId="3734968570" sldId="272"/>
            <ac:spMk id="10" creationId="{1D0A0DC3-3C24-4636-A6DF-46C72759A215}"/>
          </ac:spMkLst>
        </pc:spChg>
        <pc:spChg chg="del mod">
          <ac:chgData name="Zheng Fei" userId="d19317889db4c986" providerId="LiveId" clId="{F89E2663-3A33-5D43-80E5-E987C0EC042A}" dt="2022-05-12T03:31:19.963" v="1383" actId="478"/>
          <ac:spMkLst>
            <pc:docMk/>
            <pc:sldMk cId="3734968570" sldId="272"/>
            <ac:spMk id="11" creationId="{EA701BC6-FAD8-4DD5-A7E3-DEAD71BDBD51}"/>
          </ac:spMkLst>
        </pc:spChg>
        <pc:spChg chg="add mod">
          <ac:chgData name="Zheng Fei" userId="d19317889db4c986" providerId="LiveId" clId="{F89E2663-3A33-5D43-80E5-E987C0EC042A}" dt="2022-05-12T03:30:05.371" v="1197" actId="20577"/>
          <ac:spMkLst>
            <pc:docMk/>
            <pc:sldMk cId="3734968570" sldId="272"/>
            <ac:spMk id="12" creationId="{B4285FE8-42E5-DFA6-8A93-84FFEDF1AE1D}"/>
          </ac:spMkLst>
        </pc:spChg>
      </pc:sldChg>
      <pc:sldChg chg="addSp delSp modSp del mod">
        <pc:chgData name="Zheng Fei" userId="d19317889db4c986" providerId="LiveId" clId="{F89E2663-3A33-5D43-80E5-E987C0EC042A}" dt="2022-05-12T03:43:48.726" v="1550" actId="2696"/>
        <pc:sldMkLst>
          <pc:docMk/>
          <pc:sldMk cId="2976107963" sldId="273"/>
        </pc:sldMkLst>
        <pc:spChg chg="del mod">
          <ac:chgData name="Zheng Fei" userId="d19317889db4c986" providerId="LiveId" clId="{F89E2663-3A33-5D43-80E5-E987C0EC042A}" dt="2022-05-12T03:34:15.030" v="1492" actId="478"/>
          <ac:spMkLst>
            <pc:docMk/>
            <pc:sldMk cId="2976107963" sldId="273"/>
            <ac:spMk id="4" creationId="{53ED282F-8338-413B-ADB5-E7C0D048A32E}"/>
          </ac:spMkLst>
        </pc:spChg>
        <pc:spChg chg="mod">
          <ac:chgData name="Zheng Fei" userId="d19317889db4c986" providerId="LiveId" clId="{F89E2663-3A33-5D43-80E5-E987C0EC042A}" dt="2022-05-11T09:22:37.959" v="4"/>
          <ac:spMkLst>
            <pc:docMk/>
            <pc:sldMk cId="2976107963" sldId="273"/>
            <ac:spMk id="5" creationId="{D84EDB0C-EE6A-467C-A08E-A9A1E187096D}"/>
          </ac:spMkLst>
        </pc:spChg>
        <pc:spChg chg="mod">
          <ac:chgData name="Zheng Fei" userId="d19317889db4c986" providerId="LiveId" clId="{F89E2663-3A33-5D43-80E5-E987C0EC042A}" dt="2022-05-11T09:22:37.959" v="4"/>
          <ac:spMkLst>
            <pc:docMk/>
            <pc:sldMk cId="2976107963" sldId="273"/>
            <ac:spMk id="7" creationId="{9C53C49E-8284-4DA1-BDD6-C475A1808E44}"/>
          </ac:spMkLst>
        </pc:spChg>
        <pc:spChg chg="add mod">
          <ac:chgData name="Zheng Fei" userId="d19317889db4c986" providerId="LiveId" clId="{F89E2663-3A33-5D43-80E5-E987C0EC042A}" dt="2022-05-12T03:42:22.901" v="1522" actId="20577"/>
          <ac:spMkLst>
            <pc:docMk/>
            <pc:sldMk cId="2976107963" sldId="273"/>
            <ac:spMk id="8" creationId="{721CDF93-7A01-69E0-5E27-2FD63BD5D96D}"/>
          </ac:spMkLst>
        </pc:spChg>
        <pc:spChg chg="mod">
          <ac:chgData name="Zheng Fei" userId="d19317889db4c986" providerId="LiveId" clId="{F89E2663-3A33-5D43-80E5-E987C0EC042A}" dt="2022-05-11T09:21:57.477" v="0"/>
          <ac:spMkLst>
            <pc:docMk/>
            <pc:sldMk cId="2976107963" sldId="273"/>
            <ac:spMk id="10" creationId="{8FBF4881-C2BF-2DAE-FEA6-03381240FC71}"/>
          </ac:spMkLst>
        </pc:spChg>
        <pc:spChg chg="mod">
          <ac:chgData name="Zheng Fei" userId="d19317889db4c986" providerId="LiveId" clId="{F89E2663-3A33-5D43-80E5-E987C0EC042A}" dt="2022-05-11T09:21:57.477" v="0"/>
          <ac:spMkLst>
            <pc:docMk/>
            <pc:sldMk cId="2976107963" sldId="273"/>
            <ac:spMk id="11" creationId="{9AA96399-B6A3-DDA2-01D5-5CF24A199B12}"/>
          </ac:spMkLst>
        </pc:spChg>
      </pc:sldChg>
      <pc:sldChg chg="addSp modSp del mod">
        <pc:chgData name="Zheng Fei" userId="d19317889db4c986" providerId="LiveId" clId="{F89E2663-3A33-5D43-80E5-E987C0EC042A}" dt="2022-05-12T03:43:49.457" v="1551" actId="2696"/>
        <pc:sldMkLst>
          <pc:docMk/>
          <pc:sldMk cId="431534986" sldId="274"/>
        </pc:sldMkLst>
        <pc:spChg chg="mod">
          <ac:chgData name="Zheng Fei" userId="d19317889db4c986" providerId="LiveId" clId="{F89E2663-3A33-5D43-80E5-E987C0EC042A}" dt="2022-05-11T09:22:37.959" v="4"/>
          <ac:spMkLst>
            <pc:docMk/>
            <pc:sldMk cId="431534986" sldId="274"/>
            <ac:spMk id="4" creationId="{53ED282F-8338-413B-ADB5-E7C0D048A32E}"/>
          </ac:spMkLst>
        </pc:spChg>
        <pc:spChg chg="mod">
          <ac:chgData name="Zheng Fei" userId="d19317889db4c986" providerId="LiveId" clId="{F89E2663-3A33-5D43-80E5-E987C0EC042A}" dt="2022-05-12T03:34:23.256" v="1510" actId="1036"/>
          <ac:spMkLst>
            <pc:docMk/>
            <pc:sldMk cId="431534986" sldId="274"/>
            <ac:spMk id="7" creationId="{9C53C49E-8284-4DA1-BDD6-C475A1808E44}"/>
          </ac:spMkLst>
        </pc:spChg>
        <pc:spChg chg="mod">
          <ac:chgData name="Zheng Fei" userId="d19317889db4c986" providerId="LiveId" clId="{F89E2663-3A33-5D43-80E5-E987C0EC042A}" dt="2022-05-11T09:22:37.959" v="4"/>
          <ac:spMkLst>
            <pc:docMk/>
            <pc:sldMk cId="431534986" sldId="274"/>
            <ac:spMk id="8" creationId="{E5791070-861A-8EC1-537C-250D6C21CD75}"/>
          </ac:spMkLst>
        </pc:spChg>
        <pc:spChg chg="mod">
          <ac:chgData name="Zheng Fei" userId="d19317889db4c986" providerId="LiveId" clId="{F89E2663-3A33-5D43-80E5-E987C0EC042A}" dt="2022-05-11T09:21:57.477" v="0"/>
          <ac:spMkLst>
            <pc:docMk/>
            <pc:sldMk cId="431534986" sldId="274"/>
            <ac:spMk id="9" creationId="{B7699725-A7FF-8618-4A3C-C8F2F3FCDB76}"/>
          </ac:spMkLst>
        </pc:spChg>
        <pc:spChg chg="add mod">
          <ac:chgData name="Zheng Fei" userId="d19317889db4c986" providerId="LiveId" clId="{F89E2663-3A33-5D43-80E5-E987C0EC042A}" dt="2022-05-12T03:42:27.345" v="1523"/>
          <ac:spMkLst>
            <pc:docMk/>
            <pc:sldMk cId="431534986" sldId="274"/>
            <ac:spMk id="10" creationId="{77B9871A-433A-868C-EC86-B4F9951D8F34}"/>
          </ac:spMkLst>
        </pc:spChg>
        <pc:spChg chg="mod">
          <ac:chgData name="Zheng Fei" userId="d19317889db4c986" providerId="LiveId" clId="{F89E2663-3A33-5D43-80E5-E987C0EC042A}" dt="2022-05-11T09:21:57.477" v="0"/>
          <ac:spMkLst>
            <pc:docMk/>
            <pc:sldMk cId="431534986" sldId="274"/>
            <ac:spMk id="12" creationId="{07983F8E-4120-B2D0-2318-9A20B9CC9D84}"/>
          </ac:spMkLst>
        </pc:spChg>
        <pc:grpChg chg="mod">
          <ac:chgData name="Zheng Fei" userId="d19317889db4c986" providerId="LiveId" clId="{F89E2663-3A33-5D43-80E5-E987C0EC042A}" dt="2022-05-11T09:21:57.477" v="0"/>
          <ac:grpSpMkLst>
            <pc:docMk/>
            <pc:sldMk cId="431534986" sldId="274"/>
            <ac:grpSpMk id="3" creationId="{1B46883C-F09F-F4B1-E6E0-8E2D6C4F2101}"/>
          </ac:grpSpMkLst>
        </pc:grpChg>
      </pc:sldChg>
      <pc:sldChg chg="addSp delSp modSp mod ord">
        <pc:chgData name="Zheng Fei" userId="d19317889db4c986" providerId="LiveId" clId="{F89E2663-3A33-5D43-80E5-E987C0EC042A}" dt="2022-05-12T03:46:30.834" v="1642" actId="1076"/>
        <pc:sldMkLst>
          <pc:docMk/>
          <pc:sldMk cId="3894190169" sldId="275"/>
        </pc:sldMkLst>
        <pc:spChg chg="mod">
          <ac:chgData name="Zheng Fei" userId="d19317889db4c986" providerId="LiveId" clId="{F89E2663-3A33-5D43-80E5-E987C0EC042A}" dt="2022-05-12T03:45:32.472" v="1626" actId="1037"/>
          <ac:spMkLst>
            <pc:docMk/>
            <pc:sldMk cId="3894190169" sldId="275"/>
            <ac:spMk id="2" creationId="{57835F87-BFC9-4AAE-8D79-0F4AFBC42010}"/>
          </ac:spMkLst>
        </pc:spChg>
        <pc:spChg chg="mod">
          <ac:chgData name="Zheng Fei" userId="d19317889db4c986" providerId="LiveId" clId="{F89E2663-3A33-5D43-80E5-E987C0EC042A}" dt="2022-05-12T03:45:01.434" v="1605" actId="1076"/>
          <ac:spMkLst>
            <pc:docMk/>
            <pc:sldMk cId="3894190169" sldId="275"/>
            <ac:spMk id="4" creationId="{53ED282F-8338-413B-ADB5-E7C0D048A32E}"/>
          </ac:spMkLst>
        </pc:spChg>
        <pc:spChg chg="mod">
          <ac:chgData name="Zheng Fei" userId="d19317889db4c986" providerId="LiveId" clId="{F89E2663-3A33-5D43-80E5-E987C0EC042A}" dt="2022-05-12T03:46:20.961" v="1638" actId="20577"/>
          <ac:spMkLst>
            <pc:docMk/>
            <pc:sldMk cId="3894190169" sldId="275"/>
            <ac:spMk id="7" creationId="{9C53C49E-8284-4DA1-BDD6-C475A1808E44}"/>
          </ac:spMkLst>
        </pc:spChg>
        <pc:spChg chg="add del mod">
          <ac:chgData name="Zheng Fei" userId="d19317889db4c986" providerId="LiveId" clId="{F89E2663-3A33-5D43-80E5-E987C0EC042A}" dt="2022-05-12T03:46:30.834" v="1642" actId="1076"/>
          <ac:spMkLst>
            <pc:docMk/>
            <pc:sldMk cId="3894190169" sldId="275"/>
            <ac:spMk id="8" creationId="{E5791070-861A-8EC1-537C-250D6C21CD75}"/>
          </ac:spMkLst>
        </pc:spChg>
        <pc:spChg chg="del mod">
          <ac:chgData name="Zheng Fei" userId="d19317889db4c986" providerId="LiveId" clId="{F89E2663-3A33-5D43-80E5-E987C0EC042A}" dt="2022-05-12T03:44:52.984" v="1602" actId="478"/>
          <ac:spMkLst>
            <pc:docMk/>
            <pc:sldMk cId="3894190169" sldId="275"/>
            <ac:spMk id="9" creationId="{1B2FF570-3FD9-4156-8C77-33FC465A0C53}"/>
          </ac:spMkLst>
        </pc:spChg>
        <pc:spChg chg="mod">
          <ac:chgData name="Zheng Fei" userId="d19317889db4c986" providerId="LiveId" clId="{F89E2663-3A33-5D43-80E5-E987C0EC042A}" dt="2022-05-12T03:45:47.457" v="1630" actId="20577"/>
          <ac:spMkLst>
            <pc:docMk/>
            <pc:sldMk cId="3894190169" sldId="275"/>
            <ac:spMk id="10" creationId="{2F61E76C-5180-DF16-A28D-3F7AC5727829}"/>
          </ac:spMkLst>
        </pc:spChg>
        <pc:spChg chg="mod">
          <ac:chgData name="Zheng Fei" userId="d19317889db4c986" providerId="LiveId" clId="{F89E2663-3A33-5D43-80E5-E987C0EC042A}" dt="2022-05-12T03:45:52.900" v="1631" actId="1076"/>
          <ac:spMkLst>
            <pc:docMk/>
            <pc:sldMk cId="3894190169" sldId="275"/>
            <ac:spMk id="11" creationId="{AFF604D6-324D-E15E-DAFA-837B03E1A253}"/>
          </ac:spMkLst>
        </pc:spChg>
        <pc:spChg chg="del mod">
          <ac:chgData name="Zheng Fei" userId="d19317889db4c986" providerId="LiveId" clId="{F89E2663-3A33-5D43-80E5-E987C0EC042A}" dt="2022-05-12T03:44:45.956" v="1584" actId="478"/>
          <ac:spMkLst>
            <pc:docMk/>
            <pc:sldMk cId="3894190169" sldId="275"/>
            <ac:spMk id="12" creationId="{6CBCA976-880D-4ACE-9CF7-679320BA1ADF}"/>
          </ac:spMkLst>
        </pc:spChg>
        <pc:spChg chg="add mod">
          <ac:chgData name="Zheng Fei" userId="d19317889db4c986" providerId="LiveId" clId="{F89E2663-3A33-5D43-80E5-E987C0EC042A}" dt="2022-05-12T03:43:58.779" v="1553" actId="20577"/>
          <ac:spMkLst>
            <pc:docMk/>
            <pc:sldMk cId="3894190169" sldId="275"/>
            <ac:spMk id="13" creationId="{EE40E728-79BE-BF5C-2FF6-A4F19FF8E010}"/>
          </ac:spMkLst>
        </pc:spChg>
      </pc:sldChg>
      <pc:sldChg chg="addSp delSp modSp mod ord">
        <pc:chgData name="Zheng Fei" userId="d19317889db4c986" providerId="LiveId" clId="{F89E2663-3A33-5D43-80E5-E987C0EC042A}" dt="2022-05-12T04:17:05.809" v="2243" actId="1076"/>
        <pc:sldMkLst>
          <pc:docMk/>
          <pc:sldMk cId="4292154522" sldId="276"/>
        </pc:sldMkLst>
        <pc:spChg chg="mod">
          <ac:chgData name="Zheng Fei" userId="d19317889db4c986" providerId="LiveId" clId="{F89E2663-3A33-5D43-80E5-E987C0EC042A}" dt="2022-05-12T03:43:04.719" v="1537" actId="1076"/>
          <ac:spMkLst>
            <pc:docMk/>
            <pc:sldMk cId="4292154522" sldId="276"/>
            <ac:spMk id="2" creationId="{68A6D8AA-155F-4471-A7DC-096C25CFB4DD}"/>
          </ac:spMkLst>
        </pc:spChg>
        <pc:spChg chg="mod">
          <ac:chgData name="Zheng Fei" userId="d19317889db4c986" providerId="LiveId" clId="{F89E2663-3A33-5D43-80E5-E987C0EC042A}" dt="2022-05-12T04:10:51.293" v="2188" actId="207"/>
          <ac:spMkLst>
            <pc:docMk/>
            <pc:sldMk cId="4292154522" sldId="276"/>
            <ac:spMk id="5" creationId="{9C5CAF33-0BC2-4633-85E5-21B2ACD15FC7}"/>
          </ac:spMkLst>
        </pc:spChg>
        <pc:spChg chg="add del mod">
          <ac:chgData name="Zheng Fei" userId="d19317889db4c986" providerId="LiveId" clId="{F89E2663-3A33-5D43-80E5-E987C0EC042A}" dt="2022-05-12T03:42:47.340" v="1525" actId="478"/>
          <ac:spMkLst>
            <pc:docMk/>
            <pc:sldMk cId="4292154522" sldId="276"/>
            <ac:spMk id="7" creationId="{94D66FE4-5272-AC71-866E-26EA6BDABDCA}"/>
          </ac:spMkLst>
        </pc:spChg>
        <pc:spChg chg="mod">
          <ac:chgData name="Zheng Fei" userId="d19317889db4c986" providerId="LiveId" clId="{F89E2663-3A33-5D43-80E5-E987C0EC042A}" dt="2022-05-12T03:43:18.570" v="1541"/>
          <ac:spMkLst>
            <pc:docMk/>
            <pc:sldMk cId="4292154522" sldId="276"/>
            <ac:spMk id="8" creationId="{8AADEEF6-B802-9A09-D1C3-9C8704108189}"/>
          </ac:spMkLst>
        </pc:spChg>
        <pc:spChg chg="add mod">
          <ac:chgData name="Zheng Fei" userId="d19317889db4c986" providerId="LiveId" clId="{F89E2663-3A33-5D43-80E5-E987C0EC042A}" dt="2022-05-12T03:43:31.782" v="1548" actId="1038"/>
          <ac:spMkLst>
            <pc:docMk/>
            <pc:sldMk cId="4292154522" sldId="276"/>
            <ac:spMk id="9" creationId="{3D8043A8-E6F2-CE9E-CD03-E465813AD049}"/>
          </ac:spMkLst>
        </pc:spChg>
        <pc:spChg chg="mod">
          <ac:chgData name="Zheng Fei" userId="d19317889db4c986" providerId="LiveId" clId="{F89E2663-3A33-5D43-80E5-E987C0EC042A}" dt="2022-05-12T04:17:05.809" v="2243" actId="1076"/>
          <ac:spMkLst>
            <pc:docMk/>
            <pc:sldMk cId="4292154522" sldId="276"/>
            <ac:spMk id="11" creationId="{ACE9C7AB-327A-E7A7-F057-4DA55BD00B7E}"/>
          </ac:spMkLst>
        </pc:spChg>
        <pc:spChg chg="mod">
          <ac:chgData name="Zheng Fei" userId="d19317889db4c986" providerId="LiveId" clId="{F89E2663-3A33-5D43-80E5-E987C0EC042A}" dt="2022-05-12T03:43:01.359" v="1536" actId="255"/>
          <ac:spMkLst>
            <pc:docMk/>
            <pc:sldMk cId="4292154522" sldId="276"/>
            <ac:spMk id="12" creationId="{6350FEFA-88C0-4E6C-8656-22BFA75F861D}"/>
          </ac:spMkLst>
        </pc:spChg>
      </pc:sldChg>
      <pc:sldChg chg="addSp modSp mod">
        <pc:chgData name="Zheng Fei" userId="d19317889db4c986" providerId="LiveId" clId="{F89E2663-3A33-5D43-80E5-E987C0EC042A}" dt="2022-05-12T04:17:21.885" v="2271" actId="1036"/>
        <pc:sldMkLst>
          <pc:docMk/>
          <pc:sldMk cId="2345634888" sldId="277"/>
        </pc:sldMkLst>
        <pc:spChg chg="mod">
          <ac:chgData name="Zheng Fei" userId="d19317889db4c986" providerId="LiveId" clId="{F89E2663-3A33-5D43-80E5-E987C0EC042A}" dt="2022-05-12T04:17:16.219" v="2255" actId="1036"/>
          <ac:spMkLst>
            <pc:docMk/>
            <pc:sldMk cId="2345634888" sldId="277"/>
            <ac:spMk id="3" creationId="{5EC66B4D-A3DD-4EC4-9BC7-AD90A43C9998}"/>
          </ac:spMkLst>
        </pc:spChg>
        <pc:spChg chg="mod">
          <ac:chgData name="Zheng Fei" userId="d19317889db4c986" providerId="LiveId" clId="{F89E2663-3A33-5D43-80E5-E987C0EC042A}" dt="2022-05-12T04:17:16.219" v="2255" actId="1036"/>
          <ac:spMkLst>
            <pc:docMk/>
            <pc:sldMk cId="2345634888" sldId="277"/>
            <ac:spMk id="4" creationId="{7CE2EB2F-D255-4AD7-9CFB-D467D9A0146E}"/>
          </ac:spMkLst>
        </pc:spChg>
        <pc:spChg chg="mod">
          <ac:chgData name="Zheng Fei" userId="d19317889db4c986" providerId="LiveId" clId="{F89E2663-3A33-5D43-80E5-E987C0EC042A}" dt="2022-05-12T04:10:56.077" v="2189" actId="207"/>
          <ac:spMkLst>
            <pc:docMk/>
            <pc:sldMk cId="2345634888" sldId="277"/>
            <ac:spMk id="5" creationId="{9C5CAF33-0BC2-4633-85E5-21B2ACD15FC7}"/>
          </ac:spMkLst>
        </pc:spChg>
        <pc:spChg chg="mod">
          <ac:chgData name="Zheng Fei" userId="d19317889db4c986" providerId="LiveId" clId="{F89E2663-3A33-5D43-80E5-E987C0EC042A}" dt="2022-05-12T04:17:16.219" v="2255" actId="1036"/>
          <ac:spMkLst>
            <pc:docMk/>
            <pc:sldMk cId="2345634888" sldId="277"/>
            <ac:spMk id="6" creationId="{1961392F-626B-4C7D-A1A9-19699199BA50}"/>
          </ac:spMkLst>
        </pc:spChg>
        <pc:spChg chg="mod">
          <ac:chgData name="Zheng Fei" userId="d19317889db4c986" providerId="LiveId" clId="{F89E2663-3A33-5D43-80E5-E987C0EC042A}" dt="2022-05-12T04:17:16.219" v="2255" actId="1036"/>
          <ac:spMkLst>
            <pc:docMk/>
            <pc:sldMk cId="2345634888" sldId="277"/>
            <ac:spMk id="7" creationId="{615B517F-A345-4650-A0C4-FA421A95F499}"/>
          </ac:spMkLst>
        </pc:spChg>
        <pc:spChg chg="mod">
          <ac:chgData name="Zheng Fei" userId="d19317889db4c986" providerId="LiveId" clId="{F89E2663-3A33-5D43-80E5-E987C0EC042A}" dt="2022-05-12T03:57:07.416" v="1644" actId="255"/>
          <ac:spMkLst>
            <pc:docMk/>
            <pc:sldMk cId="2345634888" sldId="277"/>
            <ac:spMk id="8" creationId="{8AADEEF6-B802-9A09-D1C3-9C8704108189}"/>
          </ac:spMkLst>
        </pc:spChg>
        <pc:spChg chg="add mod">
          <ac:chgData name="Zheng Fei" userId="d19317889db4c986" providerId="LiveId" clId="{F89E2663-3A33-5D43-80E5-E987C0EC042A}" dt="2022-05-12T03:57:02.068" v="1643"/>
          <ac:spMkLst>
            <pc:docMk/>
            <pc:sldMk cId="2345634888" sldId="277"/>
            <ac:spMk id="10" creationId="{D694FDF7-9A93-5469-5E6B-02D83C0FAA4C}"/>
          </ac:spMkLst>
        </pc:spChg>
        <pc:spChg chg="mod">
          <ac:chgData name="Zheng Fei" userId="d19317889db4c986" providerId="LiveId" clId="{F89E2663-3A33-5D43-80E5-E987C0EC042A}" dt="2022-05-12T04:17:21.885" v="2271" actId="1036"/>
          <ac:spMkLst>
            <pc:docMk/>
            <pc:sldMk cId="2345634888" sldId="277"/>
            <ac:spMk id="11" creationId="{ACE9C7AB-327A-E7A7-F057-4DA55BD00B7E}"/>
          </ac:spMkLst>
        </pc:spChg>
        <pc:spChg chg="mod">
          <ac:chgData name="Zheng Fei" userId="d19317889db4c986" providerId="LiveId" clId="{F89E2663-3A33-5D43-80E5-E987C0EC042A}" dt="2022-05-12T03:57:11.980" v="1645" actId="14100"/>
          <ac:spMkLst>
            <pc:docMk/>
            <pc:sldMk cId="2345634888" sldId="277"/>
            <ac:spMk id="12" creationId="{6350FEFA-88C0-4E6C-8656-22BFA75F861D}"/>
          </ac:spMkLst>
        </pc:spChg>
      </pc:sldChg>
      <pc:sldChg chg="modSp add mod">
        <pc:chgData name="Zheng Fei" userId="d19317889db4c986" providerId="LiveId" clId="{F89E2663-3A33-5D43-80E5-E987C0EC042A}" dt="2022-05-12T06:17:20.145" v="2724" actId="1036"/>
        <pc:sldMkLst>
          <pc:docMk/>
          <pc:sldMk cId="408321678" sldId="278"/>
        </pc:sldMkLst>
        <pc:spChg chg="mod">
          <ac:chgData name="Zheng Fei" userId="d19317889db4c986" providerId="LiveId" clId="{F89E2663-3A33-5D43-80E5-E987C0EC042A}" dt="2022-05-12T06:17:00.012" v="2715" actId="1076"/>
          <ac:spMkLst>
            <pc:docMk/>
            <pc:sldMk cId="408321678" sldId="278"/>
            <ac:spMk id="2" creationId="{EAFF1797-1308-45D6-9E52-EE4DD234CF50}"/>
          </ac:spMkLst>
        </pc:spChg>
        <pc:spChg chg="mod">
          <ac:chgData name="Zheng Fei" userId="d19317889db4c986" providerId="LiveId" clId="{F89E2663-3A33-5D43-80E5-E987C0EC042A}" dt="2022-05-12T06:17:20.145" v="2724" actId="1036"/>
          <ac:spMkLst>
            <pc:docMk/>
            <pc:sldMk cId="408321678" sldId="278"/>
            <ac:spMk id="5" creationId="{9C5CAF33-0BC2-4633-85E5-21B2ACD15FC7}"/>
          </ac:spMkLst>
        </pc:spChg>
        <pc:spChg chg="mod">
          <ac:chgData name="Zheng Fei" userId="d19317889db4c986" providerId="LiveId" clId="{F89E2663-3A33-5D43-80E5-E987C0EC042A}" dt="2022-05-12T06:16:49.544" v="2711" actId="1076"/>
          <ac:spMkLst>
            <pc:docMk/>
            <pc:sldMk cId="408321678" sldId="278"/>
            <ac:spMk id="9" creationId="{B2383D0C-84A4-4EDE-A001-2BCB22258FC2}"/>
          </ac:spMkLst>
        </pc:spChg>
        <pc:spChg chg="mod">
          <ac:chgData name="Zheng Fei" userId="d19317889db4c986" providerId="LiveId" clId="{F89E2663-3A33-5D43-80E5-E987C0EC042A}" dt="2022-05-12T06:16:46.930" v="2710" actId="1076"/>
          <ac:spMkLst>
            <pc:docMk/>
            <pc:sldMk cId="408321678" sldId="278"/>
            <ac:spMk id="10" creationId="{D225BBFA-E913-4B29-B469-65B473D31534}"/>
          </ac:spMkLst>
        </pc:spChg>
        <pc:spChg chg="mod">
          <ac:chgData name="Zheng Fei" userId="d19317889db4c986" providerId="LiveId" clId="{F89E2663-3A33-5D43-80E5-E987C0EC042A}" dt="2022-05-12T06:16:56.999" v="2714" actId="1076"/>
          <ac:spMkLst>
            <pc:docMk/>
            <pc:sldMk cId="408321678" sldId="278"/>
            <ac:spMk id="11" creationId="{ACE9C7AB-327A-E7A7-F057-4DA55BD00B7E}"/>
          </ac:spMkLst>
        </pc:spChg>
      </pc:sldChg>
      <pc:sldChg chg="addSp modSp del mod">
        <pc:chgData name="Zheng Fei" userId="d19317889db4c986" providerId="LiveId" clId="{F89E2663-3A33-5D43-80E5-E987C0EC042A}" dt="2022-05-12T04:17:34.509" v="2272" actId="2696"/>
        <pc:sldMkLst>
          <pc:docMk/>
          <pc:sldMk cId="2750638017" sldId="278"/>
        </pc:sldMkLst>
        <pc:spChg chg="mod">
          <ac:chgData name="Zheng Fei" userId="d19317889db4c986" providerId="LiveId" clId="{F89E2663-3A33-5D43-80E5-E987C0EC042A}" dt="2022-05-11T09:21:57.477" v="0"/>
          <ac:spMkLst>
            <pc:docMk/>
            <pc:sldMk cId="2750638017" sldId="278"/>
            <ac:spMk id="2" creationId="{EAFF1797-1308-45D6-9E52-EE4DD234CF50}"/>
          </ac:spMkLst>
        </pc:spChg>
        <pc:spChg chg="mod">
          <ac:chgData name="Zheng Fei" userId="d19317889db4c986" providerId="LiveId" clId="{F89E2663-3A33-5D43-80E5-E987C0EC042A}" dt="2022-05-12T04:11:08.877" v="2190" actId="207"/>
          <ac:spMkLst>
            <pc:docMk/>
            <pc:sldMk cId="2750638017" sldId="278"/>
            <ac:spMk id="5" creationId="{9C5CAF33-0BC2-4633-85E5-21B2ACD15FC7}"/>
          </ac:spMkLst>
        </pc:spChg>
        <pc:spChg chg="add mod">
          <ac:chgData name="Zheng Fei" userId="d19317889db4c986" providerId="LiveId" clId="{F89E2663-3A33-5D43-80E5-E987C0EC042A}" dt="2022-05-12T03:58:03.362" v="1667"/>
          <ac:spMkLst>
            <pc:docMk/>
            <pc:sldMk cId="2750638017" sldId="278"/>
            <ac:spMk id="7" creationId="{919E16D7-A593-46AC-7B30-B3BC67F89B46}"/>
          </ac:spMkLst>
        </pc:spChg>
        <pc:spChg chg="mod">
          <ac:chgData name="Zheng Fei" userId="d19317889db4c986" providerId="LiveId" clId="{F89E2663-3A33-5D43-80E5-E987C0EC042A}" dt="2022-05-11T09:21:57.477" v="0"/>
          <ac:spMkLst>
            <pc:docMk/>
            <pc:sldMk cId="2750638017" sldId="278"/>
            <ac:spMk id="9" creationId="{B2383D0C-84A4-4EDE-A001-2BCB22258FC2}"/>
          </ac:spMkLst>
        </pc:spChg>
        <pc:spChg chg="mod">
          <ac:chgData name="Zheng Fei" userId="d19317889db4c986" providerId="LiveId" clId="{F89E2663-3A33-5D43-80E5-E987C0EC042A}" dt="2022-05-11T09:22:37.959" v="4"/>
          <ac:spMkLst>
            <pc:docMk/>
            <pc:sldMk cId="2750638017" sldId="278"/>
            <ac:spMk id="10" creationId="{D225BBFA-E913-4B29-B469-65B473D31534}"/>
          </ac:spMkLst>
        </pc:spChg>
        <pc:spChg chg="mod">
          <ac:chgData name="Zheng Fei" userId="d19317889db4c986" providerId="LiveId" clId="{F89E2663-3A33-5D43-80E5-E987C0EC042A}" dt="2022-05-11T09:22:37.959" v="4"/>
          <ac:spMkLst>
            <pc:docMk/>
            <pc:sldMk cId="2750638017" sldId="278"/>
            <ac:spMk id="11" creationId="{ACE9C7AB-327A-E7A7-F057-4DA55BD00B7E}"/>
          </ac:spMkLst>
        </pc:spChg>
      </pc:sldChg>
      <pc:sldChg chg="modSp del">
        <pc:chgData name="Zheng Fei" userId="d19317889db4c986" providerId="LiveId" clId="{F89E2663-3A33-5D43-80E5-E987C0EC042A}" dt="2022-05-12T04:17:34.509" v="2272" actId="2696"/>
        <pc:sldMkLst>
          <pc:docMk/>
          <pc:sldMk cId="216042125" sldId="279"/>
        </pc:sldMkLst>
        <pc:spChg chg="mod">
          <ac:chgData name="Zheng Fei" userId="d19317889db4c986" providerId="LiveId" clId="{F89E2663-3A33-5D43-80E5-E987C0EC042A}" dt="2022-05-11T09:21:57.477" v="0"/>
          <ac:spMkLst>
            <pc:docMk/>
            <pc:sldMk cId="216042125" sldId="279"/>
            <ac:spMk id="3" creationId="{2D24912C-56DC-4410-8EA1-423D2DD305AA}"/>
          </ac:spMkLst>
        </pc:spChg>
        <pc:spChg chg="mod">
          <ac:chgData name="Zheng Fei" userId="d19317889db4c986" providerId="LiveId" clId="{F89E2663-3A33-5D43-80E5-E987C0EC042A}" dt="2022-05-11T09:21:57.477" v="0"/>
          <ac:spMkLst>
            <pc:docMk/>
            <pc:sldMk cId="216042125" sldId="279"/>
            <ac:spMk id="4" creationId="{83FE48AF-69B1-4935-AE94-7B354D1EE26D}"/>
          </ac:spMkLst>
        </pc:spChg>
        <pc:spChg chg="mod">
          <ac:chgData name="Zheng Fei" userId="d19317889db4c986" providerId="LiveId" clId="{F89E2663-3A33-5D43-80E5-E987C0EC042A}" dt="2022-05-11T09:22:37.959" v="4"/>
          <ac:spMkLst>
            <pc:docMk/>
            <pc:sldMk cId="216042125" sldId="279"/>
            <ac:spMk id="5" creationId="{9C5CAF33-0BC2-4633-85E5-21B2ACD15FC7}"/>
          </ac:spMkLst>
        </pc:spChg>
        <pc:spChg chg="mod">
          <ac:chgData name="Zheng Fei" userId="d19317889db4c986" providerId="LiveId" clId="{F89E2663-3A33-5D43-80E5-E987C0EC042A}" dt="2022-05-11T09:21:57.477" v="0"/>
          <ac:spMkLst>
            <pc:docMk/>
            <pc:sldMk cId="216042125" sldId="279"/>
            <ac:spMk id="6" creationId="{A0A9C0C9-4D8F-42F5-842D-C774C98959B1}"/>
          </ac:spMkLst>
        </pc:spChg>
        <pc:spChg chg="mod">
          <ac:chgData name="Zheng Fei" userId="d19317889db4c986" providerId="LiveId" clId="{F89E2663-3A33-5D43-80E5-E987C0EC042A}" dt="2022-05-11T09:22:37.959" v="4"/>
          <ac:spMkLst>
            <pc:docMk/>
            <pc:sldMk cId="216042125" sldId="279"/>
            <ac:spMk id="7" creationId="{57968EEC-D671-4B11-AC05-EEF7408AC4EE}"/>
          </ac:spMkLst>
        </pc:spChg>
        <pc:spChg chg="mod">
          <ac:chgData name="Zheng Fei" userId="d19317889db4c986" providerId="LiveId" clId="{F89E2663-3A33-5D43-80E5-E987C0EC042A}" dt="2022-05-11T09:22:37.959" v="4"/>
          <ac:spMkLst>
            <pc:docMk/>
            <pc:sldMk cId="216042125" sldId="279"/>
            <ac:spMk id="8" creationId="{2CB3A437-86F4-4EDB-ADC9-B3D8BBE0525D}"/>
          </ac:spMkLst>
        </pc:spChg>
        <pc:spChg chg="mod">
          <ac:chgData name="Zheng Fei" userId="d19317889db4c986" providerId="LiveId" clId="{F89E2663-3A33-5D43-80E5-E987C0EC042A}" dt="2022-05-11T09:22:37.959" v="4"/>
          <ac:spMkLst>
            <pc:docMk/>
            <pc:sldMk cId="216042125" sldId="279"/>
            <ac:spMk id="11" creationId="{ACE9C7AB-327A-E7A7-F057-4DA55BD00B7E}"/>
          </ac:spMkLst>
        </pc:spChg>
        <pc:spChg chg="mod">
          <ac:chgData name="Zheng Fei" userId="d19317889db4c986" providerId="LiveId" clId="{F89E2663-3A33-5D43-80E5-E987C0EC042A}" dt="2022-05-11T09:22:37.959" v="4"/>
          <ac:spMkLst>
            <pc:docMk/>
            <pc:sldMk cId="216042125" sldId="279"/>
            <ac:spMk id="12" creationId="{3E30F04C-38C8-4EF1-BD44-1EEFCEDBD8BE}"/>
          </ac:spMkLst>
        </pc:spChg>
        <pc:spChg chg="mod">
          <ac:chgData name="Zheng Fei" userId="d19317889db4c986" providerId="LiveId" clId="{F89E2663-3A33-5D43-80E5-E987C0EC042A}" dt="2022-05-11T09:21:57.477" v="0"/>
          <ac:spMkLst>
            <pc:docMk/>
            <pc:sldMk cId="216042125" sldId="279"/>
            <ac:spMk id="13" creationId="{2D2F7E1D-E467-4B8E-A9AF-3588BDA48FFF}"/>
          </ac:spMkLst>
        </pc:spChg>
        <pc:spChg chg="mod">
          <ac:chgData name="Zheng Fei" userId="d19317889db4c986" providerId="LiveId" clId="{F89E2663-3A33-5D43-80E5-E987C0EC042A}" dt="2022-05-11T09:21:57.477" v="0"/>
          <ac:spMkLst>
            <pc:docMk/>
            <pc:sldMk cId="216042125" sldId="279"/>
            <ac:spMk id="14" creationId="{3467C308-38ED-494A-B039-A47F077C2E33}"/>
          </ac:spMkLst>
        </pc:spChg>
      </pc:sldChg>
      <pc:sldChg chg="modSp add mod">
        <pc:chgData name="Zheng Fei" userId="d19317889db4c986" providerId="LiveId" clId="{F89E2663-3A33-5D43-80E5-E987C0EC042A}" dt="2022-05-12T06:18:22.897" v="2737" actId="1076"/>
        <pc:sldMkLst>
          <pc:docMk/>
          <pc:sldMk cId="1658361797" sldId="279"/>
        </pc:sldMkLst>
        <pc:spChg chg="mod">
          <ac:chgData name="Zheng Fei" userId="d19317889db4c986" providerId="LiveId" clId="{F89E2663-3A33-5D43-80E5-E987C0EC042A}" dt="2022-05-12T06:18:19.146" v="2736" actId="1076"/>
          <ac:spMkLst>
            <pc:docMk/>
            <pc:sldMk cId="1658361797" sldId="279"/>
            <ac:spMk id="3" creationId="{2D24912C-56DC-4410-8EA1-423D2DD305AA}"/>
          </ac:spMkLst>
        </pc:spChg>
        <pc:spChg chg="mod">
          <ac:chgData name="Zheng Fei" userId="d19317889db4c986" providerId="LiveId" clId="{F89E2663-3A33-5D43-80E5-E987C0EC042A}" dt="2022-05-12T06:18:22.897" v="2737" actId="1076"/>
          <ac:spMkLst>
            <pc:docMk/>
            <pc:sldMk cId="1658361797" sldId="279"/>
            <ac:spMk id="4" creationId="{83FE48AF-69B1-4935-AE94-7B354D1EE26D}"/>
          </ac:spMkLst>
        </pc:spChg>
        <pc:spChg chg="mod">
          <ac:chgData name="Zheng Fei" userId="d19317889db4c986" providerId="LiveId" clId="{F89E2663-3A33-5D43-80E5-E987C0EC042A}" dt="2022-05-12T06:18:15.945" v="2735" actId="1076"/>
          <ac:spMkLst>
            <pc:docMk/>
            <pc:sldMk cId="1658361797" sldId="279"/>
            <ac:spMk id="5" creationId="{9C5CAF33-0BC2-4633-85E5-21B2ACD15FC7}"/>
          </ac:spMkLst>
        </pc:spChg>
        <pc:spChg chg="mod">
          <ac:chgData name="Zheng Fei" userId="d19317889db4c986" providerId="LiveId" clId="{F89E2663-3A33-5D43-80E5-E987C0EC042A}" dt="2022-05-12T06:17:53.161" v="2731" actId="1076"/>
          <ac:spMkLst>
            <pc:docMk/>
            <pc:sldMk cId="1658361797" sldId="279"/>
            <ac:spMk id="6" creationId="{A0A9C0C9-4D8F-42F5-842D-C774C98959B1}"/>
          </ac:spMkLst>
        </pc:spChg>
        <pc:spChg chg="mod">
          <ac:chgData name="Zheng Fei" userId="d19317889db4c986" providerId="LiveId" clId="{F89E2663-3A33-5D43-80E5-E987C0EC042A}" dt="2022-05-12T06:17:48.198" v="2730" actId="1076"/>
          <ac:spMkLst>
            <pc:docMk/>
            <pc:sldMk cId="1658361797" sldId="279"/>
            <ac:spMk id="7" creationId="{57968EEC-D671-4B11-AC05-EEF7408AC4EE}"/>
          </ac:spMkLst>
        </pc:spChg>
        <pc:spChg chg="mod">
          <ac:chgData name="Zheng Fei" userId="d19317889db4c986" providerId="LiveId" clId="{F89E2663-3A33-5D43-80E5-E987C0EC042A}" dt="2022-05-12T06:17:43.715" v="2729" actId="1076"/>
          <ac:spMkLst>
            <pc:docMk/>
            <pc:sldMk cId="1658361797" sldId="279"/>
            <ac:spMk id="8" creationId="{2CB3A437-86F4-4EDB-ADC9-B3D8BBE0525D}"/>
          </ac:spMkLst>
        </pc:spChg>
        <pc:spChg chg="mod">
          <ac:chgData name="Zheng Fei" userId="d19317889db4c986" providerId="LiveId" clId="{F89E2663-3A33-5D43-80E5-E987C0EC042A}" dt="2022-05-12T06:17:53.161" v="2731" actId="1076"/>
          <ac:spMkLst>
            <pc:docMk/>
            <pc:sldMk cId="1658361797" sldId="279"/>
            <ac:spMk id="11" creationId="{ACE9C7AB-327A-E7A7-F057-4DA55BD00B7E}"/>
          </ac:spMkLst>
        </pc:spChg>
        <pc:spChg chg="mod">
          <ac:chgData name="Zheng Fei" userId="d19317889db4c986" providerId="LiveId" clId="{F89E2663-3A33-5D43-80E5-E987C0EC042A}" dt="2022-05-12T06:17:37.597" v="2728" actId="1076"/>
          <ac:spMkLst>
            <pc:docMk/>
            <pc:sldMk cId="1658361797" sldId="279"/>
            <ac:spMk id="12" creationId="{3E30F04C-38C8-4EF1-BD44-1EEFCEDBD8BE}"/>
          </ac:spMkLst>
        </pc:spChg>
        <pc:spChg chg="mod">
          <ac:chgData name="Zheng Fei" userId="d19317889db4c986" providerId="LiveId" clId="{F89E2663-3A33-5D43-80E5-E987C0EC042A}" dt="2022-05-12T06:17:48.198" v="2730" actId="1076"/>
          <ac:spMkLst>
            <pc:docMk/>
            <pc:sldMk cId="1658361797" sldId="279"/>
            <ac:spMk id="13" creationId="{2D2F7E1D-E467-4B8E-A9AF-3588BDA48FFF}"/>
          </ac:spMkLst>
        </pc:spChg>
        <pc:spChg chg="mod">
          <ac:chgData name="Zheng Fei" userId="d19317889db4c986" providerId="LiveId" clId="{F89E2663-3A33-5D43-80E5-E987C0EC042A}" dt="2022-05-12T06:17:43.715" v="2729" actId="1076"/>
          <ac:spMkLst>
            <pc:docMk/>
            <pc:sldMk cId="1658361797" sldId="279"/>
            <ac:spMk id="14" creationId="{3467C308-38ED-494A-B039-A47F077C2E33}"/>
          </ac:spMkLst>
        </pc:spChg>
      </pc:sldChg>
      <pc:sldChg chg="modSp del">
        <pc:chgData name="Zheng Fei" userId="d19317889db4c986" providerId="LiveId" clId="{F89E2663-3A33-5D43-80E5-E987C0EC042A}" dt="2022-05-12T04:17:34.509" v="2272" actId="2696"/>
        <pc:sldMkLst>
          <pc:docMk/>
          <pc:sldMk cId="1548489271" sldId="280"/>
        </pc:sldMkLst>
        <pc:spChg chg="mod">
          <ac:chgData name="Zheng Fei" userId="d19317889db4c986" providerId="LiveId" clId="{F89E2663-3A33-5D43-80E5-E987C0EC042A}" dt="2022-05-11T09:22:37.959" v="4"/>
          <ac:spMkLst>
            <pc:docMk/>
            <pc:sldMk cId="1548489271" sldId="280"/>
            <ac:spMk id="5" creationId="{9C5CAF33-0BC2-4633-85E5-21B2ACD15FC7}"/>
          </ac:spMkLst>
        </pc:spChg>
        <pc:spChg chg="mod">
          <ac:chgData name="Zheng Fei" userId="d19317889db4c986" providerId="LiveId" clId="{F89E2663-3A33-5D43-80E5-E987C0EC042A}" dt="2022-05-11T09:22:37.959" v="4"/>
          <ac:spMkLst>
            <pc:docMk/>
            <pc:sldMk cId="1548489271" sldId="280"/>
            <ac:spMk id="12" creationId="{3E30F04C-38C8-4EF1-BD44-1EEFCEDBD8BE}"/>
          </ac:spMkLst>
        </pc:spChg>
        <pc:spChg chg="mod">
          <ac:chgData name="Zheng Fei" userId="d19317889db4c986" providerId="LiveId" clId="{F89E2663-3A33-5D43-80E5-E987C0EC042A}" dt="2022-05-11T09:22:37.959" v="4"/>
          <ac:spMkLst>
            <pc:docMk/>
            <pc:sldMk cId="1548489271" sldId="280"/>
            <ac:spMk id="15" creationId="{231A67F4-819B-48D9-98D4-7EAF7536598E}"/>
          </ac:spMkLst>
        </pc:spChg>
        <pc:spChg chg="mod">
          <ac:chgData name="Zheng Fei" userId="d19317889db4c986" providerId="LiveId" clId="{F89E2663-3A33-5D43-80E5-E987C0EC042A}" dt="2022-05-11T09:21:57.477" v="0"/>
          <ac:spMkLst>
            <pc:docMk/>
            <pc:sldMk cId="1548489271" sldId="280"/>
            <ac:spMk id="16" creationId="{63068543-5BE0-4011-B80C-95EE126A2F87}"/>
          </ac:spMkLst>
        </pc:spChg>
        <pc:spChg chg="mod">
          <ac:chgData name="Zheng Fei" userId="d19317889db4c986" providerId="LiveId" clId="{F89E2663-3A33-5D43-80E5-E987C0EC042A}" dt="2022-05-11T09:21:57.477" v="0"/>
          <ac:spMkLst>
            <pc:docMk/>
            <pc:sldMk cId="1548489271" sldId="280"/>
            <ac:spMk id="17" creationId="{569F3D3C-C026-4AEE-9D26-6AC9CBFC76CF}"/>
          </ac:spMkLst>
        </pc:spChg>
        <pc:grpChg chg="mod">
          <ac:chgData name="Zheng Fei" userId="d19317889db4c986" providerId="LiveId" clId="{F89E2663-3A33-5D43-80E5-E987C0EC042A}" dt="2022-05-11T09:21:57.477" v="0"/>
          <ac:grpSpMkLst>
            <pc:docMk/>
            <pc:sldMk cId="1548489271" sldId="280"/>
            <ac:grpSpMk id="9" creationId="{84CB4F7A-C887-41C8-B36F-B23B881D34C2}"/>
          </ac:grpSpMkLst>
        </pc:grpChg>
      </pc:sldChg>
      <pc:sldChg chg="add">
        <pc:chgData name="Zheng Fei" userId="d19317889db4c986" providerId="LiveId" clId="{F89E2663-3A33-5D43-80E5-E987C0EC042A}" dt="2022-05-12T04:17:38.985" v="2273"/>
        <pc:sldMkLst>
          <pc:docMk/>
          <pc:sldMk cId="4117686786" sldId="280"/>
        </pc:sldMkLst>
      </pc:sldChg>
      <pc:sldChg chg="add">
        <pc:chgData name="Zheng Fei" userId="d19317889db4c986" providerId="LiveId" clId="{F89E2663-3A33-5D43-80E5-E987C0EC042A}" dt="2022-05-12T04:54:32.278" v="2538"/>
        <pc:sldMkLst>
          <pc:docMk/>
          <pc:sldMk cId="1489401007" sldId="281"/>
        </pc:sldMkLst>
      </pc:sldChg>
      <pc:sldChg chg="addSp modSp del mod">
        <pc:chgData name="Zheng Fei" userId="d19317889db4c986" providerId="LiveId" clId="{F89E2663-3A33-5D43-80E5-E987C0EC042A}" dt="2022-05-12T04:53:57.463" v="2537" actId="2696"/>
        <pc:sldMkLst>
          <pc:docMk/>
          <pc:sldMk cId="2548556009" sldId="281"/>
        </pc:sldMkLst>
        <pc:spChg chg="mod">
          <ac:chgData name="Zheng Fei" userId="d19317889db4c986" providerId="LiveId" clId="{F89E2663-3A33-5D43-80E5-E987C0EC042A}" dt="2022-05-11T09:21:57.477" v="0"/>
          <ac:spMkLst>
            <pc:docMk/>
            <pc:sldMk cId="2548556009" sldId="281"/>
            <ac:spMk id="3" creationId="{E4AB6CC8-3737-400A-A869-3A412A46B3F7}"/>
          </ac:spMkLst>
        </pc:spChg>
        <pc:spChg chg="mod">
          <ac:chgData name="Zheng Fei" userId="d19317889db4c986" providerId="LiveId" clId="{F89E2663-3A33-5D43-80E5-E987C0EC042A}" dt="2022-05-12T04:11:12.676" v="2191" actId="207"/>
          <ac:spMkLst>
            <pc:docMk/>
            <pc:sldMk cId="2548556009" sldId="281"/>
            <ac:spMk id="5" creationId="{9C5CAF33-0BC2-4633-85E5-21B2ACD15FC7}"/>
          </ac:spMkLst>
        </pc:spChg>
        <pc:spChg chg="add mod">
          <ac:chgData name="Zheng Fei" userId="d19317889db4c986" providerId="LiveId" clId="{F89E2663-3A33-5D43-80E5-E987C0EC042A}" dt="2022-05-12T03:58:33.852" v="1668"/>
          <ac:spMkLst>
            <pc:docMk/>
            <pc:sldMk cId="2548556009" sldId="281"/>
            <ac:spMk id="6" creationId="{4F96C22E-6219-1B50-7059-B88E892E71FE}"/>
          </ac:spMkLst>
        </pc:spChg>
        <pc:spChg chg="mod">
          <ac:chgData name="Zheng Fei" userId="d19317889db4c986" providerId="LiveId" clId="{F89E2663-3A33-5D43-80E5-E987C0EC042A}" dt="2022-05-11T09:22:37.959" v="4"/>
          <ac:spMkLst>
            <pc:docMk/>
            <pc:sldMk cId="2548556009" sldId="281"/>
            <ac:spMk id="10" creationId="{D225BBFA-E913-4B29-B469-65B473D31534}"/>
          </ac:spMkLst>
        </pc:spChg>
      </pc:sldChg>
      <pc:sldChg chg="addSp modSp del">
        <pc:chgData name="Zheng Fei" userId="d19317889db4c986" providerId="LiveId" clId="{F89E2663-3A33-5D43-80E5-E987C0EC042A}" dt="2022-05-12T04:53:57.463" v="2537" actId="2696"/>
        <pc:sldMkLst>
          <pc:docMk/>
          <pc:sldMk cId="1316471189" sldId="282"/>
        </pc:sldMkLst>
        <pc:spChg chg="mod">
          <ac:chgData name="Zheng Fei" userId="d19317889db4c986" providerId="LiveId" clId="{F89E2663-3A33-5D43-80E5-E987C0EC042A}" dt="2022-05-11T09:22:37.959" v="4"/>
          <ac:spMkLst>
            <pc:docMk/>
            <pc:sldMk cId="1316471189" sldId="282"/>
            <ac:spMk id="5" creationId="{9C5CAF33-0BC2-4633-85E5-21B2ACD15FC7}"/>
          </ac:spMkLst>
        </pc:spChg>
        <pc:spChg chg="mod">
          <ac:chgData name="Zheng Fei" userId="d19317889db4c986" providerId="LiveId" clId="{F89E2663-3A33-5D43-80E5-E987C0EC042A}" dt="2022-05-11T09:21:57.477" v="0"/>
          <ac:spMkLst>
            <pc:docMk/>
            <pc:sldMk cId="1316471189" sldId="282"/>
            <ac:spMk id="6" creationId="{94F5D357-E4B7-4BC8-B83F-830D4C9ECC0B}"/>
          </ac:spMkLst>
        </pc:spChg>
        <pc:spChg chg="mod">
          <ac:chgData name="Zheng Fei" userId="d19317889db4c986" providerId="LiveId" clId="{F89E2663-3A33-5D43-80E5-E987C0EC042A}" dt="2022-05-11T09:22:37.959" v="4"/>
          <ac:spMkLst>
            <pc:docMk/>
            <pc:sldMk cId="1316471189" sldId="282"/>
            <ac:spMk id="8" creationId="{8AADEEF6-B802-9A09-D1C3-9C8704108189}"/>
          </ac:spMkLst>
        </pc:spChg>
        <pc:spChg chg="mod">
          <ac:chgData name="Zheng Fei" userId="d19317889db4c986" providerId="LiveId" clId="{F89E2663-3A33-5D43-80E5-E987C0EC042A}" dt="2022-05-11T09:21:57.477" v="0"/>
          <ac:spMkLst>
            <pc:docMk/>
            <pc:sldMk cId="1316471189" sldId="282"/>
            <ac:spMk id="9" creationId="{65A8654A-5D37-4B29-9521-16DCCA9215DE}"/>
          </ac:spMkLst>
        </pc:spChg>
        <pc:spChg chg="add mod">
          <ac:chgData name="Zheng Fei" userId="d19317889db4c986" providerId="LiveId" clId="{F89E2663-3A33-5D43-80E5-E987C0EC042A}" dt="2022-05-12T03:58:39.028" v="1669"/>
          <ac:spMkLst>
            <pc:docMk/>
            <pc:sldMk cId="1316471189" sldId="282"/>
            <ac:spMk id="10" creationId="{981E285A-74F4-1D1D-D0A4-E4F2FED69E56}"/>
          </ac:spMkLst>
        </pc:spChg>
        <pc:spChg chg="mod">
          <ac:chgData name="Zheng Fei" userId="d19317889db4c986" providerId="LiveId" clId="{F89E2663-3A33-5D43-80E5-E987C0EC042A}" dt="2022-05-11T09:22:37.959" v="4"/>
          <ac:spMkLst>
            <pc:docMk/>
            <pc:sldMk cId="1316471189" sldId="282"/>
            <ac:spMk id="11" creationId="{ACE9C7AB-327A-E7A7-F057-4DA55BD00B7E}"/>
          </ac:spMkLst>
        </pc:spChg>
        <pc:graphicFrameChg chg="mod">
          <ac:chgData name="Zheng Fei" userId="d19317889db4c986" providerId="LiveId" clId="{F89E2663-3A33-5D43-80E5-E987C0EC042A}" dt="2022-05-11T09:22:32.985" v="1"/>
          <ac:graphicFrameMkLst>
            <pc:docMk/>
            <pc:sldMk cId="1316471189" sldId="282"/>
            <ac:graphicFrameMk id="13" creationId="{BBFE3152-1C33-4EBF-AEC8-A8F9BDCC6DBB}"/>
          </ac:graphicFrameMkLst>
        </pc:graphicFrameChg>
      </pc:sldChg>
      <pc:sldChg chg="add">
        <pc:chgData name="Zheng Fei" userId="d19317889db4c986" providerId="LiveId" clId="{F89E2663-3A33-5D43-80E5-E987C0EC042A}" dt="2022-05-12T04:54:32.278" v="2538"/>
        <pc:sldMkLst>
          <pc:docMk/>
          <pc:sldMk cId="2571939508" sldId="282"/>
        </pc:sldMkLst>
      </pc:sldChg>
      <pc:sldChg chg="add">
        <pc:chgData name="Zheng Fei" userId="d19317889db4c986" providerId="LiveId" clId="{F89E2663-3A33-5D43-80E5-E987C0EC042A}" dt="2022-05-12T04:54:32.278" v="2538"/>
        <pc:sldMkLst>
          <pc:docMk/>
          <pc:sldMk cId="1429739955" sldId="283"/>
        </pc:sldMkLst>
      </pc:sldChg>
      <pc:sldChg chg="addSp modSp del">
        <pc:chgData name="Zheng Fei" userId="d19317889db4c986" providerId="LiveId" clId="{F89E2663-3A33-5D43-80E5-E987C0EC042A}" dt="2022-05-12T04:53:57.463" v="2537" actId="2696"/>
        <pc:sldMkLst>
          <pc:docMk/>
          <pc:sldMk cId="3879380942" sldId="283"/>
        </pc:sldMkLst>
        <pc:spChg chg="mod">
          <ac:chgData name="Zheng Fei" userId="d19317889db4c986" providerId="LiveId" clId="{F89E2663-3A33-5D43-80E5-E987C0EC042A}" dt="2022-05-11T09:21:57.477" v="0"/>
          <ac:spMkLst>
            <pc:docMk/>
            <pc:sldMk cId="3879380942" sldId="283"/>
            <ac:spMk id="3" creationId="{222C6292-2D4A-41A3-9279-C77B21F6876B}"/>
          </ac:spMkLst>
        </pc:spChg>
        <pc:spChg chg="mod">
          <ac:chgData name="Zheng Fei" userId="d19317889db4c986" providerId="LiveId" clId="{F89E2663-3A33-5D43-80E5-E987C0EC042A}" dt="2022-05-11T09:21:57.477" v="0"/>
          <ac:spMkLst>
            <pc:docMk/>
            <pc:sldMk cId="3879380942" sldId="283"/>
            <ac:spMk id="4" creationId="{B140F44E-763C-4E09-81A8-9E6E19FF1977}"/>
          </ac:spMkLst>
        </pc:spChg>
        <pc:spChg chg="mod">
          <ac:chgData name="Zheng Fei" userId="d19317889db4c986" providerId="LiveId" clId="{F89E2663-3A33-5D43-80E5-E987C0EC042A}" dt="2022-05-11T09:22:37.959" v="4"/>
          <ac:spMkLst>
            <pc:docMk/>
            <pc:sldMk cId="3879380942" sldId="283"/>
            <ac:spMk id="7" creationId="{02CE701F-1F1D-4765-9CD5-03D38460DB86}"/>
          </ac:spMkLst>
        </pc:spChg>
        <pc:spChg chg="mod">
          <ac:chgData name="Zheng Fei" userId="d19317889db4c986" providerId="LiveId" clId="{F89E2663-3A33-5D43-80E5-E987C0EC042A}" dt="2022-05-11T09:22:37.959" v="4"/>
          <ac:spMkLst>
            <pc:docMk/>
            <pc:sldMk cId="3879380942" sldId="283"/>
            <ac:spMk id="12" creationId="{67FD08DE-B201-4279-8E5A-7B0B5968960D}"/>
          </ac:spMkLst>
        </pc:spChg>
        <pc:spChg chg="mod">
          <ac:chgData name="Zheng Fei" userId="d19317889db4c986" providerId="LiveId" clId="{F89E2663-3A33-5D43-80E5-E987C0EC042A}" dt="2022-05-11T09:22:37.959" v="4"/>
          <ac:spMkLst>
            <pc:docMk/>
            <pc:sldMk cId="3879380942" sldId="283"/>
            <ac:spMk id="14" creationId="{17EB7A48-A81F-436E-83E7-478DEEE99F1F}"/>
          </ac:spMkLst>
        </pc:spChg>
        <pc:spChg chg="mod">
          <ac:chgData name="Zheng Fei" userId="d19317889db4c986" providerId="LiveId" clId="{F89E2663-3A33-5D43-80E5-E987C0EC042A}" dt="2022-05-11T09:22:37.959" v="4"/>
          <ac:spMkLst>
            <pc:docMk/>
            <pc:sldMk cId="3879380942" sldId="283"/>
            <ac:spMk id="15" creationId="{8CCF9999-ACBF-4940-8282-0A44F3ED9823}"/>
          </ac:spMkLst>
        </pc:spChg>
        <pc:spChg chg="mod">
          <ac:chgData name="Zheng Fei" userId="d19317889db4c986" providerId="LiveId" clId="{F89E2663-3A33-5D43-80E5-E987C0EC042A}" dt="2022-05-11T09:22:37.959" v="4"/>
          <ac:spMkLst>
            <pc:docMk/>
            <pc:sldMk cId="3879380942" sldId="283"/>
            <ac:spMk id="16" creationId="{113D6634-BACC-4C65-8AAB-99BDA6B69B3E}"/>
          </ac:spMkLst>
        </pc:spChg>
        <pc:spChg chg="add mod">
          <ac:chgData name="Zheng Fei" userId="d19317889db4c986" providerId="LiveId" clId="{F89E2663-3A33-5D43-80E5-E987C0EC042A}" dt="2022-05-12T03:58:42.010" v="1670"/>
          <ac:spMkLst>
            <pc:docMk/>
            <pc:sldMk cId="3879380942" sldId="283"/>
            <ac:spMk id="17" creationId="{87854EBA-0D38-0278-7716-D8F91D509A96}"/>
          </ac:spMkLst>
        </pc:spChg>
        <pc:spChg chg="mod">
          <ac:chgData name="Zheng Fei" userId="d19317889db4c986" providerId="LiveId" clId="{F89E2663-3A33-5D43-80E5-E987C0EC042A}" dt="2022-05-11T09:22:37.959" v="4"/>
          <ac:spMkLst>
            <pc:docMk/>
            <pc:sldMk cId="3879380942" sldId="283"/>
            <ac:spMk id="20" creationId="{CB6DFAF7-543D-4112-8E6B-9FC61D80A007}"/>
          </ac:spMkLst>
        </pc:spChg>
        <pc:spChg chg="mod">
          <ac:chgData name="Zheng Fei" userId="d19317889db4c986" providerId="LiveId" clId="{F89E2663-3A33-5D43-80E5-E987C0EC042A}" dt="2022-05-11T09:21:57.477" v="0"/>
          <ac:spMkLst>
            <pc:docMk/>
            <pc:sldMk cId="3879380942" sldId="283"/>
            <ac:spMk id="22" creationId="{69ED46F3-C80D-4671-9C92-5383D72A3B18}"/>
          </ac:spMkLst>
        </pc:spChg>
        <pc:grpChg chg="mod">
          <ac:chgData name="Zheng Fei" userId="d19317889db4c986" providerId="LiveId" clId="{F89E2663-3A33-5D43-80E5-E987C0EC042A}" dt="2022-05-11T09:21:57.477" v="0"/>
          <ac:grpSpMkLst>
            <pc:docMk/>
            <pc:sldMk cId="3879380942" sldId="283"/>
            <ac:grpSpMk id="10" creationId="{3C6DA97B-C80D-49BE-8F7D-0B55DFFF3ECD}"/>
          </ac:grpSpMkLst>
        </pc:grpChg>
        <pc:grpChg chg="mod">
          <ac:chgData name="Zheng Fei" userId="d19317889db4c986" providerId="LiveId" clId="{F89E2663-3A33-5D43-80E5-E987C0EC042A}" dt="2022-05-11T09:21:57.477" v="0"/>
          <ac:grpSpMkLst>
            <pc:docMk/>
            <pc:sldMk cId="3879380942" sldId="283"/>
            <ac:grpSpMk id="21" creationId="{A3079A8B-23C7-4FB4-BFF2-618AFAA8BB87}"/>
          </ac:grpSpMkLst>
        </pc:grpChg>
        <pc:grpChg chg="mod">
          <ac:chgData name="Zheng Fei" userId="d19317889db4c986" providerId="LiveId" clId="{F89E2663-3A33-5D43-80E5-E987C0EC042A}" dt="2022-05-11T09:21:57.477" v="0"/>
          <ac:grpSpMkLst>
            <pc:docMk/>
            <pc:sldMk cId="3879380942" sldId="283"/>
            <ac:grpSpMk id="23" creationId="{21B9E0B9-16B8-49AB-B696-FFE0E493FED7}"/>
          </ac:grpSpMkLst>
        </pc:grpChg>
      </pc:sldChg>
      <pc:sldChg chg="addSp delSp modSp mod">
        <pc:chgData name="Zheng Fei" userId="d19317889db4c986" providerId="LiveId" clId="{F89E2663-3A33-5D43-80E5-E987C0EC042A}" dt="2022-05-12T04:19:07.852" v="2299" actId="255"/>
        <pc:sldMkLst>
          <pc:docMk/>
          <pc:sldMk cId="276061757" sldId="284"/>
        </pc:sldMkLst>
        <pc:spChg chg="del mod">
          <ac:chgData name="Zheng Fei" userId="d19317889db4c986" providerId="LiveId" clId="{F89E2663-3A33-5D43-80E5-E987C0EC042A}" dt="2022-05-12T04:18:48.882" v="2276" actId="478"/>
          <ac:spMkLst>
            <pc:docMk/>
            <pc:sldMk cId="276061757" sldId="284"/>
            <ac:spMk id="3" creationId="{A67D2EB9-77A8-E7D3-F902-4350D40E1A1A}"/>
          </ac:spMkLst>
        </pc:spChg>
        <pc:spChg chg="add mod">
          <ac:chgData name="Zheng Fei" userId="d19317889db4c986" providerId="LiveId" clId="{F89E2663-3A33-5D43-80E5-E987C0EC042A}" dt="2022-05-12T03:58:51.999" v="1698" actId="20577"/>
          <ac:spMkLst>
            <pc:docMk/>
            <pc:sldMk cId="276061757" sldId="284"/>
            <ac:spMk id="4" creationId="{E72568E1-7763-3F97-A736-AE584D12C99F}"/>
          </ac:spMkLst>
        </pc:spChg>
        <pc:spChg chg="mod">
          <ac:chgData name="Zheng Fei" userId="d19317889db4c986" providerId="LiveId" clId="{F89E2663-3A33-5D43-80E5-E987C0EC042A}" dt="2022-05-12T04:19:07.852" v="2299" actId="255"/>
          <ac:spMkLst>
            <pc:docMk/>
            <pc:sldMk cId="276061757" sldId="284"/>
            <ac:spMk id="7" creationId="{02CE701F-1F1D-4765-9CD5-03D38460DB86}"/>
          </ac:spMkLst>
        </pc:spChg>
      </pc:sldChg>
      <pc:sldChg chg="addSp delSp modSp mod">
        <pc:chgData name="Zheng Fei" userId="d19317889db4c986" providerId="LiveId" clId="{F89E2663-3A33-5D43-80E5-E987C0EC042A}" dt="2022-05-12T04:21:35.827" v="2360" actId="207"/>
        <pc:sldMkLst>
          <pc:docMk/>
          <pc:sldMk cId="2654702425" sldId="285"/>
        </pc:sldMkLst>
        <pc:spChg chg="mod">
          <ac:chgData name="Zheng Fei" userId="d19317889db4c986" providerId="LiveId" clId="{F89E2663-3A33-5D43-80E5-E987C0EC042A}" dt="2022-05-12T04:21:30.577" v="2359" actId="207"/>
          <ac:spMkLst>
            <pc:docMk/>
            <pc:sldMk cId="2654702425" sldId="285"/>
            <ac:spMk id="2" creationId="{339395B5-11C0-4474-93E9-6FD91DC0C1E1}"/>
          </ac:spMkLst>
        </pc:spChg>
        <pc:spChg chg="mod">
          <ac:chgData name="Zheng Fei" userId="d19317889db4c986" providerId="LiveId" clId="{F89E2663-3A33-5D43-80E5-E987C0EC042A}" dt="2022-05-12T04:21:04.972" v="2355" actId="1035"/>
          <ac:spMkLst>
            <pc:docMk/>
            <pc:sldMk cId="2654702425" sldId="285"/>
            <ac:spMk id="5" creationId="{3232A64A-298A-49CB-BAB9-138B80B2005C}"/>
          </ac:spMkLst>
        </pc:spChg>
        <pc:spChg chg="mod">
          <ac:chgData name="Zheng Fei" userId="d19317889db4c986" providerId="LiveId" clId="{F89E2663-3A33-5D43-80E5-E987C0EC042A}" dt="2022-05-12T04:21:23.808" v="2357" actId="207"/>
          <ac:spMkLst>
            <pc:docMk/>
            <pc:sldMk cId="2654702425" sldId="285"/>
            <ac:spMk id="6" creationId="{A4BBFD9D-7A24-4DF6-A9E8-894A5CBEE2FD}"/>
          </ac:spMkLst>
        </pc:spChg>
        <pc:spChg chg="mod">
          <ac:chgData name="Zheng Fei" userId="d19317889db4c986" providerId="LiveId" clId="{F89E2663-3A33-5D43-80E5-E987C0EC042A}" dt="2022-05-12T04:21:04.972" v="2355" actId="1035"/>
          <ac:spMkLst>
            <pc:docMk/>
            <pc:sldMk cId="2654702425" sldId="285"/>
            <ac:spMk id="7" creationId="{02CE701F-1F1D-4765-9CD5-03D38460DB86}"/>
          </ac:spMkLst>
        </pc:spChg>
        <pc:spChg chg="mod">
          <ac:chgData name="Zheng Fei" userId="d19317889db4c986" providerId="LiveId" clId="{F89E2663-3A33-5D43-80E5-E987C0EC042A}" dt="2022-05-12T04:21:35.827" v="2360" actId="207"/>
          <ac:spMkLst>
            <pc:docMk/>
            <pc:sldMk cId="2654702425" sldId="285"/>
            <ac:spMk id="11" creationId="{9754062D-0F3E-4C1C-9E87-9E8AA0FE5FFA}"/>
          </ac:spMkLst>
        </pc:spChg>
        <pc:spChg chg="mod">
          <ac:chgData name="Zheng Fei" userId="d19317889db4c986" providerId="LiveId" clId="{F89E2663-3A33-5D43-80E5-E987C0EC042A}" dt="2022-05-12T04:21:04.972" v="2355" actId="1035"/>
          <ac:spMkLst>
            <pc:docMk/>
            <pc:sldMk cId="2654702425" sldId="285"/>
            <ac:spMk id="12" creationId="{67FD08DE-B201-4279-8E5A-7B0B5968960D}"/>
          </ac:spMkLst>
        </pc:spChg>
        <pc:spChg chg="add del mod">
          <ac:chgData name="Zheng Fei" userId="d19317889db4c986" providerId="LiveId" clId="{F89E2663-3A33-5D43-80E5-E987C0EC042A}" dt="2022-05-12T03:59:09.631" v="1701" actId="478"/>
          <ac:spMkLst>
            <pc:docMk/>
            <pc:sldMk cId="2654702425" sldId="285"/>
            <ac:spMk id="13" creationId="{2EC75D18-9779-AF44-96D5-89DDD764047E}"/>
          </ac:spMkLst>
        </pc:spChg>
        <pc:spChg chg="del mod">
          <ac:chgData name="Zheng Fei" userId="d19317889db4c986" providerId="LiveId" clId="{F89E2663-3A33-5D43-80E5-E987C0EC042A}" dt="2022-05-12T04:19:41.510" v="2308" actId="478"/>
          <ac:spMkLst>
            <pc:docMk/>
            <pc:sldMk cId="2654702425" sldId="285"/>
            <ac:spMk id="14" creationId="{17EB7A48-A81F-436E-83E7-478DEEE99F1F}"/>
          </ac:spMkLst>
        </pc:spChg>
        <pc:spChg chg="mod">
          <ac:chgData name="Zheng Fei" userId="d19317889db4c986" providerId="LiveId" clId="{F89E2663-3A33-5D43-80E5-E987C0EC042A}" dt="2022-05-12T04:21:04.972" v="2355" actId="1035"/>
          <ac:spMkLst>
            <pc:docMk/>
            <pc:sldMk cId="2654702425" sldId="285"/>
            <ac:spMk id="15" creationId="{8CCF9999-ACBF-4940-8282-0A44F3ED9823}"/>
          </ac:spMkLst>
        </pc:spChg>
        <pc:spChg chg="add mod">
          <ac:chgData name="Zheng Fei" userId="d19317889db4c986" providerId="LiveId" clId="{F89E2663-3A33-5D43-80E5-E987C0EC042A}" dt="2022-05-12T03:59:10.174" v="1702"/>
          <ac:spMkLst>
            <pc:docMk/>
            <pc:sldMk cId="2654702425" sldId="285"/>
            <ac:spMk id="16" creationId="{310E0FA4-E7A8-645D-961C-94DD7DE54F58}"/>
          </ac:spMkLst>
        </pc:spChg>
        <pc:spChg chg="del mod">
          <ac:chgData name="Zheng Fei" userId="d19317889db4c986" providerId="LiveId" clId="{F89E2663-3A33-5D43-80E5-E987C0EC042A}" dt="2022-05-12T04:19:43.059" v="2309" actId="478"/>
          <ac:spMkLst>
            <pc:docMk/>
            <pc:sldMk cId="2654702425" sldId="285"/>
            <ac:spMk id="17" creationId="{9A703756-8F38-4FD6-BEFB-694A3BD3D632}"/>
          </ac:spMkLst>
        </pc:spChg>
        <pc:spChg chg="mod">
          <ac:chgData name="Zheng Fei" userId="d19317889db4c986" providerId="LiveId" clId="{F89E2663-3A33-5D43-80E5-E987C0EC042A}" dt="2022-05-12T04:21:27.980" v="2358" actId="207"/>
          <ac:spMkLst>
            <pc:docMk/>
            <pc:sldMk cId="2654702425" sldId="285"/>
            <ac:spMk id="18" creationId="{8A0D3E6B-F5C8-4A6D-BCE2-222F423877AB}"/>
          </ac:spMkLst>
        </pc:spChg>
      </pc:sldChg>
      <pc:sldChg chg="addSp modSp mod">
        <pc:chgData name="Zheng Fei" userId="d19317889db4c986" providerId="LiveId" clId="{F89E2663-3A33-5D43-80E5-E987C0EC042A}" dt="2022-05-12T06:06:02.531" v="2605" actId="2711"/>
        <pc:sldMkLst>
          <pc:docMk/>
          <pc:sldMk cId="2039416753" sldId="286"/>
        </pc:sldMkLst>
        <pc:spChg chg="mod">
          <ac:chgData name="Zheng Fei" userId="d19317889db4c986" providerId="LiveId" clId="{F89E2663-3A33-5D43-80E5-E987C0EC042A}" dt="2022-05-12T06:05:47.085" v="2589" actId="1036"/>
          <ac:spMkLst>
            <pc:docMk/>
            <pc:sldMk cId="2039416753" sldId="286"/>
            <ac:spMk id="2" creationId="{0F7BB379-1418-407E-8A4D-3F60F45BDA19}"/>
          </ac:spMkLst>
        </pc:spChg>
        <pc:spChg chg="mod">
          <ac:chgData name="Zheng Fei" userId="d19317889db4c986" providerId="LiveId" clId="{F89E2663-3A33-5D43-80E5-E987C0EC042A}" dt="2022-05-12T06:06:02.531" v="2605" actId="2711"/>
          <ac:spMkLst>
            <pc:docMk/>
            <pc:sldMk cId="2039416753" sldId="286"/>
            <ac:spMk id="3" creationId="{E4AB6CC8-3737-400A-A869-3A412A46B3F7}"/>
          </ac:spMkLst>
        </pc:spChg>
        <pc:spChg chg="mod">
          <ac:chgData name="Zheng Fei" userId="d19317889db4c986" providerId="LiveId" clId="{F89E2663-3A33-5D43-80E5-E987C0EC042A}" dt="2022-05-12T06:05:38.117" v="2568" actId="2711"/>
          <ac:spMkLst>
            <pc:docMk/>
            <pc:sldMk cId="2039416753" sldId="286"/>
            <ac:spMk id="5" creationId="{9C5CAF33-0BC2-4633-85E5-21B2ACD15FC7}"/>
          </ac:spMkLst>
        </pc:spChg>
        <pc:spChg chg="mod">
          <ac:chgData name="Zheng Fei" userId="d19317889db4c986" providerId="LiveId" clId="{F89E2663-3A33-5D43-80E5-E987C0EC042A}" dt="2022-05-12T06:05:38.117" v="2568" actId="2711"/>
          <ac:spMkLst>
            <pc:docMk/>
            <pc:sldMk cId="2039416753" sldId="286"/>
            <ac:spMk id="7" creationId="{0DB8B6C3-C838-41D3-9B1A-1C1976BEEDDB}"/>
          </ac:spMkLst>
        </pc:spChg>
        <pc:spChg chg="mod">
          <ac:chgData name="Zheng Fei" userId="d19317889db4c986" providerId="LiveId" clId="{F89E2663-3A33-5D43-80E5-E987C0EC042A}" dt="2022-05-12T06:05:38.117" v="2568" actId="2711"/>
          <ac:spMkLst>
            <pc:docMk/>
            <pc:sldMk cId="2039416753" sldId="286"/>
            <ac:spMk id="8" creationId="{4143F9C2-4566-4CA5-944C-E8095A921BA2}"/>
          </ac:spMkLst>
        </pc:spChg>
        <pc:spChg chg="mod">
          <ac:chgData name="Zheng Fei" userId="d19317889db4c986" providerId="LiveId" clId="{F89E2663-3A33-5D43-80E5-E987C0EC042A}" dt="2022-05-12T06:05:47.085" v="2589" actId="1036"/>
          <ac:spMkLst>
            <pc:docMk/>
            <pc:sldMk cId="2039416753" sldId="286"/>
            <ac:spMk id="9" creationId="{AD015C7D-FADC-4B72-BB79-B703C58A50B1}"/>
          </ac:spMkLst>
        </pc:spChg>
        <pc:spChg chg="mod">
          <ac:chgData name="Zheng Fei" userId="d19317889db4c986" providerId="LiveId" clId="{F89E2663-3A33-5D43-80E5-E987C0EC042A}" dt="2022-05-12T06:06:02.531" v="2605" actId="2711"/>
          <ac:spMkLst>
            <pc:docMk/>
            <pc:sldMk cId="2039416753" sldId="286"/>
            <ac:spMk id="10" creationId="{D225BBFA-E913-4B29-B469-65B473D31534}"/>
          </ac:spMkLst>
        </pc:spChg>
        <pc:spChg chg="add mod">
          <ac:chgData name="Zheng Fei" userId="d19317889db4c986" providerId="LiveId" clId="{F89E2663-3A33-5D43-80E5-E987C0EC042A}" dt="2022-05-12T03:59:20.507" v="1703"/>
          <ac:spMkLst>
            <pc:docMk/>
            <pc:sldMk cId="2039416753" sldId="286"/>
            <ac:spMk id="11" creationId="{4E9DCCF2-E34E-2F20-EC33-191D2CA81A5D}"/>
          </ac:spMkLst>
        </pc:spChg>
        <pc:grpChg chg="mod">
          <ac:chgData name="Zheng Fei" userId="d19317889db4c986" providerId="LiveId" clId="{F89E2663-3A33-5D43-80E5-E987C0EC042A}" dt="2022-05-12T06:06:02.531" v="2605" actId="2711"/>
          <ac:grpSpMkLst>
            <pc:docMk/>
            <pc:sldMk cId="2039416753" sldId="286"/>
            <ac:grpSpMk id="6" creationId="{BB6573D6-1106-4947-A284-790E51516848}"/>
          </ac:grpSpMkLst>
        </pc:grpChg>
      </pc:sldChg>
      <pc:sldChg chg="addSp modSp mod">
        <pc:chgData name="Zheng Fei" userId="d19317889db4c986" providerId="LiveId" clId="{F89E2663-3A33-5D43-80E5-E987C0EC042A}" dt="2022-05-12T06:08:59.196" v="2620" actId="2711"/>
        <pc:sldMkLst>
          <pc:docMk/>
          <pc:sldMk cId="2875939060" sldId="287"/>
        </pc:sldMkLst>
        <pc:spChg chg="mod">
          <ac:chgData name="Zheng Fei" userId="d19317889db4c986" providerId="LiveId" clId="{F89E2663-3A33-5D43-80E5-E987C0EC042A}" dt="2022-05-12T06:08:33.485" v="2609" actId="14100"/>
          <ac:spMkLst>
            <pc:docMk/>
            <pc:sldMk cId="2875939060" sldId="287"/>
            <ac:spMk id="4" creationId="{8CA00EEB-8732-4BDD-8181-8599545E2C67}"/>
          </ac:spMkLst>
        </pc:spChg>
        <pc:spChg chg="mod">
          <ac:chgData name="Zheng Fei" userId="d19317889db4c986" providerId="LiveId" clId="{F89E2663-3A33-5D43-80E5-E987C0EC042A}" dt="2022-05-12T06:08:27.181" v="2607" actId="255"/>
          <ac:spMkLst>
            <pc:docMk/>
            <pc:sldMk cId="2875939060" sldId="287"/>
            <ac:spMk id="7" creationId="{0DB8B6C3-C838-41D3-9B1A-1C1976BEEDDB}"/>
          </ac:spMkLst>
        </pc:spChg>
        <pc:spChg chg="add mod">
          <ac:chgData name="Zheng Fei" userId="d19317889db4c986" providerId="LiveId" clId="{F89E2663-3A33-5D43-80E5-E987C0EC042A}" dt="2022-05-12T03:59:22.609" v="1704"/>
          <ac:spMkLst>
            <pc:docMk/>
            <pc:sldMk cId="2875939060" sldId="287"/>
            <ac:spMk id="8" creationId="{7FB8E231-E213-14C0-6AF8-5CD036A2978C}"/>
          </ac:spMkLst>
        </pc:spChg>
        <pc:spChg chg="mod">
          <ac:chgData name="Zheng Fei" userId="d19317889db4c986" providerId="LiveId" clId="{F89E2663-3A33-5D43-80E5-E987C0EC042A}" dt="2022-05-12T06:08:59.196" v="2620" actId="2711"/>
          <ac:spMkLst>
            <pc:docMk/>
            <pc:sldMk cId="2875939060" sldId="287"/>
            <ac:spMk id="9" creationId="{AD015C7D-FADC-4B72-BB79-B703C58A50B1}"/>
          </ac:spMkLst>
        </pc:spChg>
        <pc:spChg chg="mod">
          <ac:chgData name="Zheng Fei" userId="d19317889db4c986" providerId="LiveId" clId="{F89E2663-3A33-5D43-80E5-E987C0EC042A}" dt="2022-05-12T06:08:27.181" v="2607" actId="255"/>
          <ac:spMkLst>
            <pc:docMk/>
            <pc:sldMk cId="2875939060" sldId="287"/>
            <ac:spMk id="11" creationId="{B299FD8C-F5EB-4064-89CE-3C62194BDCEE}"/>
          </ac:spMkLst>
        </pc:spChg>
        <pc:spChg chg="mod">
          <ac:chgData name="Zheng Fei" userId="d19317889db4c986" providerId="LiveId" clId="{F89E2663-3A33-5D43-80E5-E987C0EC042A}" dt="2022-05-12T06:08:50.750" v="2619" actId="20577"/>
          <ac:spMkLst>
            <pc:docMk/>
            <pc:sldMk cId="2875939060" sldId="287"/>
            <ac:spMk id="12" creationId="{60DE6EEB-FE31-4F5A-80A8-8770E7EC81CF}"/>
          </ac:spMkLst>
        </pc:spChg>
        <pc:spChg chg="mod">
          <ac:chgData name="Zheng Fei" userId="d19317889db4c986" providerId="LiveId" clId="{F89E2663-3A33-5D43-80E5-E987C0EC042A}" dt="2022-05-12T06:08:27.181" v="2607" actId="255"/>
          <ac:spMkLst>
            <pc:docMk/>
            <pc:sldMk cId="2875939060" sldId="287"/>
            <ac:spMk id="14" creationId="{E521AB10-F424-4557-AC7E-71EE3BE6F074}"/>
          </ac:spMkLst>
        </pc:spChg>
      </pc:sldChg>
      <pc:sldChg chg="addSp modSp mod">
        <pc:chgData name="Zheng Fei" userId="d19317889db4c986" providerId="LiveId" clId="{F89E2663-3A33-5D43-80E5-E987C0EC042A}" dt="2022-05-12T06:10:20.651" v="2676" actId="1076"/>
        <pc:sldMkLst>
          <pc:docMk/>
          <pc:sldMk cId="246072577" sldId="288"/>
        </pc:sldMkLst>
        <pc:spChg chg="mod">
          <ac:chgData name="Zheng Fei" userId="d19317889db4c986" providerId="LiveId" clId="{F89E2663-3A33-5D43-80E5-E987C0EC042A}" dt="2022-05-12T06:10:20.651" v="2676" actId="1076"/>
          <ac:spMkLst>
            <pc:docMk/>
            <pc:sldMk cId="246072577" sldId="288"/>
            <ac:spMk id="4" creationId="{230FEA75-2B6E-49F8-923A-D29E5CEE5514}"/>
          </ac:spMkLst>
        </pc:spChg>
        <pc:spChg chg="mod">
          <ac:chgData name="Zheng Fei" userId="d19317889db4c986" providerId="LiveId" clId="{F89E2663-3A33-5D43-80E5-E987C0EC042A}" dt="2022-05-12T06:09:45.776" v="2625" actId="255"/>
          <ac:spMkLst>
            <pc:docMk/>
            <pc:sldMk cId="246072577" sldId="288"/>
            <ac:spMk id="5" creationId="{9C5CAF33-0BC2-4633-85E5-21B2ACD15FC7}"/>
          </ac:spMkLst>
        </pc:spChg>
        <pc:spChg chg="mod">
          <ac:chgData name="Zheng Fei" userId="d19317889db4c986" providerId="LiveId" clId="{F89E2663-3A33-5D43-80E5-E987C0EC042A}" dt="2022-05-12T06:09:58.648" v="2669" actId="1036"/>
          <ac:spMkLst>
            <pc:docMk/>
            <pc:sldMk cId="246072577" sldId="288"/>
            <ac:spMk id="7" creationId="{91916191-50C8-498C-925E-EB35573E3CBF}"/>
          </ac:spMkLst>
        </pc:spChg>
        <pc:spChg chg="add mod">
          <ac:chgData name="Zheng Fei" userId="d19317889db4c986" providerId="LiveId" clId="{F89E2663-3A33-5D43-80E5-E987C0EC042A}" dt="2022-05-12T06:09:27.058" v="2621"/>
          <ac:spMkLst>
            <pc:docMk/>
            <pc:sldMk cId="246072577" sldId="288"/>
            <ac:spMk id="9" creationId="{313813F6-E3DA-793C-E9CE-BBA790FE2B30}"/>
          </ac:spMkLst>
        </pc:spChg>
        <pc:spChg chg="mod">
          <ac:chgData name="Zheng Fei" userId="d19317889db4c986" providerId="LiveId" clId="{F89E2663-3A33-5D43-80E5-E987C0EC042A}" dt="2022-05-12T06:09:53.237" v="2650" actId="1036"/>
          <ac:spMkLst>
            <pc:docMk/>
            <pc:sldMk cId="246072577" sldId="288"/>
            <ac:spMk id="10" creationId="{D225BBFA-E913-4B29-B469-65B473D31534}"/>
          </ac:spMkLst>
        </pc:spChg>
        <pc:spChg chg="mod">
          <ac:chgData name="Zheng Fei" userId="d19317889db4c986" providerId="LiveId" clId="{F89E2663-3A33-5D43-80E5-E987C0EC042A}" dt="2022-05-12T06:09:53.237" v="2650" actId="1036"/>
          <ac:spMkLst>
            <pc:docMk/>
            <pc:sldMk cId="246072577" sldId="288"/>
            <ac:spMk id="11" creationId="{ACE9C7AB-327A-E7A7-F057-4DA55BD00B7E}"/>
          </ac:spMkLst>
        </pc:spChg>
        <pc:spChg chg="mod">
          <ac:chgData name="Zheng Fei" userId="d19317889db4c986" providerId="LiveId" clId="{F89E2663-3A33-5D43-80E5-E987C0EC042A}" dt="2022-05-12T06:10:07.713" v="2672" actId="1076"/>
          <ac:spMkLst>
            <pc:docMk/>
            <pc:sldMk cId="246072577" sldId="288"/>
            <ac:spMk id="12" creationId="{25B87E8C-18BD-4A85-B927-C5559325B744}"/>
          </ac:spMkLst>
        </pc:spChg>
        <pc:spChg chg="mod">
          <ac:chgData name="Zheng Fei" userId="d19317889db4c986" providerId="LiveId" clId="{F89E2663-3A33-5D43-80E5-E987C0EC042A}" dt="2022-05-12T06:10:16.031" v="2675" actId="1076"/>
          <ac:spMkLst>
            <pc:docMk/>
            <pc:sldMk cId="246072577" sldId="288"/>
            <ac:spMk id="13" creationId="{4FF14228-65FB-4C31-AB13-83222DC3D6E8}"/>
          </ac:spMkLst>
        </pc:spChg>
      </pc:sldChg>
      <pc:sldChg chg="modSp add ord modTransition">
        <pc:chgData name="Zheng Fei" userId="d19317889db4c986" providerId="LiveId" clId="{F89E2663-3A33-5D43-80E5-E987C0EC042A}" dt="2022-05-12T23:33:22.597" v="3091" actId="20578"/>
        <pc:sldMkLst>
          <pc:docMk/>
          <pc:sldMk cId="0" sldId="289"/>
        </pc:sldMkLst>
        <pc:spChg chg="mod">
          <ac:chgData name="Zheng Fei" userId="d19317889db4c986" providerId="LiveId" clId="{F89E2663-3A33-5D43-80E5-E987C0EC042A}" dt="2022-05-12T01:58:56.452" v="7" actId="403"/>
          <ac:spMkLst>
            <pc:docMk/>
            <pc:sldMk cId="0" sldId="289"/>
            <ac:spMk id="9" creationId="{A2A32693-FA85-46ED-9F52-424F364119E5}"/>
          </ac:spMkLst>
        </pc:spChg>
        <pc:spChg chg="mod">
          <ac:chgData name="Zheng Fei" userId="d19317889db4c986" providerId="LiveId" clId="{F89E2663-3A33-5D43-80E5-E987C0EC042A}" dt="2022-05-12T01:58:56.452" v="7" actId="403"/>
          <ac:spMkLst>
            <pc:docMk/>
            <pc:sldMk cId="0" sldId="289"/>
            <ac:spMk id="61444" creationId="{601F1377-4EC1-A648-9D08-93B0CEF44388}"/>
          </ac:spMkLst>
        </pc:spChg>
        <pc:spChg chg="mod">
          <ac:chgData name="Zheng Fei" userId="d19317889db4c986" providerId="LiveId" clId="{F89E2663-3A33-5D43-80E5-E987C0EC042A}" dt="2022-05-12T01:58:56.452" v="7" actId="403"/>
          <ac:spMkLst>
            <pc:docMk/>
            <pc:sldMk cId="0" sldId="289"/>
            <ac:spMk id="61445" creationId="{D75E15BB-A7A5-2C46-90D2-B9B92ACCDED9}"/>
          </ac:spMkLst>
        </pc:spChg>
        <pc:spChg chg="mod">
          <ac:chgData name="Zheng Fei" userId="d19317889db4c986" providerId="LiveId" clId="{F89E2663-3A33-5D43-80E5-E987C0EC042A}" dt="2022-05-12T01:58:56.452" v="7" actId="403"/>
          <ac:spMkLst>
            <pc:docMk/>
            <pc:sldMk cId="0" sldId="289"/>
            <ac:spMk id="61446" creationId="{3CA5D0EF-1412-D449-86E5-3BEFAEB9289A}"/>
          </ac:spMkLst>
        </pc:spChg>
      </pc:sldChg>
      <pc:sldChg chg="new del">
        <pc:chgData name="Zheng Fei" userId="d19317889db4c986" providerId="LiveId" clId="{F89E2663-3A33-5D43-80E5-E987C0EC042A}" dt="2022-05-12T02:01:05.122" v="9" actId="2696"/>
        <pc:sldMkLst>
          <pc:docMk/>
          <pc:sldMk cId="4145289421" sldId="290"/>
        </pc:sldMkLst>
      </pc:sldChg>
      <pc:sldChg chg="delSp modSp add mod modTransition">
        <pc:chgData name="Zheng Fei" userId="d19317889db4c986" providerId="LiveId" clId="{F89E2663-3A33-5D43-80E5-E987C0EC042A}" dt="2022-05-12T04:01:37.351" v="1746" actId="20577"/>
        <pc:sldMkLst>
          <pc:docMk/>
          <pc:sldMk cId="1873751283" sldId="320"/>
        </pc:sldMkLst>
        <pc:spChg chg="mod">
          <ac:chgData name="Zheng Fei" userId="d19317889db4c986" providerId="LiveId" clId="{F89E2663-3A33-5D43-80E5-E987C0EC042A}" dt="2022-05-12T03:03:28.710" v="970"/>
          <ac:spMkLst>
            <pc:docMk/>
            <pc:sldMk cId="1873751283" sldId="320"/>
            <ac:spMk id="4" creationId="{A086075B-E493-0D40-81E3-670D4FFE3456}"/>
          </ac:spMkLst>
        </pc:spChg>
        <pc:spChg chg="mod">
          <ac:chgData name="Zheng Fei" userId="d19317889db4c986" providerId="LiveId" clId="{F89E2663-3A33-5D43-80E5-E987C0EC042A}" dt="2022-05-12T02:47:55.018" v="799" actId="2711"/>
          <ac:spMkLst>
            <pc:docMk/>
            <pc:sldMk cId="1873751283" sldId="320"/>
            <ac:spMk id="31" creationId="{B5036298-2778-4477-A147-F830C253BFC9}"/>
          </ac:spMkLst>
        </pc:spChg>
        <pc:spChg chg="mod">
          <ac:chgData name="Zheng Fei" userId="d19317889db4c986" providerId="LiveId" clId="{F89E2663-3A33-5D43-80E5-E987C0EC042A}" dt="2022-05-12T04:01:37.351" v="1746" actId="20577"/>
          <ac:spMkLst>
            <pc:docMk/>
            <pc:sldMk cId="1873751283" sldId="320"/>
            <ac:spMk id="32" creationId="{AB753F62-3EB1-BF42-8ED3-9B18C849E452}"/>
          </ac:spMkLst>
        </pc:spChg>
        <pc:spChg chg="mod">
          <ac:chgData name="Zheng Fei" userId="d19317889db4c986" providerId="LiveId" clId="{F89E2663-3A33-5D43-80E5-E987C0EC042A}" dt="2022-05-12T02:48:40.926" v="808" actId="20577"/>
          <ac:spMkLst>
            <pc:docMk/>
            <pc:sldMk cId="1873751283" sldId="320"/>
            <ac:spMk id="77839" creationId="{41F9918D-198C-DE48-9615-35F2B15F6B69}"/>
          </ac:spMkLst>
        </pc:spChg>
        <pc:spChg chg="mod">
          <ac:chgData name="Zheng Fei" userId="d19317889db4c986" providerId="LiveId" clId="{F89E2663-3A33-5D43-80E5-E987C0EC042A}" dt="2022-05-12T02:48:33.837" v="805" actId="20577"/>
          <ac:spMkLst>
            <pc:docMk/>
            <pc:sldMk cId="1873751283" sldId="320"/>
            <ac:spMk id="77842" creationId="{642625CC-F8A7-674F-8B11-85DB5D37BD0C}"/>
          </ac:spMkLst>
        </pc:spChg>
        <pc:grpChg chg="mod">
          <ac:chgData name="Zheng Fei" userId="d19317889db4c986" providerId="LiveId" clId="{F89E2663-3A33-5D43-80E5-E987C0EC042A}" dt="2022-05-12T02:47:55.018" v="799" actId="2711"/>
          <ac:grpSpMkLst>
            <pc:docMk/>
            <pc:sldMk cId="1873751283" sldId="320"/>
            <ac:grpSpMk id="77828" creationId="{E7114027-76C6-FF43-840A-0F08B7FAE252}"/>
          </ac:grpSpMkLst>
        </pc:grpChg>
        <pc:picChg chg="del mod">
          <ac:chgData name="Zheng Fei" userId="d19317889db4c986" providerId="LiveId" clId="{F89E2663-3A33-5D43-80E5-E987C0EC042A}" dt="2022-05-12T02:57:58.129" v="930" actId="478"/>
          <ac:picMkLst>
            <pc:docMk/>
            <pc:sldMk cId="1873751283" sldId="320"/>
            <ac:picMk id="3" creationId="{82A27142-0850-8848-98CC-132233913BC3}"/>
          </ac:picMkLst>
        </pc:picChg>
      </pc:sldChg>
      <pc:sldChg chg="delSp modSp add mod">
        <pc:chgData name="Zheng Fei" userId="d19317889db4c986" providerId="LiveId" clId="{F89E2663-3A33-5D43-80E5-E987C0EC042A}" dt="2022-05-12T23:31:03.478" v="3018" actId="207"/>
        <pc:sldMkLst>
          <pc:docMk/>
          <pc:sldMk cId="2288785410" sldId="341"/>
        </pc:sldMkLst>
        <pc:spChg chg="mod">
          <ac:chgData name="Zheng Fei" userId="d19317889db4c986" providerId="LiveId" clId="{F89E2663-3A33-5D43-80E5-E987C0EC042A}" dt="2022-05-12T06:20:44.695" v="2756" actId="1036"/>
          <ac:spMkLst>
            <pc:docMk/>
            <pc:sldMk cId="2288785410" sldId="341"/>
            <ac:spMk id="10" creationId="{70D050DC-AA1B-4AFD-97A9-933BCB8B64D0}"/>
          </ac:spMkLst>
        </pc:spChg>
        <pc:spChg chg="mod">
          <ac:chgData name="Zheng Fei" userId="d19317889db4c986" providerId="LiveId" clId="{F89E2663-3A33-5D43-80E5-E987C0EC042A}" dt="2022-05-12T23:30:54.579" v="3016" actId="207"/>
          <ac:spMkLst>
            <pc:docMk/>
            <pc:sldMk cId="2288785410" sldId="341"/>
            <ac:spMk id="11" creationId="{A5F30993-D5E4-453E-86FB-51331B7810BE}"/>
          </ac:spMkLst>
        </pc:spChg>
        <pc:spChg chg="mod">
          <ac:chgData name="Zheng Fei" userId="d19317889db4c986" providerId="LiveId" clId="{F89E2663-3A33-5D43-80E5-E987C0EC042A}" dt="2022-05-12T23:31:00.477" v="3017" actId="207"/>
          <ac:spMkLst>
            <pc:docMk/>
            <pc:sldMk cId="2288785410" sldId="341"/>
            <ac:spMk id="12" creationId="{04847B3D-B81E-42E8-99CB-ECF237918E6B}"/>
          </ac:spMkLst>
        </pc:spChg>
        <pc:spChg chg="mod">
          <ac:chgData name="Zheng Fei" userId="d19317889db4c986" providerId="LiveId" clId="{F89E2663-3A33-5D43-80E5-E987C0EC042A}" dt="2022-05-12T23:31:03.478" v="3018" actId="207"/>
          <ac:spMkLst>
            <pc:docMk/>
            <pc:sldMk cId="2288785410" sldId="341"/>
            <ac:spMk id="13" creationId="{677A40D1-346B-405E-AF1D-26629E7DB444}"/>
          </ac:spMkLst>
        </pc:spChg>
        <pc:spChg chg="del mod">
          <ac:chgData name="Zheng Fei" userId="d19317889db4c986" providerId="LiveId" clId="{F89E2663-3A33-5D43-80E5-E987C0EC042A}" dt="2022-05-12T06:20:38.167" v="2742" actId="478"/>
          <ac:spMkLst>
            <pc:docMk/>
            <pc:sldMk cId="2288785410" sldId="341"/>
            <ac:spMk id="14" creationId="{32057B4F-34A0-4393-98E3-613A7F9C7261}"/>
          </ac:spMkLst>
        </pc:spChg>
        <pc:picChg chg="del">
          <ac:chgData name="Zheng Fei" userId="d19317889db4c986" providerId="LiveId" clId="{F89E2663-3A33-5D43-80E5-E987C0EC042A}" dt="2022-05-12T06:20:02.903" v="2741" actId="478"/>
          <ac:picMkLst>
            <pc:docMk/>
            <pc:sldMk cId="2288785410" sldId="341"/>
            <ac:picMk id="21" creationId="{28BFA854-C765-442C-9D7D-DB3EF3606819}"/>
          </ac:picMkLst>
        </pc:picChg>
      </pc:sldChg>
      <pc:sldChg chg="add">
        <pc:chgData name="Zheng Fei" userId="d19317889db4c986" providerId="LiveId" clId="{F89E2663-3A33-5D43-80E5-E987C0EC042A}" dt="2022-05-12T23:39:52.794" v="3099"/>
        <pc:sldMkLst>
          <pc:docMk/>
          <pc:sldMk cId="0" sldId="353"/>
        </pc:sldMkLst>
      </pc:sldChg>
      <pc:sldChg chg="add">
        <pc:chgData name="Zheng Fei" userId="d19317889db4c986" providerId="LiveId" clId="{F89E2663-3A33-5D43-80E5-E987C0EC042A}" dt="2022-05-12T23:39:52.794" v="3099"/>
        <pc:sldMkLst>
          <pc:docMk/>
          <pc:sldMk cId="0" sldId="354"/>
        </pc:sldMkLst>
      </pc:sldChg>
      <pc:sldChg chg="add">
        <pc:chgData name="Zheng Fei" userId="d19317889db4c986" providerId="LiveId" clId="{F89E2663-3A33-5D43-80E5-E987C0EC042A}" dt="2022-05-12T23:39:52.794" v="3099"/>
        <pc:sldMkLst>
          <pc:docMk/>
          <pc:sldMk cId="0" sldId="355"/>
        </pc:sldMkLst>
      </pc:sldChg>
      <pc:sldChg chg="addSp delSp modSp add del mod delAnim modAnim">
        <pc:chgData name="Zheng Fei" userId="d19317889db4c986" providerId="LiveId" clId="{F89E2663-3A33-5D43-80E5-E987C0EC042A}" dt="2022-05-12T02:55:11.401" v="910" actId="2696"/>
        <pc:sldMkLst>
          <pc:docMk/>
          <pc:sldMk cId="0" sldId="407"/>
        </pc:sldMkLst>
        <pc:spChg chg="add del mod">
          <ac:chgData name="Zheng Fei" userId="d19317889db4c986" providerId="LiveId" clId="{F89E2663-3A33-5D43-80E5-E987C0EC042A}" dt="2022-05-12T02:49:17.779" v="848" actId="20577"/>
          <ac:spMkLst>
            <pc:docMk/>
            <pc:sldMk cId="0" sldId="407"/>
            <ac:spMk id="24" creationId="{D8B53296-8433-4443-B1F7-3646BD742E77}"/>
          </ac:spMkLst>
        </pc:spChg>
        <pc:spChg chg="del mod">
          <ac:chgData name="Zheng Fei" userId="d19317889db4c986" providerId="LiveId" clId="{F89E2663-3A33-5D43-80E5-E987C0EC042A}" dt="2022-05-12T02:06:29.120" v="42" actId="478"/>
          <ac:spMkLst>
            <pc:docMk/>
            <pc:sldMk cId="0" sldId="407"/>
            <ac:spMk id="32770" creationId="{F68D27AD-DE00-834C-AE71-FF0CC249DEAB}"/>
          </ac:spMkLst>
        </pc:spChg>
        <pc:graphicFrameChg chg="add del mod">
          <ac:chgData name="Zheng Fei" userId="d19317889db4c986" providerId="LiveId" clId="{F89E2663-3A33-5D43-80E5-E987C0EC042A}" dt="2022-05-12T02:49:36.136" v="851" actId="21"/>
          <ac:graphicFrameMkLst>
            <pc:docMk/>
            <pc:sldMk cId="0" sldId="407"/>
            <ac:graphicFrameMk id="9" creationId="{31A52F7C-A83C-9327-7D8D-4EB81E3E4A09}"/>
          </ac:graphicFrameMkLst>
        </pc:graphicFrameChg>
        <pc:graphicFrameChg chg="add del mod">
          <ac:chgData name="Zheng Fei" userId="d19317889db4c986" providerId="LiveId" clId="{F89E2663-3A33-5D43-80E5-E987C0EC042A}" dt="2022-05-12T02:49:39.270" v="853"/>
          <ac:graphicFrameMkLst>
            <pc:docMk/>
            <pc:sldMk cId="0" sldId="407"/>
            <ac:graphicFrameMk id="10" creationId="{185A213E-DEF0-62D7-D1DB-7A9D7B3A2F50}"/>
          </ac:graphicFrameMkLst>
        </pc:graphicFrameChg>
        <pc:graphicFrameChg chg="del">
          <ac:chgData name="Zheng Fei" userId="d19317889db4c986" providerId="LiveId" clId="{F89E2663-3A33-5D43-80E5-E987C0EC042A}" dt="2022-05-12T02:49:33.219" v="849" actId="21"/>
          <ac:graphicFrameMkLst>
            <pc:docMk/>
            <pc:sldMk cId="0" sldId="407"/>
            <ac:graphicFrameMk id="32782" creationId="{1D2BB5BB-AA89-6443-A747-8F8385F60D60}"/>
          </ac:graphicFrameMkLst>
        </pc:graphicFrameChg>
        <pc:graphicFrameChg chg="del">
          <ac:chgData name="Zheng Fei" userId="d19317889db4c986" providerId="LiveId" clId="{F89E2663-3A33-5D43-80E5-E987C0EC042A}" dt="2022-05-12T02:06:36.518" v="46" actId="478"/>
          <ac:graphicFrameMkLst>
            <pc:docMk/>
            <pc:sldMk cId="0" sldId="407"/>
            <ac:graphicFrameMk id="32784" creationId="{E27F57EA-9178-7F47-B1A2-9012759553E9}"/>
          </ac:graphicFrameMkLst>
        </pc:graphicFrameChg>
        <pc:picChg chg="add mod modCrop">
          <ac:chgData name="Zheng Fei" userId="d19317889db4c986" providerId="LiveId" clId="{F89E2663-3A33-5D43-80E5-E987C0EC042A}" dt="2022-05-12T02:49:48.584" v="856" actId="732"/>
          <ac:picMkLst>
            <pc:docMk/>
            <pc:sldMk cId="0" sldId="407"/>
            <ac:picMk id="2" creationId="{E29B165A-09A0-9F5D-4657-669B840C8791}"/>
          </ac:picMkLst>
        </pc:picChg>
      </pc:sldChg>
      <pc:sldChg chg="addSp delSp modSp new mod ord">
        <pc:chgData name="Zheng Fei" userId="d19317889db4c986" providerId="LiveId" clId="{F89E2663-3A33-5D43-80E5-E987C0EC042A}" dt="2022-05-12T04:08:45.048" v="2177" actId="113"/>
        <pc:sldMkLst>
          <pc:docMk/>
          <pc:sldMk cId="3316456550" sldId="408"/>
        </pc:sldMkLst>
        <pc:spChg chg="add del">
          <ac:chgData name="Zheng Fei" userId="d19317889db4c986" providerId="LiveId" clId="{F89E2663-3A33-5D43-80E5-E987C0EC042A}" dt="2022-05-12T02:07:04.701" v="49" actId="478"/>
          <ac:spMkLst>
            <pc:docMk/>
            <pc:sldMk cId="3316456550" sldId="408"/>
            <ac:spMk id="3" creationId="{6BFC56C7-70A9-E970-BD0C-E78A3119C12A}"/>
          </ac:spMkLst>
        </pc:spChg>
        <pc:spChg chg="add mod">
          <ac:chgData name="Zheng Fei" userId="d19317889db4c986" providerId="LiveId" clId="{F89E2663-3A33-5D43-80E5-E987C0EC042A}" dt="2022-05-12T04:02:34.149" v="1777" actId="207"/>
          <ac:spMkLst>
            <pc:docMk/>
            <pc:sldMk cId="3316456550" sldId="408"/>
            <ac:spMk id="4" creationId="{1825B9BA-86A2-24A1-31CC-D10106692C76}"/>
          </ac:spMkLst>
        </pc:spChg>
        <pc:spChg chg="add mod">
          <ac:chgData name="Zheng Fei" userId="d19317889db4c986" providerId="LiveId" clId="{F89E2663-3A33-5D43-80E5-E987C0EC042A}" dt="2022-05-12T04:08:45.048" v="2177" actId="113"/>
          <ac:spMkLst>
            <pc:docMk/>
            <pc:sldMk cId="3316456550" sldId="408"/>
            <ac:spMk id="5" creationId="{2C520F68-2AB9-6CEC-ADDA-CC1D26B1EEB1}"/>
          </ac:spMkLst>
        </pc:spChg>
        <pc:spChg chg="add del mod">
          <ac:chgData name="Zheng Fei" userId="d19317889db4c986" providerId="LiveId" clId="{F89E2663-3A33-5D43-80E5-E987C0EC042A}" dt="2022-05-12T04:05:37.862" v="2140" actId="478"/>
          <ac:spMkLst>
            <pc:docMk/>
            <pc:sldMk cId="3316456550" sldId="408"/>
            <ac:spMk id="6" creationId="{53B5DDF5-A665-D2AE-6B87-F71B8C7E5A69}"/>
          </ac:spMkLst>
        </pc:spChg>
      </pc:sldChg>
      <pc:sldChg chg="add">
        <pc:chgData name="Zheng Fei" userId="d19317889db4c986" providerId="LiveId" clId="{F89E2663-3A33-5D43-80E5-E987C0EC042A}" dt="2022-05-12T05:59:58.466" v="2561"/>
        <pc:sldMkLst>
          <pc:docMk/>
          <pc:sldMk cId="699393587" sldId="409"/>
        </pc:sldMkLst>
      </pc:sldChg>
      <pc:sldChg chg="modSp add del mod modTransition">
        <pc:chgData name="Zheng Fei" userId="d19317889db4c986" providerId="LiveId" clId="{F89E2663-3A33-5D43-80E5-E987C0EC042A}" dt="2022-05-12T05:59:55.227" v="2560" actId="2696"/>
        <pc:sldMkLst>
          <pc:docMk/>
          <pc:sldMk cId="1354921978" sldId="409"/>
        </pc:sldMkLst>
        <pc:spChg chg="mod">
          <ac:chgData name="Zheng Fei" userId="d19317889db4c986" providerId="LiveId" clId="{F89E2663-3A33-5D43-80E5-E987C0EC042A}" dt="2022-05-12T05:58:19.733" v="2554" actId="2711"/>
          <ac:spMkLst>
            <pc:docMk/>
            <pc:sldMk cId="1354921978" sldId="409"/>
            <ac:spMk id="5" creationId="{1EE79074-7DF8-0B4A-B3B3-9E0DBEA65E72}"/>
          </ac:spMkLst>
        </pc:spChg>
        <pc:spChg chg="mod">
          <ac:chgData name="Zheng Fei" userId="d19317889db4c986" providerId="LiveId" clId="{F89E2663-3A33-5D43-80E5-E987C0EC042A}" dt="2022-05-12T05:59:31.117" v="2559" actId="1076"/>
          <ac:spMkLst>
            <pc:docMk/>
            <pc:sldMk cId="1354921978" sldId="409"/>
            <ac:spMk id="9" creationId="{433AB7E0-CA86-5348-93B0-AD9AB3EBDE11}"/>
          </ac:spMkLst>
        </pc:spChg>
        <pc:spChg chg="mod">
          <ac:chgData name="Zheng Fei" userId="d19317889db4c986" providerId="LiveId" clId="{F89E2663-3A33-5D43-80E5-E987C0EC042A}" dt="2022-05-12T05:59:31.117" v="2559" actId="1076"/>
          <ac:spMkLst>
            <pc:docMk/>
            <pc:sldMk cId="1354921978" sldId="409"/>
            <ac:spMk id="10" creationId="{0B8DD167-1B8B-A547-99FA-CB4DED876E3C}"/>
          </ac:spMkLst>
        </pc:spChg>
        <pc:spChg chg="mod">
          <ac:chgData name="Zheng Fei" userId="d19317889db4c986" providerId="LiveId" clId="{F89E2663-3A33-5D43-80E5-E987C0EC042A}" dt="2022-05-12T05:59:31.117" v="2559" actId="1076"/>
          <ac:spMkLst>
            <pc:docMk/>
            <pc:sldMk cId="1354921978" sldId="409"/>
            <ac:spMk id="11" creationId="{30F3D46F-4234-1C4B-82C6-234C2560755D}"/>
          </ac:spMkLst>
        </pc:spChg>
        <pc:spChg chg="mod">
          <ac:chgData name="Zheng Fei" userId="d19317889db4c986" providerId="LiveId" clId="{F89E2663-3A33-5D43-80E5-E987C0EC042A}" dt="2022-05-12T05:59:31.117" v="2559" actId="1076"/>
          <ac:spMkLst>
            <pc:docMk/>
            <pc:sldMk cId="1354921978" sldId="409"/>
            <ac:spMk id="12" creationId="{3E96D643-F77B-5C46-8FCB-C0AF3A3A335D}"/>
          </ac:spMkLst>
        </pc:spChg>
        <pc:spChg chg="mod">
          <ac:chgData name="Zheng Fei" userId="d19317889db4c986" providerId="LiveId" clId="{F89E2663-3A33-5D43-80E5-E987C0EC042A}" dt="2022-05-12T05:59:31.117" v="2559" actId="1076"/>
          <ac:spMkLst>
            <pc:docMk/>
            <pc:sldMk cId="1354921978" sldId="409"/>
            <ac:spMk id="13" creationId="{B83C8D04-238C-6149-BBD7-AFAB6215AC85}"/>
          </ac:spMkLst>
        </pc:spChg>
        <pc:spChg chg="mod">
          <ac:chgData name="Zheng Fei" userId="d19317889db4c986" providerId="LiveId" clId="{F89E2663-3A33-5D43-80E5-E987C0EC042A}" dt="2022-05-12T05:59:31.117" v="2559" actId="1076"/>
          <ac:spMkLst>
            <pc:docMk/>
            <pc:sldMk cId="1354921978" sldId="409"/>
            <ac:spMk id="14" creationId="{489B1D6A-228B-7647-BBB5-A4BBB139395C}"/>
          </ac:spMkLst>
        </pc:spChg>
        <pc:spChg chg="mod">
          <ac:chgData name="Zheng Fei" userId="d19317889db4c986" providerId="LiveId" clId="{F89E2663-3A33-5D43-80E5-E987C0EC042A}" dt="2022-05-12T05:59:31.117" v="2559" actId="1076"/>
          <ac:spMkLst>
            <pc:docMk/>
            <pc:sldMk cId="1354921978" sldId="409"/>
            <ac:spMk id="15" creationId="{68837189-20A4-8F4C-992E-BDB4D18049F3}"/>
          </ac:spMkLst>
        </pc:spChg>
        <pc:spChg chg="mod">
          <ac:chgData name="Zheng Fei" userId="d19317889db4c986" providerId="LiveId" clId="{F89E2663-3A33-5D43-80E5-E987C0EC042A}" dt="2022-05-12T05:59:31.117" v="2559" actId="1076"/>
          <ac:spMkLst>
            <pc:docMk/>
            <pc:sldMk cId="1354921978" sldId="409"/>
            <ac:spMk id="16" creationId="{A1AE0F36-5D38-564E-9B7E-756DEDC06D6E}"/>
          </ac:spMkLst>
        </pc:spChg>
        <pc:spChg chg="mod">
          <ac:chgData name="Zheng Fei" userId="d19317889db4c986" providerId="LiveId" clId="{F89E2663-3A33-5D43-80E5-E987C0EC042A}" dt="2022-05-12T05:59:31.117" v="2559" actId="1076"/>
          <ac:spMkLst>
            <pc:docMk/>
            <pc:sldMk cId="1354921978" sldId="409"/>
            <ac:spMk id="17" creationId="{0973DFF1-D64E-A64F-9662-E1F60A2FF2B0}"/>
          </ac:spMkLst>
        </pc:spChg>
        <pc:spChg chg="mod">
          <ac:chgData name="Zheng Fei" userId="d19317889db4c986" providerId="LiveId" clId="{F89E2663-3A33-5D43-80E5-E987C0EC042A}" dt="2022-05-12T05:59:28.684" v="2558" actId="1076"/>
          <ac:spMkLst>
            <pc:docMk/>
            <pc:sldMk cId="1354921978" sldId="409"/>
            <ac:spMk id="19" creationId="{51882826-CAF4-BE4D-93CE-B3134043CDD8}"/>
          </ac:spMkLst>
        </pc:spChg>
        <pc:grpChg chg="mod">
          <ac:chgData name="Zheng Fei" userId="d19317889db4c986" providerId="LiveId" clId="{F89E2663-3A33-5D43-80E5-E987C0EC042A}" dt="2022-05-12T05:59:31.117" v="2559" actId="1076"/>
          <ac:grpSpMkLst>
            <pc:docMk/>
            <pc:sldMk cId="1354921978" sldId="409"/>
            <ac:grpSpMk id="8" creationId="{DDF0C73E-ED0A-B146-A209-A9BAF3240547}"/>
          </ac:grpSpMkLst>
        </pc:grpChg>
      </pc:sldChg>
      <pc:sldChg chg="add del">
        <pc:chgData name="Zheng Fei" userId="d19317889db4c986" providerId="LiveId" clId="{F89E2663-3A33-5D43-80E5-E987C0EC042A}" dt="2022-05-12T02:51:08.268" v="858" actId="2696"/>
        <pc:sldMkLst>
          <pc:docMk/>
          <pc:sldMk cId="3906699300" sldId="409"/>
        </pc:sldMkLst>
      </pc:sldChg>
      <pc:sldChg chg="addSp modSp add mod modAnim">
        <pc:chgData name="Zheng Fei" userId="d19317889db4c986" providerId="LiveId" clId="{F89E2663-3A33-5D43-80E5-E987C0EC042A}" dt="2022-05-12T04:53:13.900" v="2536"/>
        <pc:sldMkLst>
          <pc:docMk/>
          <pc:sldMk cId="3978420858" sldId="410"/>
        </pc:sldMkLst>
        <pc:spChg chg="add mod">
          <ac:chgData name="Zheng Fei" userId="d19317889db4c986" providerId="LiveId" clId="{F89E2663-3A33-5D43-80E5-E987C0EC042A}" dt="2022-05-12T04:01:09.258" v="1735" actId="20577"/>
          <ac:spMkLst>
            <pc:docMk/>
            <pc:sldMk cId="3978420858" sldId="410"/>
            <ac:spMk id="3" creationId="{4E4C05EF-03DD-3E29-2909-BF8A585D7058}"/>
          </ac:spMkLst>
        </pc:spChg>
        <pc:spChg chg="mod">
          <ac:chgData name="Zheng Fei" userId="d19317889db4c986" providerId="LiveId" clId="{F89E2663-3A33-5D43-80E5-E987C0EC042A}" dt="2022-05-12T04:01:40.180" v="1749" actId="20577"/>
          <ac:spMkLst>
            <pc:docMk/>
            <pc:sldMk cId="3978420858" sldId="410"/>
            <ac:spMk id="4" creationId="{1825B9BA-86A2-24A1-31CC-D10106692C76}"/>
          </ac:spMkLst>
        </pc:spChg>
        <pc:spChg chg="add mod">
          <ac:chgData name="Zheng Fei" userId="d19317889db4c986" providerId="LiveId" clId="{F89E2663-3A33-5D43-80E5-E987C0EC042A}" dt="2022-05-12T02:52:52.849" v="900" actId="1035"/>
          <ac:spMkLst>
            <pc:docMk/>
            <pc:sldMk cId="3978420858" sldId="410"/>
            <ac:spMk id="5" creationId="{F6B984DB-733D-BE64-6F68-9C3ECF7DBDB3}"/>
          </ac:spMkLst>
        </pc:spChg>
        <pc:spChg chg="add mod">
          <ac:chgData name="Zheng Fei" userId="d19317889db4c986" providerId="LiveId" clId="{F89E2663-3A33-5D43-80E5-E987C0EC042A}" dt="2022-05-12T02:52:52.849" v="900" actId="1035"/>
          <ac:spMkLst>
            <pc:docMk/>
            <pc:sldMk cId="3978420858" sldId="410"/>
            <ac:spMk id="6" creationId="{677B1A80-B8EB-D137-F4E0-8B84807C8171}"/>
          </ac:spMkLst>
        </pc:spChg>
        <pc:spChg chg="add mod">
          <ac:chgData name="Zheng Fei" userId="d19317889db4c986" providerId="LiveId" clId="{F89E2663-3A33-5D43-80E5-E987C0EC042A}" dt="2022-05-12T03:03:39.209" v="971" actId="403"/>
          <ac:spMkLst>
            <pc:docMk/>
            <pc:sldMk cId="3978420858" sldId="410"/>
            <ac:spMk id="7" creationId="{FAB475F6-F42B-CAA2-507D-25CBD49FF434}"/>
          </ac:spMkLst>
        </pc:spChg>
        <pc:spChg chg="add mod">
          <ac:chgData name="Zheng Fei" userId="d19317889db4c986" providerId="LiveId" clId="{F89E2663-3A33-5D43-80E5-E987C0EC042A}" dt="2022-05-12T02:52:52.849" v="900" actId="1035"/>
          <ac:spMkLst>
            <pc:docMk/>
            <pc:sldMk cId="3978420858" sldId="410"/>
            <ac:spMk id="8" creationId="{FEBB5459-2AA5-26D1-8700-3D863F3A08D2}"/>
          </ac:spMkLst>
        </pc:spChg>
        <pc:spChg chg="add mod">
          <ac:chgData name="Zheng Fei" userId="d19317889db4c986" providerId="LiveId" clId="{F89E2663-3A33-5D43-80E5-E987C0EC042A}" dt="2022-05-12T04:53:05.665" v="2535" actId="1076"/>
          <ac:spMkLst>
            <pc:docMk/>
            <pc:sldMk cId="3978420858" sldId="410"/>
            <ac:spMk id="9" creationId="{54C5617D-7BDA-7A59-19CD-7E6FCE32F076}"/>
          </ac:spMkLst>
        </pc:spChg>
      </pc:sldChg>
      <pc:sldChg chg="addSp delSp modSp add mod modAnim">
        <pc:chgData name="Zheng Fei" userId="d19317889db4c986" providerId="LiveId" clId="{F89E2663-3A33-5D43-80E5-E987C0EC042A}" dt="2022-05-12T04:51:23.050" v="2532"/>
        <pc:sldMkLst>
          <pc:docMk/>
          <pc:sldMk cId="4254538466" sldId="411"/>
        </pc:sldMkLst>
        <pc:spChg chg="del">
          <ac:chgData name="Zheng Fei" userId="d19317889db4c986" providerId="LiveId" clId="{F89E2663-3A33-5D43-80E5-E987C0EC042A}" dt="2022-05-12T02:53:21.369" v="902" actId="478"/>
          <ac:spMkLst>
            <pc:docMk/>
            <pc:sldMk cId="4254538466" sldId="411"/>
            <ac:spMk id="9" creationId="{AA1A7F82-EE63-5E47-B4F6-EE6FD283C2D0}"/>
          </ac:spMkLst>
        </pc:spChg>
        <pc:spChg chg="add mod">
          <ac:chgData name="Zheng Fei" userId="d19317889db4c986" providerId="LiveId" clId="{F89E2663-3A33-5D43-80E5-E987C0EC042A}" dt="2022-05-12T04:51:15.894" v="2531" actId="1035"/>
          <ac:spMkLst>
            <pc:docMk/>
            <pc:sldMk cId="4254538466" sldId="411"/>
            <ac:spMk id="10" creationId="{0B64642F-5C20-6452-503D-A18D199879AD}"/>
          </ac:spMkLst>
        </pc:spChg>
        <pc:spChg chg="add mod">
          <ac:chgData name="Zheng Fei" userId="d19317889db4c986" providerId="LiveId" clId="{F89E2663-3A33-5D43-80E5-E987C0EC042A}" dt="2022-05-12T04:51:15.894" v="2531" actId="1035"/>
          <ac:spMkLst>
            <pc:docMk/>
            <pc:sldMk cId="4254538466" sldId="411"/>
            <ac:spMk id="11" creationId="{8DE1A1D7-2D36-59A2-4342-C0CF4AAB7F58}"/>
          </ac:spMkLst>
        </pc:spChg>
        <pc:spChg chg="add mod">
          <ac:chgData name="Zheng Fei" userId="d19317889db4c986" providerId="LiveId" clId="{F89E2663-3A33-5D43-80E5-E987C0EC042A}" dt="2022-05-12T04:51:15.894" v="2531" actId="1035"/>
          <ac:spMkLst>
            <pc:docMk/>
            <pc:sldMk cId="4254538466" sldId="411"/>
            <ac:spMk id="12" creationId="{32C0A03C-DC8D-3536-2CFC-7927353BCFC2}"/>
          </ac:spMkLst>
        </pc:spChg>
        <pc:spChg chg="add mod">
          <ac:chgData name="Zheng Fei" userId="d19317889db4c986" providerId="LiveId" clId="{F89E2663-3A33-5D43-80E5-E987C0EC042A}" dt="2022-05-12T04:51:15.894" v="2531" actId="1035"/>
          <ac:spMkLst>
            <pc:docMk/>
            <pc:sldMk cId="4254538466" sldId="411"/>
            <ac:spMk id="13" creationId="{8C37E478-4A18-C1D3-7240-BFD15F87BAA3}"/>
          </ac:spMkLst>
        </pc:spChg>
        <pc:spChg chg="add mod">
          <ac:chgData name="Zheng Fei" userId="d19317889db4c986" providerId="LiveId" clId="{F89E2663-3A33-5D43-80E5-E987C0EC042A}" dt="2022-05-12T04:51:15.894" v="2531" actId="1035"/>
          <ac:spMkLst>
            <pc:docMk/>
            <pc:sldMk cId="4254538466" sldId="411"/>
            <ac:spMk id="14" creationId="{86A25751-94FF-F3C2-1576-C3A5657B1B90}"/>
          </ac:spMkLst>
        </pc:spChg>
        <pc:spChg chg="add mod">
          <ac:chgData name="Zheng Fei" userId="d19317889db4c986" providerId="LiveId" clId="{F89E2663-3A33-5D43-80E5-E987C0EC042A}" dt="2022-05-12T04:51:15.894" v="2531" actId="1035"/>
          <ac:spMkLst>
            <pc:docMk/>
            <pc:sldMk cId="4254538466" sldId="411"/>
            <ac:spMk id="15" creationId="{1B181B46-9AC0-9692-AF63-66415B24BD19}"/>
          </ac:spMkLst>
        </pc:spChg>
        <pc:spChg chg="del">
          <ac:chgData name="Zheng Fei" userId="d19317889db4c986" providerId="LiveId" clId="{F89E2663-3A33-5D43-80E5-E987C0EC042A}" dt="2022-05-12T02:53:25.171" v="903" actId="478"/>
          <ac:spMkLst>
            <pc:docMk/>
            <pc:sldMk cId="4254538466" sldId="411"/>
            <ac:spMk id="18" creationId="{8C83BA01-EC14-5748-A57F-9E44209E0D51}"/>
          </ac:spMkLst>
        </pc:spChg>
        <pc:spChg chg="del">
          <ac:chgData name="Zheng Fei" userId="d19317889db4c986" providerId="LiveId" clId="{F89E2663-3A33-5D43-80E5-E987C0EC042A}" dt="2022-05-12T02:53:25.171" v="903" actId="478"/>
          <ac:spMkLst>
            <pc:docMk/>
            <pc:sldMk cId="4254538466" sldId="411"/>
            <ac:spMk id="22" creationId="{824D3C8C-C534-924F-AD55-31418DA732B8}"/>
          </ac:spMkLst>
        </pc:spChg>
        <pc:spChg chg="mod">
          <ac:chgData name="Zheng Fei" userId="d19317889db4c986" providerId="LiveId" clId="{F89E2663-3A33-5D43-80E5-E987C0EC042A}" dt="2022-05-12T04:01:44.600" v="1750" actId="207"/>
          <ac:spMkLst>
            <pc:docMk/>
            <pc:sldMk cId="4254538466" sldId="411"/>
            <ac:spMk id="24" creationId="{8C3DC205-D77E-054E-893D-DA753075BCE2}"/>
          </ac:spMkLst>
        </pc:spChg>
        <pc:grpChg chg="del">
          <ac:chgData name="Zheng Fei" userId="d19317889db4c986" providerId="LiveId" clId="{F89E2663-3A33-5D43-80E5-E987C0EC042A}" dt="2022-05-12T02:53:25.171" v="903" actId="478"/>
          <ac:grpSpMkLst>
            <pc:docMk/>
            <pc:sldMk cId="4254538466" sldId="411"/>
            <ac:grpSpMk id="19" creationId="{7EB2D513-44B3-D941-9833-01DC354517D7}"/>
          </ac:grpSpMkLst>
        </pc:grpChg>
        <pc:picChg chg="del">
          <ac:chgData name="Zheng Fei" userId="d19317889db4c986" providerId="LiveId" clId="{F89E2663-3A33-5D43-80E5-E987C0EC042A}" dt="2022-05-12T02:53:25.171" v="903" actId="478"/>
          <ac:picMkLst>
            <pc:docMk/>
            <pc:sldMk cId="4254538466" sldId="411"/>
            <ac:picMk id="23" creationId="{188F5652-E5DD-3245-8B6F-D6D4BDF2C088}"/>
          </ac:picMkLst>
        </pc:picChg>
      </pc:sldChg>
      <pc:sldChg chg="addSp delSp modSp add mod modAnim">
        <pc:chgData name="Zheng Fei" userId="d19317889db4c986" providerId="LiveId" clId="{F89E2663-3A33-5D43-80E5-E987C0EC042A}" dt="2022-05-12T04:52:46.033" v="2533"/>
        <pc:sldMkLst>
          <pc:docMk/>
          <pc:sldMk cId="2405140433" sldId="412"/>
        </pc:sldMkLst>
        <pc:spChg chg="add mod">
          <ac:chgData name="Zheng Fei" userId="d19317889db4c986" providerId="LiveId" clId="{F89E2663-3A33-5D43-80E5-E987C0EC042A}" dt="2022-05-12T03:02:03.620" v="951" actId="207"/>
          <ac:spMkLst>
            <pc:docMk/>
            <pc:sldMk cId="2405140433" sldId="412"/>
            <ac:spMk id="2" creationId="{7489AEDC-0556-833F-6147-8D0922C685B6}"/>
          </ac:spMkLst>
        </pc:spChg>
        <pc:spChg chg="add mod">
          <ac:chgData name="Zheng Fei" userId="d19317889db4c986" providerId="LiveId" clId="{F89E2663-3A33-5D43-80E5-E987C0EC042A}" dt="2022-05-12T03:02:53.027" v="965" actId="113"/>
          <ac:spMkLst>
            <pc:docMk/>
            <pc:sldMk cId="2405140433" sldId="412"/>
            <ac:spMk id="3" creationId="{9C33987B-2E98-244A-D1F7-DF00E8849FD8}"/>
          </ac:spMkLst>
        </pc:spChg>
        <pc:spChg chg="del">
          <ac:chgData name="Zheng Fei" userId="d19317889db4c986" providerId="LiveId" clId="{F89E2663-3A33-5D43-80E5-E987C0EC042A}" dt="2022-05-12T02:55:23.247" v="911" actId="478"/>
          <ac:spMkLst>
            <pc:docMk/>
            <pc:sldMk cId="2405140433" sldId="412"/>
            <ac:spMk id="9" creationId="{AA1A7F82-EE63-5E47-B4F6-EE6FD283C2D0}"/>
          </ac:spMkLst>
        </pc:spChg>
        <pc:spChg chg="del">
          <ac:chgData name="Zheng Fei" userId="d19317889db4c986" providerId="LiveId" clId="{F89E2663-3A33-5D43-80E5-E987C0EC042A}" dt="2022-05-12T02:55:25.936" v="912" actId="478"/>
          <ac:spMkLst>
            <pc:docMk/>
            <pc:sldMk cId="2405140433" sldId="412"/>
            <ac:spMk id="18" creationId="{8C83BA01-EC14-5748-A57F-9E44209E0D51}"/>
          </ac:spMkLst>
        </pc:spChg>
        <pc:spChg chg="del">
          <ac:chgData name="Zheng Fei" userId="d19317889db4c986" providerId="LiveId" clId="{F89E2663-3A33-5D43-80E5-E987C0EC042A}" dt="2022-05-12T02:55:23.247" v="911" actId="478"/>
          <ac:spMkLst>
            <pc:docMk/>
            <pc:sldMk cId="2405140433" sldId="412"/>
            <ac:spMk id="22" creationId="{824D3C8C-C534-924F-AD55-31418DA732B8}"/>
          </ac:spMkLst>
        </pc:spChg>
        <pc:spChg chg="mod">
          <ac:chgData name="Zheng Fei" userId="d19317889db4c986" providerId="LiveId" clId="{F89E2663-3A33-5D43-80E5-E987C0EC042A}" dt="2022-05-12T04:02:15.817" v="1772" actId="207"/>
          <ac:spMkLst>
            <pc:docMk/>
            <pc:sldMk cId="2405140433" sldId="412"/>
            <ac:spMk id="24" creationId="{8C3DC205-D77E-054E-893D-DA753075BCE2}"/>
          </ac:spMkLst>
        </pc:spChg>
        <pc:grpChg chg="del">
          <ac:chgData name="Zheng Fei" userId="d19317889db4c986" providerId="LiveId" clId="{F89E2663-3A33-5D43-80E5-E987C0EC042A}" dt="2022-05-12T02:55:23.247" v="911" actId="478"/>
          <ac:grpSpMkLst>
            <pc:docMk/>
            <pc:sldMk cId="2405140433" sldId="412"/>
            <ac:grpSpMk id="19" creationId="{7EB2D513-44B3-D941-9833-01DC354517D7}"/>
          </ac:grpSpMkLst>
        </pc:grpChg>
        <pc:picChg chg="add mod modCrop">
          <ac:chgData name="Zheng Fei" userId="d19317889db4c986" providerId="LiveId" clId="{F89E2663-3A33-5D43-80E5-E987C0EC042A}" dt="2022-05-12T03:03:04.961" v="966"/>
          <ac:picMkLst>
            <pc:docMk/>
            <pc:sldMk cId="2405140433" sldId="412"/>
            <ac:picMk id="10" creationId="{857BA6B8-1A54-3D60-4BCC-73F64B5D6369}"/>
          </ac:picMkLst>
        </pc:picChg>
        <pc:picChg chg="del">
          <ac:chgData name="Zheng Fei" userId="d19317889db4c986" providerId="LiveId" clId="{F89E2663-3A33-5D43-80E5-E987C0EC042A}" dt="2022-05-12T02:55:23.247" v="911" actId="478"/>
          <ac:picMkLst>
            <pc:docMk/>
            <pc:sldMk cId="2405140433" sldId="412"/>
            <ac:picMk id="23" creationId="{188F5652-E5DD-3245-8B6F-D6D4BDF2C088}"/>
          </ac:picMkLst>
        </pc:picChg>
      </pc:sldChg>
      <pc:sldChg chg="addSp delSp modSp add mod ord">
        <pc:chgData name="Zheng Fei" userId="d19317889db4c986" providerId="LiveId" clId="{F89E2663-3A33-5D43-80E5-E987C0EC042A}" dt="2022-05-12T04:02:21.717" v="1773" actId="113"/>
        <pc:sldMkLst>
          <pc:docMk/>
          <pc:sldMk cId="831065671" sldId="413"/>
        </pc:sldMkLst>
        <pc:spChg chg="add mod">
          <ac:chgData name="Zheng Fei" userId="d19317889db4c986" providerId="LiveId" clId="{F89E2663-3A33-5D43-80E5-E987C0EC042A}" dt="2022-05-12T03:14:25.406" v="1001" actId="20577"/>
          <ac:spMkLst>
            <pc:docMk/>
            <pc:sldMk cId="831065671" sldId="413"/>
            <ac:spMk id="2" creationId="{489DF04E-A55C-E6D9-FBAE-021E759AEA2B}"/>
          </ac:spMkLst>
        </pc:spChg>
        <pc:spChg chg="add mod">
          <ac:chgData name="Zheng Fei" userId="d19317889db4c986" providerId="LiveId" clId="{F89E2663-3A33-5D43-80E5-E987C0EC042A}" dt="2022-05-12T04:02:21.717" v="1773" actId="113"/>
          <ac:spMkLst>
            <pc:docMk/>
            <pc:sldMk cId="831065671" sldId="413"/>
            <ac:spMk id="3" creationId="{285E10AF-C057-051A-144E-DD8A2F6E9CD4}"/>
          </ac:spMkLst>
        </pc:spChg>
        <pc:spChg chg="del">
          <ac:chgData name="Zheng Fei" userId="d19317889db4c986" providerId="LiveId" clId="{F89E2663-3A33-5D43-80E5-E987C0EC042A}" dt="2022-05-12T02:57:23.272" v="917" actId="478"/>
          <ac:spMkLst>
            <pc:docMk/>
            <pc:sldMk cId="831065671" sldId="413"/>
            <ac:spMk id="9" creationId="{AA1A7F82-EE63-5E47-B4F6-EE6FD283C2D0}"/>
          </ac:spMkLst>
        </pc:spChg>
        <pc:spChg chg="add mod">
          <ac:chgData name="Zheng Fei" userId="d19317889db4c986" providerId="LiveId" clId="{F89E2663-3A33-5D43-80E5-E987C0EC042A}" dt="2022-05-12T03:14:09.474" v="995" actId="1076"/>
          <ac:spMkLst>
            <pc:docMk/>
            <pc:sldMk cId="831065671" sldId="413"/>
            <ac:spMk id="10" creationId="{1970B069-BBA7-A602-222E-70E6D51DBD38}"/>
          </ac:spMkLst>
        </pc:spChg>
        <pc:spChg chg="del">
          <ac:chgData name="Zheng Fei" userId="d19317889db4c986" providerId="LiveId" clId="{F89E2663-3A33-5D43-80E5-E987C0EC042A}" dt="2022-05-12T02:57:25.390" v="918" actId="478"/>
          <ac:spMkLst>
            <pc:docMk/>
            <pc:sldMk cId="831065671" sldId="413"/>
            <ac:spMk id="18" creationId="{8C83BA01-EC14-5748-A57F-9E44209E0D51}"/>
          </ac:spMkLst>
        </pc:spChg>
        <pc:spChg chg="del">
          <ac:chgData name="Zheng Fei" userId="d19317889db4c986" providerId="LiveId" clId="{F89E2663-3A33-5D43-80E5-E987C0EC042A}" dt="2022-05-12T02:57:23.272" v="917" actId="478"/>
          <ac:spMkLst>
            <pc:docMk/>
            <pc:sldMk cId="831065671" sldId="413"/>
            <ac:spMk id="22" creationId="{824D3C8C-C534-924F-AD55-31418DA732B8}"/>
          </ac:spMkLst>
        </pc:spChg>
        <pc:spChg chg="mod">
          <ac:chgData name="Zheng Fei" userId="d19317889db4c986" providerId="LiveId" clId="{F89E2663-3A33-5D43-80E5-E987C0EC042A}" dt="2022-05-12T04:02:05.898" v="1763" actId="207"/>
          <ac:spMkLst>
            <pc:docMk/>
            <pc:sldMk cId="831065671" sldId="413"/>
            <ac:spMk id="24" creationId="{8C3DC205-D77E-054E-893D-DA753075BCE2}"/>
          </ac:spMkLst>
        </pc:spChg>
        <pc:grpChg chg="del">
          <ac:chgData name="Zheng Fei" userId="d19317889db4c986" providerId="LiveId" clId="{F89E2663-3A33-5D43-80E5-E987C0EC042A}" dt="2022-05-12T02:57:23.272" v="917" actId="478"/>
          <ac:grpSpMkLst>
            <pc:docMk/>
            <pc:sldMk cId="831065671" sldId="413"/>
            <ac:grpSpMk id="19" creationId="{7EB2D513-44B3-D941-9833-01DC354517D7}"/>
          </ac:grpSpMkLst>
        </pc:grpChg>
        <pc:picChg chg="del">
          <ac:chgData name="Zheng Fei" userId="d19317889db4c986" providerId="LiveId" clId="{F89E2663-3A33-5D43-80E5-E987C0EC042A}" dt="2022-05-12T02:57:23.272" v="917" actId="478"/>
          <ac:picMkLst>
            <pc:docMk/>
            <pc:sldMk cId="831065671" sldId="413"/>
            <ac:picMk id="23" creationId="{188F5652-E5DD-3245-8B6F-D6D4BDF2C088}"/>
          </ac:picMkLst>
        </pc:picChg>
      </pc:sldChg>
      <pc:sldChg chg="addSp delSp modSp add mod ord">
        <pc:chgData name="Zheng Fei" userId="d19317889db4c986" providerId="LiveId" clId="{F89E2663-3A33-5D43-80E5-E987C0EC042A}" dt="2022-05-12T04:00:15.147" v="1712" actId="1076"/>
        <pc:sldMkLst>
          <pc:docMk/>
          <pc:sldMk cId="604693719" sldId="414"/>
        </pc:sldMkLst>
        <pc:spChg chg="mod">
          <ac:chgData name="Zheng Fei" userId="d19317889db4c986" providerId="LiveId" clId="{F89E2663-3A33-5D43-80E5-E987C0EC042A}" dt="2022-05-12T02:43:25.601" v="691" actId="255"/>
          <ac:spMkLst>
            <pc:docMk/>
            <pc:sldMk cId="604693719" sldId="414"/>
            <ac:spMk id="4" creationId="{DC22F3C9-816A-4BB8-B939-C1D0F209CC33}"/>
          </ac:spMkLst>
        </pc:spChg>
        <pc:spChg chg="del mod">
          <ac:chgData name="Zheng Fei" userId="d19317889db4c986" providerId="LiveId" clId="{F89E2663-3A33-5D43-80E5-E987C0EC042A}" dt="2022-05-12T02:42:37.990" v="649" actId="478"/>
          <ac:spMkLst>
            <pc:docMk/>
            <pc:sldMk cId="604693719" sldId="414"/>
            <ac:spMk id="6" creationId="{FD625623-8C0D-4360-A6B9-68B1FD109A4D}"/>
          </ac:spMkLst>
        </pc:spChg>
        <pc:spChg chg="mod">
          <ac:chgData name="Zheng Fei" userId="d19317889db4c986" providerId="LiveId" clId="{F89E2663-3A33-5D43-80E5-E987C0EC042A}" dt="2022-05-12T02:43:25.601" v="691" actId="255"/>
          <ac:spMkLst>
            <pc:docMk/>
            <pc:sldMk cId="604693719" sldId="414"/>
            <ac:spMk id="7" creationId="{5C46301E-7F9D-4535-8ACD-9AF27D019954}"/>
          </ac:spMkLst>
        </pc:spChg>
        <pc:spChg chg="mod">
          <ac:chgData name="Zheng Fei" userId="d19317889db4c986" providerId="LiveId" clId="{F89E2663-3A33-5D43-80E5-E987C0EC042A}" dt="2022-05-12T02:43:25.601" v="691" actId="255"/>
          <ac:spMkLst>
            <pc:docMk/>
            <pc:sldMk cId="604693719" sldId="414"/>
            <ac:spMk id="11" creationId="{AE2B94EB-C6B5-4AE6-BF22-C2135E302E03}"/>
          </ac:spMkLst>
        </pc:spChg>
        <pc:spChg chg="mod">
          <ac:chgData name="Zheng Fei" userId="d19317889db4c986" providerId="LiveId" clId="{F89E2663-3A33-5D43-80E5-E987C0EC042A}" dt="2022-05-12T02:43:25.601" v="691" actId="255"/>
          <ac:spMkLst>
            <pc:docMk/>
            <pc:sldMk cId="604693719" sldId="414"/>
            <ac:spMk id="12" creationId="{1630126F-5361-43D9-A043-91A12CCF33C8}"/>
          </ac:spMkLst>
        </pc:spChg>
        <pc:spChg chg="del">
          <ac:chgData name="Zheng Fei" userId="d19317889db4c986" providerId="LiveId" clId="{F89E2663-3A33-5D43-80E5-E987C0EC042A}" dt="2022-05-12T02:36:16.410" v="435" actId="478"/>
          <ac:spMkLst>
            <pc:docMk/>
            <pc:sldMk cId="604693719" sldId="414"/>
            <ac:spMk id="13" creationId="{52EDE416-9B0F-4904-948D-CFDBE023FF06}"/>
          </ac:spMkLst>
        </pc:spChg>
        <pc:spChg chg="del">
          <ac:chgData name="Zheng Fei" userId="d19317889db4c986" providerId="LiveId" clId="{F89E2663-3A33-5D43-80E5-E987C0EC042A}" dt="2022-05-12T02:36:35.234" v="439" actId="478"/>
          <ac:spMkLst>
            <pc:docMk/>
            <pc:sldMk cId="604693719" sldId="414"/>
            <ac:spMk id="14" creationId="{C6B2C2D1-6E82-4B98-97EE-358854F2A1F2}"/>
          </ac:spMkLst>
        </pc:spChg>
        <pc:spChg chg="del">
          <ac:chgData name="Zheng Fei" userId="d19317889db4c986" providerId="LiveId" clId="{F89E2663-3A33-5D43-80E5-E987C0EC042A}" dt="2022-05-12T02:36:33.218" v="438" actId="478"/>
          <ac:spMkLst>
            <pc:docMk/>
            <pc:sldMk cId="604693719" sldId="414"/>
            <ac:spMk id="15" creationId="{2747D8AD-28BA-47EF-8943-7E70E85B0E0C}"/>
          </ac:spMkLst>
        </pc:spChg>
        <pc:spChg chg="del">
          <ac:chgData name="Zheng Fei" userId="d19317889db4c986" providerId="LiveId" clId="{F89E2663-3A33-5D43-80E5-E987C0EC042A}" dt="2022-05-12T02:36:37.378" v="440" actId="478"/>
          <ac:spMkLst>
            <pc:docMk/>
            <pc:sldMk cId="604693719" sldId="414"/>
            <ac:spMk id="16" creationId="{DAB63DB9-6D45-4E87-BF3C-5F73CC664ED1}"/>
          </ac:spMkLst>
        </pc:spChg>
        <pc:spChg chg="del mod">
          <ac:chgData name="Zheng Fei" userId="d19317889db4c986" providerId="LiveId" clId="{F89E2663-3A33-5D43-80E5-E987C0EC042A}" dt="2022-05-12T02:38:18.963" v="514" actId="478"/>
          <ac:spMkLst>
            <pc:docMk/>
            <pc:sldMk cId="604693719" sldId="414"/>
            <ac:spMk id="18" creationId="{95906BD2-DDEA-4310-8173-DC69FF30FBD5}"/>
          </ac:spMkLst>
        </pc:spChg>
        <pc:spChg chg="add del">
          <ac:chgData name="Zheng Fei" userId="d19317889db4c986" providerId="LiveId" clId="{F89E2663-3A33-5D43-80E5-E987C0EC042A}" dt="2022-05-12T02:36:39.708" v="441" actId="478"/>
          <ac:spMkLst>
            <pc:docMk/>
            <pc:sldMk cId="604693719" sldId="414"/>
            <ac:spMk id="19" creationId="{FBADE0FA-C4C2-43FA-82B0-2896BB04AB75}"/>
          </ac:spMkLst>
        </pc:spChg>
        <pc:spChg chg="mod">
          <ac:chgData name="Zheng Fei" userId="d19317889db4c986" providerId="LiveId" clId="{F89E2663-3A33-5D43-80E5-E987C0EC042A}" dt="2022-05-12T02:43:25.601" v="691" actId="255"/>
          <ac:spMkLst>
            <pc:docMk/>
            <pc:sldMk cId="604693719" sldId="414"/>
            <ac:spMk id="20" creationId="{E944E091-E573-69D1-733F-8370712A7F87}"/>
          </ac:spMkLst>
        </pc:spChg>
        <pc:spChg chg="add mod">
          <ac:chgData name="Zheng Fei" userId="d19317889db4c986" providerId="LiveId" clId="{F89E2663-3A33-5D43-80E5-E987C0EC042A}" dt="2022-05-12T02:43:25.601" v="691" actId="255"/>
          <ac:spMkLst>
            <pc:docMk/>
            <pc:sldMk cId="604693719" sldId="414"/>
            <ac:spMk id="22" creationId="{925C3F2F-60F0-1B94-8CB9-F84E473FDDB9}"/>
          </ac:spMkLst>
        </pc:spChg>
        <pc:spChg chg="add mod">
          <ac:chgData name="Zheng Fei" userId="d19317889db4c986" providerId="LiveId" clId="{F89E2663-3A33-5D43-80E5-E987C0EC042A}" dt="2022-05-12T04:00:15.147" v="1712" actId="1076"/>
          <ac:spMkLst>
            <pc:docMk/>
            <pc:sldMk cId="604693719" sldId="414"/>
            <ac:spMk id="23" creationId="{9D87F99E-6D01-C33C-58F9-81249677E947}"/>
          </ac:spMkLst>
        </pc:spChg>
        <pc:grpChg chg="add del mod">
          <ac:chgData name="Zheng Fei" userId="d19317889db4c986" providerId="LiveId" clId="{F89E2663-3A33-5D43-80E5-E987C0EC042A}" dt="2022-05-12T02:36:53.379" v="443" actId="255"/>
          <ac:grpSpMkLst>
            <pc:docMk/>
            <pc:sldMk cId="604693719" sldId="414"/>
            <ac:grpSpMk id="17" creationId="{4E7B4B75-722E-4F07-8322-F7A3C2DEA5C2}"/>
          </ac:grpSpMkLst>
        </pc:grpChg>
        <pc:graphicFrameChg chg="mod">
          <ac:chgData name="Zheng Fei" userId="d19317889db4c986" providerId="LiveId" clId="{F89E2663-3A33-5D43-80E5-E987C0EC042A}" dt="2022-05-12T02:42:24.722" v="647" actId="1076"/>
          <ac:graphicFrameMkLst>
            <pc:docMk/>
            <pc:sldMk cId="604693719" sldId="414"/>
            <ac:graphicFrameMk id="21" creationId="{16586C17-1A8C-9C4B-0CA7-A8D13C9467E8}"/>
          </ac:graphicFrameMkLst>
        </pc:graphicFrameChg>
      </pc:sldChg>
      <pc:sldChg chg="delSp modSp add mod">
        <pc:chgData name="Zheng Fei" userId="d19317889db4c986" providerId="LiveId" clId="{F89E2663-3A33-5D43-80E5-E987C0EC042A}" dt="2022-05-12T03:33:54.193" v="1491" actId="113"/>
        <pc:sldMkLst>
          <pc:docMk/>
          <pc:sldMk cId="2125619489" sldId="415"/>
        </pc:sldMkLst>
        <pc:spChg chg="del">
          <ac:chgData name="Zheng Fei" userId="d19317889db4c986" providerId="LiveId" clId="{F89E2663-3A33-5D43-80E5-E987C0EC042A}" dt="2022-05-12T03:32:23.134" v="1409" actId="478"/>
          <ac:spMkLst>
            <pc:docMk/>
            <pc:sldMk cId="2125619489" sldId="415"/>
            <ac:spMk id="4" creationId="{53ED282F-8338-413B-ADB5-E7C0D048A32E}"/>
          </ac:spMkLst>
        </pc:spChg>
        <pc:spChg chg="mod">
          <ac:chgData name="Zheng Fei" userId="d19317889db4c986" providerId="LiveId" clId="{F89E2663-3A33-5D43-80E5-E987C0EC042A}" dt="2022-05-12T03:33:13.687" v="1475" actId="207"/>
          <ac:spMkLst>
            <pc:docMk/>
            <pc:sldMk cId="2125619489" sldId="415"/>
            <ac:spMk id="5" creationId="{D84EDB0C-EE6A-467C-A08E-A9A1E187096D}"/>
          </ac:spMkLst>
        </pc:spChg>
        <pc:spChg chg="mod">
          <ac:chgData name="Zheng Fei" userId="d19317889db4c986" providerId="LiveId" clId="{F89E2663-3A33-5D43-80E5-E987C0EC042A}" dt="2022-05-12T03:32:56.097" v="1452" actId="1036"/>
          <ac:spMkLst>
            <pc:docMk/>
            <pc:sldMk cId="2125619489" sldId="415"/>
            <ac:spMk id="7" creationId="{9C53C49E-8284-4DA1-BDD6-C475A1808E44}"/>
          </ac:spMkLst>
        </pc:spChg>
        <pc:spChg chg="mod">
          <ac:chgData name="Zheng Fei" userId="d19317889db4c986" providerId="LiveId" clId="{F89E2663-3A33-5D43-80E5-E987C0EC042A}" dt="2022-05-12T03:33:54.193" v="1491" actId="113"/>
          <ac:spMkLst>
            <pc:docMk/>
            <pc:sldMk cId="2125619489" sldId="415"/>
            <ac:spMk id="8" creationId="{BCD79FAB-C40C-D07D-9951-4EF46E6B744E}"/>
          </ac:spMkLst>
        </pc:spChg>
        <pc:spChg chg="mod">
          <ac:chgData name="Zheng Fei" userId="d19317889db4c986" providerId="LiveId" clId="{F89E2663-3A33-5D43-80E5-E987C0EC042A}" dt="2022-05-12T03:33:50.474" v="1490" actId="113"/>
          <ac:spMkLst>
            <pc:docMk/>
            <pc:sldMk cId="2125619489" sldId="415"/>
            <ac:spMk id="9" creationId="{D40FA7CE-3B45-05D3-AD6D-52A010812803}"/>
          </ac:spMkLst>
        </pc:spChg>
        <pc:spChg chg="del mod">
          <ac:chgData name="Zheng Fei" userId="d19317889db4c986" providerId="LiveId" clId="{F89E2663-3A33-5D43-80E5-E987C0EC042A}" dt="2022-05-12T03:33:01.072" v="1454" actId="478"/>
          <ac:spMkLst>
            <pc:docMk/>
            <pc:sldMk cId="2125619489" sldId="415"/>
            <ac:spMk id="10" creationId="{1D0A0DC3-3C24-4636-A6DF-46C72759A215}"/>
          </ac:spMkLst>
        </pc:spChg>
        <pc:spChg chg="del mod">
          <ac:chgData name="Zheng Fei" userId="d19317889db4c986" providerId="LiveId" clId="{F89E2663-3A33-5D43-80E5-E987C0EC042A}" dt="2022-05-12T03:32:58.831" v="1453" actId="478"/>
          <ac:spMkLst>
            <pc:docMk/>
            <pc:sldMk cId="2125619489" sldId="415"/>
            <ac:spMk id="11" creationId="{EA701BC6-FAD8-4DD5-A7E3-DEAD71BDBD51}"/>
          </ac:spMkLst>
        </pc:spChg>
      </pc:sldChg>
      <pc:sldChg chg="add">
        <pc:chgData name="Zheng Fei" userId="d19317889db4c986" providerId="LiveId" clId="{F89E2663-3A33-5D43-80E5-E987C0EC042A}" dt="2022-05-12T04:09:16.613" v="2178"/>
        <pc:sldMkLst>
          <pc:docMk/>
          <pc:sldMk cId="1938112062" sldId="416"/>
        </pc:sldMkLst>
      </pc:sldChg>
      <pc:sldChg chg="addSp modSp new mod">
        <pc:chgData name="Zheng Fei" userId="d19317889db4c986" providerId="LiveId" clId="{F89E2663-3A33-5D43-80E5-E987C0EC042A}" dt="2022-05-12T04:26:33.282" v="2517" actId="20577"/>
        <pc:sldMkLst>
          <pc:docMk/>
          <pc:sldMk cId="1395355874" sldId="417"/>
        </pc:sldMkLst>
        <pc:spChg chg="mod">
          <ac:chgData name="Zheng Fei" userId="d19317889db4c986" providerId="LiveId" clId="{F89E2663-3A33-5D43-80E5-E987C0EC042A}" dt="2022-05-12T04:26:29.122" v="2516" actId="1076"/>
          <ac:spMkLst>
            <pc:docMk/>
            <pc:sldMk cId="1395355874" sldId="417"/>
            <ac:spMk id="3" creationId="{F210E5BE-7DB3-F67C-978B-421D1C656276}"/>
          </ac:spMkLst>
        </pc:spChg>
        <pc:spChg chg="mod">
          <ac:chgData name="Zheng Fei" userId="d19317889db4c986" providerId="LiveId" clId="{F89E2663-3A33-5D43-80E5-E987C0EC042A}" dt="2022-05-12T04:26:29.122" v="2516" actId="1076"/>
          <ac:spMkLst>
            <pc:docMk/>
            <pc:sldMk cId="1395355874" sldId="417"/>
            <ac:spMk id="4" creationId="{715708B9-F6CC-A5F2-6929-7BDC74F93A31}"/>
          </ac:spMkLst>
        </pc:spChg>
        <pc:spChg chg="mod">
          <ac:chgData name="Zheng Fei" userId="d19317889db4c986" providerId="LiveId" clId="{F89E2663-3A33-5D43-80E5-E987C0EC042A}" dt="2022-05-12T04:26:29.122" v="2516" actId="1076"/>
          <ac:spMkLst>
            <pc:docMk/>
            <pc:sldMk cId="1395355874" sldId="417"/>
            <ac:spMk id="5" creationId="{30700937-B0D7-CE29-8040-3B9A9F2243F9}"/>
          </ac:spMkLst>
        </pc:spChg>
        <pc:spChg chg="mod">
          <ac:chgData name="Zheng Fei" userId="d19317889db4c986" providerId="LiveId" clId="{F89E2663-3A33-5D43-80E5-E987C0EC042A}" dt="2022-05-12T04:26:29.122" v="2516" actId="1076"/>
          <ac:spMkLst>
            <pc:docMk/>
            <pc:sldMk cId="1395355874" sldId="417"/>
            <ac:spMk id="6" creationId="{A8A4CCA9-98D6-3E93-FE9C-7D2D05002CD5}"/>
          </ac:spMkLst>
        </pc:spChg>
        <pc:spChg chg="mod">
          <ac:chgData name="Zheng Fei" userId="d19317889db4c986" providerId="LiveId" clId="{F89E2663-3A33-5D43-80E5-E987C0EC042A}" dt="2022-05-12T04:26:29.122" v="2516" actId="1076"/>
          <ac:spMkLst>
            <pc:docMk/>
            <pc:sldMk cId="1395355874" sldId="417"/>
            <ac:spMk id="7" creationId="{20FC59C7-3143-4454-FEE2-F1A600D42098}"/>
          </ac:spMkLst>
        </pc:spChg>
        <pc:spChg chg="mod">
          <ac:chgData name="Zheng Fei" userId="d19317889db4c986" providerId="LiveId" clId="{F89E2663-3A33-5D43-80E5-E987C0EC042A}" dt="2022-05-12T04:26:29.122" v="2516" actId="1076"/>
          <ac:spMkLst>
            <pc:docMk/>
            <pc:sldMk cId="1395355874" sldId="417"/>
            <ac:spMk id="8" creationId="{21E18D74-8C74-F0B1-1E16-657D76B23ED1}"/>
          </ac:spMkLst>
        </pc:spChg>
        <pc:spChg chg="mod">
          <ac:chgData name="Zheng Fei" userId="d19317889db4c986" providerId="LiveId" clId="{F89E2663-3A33-5D43-80E5-E987C0EC042A}" dt="2022-05-12T04:26:29.122" v="2516" actId="1076"/>
          <ac:spMkLst>
            <pc:docMk/>
            <pc:sldMk cId="1395355874" sldId="417"/>
            <ac:spMk id="9" creationId="{12327882-794C-6135-AAF2-46B9B066B6D0}"/>
          </ac:spMkLst>
        </pc:spChg>
        <pc:spChg chg="mod">
          <ac:chgData name="Zheng Fei" userId="d19317889db4c986" providerId="LiveId" clId="{F89E2663-3A33-5D43-80E5-E987C0EC042A}" dt="2022-05-12T04:26:29.122" v="2516" actId="1076"/>
          <ac:spMkLst>
            <pc:docMk/>
            <pc:sldMk cId="1395355874" sldId="417"/>
            <ac:spMk id="10" creationId="{52828937-0CD8-7FBF-AE25-A36233BE8F9D}"/>
          </ac:spMkLst>
        </pc:spChg>
        <pc:spChg chg="mod">
          <ac:chgData name="Zheng Fei" userId="d19317889db4c986" providerId="LiveId" clId="{F89E2663-3A33-5D43-80E5-E987C0EC042A}" dt="2022-05-12T04:26:29.122" v="2516" actId="1076"/>
          <ac:spMkLst>
            <pc:docMk/>
            <pc:sldMk cId="1395355874" sldId="417"/>
            <ac:spMk id="11" creationId="{52490CCD-0E86-F982-FCB3-5EFBDBD18376}"/>
          </ac:spMkLst>
        </pc:spChg>
        <pc:spChg chg="mod">
          <ac:chgData name="Zheng Fei" userId="d19317889db4c986" providerId="LiveId" clId="{F89E2663-3A33-5D43-80E5-E987C0EC042A}" dt="2022-05-12T04:26:29.122" v="2516" actId="1076"/>
          <ac:spMkLst>
            <pc:docMk/>
            <pc:sldMk cId="1395355874" sldId="417"/>
            <ac:spMk id="12" creationId="{DC0E610D-05F3-F588-BCE5-CDD67D973E86}"/>
          </ac:spMkLst>
        </pc:spChg>
        <pc:spChg chg="add mod">
          <ac:chgData name="Zheng Fei" userId="d19317889db4c986" providerId="LiveId" clId="{F89E2663-3A33-5D43-80E5-E987C0EC042A}" dt="2022-05-12T04:26:33.282" v="2517" actId="20577"/>
          <ac:spMkLst>
            <pc:docMk/>
            <pc:sldMk cId="1395355874" sldId="417"/>
            <ac:spMk id="14" creationId="{92C790B6-9F7E-2159-6679-060B189EED7E}"/>
          </ac:spMkLst>
        </pc:spChg>
        <pc:spChg chg="add mod">
          <ac:chgData name="Zheng Fei" userId="d19317889db4c986" providerId="LiveId" clId="{F89E2663-3A33-5D43-80E5-E987C0EC042A}" dt="2022-05-12T04:25:29.722" v="2441"/>
          <ac:spMkLst>
            <pc:docMk/>
            <pc:sldMk cId="1395355874" sldId="417"/>
            <ac:spMk id="15" creationId="{5768E055-395E-F5AE-241F-07FBDEA4F03C}"/>
          </ac:spMkLst>
        </pc:spChg>
        <pc:grpChg chg="add mod">
          <ac:chgData name="Zheng Fei" userId="d19317889db4c986" providerId="LiveId" clId="{F89E2663-3A33-5D43-80E5-E987C0EC042A}" dt="2022-05-12T04:26:29.122" v="2516" actId="1076"/>
          <ac:grpSpMkLst>
            <pc:docMk/>
            <pc:sldMk cId="1395355874" sldId="417"/>
            <ac:grpSpMk id="2" creationId="{B6145199-8358-3A05-7F5C-B57E005985DB}"/>
          </ac:grpSpMkLst>
        </pc:grpChg>
      </pc:sldChg>
      <pc:sldChg chg="modSp add modAnim">
        <pc:chgData name="Zheng Fei" userId="d19317889db4c986" providerId="LiveId" clId="{F89E2663-3A33-5D43-80E5-E987C0EC042A}" dt="2022-05-12T04:56:01.079" v="2545"/>
        <pc:sldMkLst>
          <pc:docMk/>
          <pc:sldMk cId="0" sldId="418"/>
        </pc:sldMkLst>
        <pc:spChg chg="mod">
          <ac:chgData name="Zheng Fei" userId="d19317889db4c986" providerId="LiveId" clId="{F89E2663-3A33-5D43-80E5-E987C0EC042A}" dt="2022-05-12T04:55:35.102" v="2543" actId="2711"/>
          <ac:spMkLst>
            <pc:docMk/>
            <pc:sldMk cId="0" sldId="418"/>
            <ac:spMk id="57357" creationId="{F87949BF-B369-3F46-9727-9356695E8279}"/>
          </ac:spMkLst>
        </pc:spChg>
        <pc:spChg chg="mod">
          <ac:chgData name="Zheng Fei" userId="d19317889db4c986" providerId="LiveId" clId="{F89E2663-3A33-5D43-80E5-E987C0EC042A}" dt="2022-05-12T04:55:35.102" v="2543" actId="2711"/>
          <ac:spMkLst>
            <pc:docMk/>
            <pc:sldMk cId="0" sldId="418"/>
            <ac:spMk id="57360" creationId="{40DFAB25-2792-2947-B012-C138721B04AB}"/>
          </ac:spMkLst>
        </pc:spChg>
        <pc:spChg chg="mod">
          <ac:chgData name="Zheng Fei" userId="d19317889db4c986" providerId="LiveId" clId="{F89E2663-3A33-5D43-80E5-E987C0EC042A}" dt="2022-05-12T04:55:35.102" v="2543" actId="2711"/>
          <ac:spMkLst>
            <pc:docMk/>
            <pc:sldMk cId="0" sldId="418"/>
            <ac:spMk id="57362" creationId="{7400DC87-2153-3E4C-9C05-82F2DEF1A116}"/>
          </ac:spMkLst>
        </pc:spChg>
        <pc:spChg chg="mod">
          <ac:chgData name="Zheng Fei" userId="d19317889db4c986" providerId="LiveId" clId="{F89E2663-3A33-5D43-80E5-E987C0EC042A}" dt="2022-05-12T04:55:35.102" v="2543" actId="2711"/>
          <ac:spMkLst>
            <pc:docMk/>
            <pc:sldMk cId="0" sldId="418"/>
            <ac:spMk id="57363" creationId="{7BE0CA87-3ECD-AB44-AAE2-989EA3F85CA2}"/>
          </ac:spMkLst>
        </pc:spChg>
        <pc:graphicFrameChg chg="mod">
          <ac:chgData name="Zheng Fei" userId="d19317889db4c986" providerId="LiveId" clId="{F89E2663-3A33-5D43-80E5-E987C0EC042A}" dt="2022-05-12T04:55:35.102" v="2543" actId="2711"/>
          <ac:graphicFrameMkLst>
            <pc:docMk/>
            <pc:sldMk cId="0" sldId="418"/>
            <ac:graphicFrameMk id="57359" creationId="{C08098F0-59B8-9E4A-8464-76E6001A5673}"/>
          </ac:graphicFrameMkLst>
        </pc:graphicFrameChg>
      </pc:sldChg>
      <pc:sldChg chg="modSp add modTransition modAnim">
        <pc:chgData name="Zheng Fei" userId="d19317889db4c986" providerId="LiveId" clId="{F89E2663-3A33-5D43-80E5-E987C0EC042A}" dt="2022-05-12T09:33:35.939" v="3014" actId="1037"/>
        <pc:sldMkLst>
          <pc:docMk/>
          <pc:sldMk cId="372205630" sldId="428"/>
        </pc:sldMkLst>
        <pc:spChg chg="mod">
          <ac:chgData name="Zheng Fei" userId="d19317889db4c986" providerId="LiveId" clId="{F89E2663-3A33-5D43-80E5-E987C0EC042A}" dt="2022-05-12T09:33:35.939" v="3014" actId="1037"/>
          <ac:spMkLst>
            <pc:docMk/>
            <pc:sldMk cId="372205630" sldId="428"/>
            <ac:spMk id="8" creationId="{82411C5B-67DC-4B4F-840B-5E17F056B9B1}"/>
          </ac:spMkLst>
        </pc:spChg>
        <pc:spChg chg="mod">
          <ac:chgData name="Zheng Fei" userId="d19317889db4c986" providerId="LiveId" clId="{F89E2663-3A33-5D43-80E5-E987C0EC042A}" dt="2022-05-12T09:33:35.939" v="3014" actId="1037"/>
          <ac:spMkLst>
            <pc:docMk/>
            <pc:sldMk cId="372205630" sldId="428"/>
            <ac:spMk id="9" creationId="{36AA3691-A12B-0D4C-9D31-782C1177AA9A}"/>
          </ac:spMkLst>
        </pc:spChg>
        <pc:spChg chg="mod">
          <ac:chgData name="Zheng Fei" userId="d19317889db4c986" providerId="LiveId" clId="{F89E2663-3A33-5D43-80E5-E987C0EC042A}" dt="2022-05-12T09:33:35.939" v="3014" actId="1037"/>
          <ac:spMkLst>
            <pc:docMk/>
            <pc:sldMk cId="372205630" sldId="428"/>
            <ac:spMk id="10" creationId="{1FE33EA6-139C-7146-A0E1-4C6B128D397D}"/>
          </ac:spMkLst>
        </pc:spChg>
        <pc:spChg chg="mod">
          <ac:chgData name="Zheng Fei" userId="d19317889db4c986" providerId="LiveId" clId="{F89E2663-3A33-5D43-80E5-E987C0EC042A}" dt="2022-05-12T09:33:35.939" v="3014" actId="1037"/>
          <ac:spMkLst>
            <pc:docMk/>
            <pc:sldMk cId="372205630" sldId="428"/>
            <ac:spMk id="11" creationId="{9BBCBCC7-3772-7841-A255-D9B1C0777899}"/>
          </ac:spMkLst>
        </pc:spChg>
        <pc:grpChg chg="mod">
          <ac:chgData name="Zheng Fei" userId="d19317889db4c986" providerId="LiveId" clId="{F89E2663-3A33-5D43-80E5-E987C0EC042A}" dt="2022-05-12T09:33:35.939" v="3014" actId="1037"/>
          <ac:grpSpMkLst>
            <pc:docMk/>
            <pc:sldMk cId="372205630" sldId="428"/>
            <ac:grpSpMk id="6" creationId="{83F4D58D-EA28-F444-8D62-787376621ABD}"/>
          </ac:grpSpMkLst>
        </pc:grpChg>
        <pc:graphicFrameChg chg="mod">
          <ac:chgData name="Zheng Fei" userId="d19317889db4c986" providerId="LiveId" clId="{F89E2663-3A33-5D43-80E5-E987C0EC042A}" dt="2022-05-12T09:33:35.939" v="3014" actId="1037"/>
          <ac:graphicFrameMkLst>
            <pc:docMk/>
            <pc:sldMk cId="372205630" sldId="428"/>
            <ac:graphicFrameMk id="7" creationId="{56625853-0183-3B4B-9156-B467CDE0A55F}"/>
          </ac:graphicFrameMkLst>
        </pc:graphicFrameChg>
      </pc:sldChg>
      <pc:sldChg chg="modSp add mod modTransition">
        <pc:chgData name="Zheng Fei" userId="d19317889db4c986" providerId="LiveId" clId="{F89E2663-3A33-5D43-80E5-E987C0EC042A}" dt="2022-05-12T23:34:27.393" v="3098" actId="57"/>
        <pc:sldMkLst>
          <pc:docMk/>
          <pc:sldMk cId="3349634616" sldId="435"/>
        </pc:sldMkLst>
        <pc:spChg chg="mod">
          <ac:chgData name="Zheng Fei" userId="d19317889db4c986" providerId="LiveId" clId="{F89E2663-3A33-5D43-80E5-E987C0EC042A}" dt="2022-05-12T23:34:27.393" v="3098" actId="57"/>
          <ac:spMkLst>
            <pc:docMk/>
            <pc:sldMk cId="3349634616" sldId="435"/>
            <ac:spMk id="20" creationId="{AB175ACB-0E60-8E44-B6F3-E95EB89D05F2}"/>
          </ac:spMkLst>
        </pc:spChg>
      </pc:sldChg>
      <pc:sldChg chg="addSp modSp new mod">
        <pc:chgData name="Zheng Fei" userId="d19317889db4c986" providerId="LiveId" clId="{F89E2663-3A33-5D43-80E5-E987C0EC042A}" dt="2022-05-12T23:33:01.575" v="3090" actId="1076"/>
        <pc:sldMkLst>
          <pc:docMk/>
          <pc:sldMk cId="398862953" sldId="436"/>
        </pc:sldMkLst>
        <pc:spChg chg="add mod">
          <ac:chgData name="Zheng Fei" userId="d19317889db4c986" providerId="LiveId" clId="{F89E2663-3A33-5D43-80E5-E987C0EC042A}" dt="2022-05-12T23:33:01.575" v="3090" actId="1076"/>
          <ac:spMkLst>
            <pc:docMk/>
            <pc:sldMk cId="398862953" sldId="436"/>
            <ac:spMk id="2" creationId="{28360B5C-F593-CA9D-6B0B-AC1B546BC537}"/>
          </ac:spMkLst>
        </pc:spChg>
      </pc:sldChg>
      <pc:sldChg chg="addSp modSp new del mod">
        <pc:chgData name="Zheng Fei" userId="d19317889db4c986" providerId="LiveId" clId="{F89E2663-3A33-5D43-80E5-E987C0EC042A}" dt="2022-05-12T16:58:04.813" v="3015" actId="2696"/>
        <pc:sldMkLst>
          <pc:docMk/>
          <pc:sldMk cId="3730853058" sldId="436"/>
        </pc:sldMkLst>
        <pc:spChg chg="add mod">
          <ac:chgData name="Zheng Fei" userId="d19317889db4c986" providerId="LiveId" clId="{F89E2663-3A33-5D43-80E5-E987C0EC042A}" dt="2022-05-12T06:25:42.362" v="2924" actId="1037"/>
          <ac:spMkLst>
            <pc:docMk/>
            <pc:sldMk cId="3730853058" sldId="436"/>
            <ac:spMk id="7" creationId="{05A6F571-522F-410D-506E-38271EF3986C}"/>
          </ac:spMkLst>
        </pc:spChg>
        <pc:spChg chg="add mod">
          <ac:chgData name="Zheng Fei" userId="d19317889db4c986" providerId="LiveId" clId="{F89E2663-3A33-5D43-80E5-E987C0EC042A}" dt="2022-05-12T06:25:38.784" v="2914" actId="1038"/>
          <ac:spMkLst>
            <pc:docMk/>
            <pc:sldMk cId="3730853058" sldId="436"/>
            <ac:spMk id="8" creationId="{A60B5A9F-79B4-73AD-BEE1-4288CBD6F9C5}"/>
          </ac:spMkLst>
        </pc:spChg>
        <pc:spChg chg="add mod">
          <ac:chgData name="Zheng Fei" userId="d19317889db4c986" providerId="LiveId" clId="{F89E2663-3A33-5D43-80E5-E987C0EC042A}" dt="2022-05-12T06:24:33.974" v="2833" actId="1038"/>
          <ac:spMkLst>
            <pc:docMk/>
            <pc:sldMk cId="3730853058" sldId="436"/>
            <ac:spMk id="9" creationId="{D0FAF19E-81FF-F3B9-6EB3-7975E5453E8A}"/>
          </ac:spMkLst>
        </pc:spChg>
        <pc:spChg chg="add mod">
          <ac:chgData name="Zheng Fei" userId="d19317889db4c986" providerId="LiveId" clId="{F89E2663-3A33-5D43-80E5-E987C0EC042A}" dt="2022-05-12T06:24:59.356" v="2900" actId="1035"/>
          <ac:spMkLst>
            <pc:docMk/>
            <pc:sldMk cId="3730853058" sldId="436"/>
            <ac:spMk id="10" creationId="{2E3711C4-9133-D876-75A5-BDDAD73A9970}"/>
          </ac:spMkLst>
        </pc:spChg>
        <pc:spChg chg="add mod">
          <ac:chgData name="Zheng Fei" userId="d19317889db4c986" providerId="LiveId" clId="{F89E2663-3A33-5D43-80E5-E987C0EC042A}" dt="2022-05-12T06:25:59.184" v="2947" actId="1035"/>
          <ac:spMkLst>
            <pc:docMk/>
            <pc:sldMk cId="3730853058" sldId="436"/>
            <ac:spMk id="13" creationId="{8595F210-9D75-6FDF-5F3A-EBC01A13E61C}"/>
          </ac:spMkLst>
        </pc:spChg>
        <pc:spChg chg="add mod">
          <ac:chgData name="Zheng Fei" userId="d19317889db4c986" providerId="LiveId" clId="{F89E2663-3A33-5D43-80E5-E987C0EC042A}" dt="2022-05-12T06:25:59.184" v="2947" actId="1035"/>
          <ac:spMkLst>
            <pc:docMk/>
            <pc:sldMk cId="3730853058" sldId="436"/>
            <ac:spMk id="14" creationId="{DD373B25-FDD1-D2C6-3A99-A812DE57232C}"/>
          </ac:spMkLst>
        </pc:spChg>
        <pc:spChg chg="add mod">
          <ac:chgData name="Zheng Fei" userId="d19317889db4c986" providerId="LiveId" clId="{F89E2663-3A33-5D43-80E5-E987C0EC042A}" dt="2022-05-12T06:26:17.924" v="3005" actId="1036"/>
          <ac:spMkLst>
            <pc:docMk/>
            <pc:sldMk cId="3730853058" sldId="436"/>
            <ac:spMk id="15" creationId="{98FF4429-5724-4945-7519-B9D53D29AA26}"/>
          </ac:spMkLst>
        </pc:spChg>
        <pc:spChg chg="add mod">
          <ac:chgData name="Zheng Fei" userId="d19317889db4c986" providerId="LiveId" clId="{F89E2663-3A33-5D43-80E5-E987C0EC042A}" dt="2022-05-12T06:26:17.924" v="3005" actId="1036"/>
          <ac:spMkLst>
            <pc:docMk/>
            <pc:sldMk cId="3730853058" sldId="436"/>
            <ac:spMk id="16" creationId="{7EDFAB01-014F-E7A4-8828-F9845B9ADCA9}"/>
          </ac:spMkLst>
        </pc:spChg>
        <pc:cxnChg chg="add mod">
          <ac:chgData name="Zheng Fei" userId="d19317889db4c986" providerId="LiveId" clId="{F89E2663-3A33-5D43-80E5-E987C0EC042A}" dt="2022-05-12T06:25:18.496" v="2910" actId="692"/>
          <ac:cxnSpMkLst>
            <pc:docMk/>
            <pc:sldMk cId="3730853058" sldId="436"/>
            <ac:cxnSpMk id="3" creationId="{376BEEAC-D3F9-675F-5E9E-46102F1A87E5}"/>
          </ac:cxnSpMkLst>
        </pc:cxnChg>
        <pc:cxnChg chg="add mod">
          <ac:chgData name="Zheng Fei" userId="d19317889db4c986" providerId="LiveId" clId="{F89E2663-3A33-5D43-80E5-E987C0EC042A}" dt="2022-05-12T06:25:18.496" v="2910" actId="692"/>
          <ac:cxnSpMkLst>
            <pc:docMk/>
            <pc:sldMk cId="3730853058" sldId="436"/>
            <ac:cxnSpMk id="4" creationId="{0F5D261F-9797-7E1F-A64A-EBDC79871165}"/>
          </ac:cxnSpMkLst>
        </pc:cxnChg>
        <pc:cxnChg chg="add mod">
          <ac:chgData name="Zheng Fei" userId="d19317889db4c986" providerId="LiveId" clId="{F89E2663-3A33-5D43-80E5-E987C0EC042A}" dt="2022-05-12T06:25:52.147" v="2926" actId="1076"/>
          <ac:cxnSpMkLst>
            <pc:docMk/>
            <pc:sldMk cId="3730853058" sldId="436"/>
            <ac:cxnSpMk id="11" creationId="{76E92586-C6A6-9411-0648-C5F6DA7AE842}"/>
          </ac:cxnSpMkLst>
        </pc:cxnChg>
        <pc:cxnChg chg="add mod">
          <ac:chgData name="Zheng Fei" userId="d19317889db4c986" providerId="LiveId" clId="{F89E2663-3A33-5D43-80E5-E987C0EC042A}" dt="2022-05-12T06:25:52.147" v="2926" actId="1076"/>
          <ac:cxnSpMkLst>
            <pc:docMk/>
            <pc:sldMk cId="3730853058" sldId="436"/>
            <ac:cxnSpMk id="12" creationId="{A984D858-90B4-21D8-BE15-29D8EF2E4D74}"/>
          </ac:cxnSpMkLst>
        </pc:cxnChg>
      </pc:sldChg>
      <pc:sldChg chg="add">
        <pc:chgData name="Zheng Fei" userId="d19317889db4c986" providerId="LiveId" clId="{F89E2663-3A33-5D43-80E5-E987C0EC042A}" dt="2022-05-12T23:39:52.794" v="3099"/>
        <pc:sldMkLst>
          <pc:docMk/>
          <pc:sldMk cId="0" sldId="437"/>
        </pc:sldMkLst>
      </pc:sldChg>
      <pc:sldChg chg="add">
        <pc:chgData name="Zheng Fei" userId="d19317889db4c986" providerId="LiveId" clId="{F89E2663-3A33-5D43-80E5-E987C0EC042A}" dt="2022-05-12T23:39:52.794" v="3099"/>
        <pc:sldMkLst>
          <pc:docMk/>
          <pc:sldMk cId="4092491147" sldId="438"/>
        </pc:sldMkLst>
      </pc:sldChg>
      <pc:sldChg chg="add">
        <pc:chgData name="Zheng Fei" userId="d19317889db4c986" providerId="LiveId" clId="{F89E2663-3A33-5D43-80E5-E987C0EC042A}" dt="2022-05-12T23:39:52.794" v="3099"/>
        <pc:sldMkLst>
          <pc:docMk/>
          <pc:sldMk cId="2657627423" sldId="439"/>
        </pc:sldMkLst>
      </pc:sldChg>
      <pc:sldMasterChg chg="modSp modSldLayout">
        <pc:chgData name="Zheng Fei" userId="d19317889db4c986" providerId="LiveId" clId="{F89E2663-3A33-5D43-80E5-E987C0EC042A}" dt="2022-05-11T09:21:57.477" v="0"/>
        <pc:sldMasterMkLst>
          <pc:docMk/>
          <pc:sldMasterMk cId="1855645270" sldId="2147483648"/>
        </pc:sldMasterMkLst>
        <pc:spChg chg="mod">
          <ac:chgData name="Zheng Fei" userId="d19317889db4c986" providerId="LiveId" clId="{F89E2663-3A33-5D43-80E5-E987C0EC042A}" dt="2022-05-11T09:21:57.477" v="0"/>
          <ac:spMkLst>
            <pc:docMk/>
            <pc:sldMasterMk cId="1855645270" sldId="2147483648"/>
            <ac:spMk id="2" creationId="{CDD4AB2B-4D49-407A-9D55-07B7A2104E75}"/>
          </ac:spMkLst>
        </pc:spChg>
        <pc:spChg chg="mod">
          <ac:chgData name="Zheng Fei" userId="d19317889db4c986" providerId="LiveId" clId="{F89E2663-3A33-5D43-80E5-E987C0EC042A}" dt="2022-05-11T09:21:57.477" v="0"/>
          <ac:spMkLst>
            <pc:docMk/>
            <pc:sldMasterMk cId="1855645270" sldId="2147483648"/>
            <ac:spMk id="3" creationId="{DE05B778-1160-4E14-AB11-FEDC24F586DD}"/>
          </ac:spMkLst>
        </pc:spChg>
        <pc:spChg chg="mod">
          <ac:chgData name="Zheng Fei" userId="d19317889db4c986" providerId="LiveId" clId="{F89E2663-3A33-5D43-80E5-E987C0EC042A}" dt="2022-05-11T09:21:57.477" v="0"/>
          <ac:spMkLst>
            <pc:docMk/>
            <pc:sldMasterMk cId="1855645270" sldId="2147483648"/>
            <ac:spMk id="4" creationId="{81C10C28-9EC3-4ED6-8756-446A9DB12F44}"/>
          </ac:spMkLst>
        </pc:spChg>
        <pc:spChg chg="mod">
          <ac:chgData name="Zheng Fei" userId="d19317889db4c986" providerId="LiveId" clId="{F89E2663-3A33-5D43-80E5-E987C0EC042A}" dt="2022-05-11T09:21:57.477" v="0"/>
          <ac:spMkLst>
            <pc:docMk/>
            <pc:sldMasterMk cId="1855645270" sldId="2147483648"/>
            <ac:spMk id="5" creationId="{275A742C-EA07-42AD-B6B8-419D28B46CFB}"/>
          </ac:spMkLst>
        </pc:spChg>
        <pc:spChg chg="mod">
          <ac:chgData name="Zheng Fei" userId="d19317889db4c986" providerId="LiveId" clId="{F89E2663-3A33-5D43-80E5-E987C0EC042A}" dt="2022-05-11T09:21:57.477" v="0"/>
          <ac:spMkLst>
            <pc:docMk/>
            <pc:sldMasterMk cId="1855645270" sldId="2147483648"/>
            <ac:spMk id="6" creationId="{B7C58F1A-368D-405B-BB46-B5F448646850}"/>
          </ac:spMkLst>
        </pc:spChg>
        <pc:sldLayoutChg chg="modSp">
          <pc:chgData name="Zheng Fei" userId="d19317889db4c986" providerId="LiveId" clId="{F89E2663-3A33-5D43-80E5-E987C0EC042A}" dt="2022-05-11T09:21:57.477" v="0"/>
          <pc:sldLayoutMkLst>
            <pc:docMk/>
            <pc:sldMasterMk cId="1855645270" sldId="2147483648"/>
            <pc:sldLayoutMk cId="747386508" sldId="2147483649"/>
          </pc:sldLayoutMkLst>
          <pc:spChg chg="mod">
            <ac:chgData name="Zheng Fei" userId="d19317889db4c986" providerId="LiveId" clId="{F89E2663-3A33-5D43-80E5-E987C0EC042A}" dt="2022-05-11T09:21:57.477" v="0"/>
            <ac:spMkLst>
              <pc:docMk/>
              <pc:sldMasterMk cId="1855645270" sldId="2147483648"/>
              <pc:sldLayoutMk cId="747386508" sldId="2147483649"/>
              <ac:spMk id="2" creationId="{F0D12170-074F-40AF-AA76-5176E514A3E9}"/>
            </ac:spMkLst>
          </pc:spChg>
          <pc:spChg chg="mod">
            <ac:chgData name="Zheng Fei" userId="d19317889db4c986" providerId="LiveId" clId="{F89E2663-3A33-5D43-80E5-E987C0EC042A}" dt="2022-05-11T09:21:57.477" v="0"/>
            <ac:spMkLst>
              <pc:docMk/>
              <pc:sldMasterMk cId="1855645270" sldId="2147483648"/>
              <pc:sldLayoutMk cId="747386508" sldId="2147483649"/>
              <ac:spMk id="3" creationId="{566762F6-0578-4C5A-9706-1D3199F80A55}"/>
            </ac:spMkLst>
          </pc:spChg>
        </pc:sldLayoutChg>
        <pc:sldLayoutChg chg="modSp">
          <pc:chgData name="Zheng Fei" userId="d19317889db4c986" providerId="LiveId" clId="{F89E2663-3A33-5D43-80E5-E987C0EC042A}" dt="2022-05-11T09:21:57.477" v="0"/>
          <pc:sldLayoutMkLst>
            <pc:docMk/>
            <pc:sldMasterMk cId="1855645270" sldId="2147483648"/>
            <pc:sldLayoutMk cId="111760654" sldId="2147483651"/>
          </pc:sldLayoutMkLst>
          <pc:spChg chg="mod">
            <ac:chgData name="Zheng Fei" userId="d19317889db4c986" providerId="LiveId" clId="{F89E2663-3A33-5D43-80E5-E987C0EC042A}" dt="2022-05-11T09:21:57.477" v="0"/>
            <ac:spMkLst>
              <pc:docMk/>
              <pc:sldMasterMk cId="1855645270" sldId="2147483648"/>
              <pc:sldLayoutMk cId="111760654" sldId="2147483651"/>
              <ac:spMk id="2" creationId="{5DD88C00-C726-437B-AB9A-85D9FF00416E}"/>
            </ac:spMkLst>
          </pc:spChg>
          <pc:spChg chg="mod">
            <ac:chgData name="Zheng Fei" userId="d19317889db4c986" providerId="LiveId" clId="{F89E2663-3A33-5D43-80E5-E987C0EC042A}" dt="2022-05-11T09:21:57.477" v="0"/>
            <ac:spMkLst>
              <pc:docMk/>
              <pc:sldMasterMk cId="1855645270" sldId="2147483648"/>
              <pc:sldLayoutMk cId="111760654" sldId="2147483651"/>
              <ac:spMk id="3" creationId="{568B6136-C44A-4E81-9C8A-CC4CF4EF6B82}"/>
            </ac:spMkLst>
          </pc:spChg>
        </pc:sldLayoutChg>
        <pc:sldLayoutChg chg="modSp">
          <pc:chgData name="Zheng Fei" userId="d19317889db4c986" providerId="LiveId" clId="{F89E2663-3A33-5D43-80E5-E987C0EC042A}" dt="2022-05-11T09:21:57.477" v="0"/>
          <pc:sldLayoutMkLst>
            <pc:docMk/>
            <pc:sldMasterMk cId="1855645270" sldId="2147483648"/>
            <pc:sldLayoutMk cId="3094852537" sldId="2147483652"/>
          </pc:sldLayoutMkLst>
          <pc:spChg chg="mod">
            <ac:chgData name="Zheng Fei" userId="d19317889db4c986" providerId="LiveId" clId="{F89E2663-3A33-5D43-80E5-E987C0EC042A}" dt="2022-05-11T09:21:57.477" v="0"/>
            <ac:spMkLst>
              <pc:docMk/>
              <pc:sldMasterMk cId="1855645270" sldId="2147483648"/>
              <pc:sldLayoutMk cId="3094852537" sldId="2147483652"/>
              <ac:spMk id="3" creationId="{D35E69D5-DF98-41ED-B910-75DB6D345B39}"/>
            </ac:spMkLst>
          </pc:spChg>
          <pc:spChg chg="mod">
            <ac:chgData name="Zheng Fei" userId="d19317889db4c986" providerId="LiveId" clId="{F89E2663-3A33-5D43-80E5-E987C0EC042A}" dt="2022-05-11T09:21:57.477" v="0"/>
            <ac:spMkLst>
              <pc:docMk/>
              <pc:sldMasterMk cId="1855645270" sldId="2147483648"/>
              <pc:sldLayoutMk cId="3094852537" sldId="2147483652"/>
              <ac:spMk id="4" creationId="{2C2C92AF-C699-41C5-8B9A-FAACB55B7749}"/>
            </ac:spMkLst>
          </pc:spChg>
        </pc:sldLayoutChg>
        <pc:sldLayoutChg chg="modSp">
          <pc:chgData name="Zheng Fei" userId="d19317889db4c986" providerId="LiveId" clId="{F89E2663-3A33-5D43-80E5-E987C0EC042A}" dt="2022-05-11T09:21:57.477" v="0"/>
          <pc:sldLayoutMkLst>
            <pc:docMk/>
            <pc:sldMasterMk cId="1855645270" sldId="2147483648"/>
            <pc:sldLayoutMk cId="3887073394" sldId="2147483653"/>
          </pc:sldLayoutMkLst>
          <pc:spChg chg="mod">
            <ac:chgData name="Zheng Fei" userId="d19317889db4c986" providerId="LiveId" clId="{F89E2663-3A33-5D43-80E5-E987C0EC042A}" dt="2022-05-11T09:21:57.477" v="0"/>
            <ac:spMkLst>
              <pc:docMk/>
              <pc:sldMasterMk cId="1855645270" sldId="2147483648"/>
              <pc:sldLayoutMk cId="3887073394" sldId="2147483653"/>
              <ac:spMk id="2" creationId="{832D18DE-F39E-444E-ADE8-B1E5B5CF4ADE}"/>
            </ac:spMkLst>
          </pc:spChg>
          <pc:spChg chg="mod">
            <ac:chgData name="Zheng Fei" userId="d19317889db4c986" providerId="LiveId" clId="{F89E2663-3A33-5D43-80E5-E987C0EC042A}" dt="2022-05-11T09:21:57.477" v="0"/>
            <ac:spMkLst>
              <pc:docMk/>
              <pc:sldMasterMk cId="1855645270" sldId="2147483648"/>
              <pc:sldLayoutMk cId="3887073394" sldId="2147483653"/>
              <ac:spMk id="3" creationId="{1DF91EEA-95CC-43B3-846D-40A00B483FF5}"/>
            </ac:spMkLst>
          </pc:spChg>
          <pc:spChg chg="mod">
            <ac:chgData name="Zheng Fei" userId="d19317889db4c986" providerId="LiveId" clId="{F89E2663-3A33-5D43-80E5-E987C0EC042A}" dt="2022-05-11T09:21:57.477" v="0"/>
            <ac:spMkLst>
              <pc:docMk/>
              <pc:sldMasterMk cId="1855645270" sldId="2147483648"/>
              <pc:sldLayoutMk cId="3887073394" sldId="2147483653"/>
              <ac:spMk id="4" creationId="{5EF62748-694D-4E2E-8355-2A9FB53A47C6}"/>
            </ac:spMkLst>
          </pc:spChg>
          <pc:spChg chg="mod">
            <ac:chgData name="Zheng Fei" userId="d19317889db4c986" providerId="LiveId" clId="{F89E2663-3A33-5D43-80E5-E987C0EC042A}" dt="2022-05-11T09:21:57.477" v="0"/>
            <ac:spMkLst>
              <pc:docMk/>
              <pc:sldMasterMk cId="1855645270" sldId="2147483648"/>
              <pc:sldLayoutMk cId="3887073394" sldId="2147483653"/>
              <ac:spMk id="5" creationId="{644337B8-6947-4260-9EEF-05037BD3BB72}"/>
            </ac:spMkLst>
          </pc:spChg>
          <pc:spChg chg="mod">
            <ac:chgData name="Zheng Fei" userId="d19317889db4c986" providerId="LiveId" clId="{F89E2663-3A33-5D43-80E5-E987C0EC042A}" dt="2022-05-11T09:21:57.477" v="0"/>
            <ac:spMkLst>
              <pc:docMk/>
              <pc:sldMasterMk cId="1855645270" sldId="2147483648"/>
              <pc:sldLayoutMk cId="3887073394" sldId="2147483653"/>
              <ac:spMk id="6" creationId="{D9D9F72A-3E9C-4501-9CD0-0118BFDBCDF1}"/>
            </ac:spMkLst>
          </pc:spChg>
        </pc:sldLayoutChg>
        <pc:sldLayoutChg chg="modSp">
          <pc:chgData name="Zheng Fei" userId="d19317889db4c986" providerId="LiveId" clId="{F89E2663-3A33-5D43-80E5-E987C0EC042A}" dt="2022-05-11T09:21:57.477" v="0"/>
          <pc:sldLayoutMkLst>
            <pc:docMk/>
            <pc:sldMasterMk cId="1855645270" sldId="2147483648"/>
            <pc:sldLayoutMk cId="2383193674" sldId="2147483656"/>
          </pc:sldLayoutMkLst>
          <pc:spChg chg="mod">
            <ac:chgData name="Zheng Fei" userId="d19317889db4c986" providerId="LiveId" clId="{F89E2663-3A33-5D43-80E5-E987C0EC042A}" dt="2022-05-11T09:21:57.477" v="0"/>
            <ac:spMkLst>
              <pc:docMk/>
              <pc:sldMasterMk cId="1855645270" sldId="2147483648"/>
              <pc:sldLayoutMk cId="2383193674" sldId="2147483656"/>
              <ac:spMk id="2" creationId="{C6EA31A6-E9B5-4C52-93F6-0281BFD9D27A}"/>
            </ac:spMkLst>
          </pc:spChg>
          <pc:spChg chg="mod">
            <ac:chgData name="Zheng Fei" userId="d19317889db4c986" providerId="LiveId" clId="{F89E2663-3A33-5D43-80E5-E987C0EC042A}" dt="2022-05-11T09:21:57.477" v="0"/>
            <ac:spMkLst>
              <pc:docMk/>
              <pc:sldMasterMk cId="1855645270" sldId="2147483648"/>
              <pc:sldLayoutMk cId="2383193674" sldId="2147483656"/>
              <ac:spMk id="3" creationId="{A47713D4-2FC2-419C-B47D-097A5B4D01F6}"/>
            </ac:spMkLst>
          </pc:spChg>
          <pc:spChg chg="mod">
            <ac:chgData name="Zheng Fei" userId="d19317889db4c986" providerId="LiveId" clId="{F89E2663-3A33-5D43-80E5-E987C0EC042A}" dt="2022-05-11T09:21:57.477" v="0"/>
            <ac:spMkLst>
              <pc:docMk/>
              <pc:sldMasterMk cId="1855645270" sldId="2147483648"/>
              <pc:sldLayoutMk cId="2383193674" sldId="2147483656"/>
              <ac:spMk id="4" creationId="{D892A452-CA30-4431-9AD1-B0010D9955B8}"/>
            </ac:spMkLst>
          </pc:spChg>
        </pc:sldLayoutChg>
        <pc:sldLayoutChg chg="modSp">
          <pc:chgData name="Zheng Fei" userId="d19317889db4c986" providerId="LiveId" clId="{F89E2663-3A33-5D43-80E5-E987C0EC042A}" dt="2022-05-11T09:21:57.477" v="0"/>
          <pc:sldLayoutMkLst>
            <pc:docMk/>
            <pc:sldMasterMk cId="1855645270" sldId="2147483648"/>
            <pc:sldLayoutMk cId="2533975453" sldId="2147483657"/>
          </pc:sldLayoutMkLst>
          <pc:spChg chg="mod">
            <ac:chgData name="Zheng Fei" userId="d19317889db4c986" providerId="LiveId" clId="{F89E2663-3A33-5D43-80E5-E987C0EC042A}" dt="2022-05-11T09:21:57.477" v="0"/>
            <ac:spMkLst>
              <pc:docMk/>
              <pc:sldMasterMk cId="1855645270" sldId="2147483648"/>
              <pc:sldLayoutMk cId="2533975453" sldId="2147483657"/>
              <ac:spMk id="2" creationId="{2C8D234D-D0D2-4964-924C-E565A8F3553F}"/>
            </ac:spMkLst>
          </pc:spChg>
          <pc:spChg chg="mod">
            <ac:chgData name="Zheng Fei" userId="d19317889db4c986" providerId="LiveId" clId="{F89E2663-3A33-5D43-80E5-E987C0EC042A}" dt="2022-05-11T09:21:57.477" v="0"/>
            <ac:spMkLst>
              <pc:docMk/>
              <pc:sldMasterMk cId="1855645270" sldId="2147483648"/>
              <pc:sldLayoutMk cId="2533975453" sldId="2147483657"/>
              <ac:spMk id="3" creationId="{44D2E395-6B89-4FD6-BFA1-BBC674F25130}"/>
            </ac:spMkLst>
          </pc:spChg>
          <pc:spChg chg="mod">
            <ac:chgData name="Zheng Fei" userId="d19317889db4c986" providerId="LiveId" clId="{F89E2663-3A33-5D43-80E5-E987C0EC042A}" dt="2022-05-11T09:21:57.477" v="0"/>
            <ac:spMkLst>
              <pc:docMk/>
              <pc:sldMasterMk cId="1855645270" sldId="2147483648"/>
              <pc:sldLayoutMk cId="2533975453" sldId="2147483657"/>
              <ac:spMk id="4" creationId="{A0F0D4D2-F5CB-4A45-9EA6-BF4ED45A44C9}"/>
            </ac:spMkLst>
          </pc:spChg>
        </pc:sldLayoutChg>
        <pc:sldLayoutChg chg="modSp">
          <pc:chgData name="Zheng Fei" userId="d19317889db4c986" providerId="LiveId" clId="{F89E2663-3A33-5D43-80E5-E987C0EC042A}" dt="2022-05-11T09:21:57.477" v="0"/>
          <pc:sldLayoutMkLst>
            <pc:docMk/>
            <pc:sldMasterMk cId="1855645270" sldId="2147483648"/>
            <pc:sldLayoutMk cId="3180192468" sldId="2147483659"/>
          </pc:sldLayoutMkLst>
          <pc:spChg chg="mod">
            <ac:chgData name="Zheng Fei" userId="d19317889db4c986" providerId="LiveId" clId="{F89E2663-3A33-5D43-80E5-E987C0EC042A}" dt="2022-05-11T09:21:57.477" v="0"/>
            <ac:spMkLst>
              <pc:docMk/>
              <pc:sldMasterMk cId="1855645270" sldId="2147483648"/>
              <pc:sldLayoutMk cId="3180192468" sldId="2147483659"/>
              <ac:spMk id="2" creationId="{2015B0AF-2CA3-4FA7-9E19-FA6AF8C34661}"/>
            </ac:spMkLst>
          </pc:spChg>
          <pc:spChg chg="mod">
            <ac:chgData name="Zheng Fei" userId="d19317889db4c986" providerId="LiveId" clId="{F89E2663-3A33-5D43-80E5-E987C0EC042A}" dt="2022-05-11T09:21:57.477" v="0"/>
            <ac:spMkLst>
              <pc:docMk/>
              <pc:sldMasterMk cId="1855645270" sldId="2147483648"/>
              <pc:sldLayoutMk cId="3180192468" sldId="2147483659"/>
              <ac:spMk id="3" creationId="{9E47C330-7F31-453F-9E6E-1584A51A7ED1}"/>
            </ac:spMkLst>
          </pc:spChg>
        </pc:sldLayoutChg>
      </pc:sldMasterChg>
    </pc:docChg>
  </pc:docChgLst>
  <pc:docChgLst>
    <pc:chgData name="Fei Zheng" userId="d19317889db4c986" providerId="LiveId" clId="{C7052817-2592-9440-B88C-F72FEA85DD04}"/>
    <pc:docChg chg="undo custSel addSld delSld modSld">
      <pc:chgData name="Fei Zheng" userId="d19317889db4c986" providerId="LiveId" clId="{C7052817-2592-9440-B88C-F72FEA85DD04}" dt="2023-04-08T12:07:25.647" v="620" actId="1076"/>
      <pc:docMkLst>
        <pc:docMk/>
      </pc:docMkLst>
      <pc:sldChg chg="modSp mod">
        <pc:chgData name="Fei Zheng" userId="d19317889db4c986" providerId="LiveId" clId="{C7052817-2592-9440-B88C-F72FEA85DD04}" dt="2023-04-08T11:26:25.837" v="215" actId="20577"/>
        <pc:sldMkLst>
          <pc:docMk/>
          <pc:sldMk cId="3941719031" sldId="263"/>
        </pc:sldMkLst>
        <pc:spChg chg="mod">
          <ac:chgData name="Fei Zheng" userId="d19317889db4c986" providerId="LiveId" clId="{C7052817-2592-9440-B88C-F72FEA85DD04}" dt="2023-04-08T11:26:25.837" v="215" actId="20577"/>
          <ac:spMkLst>
            <pc:docMk/>
            <pc:sldMk cId="3941719031" sldId="263"/>
            <ac:spMk id="7" creationId="{9C53C49E-8284-4DA1-BDD6-C475A1808E44}"/>
          </ac:spMkLst>
        </pc:spChg>
      </pc:sldChg>
      <pc:sldChg chg="del">
        <pc:chgData name="Fei Zheng" userId="d19317889db4c986" providerId="LiveId" clId="{C7052817-2592-9440-B88C-F72FEA85DD04}" dt="2023-04-07T14:49:10.290" v="4" actId="2696"/>
        <pc:sldMkLst>
          <pc:docMk/>
          <pc:sldMk cId="2884597950" sldId="267"/>
        </pc:sldMkLst>
      </pc:sldChg>
      <pc:sldChg chg="del">
        <pc:chgData name="Fei Zheng" userId="d19317889db4c986" providerId="LiveId" clId="{C7052817-2592-9440-B88C-F72FEA85DD04}" dt="2023-04-07T14:49:10.167" v="1" actId="2696"/>
        <pc:sldMkLst>
          <pc:docMk/>
          <pc:sldMk cId="1190511555" sldId="268"/>
        </pc:sldMkLst>
      </pc:sldChg>
      <pc:sldChg chg="del">
        <pc:chgData name="Fei Zheng" userId="d19317889db4c986" providerId="LiveId" clId="{C7052817-2592-9440-B88C-F72FEA85DD04}" dt="2023-04-07T14:49:10.222" v="3" actId="2696"/>
        <pc:sldMkLst>
          <pc:docMk/>
          <pc:sldMk cId="423767647" sldId="269"/>
        </pc:sldMkLst>
      </pc:sldChg>
      <pc:sldChg chg="modSp del">
        <pc:chgData name="Fei Zheng" userId="d19317889db4c986" providerId="LiveId" clId="{C7052817-2592-9440-B88C-F72FEA85DD04}" dt="2023-04-08T11:26:47.085" v="216" actId="2696"/>
        <pc:sldMkLst>
          <pc:docMk/>
          <pc:sldMk cId="408321678" sldId="278"/>
        </pc:sldMkLst>
        <pc:spChg chg="mod">
          <ac:chgData name="Fei Zheng" userId="d19317889db4c986" providerId="LiveId" clId="{C7052817-2592-9440-B88C-F72FEA85DD04}" dt="2023-04-07T14:52:55.297" v="122"/>
          <ac:spMkLst>
            <pc:docMk/>
            <pc:sldMk cId="408321678" sldId="278"/>
            <ac:spMk id="5" creationId="{9C5CAF33-0BC2-4633-85E5-21B2ACD15FC7}"/>
          </ac:spMkLst>
        </pc:spChg>
        <pc:spChg chg="mod">
          <ac:chgData name="Fei Zheng" userId="d19317889db4c986" providerId="LiveId" clId="{C7052817-2592-9440-B88C-F72FEA85DD04}" dt="2023-04-07T14:53:25.363" v="125"/>
          <ac:spMkLst>
            <pc:docMk/>
            <pc:sldMk cId="408321678" sldId="278"/>
            <ac:spMk id="10" creationId="{D225BBFA-E913-4B29-B469-65B473D31534}"/>
          </ac:spMkLst>
        </pc:spChg>
        <pc:spChg chg="mod">
          <ac:chgData name="Fei Zheng" userId="d19317889db4c986" providerId="LiveId" clId="{C7052817-2592-9440-B88C-F72FEA85DD04}" dt="2023-04-07T14:53:36.666" v="127" actId="20577"/>
          <ac:spMkLst>
            <pc:docMk/>
            <pc:sldMk cId="408321678" sldId="278"/>
            <ac:spMk id="11" creationId="{ACE9C7AB-327A-E7A7-F057-4DA55BD00B7E}"/>
          </ac:spMkLst>
        </pc:spChg>
      </pc:sldChg>
      <pc:sldChg chg="addSp delSp modSp add mod modAnim">
        <pc:chgData name="Fei Zheng" userId="d19317889db4c986" providerId="LiveId" clId="{C7052817-2592-9440-B88C-F72FEA85DD04}" dt="2023-04-08T11:58:24.555" v="319"/>
        <pc:sldMkLst>
          <pc:docMk/>
          <pc:sldMk cId="1419222473" sldId="278"/>
        </pc:sldMkLst>
        <pc:spChg chg="add mod">
          <ac:chgData name="Fei Zheng" userId="d19317889db4c986" providerId="LiveId" clId="{C7052817-2592-9440-B88C-F72FEA85DD04}" dt="2023-04-08T11:58:24.555" v="319"/>
          <ac:spMkLst>
            <pc:docMk/>
            <pc:sldMk cId="1419222473" sldId="278"/>
            <ac:spMk id="3" creationId="{E5A2CFAF-9D21-56CA-220F-BCFD82026881}"/>
          </ac:spMkLst>
        </pc:spChg>
        <pc:spChg chg="mod">
          <ac:chgData name="Fei Zheng" userId="d19317889db4c986" providerId="LiveId" clId="{C7052817-2592-9440-B88C-F72FEA85DD04}" dt="2023-04-08T11:38:28.995" v="291" actId="20577"/>
          <ac:spMkLst>
            <pc:docMk/>
            <pc:sldMk cId="1419222473" sldId="278"/>
            <ac:spMk id="5" creationId="{9C5CAF33-0BC2-4633-85E5-21B2ACD15FC7}"/>
          </ac:spMkLst>
        </pc:spChg>
        <pc:spChg chg="del">
          <ac:chgData name="Fei Zheng" userId="d19317889db4c986" providerId="LiveId" clId="{C7052817-2592-9440-B88C-F72FEA85DD04}" dt="2023-04-08T11:58:24.005" v="318" actId="478"/>
          <ac:spMkLst>
            <pc:docMk/>
            <pc:sldMk cId="1419222473" sldId="278"/>
            <ac:spMk id="7" creationId="{909E635E-9FF9-0203-BAAC-0974649817BD}"/>
          </ac:spMkLst>
        </pc:spChg>
        <pc:spChg chg="mod">
          <ac:chgData name="Fei Zheng" userId="d19317889db4c986" providerId="LiveId" clId="{C7052817-2592-9440-B88C-F72FEA85DD04}" dt="2023-04-08T11:29:03.064" v="241" actId="20577"/>
          <ac:spMkLst>
            <pc:docMk/>
            <pc:sldMk cId="1419222473" sldId="278"/>
            <ac:spMk id="9" creationId="{B2383D0C-84A4-4EDE-A001-2BCB22258FC2}"/>
          </ac:spMkLst>
        </pc:spChg>
        <pc:spChg chg="mod">
          <ac:chgData name="Fei Zheng" userId="d19317889db4c986" providerId="LiveId" clId="{C7052817-2592-9440-B88C-F72FEA85DD04}" dt="2023-04-08T11:36:13.166" v="250" actId="2711"/>
          <ac:spMkLst>
            <pc:docMk/>
            <pc:sldMk cId="1419222473" sldId="278"/>
            <ac:spMk id="10" creationId="{D225BBFA-E913-4B29-B469-65B473D31534}"/>
          </ac:spMkLst>
        </pc:spChg>
        <pc:spChg chg="mod">
          <ac:chgData name="Fei Zheng" userId="d19317889db4c986" providerId="LiveId" clId="{C7052817-2592-9440-B88C-F72FEA85DD04}" dt="2023-04-08T11:36:18.091" v="251" actId="2711"/>
          <ac:spMkLst>
            <pc:docMk/>
            <pc:sldMk cId="1419222473" sldId="278"/>
            <ac:spMk id="11" creationId="{ACE9C7AB-327A-E7A7-F057-4DA55BD00B7E}"/>
          </ac:spMkLst>
        </pc:spChg>
      </pc:sldChg>
      <pc:sldChg chg="modSp del">
        <pc:chgData name="Fei Zheng" userId="d19317889db4c986" providerId="LiveId" clId="{C7052817-2592-9440-B88C-F72FEA85DD04}" dt="2023-04-08T11:26:47.085" v="216" actId="2696"/>
        <pc:sldMkLst>
          <pc:docMk/>
          <pc:sldMk cId="1658361797" sldId="279"/>
        </pc:sldMkLst>
        <pc:spChg chg="mod">
          <ac:chgData name="Fei Zheng" userId="d19317889db4c986" providerId="LiveId" clId="{C7052817-2592-9440-B88C-F72FEA85DD04}" dt="2023-04-07T14:53:50.129" v="129"/>
          <ac:spMkLst>
            <pc:docMk/>
            <pc:sldMk cId="1658361797" sldId="279"/>
            <ac:spMk id="5" creationId="{9C5CAF33-0BC2-4633-85E5-21B2ACD15FC7}"/>
          </ac:spMkLst>
        </pc:spChg>
      </pc:sldChg>
      <pc:sldChg chg="addSp delSp modSp add mod">
        <pc:chgData name="Fei Zheng" userId="d19317889db4c986" providerId="LiveId" clId="{C7052817-2592-9440-B88C-F72FEA85DD04}" dt="2023-04-08T11:58:29.509" v="321"/>
        <pc:sldMkLst>
          <pc:docMk/>
          <pc:sldMk cId="1957272020" sldId="279"/>
        </pc:sldMkLst>
        <pc:spChg chg="mod">
          <ac:chgData name="Fei Zheng" userId="d19317889db4c986" providerId="LiveId" clId="{C7052817-2592-9440-B88C-F72FEA85DD04}" dt="2023-04-08T11:37:01.768" v="253" actId="2711"/>
          <ac:spMkLst>
            <pc:docMk/>
            <pc:sldMk cId="1957272020" sldId="279"/>
            <ac:spMk id="3" creationId="{2D24912C-56DC-4410-8EA1-423D2DD305AA}"/>
          </ac:spMkLst>
        </pc:spChg>
        <pc:spChg chg="mod">
          <ac:chgData name="Fei Zheng" userId="d19317889db4c986" providerId="LiveId" clId="{C7052817-2592-9440-B88C-F72FEA85DD04}" dt="2023-04-08T11:37:01.768" v="253" actId="2711"/>
          <ac:spMkLst>
            <pc:docMk/>
            <pc:sldMk cId="1957272020" sldId="279"/>
            <ac:spMk id="4" creationId="{83FE48AF-69B1-4935-AE94-7B354D1EE26D}"/>
          </ac:spMkLst>
        </pc:spChg>
        <pc:spChg chg="mod">
          <ac:chgData name="Fei Zheng" userId="d19317889db4c986" providerId="LiveId" clId="{C7052817-2592-9440-B88C-F72FEA85DD04}" dt="2023-04-08T11:37:01.768" v="253" actId="2711"/>
          <ac:spMkLst>
            <pc:docMk/>
            <pc:sldMk cId="1957272020" sldId="279"/>
            <ac:spMk id="5" creationId="{9C5CAF33-0BC2-4633-85E5-21B2ACD15FC7}"/>
          </ac:spMkLst>
        </pc:spChg>
        <pc:spChg chg="mod">
          <ac:chgData name="Fei Zheng" userId="d19317889db4c986" providerId="LiveId" clId="{C7052817-2592-9440-B88C-F72FEA85DD04}" dt="2023-04-08T11:37:01.768" v="253" actId="2711"/>
          <ac:spMkLst>
            <pc:docMk/>
            <pc:sldMk cId="1957272020" sldId="279"/>
            <ac:spMk id="6" creationId="{A0A9C0C9-4D8F-42F5-842D-C774C98959B1}"/>
          </ac:spMkLst>
        </pc:spChg>
        <pc:spChg chg="mod">
          <ac:chgData name="Fei Zheng" userId="d19317889db4c986" providerId="LiveId" clId="{C7052817-2592-9440-B88C-F72FEA85DD04}" dt="2023-04-08T11:37:01.768" v="253" actId="2711"/>
          <ac:spMkLst>
            <pc:docMk/>
            <pc:sldMk cId="1957272020" sldId="279"/>
            <ac:spMk id="7" creationId="{57968EEC-D671-4B11-AC05-EEF7408AC4EE}"/>
          </ac:spMkLst>
        </pc:spChg>
        <pc:spChg chg="mod">
          <ac:chgData name="Fei Zheng" userId="d19317889db4c986" providerId="LiveId" clId="{C7052817-2592-9440-B88C-F72FEA85DD04}" dt="2023-04-08T11:37:01.768" v="253" actId="2711"/>
          <ac:spMkLst>
            <pc:docMk/>
            <pc:sldMk cId="1957272020" sldId="279"/>
            <ac:spMk id="8" creationId="{2CB3A437-86F4-4EDB-ADC9-B3D8BBE0525D}"/>
          </ac:spMkLst>
        </pc:spChg>
        <pc:spChg chg="del mod">
          <ac:chgData name="Fei Zheng" userId="d19317889db4c986" providerId="LiveId" clId="{C7052817-2592-9440-B88C-F72FEA85DD04}" dt="2023-04-08T11:58:28.968" v="320" actId="478"/>
          <ac:spMkLst>
            <pc:docMk/>
            <pc:sldMk cId="1957272020" sldId="279"/>
            <ac:spMk id="9" creationId="{7D5AA807-D17A-17E8-57DB-5F44795DCD24}"/>
          </ac:spMkLst>
        </pc:spChg>
        <pc:spChg chg="mod">
          <ac:chgData name="Fei Zheng" userId="d19317889db4c986" providerId="LiveId" clId="{C7052817-2592-9440-B88C-F72FEA85DD04}" dt="2023-04-08T11:39:51.264" v="294" actId="2711"/>
          <ac:spMkLst>
            <pc:docMk/>
            <pc:sldMk cId="1957272020" sldId="279"/>
            <ac:spMk id="10" creationId="{F986BEF2-F05B-3D84-3803-4DC0EEC98761}"/>
          </ac:spMkLst>
        </pc:spChg>
        <pc:spChg chg="mod">
          <ac:chgData name="Fei Zheng" userId="d19317889db4c986" providerId="LiveId" clId="{C7052817-2592-9440-B88C-F72FEA85DD04}" dt="2023-04-08T11:37:01.768" v="253" actId="2711"/>
          <ac:spMkLst>
            <pc:docMk/>
            <pc:sldMk cId="1957272020" sldId="279"/>
            <ac:spMk id="11" creationId="{ACE9C7AB-327A-E7A7-F057-4DA55BD00B7E}"/>
          </ac:spMkLst>
        </pc:spChg>
        <pc:spChg chg="mod">
          <ac:chgData name="Fei Zheng" userId="d19317889db4c986" providerId="LiveId" clId="{C7052817-2592-9440-B88C-F72FEA85DD04}" dt="2023-04-08T11:37:01.768" v="253" actId="2711"/>
          <ac:spMkLst>
            <pc:docMk/>
            <pc:sldMk cId="1957272020" sldId="279"/>
            <ac:spMk id="12" creationId="{3E30F04C-38C8-4EF1-BD44-1EEFCEDBD8BE}"/>
          </ac:spMkLst>
        </pc:spChg>
        <pc:spChg chg="mod">
          <ac:chgData name="Fei Zheng" userId="d19317889db4c986" providerId="LiveId" clId="{C7052817-2592-9440-B88C-F72FEA85DD04}" dt="2023-04-08T11:37:01.768" v="253" actId="2711"/>
          <ac:spMkLst>
            <pc:docMk/>
            <pc:sldMk cId="1957272020" sldId="279"/>
            <ac:spMk id="13" creationId="{2D2F7E1D-E467-4B8E-A9AF-3588BDA48FFF}"/>
          </ac:spMkLst>
        </pc:spChg>
        <pc:spChg chg="mod">
          <ac:chgData name="Fei Zheng" userId="d19317889db4c986" providerId="LiveId" clId="{C7052817-2592-9440-B88C-F72FEA85DD04}" dt="2023-04-08T11:37:01.768" v="253" actId="2711"/>
          <ac:spMkLst>
            <pc:docMk/>
            <pc:sldMk cId="1957272020" sldId="279"/>
            <ac:spMk id="14" creationId="{3467C308-38ED-494A-B039-A47F077C2E33}"/>
          </ac:spMkLst>
        </pc:spChg>
        <pc:spChg chg="add mod">
          <ac:chgData name="Fei Zheng" userId="d19317889db4c986" providerId="LiveId" clId="{C7052817-2592-9440-B88C-F72FEA85DD04}" dt="2023-04-08T11:58:29.509" v="321"/>
          <ac:spMkLst>
            <pc:docMk/>
            <pc:sldMk cId="1957272020" sldId="279"/>
            <ac:spMk id="15" creationId="{E74B610A-F9FA-7513-66BD-80906C2DE1D0}"/>
          </ac:spMkLst>
        </pc:spChg>
      </pc:sldChg>
      <pc:sldChg chg="addSp delSp modSp add mod">
        <pc:chgData name="Fei Zheng" userId="d19317889db4c986" providerId="LiveId" clId="{C7052817-2592-9440-B88C-F72FEA85DD04}" dt="2023-04-08T11:58:32.835" v="323"/>
        <pc:sldMkLst>
          <pc:docMk/>
          <pc:sldMk cId="1726921006" sldId="280"/>
        </pc:sldMkLst>
        <pc:spChg chg="del">
          <ac:chgData name="Fei Zheng" userId="d19317889db4c986" providerId="LiveId" clId="{C7052817-2592-9440-B88C-F72FEA85DD04}" dt="2023-04-08T11:58:32.359" v="322" actId="478"/>
          <ac:spMkLst>
            <pc:docMk/>
            <pc:sldMk cId="1726921006" sldId="280"/>
            <ac:spMk id="3" creationId="{CBB9CA89-B3B8-D97B-2F87-D996FAF7A8DE}"/>
          </ac:spMkLst>
        </pc:spChg>
        <pc:spChg chg="mod">
          <ac:chgData name="Fei Zheng" userId="d19317889db4c986" providerId="LiveId" clId="{C7052817-2592-9440-B88C-F72FEA85DD04}" dt="2023-04-08T11:37:12.442" v="255" actId="403"/>
          <ac:spMkLst>
            <pc:docMk/>
            <pc:sldMk cId="1726921006" sldId="280"/>
            <ac:spMk id="5" creationId="{9C5CAF33-0BC2-4633-85E5-21B2ACD15FC7}"/>
          </ac:spMkLst>
        </pc:spChg>
        <pc:spChg chg="add mod">
          <ac:chgData name="Fei Zheng" userId="d19317889db4c986" providerId="LiveId" clId="{C7052817-2592-9440-B88C-F72FEA85DD04}" dt="2023-04-08T11:58:32.835" v="323"/>
          <ac:spMkLst>
            <pc:docMk/>
            <pc:sldMk cId="1726921006" sldId="280"/>
            <ac:spMk id="6" creationId="{DD846AF5-A1A8-C577-2F42-97F904D86211}"/>
          </ac:spMkLst>
        </pc:spChg>
        <pc:spChg chg="mod">
          <ac:chgData name="Fei Zheng" userId="d19317889db4c986" providerId="LiveId" clId="{C7052817-2592-9440-B88C-F72FEA85DD04}" dt="2023-04-08T11:38:07.937" v="285"/>
          <ac:spMkLst>
            <pc:docMk/>
            <pc:sldMk cId="1726921006" sldId="280"/>
            <ac:spMk id="12" creationId="{3E30F04C-38C8-4EF1-BD44-1EEFCEDBD8BE}"/>
          </ac:spMkLst>
        </pc:spChg>
        <pc:spChg chg="mod">
          <ac:chgData name="Fei Zheng" userId="d19317889db4c986" providerId="LiveId" clId="{C7052817-2592-9440-B88C-F72FEA85DD04}" dt="2023-04-08T11:38:15.787" v="286"/>
          <ac:spMkLst>
            <pc:docMk/>
            <pc:sldMk cId="1726921006" sldId="280"/>
            <ac:spMk id="15" creationId="{231A67F4-819B-48D9-98D4-7EAF7536598E}"/>
          </ac:spMkLst>
        </pc:spChg>
        <pc:spChg chg="mod">
          <ac:chgData name="Fei Zheng" userId="d19317889db4c986" providerId="LiveId" clId="{C7052817-2592-9440-B88C-F72FEA85DD04}" dt="2023-04-08T11:37:12.442" v="255" actId="403"/>
          <ac:spMkLst>
            <pc:docMk/>
            <pc:sldMk cId="1726921006" sldId="280"/>
            <ac:spMk id="16" creationId="{63068543-5BE0-4011-B80C-95EE126A2F87}"/>
          </ac:spMkLst>
        </pc:spChg>
        <pc:spChg chg="mod">
          <ac:chgData name="Fei Zheng" userId="d19317889db4c986" providerId="LiveId" clId="{C7052817-2592-9440-B88C-F72FEA85DD04}" dt="2023-04-08T11:37:53.773" v="283" actId="1036"/>
          <ac:spMkLst>
            <pc:docMk/>
            <pc:sldMk cId="1726921006" sldId="280"/>
            <ac:spMk id="17" creationId="{569F3D3C-C026-4AEE-9D26-6AC9CBFC76CF}"/>
          </ac:spMkLst>
        </pc:spChg>
        <pc:grpChg chg="mod">
          <ac:chgData name="Fei Zheng" userId="d19317889db4c986" providerId="LiveId" clId="{C7052817-2592-9440-B88C-F72FEA85DD04}" dt="2023-04-08T11:37:15.600" v="256" actId="14100"/>
          <ac:grpSpMkLst>
            <pc:docMk/>
            <pc:sldMk cId="1726921006" sldId="280"/>
            <ac:grpSpMk id="9" creationId="{84CB4F7A-C887-41C8-B36F-B23B881D34C2}"/>
          </ac:grpSpMkLst>
        </pc:grpChg>
      </pc:sldChg>
      <pc:sldChg chg="del">
        <pc:chgData name="Fei Zheng" userId="d19317889db4c986" providerId="LiveId" clId="{C7052817-2592-9440-B88C-F72FEA85DD04}" dt="2023-04-08T11:26:47.085" v="216" actId="2696"/>
        <pc:sldMkLst>
          <pc:docMk/>
          <pc:sldMk cId="4117686786" sldId="280"/>
        </pc:sldMkLst>
      </pc:sldChg>
      <pc:sldChg chg="modSp del mod modAnim">
        <pc:chgData name="Fei Zheng" userId="d19317889db4c986" providerId="LiveId" clId="{C7052817-2592-9440-B88C-F72FEA85DD04}" dt="2023-04-08T11:26:06.190" v="210" actId="2696"/>
        <pc:sldMkLst>
          <pc:docMk/>
          <pc:sldMk cId="1489401007" sldId="281"/>
        </pc:sldMkLst>
        <pc:spChg chg="mod">
          <ac:chgData name="Fei Zheng" userId="d19317889db4c986" providerId="LiveId" clId="{C7052817-2592-9440-B88C-F72FEA85DD04}" dt="2023-04-08T03:07:53.436" v="156" actId="1037"/>
          <ac:spMkLst>
            <pc:docMk/>
            <pc:sldMk cId="1489401007" sldId="281"/>
            <ac:spMk id="3" creationId="{E4AB6CC8-3737-400A-A869-3A412A46B3F7}"/>
          </ac:spMkLst>
        </pc:spChg>
        <pc:spChg chg="mod">
          <ac:chgData name="Fei Zheng" userId="d19317889db4c986" providerId="LiveId" clId="{C7052817-2592-9440-B88C-F72FEA85DD04}" dt="2023-04-08T11:15:48.345" v="203" actId="20577"/>
          <ac:spMkLst>
            <pc:docMk/>
            <pc:sldMk cId="1489401007" sldId="281"/>
            <ac:spMk id="5" creationId="{9C5CAF33-0BC2-4633-85E5-21B2ACD15FC7}"/>
          </ac:spMkLst>
        </pc:spChg>
        <pc:spChg chg="mod">
          <ac:chgData name="Fei Zheng" userId="d19317889db4c986" providerId="LiveId" clId="{C7052817-2592-9440-B88C-F72FEA85DD04}" dt="2023-04-08T11:16:29.128" v="205" actId="20577"/>
          <ac:spMkLst>
            <pc:docMk/>
            <pc:sldMk cId="1489401007" sldId="281"/>
            <ac:spMk id="10" creationId="{D225BBFA-E913-4B29-B469-65B473D31534}"/>
          </ac:spMkLst>
        </pc:spChg>
      </pc:sldChg>
      <pc:sldChg chg="modSp add mod">
        <pc:chgData name="Fei Zheng" userId="d19317889db4c986" providerId="LiveId" clId="{C7052817-2592-9440-B88C-F72FEA85DD04}" dt="2023-04-08T11:58:11.916" v="315" actId="207"/>
        <pc:sldMkLst>
          <pc:docMk/>
          <pc:sldMk cId="2309350101" sldId="281"/>
        </pc:sldMkLst>
        <pc:spChg chg="mod">
          <ac:chgData name="Fei Zheng" userId="d19317889db4c986" providerId="LiveId" clId="{C7052817-2592-9440-B88C-F72FEA85DD04}" dt="2023-04-08T11:26:55.131" v="220" actId="20577"/>
          <ac:spMkLst>
            <pc:docMk/>
            <pc:sldMk cId="2309350101" sldId="281"/>
            <ac:spMk id="7" creationId="{98C7FA64-8989-69B2-7F6E-75E289CE1E33}"/>
          </ac:spMkLst>
        </pc:spChg>
        <pc:spChg chg="mod">
          <ac:chgData name="Fei Zheng" userId="d19317889db4c986" providerId="LiveId" clId="{C7052817-2592-9440-B88C-F72FEA85DD04}" dt="2023-04-08T11:58:11.916" v="315" actId="207"/>
          <ac:spMkLst>
            <pc:docMk/>
            <pc:sldMk cId="2309350101" sldId="281"/>
            <ac:spMk id="8" creationId="{C6774354-C25A-26D3-3A3D-BCD0240D4B36}"/>
          </ac:spMkLst>
        </pc:spChg>
      </pc:sldChg>
      <pc:sldChg chg="modSp add mod">
        <pc:chgData name="Fei Zheng" userId="d19317889db4c986" providerId="LiveId" clId="{C7052817-2592-9440-B88C-F72FEA85DD04}" dt="2023-04-08T11:58:15.396" v="316" actId="207"/>
        <pc:sldMkLst>
          <pc:docMk/>
          <pc:sldMk cId="222156552" sldId="282"/>
        </pc:sldMkLst>
        <pc:spChg chg="mod">
          <ac:chgData name="Fei Zheng" userId="d19317889db4c986" providerId="LiveId" clId="{C7052817-2592-9440-B88C-F72FEA85DD04}" dt="2023-04-08T11:26:58.493" v="223" actId="20577"/>
          <ac:spMkLst>
            <pc:docMk/>
            <pc:sldMk cId="222156552" sldId="282"/>
            <ac:spMk id="3" creationId="{34EE016D-60BD-3354-865C-D4ECB1379973}"/>
          </ac:spMkLst>
        </pc:spChg>
        <pc:spChg chg="mod">
          <ac:chgData name="Fei Zheng" userId="d19317889db4c986" providerId="LiveId" clId="{C7052817-2592-9440-B88C-F72FEA85DD04}" dt="2023-04-08T11:58:15.396" v="316" actId="207"/>
          <ac:spMkLst>
            <pc:docMk/>
            <pc:sldMk cId="222156552" sldId="282"/>
            <ac:spMk id="4" creationId="{059CD8C3-8ED5-BAC9-0CB2-965A5CD67251}"/>
          </ac:spMkLst>
        </pc:spChg>
      </pc:sldChg>
      <pc:sldChg chg="modSp del mod modAnim">
        <pc:chgData name="Fei Zheng" userId="d19317889db4c986" providerId="LiveId" clId="{C7052817-2592-9440-B88C-F72FEA85DD04}" dt="2023-04-08T11:26:06.190" v="210" actId="2696"/>
        <pc:sldMkLst>
          <pc:docMk/>
          <pc:sldMk cId="2571939508" sldId="282"/>
        </pc:sldMkLst>
        <pc:spChg chg="mod">
          <ac:chgData name="Fei Zheng" userId="d19317889db4c986" providerId="LiveId" clId="{C7052817-2592-9440-B88C-F72FEA85DD04}" dt="2023-04-08T03:10:25.875" v="164" actId="1076"/>
          <ac:spMkLst>
            <pc:docMk/>
            <pc:sldMk cId="2571939508" sldId="282"/>
            <ac:spMk id="5" creationId="{9C5CAF33-0BC2-4633-85E5-21B2ACD15FC7}"/>
          </ac:spMkLst>
        </pc:spChg>
        <pc:spChg chg="mod">
          <ac:chgData name="Fei Zheng" userId="d19317889db4c986" providerId="LiveId" clId="{C7052817-2592-9440-B88C-F72FEA85DD04}" dt="2023-04-08T03:10:13.492" v="161" actId="1076"/>
          <ac:spMkLst>
            <pc:docMk/>
            <pc:sldMk cId="2571939508" sldId="282"/>
            <ac:spMk id="6" creationId="{94F5D357-E4B7-4BC8-B83F-830D4C9ECC0B}"/>
          </ac:spMkLst>
        </pc:spChg>
        <pc:spChg chg="mod">
          <ac:chgData name="Fei Zheng" userId="d19317889db4c986" providerId="LiveId" clId="{C7052817-2592-9440-B88C-F72FEA85DD04}" dt="2023-04-08T11:21:49.862" v="209" actId="20577"/>
          <ac:spMkLst>
            <pc:docMk/>
            <pc:sldMk cId="2571939508" sldId="282"/>
            <ac:spMk id="8" creationId="{8AADEEF6-B802-9A09-D1C3-9C8704108189}"/>
          </ac:spMkLst>
        </pc:spChg>
        <pc:spChg chg="mod">
          <ac:chgData name="Fei Zheng" userId="d19317889db4c986" providerId="LiveId" clId="{C7052817-2592-9440-B88C-F72FEA85DD04}" dt="2023-04-08T03:10:00.649" v="157" actId="255"/>
          <ac:spMkLst>
            <pc:docMk/>
            <pc:sldMk cId="2571939508" sldId="282"/>
            <ac:spMk id="9" creationId="{65A8654A-5D37-4B29-9521-16DCCA9215DE}"/>
          </ac:spMkLst>
        </pc:spChg>
        <pc:spChg chg="mod">
          <ac:chgData name="Fei Zheng" userId="d19317889db4c986" providerId="LiveId" clId="{C7052817-2592-9440-B88C-F72FEA85DD04}" dt="2023-04-08T03:10:21.896" v="163" actId="1076"/>
          <ac:spMkLst>
            <pc:docMk/>
            <pc:sldMk cId="2571939508" sldId="282"/>
            <ac:spMk id="11" creationId="{ACE9C7AB-327A-E7A7-F057-4DA55BD00B7E}"/>
          </ac:spMkLst>
        </pc:spChg>
        <pc:graphicFrameChg chg="mod">
          <ac:chgData name="Fei Zheng" userId="d19317889db4c986" providerId="LiveId" clId="{C7052817-2592-9440-B88C-F72FEA85DD04}" dt="2023-04-08T03:10:05.497" v="158" actId="1076"/>
          <ac:graphicFrameMkLst>
            <pc:docMk/>
            <pc:sldMk cId="2571939508" sldId="282"/>
            <ac:graphicFrameMk id="13" creationId="{BBFE3152-1C33-4EBF-AEC8-A8F9BDCC6DBB}"/>
          </ac:graphicFrameMkLst>
        </pc:graphicFrameChg>
      </pc:sldChg>
      <pc:sldChg chg="modSp add mod">
        <pc:chgData name="Fei Zheng" userId="d19317889db4c986" providerId="LiveId" clId="{C7052817-2592-9440-B88C-F72FEA85DD04}" dt="2023-04-08T11:58:20.247" v="317" actId="207"/>
        <pc:sldMkLst>
          <pc:docMk/>
          <pc:sldMk cId="132419493" sldId="283"/>
        </pc:sldMkLst>
        <pc:spChg chg="mod">
          <ac:chgData name="Fei Zheng" userId="d19317889db4c986" providerId="LiveId" clId="{C7052817-2592-9440-B88C-F72FEA85DD04}" dt="2023-04-08T11:27:01.948" v="226" actId="20577"/>
          <ac:spMkLst>
            <pc:docMk/>
            <pc:sldMk cId="132419493" sldId="283"/>
            <ac:spMk id="5" creationId="{18B84701-9E03-1FF7-6DCC-0C7AC4038233}"/>
          </ac:spMkLst>
        </pc:spChg>
        <pc:spChg chg="mod">
          <ac:chgData name="Fei Zheng" userId="d19317889db4c986" providerId="LiveId" clId="{C7052817-2592-9440-B88C-F72FEA85DD04}" dt="2023-04-08T11:58:20.247" v="317" actId="207"/>
          <ac:spMkLst>
            <pc:docMk/>
            <pc:sldMk cId="132419493" sldId="283"/>
            <ac:spMk id="6" creationId="{FC24B964-6DA9-17E9-1B65-09881515CB46}"/>
          </ac:spMkLst>
        </pc:spChg>
      </pc:sldChg>
      <pc:sldChg chg="modSp del mod">
        <pc:chgData name="Fei Zheng" userId="d19317889db4c986" providerId="LiveId" clId="{C7052817-2592-9440-B88C-F72FEA85DD04}" dt="2023-04-08T11:26:06.190" v="210" actId="2696"/>
        <pc:sldMkLst>
          <pc:docMk/>
          <pc:sldMk cId="1429739955" sldId="283"/>
        </pc:sldMkLst>
        <pc:spChg chg="mod">
          <ac:chgData name="Fei Zheng" userId="d19317889db4c986" providerId="LiveId" clId="{C7052817-2592-9440-B88C-F72FEA85DD04}" dt="2023-04-08T03:13:22.546" v="168" actId="255"/>
          <ac:spMkLst>
            <pc:docMk/>
            <pc:sldMk cId="1429739955" sldId="283"/>
            <ac:spMk id="3" creationId="{222C6292-2D4A-41A3-9279-C77B21F6876B}"/>
          </ac:spMkLst>
        </pc:spChg>
        <pc:spChg chg="mod">
          <ac:chgData name="Fei Zheng" userId="d19317889db4c986" providerId="LiveId" clId="{C7052817-2592-9440-B88C-F72FEA85DD04}" dt="2023-04-08T03:13:22.546" v="168" actId="255"/>
          <ac:spMkLst>
            <pc:docMk/>
            <pc:sldMk cId="1429739955" sldId="283"/>
            <ac:spMk id="4" creationId="{B140F44E-763C-4E09-81A8-9E6E19FF1977}"/>
          </ac:spMkLst>
        </pc:spChg>
        <pc:spChg chg="mod">
          <ac:chgData name="Fei Zheng" userId="d19317889db4c986" providerId="LiveId" clId="{C7052817-2592-9440-B88C-F72FEA85DD04}" dt="2023-04-08T03:13:45.832" v="183" actId="1037"/>
          <ac:spMkLst>
            <pc:docMk/>
            <pc:sldMk cId="1429739955" sldId="283"/>
            <ac:spMk id="7" creationId="{02CE701F-1F1D-4765-9CD5-03D38460DB86}"/>
          </ac:spMkLst>
        </pc:spChg>
        <pc:spChg chg="mod">
          <ac:chgData name="Fei Zheng" userId="d19317889db4c986" providerId="LiveId" clId="{C7052817-2592-9440-B88C-F72FEA85DD04}" dt="2023-04-08T03:13:22.546" v="168" actId="255"/>
          <ac:spMkLst>
            <pc:docMk/>
            <pc:sldMk cId="1429739955" sldId="283"/>
            <ac:spMk id="12" creationId="{67FD08DE-B201-4279-8E5A-7B0B5968960D}"/>
          </ac:spMkLst>
        </pc:spChg>
        <pc:spChg chg="mod">
          <ac:chgData name="Fei Zheng" userId="d19317889db4c986" providerId="LiveId" clId="{C7052817-2592-9440-B88C-F72FEA85DD04}" dt="2023-04-08T03:13:22.546" v="168" actId="255"/>
          <ac:spMkLst>
            <pc:docMk/>
            <pc:sldMk cId="1429739955" sldId="283"/>
            <ac:spMk id="14" creationId="{17EB7A48-A81F-436E-83E7-478DEEE99F1F}"/>
          </ac:spMkLst>
        </pc:spChg>
        <pc:spChg chg="mod">
          <ac:chgData name="Fei Zheng" userId="d19317889db4c986" providerId="LiveId" clId="{C7052817-2592-9440-B88C-F72FEA85DD04}" dt="2023-04-08T03:13:35.760" v="169" actId="14100"/>
          <ac:spMkLst>
            <pc:docMk/>
            <pc:sldMk cId="1429739955" sldId="283"/>
            <ac:spMk id="15" creationId="{8CCF9999-ACBF-4940-8282-0A44F3ED9823}"/>
          </ac:spMkLst>
        </pc:spChg>
        <pc:spChg chg="mod">
          <ac:chgData name="Fei Zheng" userId="d19317889db4c986" providerId="LiveId" clId="{C7052817-2592-9440-B88C-F72FEA85DD04}" dt="2023-04-08T03:15:23.849" v="184"/>
          <ac:spMkLst>
            <pc:docMk/>
            <pc:sldMk cId="1429739955" sldId="283"/>
            <ac:spMk id="16" creationId="{113D6634-BACC-4C65-8AAB-99BDA6B69B3E}"/>
          </ac:spMkLst>
        </pc:spChg>
        <pc:spChg chg="mod">
          <ac:chgData name="Fei Zheng" userId="d19317889db4c986" providerId="LiveId" clId="{C7052817-2592-9440-B88C-F72FEA85DD04}" dt="2023-04-08T03:13:22.546" v="168" actId="255"/>
          <ac:spMkLst>
            <pc:docMk/>
            <pc:sldMk cId="1429739955" sldId="283"/>
            <ac:spMk id="20" creationId="{CB6DFAF7-543D-4112-8E6B-9FC61D80A007}"/>
          </ac:spMkLst>
        </pc:spChg>
        <pc:spChg chg="mod">
          <ac:chgData name="Fei Zheng" userId="d19317889db4c986" providerId="LiveId" clId="{C7052817-2592-9440-B88C-F72FEA85DD04}" dt="2023-04-08T03:13:22.546" v="168" actId="255"/>
          <ac:spMkLst>
            <pc:docMk/>
            <pc:sldMk cId="1429739955" sldId="283"/>
            <ac:spMk id="22" creationId="{69ED46F3-C80D-4671-9C92-5383D72A3B18}"/>
          </ac:spMkLst>
        </pc:spChg>
      </pc:sldChg>
      <pc:sldChg chg="modSp del mod">
        <pc:chgData name="Fei Zheng" userId="d19317889db4c986" providerId="LiveId" clId="{C7052817-2592-9440-B88C-F72FEA85DD04}" dt="2023-04-08T11:57:52.876" v="313" actId="2696"/>
        <pc:sldMkLst>
          <pc:docMk/>
          <pc:sldMk cId="2039416753" sldId="286"/>
        </pc:sldMkLst>
        <pc:spChg chg="mod">
          <ac:chgData name="Fei Zheng" userId="d19317889db4c986" providerId="LiveId" clId="{C7052817-2592-9440-B88C-F72FEA85DD04}" dt="2023-04-08T11:56:12.021" v="305" actId="20577"/>
          <ac:spMkLst>
            <pc:docMk/>
            <pc:sldMk cId="2039416753" sldId="286"/>
            <ac:spMk id="5" creationId="{9C5CAF33-0BC2-4633-85E5-21B2ACD15FC7}"/>
          </ac:spMkLst>
        </pc:spChg>
        <pc:spChg chg="mod">
          <ac:chgData name="Fei Zheng" userId="d19317889db4c986" providerId="LiveId" clId="{C7052817-2592-9440-B88C-F72FEA85DD04}" dt="2023-04-08T11:55:41.747" v="296" actId="2711"/>
          <ac:spMkLst>
            <pc:docMk/>
            <pc:sldMk cId="2039416753" sldId="286"/>
            <ac:spMk id="9" creationId="{AD015C7D-FADC-4B72-BB79-B703C58A50B1}"/>
          </ac:spMkLst>
        </pc:spChg>
        <pc:spChg chg="mod">
          <ac:chgData name="Fei Zheng" userId="d19317889db4c986" providerId="LiveId" clId="{C7052817-2592-9440-B88C-F72FEA85DD04}" dt="2023-04-08T11:55:41.747" v="296" actId="2711"/>
          <ac:spMkLst>
            <pc:docMk/>
            <pc:sldMk cId="2039416753" sldId="286"/>
            <ac:spMk id="10" creationId="{D225BBFA-E913-4B29-B469-65B473D31534}"/>
          </ac:spMkLst>
        </pc:spChg>
        <pc:spChg chg="mod">
          <ac:chgData name="Fei Zheng" userId="d19317889db4c986" providerId="LiveId" clId="{C7052817-2592-9440-B88C-F72FEA85DD04}" dt="2023-04-08T11:27:10.655" v="229" actId="20577"/>
          <ac:spMkLst>
            <pc:docMk/>
            <pc:sldMk cId="2039416753" sldId="286"/>
            <ac:spMk id="13" creationId="{7B367ED3-D47D-2B0E-CD8B-602A61D1703B}"/>
          </ac:spMkLst>
        </pc:spChg>
        <pc:grpChg chg="mod">
          <ac:chgData name="Fei Zheng" userId="d19317889db4c986" providerId="LiveId" clId="{C7052817-2592-9440-B88C-F72FEA85DD04}" dt="2023-04-08T11:55:41.747" v="296" actId="2711"/>
          <ac:grpSpMkLst>
            <pc:docMk/>
            <pc:sldMk cId="2039416753" sldId="286"/>
            <ac:grpSpMk id="6" creationId="{BB6573D6-1106-4947-A284-790E51516848}"/>
          </ac:grpSpMkLst>
        </pc:grpChg>
      </pc:sldChg>
      <pc:sldChg chg="modSp add mod modAnim">
        <pc:chgData name="Fei Zheng" userId="d19317889db4c986" providerId="LiveId" clId="{C7052817-2592-9440-B88C-F72FEA85DD04}" dt="2023-04-08T11:59:14.164" v="332"/>
        <pc:sldMkLst>
          <pc:docMk/>
          <pc:sldMk cId="2139645877" sldId="286"/>
        </pc:sldMkLst>
        <pc:spChg chg="mod">
          <ac:chgData name="Fei Zheng" userId="d19317889db4c986" providerId="LiveId" clId="{C7052817-2592-9440-B88C-F72FEA85DD04}" dt="2023-04-08T11:58:40.859" v="326" actId="20577"/>
          <ac:spMkLst>
            <pc:docMk/>
            <pc:sldMk cId="2139645877" sldId="286"/>
            <ac:spMk id="13" creationId="{7B367ED3-D47D-2B0E-CD8B-602A61D1703B}"/>
          </ac:spMkLst>
        </pc:spChg>
      </pc:sldChg>
      <pc:sldChg chg="modSp add mod">
        <pc:chgData name="Fei Zheng" userId="d19317889db4c986" providerId="LiveId" clId="{C7052817-2592-9440-B88C-F72FEA85DD04}" dt="2023-04-08T11:58:43.867" v="329" actId="20577"/>
        <pc:sldMkLst>
          <pc:docMk/>
          <pc:sldMk cId="1628732869" sldId="287"/>
        </pc:sldMkLst>
        <pc:spChg chg="mod">
          <ac:chgData name="Fei Zheng" userId="d19317889db4c986" providerId="LiveId" clId="{C7052817-2592-9440-B88C-F72FEA85DD04}" dt="2023-04-08T11:58:43.867" v="329" actId="20577"/>
          <ac:spMkLst>
            <pc:docMk/>
            <pc:sldMk cId="1628732869" sldId="287"/>
            <ac:spMk id="3" creationId="{BECCBADC-3A71-62F7-D561-C8786BCEBA49}"/>
          </ac:spMkLst>
        </pc:spChg>
      </pc:sldChg>
      <pc:sldChg chg="modSp del mod">
        <pc:chgData name="Fei Zheng" userId="d19317889db4c986" providerId="LiveId" clId="{C7052817-2592-9440-B88C-F72FEA85DD04}" dt="2023-04-08T11:57:52.876" v="313" actId="2696"/>
        <pc:sldMkLst>
          <pc:docMk/>
          <pc:sldMk cId="2875939060" sldId="287"/>
        </pc:sldMkLst>
        <pc:spChg chg="mod">
          <ac:chgData name="Fei Zheng" userId="d19317889db4c986" providerId="LiveId" clId="{C7052817-2592-9440-B88C-F72FEA85DD04}" dt="2023-04-08T11:27:14.147" v="232" actId="20577"/>
          <ac:spMkLst>
            <pc:docMk/>
            <pc:sldMk cId="2875939060" sldId="287"/>
            <ac:spMk id="3" creationId="{BECCBADC-3A71-62F7-D561-C8786BCEBA49}"/>
          </ac:spMkLst>
        </pc:spChg>
        <pc:spChg chg="mod">
          <ac:chgData name="Fei Zheng" userId="d19317889db4c986" providerId="LiveId" clId="{C7052817-2592-9440-B88C-F72FEA85DD04}" dt="2023-04-08T11:57:21.406" v="306" actId="2711"/>
          <ac:spMkLst>
            <pc:docMk/>
            <pc:sldMk cId="2875939060" sldId="287"/>
            <ac:spMk id="7" creationId="{0DB8B6C3-C838-41D3-9B1A-1C1976BEEDDB}"/>
          </ac:spMkLst>
        </pc:spChg>
        <pc:spChg chg="mod">
          <ac:chgData name="Fei Zheng" userId="d19317889db4c986" providerId="LiveId" clId="{C7052817-2592-9440-B88C-F72FEA85DD04}" dt="2023-04-08T11:57:21.406" v="306" actId="2711"/>
          <ac:spMkLst>
            <pc:docMk/>
            <pc:sldMk cId="2875939060" sldId="287"/>
            <ac:spMk id="9" creationId="{AD015C7D-FADC-4B72-BB79-B703C58A50B1}"/>
          </ac:spMkLst>
        </pc:spChg>
        <pc:spChg chg="mod">
          <ac:chgData name="Fei Zheng" userId="d19317889db4c986" providerId="LiveId" clId="{C7052817-2592-9440-B88C-F72FEA85DD04}" dt="2023-04-08T11:57:21.406" v="306" actId="2711"/>
          <ac:spMkLst>
            <pc:docMk/>
            <pc:sldMk cId="2875939060" sldId="287"/>
            <ac:spMk id="11" creationId="{B299FD8C-F5EB-4064-89CE-3C62194BDCEE}"/>
          </ac:spMkLst>
        </pc:spChg>
        <pc:spChg chg="mod">
          <ac:chgData name="Fei Zheng" userId="d19317889db4c986" providerId="LiveId" clId="{C7052817-2592-9440-B88C-F72FEA85DD04}" dt="2023-04-08T11:57:42.897" v="311" actId="1076"/>
          <ac:spMkLst>
            <pc:docMk/>
            <pc:sldMk cId="2875939060" sldId="287"/>
            <ac:spMk id="12" creationId="{60DE6EEB-FE31-4F5A-80A8-8770E7EC81CF}"/>
          </ac:spMkLst>
        </pc:spChg>
        <pc:spChg chg="mod">
          <ac:chgData name="Fei Zheng" userId="d19317889db4c986" providerId="LiveId" clId="{C7052817-2592-9440-B88C-F72FEA85DD04}" dt="2023-04-08T11:57:47.562" v="312" actId="1076"/>
          <ac:spMkLst>
            <pc:docMk/>
            <pc:sldMk cId="2875939060" sldId="287"/>
            <ac:spMk id="14" creationId="{E521AB10-F424-4557-AC7E-71EE3BE6F074}"/>
          </ac:spMkLst>
        </pc:spChg>
      </pc:sldChg>
      <pc:sldChg chg="del">
        <pc:chgData name="Fei Zheng" userId="d19317889db4c986" providerId="LiveId" clId="{C7052817-2592-9440-B88C-F72FEA85DD04}" dt="2023-04-07T14:49:10.096" v="0" actId="2696"/>
        <pc:sldMkLst>
          <pc:docMk/>
          <pc:sldMk cId="4092491147" sldId="438"/>
        </pc:sldMkLst>
      </pc:sldChg>
      <pc:sldChg chg="addSp delSp modSp new mod">
        <pc:chgData name="Fei Zheng" userId="d19317889db4c986" providerId="LiveId" clId="{C7052817-2592-9440-B88C-F72FEA85DD04}" dt="2023-04-08T12:07:25.647" v="620" actId="1076"/>
        <pc:sldMkLst>
          <pc:docMk/>
          <pc:sldMk cId="573129082" sldId="448"/>
        </pc:sldMkLst>
        <pc:spChg chg="del mod">
          <ac:chgData name="Fei Zheng" userId="d19317889db4c986" providerId="LiveId" clId="{C7052817-2592-9440-B88C-F72FEA85DD04}" dt="2023-04-08T12:01:24.784" v="439" actId="478"/>
          <ac:spMkLst>
            <pc:docMk/>
            <pc:sldMk cId="573129082" sldId="448"/>
            <ac:spMk id="2" creationId="{9BB94CE2-8310-EB21-2F25-58848C2A906C}"/>
          </ac:spMkLst>
        </pc:spChg>
        <pc:spChg chg="mod">
          <ac:chgData name="Fei Zheng" userId="d19317889db4c986" providerId="LiveId" clId="{C7052817-2592-9440-B88C-F72FEA85DD04}" dt="2023-04-08T12:07:25.647" v="620" actId="1076"/>
          <ac:spMkLst>
            <pc:docMk/>
            <pc:sldMk cId="573129082" sldId="448"/>
            <ac:spMk id="3" creationId="{EFD948F6-9EA4-11C6-2FFA-8B076C980C77}"/>
          </ac:spMkLst>
        </pc:spChg>
        <pc:spChg chg="add mod">
          <ac:chgData name="Fei Zheng" userId="d19317889db4c986" providerId="LiveId" clId="{C7052817-2592-9440-B88C-F72FEA85DD04}" dt="2023-04-08T12:01:51.903" v="529" actId="20577"/>
          <ac:spMkLst>
            <pc:docMk/>
            <pc:sldMk cId="573129082" sldId="448"/>
            <ac:spMk id="6" creationId="{73134BED-2F8F-7259-196A-5995799A5F34}"/>
          </ac:spMkLst>
        </pc:spChg>
        <pc:cxnChg chg="add mod">
          <ac:chgData name="Fei Zheng" userId="d19317889db4c986" providerId="LiveId" clId="{C7052817-2592-9440-B88C-F72FEA85DD04}" dt="2023-04-08T12:01:30.450" v="440"/>
          <ac:cxnSpMkLst>
            <pc:docMk/>
            <pc:sldMk cId="573129082" sldId="448"/>
            <ac:cxnSpMk id="4" creationId="{9EF045DA-2DCC-B14D-4A45-BCC128C68444}"/>
          </ac:cxnSpMkLst>
        </pc:cxnChg>
        <pc:cxnChg chg="add del mod">
          <ac:chgData name="Fei Zheng" userId="d19317889db4c986" providerId="LiveId" clId="{C7052817-2592-9440-B88C-F72FEA85DD04}" dt="2023-04-08T12:01:38.463" v="442"/>
          <ac:cxnSpMkLst>
            <pc:docMk/>
            <pc:sldMk cId="573129082" sldId="448"/>
            <ac:cxnSpMk id="5" creationId="{F3C10FF9-CCEB-8762-060A-307583ACDF54}"/>
          </ac:cxnSpMkLst>
        </pc:cxnChg>
      </pc:sldChg>
      <pc:sldChg chg="del">
        <pc:chgData name="Fei Zheng" userId="d19317889db4c986" providerId="LiveId" clId="{C7052817-2592-9440-B88C-F72FEA85DD04}" dt="2023-04-07T14:49:10.168" v="2" actId="2696"/>
        <pc:sldMkLst>
          <pc:docMk/>
          <pc:sldMk cId="1404901182" sldId="452"/>
        </pc:sldMkLst>
      </pc:sldChg>
    </pc:docChg>
  </pc:docChgLst>
  <pc:docChgLst>
    <pc:chgData name="Fei Zheng" userId="d19317889db4c986" providerId="LiveId" clId="{2B71CC6D-8D4C-4F40-AF63-600488723E32}"/>
    <pc:docChg chg="custSel addSld delSld modSld sldOrd">
      <pc:chgData name="Fei Zheng" userId="d19317889db4c986" providerId="LiveId" clId="{2B71CC6D-8D4C-4F40-AF63-600488723E32}" dt="2022-12-25T05:03:37.712" v="601" actId="20577"/>
      <pc:docMkLst>
        <pc:docMk/>
      </pc:docMkLst>
      <pc:sldChg chg="addSp modSp mod">
        <pc:chgData name="Fei Zheng" userId="d19317889db4c986" providerId="LiveId" clId="{2B71CC6D-8D4C-4F40-AF63-600488723E32}" dt="2022-12-25T04:48:25.684" v="91" actId="1035"/>
        <pc:sldMkLst>
          <pc:docMk/>
          <pc:sldMk cId="4115611479" sldId="256"/>
        </pc:sldMkLst>
        <pc:spChg chg="mod">
          <ac:chgData name="Fei Zheng" userId="d19317889db4c986" providerId="LiveId" clId="{2B71CC6D-8D4C-4F40-AF63-600488723E32}" dt="2022-12-25T04:48:25.684" v="91" actId="1035"/>
          <ac:spMkLst>
            <pc:docMk/>
            <pc:sldMk cId="4115611479" sldId="256"/>
            <ac:spMk id="3" creationId="{589F497D-1DCA-49FD-AFFA-1D9537F64AF3}"/>
          </ac:spMkLst>
        </pc:spChg>
        <pc:cxnChg chg="add mod">
          <ac:chgData name="Fei Zheng" userId="d19317889db4c986" providerId="LiveId" clId="{2B71CC6D-8D4C-4F40-AF63-600488723E32}" dt="2022-12-25T04:47:46.038" v="87" actId="692"/>
          <ac:cxnSpMkLst>
            <pc:docMk/>
            <pc:sldMk cId="4115611479" sldId="256"/>
            <ac:cxnSpMk id="6" creationId="{86C8EF1B-032B-54F7-5DE6-2D60FA36FBB8}"/>
          </ac:cxnSpMkLst>
        </pc:cxnChg>
      </pc:sldChg>
      <pc:sldChg chg="addSp delSp modSp mod">
        <pc:chgData name="Fei Zheng" userId="d19317889db4c986" providerId="LiveId" clId="{2B71CC6D-8D4C-4F40-AF63-600488723E32}" dt="2022-12-25T04:48:41.289" v="97" actId="122"/>
        <pc:sldMkLst>
          <pc:docMk/>
          <pc:sldMk cId="4019675618" sldId="257"/>
        </pc:sldMkLst>
        <pc:spChg chg="add del mod">
          <ac:chgData name="Fei Zheng" userId="d19317889db4c986" providerId="LiveId" clId="{2B71CC6D-8D4C-4F40-AF63-600488723E32}" dt="2022-12-25T04:48:37.036" v="94"/>
          <ac:spMkLst>
            <pc:docMk/>
            <pc:sldMk cId="4019675618" sldId="257"/>
            <ac:spMk id="2" creationId="{C3E00B00-0F50-4B95-DA8C-E6E07DD96EE0}"/>
          </ac:spMkLst>
        </pc:spChg>
        <pc:spChg chg="add mod">
          <ac:chgData name="Fei Zheng" userId="d19317889db4c986" providerId="LiveId" clId="{2B71CC6D-8D4C-4F40-AF63-600488723E32}" dt="2022-12-25T04:48:41.289" v="97" actId="122"/>
          <ac:spMkLst>
            <pc:docMk/>
            <pc:sldMk cId="4019675618" sldId="257"/>
            <ac:spMk id="8" creationId="{E86801B6-FA45-A3B5-3818-0F02660CBA46}"/>
          </ac:spMkLst>
        </pc:spChg>
        <pc:spChg chg="del">
          <ac:chgData name="Fei Zheng" userId="d19317889db4c986" providerId="LiveId" clId="{2B71CC6D-8D4C-4F40-AF63-600488723E32}" dt="2022-12-25T04:48:30.804" v="92" actId="478"/>
          <ac:spMkLst>
            <pc:docMk/>
            <pc:sldMk cId="4019675618" sldId="257"/>
            <ac:spMk id="10" creationId="{D60C773C-642C-7D81-DF83-7BAA12B20BCA}"/>
          </ac:spMkLst>
        </pc:spChg>
        <pc:cxnChg chg="add del mod">
          <ac:chgData name="Fei Zheng" userId="d19317889db4c986" providerId="LiveId" clId="{2B71CC6D-8D4C-4F40-AF63-600488723E32}" dt="2022-12-25T04:48:37.036" v="94"/>
          <ac:cxnSpMkLst>
            <pc:docMk/>
            <pc:sldMk cId="4019675618" sldId="257"/>
            <ac:cxnSpMk id="5" creationId="{220A7496-618B-165B-EFD4-62EB7331BA18}"/>
          </ac:cxnSpMkLst>
        </pc:cxnChg>
        <pc:cxnChg chg="add mod">
          <ac:chgData name="Fei Zheng" userId="d19317889db4c986" providerId="LiveId" clId="{2B71CC6D-8D4C-4F40-AF63-600488723E32}" dt="2022-12-25T04:48:37.053" v="95"/>
          <ac:cxnSpMkLst>
            <pc:docMk/>
            <pc:sldMk cId="4019675618" sldId="257"/>
            <ac:cxnSpMk id="9" creationId="{125C9F9E-08F9-29DD-F5D7-15E8745F4729}"/>
          </ac:cxnSpMkLst>
        </pc:cxnChg>
      </pc:sldChg>
      <pc:sldChg chg="addSp delSp modSp mod">
        <pc:chgData name="Fei Zheng" userId="d19317889db4c986" providerId="LiveId" clId="{2B71CC6D-8D4C-4F40-AF63-600488723E32}" dt="2022-12-25T04:49:16.546" v="184" actId="20577"/>
        <pc:sldMkLst>
          <pc:docMk/>
          <pc:sldMk cId="2359660627" sldId="258"/>
        </pc:sldMkLst>
        <pc:spChg chg="add mod">
          <ac:chgData name="Fei Zheng" userId="d19317889db4c986" providerId="LiveId" clId="{2B71CC6D-8D4C-4F40-AF63-600488723E32}" dt="2022-12-25T04:49:16.546" v="184" actId="20577"/>
          <ac:spMkLst>
            <pc:docMk/>
            <pc:sldMk cId="2359660627" sldId="258"/>
            <ac:spMk id="2" creationId="{B8F84CE8-4A70-6ED5-B8A6-11DEC0E994B8}"/>
          </ac:spMkLst>
        </pc:spChg>
        <pc:spChg chg="del">
          <ac:chgData name="Fei Zheng" userId="d19317889db4c986" providerId="LiveId" clId="{2B71CC6D-8D4C-4F40-AF63-600488723E32}" dt="2022-12-25T04:49:08.356" v="168" actId="478"/>
          <ac:spMkLst>
            <pc:docMk/>
            <pc:sldMk cId="2359660627" sldId="258"/>
            <ac:spMk id="22" creationId="{008619E8-321F-9422-7CE8-9FC75A119B5F}"/>
          </ac:spMkLst>
        </pc:spChg>
        <pc:cxnChg chg="add mod">
          <ac:chgData name="Fei Zheng" userId="d19317889db4c986" providerId="LiveId" clId="{2B71CC6D-8D4C-4F40-AF63-600488723E32}" dt="2022-12-25T04:49:14.307" v="169"/>
          <ac:cxnSpMkLst>
            <pc:docMk/>
            <pc:sldMk cId="2359660627" sldId="258"/>
            <ac:cxnSpMk id="3" creationId="{9C95C69E-924C-72AF-8503-30EEBBFA30D8}"/>
          </ac:cxnSpMkLst>
        </pc:cxnChg>
      </pc:sldChg>
      <pc:sldChg chg="addSp delSp modSp mod">
        <pc:chgData name="Fei Zheng" userId="d19317889db4c986" providerId="LiveId" clId="{2B71CC6D-8D4C-4F40-AF63-600488723E32}" dt="2022-12-25T05:02:59.955" v="592" actId="20577"/>
        <pc:sldMkLst>
          <pc:docMk/>
          <pc:sldMk cId="3851511592" sldId="259"/>
        </pc:sldMkLst>
        <pc:spChg chg="add mod">
          <ac:chgData name="Fei Zheng" userId="d19317889db4c986" providerId="LiveId" clId="{2B71CC6D-8D4C-4F40-AF63-600488723E32}" dt="2022-12-25T04:49:28.678" v="214" actId="20577"/>
          <ac:spMkLst>
            <pc:docMk/>
            <pc:sldMk cId="3851511592" sldId="259"/>
            <ac:spMk id="2" creationId="{F2D21848-37BD-549B-3FFB-1434C39785D6}"/>
          </ac:spMkLst>
        </pc:spChg>
        <pc:spChg chg="mod">
          <ac:chgData name="Fei Zheng" userId="d19317889db4c986" providerId="LiveId" clId="{2B71CC6D-8D4C-4F40-AF63-600488723E32}" dt="2022-12-25T05:02:59.955" v="592" actId="20577"/>
          <ac:spMkLst>
            <pc:docMk/>
            <pc:sldMk cId="3851511592" sldId="259"/>
            <ac:spMk id="5" creationId="{D84EDB0C-EE6A-467C-A08E-A9A1E187096D}"/>
          </ac:spMkLst>
        </pc:spChg>
        <pc:spChg chg="del">
          <ac:chgData name="Fei Zheng" userId="d19317889db4c986" providerId="LiveId" clId="{2B71CC6D-8D4C-4F40-AF63-600488723E32}" dt="2022-12-25T04:49:22.028" v="185" actId="478"/>
          <ac:spMkLst>
            <pc:docMk/>
            <pc:sldMk cId="3851511592" sldId="259"/>
            <ac:spMk id="8" creationId="{4B572052-593E-AD89-5229-5DE76774BED0}"/>
          </ac:spMkLst>
        </pc:spChg>
        <pc:cxnChg chg="add mod">
          <ac:chgData name="Fei Zheng" userId="d19317889db4c986" providerId="LiveId" clId="{2B71CC6D-8D4C-4F40-AF63-600488723E32}" dt="2022-12-25T04:49:23.024" v="186"/>
          <ac:cxnSpMkLst>
            <pc:docMk/>
            <pc:sldMk cId="3851511592" sldId="259"/>
            <ac:cxnSpMk id="3" creationId="{DC0D80AE-FC67-BAC6-43C1-001D7AB3B0A8}"/>
          </ac:cxnSpMkLst>
        </pc:cxnChg>
      </pc:sldChg>
      <pc:sldChg chg="del">
        <pc:chgData name="Fei Zheng" userId="d19317889db4c986" providerId="LiveId" clId="{2B71CC6D-8D4C-4F40-AF63-600488723E32}" dt="2022-12-25T04:43:15.660" v="4" actId="2696"/>
        <pc:sldMkLst>
          <pc:docMk/>
          <pc:sldMk cId="0" sldId="260"/>
        </pc:sldMkLst>
      </pc:sldChg>
      <pc:sldChg chg="addSp delSp modSp">
        <pc:chgData name="Fei Zheng" userId="d19317889db4c986" providerId="LiveId" clId="{2B71CC6D-8D4C-4F40-AF63-600488723E32}" dt="2022-12-25T04:55:25.746" v="526" actId="20577"/>
        <pc:sldMkLst>
          <pc:docMk/>
          <pc:sldMk cId="3734517844" sldId="261"/>
        </pc:sldMkLst>
        <pc:spChg chg="add mod">
          <ac:chgData name="Fei Zheng" userId="d19317889db4c986" providerId="LiveId" clId="{2B71CC6D-8D4C-4F40-AF63-600488723E32}" dt="2022-12-25T04:51:15.875" v="407"/>
          <ac:spMkLst>
            <pc:docMk/>
            <pc:sldMk cId="3734517844" sldId="261"/>
            <ac:spMk id="2" creationId="{774D4789-014A-86EC-35F1-137579FA53B2}"/>
          </ac:spMkLst>
        </pc:spChg>
        <pc:spChg chg="mod">
          <ac:chgData name="Fei Zheng" userId="d19317889db4c986" providerId="LiveId" clId="{2B71CC6D-8D4C-4F40-AF63-600488723E32}" dt="2022-12-25T04:55:25.746" v="526" actId="20577"/>
          <ac:spMkLst>
            <pc:docMk/>
            <pc:sldMk cId="3734517844" sldId="261"/>
            <ac:spMk id="5" creationId="{D84EDB0C-EE6A-467C-A08E-A9A1E187096D}"/>
          </ac:spMkLst>
        </pc:spChg>
        <pc:spChg chg="del">
          <ac:chgData name="Fei Zheng" userId="d19317889db4c986" providerId="LiveId" clId="{2B71CC6D-8D4C-4F40-AF63-600488723E32}" dt="2022-12-25T04:51:14.790" v="406" actId="478"/>
          <ac:spMkLst>
            <pc:docMk/>
            <pc:sldMk cId="3734517844" sldId="261"/>
            <ac:spMk id="9" creationId="{D166671C-A687-2DEC-A328-A938BE6140A6}"/>
          </ac:spMkLst>
        </pc:spChg>
        <pc:cxnChg chg="add mod">
          <ac:chgData name="Fei Zheng" userId="d19317889db4c986" providerId="LiveId" clId="{2B71CC6D-8D4C-4F40-AF63-600488723E32}" dt="2022-12-25T04:51:15.875" v="407"/>
          <ac:cxnSpMkLst>
            <pc:docMk/>
            <pc:sldMk cId="3734517844" sldId="261"/>
            <ac:cxnSpMk id="3" creationId="{E52FFEA1-0F35-26AA-1E9D-F1FDF281985D}"/>
          </ac:cxnSpMkLst>
        </pc:cxnChg>
      </pc:sldChg>
      <pc:sldChg chg="addSp delSp modSp">
        <pc:chgData name="Fei Zheng" userId="d19317889db4c986" providerId="LiveId" clId="{2B71CC6D-8D4C-4F40-AF63-600488723E32}" dt="2022-12-25T04:51:21.110" v="409"/>
        <pc:sldMkLst>
          <pc:docMk/>
          <pc:sldMk cId="3700436535" sldId="262"/>
        </pc:sldMkLst>
        <pc:spChg chg="add mod">
          <ac:chgData name="Fei Zheng" userId="d19317889db4c986" providerId="LiveId" clId="{2B71CC6D-8D4C-4F40-AF63-600488723E32}" dt="2022-12-25T04:51:21.110" v="409"/>
          <ac:spMkLst>
            <pc:docMk/>
            <pc:sldMk cId="3700436535" sldId="262"/>
            <ac:spMk id="2" creationId="{08E94313-FDC4-7E9F-D6B9-F51BFCBF838F}"/>
          </ac:spMkLst>
        </pc:spChg>
        <pc:spChg chg="del">
          <ac:chgData name="Fei Zheng" userId="d19317889db4c986" providerId="LiveId" clId="{2B71CC6D-8D4C-4F40-AF63-600488723E32}" dt="2022-12-25T04:51:19.855" v="408" actId="478"/>
          <ac:spMkLst>
            <pc:docMk/>
            <pc:sldMk cId="3700436535" sldId="262"/>
            <ac:spMk id="15" creationId="{1B5152BC-398C-4D77-ECCD-02508510F2D2}"/>
          </ac:spMkLst>
        </pc:spChg>
        <pc:cxnChg chg="add mod">
          <ac:chgData name="Fei Zheng" userId="d19317889db4c986" providerId="LiveId" clId="{2B71CC6D-8D4C-4F40-AF63-600488723E32}" dt="2022-12-25T04:51:21.110" v="409"/>
          <ac:cxnSpMkLst>
            <pc:docMk/>
            <pc:sldMk cId="3700436535" sldId="262"/>
            <ac:cxnSpMk id="3" creationId="{46E23CD3-7E52-2214-F98D-230A0C338DFC}"/>
          </ac:cxnSpMkLst>
        </pc:cxnChg>
      </pc:sldChg>
      <pc:sldChg chg="addSp delSp modSp mod">
        <pc:chgData name="Fei Zheng" userId="d19317889db4c986" providerId="LiveId" clId="{2B71CC6D-8D4C-4F40-AF63-600488723E32}" dt="2022-12-25T05:03:23.203" v="598" actId="20577"/>
        <pc:sldMkLst>
          <pc:docMk/>
          <pc:sldMk cId="2771936776" sldId="263"/>
        </pc:sldMkLst>
        <pc:spChg chg="add mod">
          <ac:chgData name="Fei Zheng" userId="d19317889db4c986" providerId="LiveId" clId="{2B71CC6D-8D4C-4F40-AF63-600488723E32}" dt="2022-12-25T04:51:33.797" v="415"/>
          <ac:spMkLst>
            <pc:docMk/>
            <pc:sldMk cId="2771936776" sldId="263"/>
            <ac:spMk id="2" creationId="{D20F4AB1-0EDB-2905-826F-70785CE628B7}"/>
          </ac:spMkLst>
        </pc:spChg>
        <pc:spChg chg="mod">
          <ac:chgData name="Fei Zheng" userId="d19317889db4c986" providerId="LiveId" clId="{2B71CC6D-8D4C-4F40-AF63-600488723E32}" dt="2022-12-25T05:03:23.203" v="598" actId="20577"/>
          <ac:spMkLst>
            <pc:docMk/>
            <pc:sldMk cId="2771936776" sldId="263"/>
            <ac:spMk id="5" creationId="{D84EDB0C-EE6A-467C-A08E-A9A1E187096D}"/>
          </ac:spMkLst>
        </pc:spChg>
        <pc:spChg chg="del">
          <ac:chgData name="Fei Zheng" userId="d19317889db4c986" providerId="LiveId" clId="{2B71CC6D-8D4C-4F40-AF63-600488723E32}" dt="2022-12-25T04:51:32.746" v="414" actId="478"/>
          <ac:spMkLst>
            <pc:docMk/>
            <pc:sldMk cId="2771936776" sldId="263"/>
            <ac:spMk id="8" creationId="{F65238E1-744B-5101-28F7-64062B865534}"/>
          </ac:spMkLst>
        </pc:spChg>
        <pc:cxnChg chg="add mod">
          <ac:chgData name="Fei Zheng" userId="d19317889db4c986" providerId="LiveId" clId="{2B71CC6D-8D4C-4F40-AF63-600488723E32}" dt="2022-12-25T04:51:33.797" v="415"/>
          <ac:cxnSpMkLst>
            <pc:docMk/>
            <pc:sldMk cId="2771936776" sldId="263"/>
            <ac:cxnSpMk id="3" creationId="{A7F7B29C-50BA-A988-AFE6-AD7FF2BBF61C}"/>
          </ac:cxnSpMkLst>
        </pc:cxnChg>
      </pc:sldChg>
      <pc:sldChg chg="addSp delSp modSp">
        <pc:chgData name="Fei Zheng" userId="d19317889db4c986" providerId="LiveId" clId="{2B71CC6D-8D4C-4F40-AF63-600488723E32}" dt="2022-12-25T04:51:37.847" v="417"/>
        <pc:sldMkLst>
          <pc:docMk/>
          <pc:sldMk cId="982480006" sldId="264"/>
        </pc:sldMkLst>
        <pc:spChg chg="add mod">
          <ac:chgData name="Fei Zheng" userId="d19317889db4c986" providerId="LiveId" clId="{2B71CC6D-8D4C-4F40-AF63-600488723E32}" dt="2022-12-25T04:51:37.847" v="417"/>
          <ac:spMkLst>
            <pc:docMk/>
            <pc:sldMk cId="982480006" sldId="264"/>
            <ac:spMk id="2" creationId="{C44214C8-E1D4-D823-DB6E-0DDCBEDD4CF9}"/>
          </ac:spMkLst>
        </pc:spChg>
        <pc:spChg chg="del">
          <ac:chgData name="Fei Zheng" userId="d19317889db4c986" providerId="LiveId" clId="{2B71CC6D-8D4C-4F40-AF63-600488723E32}" dt="2022-12-25T04:51:36.802" v="416" actId="478"/>
          <ac:spMkLst>
            <pc:docMk/>
            <pc:sldMk cId="982480006" sldId="264"/>
            <ac:spMk id="9" creationId="{64E7837B-BB32-43AF-5A73-A7F2F61DDABE}"/>
          </ac:spMkLst>
        </pc:spChg>
        <pc:cxnChg chg="add mod">
          <ac:chgData name="Fei Zheng" userId="d19317889db4c986" providerId="LiveId" clId="{2B71CC6D-8D4C-4F40-AF63-600488723E32}" dt="2022-12-25T04:51:37.847" v="417"/>
          <ac:cxnSpMkLst>
            <pc:docMk/>
            <pc:sldMk cId="982480006" sldId="264"/>
            <ac:cxnSpMk id="3" creationId="{B74208EF-26FE-DF5E-BAA5-97A65CFA6FED}"/>
          </ac:cxnSpMkLst>
        </pc:cxnChg>
      </pc:sldChg>
      <pc:sldChg chg="addSp delSp modSp mod">
        <pc:chgData name="Fei Zheng" userId="d19317889db4c986" providerId="LiveId" clId="{2B71CC6D-8D4C-4F40-AF63-600488723E32}" dt="2022-12-25T05:03:17.040" v="594" actId="20577"/>
        <pc:sldMkLst>
          <pc:docMk/>
          <pc:sldMk cId="911677637" sldId="265"/>
        </pc:sldMkLst>
        <pc:spChg chg="add mod">
          <ac:chgData name="Fei Zheng" userId="d19317889db4c986" providerId="LiveId" clId="{2B71CC6D-8D4C-4F40-AF63-600488723E32}" dt="2022-12-25T04:51:25.070" v="411"/>
          <ac:spMkLst>
            <pc:docMk/>
            <pc:sldMk cId="911677637" sldId="265"/>
            <ac:spMk id="2" creationId="{F2F09B42-6107-594B-E6DA-ED67CFD2F07A}"/>
          </ac:spMkLst>
        </pc:spChg>
        <pc:spChg chg="mod">
          <ac:chgData name="Fei Zheng" userId="d19317889db4c986" providerId="LiveId" clId="{2B71CC6D-8D4C-4F40-AF63-600488723E32}" dt="2022-12-25T05:03:17.040" v="594" actId="20577"/>
          <ac:spMkLst>
            <pc:docMk/>
            <pc:sldMk cId="911677637" sldId="265"/>
            <ac:spMk id="5" creationId="{D84EDB0C-EE6A-467C-A08E-A9A1E187096D}"/>
          </ac:spMkLst>
        </pc:spChg>
        <pc:spChg chg="del">
          <ac:chgData name="Fei Zheng" userId="d19317889db4c986" providerId="LiveId" clId="{2B71CC6D-8D4C-4F40-AF63-600488723E32}" dt="2022-12-25T04:51:23.850" v="410" actId="478"/>
          <ac:spMkLst>
            <pc:docMk/>
            <pc:sldMk cId="911677637" sldId="265"/>
            <ac:spMk id="6" creationId="{D49AB9BA-C81E-F7BA-8979-17E0278A8BEE}"/>
          </ac:spMkLst>
        </pc:spChg>
        <pc:spChg chg="mod">
          <ac:chgData name="Fei Zheng" userId="d19317889db4c986" providerId="LiveId" clId="{2B71CC6D-8D4C-4F40-AF63-600488723E32}" dt="2022-12-25T05:02:10.749" v="589"/>
          <ac:spMkLst>
            <pc:docMk/>
            <pc:sldMk cId="911677637" sldId="265"/>
            <ac:spMk id="7" creationId="{9C53C49E-8284-4DA1-BDD6-C475A1808E44}"/>
          </ac:spMkLst>
        </pc:spChg>
        <pc:cxnChg chg="add mod">
          <ac:chgData name="Fei Zheng" userId="d19317889db4c986" providerId="LiveId" clId="{2B71CC6D-8D4C-4F40-AF63-600488723E32}" dt="2022-12-25T04:51:25.070" v="411"/>
          <ac:cxnSpMkLst>
            <pc:docMk/>
            <pc:sldMk cId="911677637" sldId="265"/>
            <ac:cxnSpMk id="3" creationId="{447EB05B-C537-7CDE-0048-FA5DF32DFFFC}"/>
          </ac:cxnSpMkLst>
        </pc:cxnChg>
      </pc:sldChg>
      <pc:sldChg chg="addSp delSp modSp">
        <pc:chgData name="Fei Zheng" userId="d19317889db4c986" providerId="LiveId" clId="{2B71CC6D-8D4C-4F40-AF63-600488723E32}" dt="2022-12-25T05:02:26.133" v="591"/>
        <pc:sldMkLst>
          <pc:docMk/>
          <pc:sldMk cId="438630279" sldId="266"/>
        </pc:sldMkLst>
        <pc:spChg chg="add mod">
          <ac:chgData name="Fei Zheng" userId="d19317889db4c986" providerId="LiveId" clId="{2B71CC6D-8D4C-4F40-AF63-600488723E32}" dt="2022-12-25T04:51:29.731" v="413"/>
          <ac:spMkLst>
            <pc:docMk/>
            <pc:sldMk cId="438630279" sldId="266"/>
            <ac:spMk id="2" creationId="{7B253D3F-99E2-9DC1-D0EB-458A40DB8AC4}"/>
          </ac:spMkLst>
        </pc:spChg>
        <pc:spChg chg="mod">
          <ac:chgData name="Fei Zheng" userId="d19317889db4c986" providerId="LiveId" clId="{2B71CC6D-8D4C-4F40-AF63-600488723E32}" dt="2022-12-25T05:02:21.432" v="590"/>
          <ac:spMkLst>
            <pc:docMk/>
            <pc:sldMk cId="438630279" sldId="266"/>
            <ac:spMk id="5" creationId="{9C5CAF33-0BC2-4633-85E5-21B2ACD15FC7}"/>
          </ac:spMkLst>
        </pc:spChg>
        <pc:spChg chg="mod">
          <ac:chgData name="Fei Zheng" userId="d19317889db4c986" providerId="LiveId" clId="{2B71CC6D-8D4C-4F40-AF63-600488723E32}" dt="2022-12-25T05:01:21.660" v="582" actId="2711"/>
          <ac:spMkLst>
            <pc:docMk/>
            <pc:sldMk cId="438630279" sldId="266"/>
            <ac:spMk id="8" creationId="{8AADEEF6-B802-9A09-D1C3-9C8704108189}"/>
          </ac:spMkLst>
        </pc:spChg>
        <pc:spChg chg="mod">
          <ac:chgData name="Fei Zheng" userId="d19317889db4c986" providerId="LiveId" clId="{2B71CC6D-8D4C-4F40-AF63-600488723E32}" dt="2022-12-25T05:02:26.133" v="591"/>
          <ac:spMkLst>
            <pc:docMk/>
            <pc:sldMk cId="438630279" sldId="266"/>
            <ac:spMk id="11" creationId="{ACE9C7AB-327A-E7A7-F057-4DA55BD00B7E}"/>
          </ac:spMkLst>
        </pc:spChg>
        <pc:spChg chg="del">
          <ac:chgData name="Fei Zheng" userId="d19317889db4c986" providerId="LiveId" clId="{2B71CC6D-8D4C-4F40-AF63-600488723E32}" dt="2022-12-25T04:51:28.459" v="412" actId="478"/>
          <ac:spMkLst>
            <pc:docMk/>
            <pc:sldMk cId="438630279" sldId="266"/>
            <ac:spMk id="13" creationId="{B3FA705F-259D-7F8F-DA96-0D7C8BAD5218}"/>
          </ac:spMkLst>
        </pc:spChg>
        <pc:cxnChg chg="add mod">
          <ac:chgData name="Fei Zheng" userId="d19317889db4c986" providerId="LiveId" clId="{2B71CC6D-8D4C-4F40-AF63-600488723E32}" dt="2022-12-25T04:51:29.731" v="413"/>
          <ac:cxnSpMkLst>
            <pc:docMk/>
            <pc:sldMk cId="438630279" sldId="266"/>
            <ac:cxnSpMk id="3" creationId="{C3A73885-7F37-7DA8-7BA4-1501C36C6E69}"/>
          </ac:cxnSpMkLst>
        </pc:cxnChg>
      </pc:sldChg>
      <pc:sldChg chg="del">
        <pc:chgData name="Fei Zheng" userId="d19317889db4c986" providerId="LiveId" clId="{2B71CC6D-8D4C-4F40-AF63-600488723E32}" dt="2022-12-25T04:58:51.374" v="559" actId="2696"/>
        <pc:sldMkLst>
          <pc:docMk/>
          <pc:sldMk cId="291423386" sldId="267"/>
        </pc:sldMkLst>
      </pc:sldChg>
      <pc:sldChg chg="add">
        <pc:chgData name="Fei Zheng" userId="d19317889db4c986" providerId="LiveId" clId="{2B71CC6D-8D4C-4F40-AF63-600488723E32}" dt="2022-12-25T04:58:54.711" v="560"/>
        <pc:sldMkLst>
          <pc:docMk/>
          <pc:sldMk cId="2884597950" sldId="267"/>
        </pc:sldMkLst>
      </pc:sldChg>
      <pc:sldChg chg="add">
        <pc:chgData name="Fei Zheng" userId="d19317889db4c986" providerId="LiveId" clId="{2B71CC6D-8D4C-4F40-AF63-600488723E32}" dt="2022-12-25T04:58:54.711" v="560"/>
        <pc:sldMkLst>
          <pc:docMk/>
          <pc:sldMk cId="1190511555" sldId="268"/>
        </pc:sldMkLst>
      </pc:sldChg>
      <pc:sldChg chg="del">
        <pc:chgData name="Fei Zheng" userId="d19317889db4c986" providerId="LiveId" clId="{2B71CC6D-8D4C-4F40-AF63-600488723E32}" dt="2022-12-25T04:58:51.374" v="559" actId="2696"/>
        <pc:sldMkLst>
          <pc:docMk/>
          <pc:sldMk cId="3832344891" sldId="268"/>
        </pc:sldMkLst>
      </pc:sldChg>
      <pc:sldChg chg="add">
        <pc:chgData name="Fei Zheng" userId="d19317889db4c986" providerId="LiveId" clId="{2B71CC6D-8D4C-4F40-AF63-600488723E32}" dt="2022-12-25T04:58:54.711" v="560"/>
        <pc:sldMkLst>
          <pc:docMk/>
          <pc:sldMk cId="423767647" sldId="269"/>
        </pc:sldMkLst>
      </pc:sldChg>
      <pc:sldChg chg="del">
        <pc:chgData name="Fei Zheng" userId="d19317889db4c986" providerId="LiveId" clId="{2B71CC6D-8D4C-4F40-AF63-600488723E32}" dt="2022-12-25T04:58:51.374" v="559" actId="2696"/>
        <pc:sldMkLst>
          <pc:docMk/>
          <pc:sldMk cId="676384172" sldId="269"/>
        </pc:sldMkLst>
      </pc:sldChg>
      <pc:sldChg chg="del">
        <pc:chgData name="Fei Zheng" userId="d19317889db4c986" providerId="LiveId" clId="{2B71CC6D-8D4C-4F40-AF63-600488723E32}" dt="2022-12-25T04:43:15.670" v="7" actId="2696"/>
        <pc:sldMkLst>
          <pc:docMk/>
          <pc:sldMk cId="0" sldId="271"/>
        </pc:sldMkLst>
      </pc:sldChg>
      <pc:sldChg chg="addSp delSp modSp">
        <pc:chgData name="Fei Zheng" userId="d19317889db4c986" providerId="LiveId" clId="{2B71CC6D-8D4C-4F40-AF63-600488723E32}" dt="2022-12-25T04:52:08.383" v="478"/>
        <pc:sldMkLst>
          <pc:docMk/>
          <pc:sldMk cId="3894190169" sldId="275"/>
        </pc:sldMkLst>
        <pc:spChg chg="add mod">
          <ac:chgData name="Fei Zheng" userId="d19317889db4c986" providerId="LiveId" clId="{2B71CC6D-8D4C-4F40-AF63-600488723E32}" dt="2022-12-25T04:52:08.383" v="478"/>
          <ac:spMkLst>
            <pc:docMk/>
            <pc:sldMk cId="3894190169" sldId="275"/>
            <ac:spMk id="3" creationId="{2A20D783-3671-73D8-1116-F5BA42680441}"/>
          </ac:spMkLst>
        </pc:spChg>
        <pc:spChg chg="del">
          <ac:chgData name="Fei Zheng" userId="d19317889db4c986" providerId="LiveId" clId="{2B71CC6D-8D4C-4F40-AF63-600488723E32}" dt="2022-12-25T04:52:01.525" v="477" actId="478"/>
          <ac:spMkLst>
            <pc:docMk/>
            <pc:sldMk cId="3894190169" sldId="275"/>
            <ac:spMk id="13" creationId="{EE40E728-79BE-BF5C-2FF6-A4F19FF8E010}"/>
          </ac:spMkLst>
        </pc:spChg>
        <pc:cxnChg chg="add mod">
          <ac:chgData name="Fei Zheng" userId="d19317889db4c986" providerId="LiveId" clId="{2B71CC6D-8D4C-4F40-AF63-600488723E32}" dt="2022-12-25T04:52:08.383" v="478"/>
          <ac:cxnSpMkLst>
            <pc:docMk/>
            <pc:sldMk cId="3894190169" sldId="275"/>
            <ac:cxnSpMk id="5" creationId="{9C31049C-937A-AAC3-F234-EA1A9E45A5A7}"/>
          </ac:cxnSpMkLst>
        </pc:cxnChg>
      </pc:sldChg>
      <pc:sldChg chg="addSp delSp modSp">
        <pc:chgData name="Fei Zheng" userId="d19317889db4c986" providerId="LiveId" clId="{2B71CC6D-8D4C-4F40-AF63-600488723E32}" dt="2022-12-25T05:03:31.858" v="600" actId="20577"/>
        <pc:sldMkLst>
          <pc:docMk/>
          <pc:sldMk cId="4292154522" sldId="276"/>
        </pc:sldMkLst>
        <pc:spChg chg="add mod">
          <ac:chgData name="Fei Zheng" userId="d19317889db4c986" providerId="LiveId" clId="{2B71CC6D-8D4C-4F40-AF63-600488723E32}" dt="2022-12-25T04:52:12.854" v="480"/>
          <ac:spMkLst>
            <pc:docMk/>
            <pc:sldMk cId="4292154522" sldId="276"/>
            <ac:spMk id="3" creationId="{EED65C13-EA1F-560F-D0FA-774CF69F73AD}"/>
          </ac:spMkLst>
        </pc:spChg>
        <pc:spChg chg="mod">
          <ac:chgData name="Fei Zheng" userId="d19317889db4c986" providerId="LiveId" clId="{2B71CC6D-8D4C-4F40-AF63-600488723E32}" dt="2022-12-25T05:03:31.858" v="600" actId="20577"/>
          <ac:spMkLst>
            <pc:docMk/>
            <pc:sldMk cId="4292154522" sldId="276"/>
            <ac:spMk id="5" creationId="{9C5CAF33-0BC2-4633-85E5-21B2ACD15FC7}"/>
          </ac:spMkLst>
        </pc:spChg>
        <pc:spChg chg="del">
          <ac:chgData name="Fei Zheng" userId="d19317889db4c986" providerId="LiveId" clId="{2B71CC6D-8D4C-4F40-AF63-600488723E32}" dt="2022-12-25T04:52:12.329" v="479" actId="478"/>
          <ac:spMkLst>
            <pc:docMk/>
            <pc:sldMk cId="4292154522" sldId="276"/>
            <ac:spMk id="9" creationId="{3D8043A8-E6F2-CE9E-CD03-E465813AD049}"/>
          </ac:spMkLst>
        </pc:spChg>
        <pc:cxnChg chg="add mod">
          <ac:chgData name="Fei Zheng" userId="d19317889db4c986" providerId="LiveId" clId="{2B71CC6D-8D4C-4F40-AF63-600488723E32}" dt="2022-12-25T04:52:12.854" v="480"/>
          <ac:cxnSpMkLst>
            <pc:docMk/>
            <pc:sldMk cId="4292154522" sldId="276"/>
            <ac:cxnSpMk id="4" creationId="{A09E4D28-5F7B-B8E8-9993-D4CB34D12F12}"/>
          </ac:cxnSpMkLst>
        </pc:cxnChg>
      </pc:sldChg>
      <pc:sldChg chg="addSp delSp modSp">
        <pc:chgData name="Fei Zheng" userId="d19317889db4c986" providerId="LiveId" clId="{2B71CC6D-8D4C-4F40-AF63-600488723E32}" dt="2022-12-25T05:03:37.712" v="601" actId="20577"/>
        <pc:sldMkLst>
          <pc:docMk/>
          <pc:sldMk cId="2345634888" sldId="277"/>
        </pc:sldMkLst>
        <pc:spChg chg="add mod">
          <ac:chgData name="Fei Zheng" userId="d19317889db4c986" providerId="LiveId" clId="{2B71CC6D-8D4C-4F40-AF63-600488723E32}" dt="2022-12-25T04:52:16.545" v="482"/>
          <ac:spMkLst>
            <pc:docMk/>
            <pc:sldMk cId="2345634888" sldId="277"/>
            <ac:spMk id="2" creationId="{1B60E894-BB2C-3414-470F-3D1C49EB25EC}"/>
          </ac:spMkLst>
        </pc:spChg>
        <pc:spChg chg="mod">
          <ac:chgData name="Fei Zheng" userId="d19317889db4c986" providerId="LiveId" clId="{2B71CC6D-8D4C-4F40-AF63-600488723E32}" dt="2022-12-25T05:03:37.712" v="601" actId="20577"/>
          <ac:spMkLst>
            <pc:docMk/>
            <pc:sldMk cId="2345634888" sldId="277"/>
            <ac:spMk id="5" creationId="{9C5CAF33-0BC2-4633-85E5-21B2ACD15FC7}"/>
          </ac:spMkLst>
        </pc:spChg>
        <pc:spChg chg="del">
          <ac:chgData name="Fei Zheng" userId="d19317889db4c986" providerId="LiveId" clId="{2B71CC6D-8D4C-4F40-AF63-600488723E32}" dt="2022-12-25T04:52:16.057" v="481" actId="478"/>
          <ac:spMkLst>
            <pc:docMk/>
            <pc:sldMk cId="2345634888" sldId="277"/>
            <ac:spMk id="10" creationId="{D694FDF7-9A93-5469-5E6B-02D83C0FAA4C}"/>
          </ac:spMkLst>
        </pc:spChg>
        <pc:cxnChg chg="add mod">
          <ac:chgData name="Fei Zheng" userId="d19317889db4c986" providerId="LiveId" clId="{2B71CC6D-8D4C-4F40-AF63-600488723E32}" dt="2022-12-25T04:52:16.545" v="482"/>
          <ac:cxnSpMkLst>
            <pc:docMk/>
            <pc:sldMk cId="2345634888" sldId="277"/>
            <ac:cxnSpMk id="9" creationId="{F15369DB-1ED6-9286-CF5B-2DB1EEA25EDF}"/>
          </ac:cxnSpMkLst>
        </pc:cxnChg>
      </pc:sldChg>
      <pc:sldChg chg="addSp delSp modSp">
        <pc:chgData name="Fei Zheng" userId="d19317889db4c986" providerId="LiveId" clId="{2B71CC6D-8D4C-4F40-AF63-600488723E32}" dt="2022-12-25T04:59:55.781" v="575"/>
        <pc:sldMkLst>
          <pc:docMk/>
          <pc:sldMk cId="408321678" sldId="278"/>
        </pc:sldMkLst>
        <pc:spChg chg="add mod">
          <ac:chgData name="Fei Zheng" userId="d19317889db4c986" providerId="LiveId" clId="{2B71CC6D-8D4C-4F40-AF63-600488723E32}" dt="2022-12-25T04:59:55.781" v="575"/>
          <ac:spMkLst>
            <pc:docMk/>
            <pc:sldMk cId="408321678" sldId="278"/>
            <ac:spMk id="3" creationId="{43D55E1C-BCE5-04CE-E8B6-DD039B96F221}"/>
          </ac:spMkLst>
        </pc:spChg>
        <pc:spChg chg="del">
          <ac:chgData name="Fei Zheng" userId="d19317889db4c986" providerId="LiveId" clId="{2B71CC6D-8D4C-4F40-AF63-600488723E32}" dt="2022-12-25T04:59:55.287" v="574" actId="478"/>
          <ac:spMkLst>
            <pc:docMk/>
            <pc:sldMk cId="408321678" sldId="278"/>
            <ac:spMk id="7" creationId="{919E16D7-A593-46AC-7B30-B3BC67F89B46}"/>
          </ac:spMkLst>
        </pc:spChg>
        <pc:cxnChg chg="add mod">
          <ac:chgData name="Fei Zheng" userId="d19317889db4c986" providerId="LiveId" clId="{2B71CC6D-8D4C-4F40-AF63-600488723E32}" dt="2022-12-25T04:59:55.781" v="575"/>
          <ac:cxnSpMkLst>
            <pc:docMk/>
            <pc:sldMk cId="408321678" sldId="278"/>
            <ac:cxnSpMk id="4" creationId="{262C5C41-7159-E497-DBFF-DD06C96B214E}"/>
          </ac:cxnSpMkLst>
        </pc:cxnChg>
      </pc:sldChg>
      <pc:sldChg chg="addSp delSp modSp">
        <pc:chgData name="Fei Zheng" userId="d19317889db4c986" providerId="LiveId" clId="{2B71CC6D-8D4C-4F40-AF63-600488723E32}" dt="2022-12-25T05:00:03.465" v="577"/>
        <pc:sldMkLst>
          <pc:docMk/>
          <pc:sldMk cId="1489401007" sldId="281"/>
        </pc:sldMkLst>
        <pc:spChg chg="add mod">
          <ac:chgData name="Fei Zheng" userId="d19317889db4c986" providerId="LiveId" clId="{2B71CC6D-8D4C-4F40-AF63-600488723E32}" dt="2022-12-25T05:00:03.465" v="577"/>
          <ac:spMkLst>
            <pc:docMk/>
            <pc:sldMk cId="1489401007" sldId="281"/>
            <ac:spMk id="2" creationId="{58C1E29C-73CC-3038-6E7D-E071D72AE93D}"/>
          </ac:spMkLst>
        </pc:spChg>
        <pc:spChg chg="del">
          <ac:chgData name="Fei Zheng" userId="d19317889db4c986" providerId="LiveId" clId="{2B71CC6D-8D4C-4F40-AF63-600488723E32}" dt="2022-12-25T05:00:02.980" v="576" actId="478"/>
          <ac:spMkLst>
            <pc:docMk/>
            <pc:sldMk cId="1489401007" sldId="281"/>
            <ac:spMk id="6" creationId="{4F96C22E-6219-1B50-7059-B88E892E71FE}"/>
          </ac:spMkLst>
        </pc:spChg>
        <pc:cxnChg chg="add mod">
          <ac:chgData name="Fei Zheng" userId="d19317889db4c986" providerId="LiveId" clId="{2B71CC6D-8D4C-4F40-AF63-600488723E32}" dt="2022-12-25T05:00:03.465" v="577"/>
          <ac:cxnSpMkLst>
            <pc:docMk/>
            <pc:sldMk cId="1489401007" sldId="281"/>
            <ac:cxnSpMk id="4" creationId="{6CF5F01D-F572-915D-5177-005036AD84C1}"/>
          </ac:cxnSpMkLst>
        </pc:cxnChg>
      </pc:sldChg>
      <pc:sldChg chg="delSp">
        <pc:chgData name="Fei Zheng" userId="d19317889db4c986" providerId="LiveId" clId="{2B71CC6D-8D4C-4F40-AF63-600488723E32}" dt="2022-12-25T05:00:06.696" v="578" actId="478"/>
        <pc:sldMkLst>
          <pc:docMk/>
          <pc:sldMk cId="2571939508" sldId="282"/>
        </pc:sldMkLst>
        <pc:spChg chg="del">
          <ac:chgData name="Fei Zheng" userId="d19317889db4c986" providerId="LiveId" clId="{2B71CC6D-8D4C-4F40-AF63-600488723E32}" dt="2022-12-25T05:00:06.696" v="578" actId="478"/>
          <ac:spMkLst>
            <pc:docMk/>
            <pc:sldMk cId="2571939508" sldId="282"/>
            <ac:spMk id="10" creationId="{981E285A-74F4-1D1D-D0A4-E4F2FED69E56}"/>
          </ac:spMkLst>
        </pc:spChg>
      </pc:sldChg>
      <pc:sldChg chg="delSp">
        <pc:chgData name="Fei Zheng" userId="d19317889db4c986" providerId="LiveId" clId="{2B71CC6D-8D4C-4F40-AF63-600488723E32}" dt="2022-12-25T05:00:10.077" v="579" actId="478"/>
        <pc:sldMkLst>
          <pc:docMk/>
          <pc:sldMk cId="1429739955" sldId="283"/>
        </pc:sldMkLst>
        <pc:spChg chg="del">
          <ac:chgData name="Fei Zheng" userId="d19317889db4c986" providerId="LiveId" clId="{2B71CC6D-8D4C-4F40-AF63-600488723E32}" dt="2022-12-25T05:00:10.077" v="579" actId="478"/>
          <ac:spMkLst>
            <pc:docMk/>
            <pc:sldMk cId="1429739955" sldId="283"/>
            <ac:spMk id="17" creationId="{87854EBA-0D38-0278-7716-D8F91D509A96}"/>
          </ac:spMkLst>
        </pc:spChg>
      </pc:sldChg>
      <pc:sldChg chg="addSp delSp modSp mod">
        <pc:chgData name="Fei Zheng" userId="d19317889db4c986" providerId="LiveId" clId="{2B71CC6D-8D4C-4F40-AF63-600488723E32}" dt="2022-12-25T04:52:26.130" v="511" actId="20577"/>
        <pc:sldMkLst>
          <pc:docMk/>
          <pc:sldMk cId="276061757" sldId="284"/>
        </pc:sldMkLst>
        <pc:spChg chg="add mod">
          <ac:chgData name="Fei Zheng" userId="d19317889db4c986" providerId="LiveId" clId="{2B71CC6D-8D4C-4F40-AF63-600488723E32}" dt="2022-12-25T04:52:26.130" v="511" actId="20577"/>
          <ac:spMkLst>
            <pc:docMk/>
            <pc:sldMk cId="276061757" sldId="284"/>
            <ac:spMk id="2" creationId="{FDC032E1-FCDA-CC95-20E3-002625858C76}"/>
          </ac:spMkLst>
        </pc:spChg>
        <pc:spChg chg="del">
          <ac:chgData name="Fei Zheng" userId="d19317889db4c986" providerId="LiveId" clId="{2B71CC6D-8D4C-4F40-AF63-600488723E32}" dt="2022-12-25T04:52:20.021" v="483" actId="478"/>
          <ac:spMkLst>
            <pc:docMk/>
            <pc:sldMk cId="276061757" sldId="284"/>
            <ac:spMk id="4" creationId="{E72568E1-7763-3F97-A736-AE584D12C99F}"/>
          </ac:spMkLst>
        </pc:spChg>
        <pc:cxnChg chg="add mod">
          <ac:chgData name="Fei Zheng" userId="d19317889db4c986" providerId="LiveId" clId="{2B71CC6D-8D4C-4F40-AF63-600488723E32}" dt="2022-12-25T04:52:20.707" v="484"/>
          <ac:cxnSpMkLst>
            <pc:docMk/>
            <pc:sldMk cId="276061757" sldId="284"/>
            <ac:cxnSpMk id="3" creationId="{D213528F-0A64-C98E-657F-D6F102ADD7E3}"/>
          </ac:cxnSpMkLst>
        </pc:cxnChg>
      </pc:sldChg>
      <pc:sldChg chg="addSp delSp modSp">
        <pc:chgData name="Fei Zheng" userId="d19317889db4c986" providerId="LiveId" clId="{2B71CC6D-8D4C-4F40-AF63-600488723E32}" dt="2022-12-25T04:52:35.275" v="513"/>
        <pc:sldMkLst>
          <pc:docMk/>
          <pc:sldMk cId="2654702425" sldId="285"/>
        </pc:sldMkLst>
        <pc:spChg chg="add mod">
          <ac:chgData name="Fei Zheng" userId="d19317889db4c986" providerId="LiveId" clId="{2B71CC6D-8D4C-4F40-AF63-600488723E32}" dt="2022-12-25T04:52:35.275" v="513"/>
          <ac:spMkLst>
            <pc:docMk/>
            <pc:sldMk cId="2654702425" sldId="285"/>
            <ac:spMk id="3" creationId="{BC291452-25C2-5582-7343-A4AD3BE2783A}"/>
          </ac:spMkLst>
        </pc:spChg>
        <pc:spChg chg="del">
          <ac:chgData name="Fei Zheng" userId="d19317889db4c986" providerId="LiveId" clId="{2B71CC6D-8D4C-4F40-AF63-600488723E32}" dt="2022-12-25T04:52:29.441" v="512" actId="478"/>
          <ac:spMkLst>
            <pc:docMk/>
            <pc:sldMk cId="2654702425" sldId="285"/>
            <ac:spMk id="16" creationId="{310E0FA4-E7A8-645D-961C-94DD7DE54F58}"/>
          </ac:spMkLst>
        </pc:spChg>
        <pc:cxnChg chg="add mod">
          <ac:chgData name="Fei Zheng" userId="d19317889db4c986" providerId="LiveId" clId="{2B71CC6D-8D4C-4F40-AF63-600488723E32}" dt="2022-12-25T04:52:35.275" v="513"/>
          <ac:cxnSpMkLst>
            <pc:docMk/>
            <pc:sldMk cId="2654702425" sldId="285"/>
            <ac:cxnSpMk id="4" creationId="{3999B2BE-6EEF-7B61-5479-9988683287F9}"/>
          </ac:cxnSpMkLst>
        </pc:cxnChg>
      </pc:sldChg>
      <pc:sldChg chg="addSp delSp modSp">
        <pc:chgData name="Fei Zheng" userId="d19317889db4c986" providerId="LiveId" clId="{2B71CC6D-8D4C-4F40-AF63-600488723E32}" dt="2022-12-25T04:59:46.133" v="572" actId="20577"/>
        <pc:sldMkLst>
          <pc:docMk/>
          <pc:sldMk cId="2039416753" sldId="286"/>
        </pc:sldMkLst>
        <pc:spChg chg="add mod">
          <ac:chgData name="Fei Zheng" userId="d19317889db4c986" providerId="LiveId" clId="{2B71CC6D-8D4C-4F40-AF63-600488723E32}" dt="2022-12-25T04:59:43.587" v="570"/>
          <ac:spMkLst>
            <pc:docMk/>
            <pc:sldMk cId="2039416753" sldId="286"/>
            <ac:spMk id="4" creationId="{01F69857-2BD0-2021-BDA8-2900E32ED78B}"/>
          </ac:spMkLst>
        </pc:spChg>
        <pc:spChg chg="mod">
          <ac:chgData name="Fei Zheng" userId="d19317889db4c986" providerId="LiveId" clId="{2B71CC6D-8D4C-4F40-AF63-600488723E32}" dt="2022-12-25T04:59:46.133" v="572" actId="20577"/>
          <ac:spMkLst>
            <pc:docMk/>
            <pc:sldMk cId="2039416753" sldId="286"/>
            <ac:spMk id="5" creationId="{9C5CAF33-0BC2-4633-85E5-21B2ACD15FC7}"/>
          </ac:spMkLst>
        </pc:spChg>
        <pc:spChg chg="del">
          <ac:chgData name="Fei Zheng" userId="d19317889db4c986" providerId="LiveId" clId="{2B71CC6D-8D4C-4F40-AF63-600488723E32}" dt="2022-12-25T04:59:43.060" v="569" actId="478"/>
          <ac:spMkLst>
            <pc:docMk/>
            <pc:sldMk cId="2039416753" sldId="286"/>
            <ac:spMk id="11" creationId="{4E9DCCF2-E34E-2F20-EC33-191D2CA81A5D}"/>
          </ac:spMkLst>
        </pc:spChg>
        <pc:cxnChg chg="add mod">
          <ac:chgData name="Fei Zheng" userId="d19317889db4c986" providerId="LiveId" clId="{2B71CC6D-8D4C-4F40-AF63-600488723E32}" dt="2022-12-25T04:59:43.587" v="570"/>
          <ac:cxnSpMkLst>
            <pc:docMk/>
            <pc:sldMk cId="2039416753" sldId="286"/>
            <ac:cxnSpMk id="12" creationId="{53FB1B98-5349-3833-C947-C66B6DE5BF1C}"/>
          </ac:cxnSpMkLst>
        </pc:cxnChg>
      </pc:sldChg>
      <pc:sldChg chg="delSp">
        <pc:chgData name="Fei Zheng" userId="d19317889db4c986" providerId="LiveId" clId="{2B71CC6D-8D4C-4F40-AF63-600488723E32}" dt="2022-12-25T04:59:50.520" v="573" actId="478"/>
        <pc:sldMkLst>
          <pc:docMk/>
          <pc:sldMk cId="2875939060" sldId="287"/>
        </pc:sldMkLst>
        <pc:spChg chg="del">
          <ac:chgData name="Fei Zheng" userId="d19317889db4c986" providerId="LiveId" clId="{2B71CC6D-8D4C-4F40-AF63-600488723E32}" dt="2022-12-25T04:59:50.520" v="573" actId="478"/>
          <ac:spMkLst>
            <pc:docMk/>
            <pc:sldMk cId="2875939060" sldId="287"/>
            <ac:spMk id="8" creationId="{7FB8E231-E213-14C0-6AF8-5CD036A2978C}"/>
          </ac:spMkLst>
        </pc:spChg>
      </pc:sldChg>
      <pc:sldChg chg="addSp delSp modSp mod ord">
        <pc:chgData name="Fei Zheng" userId="d19317889db4c986" providerId="LiveId" clId="{2B71CC6D-8D4C-4F40-AF63-600488723E32}" dt="2022-12-25T04:59:39.924" v="568" actId="20577"/>
        <pc:sldMkLst>
          <pc:docMk/>
          <pc:sldMk cId="246072577" sldId="288"/>
        </pc:sldMkLst>
        <pc:spChg chg="add mod">
          <ac:chgData name="Fei Zheng" userId="d19317889db4c986" providerId="LiveId" clId="{2B71CC6D-8D4C-4F40-AF63-600488723E32}" dt="2022-12-25T04:59:32.772" v="566" actId="20577"/>
          <ac:spMkLst>
            <pc:docMk/>
            <pc:sldMk cId="246072577" sldId="288"/>
            <ac:spMk id="2" creationId="{40DB1881-9E70-7A67-5D7F-0B5515960A71}"/>
          </ac:spMkLst>
        </pc:spChg>
        <pc:spChg chg="mod">
          <ac:chgData name="Fei Zheng" userId="d19317889db4c986" providerId="LiveId" clId="{2B71CC6D-8D4C-4F40-AF63-600488723E32}" dt="2022-12-25T04:59:39.924" v="568" actId="20577"/>
          <ac:spMkLst>
            <pc:docMk/>
            <pc:sldMk cId="246072577" sldId="288"/>
            <ac:spMk id="5" creationId="{9C5CAF33-0BC2-4633-85E5-21B2ACD15FC7}"/>
          </ac:spMkLst>
        </pc:spChg>
        <pc:spChg chg="del">
          <ac:chgData name="Fei Zheng" userId="d19317889db4c986" providerId="LiveId" clId="{2B71CC6D-8D4C-4F40-AF63-600488723E32}" dt="2022-12-25T04:59:29.693" v="564" actId="478"/>
          <ac:spMkLst>
            <pc:docMk/>
            <pc:sldMk cId="246072577" sldId="288"/>
            <ac:spMk id="9" creationId="{313813F6-E3DA-793C-E9CE-BBA790FE2B30}"/>
          </ac:spMkLst>
        </pc:spChg>
        <pc:cxnChg chg="add mod">
          <ac:chgData name="Fei Zheng" userId="d19317889db4c986" providerId="LiveId" clId="{2B71CC6D-8D4C-4F40-AF63-600488723E32}" dt="2022-12-25T04:59:30.452" v="565"/>
          <ac:cxnSpMkLst>
            <pc:docMk/>
            <pc:sldMk cId="246072577" sldId="288"/>
            <ac:cxnSpMk id="3" creationId="{689D4DAF-737A-86AA-9E4F-BAF037C914C5}"/>
          </ac:cxnSpMkLst>
        </pc:cxnChg>
      </pc:sldChg>
      <pc:sldChg chg="addSp delSp modSp mod">
        <pc:chgData name="Fei Zheng" userId="d19317889db4c986" providerId="LiveId" clId="{2B71CC6D-8D4C-4F40-AF63-600488723E32}" dt="2022-12-25T04:53:40.371" v="517" actId="255"/>
        <pc:sldMkLst>
          <pc:docMk/>
          <pc:sldMk cId="0" sldId="289"/>
        </pc:sldMkLst>
        <pc:spChg chg="add del mod">
          <ac:chgData name="Fei Zheng" userId="d19317889db4c986" providerId="LiveId" clId="{2B71CC6D-8D4C-4F40-AF63-600488723E32}" dt="2022-12-25T04:46:20.242" v="68"/>
          <ac:spMkLst>
            <pc:docMk/>
            <pc:sldMk cId="0" sldId="289"/>
            <ac:spMk id="2" creationId="{71B2CF17-28BD-07B2-6F8B-5F03531631BF}"/>
          </ac:spMkLst>
        </pc:spChg>
        <pc:spChg chg="mod">
          <ac:chgData name="Fei Zheng" userId="d19317889db4c986" providerId="LiveId" clId="{2B71CC6D-8D4C-4F40-AF63-600488723E32}" dt="2022-12-25T04:53:40.371" v="517" actId="255"/>
          <ac:spMkLst>
            <pc:docMk/>
            <pc:sldMk cId="0" sldId="289"/>
            <ac:spMk id="9" creationId="{A2A32693-FA85-46ED-9F52-424F364119E5}"/>
          </ac:spMkLst>
        </pc:spChg>
        <pc:spChg chg="del">
          <ac:chgData name="Fei Zheng" userId="d19317889db4c986" providerId="LiveId" clId="{2B71CC6D-8D4C-4F40-AF63-600488723E32}" dt="2022-12-25T04:44:29.119" v="25" actId="478"/>
          <ac:spMkLst>
            <pc:docMk/>
            <pc:sldMk cId="0" sldId="289"/>
            <ac:spMk id="61442" creationId="{9979D594-9100-0446-A19F-7140E5533581}"/>
          </ac:spMkLst>
        </pc:spChg>
        <pc:spChg chg="mod">
          <ac:chgData name="Fei Zheng" userId="d19317889db4c986" providerId="LiveId" clId="{2B71CC6D-8D4C-4F40-AF63-600488723E32}" dt="2022-12-25T04:53:40.371" v="517" actId="255"/>
          <ac:spMkLst>
            <pc:docMk/>
            <pc:sldMk cId="0" sldId="289"/>
            <ac:spMk id="61444" creationId="{601F1377-4EC1-A648-9D08-93B0CEF44388}"/>
          </ac:spMkLst>
        </pc:spChg>
        <pc:spChg chg="mod">
          <ac:chgData name="Fei Zheng" userId="d19317889db4c986" providerId="LiveId" clId="{2B71CC6D-8D4C-4F40-AF63-600488723E32}" dt="2022-12-25T04:53:40.371" v="517" actId="255"/>
          <ac:spMkLst>
            <pc:docMk/>
            <pc:sldMk cId="0" sldId="289"/>
            <ac:spMk id="61445" creationId="{D75E15BB-A7A5-2C46-90D2-B9B92ACCDED9}"/>
          </ac:spMkLst>
        </pc:spChg>
        <pc:spChg chg="mod">
          <ac:chgData name="Fei Zheng" userId="d19317889db4c986" providerId="LiveId" clId="{2B71CC6D-8D4C-4F40-AF63-600488723E32}" dt="2022-12-25T04:53:40.371" v="517" actId="255"/>
          <ac:spMkLst>
            <pc:docMk/>
            <pc:sldMk cId="0" sldId="289"/>
            <ac:spMk id="61446" creationId="{3CA5D0EF-1412-D449-86E5-3BEFAEB9289A}"/>
          </ac:spMkLst>
        </pc:spChg>
      </pc:sldChg>
      <pc:sldChg chg="addSp delSp modSp mod">
        <pc:chgData name="Fei Zheng" userId="d19317889db4c986" providerId="LiveId" clId="{2B71CC6D-8D4C-4F40-AF63-600488723E32}" dt="2022-12-25T04:50:27.830" v="299" actId="20577"/>
        <pc:sldMkLst>
          <pc:docMk/>
          <pc:sldMk cId="1873751283" sldId="320"/>
        </pc:sldMkLst>
        <pc:spChg chg="add mod">
          <ac:chgData name="Fei Zheng" userId="d19317889db4c986" providerId="LiveId" clId="{2B71CC6D-8D4C-4F40-AF63-600488723E32}" dt="2022-12-25T04:50:27.830" v="299" actId="20577"/>
          <ac:spMkLst>
            <pc:docMk/>
            <pc:sldMk cId="1873751283" sldId="320"/>
            <ac:spMk id="2" creationId="{A17EE688-D2F3-B602-8CD0-58974E4C45E2}"/>
          </ac:spMkLst>
        </pc:spChg>
        <pc:spChg chg="del">
          <ac:chgData name="Fei Zheng" userId="d19317889db4c986" providerId="LiveId" clId="{2B71CC6D-8D4C-4F40-AF63-600488723E32}" dt="2022-12-25T04:49:41.719" v="217" actId="478"/>
          <ac:spMkLst>
            <pc:docMk/>
            <pc:sldMk cId="1873751283" sldId="320"/>
            <ac:spMk id="32" creationId="{AB753F62-3EB1-BF42-8ED3-9B18C849E452}"/>
          </ac:spMkLst>
        </pc:spChg>
        <pc:cxnChg chg="add mod">
          <ac:chgData name="Fei Zheng" userId="d19317889db4c986" providerId="LiveId" clId="{2B71CC6D-8D4C-4F40-AF63-600488723E32}" dt="2022-12-25T04:49:42.586" v="218"/>
          <ac:cxnSpMkLst>
            <pc:docMk/>
            <pc:sldMk cId="1873751283" sldId="320"/>
            <ac:cxnSpMk id="3" creationId="{5C31C52F-4984-1AA7-4592-F4280426EEE3}"/>
          </ac:cxnSpMkLst>
        </pc:cxnChg>
      </pc:sldChg>
      <pc:sldChg chg="modSp mod">
        <pc:chgData name="Fei Zheng" userId="d19317889db4c986" providerId="LiveId" clId="{2B71CC6D-8D4C-4F40-AF63-600488723E32}" dt="2022-12-25T04:45:34.682" v="58" actId="1038"/>
        <pc:sldMkLst>
          <pc:docMk/>
          <pc:sldMk cId="2288785410" sldId="341"/>
        </pc:sldMkLst>
        <pc:spChg chg="mod">
          <ac:chgData name="Fei Zheng" userId="d19317889db4c986" providerId="LiveId" clId="{2B71CC6D-8D4C-4F40-AF63-600488723E32}" dt="2022-12-25T04:45:34.682" v="58" actId="1038"/>
          <ac:spMkLst>
            <pc:docMk/>
            <pc:sldMk cId="2288785410" sldId="341"/>
            <ac:spMk id="10" creationId="{70D050DC-AA1B-4AFD-97A9-933BCB8B64D0}"/>
          </ac:spMkLst>
        </pc:spChg>
        <pc:spChg chg="mod">
          <ac:chgData name="Fei Zheng" userId="d19317889db4c986" providerId="LiveId" clId="{2B71CC6D-8D4C-4F40-AF63-600488723E32}" dt="2022-12-25T04:45:34.682" v="58" actId="1038"/>
          <ac:spMkLst>
            <pc:docMk/>
            <pc:sldMk cId="2288785410" sldId="341"/>
            <ac:spMk id="11" creationId="{A5F30993-D5E4-453E-86FB-51331B7810BE}"/>
          </ac:spMkLst>
        </pc:spChg>
        <pc:spChg chg="mod">
          <ac:chgData name="Fei Zheng" userId="d19317889db4c986" providerId="LiveId" clId="{2B71CC6D-8D4C-4F40-AF63-600488723E32}" dt="2022-12-25T04:45:34.682" v="58" actId="1038"/>
          <ac:spMkLst>
            <pc:docMk/>
            <pc:sldMk cId="2288785410" sldId="341"/>
            <ac:spMk id="12" creationId="{04847B3D-B81E-42E8-99CB-ECF237918E6B}"/>
          </ac:spMkLst>
        </pc:spChg>
        <pc:spChg chg="mod">
          <ac:chgData name="Fei Zheng" userId="d19317889db4c986" providerId="LiveId" clId="{2B71CC6D-8D4C-4F40-AF63-600488723E32}" dt="2022-12-25T04:45:34.682" v="58" actId="1038"/>
          <ac:spMkLst>
            <pc:docMk/>
            <pc:sldMk cId="2288785410" sldId="341"/>
            <ac:spMk id="13" creationId="{677A40D1-346B-405E-AF1D-26629E7DB444}"/>
          </ac:spMkLst>
        </pc:spChg>
      </pc:sldChg>
      <pc:sldChg chg="del">
        <pc:chgData name="Fei Zheng" userId="d19317889db4c986" providerId="LiveId" clId="{2B71CC6D-8D4C-4F40-AF63-600488723E32}" dt="2022-12-25T04:43:15.665" v="6" actId="2696"/>
        <pc:sldMkLst>
          <pc:docMk/>
          <pc:sldMk cId="0" sldId="353"/>
        </pc:sldMkLst>
      </pc:sldChg>
      <pc:sldChg chg="del">
        <pc:chgData name="Fei Zheng" userId="d19317889db4c986" providerId="LiveId" clId="{2B71CC6D-8D4C-4F40-AF63-600488723E32}" dt="2022-12-25T04:43:15.662" v="5" actId="2696"/>
        <pc:sldMkLst>
          <pc:docMk/>
          <pc:sldMk cId="0" sldId="354"/>
        </pc:sldMkLst>
      </pc:sldChg>
      <pc:sldChg chg="del">
        <pc:chgData name="Fei Zheng" userId="d19317889db4c986" providerId="LiveId" clId="{2B71CC6D-8D4C-4F40-AF63-600488723E32}" dt="2022-12-25T04:43:15.659" v="3" actId="2696"/>
        <pc:sldMkLst>
          <pc:docMk/>
          <pc:sldMk cId="0" sldId="355"/>
        </pc:sldMkLst>
      </pc:sldChg>
      <pc:sldChg chg="addSp delSp modSp mod">
        <pc:chgData name="Fei Zheng" userId="d19317889db4c986" providerId="LiveId" clId="{2B71CC6D-8D4C-4F40-AF63-600488723E32}" dt="2022-12-25T04:51:05.362" v="403" actId="20577"/>
        <pc:sldMkLst>
          <pc:docMk/>
          <pc:sldMk cId="3316456550" sldId="408"/>
        </pc:sldMkLst>
        <pc:spChg chg="add mod">
          <ac:chgData name="Fei Zheng" userId="d19317889db4c986" providerId="LiveId" clId="{2B71CC6D-8D4C-4F40-AF63-600488723E32}" dt="2022-12-25T04:51:05.362" v="403" actId="20577"/>
          <ac:spMkLst>
            <pc:docMk/>
            <pc:sldMk cId="3316456550" sldId="408"/>
            <ac:spMk id="2" creationId="{4EE68ACF-6DF8-4992-9A51-871DB6B078FA}"/>
          </ac:spMkLst>
        </pc:spChg>
        <pc:spChg chg="del">
          <ac:chgData name="Fei Zheng" userId="d19317889db4c986" providerId="LiveId" clId="{2B71CC6D-8D4C-4F40-AF63-600488723E32}" dt="2022-12-25T04:50:58.587" v="375" actId="478"/>
          <ac:spMkLst>
            <pc:docMk/>
            <pc:sldMk cId="3316456550" sldId="408"/>
            <ac:spMk id="4" creationId="{1825B9BA-86A2-24A1-31CC-D10106692C76}"/>
          </ac:spMkLst>
        </pc:spChg>
        <pc:cxnChg chg="add mod">
          <ac:chgData name="Fei Zheng" userId="d19317889db4c986" providerId="LiveId" clId="{2B71CC6D-8D4C-4F40-AF63-600488723E32}" dt="2022-12-25T04:50:59.821" v="376"/>
          <ac:cxnSpMkLst>
            <pc:docMk/>
            <pc:sldMk cId="3316456550" sldId="408"/>
            <ac:cxnSpMk id="3" creationId="{24F92FE4-FFEC-4C10-4CD1-4D63546BEF46}"/>
          </ac:cxnSpMkLst>
        </pc:cxnChg>
      </pc:sldChg>
      <pc:sldChg chg="addSp delSp modSp mod">
        <pc:chgData name="Fei Zheng" userId="d19317889db4c986" providerId="LiveId" clId="{2B71CC6D-8D4C-4F40-AF63-600488723E32}" dt="2022-12-25T04:55:17.066" v="525" actId="1076"/>
        <pc:sldMkLst>
          <pc:docMk/>
          <pc:sldMk cId="699393587" sldId="409"/>
        </pc:sldMkLst>
        <pc:spChg chg="del">
          <ac:chgData name="Fei Zheng" userId="d19317889db4c986" providerId="LiveId" clId="{2B71CC6D-8D4C-4F40-AF63-600488723E32}" dt="2022-12-25T04:51:08.946" v="404" actId="478"/>
          <ac:spMkLst>
            <pc:docMk/>
            <pc:sldMk cId="699393587" sldId="409"/>
            <ac:spMk id="2" creationId="{F307B8A1-D777-614D-877F-F69B9FC36353}"/>
          </ac:spMkLst>
        </pc:spChg>
        <pc:spChg chg="add mod">
          <ac:chgData name="Fei Zheng" userId="d19317889db4c986" providerId="LiveId" clId="{2B71CC6D-8D4C-4F40-AF63-600488723E32}" dt="2022-12-25T04:51:10.294" v="405"/>
          <ac:spMkLst>
            <pc:docMk/>
            <pc:sldMk cId="699393587" sldId="409"/>
            <ac:spMk id="3" creationId="{A37F345C-E80F-4702-472C-3AE7E215BEB5}"/>
          </ac:spMkLst>
        </pc:spChg>
        <pc:spChg chg="mod">
          <ac:chgData name="Fei Zheng" userId="d19317889db4c986" providerId="LiveId" clId="{2B71CC6D-8D4C-4F40-AF63-600488723E32}" dt="2022-12-25T04:54:59.838" v="522" actId="14100"/>
          <ac:spMkLst>
            <pc:docMk/>
            <pc:sldMk cId="699393587" sldId="409"/>
            <ac:spMk id="5" creationId="{1EE79074-7DF8-0B4A-B3B3-9E0DBEA65E72}"/>
          </ac:spMkLst>
        </pc:spChg>
        <pc:spChg chg="mod">
          <ac:chgData name="Fei Zheng" userId="d19317889db4c986" providerId="LiveId" clId="{2B71CC6D-8D4C-4F40-AF63-600488723E32}" dt="2022-12-25T04:55:17.066" v="525" actId="1076"/>
          <ac:spMkLst>
            <pc:docMk/>
            <pc:sldMk cId="699393587" sldId="409"/>
            <ac:spMk id="19" creationId="{51882826-CAF4-BE4D-93CE-B3134043CDD8}"/>
          </ac:spMkLst>
        </pc:spChg>
        <pc:cxnChg chg="add mod">
          <ac:chgData name="Fei Zheng" userId="d19317889db4c986" providerId="LiveId" clId="{2B71CC6D-8D4C-4F40-AF63-600488723E32}" dt="2022-12-25T04:51:10.294" v="405"/>
          <ac:cxnSpMkLst>
            <pc:docMk/>
            <pc:sldMk cId="699393587" sldId="409"/>
            <ac:cxnSpMk id="4" creationId="{93025DB9-314F-363F-6E51-CB268323BED1}"/>
          </ac:cxnSpMkLst>
        </pc:cxnChg>
      </pc:sldChg>
      <pc:sldChg chg="addSp delSp modSp mod">
        <pc:chgData name="Fei Zheng" userId="d19317889db4c986" providerId="LiveId" clId="{2B71CC6D-8D4C-4F40-AF63-600488723E32}" dt="2022-12-25T04:50:20.341" v="295" actId="20577"/>
        <pc:sldMkLst>
          <pc:docMk/>
          <pc:sldMk cId="3978420858" sldId="410"/>
        </pc:sldMkLst>
        <pc:spChg chg="add mod">
          <ac:chgData name="Fei Zheng" userId="d19317889db4c986" providerId="LiveId" clId="{2B71CC6D-8D4C-4F40-AF63-600488723E32}" dt="2022-12-25T04:50:20.341" v="295" actId="20577"/>
          <ac:spMkLst>
            <pc:docMk/>
            <pc:sldMk cId="3978420858" sldId="410"/>
            <ac:spMk id="2" creationId="{558AA6A7-A69F-B2C9-7EF3-D50651995EB9}"/>
          </ac:spMkLst>
        </pc:spChg>
        <pc:spChg chg="del">
          <ac:chgData name="Fei Zheng" userId="d19317889db4c986" providerId="LiveId" clId="{2B71CC6D-8D4C-4F40-AF63-600488723E32}" dt="2022-12-25T04:49:56.670" v="238" actId="478"/>
          <ac:spMkLst>
            <pc:docMk/>
            <pc:sldMk cId="3978420858" sldId="410"/>
            <ac:spMk id="4" creationId="{1825B9BA-86A2-24A1-31CC-D10106692C76}"/>
          </ac:spMkLst>
        </pc:spChg>
        <pc:cxnChg chg="add mod">
          <ac:chgData name="Fei Zheng" userId="d19317889db4c986" providerId="LiveId" clId="{2B71CC6D-8D4C-4F40-AF63-600488723E32}" dt="2022-12-25T04:49:59.571" v="239"/>
          <ac:cxnSpMkLst>
            <pc:docMk/>
            <pc:sldMk cId="3978420858" sldId="410"/>
            <ac:cxnSpMk id="10" creationId="{15EA663B-1FCE-E9E3-E961-A51614E4BE1D}"/>
          </ac:cxnSpMkLst>
        </pc:cxnChg>
      </pc:sldChg>
      <pc:sldChg chg="addSp delSp modSp mod">
        <pc:chgData name="Fei Zheng" userId="d19317889db4c986" providerId="LiveId" clId="{2B71CC6D-8D4C-4F40-AF63-600488723E32}" dt="2022-12-25T04:50:15.895" v="292" actId="20577"/>
        <pc:sldMkLst>
          <pc:docMk/>
          <pc:sldMk cId="4254538466" sldId="411"/>
        </pc:sldMkLst>
        <pc:spChg chg="add mod">
          <ac:chgData name="Fei Zheng" userId="d19317889db4c986" providerId="LiveId" clId="{2B71CC6D-8D4C-4F40-AF63-600488723E32}" dt="2022-12-25T04:50:15.895" v="292" actId="20577"/>
          <ac:spMkLst>
            <pc:docMk/>
            <pc:sldMk cId="4254538466" sldId="411"/>
            <ac:spMk id="2" creationId="{C921DD17-E261-E2D3-0655-C77E3E741932}"/>
          </ac:spMkLst>
        </pc:spChg>
        <pc:spChg chg="del">
          <ac:chgData name="Fei Zheng" userId="d19317889db4c986" providerId="LiveId" clId="{2B71CC6D-8D4C-4F40-AF63-600488723E32}" dt="2022-12-25T04:50:10.885" v="266" actId="478"/>
          <ac:spMkLst>
            <pc:docMk/>
            <pc:sldMk cId="4254538466" sldId="411"/>
            <ac:spMk id="24" creationId="{8C3DC205-D77E-054E-893D-DA753075BCE2}"/>
          </ac:spMkLst>
        </pc:spChg>
        <pc:cxnChg chg="add mod">
          <ac:chgData name="Fei Zheng" userId="d19317889db4c986" providerId="LiveId" clId="{2B71CC6D-8D4C-4F40-AF63-600488723E32}" dt="2022-12-25T04:50:12.028" v="267"/>
          <ac:cxnSpMkLst>
            <pc:docMk/>
            <pc:sldMk cId="4254538466" sldId="411"/>
            <ac:cxnSpMk id="3" creationId="{5B44C169-B376-5E1E-FF91-B8DA21C22807}"/>
          </ac:cxnSpMkLst>
        </pc:cxnChg>
      </pc:sldChg>
      <pc:sldChg chg="addSp delSp modSp mod">
        <pc:chgData name="Fei Zheng" userId="d19317889db4c986" providerId="LiveId" clId="{2B71CC6D-8D4C-4F40-AF63-600488723E32}" dt="2022-12-25T04:50:54.544" v="374" actId="20577"/>
        <pc:sldMkLst>
          <pc:docMk/>
          <pc:sldMk cId="2405140433" sldId="412"/>
        </pc:sldMkLst>
        <pc:spChg chg="add mod">
          <ac:chgData name="Fei Zheng" userId="d19317889db4c986" providerId="LiveId" clId="{2B71CC6D-8D4C-4F40-AF63-600488723E32}" dt="2022-12-25T04:50:54.544" v="374" actId="20577"/>
          <ac:spMkLst>
            <pc:docMk/>
            <pc:sldMk cId="2405140433" sldId="412"/>
            <ac:spMk id="4" creationId="{7DD27937-C189-6073-233F-1F342E3CB009}"/>
          </ac:spMkLst>
        </pc:spChg>
        <pc:spChg chg="del">
          <ac:chgData name="Fei Zheng" userId="d19317889db4c986" providerId="LiveId" clId="{2B71CC6D-8D4C-4F40-AF63-600488723E32}" dt="2022-12-25T04:50:48.744" v="342" actId="478"/>
          <ac:spMkLst>
            <pc:docMk/>
            <pc:sldMk cId="2405140433" sldId="412"/>
            <ac:spMk id="24" creationId="{8C3DC205-D77E-054E-893D-DA753075BCE2}"/>
          </ac:spMkLst>
        </pc:spChg>
        <pc:cxnChg chg="add mod">
          <ac:chgData name="Fei Zheng" userId="d19317889db4c986" providerId="LiveId" clId="{2B71CC6D-8D4C-4F40-AF63-600488723E32}" dt="2022-12-25T04:50:50.515" v="343"/>
          <ac:cxnSpMkLst>
            <pc:docMk/>
            <pc:sldMk cId="2405140433" sldId="412"/>
            <ac:cxnSpMk id="5" creationId="{AA11E888-85BB-97A5-2064-98B580068526}"/>
          </ac:cxnSpMkLst>
        </pc:cxnChg>
      </pc:sldChg>
      <pc:sldChg chg="addSp delSp modSp mod">
        <pc:chgData name="Fei Zheng" userId="d19317889db4c986" providerId="LiveId" clId="{2B71CC6D-8D4C-4F40-AF63-600488723E32}" dt="2022-12-25T04:50:43.449" v="341" actId="20577"/>
        <pc:sldMkLst>
          <pc:docMk/>
          <pc:sldMk cId="831065671" sldId="413"/>
        </pc:sldMkLst>
        <pc:spChg chg="add mod">
          <ac:chgData name="Fei Zheng" userId="d19317889db4c986" providerId="LiveId" clId="{2B71CC6D-8D4C-4F40-AF63-600488723E32}" dt="2022-12-25T04:50:43.449" v="341" actId="20577"/>
          <ac:spMkLst>
            <pc:docMk/>
            <pc:sldMk cId="831065671" sldId="413"/>
            <ac:spMk id="4" creationId="{3DC7E204-92B6-51CD-0D0C-B94D4FCACEEB}"/>
          </ac:spMkLst>
        </pc:spChg>
        <pc:spChg chg="del">
          <ac:chgData name="Fei Zheng" userId="d19317889db4c986" providerId="LiveId" clId="{2B71CC6D-8D4C-4F40-AF63-600488723E32}" dt="2022-12-25T04:50:36.082" v="300" actId="478"/>
          <ac:spMkLst>
            <pc:docMk/>
            <pc:sldMk cId="831065671" sldId="413"/>
            <ac:spMk id="24" creationId="{8C3DC205-D77E-054E-893D-DA753075BCE2}"/>
          </ac:spMkLst>
        </pc:spChg>
        <pc:cxnChg chg="add mod">
          <ac:chgData name="Fei Zheng" userId="d19317889db4c986" providerId="LiveId" clId="{2B71CC6D-8D4C-4F40-AF63-600488723E32}" dt="2022-12-25T04:50:38.566" v="301"/>
          <ac:cxnSpMkLst>
            <pc:docMk/>
            <pc:sldMk cId="831065671" sldId="413"/>
            <ac:cxnSpMk id="5" creationId="{206E9C22-0C36-71AE-C0FC-9152F5D1EE0E}"/>
          </ac:cxnSpMkLst>
        </pc:cxnChg>
      </pc:sldChg>
      <pc:sldChg chg="addSp delSp modSp mod">
        <pc:chgData name="Fei Zheng" userId="d19317889db4c986" providerId="LiveId" clId="{2B71CC6D-8D4C-4F40-AF63-600488723E32}" dt="2022-12-25T04:49:00.842" v="167" actId="12788"/>
        <pc:sldMkLst>
          <pc:docMk/>
          <pc:sldMk cId="604693719" sldId="414"/>
        </pc:sldMkLst>
        <pc:spChg chg="add mod">
          <ac:chgData name="Fei Zheng" userId="d19317889db4c986" providerId="LiveId" clId="{2B71CC6D-8D4C-4F40-AF63-600488723E32}" dt="2022-12-25T04:49:00.842" v="167" actId="12788"/>
          <ac:spMkLst>
            <pc:docMk/>
            <pc:sldMk cId="604693719" sldId="414"/>
            <ac:spMk id="2" creationId="{0E35E9E1-91B0-C94F-3E22-518176C3AD80}"/>
          </ac:spMkLst>
        </pc:spChg>
        <pc:spChg chg="del">
          <ac:chgData name="Fei Zheng" userId="d19317889db4c986" providerId="LiveId" clId="{2B71CC6D-8D4C-4F40-AF63-600488723E32}" dt="2022-12-25T04:48:48.476" v="98" actId="478"/>
          <ac:spMkLst>
            <pc:docMk/>
            <pc:sldMk cId="604693719" sldId="414"/>
            <ac:spMk id="23" creationId="{9D87F99E-6D01-C33C-58F9-81249677E947}"/>
          </ac:spMkLst>
        </pc:spChg>
        <pc:cxnChg chg="add mod">
          <ac:chgData name="Fei Zheng" userId="d19317889db4c986" providerId="LiveId" clId="{2B71CC6D-8D4C-4F40-AF63-600488723E32}" dt="2022-12-25T04:48:49.258" v="99"/>
          <ac:cxnSpMkLst>
            <pc:docMk/>
            <pc:sldMk cId="604693719" sldId="414"/>
            <ac:cxnSpMk id="3" creationId="{F244F947-A122-5A4F-5BC8-CE10BE4C35FC}"/>
          </ac:cxnSpMkLst>
        </pc:cxnChg>
      </pc:sldChg>
      <pc:sldChg chg="addSp delSp modSp mod">
        <pc:chgData name="Fei Zheng" userId="d19317889db4c986" providerId="LiveId" clId="{2B71CC6D-8D4C-4F40-AF63-600488723E32}" dt="2022-12-25T04:51:56.390" v="476" actId="20577"/>
        <pc:sldMkLst>
          <pc:docMk/>
          <pc:sldMk cId="2125619489" sldId="415"/>
        </pc:sldMkLst>
        <pc:spChg chg="add mod">
          <ac:chgData name="Fei Zheng" userId="d19317889db4c986" providerId="LiveId" clId="{2B71CC6D-8D4C-4F40-AF63-600488723E32}" dt="2022-12-25T04:51:56.390" v="476" actId="20577"/>
          <ac:spMkLst>
            <pc:docMk/>
            <pc:sldMk cId="2125619489" sldId="415"/>
            <ac:spMk id="2" creationId="{73B5A6D8-2B18-D363-6371-DD612D4FC8E1}"/>
          </ac:spMkLst>
        </pc:spChg>
        <pc:spChg chg="del">
          <ac:chgData name="Fei Zheng" userId="d19317889db4c986" providerId="LiveId" clId="{2B71CC6D-8D4C-4F40-AF63-600488723E32}" dt="2022-12-25T04:51:47.774" v="418" actId="478"/>
          <ac:spMkLst>
            <pc:docMk/>
            <pc:sldMk cId="2125619489" sldId="415"/>
            <ac:spMk id="12" creationId="{B4285FE8-42E5-DFA6-8A93-84FFEDF1AE1D}"/>
          </ac:spMkLst>
        </pc:spChg>
        <pc:cxnChg chg="add mod">
          <ac:chgData name="Fei Zheng" userId="d19317889db4c986" providerId="LiveId" clId="{2B71CC6D-8D4C-4F40-AF63-600488723E32}" dt="2022-12-25T04:51:48.791" v="419"/>
          <ac:cxnSpMkLst>
            <pc:docMk/>
            <pc:sldMk cId="2125619489" sldId="415"/>
            <ac:cxnSpMk id="3" creationId="{5A16D203-BE34-4A95-A216-8843678D107F}"/>
          </ac:cxnSpMkLst>
        </pc:cxnChg>
      </pc:sldChg>
      <pc:sldChg chg="addSp delSp modSp mod">
        <pc:chgData name="Fei Zheng" userId="d19317889db4c986" providerId="LiveId" clId="{2B71CC6D-8D4C-4F40-AF63-600488723E32}" dt="2022-12-25T04:57:19.861" v="555" actId="20577"/>
        <pc:sldMkLst>
          <pc:docMk/>
          <pc:sldMk cId="1938112062" sldId="416"/>
        </pc:sldMkLst>
        <pc:spChg chg="add mod">
          <ac:chgData name="Fei Zheng" userId="d19317889db4c986" providerId="LiveId" clId="{2B71CC6D-8D4C-4F40-AF63-600488723E32}" dt="2022-12-25T04:57:19.861" v="555" actId="20577"/>
          <ac:spMkLst>
            <pc:docMk/>
            <pc:sldMk cId="1938112062" sldId="416"/>
            <ac:spMk id="2" creationId="{7D0A4DED-8DDC-1E55-8A7A-12BA32BE05C0}"/>
          </ac:spMkLst>
        </pc:spChg>
        <pc:spChg chg="del">
          <ac:chgData name="Fei Zheng" userId="d19317889db4c986" providerId="LiveId" clId="{2B71CC6D-8D4C-4F40-AF63-600488723E32}" dt="2022-12-25T04:57:14.846" v="527" actId="478"/>
          <ac:spMkLst>
            <pc:docMk/>
            <pc:sldMk cId="1938112062" sldId="416"/>
            <ac:spMk id="4" creationId="{1825B9BA-86A2-24A1-31CC-D10106692C76}"/>
          </ac:spMkLst>
        </pc:spChg>
        <pc:cxnChg chg="add mod">
          <ac:chgData name="Fei Zheng" userId="d19317889db4c986" providerId="LiveId" clId="{2B71CC6D-8D4C-4F40-AF63-600488723E32}" dt="2022-12-25T04:57:15.704" v="528"/>
          <ac:cxnSpMkLst>
            <pc:docMk/>
            <pc:sldMk cId="1938112062" sldId="416"/>
            <ac:cxnSpMk id="3" creationId="{593D7442-E3C7-F611-6009-19062FAF7EFD}"/>
          </ac:cxnSpMkLst>
        </pc:cxnChg>
      </pc:sldChg>
      <pc:sldChg chg="addSp delSp modSp">
        <pc:chgData name="Fei Zheng" userId="d19317889db4c986" providerId="LiveId" clId="{2B71CC6D-8D4C-4F40-AF63-600488723E32}" dt="2022-12-25T04:57:26.550" v="557"/>
        <pc:sldMkLst>
          <pc:docMk/>
          <pc:sldMk cId="1395355874" sldId="417"/>
        </pc:sldMkLst>
        <pc:spChg chg="add mod">
          <ac:chgData name="Fei Zheng" userId="d19317889db4c986" providerId="LiveId" clId="{2B71CC6D-8D4C-4F40-AF63-600488723E32}" dt="2022-12-25T04:57:26.550" v="557"/>
          <ac:spMkLst>
            <pc:docMk/>
            <pc:sldMk cId="1395355874" sldId="417"/>
            <ac:spMk id="13" creationId="{41D94E34-C9C1-5FF8-EFB0-95670BDB38E6}"/>
          </ac:spMkLst>
        </pc:spChg>
        <pc:spChg chg="del">
          <ac:chgData name="Fei Zheng" userId="d19317889db4c986" providerId="LiveId" clId="{2B71CC6D-8D4C-4F40-AF63-600488723E32}" dt="2022-12-25T04:57:26.088" v="556" actId="478"/>
          <ac:spMkLst>
            <pc:docMk/>
            <pc:sldMk cId="1395355874" sldId="417"/>
            <ac:spMk id="15" creationId="{5768E055-395E-F5AE-241F-07FBDEA4F03C}"/>
          </ac:spMkLst>
        </pc:spChg>
        <pc:cxnChg chg="add mod">
          <ac:chgData name="Fei Zheng" userId="d19317889db4c986" providerId="LiveId" clId="{2B71CC6D-8D4C-4F40-AF63-600488723E32}" dt="2022-12-25T04:57:26.550" v="557"/>
          <ac:cxnSpMkLst>
            <pc:docMk/>
            <pc:sldMk cId="1395355874" sldId="417"/>
            <ac:cxnSpMk id="16" creationId="{C630FD20-E4DD-A936-3EDD-9D7B1CB91FC5}"/>
          </ac:cxnSpMkLst>
        </pc:cxnChg>
      </pc:sldChg>
      <pc:sldChg chg="addSp delSp modSp">
        <pc:chgData name="Fei Zheng" userId="d19317889db4c986" providerId="LiveId" clId="{2B71CC6D-8D4C-4F40-AF63-600488723E32}" dt="2022-12-25T04:49:37.567" v="216"/>
        <pc:sldMkLst>
          <pc:docMk/>
          <pc:sldMk cId="0" sldId="418"/>
        </pc:sldMkLst>
        <pc:spChg chg="add mod">
          <ac:chgData name="Fei Zheng" userId="d19317889db4c986" providerId="LiveId" clId="{2B71CC6D-8D4C-4F40-AF63-600488723E32}" dt="2022-12-25T04:49:37.567" v="216"/>
          <ac:spMkLst>
            <pc:docMk/>
            <pc:sldMk cId="0" sldId="418"/>
            <ac:spMk id="2" creationId="{CB7B9E5E-1E02-8553-3201-9D08953E21F7}"/>
          </ac:spMkLst>
        </pc:spChg>
        <pc:spChg chg="del">
          <ac:chgData name="Fei Zheng" userId="d19317889db4c986" providerId="LiveId" clId="{2B71CC6D-8D4C-4F40-AF63-600488723E32}" dt="2022-12-25T04:49:37.096" v="215" actId="478"/>
          <ac:spMkLst>
            <pc:docMk/>
            <pc:sldMk cId="0" sldId="418"/>
            <ac:spMk id="57356" creationId="{C71B67B2-C2A8-8E4A-AA07-0F9D764901FA}"/>
          </ac:spMkLst>
        </pc:spChg>
        <pc:cxnChg chg="add mod">
          <ac:chgData name="Fei Zheng" userId="d19317889db4c986" providerId="LiveId" clId="{2B71CC6D-8D4C-4F40-AF63-600488723E32}" dt="2022-12-25T04:49:37.567" v="216"/>
          <ac:cxnSpMkLst>
            <pc:docMk/>
            <pc:sldMk cId="0" sldId="418"/>
            <ac:cxnSpMk id="3" creationId="{FC6ABBEF-4C5E-0FC7-4961-20640ED7B379}"/>
          </ac:cxnSpMkLst>
        </pc:cxnChg>
      </pc:sldChg>
      <pc:sldChg chg="del">
        <pc:chgData name="Fei Zheng" userId="d19317889db4c986" providerId="LiveId" clId="{2B71CC6D-8D4C-4F40-AF63-600488723E32}" dt="2022-12-25T04:44:56.621" v="26" actId="2696"/>
        <pc:sldMkLst>
          <pc:docMk/>
          <pc:sldMk cId="372205630" sldId="428"/>
        </pc:sldMkLst>
      </pc:sldChg>
      <pc:sldChg chg="del">
        <pc:chgData name="Fei Zheng" userId="d19317889db4c986" providerId="LiveId" clId="{2B71CC6D-8D4C-4F40-AF63-600488723E32}" dt="2022-12-25T04:44:56.676" v="27" actId="2696"/>
        <pc:sldMkLst>
          <pc:docMk/>
          <pc:sldMk cId="3349634616" sldId="435"/>
        </pc:sldMkLst>
      </pc:sldChg>
      <pc:sldChg chg="modSp mod">
        <pc:chgData name="Fei Zheng" userId="d19317889db4c986" providerId="LiveId" clId="{2B71CC6D-8D4C-4F40-AF63-600488723E32}" dt="2022-12-25T04:53:29.291" v="516" actId="12788"/>
        <pc:sldMkLst>
          <pc:docMk/>
          <pc:sldMk cId="398862953" sldId="436"/>
        </pc:sldMkLst>
        <pc:spChg chg="mod">
          <ac:chgData name="Fei Zheng" userId="d19317889db4c986" providerId="LiveId" clId="{2B71CC6D-8D4C-4F40-AF63-600488723E32}" dt="2022-12-25T04:53:29.291" v="516" actId="12788"/>
          <ac:spMkLst>
            <pc:docMk/>
            <pc:sldMk cId="398862953" sldId="436"/>
            <ac:spMk id="2" creationId="{28360B5C-F593-CA9D-6B0B-AC1B546BC537}"/>
          </ac:spMkLst>
        </pc:spChg>
      </pc:sldChg>
      <pc:sldChg chg="del">
        <pc:chgData name="Fei Zheng" userId="d19317889db4c986" providerId="LiveId" clId="{2B71CC6D-8D4C-4F40-AF63-600488723E32}" dt="2022-12-25T04:43:15.647" v="0" actId="2696"/>
        <pc:sldMkLst>
          <pc:docMk/>
          <pc:sldMk cId="0" sldId="437"/>
        </pc:sldMkLst>
      </pc:sldChg>
      <pc:sldChg chg="new del">
        <pc:chgData name="Fei Zheng" userId="d19317889db4c986" providerId="LiveId" clId="{2B71CC6D-8D4C-4F40-AF63-600488723E32}" dt="2022-12-25T04:59:09.975" v="562" actId="2696"/>
        <pc:sldMkLst>
          <pc:docMk/>
          <pc:sldMk cId="2684576561" sldId="437"/>
        </pc:sldMkLst>
      </pc:sldChg>
      <pc:sldChg chg="del">
        <pc:chgData name="Fei Zheng" userId="d19317889db4c986" providerId="LiveId" clId="{2B71CC6D-8D4C-4F40-AF63-600488723E32}" dt="2022-12-25T04:43:15.657" v="2" actId="2696"/>
        <pc:sldMkLst>
          <pc:docMk/>
          <pc:sldMk cId="4092491147" sldId="438"/>
        </pc:sldMkLst>
      </pc:sldChg>
      <pc:sldChg chg="del">
        <pc:chgData name="Fei Zheng" userId="d19317889db4c986" providerId="LiveId" clId="{2B71CC6D-8D4C-4F40-AF63-600488723E32}" dt="2022-12-25T04:43:15.650" v="1" actId="2696"/>
        <pc:sldMkLst>
          <pc:docMk/>
          <pc:sldMk cId="2657627423" sldId="439"/>
        </pc:sldMkLst>
      </pc:sldChg>
    </pc:docChg>
  </pc:docChgLst>
  <pc:docChgLst>
    <pc:chgData name="Fei Zheng" userId="d19317889db4c986" providerId="LiveId" clId="{2E52D592-3096-E145-849F-B34B037E5DB0}"/>
    <pc:docChg chg="undo custSel addSld delSld modSld sldOrd">
      <pc:chgData name="Fei Zheng" userId="d19317889db4c986" providerId="LiveId" clId="{2E52D592-3096-E145-849F-B34B037E5DB0}" dt="2023-04-07T14:48:19.290" v="1274"/>
      <pc:docMkLst>
        <pc:docMk/>
      </pc:docMkLst>
      <pc:sldChg chg="modSp mod">
        <pc:chgData name="Fei Zheng" userId="d19317889db4c986" providerId="LiveId" clId="{2E52D592-3096-E145-849F-B34B037E5DB0}" dt="2023-04-04T05:03:27.071" v="624" actId="692"/>
        <pc:sldMkLst>
          <pc:docMk/>
          <pc:sldMk cId="4115611479" sldId="256"/>
        </pc:sldMkLst>
        <pc:spChg chg="mod">
          <ac:chgData name="Fei Zheng" userId="d19317889db4c986" providerId="LiveId" clId="{2E52D592-3096-E145-849F-B34B037E5DB0}" dt="2023-04-04T05:03:22.018" v="623" actId="207"/>
          <ac:spMkLst>
            <pc:docMk/>
            <pc:sldMk cId="4115611479" sldId="256"/>
            <ac:spMk id="3" creationId="{589F497D-1DCA-49FD-AFFA-1D9537F64AF3}"/>
          </ac:spMkLst>
        </pc:spChg>
        <pc:spChg chg="mod">
          <ac:chgData name="Fei Zheng" userId="d19317889db4c986" providerId="LiveId" clId="{2E52D592-3096-E145-849F-B34B037E5DB0}" dt="2023-04-04T04:36:37.511" v="344"/>
          <ac:spMkLst>
            <pc:docMk/>
            <pc:sldMk cId="4115611479" sldId="256"/>
            <ac:spMk id="4" creationId="{0337AD50-C86B-4B7C-B928-DD2B5E1B6944}"/>
          </ac:spMkLst>
        </pc:spChg>
        <pc:spChg chg="mod">
          <ac:chgData name="Fei Zheng" userId="d19317889db4c986" providerId="LiveId" clId="{2E52D592-3096-E145-849F-B34B037E5DB0}" dt="2023-04-04T04:45:23.539" v="351"/>
          <ac:spMkLst>
            <pc:docMk/>
            <pc:sldMk cId="4115611479" sldId="256"/>
            <ac:spMk id="5" creationId="{FF373ACA-61FD-4988-86A6-DDD2A3F8A7E3}"/>
          </ac:spMkLst>
        </pc:spChg>
        <pc:cxnChg chg="mod">
          <ac:chgData name="Fei Zheng" userId="d19317889db4c986" providerId="LiveId" clId="{2E52D592-3096-E145-849F-B34B037E5DB0}" dt="2023-04-04T05:03:27.071" v="624" actId="692"/>
          <ac:cxnSpMkLst>
            <pc:docMk/>
            <pc:sldMk cId="4115611479" sldId="256"/>
            <ac:cxnSpMk id="6" creationId="{86C8EF1B-032B-54F7-5DE6-2D60FA36FBB8}"/>
          </ac:cxnSpMkLst>
        </pc:cxnChg>
      </pc:sldChg>
      <pc:sldChg chg="modSp mod">
        <pc:chgData name="Fei Zheng" userId="d19317889db4c986" providerId="LiveId" clId="{2E52D592-3096-E145-849F-B34B037E5DB0}" dt="2023-04-04T05:03:35.474" v="626" actId="692"/>
        <pc:sldMkLst>
          <pc:docMk/>
          <pc:sldMk cId="4019675618" sldId="257"/>
        </pc:sldMkLst>
        <pc:spChg chg="mod">
          <ac:chgData name="Fei Zheng" userId="d19317889db4c986" providerId="LiveId" clId="{2E52D592-3096-E145-849F-B34B037E5DB0}" dt="2023-04-04T04:46:31.555" v="353"/>
          <ac:spMkLst>
            <pc:docMk/>
            <pc:sldMk cId="4019675618" sldId="257"/>
            <ac:spMk id="3" creationId="{8DAAEAD5-6CE6-403B-AC48-884211FEFEBC}"/>
          </ac:spMkLst>
        </pc:spChg>
        <pc:spChg chg="mod">
          <ac:chgData name="Fei Zheng" userId="d19317889db4c986" providerId="LiveId" clId="{2E52D592-3096-E145-849F-B34B037E5DB0}" dt="2023-04-04T05:03:31.666" v="625" actId="207"/>
          <ac:spMkLst>
            <pc:docMk/>
            <pc:sldMk cId="4019675618" sldId="257"/>
            <ac:spMk id="8" creationId="{E86801B6-FA45-A3B5-3818-0F02660CBA46}"/>
          </ac:spMkLst>
        </pc:spChg>
        <pc:cxnChg chg="mod">
          <ac:chgData name="Fei Zheng" userId="d19317889db4c986" providerId="LiveId" clId="{2E52D592-3096-E145-849F-B34B037E5DB0}" dt="2023-04-04T05:03:35.474" v="626" actId="692"/>
          <ac:cxnSpMkLst>
            <pc:docMk/>
            <pc:sldMk cId="4019675618" sldId="257"/>
            <ac:cxnSpMk id="9" creationId="{125C9F9E-08F9-29DD-F5D7-15E8745F4729}"/>
          </ac:cxnSpMkLst>
        </pc:cxnChg>
      </pc:sldChg>
      <pc:sldChg chg="modSp mod">
        <pc:chgData name="Fei Zheng" userId="d19317889db4c986" providerId="LiveId" clId="{2E52D592-3096-E145-849F-B34B037E5DB0}" dt="2023-04-06T05:39:21.443" v="852"/>
        <pc:sldMkLst>
          <pc:docMk/>
          <pc:sldMk cId="2359660627" sldId="258"/>
        </pc:sldMkLst>
        <pc:spChg chg="mod">
          <ac:chgData name="Fei Zheng" userId="d19317889db4c986" providerId="LiveId" clId="{2E52D592-3096-E145-849F-B34B037E5DB0}" dt="2023-04-04T04:47:24.787" v="356"/>
          <ac:spMkLst>
            <pc:docMk/>
            <pc:sldMk cId="2359660627" sldId="258"/>
            <ac:spMk id="13" creationId="{52EDE416-9B0F-4904-948D-CFDBE023FF06}"/>
          </ac:spMkLst>
        </pc:spChg>
        <pc:spChg chg="mod">
          <ac:chgData name="Fei Zheng" userId="d19317889db4c986" providerId="LiveId" clId="{2E52D592-3096-E145-849F-B34B037E5DB0}" dt="2023-04-06T05:39:21.443" v="852"/>
          <ac:spMkLst>
            <pc:docMk/>
            <pc:sldMk cId="2359660627" sldId="258"/>
            <ac:spMk id="15" creationId="{2747D8AD-28BA-47EF-8943-7E70E85B0E0C}"/>
          </ac:spMkLst>
        </pc:spChg>
        <pc:cxnChg chg="mod">
          <ac:chgData name="Fei Zheng" userId="d19317889db4c986" providerId="LiveId" clId="{2E52D592-3096-E145-849F-B34B037E5DB0}" dt="2023-04-04T05:03:52.944" v="629" actId="692"/>
          <ac:cxnSpMkLst>
            <pc:docMk/>
            <pc:sldMk cId="2359660627" sldId="258"/>
            <ac:cxnSpMk id="3" creationId="{9C95C69E-924C-72AF-8503-30EEBBFA30D8}"/>
          </ac:cxnSpMkLst>
        </pc:cxnChg>
      </pc:sldChg>
      <pc:sldChg chg="addSp modSp mod">
        <pc:chgData name="Fei Zheng" userId="d19317889db4c986" providerId="LiveId" clId="{2E52D592-3096-E145-849F-B34B037E5DB0}" dt="2023-04-04T05:03:58.890" v="630" actId="692"/>
        <pc:sldMkLst>
          <pc:docMk/>
          <pc:sldMk cId="3851511592" sldId="259"/>
        </pc:sldMkLst>
        <pc:spChg chg="mod">
          <ac:chgData name="Fei Zheng" userId="d19317889db4c986" providerId="LiveId" clId="{2E52D592-3096-E145-849F-B34B037E5DB0}" dt="2023-04-04T04:52:16.550" v="414" actId="404"/>
          <ac:spMkLst>
            <pc:docMk/>
            <pc:sldMk cId="3851511592" sldId="259"/>
            <ac:spMk id="2" creationId="{F2D21848-37BD-549B-3FFB-1434C39785D6}"/>
          </ac:spMkLst>
        </pc:spChg>
        <pc:spChg chg="add mod">
          <ac:chgData name="Fei Zheng" userId="d19317889db4c986" providerId="LiveId" clId="{2E52D592-3096-E145-849F-B34B037E5DB0}" dt="2023-04-04T04:51:42.750" v="399"/>
          <ac:spMkLst>
            <pc:docMk/>
            <pc:sldMk cId="3851511592" sldId="259"/>
            <ac:spMk id="4" creationId="{B46A225F-BE05-6885-34E5-68A0EBE94DFE}"/>
          </ac:spMkLst>
        </pc:spChg>
        <pc:spChg chg="mod">
          <ac:chgData name="Fei Zheng" userId="d19317889db4c986" providerId="LiveId" clId="{2E52D592-3096-E145-849F-B34B037E5DB0}" dt="2023-04-04T04:51:51.854" v="400" actId="1076"/>
          <ac:spMkLst>
            <pc:docMk/>
            <pc:sldMk cId="3851511592" sldId="259"/>
            <ac:spMk id="5" creationId="{D84EDB0C-EE6A-467C-A08E-A9A1E187096D}"/>
          </ac:spMkLst>
        </pc:spChg>
        <pc:spChg chg="mod">
          <ac:chgData name="Fei Zheng" userId="d19317889db4c986" providerId="LiveId" clId="{2E52D592-3096-E145-849F-B34B037E5DB0}" dt="2023-04-04T04:51:55.581" v="401" actId="1076"/>
          <ac:spMkLst>
            <pc:docMk/>
            <pc:sldMk cId="3851511592" sldId="259"/>
            <ac:spMk id="7" creationId="{9C53C49E-8284-4DA1-BDD6-C475A1808E44}"/>
          </ac:spMkLst>
        </pc:spChg>
        <pc:cxnChg chg="mod">
          <ac:chgData name="Fei Zheng" userId="d19317889db4c986" providerId="LiveId" clId="{2E52D592-3096-E145-849F-B34B037E5DB0}" dt="2023-04-04T05:03:58.890" v="630" actId="692"/>
          <ac:cxnSpMkLst>
            <pc:docMk/>
            <pc:sldMk cId="3851511592" sldId="259"/>
            <ac:cxnSpMk id="3" creationId="{DC0D80AE-FC67-BAC6-43C1-001D7AB3B0A8}"/>
          </ac:cxnSpMkLst>
        </pc:cxnChg>
      </pc:sldChg>
      <pc:sldChg chg="addSp delSp modSp add mod modAnim">
        <pc:chgData name="Fei Zheng" userId="d19317889db4c986" providerId="LiveId" clId="{2E52D592-3096-E145-849F-B34B037E5DB0}" dt="2023-04-07T14:47:17.321" v="1271"/>
        <pc:sldMkLst>
          <pc:docMk/>
          <pc:sldMk cId="2303956271" sldId="261"/>
        </pc:sldMkLst>
        <pc:spChg chg="del">
          <ac:chgData name="Fei Zheng" userId="d19317889db4c986" providerId="LiveId" clId="{2E52D592-3096-E145-849F-B34B037E5DB0}" dt="2023-04-04T07:13:34.749" v="760" actId="478"/>
          <ac:spMkLst>
            <pc:docMk/>
            <pc:sldMk cId="2303956271" sldId="261"/>
            <ac:spMk id="2" creationId="{774D4789-014A-86EC-35F1-137579FA53B2}"/>
          </ac:spMkLst>
        </pc:spChg>
        <pc:spChg chg="add mod">
          <ac:chgData name="Fei Zheng" userId="d19317889db4c986" providerId="LiveId" clId="{2E52D592-3096-E145-849F-B34B037E5DB0}" dt="2023-04-04T07:13:41.394" v="762"/>
          <ac:spMkLst>
            <pc:docMk/>
            <pc:sldMk cId="2303956271" sldId="261"/>
            <ac:spMk id="4" creationId="{B904003C-47AF-83B8-14E6-954A4CB55318}"/>
          </ac:spMkLst>
        </pc:spChg>
        <pc:spChg chg="add mod">
          <ac:chgData name="Fei Zheng" userId="d19317889db4c986" providerId="LiveId" clId="{2E52D592-3096-E145-849F-B34B037E5DB0}" dt="2023-04-04T07:13:53.049" v="765" actId="20577"/>
          <ac:spMkLst>
            <pc:docMk/>
            <pc:sldMk cId="2303956271" sldId="261"/>
            <ac:spMk id="10" creationId="{07FD920C-A061-CC2B-6D06-6AA663A629E0}"/>
          </ac:spMkLst>
        </pc:spChg>
        <pc:cxnChg chg="del">
          <ac:chgData name="Fei Zheng" userId="d19317889db4c986" providerId="LiveId" clId="{2E52D592-3096-E145-849F-B34B037E5DB0}" dt="2023-04-04T07:13:36.085" v="761" actId="478"/>
          <ac:cxnSpMkLst>
            <pc:docMk/>
            <pc:sldMk cId="2303956271" sldId="261"/>
            <ac:cxnSpMk id="3" creationId="{E52FFEA1-0F35-26AA-1E9D-F1FDF281985D}"/>
          </ac:cxnSpMkLst>
        </pc:cxnChg>
        <pc:cxnChg chg="add mod">
          <ac:chgData name="Fei Zheng" userId="d19317889db4c986" providerId="LiveId" clId="{2E52D592-3096-E145-849F-B34B037E5DB0}" dt="2023-04-04T07:13:58.426" v="766" actId="167"/>
          <ac:cxnSpMkLst>
            <pc:docMk/>
            <pc:sldMk cId="2303956271" sldId="261"/>
            <ac:cxnSpMk id="9" creationId="{B16CAD43-A31C-8DB8-A9C7-58030C1F1C15}"/>
          </ac:cxnSpMkLst>
        </pc:cxnChg>
      </pc:sldChg>
      <pc:sldChg chg="add del">
        <pc:chgData name="Fei Zheng" userId="d19317889db4c986" providerId="LiveId" clId="{2E52D592-3096-E145-849F-B34B037E5DB0}" dt="2023-04-04T07:12:40.824" v="750" actId="2696"/>
        <pc:sldMkLst>
          <pc:docMk/>
          <pc:sldMk cId="2449717693" sldId="261"/>
        </pc:sldMkLst>
      </pc:sldChg>
      <pc:sldChg chg="del">
        <pc:chgData name="Fei Zheng" userId="d19317889db4c986" providerId="LiveId" clId="{2E52D592-3096-E145-849F-B34B037E5DB0}" dt="2023-04-04T05:02:22.977" v="608" actId="2696"/>
        <pc:sldMkLst>
          <pc:docMk/>
          <pc:sldMk cId="3734517844" sldId="261"/>
        </pc:sldMkLst>
      </pc:sldChg>
      <pc:sldChg chg="addSp delSp modSp add mod">
        <pc:chgData name="Fei Zheng" userId="d19317889db4c986" providerId="LiveId" clId="{2E52D592-3096-E145-849F-B34B037E5DB0}" dt="2023-04-04T07:14:19.097" v="772" actId="1076"/>
        <pc:sldMkLst>
          <pc:docMk/>
          <pc:sldMk cId="331931922" sldId="262"/>
        </pc:sldMkLst>
        <pc:spChg chg="del">
          <ac:chgData name="Fei Zheng" userId="d19317889db4c986" providerId="LiveId" clId="{2E52D592-3096-E145-849F-B34B037E5DB0}" dt="2023-04-04T07:14:07.794" v="767" actId="478"/>
          <ac:spMkLst>
            <pc:docMk/>
            <pc:sldMk cId="331931922" sldId="262"/>
            <ac:spMk id="2" creationId="{08E94313-FDC4-7E9F-D6B9-F51BFCBF838F}"/>
          </ac:spMkLst>
        </pc:spChg>
        <pc:spChg chg="mod">
          <ac:chgData name="Fei Zheng" userId="d19317889db4c986" providerId="LiveId" clId="{2E52D592-3096-E145-849F-B34B037E5DB0}" dt="2023-04-04T07:14:13.695" v="770" actId="1076"/>
          <ac:spMkLst>
            <pc:docMk/>
            <pc:sldMk cId="331931922" sldId="262"/>
            <ac:spMk id="5" creationId="{9C5CAF33-0BC2-4633-85E5-21B2ACD15FC7}"/>
          </ac:spMkLst>
        </pc:spChg>
        <pc:spChg chg="add mod">
          <ac:chgData name="Fei Zheng" userId="d19317889db4c986" providerId="LiveId" clId="{2E52D592-3096-E145-849F-B34B037E5DB0}" dt="2023-04-04T07:14:10.456" v="769"/>
          <ac:spMkLst>
            <pc:docMk/>
            <pc:sldMk cId="331931922" sldId="262"/>
            <ac:spMk id="6" creationId="{2D54CE88-8626-4B33-B415-7FD78E507A58}"/>
          </ac:spMkLst>
        </pc:spChg>
        <pc:spChg chg="mod">
          <ac:chgData name="Fei Zheng" userId="d19317889db4c986" providerId="LiveId" clId="{2E52D592-3096-E145-849F-B34B037E5DB0}" dt="2023-04-04T07:14:16.264" v="771" actId="1076"/>
          <ac:spMkLst>
            <pc:docMk/>
            <pc:sldMk cId="331931922" sldId="262"/>
            <ac:spMk id="8" creationId="{8AADEEF6-B802-9A09-D1C3-9C8704108189}"/>
          </ac:spMkLst>
        </pc:spChg>
        <pc:spChg chg="add mod">
          <ac:chgData name="Fei Zheng" userId="d19317889db4c986" providerId="LiveId" clId="{2E52D592-3096-E145-849F-B34B037E5DB0}" dt="2023-04-04T07:14:10.456" v="769"/>
          <ac:spMkLst>
            <pc:docMk/>
            <pc:sldMk cId="331931922" sldId="262"/>
            <ac:spMk id="9" creationId="{2A21E1D7-21A0-DAF7-DA5D-39C787BF14A5}"/>
          </ac:spMkLst>
        </pc:spChg>
        <pc:spChg chg="mod">
          <ac:chgData name="Fei Zheng" userId="d19317889db4c986" providerId="LiveId" clId="{2E52D592-3096-E145-849F-B34B037E5DB0}" dt="2023-04-04T07:14:19.097" v="772" actId="1076"/>
          <ac:spMkLst>
            <pc:docMk/>
            <pc:sldMk cId="331931922" sldId="262"/>
            <ac:spMk id="14" creationId="{B24B7CFA-2510-B12E-5208-64F91F1A64CB}"/>
          </ac:spMkLst>
        </pc:spChg>
        <pc:cxnChg chg="del">
          <ac:chgData name="Fei Zheng" userId="d19317889db4c986" providerId="LiveId" clId="{2E52D592-3096-E145-849F-B34B037E5DB0}" dt="2023-04-04T07:14:09.426" v="768" actId="478"/>
          <ac:cxnSpMkLst>
            <pc:docMk/>
            <pc:sldMk cId="331931922" sldId="262"/>
            <ac:cxnSpMk id="3" creationId="{46E23CD3-7E52-2214-F98D-230A0C338DFC}"/>
          </ac:cxnSpMkLst>
        </pc:cxnChg>
        <pc:cxnChg chg="add mod">
          <ac:chgData name="Fei Zheng" userId="d19317889db4c986" providerId="LiveId" clId="{2E52D592-3096-E145-849F-B34B037E5DB0}" dt="2023-04-04T07:14:10.456" v="769"/>
          <ac:cxnSpMkLst>
            <pc:docMk/>
            <pc:sldMk cId="331931922" sldId="262"/>
            <ac:cxnSpMk id="4" creationId="{554B3C2B-8D63-4693-15D7-94C59E65C663}"/>
          </ac:cxnSpMkLst>
        </pc:cxnChg>
      </pc:sldChg>
      <pc:sldChg chg="add del">
        <pc:chgData name="Fei Zheng" userId="d19317889db4c986" providerId="LiveId" clId="{2E52D592-3096-E145-849F-B34B037E5DB0}" dt="2023-04-04T07:12:40.824" v="750" actId="2696"/>
        <pc:sldMkLst>
          <pc:docMk/>
          <pc:sldMk cId="1846491588" sldId="262"/>
        </pc:sldMkLst>
      </pc:sldChg>
      <pc:sldChg chg="del">
        <pc:chgData name="Fei Zheng" userId="d19317889db4c986" providerId="LiveId" clId="{2E52D592-3096-E145-849F-B34B037E5DB0}" dt="2023-04-04T05:02:22.977" v="608" actId="2696"/>
        <pc:sldMkLst>
          <pc:docMk/>
          <pc:sldMk cId="3700436535" sldId="262"/>
        </pc:sldMkLst>
      </pc:sldChg>
      <pc:sldChg chg="add del">
        <pc:chgData name="Fei Zheng" userId="d19317889db4c986" providerId="LiveId" clId="{2E52D592-3096-E145-849F-B34B037E5DB0}" dt="2023-04-04T07:12:40.824" v="750" actId="2696"/>
        <pc:sldMkLst>
          <pc:docMk/>
          <pc:sldMk cId="2762502138" sldId="263"/>
        </pc:sldMkLst>
      </pc:sldChg>
      <pc:sldChg chg="del">
        <pc:chgData name="Fei Zheng" userId="d19317889db4c986" providerId="LiveId" clId="{2E52D592-3096-E145-849F-B34B037E5DB0}" dt="2023-04-04T05:02:22.977" v="608" actId="2696"/>
        <pc:sldMkLst>
          <pc:docMk/>
          <pc:sldMk cId="2771936776" sldId="263"/>
        </pc:sldMkLst>
      </pc:sldChg>
      <pc:sldChg chg="addSp delSp modSp add mod">
        <pc:chgData name="Fei Zheng" userId="d19317889db4c986" providerId="LiveId" clId="{2E52D592-3096-E145-849F-B34B037E5DB0}" dt="2023-04-04T07:15:35.780" v="793" actId="1076"/>
        <pc:sldMkLst>
          <pc:docMk/>
          <pc:sldMk cId="3941719031" sldId="263"/>
        </pc:sldMkLst>
        <pc:spChg chg="del">
          <ac:chgData name="Fei Zheng" userId="d19317889db4c986" providerId="LiveId" clId="{2E52D592-3096-E145-849F-B34B037E5DB0}" dt="2023-04-04T07:15:04.270" v="783" actId="478"/>
          <ac:spMkLst>
            <pc:docMk/>
            <pc:sldMk cId="3941719031" sldId="263"/>
            <ac:spMk id="2" creationId="{D20F4AB1-0EDB-2905-826F-70785CE628B7}"/>
          </ac:spMkLst>
        </pc:spChg>
        <pc:spChg chg="mod">
          <ac:chgData name="Fei Zheng" userId="d19317889db4c986" providerId="LiveId" clId="{2E52D592-3096-E145-849F-B34B037E5DB0}" dt="2023-04-04T07:15:31.811" v="792" actId="14100"/>
          <ac:spMkLst>
            <pc:docMk/>
            <pc:sldMk cId="3941719031" sldId="263"/>
            <ac:spMk id="5" creationId="{D84EDB0C-EE6A-467C-A08E-A9A1E187096D}"/>
          </ac:spMkLst>
        </pc:spChg>
        <pc:spChg chg="mod">
          <ac:chgData name="Fei Zheng" userId="d19317889db4c986" providerId="LiveId" clId="{2E52D592-3096-E145-849F-B34B037E5DB0}" dt="2023-04-04T07:15:35.780" v="793" actId="1076"/>
          <ac:spMkLst>
            <pc:docMk/>
            <pc:sldMk cId="3941719031" sldId="263"/>
            <ac:spMk id="7" creationId="{9C53C49E-8284-4DA1-BDD6-C475A1808E44}"/>
          </ac:spMkLst>
        </pc:spChg>
        <pc:spChg chg="add mod">
          <ac:chgData name="Fei Zheng" userId="d19317889db4c986" providerId="LiveId" clId="{2E52D592-3096-E145-849F-B34B037E5DB0}" dt="2023-04-04T07:15:23.520" v="789"/>
          <ac:spMkLst>
            <pc:docMk/>
            <pc:sldMk cId="3941719031" sldId="263"/>
            <ac:spMk id="8" creationId="{679FB44C-7769-9892-B8F2-E31BF952950E}"/>
          </ac:spMkLst>
        </pc:spChg>
        <pc:spChg chg="add mod">
          <ac:chgData name="Fei Zheng" userId="d19317889db4c986" providerId="LiveId" clId="{2E52D592-3096-E145-849F-B34B037E5DB0}" dt="2023-04-04T07:15:26.362" v="791" actId="20577"/>
          <ac:spMkLst>
            <pc:docMk/>
            <pc:sldMk cId="3941719031" sldId="263"/>
            <ac:spMk id="9" creationId="{27E4C5C1-8E22-A591-C74D-7EC84D2658B3}"/>
          </ac:spMkLst>
        </pc:spChg>
        <pc:cxnChg chg="del">
          <ac:chgData name="Fei Zheng" userId="d19317889db4c986" providerId="LiveId" clId="{2E52D592-3096-E145-849F-B34B037E5DB0}" dt="2023-04-04T07:15:05.627" v="784" actId="478"/>
          <ac:cxnSpMkLst>
            <pc:docMk/>
            <pc:sldMk cId="3941719031" sldId="263"/>
            <ac:cxnSpMk id="3" creationId="{A7F7B29C-50BA-A988-AFE6-AD7FF2BBF61C}"/>
          </ac:cxnSpMkLst>
        </pc:cxnChg>
        <pc:cxnChg chg="add mod">
          <ac:chgData name="Fei Zheng" userId="d19317889db4c986" providerId="LiveId" clId="{2E52D592-3096-E145-849F-B34B037E5DB0}" dt="2023-04-04T07:15:23.520" v="789"/>
          <ac:cxnSpMkLst>
            <pc:docMk/>
            <pc:sldMk cId="3941719031" sldId="263"/>
            <ac:cxnSpMk id="4" creationId="{E0A62ECE-2913-F809-3553-BAD55A36B57C}"/>
          </ac:cxnSpMkLst>
        </pc:cxnChg>
      </pc:sldChg>
      <pc:sldChg chg="del">
        <pc:chgData name="Fei Zheng" userId="d19317889db4c986" providerId="LiveId" clId="{2E52D592-3096-E145-849F-B34B037E5DB0}" dt="2023-04-04T05:02:22.977" v="608" actId="2696"/>
        <pc:sldMkLst>
          <pc:docMk/>
          <pc:sldMk cId="982480006" sldId="264"/>
        </pc:sldMkLst>
      </pc:sldChg>
      <pc:sldChg chg="add del">
        <pc:chgData name="Fei Zheng" userId="d19317889db4c986" providerId="LiveId" clId="{2E52D592-3096-E145-849F-B34B037E5DB0}" dt="2023-04-04T07:12:40.824" v="750" actId="2696"/>
        <pc:sldMkLst>
          <pc:docMk/>
          <pc:sldMk cId="1786821954" sldId="264"/>
        </pc:sldMkLst>
      </pc:sldChg>
      <pc:sldChg chg="addSp delSp modSp add mod">
        <pc:chgData name="Fei Zheng" userId="d19317889db4c986" providerId="LiveId" clId="{2E52D592-3096-E145-849F-B34B037E5DB0}" dt="2023-04-07T14:47:52.836" v="1273"/>
        <pc:sldMkLst>
          <pc:docMk/>
          <pc:sldMk cId="3598209305" sldId="264"/>
        </pc:sldMkLst>
        <pc:spChg chg="del">
          <ac:chgData name="Fei Zheng" userId="d19317889db4c986" providerId="LiveId" clId="{2E52D592-3096-E145-849F-B34B037E5DB0}" dt="2023-04-04T07:15:44.174" v="794" actId="478"/>
          <ac:spMkLst>
            <pc:docMk/>
            <pc:sldMk cId="3598209305" sldId="264"/>
            <ac:spMk id="2" creationId="{C44214C8-E1D4-D823-DB6E-0DDCBEDD4CF9}"/>
          </ac:spMkLst>
        </pc:spChg>
        <pc:spChg chg="mod">
          <ac:chgData name="Fei Zheng" userId="d19317889db4c986" providerId="LiveId" clId="{2E52D592-3096-E145-849F-B34B037E5DB0}" dt="2023-04-07T14:47:52.836" v="1273"/>
          <ac:spMkLst>
            <pc:docMk/>
            <pc:sldMk cId="3598209305" sldId="264"/>
            <ac:spMk id="5" creationId="{9C5CAF33-0BC2-4633-85E5-21B2ACD15FC7}"/>
          </ac:spMkLst>
        </pc:spChg>
        <pc:spChg chg="add mod">
          <ac:chgData name="Fei Zheng" userId="d19317889db4c986" providerId="LiveId" clId="{2E52D592-3096-E145-849F-B34B037E5DB0}" dt="2023-04-04T07:15:46.831" v="796"/>
          <ac:spMkLst>
            <pc:docMk/>
            <pc:sldMk cId="3598209305" sldId="264"/>
            <ac:spMk id="6" creationId="{3471C02D-A7CB-D74B-93B5-7875635B7869}"/>
          </ac:spMkLst>
        </pc:spChg>
        <pc:spChg chg="add mod">
          <ac:chgData name="Fei Zheng" userId="d19317889db4c986" providerId="LiveId" clId="{2E52D592-3096-E145-849F-B34B037E5DB0}" dt="2023-04-04T07:15:46.831" v="796"/>
          <ac:spMkLst>
            <pc:docMk/>
            <pc:sldMk cId="3598209305" sldId="264"/>
            <ac:spMk id="7" creationId="{281F37E5-01AC-C94B-AE0E-F91A116FB98B}"/>
          </ac:spMkLst>
        </pc:spChg>
        <pc:cxnChg chg="del">
          <ac:chgData name="Fei Zheng" userId="d19317889db4c986" providerId="LiveId" clId="{2E52D592-3096-E145-849F-B34B037E5DB0}" dt="2023-04-04T07:15:45.729" v="795" actId="478"/>
          <ac:cxnSpMkLst>
            <pc:docMk/>
            <pc:sldMk cId="3598209305" sldId="264"/>
            <ac:cxnSpMk id="3" creationId="{B74208EF-26FE-DF5E-BAA5-97A65CFA6FED}"/>
          </ac:cxnSpMkLst>
        </pc:cxnChg>
        <pc:cxnChg chg="add mod">
          <ac:chgData name="Fei Zheng" userId="d19317889db4c986" providerId="LiveId" clId="{2E52D592-3096-E145-849F-B34B037E5DB0}" dt="2023-04-04T07:15:46.831" v="796"/>
          <ac:cxnSpMkLst>
            <pc:docMk/>
            <pc:sldMk cId="3598209305" sldId="264"/>
            <ac:cxnSpMk id="4" creationId="{01B8779C-526A-39EC-BE38-95268EDA23CA}"/>
          </ac:cxnSpMkLst>
        </pc:cxnChg>
      </pc:sldChg>
      <pc:sldChg chg="del">
        <pc:chgData name="Fei Zheng" userId="d19317889db4c986" providerId="LiveId" clId="{2E52D592-3096-E145-849F-B34B037E5DB0}" dt="2023-04-04T05:02:22.977" v="608" actId="2696"/>
        <pc:sldMkLst>
          <pc:docMk/>
          <pc:sldMk cId="911677637" sldId="265"/>
        </pc:sldMkLst>
      </pc:sldChg>
      <pc:sldChg chg="add del">
        <pc:chgData name="Fei Zheng" userId="d19317889db4c986" providerId="LiveId" clId="{2E52D592-3096-E145-849F-B34B037E5DB0}" dt="2023-04-04T07:12:40.824" v="750" actId="2696"/>
        <pc:sldMkLst>
          <pc:docMk/>
          <pc:sldMk cId="2959670363" sldId="265"/>
        </pc:sldMkLst>
      </pc:sldChg>
      <pc:sldChg chg="addSp delSp modSp add mod">
        <pc:chgData name="Fei Zheng" userId="d19317889db4c986" providerId="LiveId" clId="{2E52D592-3096-E145-849F-B34B037E5DB0}" dt="2023-04-04T07:15:13.344" v="786" actId="20577"/>
        <pc:sldMkLst>
          <pc:docMk/>
          <pc:sldMk cId="4232460843" sldId="265"/>
        </pc:sldMkLst>
        <pc:spChg chg="del">
          <ac:chgData name="Fei Zheng" userId="d19317889db4c986" providerId="LiveId" clId="{2E52D592-3096-E145-849F-B34B037E5DB0}" dt="2023-04-04T07:14:33.147" v="773" actId="478"/>
          <ac:spMkLst>
            <pc:docMk/>
            <pc:sldMk cId="4232460843" sldId="265"/>
            <ac:spMk id="2" creationId="{F2F09B42-6107-594B-E6DA-ED67CFD2F07A}"/>
          </ac:spMkLst>
        </pc:spChg>
        <pc:spChg chg="mod">
          <ac:chgData name="Fei Zheng" userId="d19317889db4c986" providerId="LiveId" clId="{2E52D592-3096-E145-849F-B34B037E5DB0}" dt="2023-04-04T07:14:41.681" v="777" actId="14100"/>
          <ac:spMkLst>
            <pc:docMk/>
            <pc:sldMk cId="4232460843" sldId="265"/>
            <ac:spMk id="5" creationId="{D84EDB0C-EE6A-467C-A08E-A9A1E187096D}"/>
          </ac:spMkLst>
        </pc:spChg>
        <pc:spChg chg="add mod">
          <ac:chgData name="Fei Zheng" userId="d19317889db4c986" providerId="LiveId" clId="{2E52D592-3096-E145-849F-B34B037E5DB0}" dt="2023-04-04T07:15:13.344" v="786" actId="20577"/>
          <ac:spMkLst>
            <pc:docMk/>
            <pc:sldMk cId="4232460843" sldId="265"/>
            <ac:spMk id="6" creationId="{FCD80654-5034-E6D7-8FF6-0EE03D0BE5EF}"/>
          </ac:spMkLst>
        </pc:spChg>
        <pc:spChg chg="mod">
          <ac:chgData name="Fei Zheng" userId="d19317889db4c986" providerId="LiveId" clId="{2E52D592-3096-E145-849F-B34B037E5DB0}" dt="2023-04-04T07:14:47.314" v="778" actId="1076"/>
          <ac:spMkLst>
            <pc:docMk/>
            <pc:sldMk cId="4232460843" sldId="265"/>
            <ac:spMk id="7" creationId="{9C53C49E-8284-4DA1-BDD6-C475A1808E44}"/>
          </ac:spMkLst>
        </pc:spChg>
        <pc:spChg chg="add mod">
          <ac:chgData name="Fei Zheng" userId="d19317889db4c986" providerId="LiveId" clId="{2E52D592-3096-E145-849F-B34B037E5DB0}" dt="2023-04-04T07:14:36.153" v="775"/>
          <ac:spMkLst>
            <pc:docMk/>
            <pc:sldMk cId="4232460843" sldId="265"/>
            <ac:spMk id="9" creationId="{A28A963A-3585-5234-BE44-27D051EDCC8C}"/>
          </ac:spMkLst>
        </pc:spChg>
        <pc:cxnChg chg="del">
          <ac:chgData name="Fei Zheng" userId="d19317889db4c986" providerId="LiveId" clId="{2E52D592-3096-E145-849F-B34B037E5DB0}" dt="2023-04-04T07:14:35.081" v="774" actId="478"/>
          <ac:cxnSpMkLst>
            <pc:docMk/>
            <pc:sldMk cId="4232460843" sldId="265"/>
            <ac:cxnSpMk id="3" creationId="{447EB05B-C537-7CDE-0048-FA5DF32DFFFC}"/>
          </ac:cxnSpMkLst>
        </pc:cxnChg>
        <pc:cxnChg chg="add mod">
          <ac:chgData name="Fei Zheng" userId="d19317889db4c986" providerId="LiveId" clId="{2E52D592-3096-E145-849F-B34B037E5DB0}" dt="2023-04-04T07:14:36.153" v="775"/>
          <ac:cxnSpMkLst>
            <pc:docMk/>
            <pc:sldMk cId="4232460843" sldId="265"/>
            <ac:cxnSpMk id="4" creationId="{0C5B8DE2-1CA2-9527-732B-C4A833D76913}"/>
          </ac:cxnSpMkLst>
        </pc:cxnChg>
      </pc:sldChg>
      <pc:sldChg chg="del">
        <pc:chgData name="Fei Zheng" userId="d19317889db4c986" providerId="LiveId" clId="{2E52D592-3096-E145-849F-B34B037E5DB0}" dt="2023-04-04T05:02:22.977" v="608" actId="2696"/>
        <pc:sldMkLst>
          <pc:docMk/>
          <pc:sldMk cId="438630279" sldId="266"/>
        </pc:sldMkLst>
      </pc:sldChg>
      <pc:sldChg chg="add del">
        <pc:chgData name="Fei Zheng" userId="d19317889db4c986" providerId="LiveId" clId="{2E52D592-3096-E145-849F-B34B037E5DB0}" dt="2023-04-04T07:12:40.824" v="750" actId="2696"/>
        <pc:sldMkLst>
          <pc:docMk/>
          <pc:sldMk cId="570781847" sldId="266"/>
        </pc:sldMkLst>
      </pc:sldChg>
      <pc:sldChg chg="addSp delSp modSp add mod">
        <pc:chgData name="Fei Zheng" userId="d19317889db4c986" providerId="LiveId" clId="{2E52D592-3096-E145-849F-B34B037E5DB0}" dt="2023-04-04T07:15:16.176" v="788" actId="20577"/>
        <pc:sldMkLst>
          <pc:docMk/>
          <pc:sldMk cId="1315833072" sldId="266"/>
        </pc:sldMkLst>
        <pc:spChg chg="del">
          <ac:chgData name="Fei Zheng" userId="d19317889db4c986" providerId="LiveId" clId="{2E52D592-3096-E145-849F-B34B037E5DB0}" dt="2023-04-04T07:14:51.953" v="779" actId="478"/>
          <ac:spMkLst>
            <pc:docMk/>
            <pc:sldMk cId="1315833072" sldId="266"/>
            <ac:spMk id="2" creationId="{7B253D3F-99E2-9DC1-D0EB-458A40DB8AC4}"/>
          </ac:spMkLst>
        </pc:spChg>
        <pc:spChg chg="mod">
          <ac:chgData name="Fei Zheng" userId="d19317889db4c986" providerId="LiveId" clId="{2E52D592-3096-E145-849F-B34B037E5DB0}" dt="2023-04-04T07:15:00.315" v="782" actId="1076"/>
          <ac:spMkLst>
            <pc:docMk/>
            <pc:sldMk cId="1315833072" sldId="266"/>
            <ac:spMk id="5" creationId="{9C5CAF33-0BC2-4633-85E5-21B2ACD15FC7}"/>
          </ac:spMkLst>
        </pc:spChg>
        <pc:spChg chg="add mod">
          <ac:chgData name="Fei Zheng" userId="d19317889db4c986" providerId="LiveId" clId="{2E52D592-3096-E145-849F-B34B037E5DB0}" dt="2023-04-04T07:15:16.176" v="788" actId="20577"/>
          <ac:spMkLst>
            <pc:docMk/>
            <pc:sldMk cId="1315833072" sldId="266"/>
            <ac:spMk id="6" creationId="{F86B5019-5F35-3FDB-9CE2-AC6E1343E34E}"/>
          </ac:spMkLst>
        </pc:spChg>
        <pc:spChg chg="add mod">
          <ac:chgData name="Fei Zheng" userId="d19317889db4c986" providerId="LiveId" clId="{2E52D592-3096-E145-849F-B34B037E5DB0}" dt="2023-04-04T07:14:54.731" v="781"/>
          <ac:spMkLst>
            <pc:docMk/>
            <pc:sldMk cId="1315833072" sldId="266"/>
            <ac:spMk id="7" creationId="{56AB8428-B924-39C2-B717-F2A01555CCF5}"/>
          </ac:spMkLst>
        </pc:spChg>
        <pc:cxnChg chg="del">
          <ac:chgData name="Fei Zheng" userId="d19317889db4c986" providerId="LiveId" clId="{2E52D592-3096-E145-849F-B34B037E5DB0}" dt="2023-04-04T07:14:53.323" v="780" actId="478"/>
          <ac:cxnSpMkLst>
            <pc:docMk/>
            <pc:sldMk cId="1315833072" sldId="266"/>
            <ac:cxnSpMk id="3" creationId="{C3A73885-7F37-7DA8-7BA4-1501C36C6E69}"/>
          </ac:cxnSpMkLst>
        </pc:cxnChg>
        <pc:cxnChg chg="add mod">
          <ac:chgData name="Fei Zheng" userId="d19317889db4c986" providerId="LiveId" clId="{2E52D592-3096-E145-849F-B34B037E5DB0}" dt="2023-04-04T07:14:54.731" v="781"/>
          <ac:cxnSpMkLst>
            <pc:docMk/>
            <pc:sldMk cId="1315833072" sldId="266"/>
            <ac:cxnSpMk id="4" creationId="{1062D33D-8F86-EEC4-D4B4-C094DC01F35B}"/>
          </ac:cxnSpMkLst>
        </pc:cxnChg>
      </pc:sldChg>
      <pc:sldChg chg="addSp modSp mod">
        <pc:chgData name="Fei Zheng" userId="d19317889db4c986" providerId="LiveId" clId="{2E52D592-3096-E145-849F-B34B037E5DB0}" dt="2023-04-04T05:04:52.813" v="640"/>
        <pc:sldMkLst>
          <pc:docMk/>
          <pc:sldMk cId="3734968570" sldId="272"/>
        </pc:sldMkLst>
        <pc:spChg chg="mod">
          <ac:chgData name="Fei Zheng" userId="d19317889db4c986" providerId="LiveId" clId="{2E52D592-3096-E145-849F-B34B037E5DB0}" dt="2023-04-04T05:04:52.813" v="640"/>
          <ac:spMkLst>
            <pc:docMk/>
            <pc:sldMk cId="3734968570" sldId="272"/>
            <ac:spMk id="4" creationId="{53ED282F-8338-413B-ADB5-E7C0D048A32E}"/>
          </ac:spMkLst>
        </pc:spChg>
        <pc:spChg chg="mod">
          <ac:chgData name="Fei Zheng" userId="d19317889db4c986" providerId="LiveId" clId="{2E52D592-3096-E145-849F-B34B037E5DB0}" dt="2023-04-04T05:04:26.597" v="634" actId="207"/>
          <ac:spMkLst>
            <pc:docMk/>
            <pc:sldMk cId="3734968570" sldId="272"/>
            <ac:spMk id="12" creationId="{B4285FE8-42E5-DFA6-8A93-84FFEDF1AE1D}"/>
          </ac:spMkLst>
        </pc:spChg>
        <pc:cxnChg chg="add mod">
          <ac:chgData name="Fei Zheng" userId="d19317889db4c986" providerId="LiveId" clId="{2E52D592-3096-E145-849F-B34B037E5DB0}" dt="2023-04-04T05:04:30.459" v="635" actId="692"/>
          <ac:cxnSpMkLst>
            <pc:docMk/>
            <pc:sldMk cId="3734968570" sldId="272"/>
            <ac:cxnSpMk id="2" creationId="{7ECC0EB9-045D-0C1E-85C0-58C7EDE8705E}"/>
          </ac:cxnSpMkLst>
        </pc:cxnChg>
      </pc:sldChg>
      <pc:sldChg chg="modSp mod">
        <pc:chgData name="Fei Zheng" userId="d19317889db4c986" providerId="LiveId" clId="{2E52D592-3096-E145-849F-B34B037E5DB0}" dt="2023-04-04T05:09:19.966" v="695"/>
        <pc:sldMkLst>
          <pc:docMk/>
          <pc:sldMk cId="3894190169" sldId="275"/>
        </pc:sldMkLst>
        <pc:spChg chg="mod">
          <ac:chgData name="Fei Zheng" userId="d19317889db4c986" providerId="LiveId" clId="{2E52D592-3096-E145-849F-B34B037E5DB0}" dt="2023-04-04T05:05:11.856" v="643" actId="207"/>
          <ac:spMkLst>
            <pc:docMk/>
            <pc:sldMk cId="3894190169" sldId="275"/>
            <ac:spMk id="3" creationId="{2A20D783-3671-73D8-1116-F5BA42680441}"/>
          </ac:spMkLst>
        </pc:spChg>
        <pc:spChg chg="mod">
          <ac:chgData name="Fei Zheng" userId="d19317889db4c986" providerId="LiveId" clId="{2E52D592-3096-E145-849F-B34B037E5DB0}" dt="2023-04-04T05:09:19.966" v="695"/>
          <ac:spMkLst>
            <pc:docMk/>
            <pc:sldMk cId="3894190169" sldId="275"/>
            <ac:spMk id="8" creationId="{E5791070-861A-8EC1-537C-250D6C21CD75}"/>
          </ac:spMkLst>
        </pc:spChg>
        <pc:cxnChg chg="mod">
          <ac:chgData name="Fei Zheng" userId="d19317889db4c986" providerId="LiveId" clId="{2E52D592-3096-E145-849F-B34B037E5DB0}" dt="2023-04-04T05:05:15.497" v="644" actId="692"/>
          <ac:cxnSpMkLst>
            <pc:docMk/>
            <pc:sldMk cId="3894190169" sldId="275"/>
            <ac:cxnSpMk id="5" creationId="{9C31049C-937A-AAC3-F234-EA1A9E45A5A7}"/>
          </ac:cxnSpMkLst>
        </pc:cxnChg>
      </pc:sldChg>
      <pc:sldChg chg="addSp delSp modSp add mod ord modAnim">
        <pc:chgData name="Fei Zheng" userId="d19317889db4c986" providerId="LiveId" clId="{2E52D592-3096-E145-849F-B34B037E5DB0}" dt="2023-04-07T14:46:37.472" v="1266"/>
        <pc:sldMkLst>
          <pc:docMk/>
          <pc:sldMk cId="1527178988" sldId="276"/>
        </pc:sldMkLst>
        <pc:spChg chg="add mod">
          <ac:chgData name="Fei Zheng" userId="d19317889db4c986" providerId="LiveId" clId="{2E52D592-3096-E145-849F-B34B037E5DB0}" dt="2023-04-04T07:11:21.183" v="730" actId="1076"/>
          <ac:spMkLst>
            <pc:docMk/>
            <pc:sldMk cId="1527178988" sldId="276"/>
            <ac:spMk id="3" creationId="{FC7B4787-CE20-BAE9-52B8-5469CE46C6CF}"/>
          </ac:spMkLst>
        </pc:spChg>
        <pc:spChg chg="del">
          <ac:chgData name="Fei Zheng" userId="d19317889db4c986" providerId="LiveId" clId="{2E52D592-3096-E145-849F-B34B037E5DB0}" dt="2023-04-04T07:11:05.766" v="723" actId="21"/>
          <ac:spMkLst>
            <pc:docMk/>
            <pc:sldMk cId="1527178988" sldId="276"/>
            <ac:spMk id="6" creationId="{0F8FDB9C-0CCE-5CFD-9770-F864BB3C4C39}"/>
          </ac:spMkLst>
        </pc:spChg>
        <pc:spChg chg="mod">
          <ac:chgData name="Fei Zheng" userId="d19317889db4c986" providerId="LiveId" clId="{2E52D592-3096-E145-849F-B34B037E5DB0}" dt="2023-04-04T07:10:38.811" v="718" actId="20577"/>
          <ac:spMkLst>
            <pc:docMk/>
            <pc:sldMk cId="1527178988" sldId="276"/>
            <ac:spMk id="9" creationId="{24122DD9-3843-7C4C-B42F-31360D3D5DA6}"/>
          </ac:spMkLst>
        </pc:spChg>
      </pc:sldChg>
      <pc:sldChg chg="addSp delSp modSp del mod ord">
        <pc:chgData name="Fei Zheng" userId="d19317889db4c986" providerId="LiveId" clId="{2E52D592-3096-E145-849F-B34B037E5DB0}" dt="2023-04-04T07:09:46.497" v="707" actId="2696"/>
        <pc:sldMkLst>
          <pc:docMk/>
          <pc:sldMk cId="4292154522" sldId="276"/>
        </pc:sldMkLst>
        <pc:spChg chg="del">
          <ac:chgData name="Fei Zheng" userId="d19317889db4c986" providerId="LiveId" clId="{2E52D592-3096-E145-849F-B34B037E5DB0}" dt="2023-04-04T05:05:31.719" v="646" actId="478"/>
          <ac:spMkLst>
            <pc:docMk/>
            <pc:sldMk cId="4292154522" sldId="276"/>
            <ac:spMk id="3" creationId="{EED65C13-EA1F-560F-D0FA-774CF69F73AD}"/>
          </ac:spMkLst>
        </pc:spChg>
        <pc:spChg chg="mod">
          <ac:chgData name="Fei Zheng" userId="d19317889db4c986" providerId="LiveId" clId="{2E52D592-3096-E145-849F-B34B037E5DB0}" dt="2023-04-04T05:05:47.845" v="648" actId="1076"/>
          <ac:spMkLst>
            <pc:docMk/>
            <pc:sldMk cId="4292154522" sldId="276"/>
            <ac:spMk id="5" creationId="{9C5CAF33-0BC2-4633-85E5-21B2ACD15FC7}"/>
          </ac:spMkLst>
        </pc:spChg>
        <pc:spChg chg="add mod">
          <ac:chgData name="Fei Zheng" userId="d19317889db4c986" providerId="LiveId" clId="{2E52D592-3096-E145-849F-B34B037E5DB0}" dt="2023-04-04T05:05:41.235" v="647"/>
          <ac:spMkLst>
            <pc:docMk/>
            <pc:sldMk cId="4292154522" sldId="276"/>
            <ac:spMk id="6" creationId="{0F8FDB9C-0CCE-5CFD-9770-F864BB3C4C39}"/>
          </ac:spMkLst>
        </pc:spChg>
        <pc:spChg chg="mod">
          <ac:chgData name="Fei Zheng" userId="d19317889db4c986" providerId="LiveId" clId="{2E52D592-3096-E145-849F-B34B037E5DB0}" dt="2023-04-04T05:06:06.744" v="651" actId="1076"/>
          <ac:spMkLst>
            <pc:docMk/>
            <pc:sldMk cId="4292154522" sldId="276"/>
            <ac:spMk id="8" creationId="{8AADEEF6-B802-9A09-D1C3-9C8704108189}"/>
          </ac:spMkLst>
        </pc:spChg>
        <pc:spChg chg="add mod">
          <ac:chgData name="Fei Zheng" userId="d19317889db4c986" providerId="LiveId" clId="{2E52D592-3096-E145-849F-B34B037E5DB0}" dt="2023-04-04T05:07:50.585" v="668" actId="20577"/>
          <ac:spMkLst>
            <pc:docMk/>
            <pc:sldMk cId="4292154522" sldId="276"/>
            <ac:spMk id="9" creationId="{24122DD9-3843-7C4C-B42F-31360D3D5DA6}"/>
          </ac:spMkLst>
        </pc:spChg>
        <pc:spChg chg="add del mod">
          <ac:chgData name="Fei Zheng" userId="d19317889db4c986" providerId="LiveId" clId="{2E52D592-3096-E145-849F-B34B037E5DB0}" dt="2023-04-04T05:07:54.056" v="670"/>
          <ac:spMkLst>
            <pc:docMk/>
            <pc:sldMk cId="4292154522" sldId="276"/>
            <ac:spMk id="10" creationId="{3EF10C14-CC77-B525-D208-4CF6DC71170F}"/>
          </ac:spMkLst>
        </pc:spChg>
        <pc:spChg chg="mod">
          <ac:chgData name="Fei Zheng" userId="d19317889db4c986" providerId="LiveId" clId="{2E52D592-3096-E145-849F-B34B037E5DB0}" dt="2023-04-04T05:05:53.511" v="649" actId="1076"/>
          <ac:spMkLst>
            <pc:docMk/>
            <pc:sldMk cId="4292154522" sldId="276"/>
            <ac:spMk id="11" creationId="{ACE9C7AB-327A-E7A7-F057-4DA55BD00B7E}"/>
          </ac:spMkLst>
        </pc:spChg>
        <pc:cxnChg chg="del">
          <ac:chgData name="Fei Zheng" userId="d19317889db4c986" providerId="LiveId" clId="{2E52D592-3096-E145-849F-B34B037E5DB0}" dt="2023-04-04T05:07:40.143" v="663" actId="478"/>
          <ac:cxnSpMkLst>
            <pc:docMk/>
            <pc:sldMk cId="4292154522" sldId="276"/>
            <ac:cxnSpMk id="4" creationId="{A09E4D28-5F7B-B8E8-9993-D4CB34D12F12}"/>
          </ac:cxnSpMkLst>
        </pc:cxnChg>
        <pc:cxnChg chg="add mod">
          <ac:chgData name="Fei Zheng" userId="d19317889db4c986" providerId="LiveId" clId="{2E52D592-3096-E145-849F-B34B037E5DB0}" dt="2023-04-04T05:07:46.575" v="665" actId="167"/>
          <ac:cxnSpMkLst>
            <pc:docMk/>
            <pc:sldMk cId="4292154522" sldId="276"/>
            <ac:cxnSpMk id="7" creationId="{7B875E83-614A-B86C-FC43-B7AD7A8C687A}"/>
          </ac:cxnSpMkLst>
        </pc:cxnChg>
      </pc:sldChg>
      <pc:sldChg chg="addSp delSp modSp del mod">
        <pc:chgData name="Fei Zheng" userId="d19317889db4c986" providerId="LiveId" clId="{2E52D592-3096-E145-849F-B34B037E5DB0}" dt="2023-04-04T07:09:55.353" v="709" actId="2696"/>
        <pc:sldMkLst>
          <pc:docMk/>
          <pc:sldMk cId="2345634888" sldId="277"/>
        </pc:sldMkLst>
        <pc:spChg chg="del">
          <ac:chgData name="Fei Zheng" userId="d19317889db4c986" providerId="LiveId" clId="{2E52D592-3096-E145-849F-B34B037E5DB0}" dt="2023-04-04T05:07:17.177" v="660" actId="478"/>
          <ac:spMkLst>
            <pc:docMk/>
            <pc:sldMk cId="2345634888" sldId="277"/>
            <ac:spMk id="2" creationId="{1B60E894-BB2C-3414-470F-3D1C49EB25EC}"/>
          </ac:spMkLst>
        </pc:spChg>
        <pc:spChg chg="mod">
          <ac:chgData name="Fei Zheng" userId="d19317889db4c986" providerId="LiveId" clId="{2E52D592-3096-E145-849F-B34B037E5DB0}" dt="2023-04-04T05:06:25.459" v="653" actId="1076"/>
          <ac:spMkLst>
            <pc:docMk/>
            <pc:sldMk cId="2345634888" sldId="277"/>
            <ac:spMk id="5" creationId="{9C5CAF33-0BC2-4633-85E5-21B2ACD15FC7}"/>
          </ac:spMkLst>
        </pc:spChg>
        <pc:spChg chg="mod">
          <ac:chgData name="Fei Zheng" userId="d19317889db4c986" providerId="LiveId" clId="{2E52D592-3096-E145-849F-B34B037E5DB0}" dt="2023-04-04T05:06:32.577" v="654" actId="1076"/>
          <ac:spMkLst>
            <pc:docMk/>
            <pc:sldMk cId="2345634888" sldId="277"/>
            <ac:spMk id="8" creationId="{8AADEEF6-B802-9A09-D1C3-9C8704108189}"/>
          </ac:spMkLst>
        </pc:spChg>
        <pc:spChg chg="add mod">
          <ac:chgData name="Fei Zheng" userId="d19317889db4c986" providerId="LiveId" clId="{2E52D592-3096-E145-849F-B34B037E5DB0}" dt="2023-04-04T05:06:21.754" v="652"/>
          <ac:spMkLst>
            <pc:docMk/>
            <pc:sldMk cId="2345634888" sldId="277"/>
            <ac:spMk id="10" creationId="{3A66A394-89FC-7521-2446-05FCC9D687E4}"/>
          </ac:spMkLst>
        </pc:spChg>
        <pc:spChg chg="mod">
          <ac:chgData name="Fei Zheng" userId="d19317889db4c986" providerId="LiveId" clId="{2E52D592-3096-E145-849F-B34B037E5DB0}" dt="2023-04-04T05:06:35.262" v="655" actId="1076"/>
          <ac:spMkLst>
            <pc:docMk/>
            <pc:sldMk cId="2345634888" sldId="277"/>
            <ac:spMk id="11" creationId="{ACE9C7AB-327A-E7A7-F057-4DA55BD00B7E}"/>
          </ac:spMkLst>
        </pc:spChg>
        <pc:spChg chg="add mod">
          <ac:chgData name="Fei Zheng" userId="d19317889db4c986" providerId="LiveId" clId="{2E52D592-3096-E145-849F-B34B037E5DB0}" dt="2023-04-04T05:08:19.155" v="686" actId="1035"/>
          <ac:spMkLst>
            <pc:docMk/>
            <pc:sldMk cId="2345634888" sldId="277"/>
            <ac:spMk id="14" creationId="{A821CDB8-46EB-B93E-0DBA-D4D567BC80B9}"/>
          </ac:spMkLst>
        </pc:spChg>
        <pc:cxnChg chg="del">
          <ac:chgData name="Fei Zheng" userId="d19317889db4c986" providerId="LiveId" clId="{2E52D592-3096-E145-849F-B34B037E5DB0}" dt="2023-04-04T05:07:56.109" v="671" actId="478"/>
          <ac:cxnSpMkLst>
            <pc:docMk/>
            <pc:sldMk cId="2345634888" sldId="277"/>
            <ac:cxnSpMk id="9" creationId="{F15369DB-1ED6-9286-CF5B-2DB1EEA25EDF}"/>
          </ac:cxnSpMkLst>
        </pc:cxnChg>
        <pc:cxnChg chg="add mod">
          <ac:chgData name="Fei Zheng" userId="d19317889db4c986" providerId="LiveId" clId="{2E52D592-3096-E145-849F-B34B037E5DB0}" dt="2023-04-04T05:08:19.155" v="686" actId="1035"/>
          <ac:cxnSpMkLst>
            <pc:docMk/>
            <pc:sldMk cId="2345634888" sldId="277"/>
            <ac:cxnSpMk id="13" creationId="{A879F5CC-2F76-F4F1-436C-BBCFABE88A0B}"/>
          </ac:cxnSpMkLst>
        </pc:cxnChg>
      </pc:sldChg>
      <pc:sldChg chg="addSp delSp modSp add mod ord modAnim">
        <pc:chgData name="Fei Zheng" userId="d19317889db4c986" providerId="LiveId" clId="{2E52D592-3096-E145-849F-B34B037E5DB0}" dt="2023-04-07T14:46:47.988" v="1267"/>
        <pc:sldMkLst>
          <pc:docMk/>
          <pc:sldMk cId="3878104038" sldId="277"/>
        </pc:sldMkLst>
        <pc:spChg chg="add mod">
          <ac:chgData name="Fei Zheng" userId="d19317889db4c986" providerId="LiveId" clId="{2E52D592-3096-E145-849F-B34B037E5DB0}" dt="2023-04-04T07:11:14.790" v="727"/>
          <ac:spMkLst>
            <pc:docMk/>
            <pc:sldMk cId="3878104038" sldId="277"/>
            <ac:spMk id="2" creationId="{88D5C3F4-C750-5DC9-1D4C-0CC6F91003BE}"/>
          </ac:spMkLst>
        </pc:spChg>
        <pc:spChg chg="del mod">
          <ac:chgData name="Fei Zheng" userId="d19317889db4c986" providerId="LiveId" clId="{2E52D592-3096-E145-849F-B34B037E5DB0}" dt="2023-04-04T07:11:16.629" v="728" actId="21"/>
          <ac:spMkLst>
            <pc:docMk/>
            <pc:sldMk cId="3878104038" sldId="277"/>
            <ac:spMk id="10" creationId="{3A66A394-89FC-7521-2446-05FCC9D687E4}"/>
          </ac:spMkLst>
        </pc:spChg>
        <pc:spChg chg="mod">
          <ac:chgData name="Fei Zheng" userId="d19317889db4c986" providerId="LiveId" clId="{2E52D592-3096-E145-849F-B34B037E5DB0}" dt="2023-04-04T07:10:41.602" v="720" actId="20577"/>
          <ac:spMkLst>
            <pc:docMk/>
            <pc:sldMk cId="3878104038" sldId="277"/>
            <ac:spMk id="14" creationId="{A821CDB8-46EB-B93E-0DBA-D4D567BC80B9}"/>
          </ac:spMkLst>
        </pc:spChg>
      </pc:sldChg>
      <pc:sldChg chg="addSp delSp modSp mod">
        <pc:chgData name="Fei Zheng" userId="d19317889db4c986" providerId="LiveId" clId="{2E52D592-3096-E145-849F-B34B037E5DB0}" dt="2023-04-04T07:18:15.100" v="818" actId="20577"/>
        <pc:sldMkLst>
          <pc:docMk/>
          <pc:sldMk cId="408321678" sldId="278"/>
        </pc:sldMkLst>
        <pc:spChg chg="del">
          <ac:chgData name="Fei Zheng" userId="d19317889db4c986" providerId="LiveId" clId="{2E52D592-3096-E145-849F-B34B037E5DB0}" dt="2023-04-04T07:17:29.698" v="802" actId="478"/>
          <ac:spMkLst>
            <pc:docMk/>
            <pc:sldMk cId="408321678" sldId="278"/>
            <ac:spMk id="3" creationId="{43D55E1C-BCE5-04CE-E8B6-DD039B96F221}"/>
          </ac:spMkLst>
        </pc:spChg>
        <pc:spChg chg="add mod">
          <ac:chgData name="Fei Zheng" userId="d19317889db4c986" providerId="LiveId" clId="{2E52D592-3096-E145-849F-B34B037E5DB0}" dt="2023-04-04T07:17:31.976" v="804"/>
          <ac:spMkLst>
            <pc:docMk/>
            <pc:sldMk cId="408321678" sldId="278"/>
            <ac:spMk id="7" creationId="{909E635E-9FF9-0203-BAAC-0974649817BD}"/>
          </ac:spMkLst>
        </pc:spChg>
        <pc:spChg chg="add mod">
          <ac:chgData name="Fei Zheng" userId="d19317889db4c986" providerId="LiveId" clId="{2E52D592-3096-E145-849F-B34B037E5DB0}" dt="2023-04-04T07:18:15.100" v="818" actId="20577"/>
          <ac:spMkLst>
            <pc:docMk/>
            <pc:sldMk cId="408321678" sldId="278"/>
            <ac:spMk id="8" creationId="{E0EE77FF-CD94-D11E-E4F9-A278E7C84DDB}"/>
          </ac:spMkLst>
        </pc:spChg>
        <pc:cxnChg chg="del">
          <ac:chgData name="Fei Zheng" userId="d19317889db4c986" providerId="LiveId" clId="{2E52D592-3096-E145-849F-B34B037E5DB0}" dt="2023-04-04T07:17:31.138" v="803" actId="478"/>
          <ac:cxnSpMkLst>
            <pc:docMk/>
            <pc:sldMk cId="408321678" sldId="278"/>
            <ac:cxnSpMk id="4" creationId="{262C5C41-7159-E497-DBFF-DD06C96B214E}"/>
          </ac:cxnSpMkLst>
        </pc:cxnChg>
        <pc:cxnChg chg="add mod">
          <ac:chgData name="Fei Zheng" userId="d19317889db4c986" providerId="LiveId" clId="{2E52D592-3096-E145-849F-B34B037E5DB0}" dt="2023-04-04T07:17:31.976" v="804"/>
          <ac:cxnSpMkLst>
            <pc:docMk/>
            <pc:sldMk cId="408321678" sldId="278"/>
            <ac:cxnSpMk id="6" creationId="{034D4CC9-8417-0F16-608F-19C645E48673}"/>
          </ac:cxnSpMkLst>
        </pc:cxnChg>
      </pc:sldChg>
      <pc:sldChg chg="addSp modSp mod">
        <pc:chgData name="Fei Zheng" userId="d19317889db4c986" providerId="LiveId" clId="{2E52D592-3096-E145-849F-B34B037E5DB0}" dt="2023-04-04T07:18:18.132" v="821" actId="20577"/>
        <pc:sldMkLst>
          <pc:docMk/>
          <pc:sldMk cId="1658361797" sldId="279"/>
        </pc:sldMkLst>
        <pc:spChg chg="add mod">
          <ac:chgData name="Fei Zheng" userId="d19317889db4c986" providerId="LiveId" clId="{2E52D592-3096-E145-849F-B34B037E5DB0}" dt="2023-04-04T07:17:34.554" v="805"/>
          <ac:spMkLst>
            <pc:docMk/>
            <pc:sldMk cId="1658361797" sldId="279"/>
            <ac:spMk id="9" creationId="{7D5AA807-D17A-17E8-57DB-5F44795DCD24}"/>
          </ac:spMkLst>
        </pc:spChg>
        <pc:spChg chg="add mod">
          <ac:chgData name="Fei Zheng" userId="d19317889db4c986" providerId="LiveId" clId="{2E52D592-3096-E145-849F-B34B037E5DB0}" dt="2023-04-04T07:18:18.132" v="821" actId="20577"/>
          <ac:spMkLst>
            <pc:docMk/>
            <pc:sldMk cId="1658361797" sldId="279"/>
            <ac:spMk id="10" creationId="{F986BEF2-F05B-3D84-3803-4DC0EEC98761}"/>
          </ac:spMkLst>
        </pc:spChg>
        <pc:cxnChg chg="add mod">
          <ac:chgData name="Fei Zheng" userId="d19317889db4c986" providerId="LiveId" clId="{2E52D592-3096-E145-849F-B34B037E5DB0}" dt="2023-04-04T07:17:34.554" v="805"/>
          <ac:cxnSpMkLst>
            <pc:docMk/>
            <pc:sldMk cId="1658361797" sldId="279"/>
            <ac:cxnSpMk id="2" creationId="{895EE650-0A8D-4D06-0F1A-F8BF43DE124A}"/>
          </ac:cxnSpMkLst>
        </pc:cxnChg>
      </pc:sldChg>
      <pc:sldChg chg="addSp modSp mod">
        <pc:chgData name="Fei Zheng" userId="d19317889db4c986" providerId="LiveId" clId="{2E52D592-3096-E145-849F-B34B037E5DB0}" dt="2023-04-04T07:18:21.676" v="824" actId="20577"/>
        <pc:sldMkLst>
          <pc:docMk/>
          <pc:sldMk cId="4117686786" sldId="280"/>
        </pc:sldMkLst>
        <pc:spChg chg="add mod">
          <ac:chgData name="Fei Zheng" userId="d19317889db4c986" providerId="LiveId" clId="{2E52D592-3096-E145-849F-B34B037E5DB0}" dt="2023-04-04T07:17:38.554" v="806"/>
          <ac:spMkLst>
            <pc:docMk/>
            <pc:sldMk cId="4117686786" sldId="280"/>
            <ac:spMk id="3" creationId="{CBB9CA89-B3B8-D97B-2F87-D996FAF7A8DE}"/>
          </ac:spMkLst>
        </pc:spChg>
        <pc:spChg chg="add mod">
          <ac:chgData name="Fei Zheng" userId="d19317889db4c986" providerId="LiveId" clId="{2E52D592-3096-E145-849F-B34B037E5DB0}" dt="2023-04-04T07:18:21.676" v="824" actId="20577"/>
          <ac:spMkLst>
            <pc:docMk/>
            <pc:sldMk cId="4117686786" sldId="280"/>
            <ac:spMk id="4" creationId="{7DB39712-B56F-F6DC-B3DA-3CA8C1E17539}"/>
          </ac:spMkLst>
        </pc:spChg>
        <pc:cxnChg chg="add mod">
          <ac:chgData name="Fei Zheng" userId="d19317889db4c986" providerId="LiveId" clId="{2E52D592-3096-E145-849F-B34B037E5DB0}" dt="2023-04-04T07:17:38.554" v="806"/>
          <ac:cxnSpMkLst>
            <pc:docMk/>
            <pc:sldMk cId="4117686786" sldId="280"/>
            <ac:cxnSpMk id="2" creationId="{931F7F10-E75C-10BF-A52B-C2423955F060}"/>
          </ac:cxnSpMkLst>
        </pc:cxnChg>
      </pc:sldChg>
      <pc:sldChg chg="addSp delSp modSp mod">
        <pc:chgData name="Fei Zheng" userId="d19317889db4c986" providerId="LiveId" clId="{2E52D592-3096-E145-849F-B34B037E5DB0}" dt="2023-04-04T07:18:26.739" v="827" actId="20577"/>
        <pc:sldMkLst>
          <pc:docMk/>
          <pc:sldMk cId="1489401007" sldId="281"/>
        </pc:sldMkLst>
        <pc:spChg chg="del">
          <ac:chgData name="Fei Zheng" userId="d19317889db4c986" providerId="LiveId" clId="{2E52D592-3096-E145-849F-B34B037E5DB0}" dt="2023-04-04T07:17:51.750" v="807" actId="478"/>
          <ac:spMkLst>
            <pc:docMk/>
            <pc:sldMk cId="1489401007" sldId="281"/>
            <ac:spMk id="2" creationId="{58C1E29C-73CC-3038-6E7D-E071D72AE93D}"/>
          </ac:spMkLst>
        </pc:spChg>
        <pc:spChg chg="add mod">
          <ac:chgData name="Fei Zheng" userId="d19317889db4c986" providerId="LiveId" clId="{2E52D592-3096-E145-849F-B34B037E5DB0}" dt="2023-04-04T07:18:26.739" v="827" actId="20577"/>
          <ac:spMkLst>
            <pc:docMk/>
            <pc:sldMk cId="1489401007" sldId="281"/>
            <ac:spMk id="7" creationId="{98C7FA64-8989-69B2-7F6E-75E289CE1E33}"/>
          </ac:spMkLst>
        </pc:spChg>
        <pc:spChg chg="add mod">
          <ac:chgData name="Fei Zheng" userId="d19317889db4c986" providerId="LiveId" clId="{2E52D592-3096-E145-849F-B34B037E5DB0}" dt="2023-04-04T07:17:54.030" v="809"/>
          <ac:spMkLst>
            <pc:docMk/>
            <pc:sldMk cId="1489401007" sldId="281"/>
            <ac:spMk id="8" creationId="{C6774354-C25A-26D3-3A3D-BCD0240D4B36}"/>
          </ac:spMkLst>
        </pc:spChg>
        <pc:cxnChg chg="del">
          <ac:chgData name="Fei Zheng" userId="d19317889db4c986" providerId="LiveId" clId="{2E52D592-3096-E145-849F-B34B037E5DB0}" dt="2023-04-04T07:17:53.254" v="808" actId="478"/>
          <ac:cxnSpMkLst>
            <pc:docMk/>
            <pc:sldMk cId="1489401007" sldId="281"/>
            <ac:cxnSpMk id="4" creationId="{6CF5F01D-F572-915D-5177-005036AD84C1}"/>
          </ac:cxnSpMkLst>
        </pc:cxnChg>
        <pc:cxnChg chg="add mod">
          <ac:chgData name="Fei Zheng" userId="d19317889db4c986" providerId="LiveId" clId="{2E52D592-3096-E145-849F-B34B037E5DB0}" dt="2023-04-04T07:17:54.030" v="809"/>
          <ac:cxnSpMkLst>
            <pc:docMk/>
            <pc:sldMk cId="1489401007" sldId="281"/>
            <ac:cxnSpMk id="6" creationId="{A2E190B2-A72E-36FC-1295-1D5453470568}"/>
          </ac:cxnSpMkLst>
        </pc:cxnChg>
      </pc:sldChg>
      <pc:sldChg chg="addSp modSp mod">
        <pc:chgData name="Fei Zheng" userId="d19317889db4c986" providerId="LiveId" clId="{2E52D592-3096-E145-849F-B34B037E5DB0}" dt="2023-04-04T07:18:30.798" v="830" actId="20577"/>
        <pc:sldMkLst>
          <pc:docMk/>
          <pc:sldMk cId="2571939508" sldId="282"/>
        </pc:sldMkLst>
        <pc:spChg chg="add mod">
          <ac:chgData name="Fei Zheng" userId="d19317889db4c986" providerId="LiveId" clId="{2E52D592-3096-E145-849F-B34B037E5DB0}" dt="2023-04-04T07:18:30.798" v="830" actId="20577"/>
          <ac:spMkLst>
            <pc:docMk/>
            <pc:sldMk cId="2571939508" sldId="282"/>
            <ac:spMk id="3" creationId="{34EE016D-60BD-3354-865C-D4ECB1379973}"/>
          </ac:spMkLst>
        </pc:spChg>
        <pc:spChg chg="add mod">
          <ac:chgData name="Fei Zheng" userId="d19317889db4c986" providerId="LiveId" clId="{2E52D592-3096-E145-849F-B34B037E5DB0}" dt="2023-04-04T07:17:55.718" v="810"/>
          <ac:spMkLst>
            <pc:docMk/>
            <pc:sldMk cId="2571939508" sldId="282"/>
            <ac:spMk id="4" creationId="{059CD8C3-8ED5-BAC9-0CB2-965A5CD67251}"/>
          </ac:spMkLst>
        </pc:spChg>
        <pc:cxnChg chg="add mod">
          <ac:chgData name="Fei Zheng" userId="d19317889db4c986" providerId="LiveId" clId="{2E52D592-3096-E145-849F-B34B037E5DB0}" dt="2023-04-04T07:17:55.718" v="810"/>
          <ac:cxnSpMkLst>
            <pc:docMk/>
            <pc:sldMk cId="2571939508" sldId="282"/>
            <ac:cxnSpMk id="2" creationId="{8E7A4D69-AE17-4C60-9031-BC5E74C76D34}"/>
          </ac:cxnSpMkLst>
        </pc:cxnChg>
      </pc:sldChg>
      <pc:sldChg chg="addSp modSp mod">
        <pc:chgData name="Fei Zheng" userId="d19317889db4c986" providerId="LiveId" clId="{2E52D592-3096-E145-849F-B34B037E5DB0}" dt="2023-04-04T07:18:33.751" v="833" actId="20577"/>
        <pc:sldMkLst>
          <pc:docMk/>
          <pc:sldMk cId="1429739955" sldId="283"/>
        </pc:sldMkLst>
        <pc:spChg chg="add mod">
          <ac:chgData name="Fei Zheng" userId="d19317889db4c986" providerId="LiveId" clId="{2E52D592-3096-E145-849F-B34B037E5DB0}" dt="2023-04-04T07:18:33.751" v="833" actId="20577"/>
          <ac:spMkLst>
            <pc:docMk/>
            <pc:sldMk cId="1429739955" sldId="283"/>
            <ac:spMk id="5" creationId="{18B84701-9E03-1FF7-6DCC-0C7AC4038233}"/>
          </ac:spMkLst>
        </pc:spChg>
        <pc:spChg chg="add mod">
          <ac:chgData name="Fei Zheng" userId="d19317889db4c986" providerId="LiveId" clId="{2E52D592-3096-E145-849F-B34B037E5DB0}" dt="2023-04-04T07:17:57.879" v="811"/>
          <ac:spMkLst>
            <pc:docMk/>
            <pc:sldMk cId="1429739955" sldId="283"/>
            <ac:spMk id="6" creationId="{FC24B964-6DA9-17E9-1B65-09881515CB46}"/>
          </ac:spMkLst>
        </pc:spChg>
        <pc:cxnChg chg="add mod">
          <ac:chgData name="Fei Zheng" userId="d19317889db4c986" providerId="LiveId" clId="{2E52D592-3096-E145-849F-B34B037E5DB0}" dt="2023-04-04T07:17:57.879" v="811"/>
          <ac:cxnSpMkLst>
            <pc:docMk/>
            <pc:sldMk cId="1429739955" sldId="283"/>
            <ac:cxnSpMk id="2" creationId="{1157AA46-2DB1-C4A6-D3C7-8DD3B80E2FFC}"/>
          </ac:cxnSpMkLst>
        </pc:cxnChg>
      </pc:sldChg>
      <pc:sldChg chg="modSp mod ord">
        <pc:chgData name="Fei Zheng" userId="d19317889db4c986" providerId="LiveId" clId="{2E52D592-3096-E145-849F-B34B037E5DB0}" dt="2023-04-04T05:10:44.433" v="700"/>
        <pc:sldMkLst>
          <pc:docMk/>
          <pc:sldMk cId="276061757" sldId="284"/>
        </pc:sldMkLst>
        <pc:spChg chg="mod">
          <ac:chgData name="Fei Zheng" userId="d19317889db4c986" providerId="LiveId" clId="{2E52D592-3096-E145-849F-B34B037E5DB0}" dt="2023-04-04T05:10:44.433" v="700"/>
          <ac:spMkLst>
            <pc:docMk/>
            <pc:sldMk cId="276061757" sldId="284"/>
            <ac:spMk id="7" creationId="{02CE701F-1F1D-4765-9CD5-03D38460DB86}"/>
          </ac:spMkLst>
        </pc:spChg>
      </pc:sldChg>
      <pc:sldChg chg="addSp modSp mod">
        <pc:chgData name="Fei Zheng" userId="d19317889db4c986" providerId="LiveId" clId="{2E52D592-3096-E145-849F-B34B037E5DB0}" dt="2023-04-06T05:40:05.127" v="870" actId="1076"/>
        <pc:sldMkLst>
          <pc:docMk/>
          <pc:sldMk cId="4005605654" sldId="284"/>
        </pc:sldMkLst>
        <pc:spChg chg="mod">
          <ac:chgData name="Fei Zheng" userId="d19317889db4c986" providerId="LiveId" clId="{2E52D592-3096-E145-849F-B34B037E5DB0}" dt="2023-04-06T05:40:01.012" v="869" actId="1036"/>
          <ac:spMkLst>
            <pc:docMk/>
            <pc:sldMk cId="4005605654" sldId="284"/>
            <ac:spMk id="4" creationId="{DAFB61C2-5747-AA6F-D52A-67921CC78B34}"/>
          </ac:spMkLst>
        </pc:spChg>
        <pc:spChg chg="mod">
          <ac:chgData name="Fei Zheng" userId="d19317889db4c986" providerId="LiveId" clId="{2E52D592-3096-E145-849F-B34B037E5DB0}" dt="2023-04-06T05:40:01.012" v="869" actId="1036"/>
          <ac:spMkLst>
            <pc:docMk/>
            <pc:sldMk cId="4005605654" sldId="284"/>
            <ac:spMk id="5" creationId="{2470C48E-4ECA-E007-F606-FD0024FDB4AF}"/>
          </ac:spMkLst>
        </pc:spChg>
        <pc:spChg chg="mod">
          <ac:chgData name="Fei Zheng" userId="d19317889db4c986" providerId="LiveId" clId="{2E52D592-3096-E145-849F-B34B037E5DB0}" dt="2023-04-06T05:39:48.136" v="853" actId="21"/>
          <ac:spMkLst>
            <pc:docMk/>
            <pc:sldMk cId="4005605654" sldId="284"/>
            <ac:spMk id="7" creationId="{02CE701F-1F1D-4765-9CD5-03D38460DB86}"/>
          </ac:spMkLst>
        </pc:spChg>
        <pc:spChg chg="add mod">
          <ac:chgData name="Fei Zheng" userId="d19317889db4c986" providerId="LiveId" clId="{2E52D592-3096-E145-849F-B34B037E5DB0}" dt="2023-04-06T05:40:05.127" v="870" actId="1076"/>
          <ac:spMkLst>
            <pc:docMk/>
            <pc:sldMk cId="4005605654" sldId="284"/>
            <ac:spMk id="8" creationId="{DCB428C5-5E94-BA7D-3B17-0CBD33943BE1}"/>
          </ac:spMkLst>
        </pc:spChg>
      </pc:sldChg>
      <pc:sldChg chg="addSp delSp modSp mod">
        <pc:chgData name="Fei Zheng" userId="d19317889db4c986" providerId="LiveId" clId="{2E52D592-3096-E145-849F-B34B037E5DB0}" dt="2023-04-07T14:48:19.290" v="1274"/>
        <pc:sldMkLst>
          <pc:docMk/>
          <pc:sldMk cId="2039416753" sldId="286"/>
        </pc:sldMkLst>
        <pc:spChg chg="del">
          <ac:chgData name="Fei Zheng" userId="d19317889db4c986" providerId="LiveId" clId="{2E52D592-3096-E145-849F-B34B037E5DB0}" dt="2023-04-04T07:17:14.553" v="798" actId="478"/>
          <ac:spMkLst>
            <pc:docMk/>
            <pc:sldMk cId="2039416753" sldId="286"/>
            <ac:spMk id="4" creationId="{01F69857-2BD0-2021-BDA8-2900E32ED78B}"/>
          </ac:spMkLst>
        </pc:spChg>
        <pc:spChg chg="mod">
          <ac:chgData name="Fei Zheng" userId="d19317889db4c986" providerId="LiveId" clId="{2E52D592-3096-E145-849F-B34B037E5DB0}" dt="2023-04-07T14:48:19.290" v="1274"/>
          <ac:spMkLst>
            <pc:docMk/>
            <pc:sldMk cId="2039416753" sldId="286"/>
            <ac:spMk id="5" creationId="{9C5CAF33-0BC2-4633-85E5-21B2ACD15FC7}"/>
          </ac:spMkLst>
        </pc:spChg>
        <pc:spChg chg="add mod">
          <ac:chgData name="Fei Zheng" userId="d19317889db4c986" providerId="LiveId" clId="{2E52D592-3096-E145-849F-B34B037E5DB0}" dt="2023-04-04T07:18:07.498" v="813" actId="20577"/>
          <ac:spMkLst>
            <pc:docMk/>
            <pc:sldMk cId="2039416753" sldId="286"/>
            <ac:spMk id="13" creationId="{7B367ED3-D47D-2B0E-CD8B-602A61D1703B}"/>
          </ac:spMkLst>
        </pc:spChg>
        <pc:spChg chg="add mod">
          <ac:chgData name="Fei Zheng" userId="d19317889db4c986" providerId="LiveId" clId="{2E52D592-3096-E145-849F-B34B037E5DB0}" dt="2023-04-04T07:17:17.269" v="800"/>
          <ac:spMkLst>
            <pc:docMk/>
            <pc:sldMk cId="2039416753" sldId="286"/>
            <ac:spMk id="14" creationId="{7D03BBC5-596D-7CBD-FA17-88B68C9EE5E3}"/>
          </ac:spMkLst>
        </pc:spChg>
        <pc:cxnChg chg="add mod">
          <ac:chgData name="Fei Zheng" userId="d19317889db4c986" providerId="LiveId" clId="{2E52D592-3096-E145-849F-B34B037E5DB0}" dt="2023-04-04T07:17:17.269" v="800"/>
          <ac:cxnSpMkLst>
            <pc:docMk/>
            <pc:sldMk cId="2039416753" sldId="286"/>
            <ac:cxnSpMk id="11" creationId="{F7EC2811-26EC-40FD-49FA-0CB1451DCAC7}"/>
          </ac:cxnSpMkLst>
        </pc:cxnChg>
        <pc:cxnChg chg="del">
          <ac:chgData name="Fei Zheng" userId="d19317889db4c986" providerId="LiveId" clId="{2E52D592-3096-E145-849F-B34B037E5DB0}" dt="2023-04-04T07:17:16.290" v="799" actId="478"/>
          <ac:cxnSpMkLst>
            <pc:docMk/>
            <pc:sldMk cId="2039416753" sldId="286"/>
            <ac:cxnSpMk id="12" creationId="{53FB1B98-5349-3833-C947-C66B6DE5BF1C}"/>
          </ac:cxnSpMkLst>
        </pc:cxnChg>
      </pc:sldChg>
      <pc:sldChg chg="addSp modSp mod">
        <pc:chgData name="Fei Zheng" userId="d19317889db4c986" providerId="LiveId" clId="{2E52D592-3096-E145-849F-B34B037E5DB0}" dt="2023-04-04T07:18:11.297" v="815" actId="20577"/>
        <pc:sldMkLst>
          <pc:docMk/>
          <pc:sldMk cId="2875939060" sldId="287"/>
        </pc:sldMkLst>
        <pc:spChg chg="add mod">
          <ac:chgData name="Fei Zheng" userId="d19317889db4c986" providerId="LiveId" clId="{2E52D592-3096-E145-849F-B34B037E5DB0}" dt="2023-04-04T07:18:11.297" v="815" actId="20577"/>
          <ac:spMkLst>
            <pc:docMk/>
            <pc:sldMk cId="2875939060" sldId="287"/>
            <ac:spMk id="3" creationId="{BECCBADC-3A71-62F7-D561-C8786BCEBA49}"/>
          </ac:spMkLst>
        </pc:spChg>
        <pc:spChg chg="add mod">
          <ac:chgData name="Fei Zheng" userId="d19317889db4c986" providerId="LiveId" clId="{2E52D592-3096-E145-849F-B34B037E5DB0}" dt="2023-04-04T07:17:19.895" v="801"/>
          <ac:spMkLst>
            <pc:docMk/>
            <pc:sldMk cId="2875939060" sldId="287"/>
            <ac:spMk id="5" creationId="{0990E952-9D8B-D4AF-099D-27CCA176D3F2}"/>
          </ac:spMkLst>
        </pc:spChg>
        <pc:cxnChg chg="add mod">
          <ac:chgData name="Fei Zheng" userId="d19317889db4c986" providerId="LiveId" clId="{2E52D592-3096-E145-849F-B34B037E5DB0}" dt="2023-04-04T07:17:19.895" v="801"/>
          <ac:cxnSpMkLst>
            <pc:docMk/>
            <pc:sldMk cId="2875939060" sldId="287"/>
            <ac:cxnSpMk id="2" creationId="{F7D8CA9C-BFBE-473A-2272-EE16A52B44C9}"/>
          </ac:cxnSpMkLst>
        </pc:cxnChg>
      </pc:sldChg>
      <pc:sldChg chg="addSp delSp modSp mod modAnim">
        <pc:chgData name="Fei Zheng" userId="d19317889db4c986" providerId="LiveId" clId="{2E52D592-3096-E145-849F-B34B037E5DB0}" dt="2023-04-07T14:47:03.639" v="1269"/>
        <pc:sldMkLst>
          <pc:docMk/>
          <pc:sldMk cId="246072577" sldId="288"/>
        </pc:sldMkLst>
        <pc:spChg chg="del">
          <ac:chgData name="Fei Zheng" userId="d19317889db4c986" providerId="LiveId" clId="{2E52D592-3096-E145-849F-B34B037E5DB0}" dt="2023-04-04T07:11:53.013" v="731" actId="478"/>
          <ac:spMkLst>
            <pc:docMk/>
            <pc:sldMk cId="246072577" sldId="288"/>
            <ac:spMk id="2" creationId="{40DB1881-9E70-7A67-5D7F-0B5515960A71}"/>
          </ac:spMkLst>
        </pc:spChg>
        <pc:spChg chg="mod">
          <ac:chgData name="Fei Zheng" userId="d19317889db4c986" providerId="LiveId" clId="{2E52D592-3096-E145-849F-B34B037E5DB0}" dt="2023-04-04T07:12:02.750" v="748" actId="1038"/>
          <ac:spMkLst>
            <pc:docMk/>
            <pc:sldMk cId="246072577" sldId="288"/>
            <ac:spMk id="5" creationId="{9C5CAF33-0BC2-4633-85E5-21B2ACD15FC7}"/>
          </ac:spMkLst>
        </pc:spChg>
        <pc:spChg chg="add mod">
          <ac:chgData name="Fei Zheng" userId="d19317889db4c986" providerId="LiveId" clId="{2E52D592-3096-E145-849F-B34B037E5DB0}" dt="2023-04-04T07:13:15.848" v="757" actId="20577"/>
          <ac:spMkLst>
            <pc:docMk/>
            <pc:sldMk cId="246072577" sldId="288"/>
            <ac:spMk id="8" creationId="{DB1755EC-336D-AAC9-B501-C61A31D7F1EB}"/>
          </ac:spMkLst>
        </pc:spChg>
        <pc:spChg chg="add mod">
          <ac:chgData name="Fei Zheng" userId="d19317889db4c986" providerId="LiveId" clId="{2E52D592-3096-E145-849F-B34B037E5DB0}" dt="2023-04-04T07:11:55.546" v="733"/>
          <ac:spMkLst>
            <pc:docMk/>
            <pc:sldMk cId="246072577" sldId="288"/>
            <ac:spMk id="9" creationId="{1CEE9D56-31AA-FB9C-2172-F54F8069BFA9}"/>
          </ac:spMkLst>
        </pc:spChg>
        <pc:spChg chg="mod">
          <ac:chgData name="Fei Zheng" userId="d19317889db4c986" providerId="LiveId" clId="{2E52D592-3096-E145-849F-B34B037E5DB0}" dt="2023-04-04T07:12:07.163" v="749" actId="1076"/>
          <ac:spMkLst>
            <pc:docMk/>
            <pc:sldMk cId="246072577" sldId="288"/>
            <ac:spMk id="10" creationId="{D225BBFA-E913-4B29-B469-65B473D31534}"/>
          </ac:spMkLst>
        </pc:spChg>
        <pc:spChg chg="mod">
          <ac:chgData name="Fei Zheng" userId="d19317889db4c986" providerId="LiveId" clId="{2E52D592-3096-E145-849F-B34B037E5DB0}" dt="2023-04-04T07:12:02.750" v="748" actId="1038"/>
          <ac:spMkLst>
            <pc:docMk/>
            <pc:sldMk cId="246072577" sldId="288"/>
            <ac:spMk id="11" creationId="{ACE9C7AB-327A-E7A7-F057-4DA55BD00B7E}"/>
          </ac:spMkLst>
        </pc:spChg>
        <pc:cxnChg chg="del">
          <ac:chgData name="Fei Zheng" userId="d19317889db4c986" providerId="LiveId" clId="{2E52D592-3096-E145-849F-B34B037E5DB0}" dt="2023-04-04T07:11:54.487" v="732" actId="478"/>
          <ac:cxnSpMkLst>
            <pc:docMk/>
            <pc:sldMk cId="246072577" sldId="288"/>
            <ac:cxnSpMk id="3" creationId="{689D4DAF-737A-86AA-9E4F-BAF037C914C5}"/>
          </ac:cxnSpMkLst>
        </pc:cxnChg>
        <pc:cxnChg chg="add mod">
          <ac:chgData name="Fei Zheng" userId="d19317889db4c986" providerId="LiveId" clId="{2E52D592-3096-E145-849F-B34B037E5DB0}" dt="2023-04-04T07:11:55.546" v="733"/>
          <ac:cxnSpMkLst>
            <pc:docMk/>
            <pc:sldMk cId="246072577" sldId="288"/>
            <ac:cxnSpMk id="6" creationId="{80BA128B-2C95-0667-6EA9-AEE691DB436C}"/>
          </ac:cxnSpMkLst>
        </pc:cxnChg>
      </pc:sldChg>
      <pc:sldChg chg="addSp delSp modSp mod">
        <pc:chgData name="Fei Zheng" userId="d19317889db4c986" providerId="LiveId" clId="{2E52D592-3096-E145-849F-B34B037E5DB0}" dt="2023-04-04T04:53:27.397" v="428" actId="20577"/>
        <pc:sldMkLst>
          <pc:docMk/>
          <pc:sldMk cId="1873751283" sldId="320"/>
        </pc:sldMkLst>
        <pc:spChg chg="del">
          <ac:chgData name="Fei Zheng" userId="d19317889db4c986" providerId="LiveId" clId="{2E52D592-3096-E145-849F-B34B037E5DB0}" dt="2023-04-04T04:53:20.341" v="425" actId="478"/>
          <ac:spMkLst>
            <pc:docMk/>
            <pc:sldMk cId="1873751283" sldId="320"/>
            <ac:spMk id="2" creationId="{A17EE688-D2F3-B602-8CD0-58974E4C45E2}"/>
          </ac:spMkLst>
        </pc:spChg>
        <pc:spChg chg="mod">
          <ac:chgData name="Fei Zheng" userId="d19317889db4c986" providerId="LiveId" clId="{2E52D592-3096-E145-849F-B34B037E5DB0}" dt="2023-04-04T04:48:28.171" v="362" actId="113"/>
          <ac:spMkLst>
            <pc:docMk/>
            <pc:sldMk cId="1873751283" sldId="320"/>
            <ac:spMk id="4" creationId="{A086075B-E493-0D40-81E3-670D4FFE3456}"/>
          </ac:spMkLst>
        </pc:spChg>
        <pc:spChg chg="add mod">
          <ac:chgData name="Fei Zheng" userId="d19317889db4c986" providerId="LiveId" clId="{2E52D592-3096-E145-849F-B34B037E5DB0}" dt="2023-04-04T04:53:02.912" v="422"/>
          <ac:spMkLst>
            <pc:docMk/>
            <pc:sldMk cId="1873751283" sldId="320"/>
            <ac:spMk id="5" creationId="{631FBD38-682A-2421-8A7F-62DAC8CC61E7}"/>
          </ac:spMkLst>
        </pc:spChg>
        <pc:spChg chg="add mod">
          <ac:chgData name="Fei Zheng" userId="d19317889db4c986" providerId="LiveId" clId="{2E52D592-3096-E145-849F-B34B037E5DB0}" dt="2023-04-04T04:53:27.397" v="428" actId="20577"/>
          <ac:spMkLst>
            <pc:docMk/>
            <pc:sldMk cId="1873751283" sldId="320"/>
            <ac:spMk id="6" creationId="{ABFBB8F3-24C5-D55C-B9D3-167F99D6DC03}"/>
          </ac:spMkLst>
        </pc:spChg>
        <pc:spChg chg="mod">
          <ac:chgData name="Fei Zheng" userId="d19317889db4c986" providerId="LiveId" clId="{2E52D592-3096-E145-849F-B34B037E5DB0}" dt="2023-04-04T04:48:47.951" v="369" actId="1076"/>
          <ac:spMkLst>
            <pc:docMk/>
            <pc:sldMk cId="1873751283" sldId="320"/>
            <ac:spMk id="77839" creationId="{41F9918D-198C-DE48-9615-35F2B15F6B69}"/>
          </ac:spMkLst>
        </pc:spChg>
        <pc:spChg chg="mod">
          <ac:chgData name="Fei Zheng" userId="d19317889db4c986" providerId="LiveId" clId="{2E52D592-3096-E145-849F-B34B037E5DB0}" dt="2023-04-04T04:48:20.720" v="361"/>
          <ac:spMkLst>
            <pc:docMk/>
            <pc:sldMk cId="1873751283" sldId="320"/>
            <ac:spMk id="77842" creationId="{642625CC-F8A7-674F-8B11-85DB5D37BD0C}"/>
          </ac:spMkLst>
        </pc:spChg>
      </pc:sldChg>
      <pc:sldChg chg="addSp delSp modSp mod modAnim">
        <pc:chgData name="Fei Zheng" userId="d19317889db4c986" providerId="LiveId" clId="{2E52D592-3096-E145-849F-B34B037E5DB0}" dt="2023-04-04T04:23:29.074" v="40"/>
        <pc:sldMkLst>
          <pc:docMk/>
          <pc:sldMk cId="2288785410" sldId="341"/>
        </pc:sldMkLst>
        <pc:spChg chg="del">
          <ac:chgData name="Fei Zheng" userId="d19317889db4c986" providerId="LiveId" clId="{2E52D592-3096-E145-849F-B34B037E5DB0}" dt="2023-04-04T04:19:07.544" v="0" actId="478"/>
          <ac:spMkLst>
            <pc:docMk/>
            <pc:sldMk cId="2288785410" sldId="341"/>
            <ac:spMk id="10" creationId="{70D050DC-AA1B-4AFD-97A9-933BCB8B64D0}"/>
          </ac:spMkLst>
        </pc:spChg>
        <pc:spChg chg="del">
          <ac:chgData name="Fei Zheng" userId="d19317889db4c986" providerId="LiveId" clId="{2E52D592-3096-E145-849F-B34B037E5DB0}" dt="2023-04-04T04:19:19.348" v="3" actId="478"/>
          <ac:spMkLst>
            <pc:docMk/>
            <pc:sldMk cId="2288785410" sldId="341"/>
            <ac:spMk id="11" creationId="{A5F30993-D5E4-453E-86FB-51331B7810BE}"/>
          </ac:spMkLst>
        </pc:spChg>
        <pc:spChg chg="mod">
          <ac:chgData name="Fei Zheng" userId="d19317889db4c986" providerId="LiveId" clId="{2E52D592-3096-E145-849F-B34B037E5DB0}" dt="2023-04-04T04:22:02.417" v="26" actId="404"/>
          <ac:spMkLst>
            <pc:docMk/>
            <pc:sldMk cId="2288785410" sldId="341"/>
            <ac:spMk id="12" creationId="{04847B3D-B81E-42E8-99CB-ECF237918E6B}"/>
          </ac:spMkLst>
        </pc:spChg>
        <pc:spChg chg="mod">
          <ac:chgData name="Fei Zheng" userId="d19317889db4c986" providerId="LiveId" clId="{2E52D592-3096-E145-849F-B34B037E5DB0}" dt="2023-04-04T04:22:02.417" v="26" actId="404"/>
          <ac:spMkLst>
            <pc:docMk/>
            <pc:sldMk cId="2288785410" sldId="341"/>
            <ac:spMk id="13" creationId="{677A40D1-346B-405E-AF1D-26629E7DB444}"/>
          </ac:spMkLst>
        </pc:spChg>
        <pc:picChg chg="add mod">
          <ac:chgData name="Fei Zheng" userId="d19317889db4c986" providerId="LiveId" clId="{2E52D592-3096-E145-849F-B34B037E5DB0}" dt="2023-04-04T04:22:40.846" v="33" actId="166"/>
          <ac:picMkLst>
            <pc:docMk/>
            <pc:sldMk cId="2288785410" sldId="341"/>
            <ac:picMk id="2" creationId="{61C85B1A-B933-CA86-DA4A-3E4D37079CC4}"/>
          </ac:picMkLst>
        </pc:picChg>
        <pc:picChg chg="add del mod">
          <ac:chgData name="Fei Zheng" userId="d19317889db4c986" providerId="LiveId" clId="{2E52D592-3096-E145-849F-B34B037E5DB0}" dt="2023-04-04T04:22:30.152" v="31" actId="478"/>
          <ac:picMkLst>
            <pc:docMk/>
            <pc:sldMk cId="2288785410" sldId="341"/>
            <ac:picMk id="4" creationId="{2CFE3495-75AE-7148-5DD4-87F982AB4AA0}"/>
          </ac:picMkLst>
        </pc:picChg>
        <pc:picChg chg="add mod">
          <ac:chgData name="Fei Zheng" userId="d19317889db4c986" providerId="LiveId" clId="{2E52D592-3096-E145-849F-B34B037E5DB0}" dt="2023-04-04T04:22:27.693" v="30" actId="571"/>
          <ac:picMkLst>
            <pc:docMk/>
            <pc:sldMk cId="2288785410" sldId="341"/>
            <ac:picMk id="5" creationId="{A6B0D09F-D2E1-4C3B-2FF5-42B2720FC2CD}"/>
          </ac:picMkLst>
        </pc:picChg>
      </pc:sldChg>
      <pc:sldChg chg="modSp mod ord">
        <pc:chgData name="Fei Zheng" userId="d19317889db4c986" providerId="LiveId" clId="{2E52D592-3096-E145-849F-B34B037E5DB0}" dt="2023-04-06T05:52:45.896" v="1050" actId="20578"/>
        <pc:sldMkLst>
          <pc:docMk/>
          <pc:sldMk cId="3316456550" sldId="408"/>
        </pc:sldMkLst>
        <pc:spChg chg="mod">
          <ac:chgData name="Fei Zheng" userId="d19317889db4c986" providerId="LiveId" clId="{2E52D592-3096-E145-849F-B34B037E5DB0}" dt="2023-04-04T05:04:17.364" v="632" actId="207"/>
          <ac:spMkLst>
            <pc:docMk/>
            <pc:sldMk cId="3316456550" sldId="408"/>
            <ac:spMk id="2" creationId="{4EE68ACF-6DF8-4992-9A51-871DB6B078FA}"/>
          </ac:spMkLst>
        </pc:spChg>
        <pc:spChg chg="mod">
          <ac:chgData name="Fei Zheng" userId="d19317889db4c986" providerId="LiveId" clId="{2E52D592-3096-E145-849F-B34B037E5DB0}" dt="2023-04-04T04:50:36.796" v="398" actId="20577"/>
          <ac:spMkLst>
            <pc:docMk/>
            <pc:sldMk cId="3316456550" sldId="408"/>
            <ac:spMk id="5" creationId="{2C520F68-2AB9-6CEC-ADDA-CC1D26B1EEB1}"/>
          </ac:spMkLst>
        </pc:spChg>
        <pc:cxnChg chg="mod">
          <ac:chgData name="Fei Zheng" userId="d19317889db4c986" providerId="LiveId" clId="{2E52D592-3096-E145-849F-B34B037E5DB0}" dt="2023-04-04T05:04:22.513" v="633" actId="692"/>
          <ac:cxnSpMkLst>
            <pc:docMk/>
            <pc:sldMk cId="3316456550" sldId="408"/>
            <ac:cxnSpMk id="3" creationId="{24F92FE4-FFEC-4C10-4CD1-4D63546BEF46}"/>
          </ac:cxnSpMkLst>
        </pc:cxnChg>
      </pc:sldChg>
      <pc:sldChg chg="addSp delSp modSp add mod">
        <pc:chgData name="Fei Zheng" userId="d19317889db4c986" providerId="LiveId" clId="{2E52D592-3096-E145-849F-B34B037E5DB0}" dt="2023-04-04T07:13:30.614" v="759" actId="20577"/>
        <pc:sldMkLst>
          <pc:docMk/>
          <pc:sldMk cId="582345978" sldId="409"/>
        </pc:sldMkLst>
        <pc:spChg chg="del mod">
          <ac:chgData name="Fei Zheng" userId="d19317889db4c986" providerId="LiveId" clId="{2E52D592-3096-E145-849F-B34B037E5DB0}" dt="2023-04-04T07:13:04.341" v="753" actId="478"/>
          <ac:spMkLst>
            <pc:docMk/>
            <pc:sldMk cId="582345978" sldId="409"/>
            <ac:spMk id="3" creationId="{A37F345C-E80F-4702-472C-3AE7E215BEB5}"/>
          </ac:spMkLst>
        </pc:spChg>
        <pc:spChg chg="add mod">
          <ac:chgData name="Fei Zheng" userId="d19317889db4c986" providerId="LiveId" clId="{2E52D592-3096-E145-849F-B34B037E5DB0}" dt="2023-04-04T07:13:30.614" v="759" actId="20577"/>
          <ac:spMkLst>
            <pc:docMk/>
            <pc:sldMk cId="582345978" sldId="409"/>
            <ac:spMk id="6" creationId="{714BE014-7521-18CB-A231-21BD278ABCFC}"/>
          </ac:spMkLst>
        </pc:spChg>
        <pc:spChg chg="add mod">
          <ac:chgData name="Fei Zheng" userId="d19317889db4c986" providerId="LiveId" clId="{2E52D592-3096-E145-849F-B34B037E5DB0}" dt="2023-04-04T07:13:06.830" v="755"/>
          <ac:spMkLst>
            <pc:docMk/>
            <pc:sldMk cId="582345978" sldId="409"/>
            <ac:spMk id="7" creationId="{C3645556-BA5D-0E0E-7BA9-2A815B4C2D84}"/>
          </ac:spMkLst>
        </pc:spChg>
        <pc:cxnChg chg="add mod">
          <ac:chgData name="Fei Zheng" userId="d19317889db4c986" providerId="LiveId" clId="{2E52D592-3096-E145-849F-B34B037E5DB0}" dt="2023-04-04T07:13:06.830" v="755"/>
          <ac:cxnSpMkLst>
            <pc:docMk/>
            <pc:sldMk cId="582345978" sldId="409"/>
            <ac:cxnSpMk id="2" creationId="{098B37F5-D4D6-8B57-D2C2-71FC577766A1}"/>
          </ac:cxnSpMkLst>
        </pc:cxnChg>
        <pc:cxnChg chg="del">
          <ac:chgData name="Fei Zheng" userId="d19317889db4c986" providerId="LiveId" clId="{2E52D592-3096-E145-849F-B34B037E5DB0}" dt="2023-04-04T07:13:05.982" v="754" actId="478"/>
          <ac:cxnSpMkLst>
            <pc:docMk/>
            <pc:sldMk cId="582345978" sldId="409"/>
            <ac:cxnSpMk id="4" creationId="{93025DB9-314F-363F-6E51-CB268323BED1}"/>
          </ac:cxnSpMkLst>
        </pc:cxnChg>
      </pc:sldChg>
      <pc:sldChg chg="del">
        <pc:chgData name="Fei Zheng" userId="d19317889db4c986" providerId="LiveId" clId="{2E52D592-3096-E145-849F-B34B037E5DB0}" dt="2023-04-04T05:02:22.977" v="608" actId="2696"/>
        <pc:sldMkLst>
          <pc:docMk/>
          <pc:sldMk cId="699393587" sldId="409"/>
        </pc:sldMkLst>
      </pc:sldChg>
      <pc:sldChg chg="add del">
        <pc:chgData name="Fei Zheng" userId="d19317889db4c986" providerId="LiveId" clId="{2E52D592-3096-E145-849F-B34B037E5DB0}" dt="2023-04-04T07:12:40.824" v="750" actId="2696"/>
        <pc:sldMkLst>
          <pc:docMk/>
          <pc:sldMk cId="3731751786" sldId="409"/>
        </pc:sldMkLst>
      </pc:sldChg>
      <pc:sldChg chg="addSp delSp modSp mod">
        <pc:chgData name="Fei Zheng" userId="d19317889db4c986" providerId="LiveId" clId="{2E52D592-3096-E145-849F-B34B037E5DB0}" dt="2023-04-06T05:41:45.369" v="882" actId="20577"/>
        <pc:sldMkLst>
          <pc:docMk/>
          <pc:sldMk cId="3978420858" sldId="410"/>
        </pc:sldMkLst>
        <pc:spChg chg="del">
          <ac:chgData name="Fei Zheng" userId="d19317889db4c986" providerId="LiveId" clId="{2E52D592-3096-E145-849F-B34B037E5DB0}" dt="2023-04-04T04:53:30.348" v="429" actId="478"/>
          <ac:spMkLst>
            <pc:docMk/>
            <pc:sldMk cId="3978420858" sldId="410"/>
            <ac:spMk id="2" creationId="{558AA6A7-A69F-B2C9-7EF3-D50651995EB9}"/>
          </ac:spMkLst>
        </pc:spChg>
        <pc:spChg chg="mod">
          <ac:chgData name="Fei Zheng" userId="d19317889db4c986" providerId="LiveId" clId="{2E52D592-3096-E145-849F-B34B037E5DB0}" dt="2023-04-06T05:41:45.369" v="882" actId="20577"/>
          <ac:spMkLst>
            <pc:docMk/>
            <pc:sldMk cId="3978420858" sldId="410"/>
            <ac:spMk id="3" creationId="{4E4C05EF-03DD-3E29-2909-BF8A585D7058}"/>
          </ac:spMkLst>
        </pc:spChg>
        <pc:spChg chg="add mod">
          <ac:chgData name="Fei Zheng" userId="d19317889db4c986" providerId="LiveId" clId="{2E52D592-3096-E145-849F-B34B037E5DB0}" dt="2023-04-04T04:52:52.169" v="420"/>
          <ac:spMkLst>
            <pc:docMk/>
            <pc:sldMk cId="3978420858" sldId="410"/>
            <ac:spMk id="4" creationId="{6497FDAE-2823-F42C-19E5-2ECA62E6F79A}"/>
          </ac:spMkLst>
        </pc:spChg>
        <pc:spChg chg="mod">
          <ac:chgData name="Fei Zheng" userId="d19317889db4c986" providerId="LiveId" clId="{2E52D592-3096-E145-849F-B34B037E5DB0}" dt="2023-04-04T04:49:04.313" v="371"/>
          <ac:spMkLst>
            <pc:docMk/>
            <pc:sldMk cId="3978420858" sldId="410"/>
            <ac:spMk id="5" creationId="{F6B984DB-733D-BE64-6F68-9C3ECF7DBDB3}"/>
          </ac:spMkLst>
        </pc:spChg>
        <pc:spChg chg="mod">
          <ac:chgData name="Fei Zheng" userId="d19317889db4c986" providerId="LiveId" clId="{2E52D592-3096-E145-849F-B34B037E5DB0}" dt="2023-04-04T04:48:59.937" v="370"/>
          <ac:spMkLst>
            <pc:docMk/>
            <pc:sldMk cId="3978420858" sldId="410"/>
            <ac:spMk id="6" creationId="{677B1A80-B8EB-D137-F4E0-8B84807C8171}"/>
          </ac:spMkLst>
        </pc:spChg>
        <pc:spChg chg="mod">
          <ac:chgData name="Fei Zheng" userId="d19317889db4c986" providerId="LiveId" clId="{2E52D592-3096-E145-849F-B34B037E5DB0}" dt="2023-04-04T04:49:16.169" v="373" actId="20577"/>
          <ac:spMkLst>
            <pc:docMk/>
            <pc:sldMk cId="3978420858" sldId="410"/>
            <ac:spMk id="7" creationId="{FAB475F6-F42B-CAA2-507D-25CBD49FF434}"/>
          </ac:spMkLst>
        </pc:spChg>
        <pc:spChg chg="add mod">
          <ac:chgData name="Fei Zheng" userId="d19317889db4c986" providerId="LiveId" clId="{2E52D592-3096-E145-849F-B34B037E5DB0}" dt="2023-04-04T04:53:33.707" v="432" actId="20577"/>
          <ac:spMkLst>
            <pc:docMk/>
            <pc:sldMk cId="3978420858" sldId="410"/>
            <ac:spMk id="11" creationId="{6533050E-854C-0329-7260-8EED34C9A62E}"/>
          </ac:spMkLst>
        </pc:spChg>
      </pc:sldChg>
      <pc:sldChg chg="addSp delSp modSp mod">
        <pc:chgData name="Fei Zheng" userId="d19317889db4c986" providerId="LiveId" clId="{2E52D592-3096-E145-849F-B34B037E5DB0}" dt="2023-04-06T05:42:35.320" v="893" actId="20577"/>
        <pc:sldMkLst>
          <pc:docMk/>
          <pc:sldMk cId="4254538466" sldId="411"/>
        </pc:sldMkLst>
        <pc:spChg chg="del">
          <ac:chgData name="Fei Zheng" userId="d19317889db4c986" providerId="LiveId" clId="{2E52D592-3096-E145-849F-B34B037E5DB0}" dt="2023-04-04T04:53:38.761" v="433" actId="478"/>
          <ac:spMkLst>
            <pc:docMk/>
            <pc:sldMk cId="4254538466" sldId="411"/>
            <ac:spMk id="2" creationId="{C921DD17-E261-E2D3-0655-C77E3E741932}"/>
          </ac:spMkLst>
        </pc:spChg>
        <pc:spChg chg="add mod">
          <ac:chgData name="Fei Zheng" userId="d19317889db4c986" providerId="LiveId" clId="{2E52D592-3096-E145-849F-B34B037E5DB0}" dt="2023-04-04T04:53:05.797" v="423"/>
          <ac:spMkLst>
            <pc:docMk/>
            <pc:sldMk cId="4254538466" sldId="411"/>
            <ac:spMk id="4" creationId="{EF351038-26F7-24A9-8A6D-51D4A52B68E4}"/>
          </ac:spMkLst>
        </pc:spChg>
        <pc:spChg chg="add mod">
          <ac:chgData name="Fei Zheng" userId="d19317889db4c986" providerId="LiveId" clId="{2E52D592-3096-E145-849F-B34B037E5DB0}" dt="2023-04-04T04:53:42.430" v="436" actId="20577"/>
          <ac:spMkLst>
            <pc:docMk/>
            <pc:sldMk cId="4254538466" sldId="411"/>
            <ac:spMk id="5" creationId="{323EC230-DC13-DAB6-32BE-6723932A22B3}"/>
          </ac:spMkLst>
        </pc:spChg>
        <pc:spChg chg="mod">
          <ac:chgData name="Fei Zheng" userId="d19317889db4c986" providerId="LiveId" clId="{2E52D592-3096-E145-849F-B34B037E5DB0}" dt="2023-04-06T05:42:35.320" v="893" actId="20577"/>
          <ac:spMkLst>
            <pc:docMk/>
            <pc:sldMk cId="4254538466" sldId="411"/>
            <ac:spMk id="10" creationId="{0B64642F-5C20-6452-503D-A18D199879AD}"/>
          </ac:spMkLst>
        </pc:spChg>
        <pc:spChg chg="mod">
          <ac:chgData name="Fei Zheng" userId="d19317889db4c986" providerId="LiveId" clId="{2E52D592-3096-E145-849F-B34B037E5DB0}" dt="2023-04-04T04:49:28.376" v="378"/>
          <ac:spMkLst>
            <pc:docMk/>
            <pc:sldMk cId="4254538466" sldId="411"/>
            <ac:spMk id="11" creationId="{8DE1A1D7-2D36-59A2-4342-C0CF4AAB7F58}"/>
          </ac:spMkLst>
        </pc:spChg>
        <pc:spChg chg="mod">
          <ac:chgData name="Fei Zheng" userId="d19317889db4c986" providerId="LiveId" clId="{2E52D592-3096-E145-849F-B34B037E5DB0}" dt="2023-04-04T04:49:25.208" v="377" actId="20577"/>
          <ac:spMkLst>
            <pc:docMk/>
            <pc:sldMk cId="4254538466" sldId="411"/>
            <ac:spMk id="12" creationId="{32C0A03C-DC8D-3536-2CFC-7927353BCFC2}"/>
          </ac:spMkLst>
        </pc:spChg>
        <pc:spChg chg="mod">
          <ac:chgData name="Fei Zheng" userId="d19317889db4c986" providerId="LiveId" clId="{2E52D592-3096-E145-849F-B34B037E5DB0}" dt="2023-04-04T04:49:36.941" v="380" actId="113"/>
          <ac:spMkLst>
            <pc:docMk/>
            <pc:sldMk cId="4254538466" sldId="411"/>
            <ac:spMk id="15" creationId="{1B181B46-9AC0-9692-AF63-66415B24BD19}"/>
          </ac:spMkLst>
        </pc:spChg>
      </pc:sldChg>
      <pc:sldChg chg="addSp delSp modSp del mod ord delAnim modAnim">
        <pc:chgData name="Fei Zheng" userId="d19317889db4c986" providerId="LiveId" clId="{2E52D592-3096-E145-849F-B34B037E5DB0}" dt="2023-04-06T05:52:00.956" v="1010" actId="2696"/>
        <pc:sldMkLst>
          <pc:docMk/>
          <pc:sldMk cId="2405140433" sldId="412"/>
        </pc:sldMkLst>
        <pc:spChg chg="del mod">
          <ac:chgData name="Fei Zheng" userId="d19317889db4c986" providerId="LiveId" clId="{2E52D592-3096-E145-849F-B34B037E5DB0}" dt="2023-04-06T05:44:56.500" v="896" actId="478"/>
          <ac:spMkLst>
            <pc:docMk/>
            <pc:sldMk cId="2405140433" sldId="412"/>
            <ac:spMk id="3" creationId="{9C33987B-2E98-244A-D1F7-DF00E8849FD8}"/>
          </ac:spMkLst>
        </pc:spChg>
        <pc:spChg chg="add mod">
          <ac:chgData name="Fei Zheng" userId="d19317889db4c986" providerId="LiveId" clId="{2E52D592-3096-E145-849F-B34B037E5DB0}" dt="2023-04-06T05:50:11.792" v="999" actId="1076"/>
          <ac:spMkLst>
            <pc:docMk/>
            <pc:sldMk cId="2405140433" sldId="412"/>
            <ac:spMk id="4" creationId="{0AE719AC-18E7-9480-43DB-6A095ACB9A96}"/>
          </ac:spMkLst>
        </pc:spChg>
        <pc:spChg chg="del">
          <ac:chgData name="Fei Zheng" userId="d19317889db4c986" providerId="LiveId" clId="{2E52D592-3096-E145-849F-B34B037E5DB0}" dt="2023-04-04T04:53:52.198" v="441" actId="478"/>
          <ac:spMkLst>
            <pc:docMk/>
            <pc:sldMk cId="2405140433" sldId="412"/>
            <ac:spMk id="4" creationId="{7DD27937-C189-6073-233F-1F342E3CB009}"/>
          </ac:spMkLst>
        </pc:spChg>
        <pc:spChg chg="add mod">
          <ac:chgData name="Fei Zheng" userId="d19317889db4c986" providerId="LiveId" clId="{2E52D592-3096-E145-849F-B34B037E5DB0}" dt="2023-04-04T04:53:08.981" v="424"/>
          <ac:spMkLst>
            <pc:docMk/>
            <pc:sldMk cId="2405140433" sldId="412"/>
            <ac:spMk id="6" creationId="{BD179D45-3996-B5B3-7806-B16D56FB8A7B}"/>
          </ac:spMkLst>
        </pc:spChg>
        <pc:spChg chg="add mod">
          <ac:chgData name="Fei Zheng" userId="d19317889db4c986" providerId="LiveId" clId="{2E52D592-3096-E145-849F-B34B037E5DB0}" dt="2023-04-04T05:07:27.910" v="661" actId="207"/>
          <ac:spMkLst>
            <pc:docMk/>
            <pc:sldMk cId="2405140433" sldId="412"/>
            <ac:spMk id="7" creationId="{E63D1DAF-F573-9A56-0E01-338EBB1FDC77}"/>
          </ac:spMkLst>
        </pc:spChg>
        <pc:spChg chg="add mod">
          <ac:chgData name="Fei Zheng" userId="d19317889db4c986" providerId="LiveId" clId="{2E52D592-3096-E145-849F-B34B037E5DB0}" dt="2023-04-06T05:50:33.060" v="1003" actId="1076"/>
          <ac:spMkLst>
            <pc:docMk/>
            <pc:sldMk cId="2405140433" sldId="412"/>
            <ac:spMk id="8" creationId="{A6F5480D-1F02-F625-E2F8-ECBE25190B28}"/>
          </ac:spMkLst>
        </pc:spChg>
        <pc:picChg chg="mod">
          <ac:chgData name="Fei Zheng" userId="d19317889db4c986" providerId="LiveId" clId="{2E52D592-3096-E145-849F-B34B037E5DB0}" dt="2023-04-06T05:50:18.510" v="1000" actId="1076"/>
          <ac:picMkLst>
            <pc:docMk/>
            <pc:sldMk cId="2405140433" sldId="412"/>
            <ac:picMk id="10" creationId="{857BA6B8-1A54-3D60-4BCC-73F64B5D6369}"/>
          </ac:picMkLst>
        </pc:picChg>
        <pc:cxnChg chg="mod">
          <ac:chgData name="Fei Zheng" userId="d19317889db4c986" providerId="LiveId" clId="{2E52D592-3096-E145-849F-B34B037E5DB0}" dt="2023-04-04T05:07:32.265" v="662" actId="692"/>
          <ac:cxnSpMkLst>
            <pc:docMk/>
            <pc:sldMk cId="2405140433" sldId="412"/>
            <ac:cxnSpMk id="5" creationId="{AA11E888-85BB-97A5-2064-98B580068526}"/>
          </ac:cxnSpMkLst>
        </pc:cxnChg>
      </pc:sldChg>
      <pc:sldChg chg="addSp delSp modSp mod">
        <pc:chgData name="Fei Zheng" userId="d19317889db4c986" providerId="LiveId" clId="{2E52D592-3096-E145-849F-B34B037E5DB0}" dt="2023-04-04T05:01:13.031" v="607" actId="1076"/>
        <pc:sldMkLst>
          <pc:docMk/>
          <pc:sldMk cId="831065671" sldId="413"/>
        </pc:sldMkLst>
        <pc:spChg chg="mod">
          <ac:chgData name="Fei Zheng" userId="d19317889db4c986" providerId="LiveId" clId="{2E52D592-3096-E145-849F-B34B037E5DB0}" dt="2023-04-04T05:01:13.031" v="607" actId="1076"/>
          <ac:spMkLst>
            <pc:docMk/>
            <pc:sldMk cId="831065671" sldId="413"/>
            <ac:spMk id="2" creationId="{489DF04E-A55C-E6D9-FBAE-021E759AEA2B}"/>
          </ac:spMkLst>
        </pc:spChg>
        <pc:spChg chg="mod">
          <ac:chgData name="Fei Zheng" userId="d19317889db4c986" providerId="LiveId" clId="{2E52D592-3096-E145-849F-B34B037E5DB0}" dt="2023-04-04T05:01:10.864" v="606" actId="1076"/>
          <ac:spMkLst>
            <pc:docMk/>
            <pc:sldMk cId="831065671" sldId="413"/>
            <ac:spMk id="3" creationId="{285E10AF-C057-051A-144E-DD8A2F6E9CD4}"/>
          </ac:spMkLst>
        </pc:spChg>
        <pc:spChg chg="del">
          <ac:chgData name="Fei Zheng" userId="d19317889db4c986" providerId="LiveId" clId="{2E52D592-3096-E145-849F-B34B037E5DB0}" dt="2023-04-04T04:53:45.941" v="437" actId="478"/>
          <ac:spMkLst>
            <pc:docMk/>
            <pc:sldMk cId="831065671" sldId="413"/>
            <ac:spMk id="4" creationId="{3DC7E204-92B6-51CD-0D0C-B94D4FCACEEB}"/>
          </ac:spMkLst>
        </pc:spChg>
        <pc:spChg chg="add mod">
          <ac:chgData name="Fei Zheng" userId="d19317889db4c986" providerId="LiveId" clId="{2E52D592-3096-E145-849F-B34B037E5DB0}" dt="2023-04-04T04:52:56.482" v="421"/>
          <ac:spMkLst>
            <pc:docMk/>
            <pc:sldMk cId="831065671" sldId="413"/>
            <ac:spMk id="6" creationId="{79002ADF-E41F-A9FF-C6A5-D1B385F729EA}"/>
          </ac:spMkLst>
        </pc:spChg>
        <pc:spChg chg="add mod">
          <ac:chgData name="Fei Zheng" userId="d19317889db4c986" providerId="LiveId" clId="{2E52D592-3096-E145-849F-B34B037E5DB0}" dt="2023-04-04T04:53:49.431" v="440" actId="20577"/>
          <ac:spMkLst>
            <pc:docMk/>
            <pc:sldMk cId="831065671" sldId="413"/>
            <ac:spMk id="7" creationId="{B5F43B24-2EED-982F-49E5-471596AE7ABB}"/>
          </ac:spMkLst>
        </pc:spChg>
        <pc:spChg chg="mod">
          <ac:chgData name="Fei Zheng" userId="d19317889db4c986" providerId="LiveId" clId="{2E52D592-3096-E145-849F-B34B037E5DB0}" dt="2023-04-04T05:01:05.735" v="605" actId="14100"/>
          <ac:spMkLst>
            <pc:docMk/>
            <pc:sldMk cId="831065671" sldId="413"/>
            <ac:spMk id="10" creationId="{1970B069-BBA7-A602-222E-70E6D51DBD38}"/>
          </ac:spMkLst>
        </pc:spChg>
      </pc:sldChg>
      <pc:sldChg chg="addSp modSp mod modAnim">
        <pc:chgData name="Fei Zheng" userId="d19317889db4c986" providerId="LiveId" clId="{2E52D592-3096-E145-849F-B34B037E5DB0}" dt="2023-04-06T05:38:43.046" v="851" actId="207"/>
        <pc:sldMkLst>
          <pc:docMk/>
          <pc:sldMk cId="604693719" sldId="414"/>
        </pc:sldMkLst>
        <pc:spChg chg="add mod">
          <ac:chgData name="Fei Zheng" userId="d19317889db4c986" providerId="LiveId" clId="{2E52D592-3096-E145-849F-B34B037E5DB0}" dt="2023-04-06T05:38:43.046" v="851" actId="207"/>
          <ac:spMkLst>
            <pc:docMk/>
            <pc:sldMk cId="604693719" sldId="414"/>
            <ac:spMk id="6" creationId="{4AD57F6D-3BD4-D7EA-2E85-F0B3A2F23B7A}"/>
          </ac:spMkLst>
        </pc:spChg>
        <pc:spChg chg="mod">
          <ac:chgData name="Fei Zheng" userId="d19317889db4c986" providerId="LiveId" clId="{2E52D592-3096-E145-849F-B34B037E5DB0}" dt="2023-04-04T04:47:01.972" v="355"/>
          <ac:spMkLst>
            <pc:docMk/>
            <pc:sldMk cId="604693719" sldId="414"/>
            <ac:spMk id="7" creationId="{5C46301E-7F9D-4535-8ACD-9AF27D019954}"/>
          </ac:spMkLst>
        </pc:spChg>
        <pc:spChg chg="mod">
          <ac:chgData name="Fei Zheng" userId="d19317889db4c986" providerId="LiveId" clId="{2E52D592-3096-E145-849F-B34B037E5DB0}" dt="2023-04-04T04:46:52.938" v="354"/>
          <ac:spMkLst>
            <pc:docMk/>
            <pc:sldMk cId="604693719" sldId="414"/>
            <ac:spMk id="20" creationId="{E944E091-E573-69D1-733F-8370712A7F87}"/>
          </ac:spMkLst>
        </pc:spChg>
        <pc:cxnChg chg="mod">
          <ac:chgData name="Fei Zheng" userId="d19317889db4c986" providerId="LiveId" clId="{2E52D592-3096-E145-849F-B34B037E5DB0}" dt="2023-04-04T05:03:44.461" v="628" actId="692"/>
          <ac:cxnSpMkLst>
            <pc:docMk/>
            <pc:sldMk cId="604693719" sldId="414"/>
            <ac:cxnSpMk id="3" creationId="{F244F947-A122-5A4F-5BC8-CE10BE4C35FC}"/>
          </ac:cxnSpMkLst>
        </pc:cxnChg>
      </pc:sldChg>
      <pc:sldChg chg="modSp mod">
        <pc:chgData name="Fei Zheng" userId="d19317889db4c986" providerId="LiveId" clId="{2E52D592-3096-E145-849F-B34B037E5DB0}" dt="2023-04-04T05:05:04.818" v="642" actId="692"/>
        <pc:sldMkLst>
          <pc:docMk/>
          <pc:sldMk cId="2125619489" sldId="415"/>
        </pc:sldMkLst>
        <pc:spChg chg="mod">
          <ac:chgData name="Fei Zheng" userId="d19317889db4c986" providerId="LiveId" clId="{2E52D592-3096-E145-849F-B34B037E5DB0}" dt="2023-04-04T05:04:59.546" v="641" actId="207"/>
          <ac:spMkLst>
            <pc:docMk/>
            <pc:sldMk cId="2125619489" sldId="415"/>
            <ac:spMk id="2" creationId="{73B5A6D8-2B18-D363-6371-DD612D4FC8E1}"/>
          </ac:spMkLst>
        </pc:spChg>
        <pc:cxnChg chg="mod">
          <ac:chgData name="Fei Zheng" userId="d19317889db4c986" providerId="LiveId" clId="{2E52D592-3096-E145-849F-B34B037E5DB0}" dt="2023-04-04T05:05:04.818" v="642" actId="692"/>
          <ac:cxnSpMkLst>
            <pc:docMk/>
            <pc:sldMk cId="2125619489" sldId="415"/>
            <ac:cxnSpMk id="3" creationId="{5A16D203-BE34-4A95-A216-8843678D107F}"/>
          </ac:cxnSpMkLst>
        </pc:cxnChg>
      </pc:sldChg>
      <pc:sldChg chg="del">
        <pc:chgData name="Fei Zheng" userId="d19317889db4c986" providerId="LiveId" clId="{2E52D592-3096-E145-849F-B34B037E5DB0}" dt="2023-04-04T05:06:52.118" v="656" actId="2696"/>
        <pc:sldMkLst>
          <pc:docMk/>
          <pc:sldMk cId="1938112062" sldId="416"/>
        </pc:sldMkLst>
      </pc:sldChg>
      <pc:sldChg chg="addSp delSp modSp add del mod">
        <pc:chgData name="Fei Zheng" userId="d19317889db4c986" providerId="LiveId" clId="{2E52D592-3096-E145-849F-B34B037E5DB0}" dt="2023-04-04T05:10:59.178" v="701" actId="2696"/>
        <pc:sldMkLst>
          <pc:docMk/>
          <pc:sldMk cId="1941028043" sldId="416"/>
        </pc:sldMkLst>
        <pc:spChg chg="del">
          <ac:chgData name="Fei Zheng" userId="d19317889db4c986" providerId="LiveId" clId="{2E52D592-3096-E145-849F-B34B037E5DB0}" dt="2023-04-04T05:08:27.360" v="687" actId="478"/>
          <ac:spMkLst>
            <pc:docMk/>
            <pc:sldMk cId="1941028043" sldId="416"/>
            <ac:spMk id="2" creationId="{7D0A4DED-8DDC-1E55-8A7A-12BA32BE05C0}"/>
          </ac:spMkLst>
        </pc:spChg>
        <pc:spChg chg="add mod">
          <ac:chgData name="Fei Zheng" userId="d19317889db4c986" providerId="LiveId" clId="{2E52D592-3096-E145-849F-B34B037E5DB0}" dt="2023-04-04T05:07:06.041" v="658"/>
          <ac:spMkLst>
            <pc:docMk/>
            <pc:sldMk cId="1941028043" sldId="416"/>
            <ac:spMk id="4" creationId="{D2C03F16-548B-3658-761F-30B9938285BB}"/>
          </ac:spMkLst>
        </pc:spChg>
        <pc:spChg chg="del">
          <ac:chgData name="Fei Zheng" userId="d19317889db4c986" providerId="LiveId" clId="{2E52D592-3096-E145-849F-B34B037E5DB0}" dt="2023-04-04T05:09:01.642" v="693" actId="478"/>
          <ac:spMkLst>
            <pc:docMk/>
            <pc:sldMk cId="1941028043" sldId="416"/>
            <ac:spMk id="5" creationId="{2C520F68-2AB9-6CEC-ADDA-CC1D26B1EEB1}"/>
          </ac:spMkLst>
        </pc:spChg>
        <pc:spChg chg="add mod">
          <ac:chgData name="Fei Zheng" userId="d19317889db4c986" providerId="LiveId" clId="{2E52D592-3096-E145-849F-B34B037E5DB0}" dt="2023-04-04T05:08:35.186" v="692" actId="20577"/>
          <ac:spMkLst>
            <pc:docMk/>
            <pc:sldMk cId="1941028043" sldId="416"/>
            <ac:spMk id="7" creationId="{283C007A-32CA-DF75-60AF-090EEBF65305}"/>
          </ac:spMkLst>
        </pc:spChg>
        <pc:spChg chg="add mod">
          <ac:chgData name="Fei Zheng" userId="d19317889db4c986" providerId="LiveId" clId="{2E52D592-3096-E145-849F-B34B037E5DB0}" dt="2023-04-04T05:09:02.146" v="694"/>
          <ac:spMkLst>
            <pc:docMk/>
            <pc:sldMk cId="1941028043" sldId="416"/>
            <ac:spMk id="8" creationId="{84864850-1398-6694-CB81-846D237D77BC}"/>
          </ac:spMkLst>
        </pc:spChg>
        <pc:cxnChg chg="del">
          <ac:chgData name="Fei Zheng" userId="d19317889db4c986" providerId="LiveId" clId="{2E52D592-3096-E145-849F-B34B037E5DB0}" dt="2023-04-04T05:08:28.849" v="688" actId="478"/>
          <ac:cxnSpMkLst>
            <pc:docMk/>
            <pc:sldMk cId="1941028043" sldId="416"/>
            <ac:cxnSpMk id="3" creationId="{593D7442-E3C7-F611-6009-19062FAF7EFD}"/>
          </ac:cxnSpMkLst>
        </pc:cxnChg>
        <pc:cxnChg chg="add mod">
          <ac:chgData name="Fei Zheng" userId="d19317889db4c986" providerId="LiveId" clId="{2E52D592-3096-E145-849F-B34B037E5DB0}" dt="2023-04-04T05:08:33.540" v="690" actId="167"/>
          <ac:cxnSpMkLst>
            <pc:docMk/>
            <pc:sldMk cId="1941028043" sldId="416"/>
            <ac:cxnSpMk id="6" creationId="{C3565373-AE41-438D-426C-19915019A8FE}"/>
          </ac:cxnSpMkLst>
        </pc:cxnChg>
      </pc:sldChg>
      <pc:sldChg chg="modSp add mod">
        <pc:chgData name="Fei Zheng" userId="d19317889db4c986" providerId="LiveId" clId="{2E52D592-3096-E145-849F-B34B037E5DB0}" dt="2023-04-06T05:53:41.937" v="1055" actId="20577"/>
        <pc:sldMkLst>
          <pc:docMk/>
          <pc:sldMk cId="2205771906" sldId="416"/>
        </pc:sldMkLst>
        <pc:spChg chg="mod">
          <ac:chgData name="Fei Zheng" userId="d19317889db4c986" providerId="LiveId" clId="{2E52D592-3096-E145-849F-B34B037E5DB0}" dt="2023-04-06T05:53:41.937" v="1055" actId="20577"/>
          <ac:spMkLst>
            <pc:docMk/>
            <pc:sldMk cId="2205771906" sldId="416"/>
            <ac:spMk id="7" creationId="{283C007A-32CA-DF75-60AF-090EEBF65305}"/>
          </ac:spMkLst>
        </pc:spChg>
      </pc:sldChg>
      <pc:sldChg chg="addSp delSp modSp add mod">
        <pc:chgData name="Fei Zheng" userId="d19317889db4c986" providerId="LiveId" clId="{2E52D592-3096-E145-849F-B34B037E5DB0}" dt="2023-04-06T05:53:44.782" v="1057" actId="20577"/>
        <pc:sldMkLst>
          <pc:docMk/>
          <pc:sldMk cId="761413451" sldId="417"/>
        </pc:sldMkLst>
        <pc:spChg chg="del">
          <ac:chgData name="Fei Zheng" userId="d19317889db4c986" providerId="LiveId" clId="{2E52D592-3096-E145-849F-B34B037E5DB0}" dt="2023-04-04T05:11:22.875" v="703" actId="478"/>
          <ac:spMkLst>
            <pc:docMk/>
            <pc:sldMk cId="761413451" sldId="417"/>
            <ac:spMk id="13" creationId="{41D94E34-C9C1-5FF8-EFB0-95670BDB38E6}"/>
          </ac:spMkLst>
        </pc:spChg>
        <pc:spChg chg="add mod">
          <ac:chgData name="Fei Zheng" userId="d19317889db4c986" providerId="LiveId" clId="{2E52D592-3096-E145-849F-B34B037E5DB0}" dt="2023-04-06T05:53:44.782" v="1057" actId="20577"/>
          <ac:spMkLst>
            <pc:docMk/>
            <pc:sldMk cId="761413451" sldId="417"/>
            <ac:spMk id="18" creationId="{17CE7B47-2297-ACC4-E948-F9A3C67FE368}"/>
          </ac:spMkLst>
        </pc:spChg>
        <pc:cxnChg chg="del">
          <ac:chgData name="Fei Zheng" userId="d19317889db4c986" providerId="LiveId" clId="{2E52D592-3096-E145-849F-B34B037E5DB0}" dt="2023-04-04T05:11:24.252" v="704" actId="478"/>
          <ac:cxnSpMkLst>
            <pc:docMk/>
            <pc:sldMk cId="761413451" sldId="417"/>
            <ac:cxnSpMk id="16" creationId="{C630FD20-E4DD-A936-3EDD-9D7B1CB91FC5}"/>
          </ac:cxnSpMkLst>
        </pc:cxnChg>
        <pc:cxnChg chg="add mod">
          <ac:chgData name="Fei Zheng" userId="d19317889db4c986" providerId="LiveId" clId="{2E52D592-3096-E145-849F-B34B037E5DB0}" dt="2023-04-04T05:11:30.205" v="706" actId="167"/>
          <ac:cxnSpMkLst>
            <pc:docMk/>
            <pc:sldMk cId="761413451" sldId="417"/>
            <ac:cxnSpMk id="17" creationId="{F2A51E10-F36B-388B-6F19-B108276AD757}"/>
          </ac:cxnSpMkLst>
        </pc:cxnChg>
      </pc:sldChg>
      <pc:sldChg chg="del">
        <pc:chgData name="Fei Zheng" userId="d19317889db4c986" providerId="LiveId" clId="{2E52D592-3096-E145-849F-B34B037E5DB0}" dt="2023-04-04T05:06:52.118" v="656" actId="2696"/>
        <pc:sldMkLst>
          <pc:docMk/>
          <pc:sldMk cId="1395355874" sldId="417"/>
        </pc:sldMkLst>
      </pc:sldChg>
      <pc:sldChg chg="addSp modSp add del">
        <pc:chgData name="Fei Zheng" userId="d19317889db4c986" providerId="LiveId" clId="{2E52D592-3096-E145-849F-B34B037E5DB0}" dt="2023-04-04T05:10:59.178" v="701" actId="2696"/>
        <pc:sldMkLst>
          <pc:docMk/>
          <pc:sldMk cId="1906422578" sldId="417"/>
        </pc:sldMkLst>
        <pc:spChg chg="add mod">
          <ac:chgData name="Fei Zheng" userId="d19317889db4c986" providerId="LiveId" clId="{2E52D592-3096-E145-849F-B34B037E5DB0}" dt="2023-04-04T05:07:08.459" v="659"/>
          <ac:spMkLst>
            <pc:docMk/>
            <pc:sldMk cId="1906422578" sldId="417"/>
            <ac:spMk id="15" creationId="{1F9FD487-501D-279E-D6AC-9C5CA40BABFF}"/>
          </ac:spMkLst>
        </pc:spChg>
      </pc:sldChg>
      <pc:sldChg chg="addSp delSp modSp mod">
        <pc:chgData name="Fei Zheng" userId="d19317889db4c986" providerId="LiveId" clId="{2E52D592-3096-E145-849F-B34B037E5DB0}" dt="2023-04-06T05:41:19.326" v="872" actId="1076"/>
        <pc:sldMkLst>
          <pc:docMk/>
          <pc:sldMk cId="0" sldId="418"/>
        </pc:sldMkLst>
        <pc:spChg chg="del">
          <ac:chgData name="Fei Zheng" userId="d19317889db4c986" providerId="LiveId" clId="{2E52D592-3096-E145-849F-B34B037E5DB0}" dt="2023-04-04T04:52:26.091" v="415" actId="478"/>
          <ac:spMkLst>
            <pc:docMk/>
            <pc:sldMk cId="0" sldId="418"/>
            <ac:spMk id="2" creationId="{CB7B9E5E-1E02-8553-3201-9D08953E21F7}"/>
          </ac:spMkLst>
        </pc:spChg>
        <pc:spChg chg="add mod">
          <ac:chgData name="Fei Zheng" userId="d19317889db4c986" providerId="LiveId" clId="{2E52D592-3096-E145-849F-B34B037E5DB0}" dt="2023-04-04T04:52:28.564" v="418" actId="20577"/>
          <ac:spMkLst>
            <pc:docMk/>
            <pc:sldMk cId="0" sldId="418"/>
            <ac:spMk id="4" creationId="{900ED69C-2DE0-6813-D2C2-07241305DAB2}"/>
          </ac:spMkLst>
        </pc:spChg>
        <pc:spChg chg="add mod">
          <ac:chgData name="Fei Zheng" userId="d19317889db4c986" providerId="LiveId" clId="{2E52D592-3096-E145-849F-B34B037E5DB0}" dt="2023-04-04T04:52:43.870" v="419"/>
          <ac:spMkLst>
            <pc:docMk/>
            <pc:sldMk cId="0" sldId="418"/>
            <ac:spMk id="5" creationId="{73BC9152-AC08-F0D6-1518-AC86A9F1727F}"/>
          </ac:spMkLst>
        </pc:spChg>
        <pc:spChg chg="mod">
          <ac:chgData name="Fei Zheng" userId="d19317889db4c986" providerId="LiveId" clId="{2E52D592-3096-E145-849F-B34B037E5DB0}" dt="2023-04-06T05:41:19.326" v="872" actId="1076"/>
          <ac:spMkLst>
            <pc:docMk/>
            <pc:sldMk cId="0" sldId="418"/>
            <ac:spMk id="6153" creationId="{55756C74-5EC1-1148-AEC0-C09C45B65A72}"/>
          </ac:spMkLst>
        </pc:spChg>
        <pc:spChg chg="mod">
          <ac:chgData name="Fei Zheng" userId="d19317889db4c986" providerId="LiveId" clId="{2E52D592-3096-E145-849F-B34B037E5DB0}" dt="2023-04-06T05:41:19.326" v="872" actId="1076"/>
          <ac:spMkLst>
            <pc:docMk/>
            <pc:sldMk cId="0" sldId="418"/>
            <ac:spMk id="6154" creationId="{401C3A8C-3D86-2346-9E37-C2970DEDE9E8}"/>
          </ac:spMkLst>
        </pc:spChg>
        <pc:spChg chg="mod">
          <ac:chgData name="Fei Zheng" userId="d19317889db4c986" providerId="LiveId" clId="{2E52D592-3096-E145-849F-B34B037E5DB0}" dt="2023-04-06T05:41:19.326" v="872" actId="1076"/>
          <ac:spMkLst>
            <pc:docMk/>
            <pc:sldMk cId="0" sldId="418"/>
            <ac:spMk id="6155" creationId="{6C42F45D-4515-5E45-97A7-922689416595}"/>
          </ac:spMkLst>
        </pc:spChg>
        <pc:spChg chg="mod">
          <ac:chgData name="Fei Zheng" userId="d19317889db4c986" providerId="LiveId" clId="{2E52D592-3096-E145-849F-B34B037E5DB0}" dt="2023-04-06T05:41:19.326" v="872" actId="1076"/>
          <ac:spMkLst>
            <pc:docMk/>
            <pc:sldMk cId="0" sldId="418"/>
            <ac:spMk id="6156" creationId="{45E5DDA6-B563-5845-AFA6-64423F939BE9}"/>
          </ac:spMkLst>
        </pc:spChg>
        <pc:spChg chg="mod">
          <ac:chgData name="Fei Zheng" userId="d19317889db4c986" providerId="LiveId" clId="{2E52D592-3096-E145-849F-B34B037E5DB0}" dt="2023-04-06T05:41:19.326" v="872" actId="1076"/>
          <ac:spMkLst>
            <pc:docMk/>
            <pc:sldMk cId="0" sldId="418"/>
            <ac:spMk id="6157" creationId="{8568B9A2-946F-0B4A-851A-91748ED41789}"/>
          </ac:spMkLst>
        </pc:spChg>
        <pc:spChg chg="mod">
          <ac:chgData name="Fei Zheng" userId="d19317889db4c986" providerId="LiveId" clId="{2E52D592-3096-E145-849F-B34B037E5DB0}" dt="2023-04-06T05:41:19.326" v="872" actId="1076"/>
          <ac:spMkLst>
            <pc:docMk/>
            <pc:sldMk cId="0" sldId="418"/>
            <ac:spMk id="6158" creationId="{35C75F68-AC0E-5D4E-B912-C17EE393DE4A}"/>
          </ac:spMkLst>
        </pc:spChg>
        <pc:spChg chg="mod">
          <ac:chgData name="Fei Zheng" userId="d19317889db4c986" providerId="LiveId" clId="{2E52D592-3096-E145-849F-B34B037E5DB0}" dt="2023-04-06T05:41:19.326" v="872" actId="1076"/>
          <ac:spMkLst>
            <pc:docMk/>
            <pc:sldMk cId="0" sldId="418"/>
            <ac:spMk id="6159" creationId="{0453FD56-4C52-C849-9C1A-F7ABF368A5B7}"/>
          </ac:spMkLst>
        </pc:spChg>
        <pc:spChg chg="mod">
          <ac:chgData name="Fei Zheng" userId="d19317889db4c986" providerId="LiveId" clId="{2E52D592-3096-E145-849F-B34B037E5DB0}" dt="2023-04-06T05:41:19.326" v="872" actId="1076"/>
          <ac:spMkLst>
            <pc:docMk/>
            <pc:sldMk cId="0" sldId="418"/>
            <ac:spMk id="6160" creationId="{800F6B57-E50D-6B49-ACD8-8EADF1ACEE4C}"/>
          </ac:spMkLst>
        </pc:spChg>
        <pc:spChg chg="mod">
          <ac:chgData name="Fei Zheng" userId="d19317889db4c986" providerId="LiveId" clId="{2E52D592-3096-E145-849F-B34B037E5DB0}" dt="2023-04-06T05:41:19.326" v="872" actId="1076"/>
          <ac:spMkLst>
            <pc:docMk/>
            <pc:sldMk cId="0" sldId="418"/>
            <ac:spMk id="6161" creationId="{2A00150E-05F5-4149-A0FA-ABF949837CE5}"/>
          </ac:spMkLst>
        </pc:spChg>
        <pc:spChg chg="mod">
          <ac:chgData name="Fei Zheng" userId="d19317889db4c986" providerId="LiveId" clId="{2E52D592-3096-E145-849F-B34B037E5DB0}" dt="2023-04-06T05:41:19.326" v="872" actId="1076"/>
          <ac:spMkLst>
            <pc:docMk/>
            <pc:sldMk cId="0" sldId="418"/>
            <ac:spMk id="6162" creationId="{23A50D82-B4BF-1F45-B759-C81F12BA99E1}"/>
          </ac:spMkLst>
        </pc:spChg>
        <pc:spChg chg="mod">
          <ac:chgData name="Fei Zheng" userId="d19317889db4c986" providerId="LiveId" clId="{2E52D592-3096-E145-849F-B34B037E5DB0}" dt="2023-04-04T04:48:12.803" v="360"/>
          <ac:spMkLst>
            <pc:docMk/>
            <pc:sldMk cId="0" sldId="418"/>
            <ac:spMk id="57357" creationId="{F87949BF-B369-3F46-9727-9356695E8279}"/>
          </ac:spMkLst>
        </pc:spChg>
        <pc:grpChg chg="mod">
          <ac:chgData name="Fei Zheng" userId="d19317889db4c986" providerId="LiveId" clId="{2E52D592-3096-E145-849F-B34B037E5DB0}" dt="2023-04-06T05:41:19.326" v="872" actId="1076"/>
          <ac:grpSpMkLst>
            <pc:docMk/>
            <pc:sldMk cId="0" sldId="418"/>
            <ac:grpSpMk id="57361" creationId="{8A06A5CF-98D5-6347-9986-3B20A6A103D2}"/>
          </ac:grpSpMkLst>
        </pc:grpChg>
        <pc:cxnChg chg="mod">
          <ac:chgData name="Fei Zheng" userId="d19317889db4c986" providerId="LiveId" clId="{2E52D592-3096-E145-849F-B34B037E5DB0}" dt="2023-04-04T05:04:08.254" v="631" actId="692"/>
          <ac:cxnSpMkLst>
            <pc:docMk/>
            <pc:sldMk cId="0" sldId="418"/>
            <ac:cxnSpMk id="3" creationId="{FC6ABBEF-4C5E-0FC7-4961-20640ED7B379}"/>
          </ac:cxnSpMkLst>
        </pc:cxnChg>
      </pc:sldChg>
      <pc:sldChg chg="delSp del mod">
        <pc:chgData name="Fei Zheng" userId="d19317889db4c986" providerId="LiveId" clId="{2E52D592-3096-E145-849F-B34B037E5DB0}" dt="2023-04-04T04:34:45.502" v="314" actId="2696"/>
        <pc:sldMkLst>
          <pc:docMk/>
          <pc:sldMk cId="398862953" sldId="436"/>
        </pc:sldMkLst>
        <pc:spChg chg="del">
          <ac:chgData name="Fei Zheng" userId="d19317889db4c986" providerId="LiveId" clId="{2E52D592-3096-E145-849F-B34B037E5DB0}" dt="2023-04-04T04:26:13.241" v="227" actId="21"/>
          <ac:spMkLst>
            <pc:docMk/>
            <pc:sldMk cId="398862953" sldId="436"/>
            <ac:spMk id="2" creationId="{28360B5C-F593-CA9D-6B0B-AC1B546BC537}"/>
          </ac:spMkLst>
        </pc:spChg>
      </pc:sldChg>
      <pc:sldChg chg="addSp delSp modSp add mod modAnim">
        <pc:chgData name="Fei Zheng" userId="d19317889db4c986" providerId="LiveId" clId="{2E52D592-3096-E145-849F-B34B037E5DB0}" dt="2023-04-06T05:31:55.590" v="839" actId="1076"/>
        <pc:sldMkLst>
          <pc:docMk/>
          <pc:sldMk cId="2657627423" sldId="439"/>
        </pc:sldMkLst>
        <pc:spChg chg="add del mod">
          <ac:chgData name="Fei Zheng" userId="d19317889db4c986" providerId="LiveId" clId="{2E52D592-3096-E145-849F-B34B037E5DB0}" dt="2023-04-04T04:34:20.727" v="311" actId="478"/>
          <ac:spMkLst>
            <pc:docMk/>
            <pc:sldMk cId="2657627423" sldId="439"/>
            <ac:spMk id="2" creationId="{2CA91D8E-E2C4-CF4E-F03A-15A5750B249E}"/>
          </ac:spMkLst>
        </pc:spChg>
        <pc:spChg chg="add mod">
          <ac:chgData name="Fei Zheng" userId="d19317889db4c986" providerId="LiveId" clId="{2E52D592-3096-E145-849F-B34B037E5DB0}" dt="2023-04-06T05:31:21.863" v="835"/>
          <ac:spMkLst>
            <pc:docMk/>
            <pc:sldMk cId="2657627423" sldId="439"/>
            <ac:spMk id="3" creationId="{168F9FED-D35F-79DA-2990-8AE938FFFF90}"/>
          </ac:spMkLst>
        </pc:spChg>
        <pc:spChg chg="add mod">
          <ac:chgData name="Fei Zheng" userId="d19317889db4c986" providerId="LiveId" clId="{2E52D592-3096-E145-849F-B34B037E5DB0}" dt="2023-04-06T05:31:21.863" v="835"/>
          <ac:spMkLst>
            <pc:docMk/>
            <pc:sldMk cId="2657627423" sldId="439"/>
            <ac:spMk id="4" creationId="{040F39E9-3A0E-C525-308C-23AEF9FEC4FE}"/>
          </ac:spMkLst>
        </pc:spChg>
        <pc:spChg chg="add mod">
          <ac:chgData name="Fei Zheng" userId="d19317889db4c986" providerId="LiveId" clId="{2E52D592-3096-E145-849F-B34B037E5DB0}" dt="2023-04-06T05:31:21.863" v="835"/>
          <ac:spMkLst>
            <pc:docMk/>
            <pc:sldMk cId="2657627423" sldId="439"/>
            <ac:spMk id="7" creationId="{5BA41B3C-9675-52B2-E549-36E1EF87CEF9}"/>
          </ac:spMkLst>
        </pc:spChg>
        <pc:spChg chg="add mod">
          <ac:chgData name="Fei Zheng" userId="d19317889db4c986" providerId="LiveId" clId="{2E52D592-3096-E145-849F-B34B037E5DB0}" dt="2023-04-06T05:31:21.863" v="835"/>
          <ac:spMkLst>
            <pc:docMk/>
            <pc:sldMk cId="2657627423" sldId="439"/>
            <ac:spMk id="8" creationId="{C869786B-6532-D763-056A-15B51EBBF64A}"/>
          </ac:spMkLst>
        </pc:spChg>
        <pc:spChg chg="del mod">
          <ac:chgData name="Fei Zheng" userId="d19317889db4c986" providerId="LiveId" clId="{2E52D592-3096-E145-849F-B34B037E5DB0}" dt="2023-04-04T04:34:18.104" v="310" actId="478"/>
          <ac:spMkLst>
            <pc:docMk/>
            <pc:sldMk cId="2657627423" sldId="439"/>
            <ac:spMk id="11" creationId="{A5F30993-D5E4-453E-86FB-51331B7810BE}"/>
          </ac:spMkLst>
        </pc:spChg>
        <pc:spChg chg="del">
          <ac:chgData name="Fei Zheng" userId="d19317889db4c986" providerId="LiveId" clId="{2E52D592-3096-E145-849F-B34B037E5DB0}" dt="2023-04-04T04:25:55.865" v="223" actId="478"/>
          <ac:spMkLst>
            <pc:docMk/>
            <pc:sldMk cId="2657627423" sldId="439"/>
            <ac:spMk id="12" creationId="{04847B3D-B81E-42E8-99CB-ECF237918E6B}"/>
          </ac:spMkLst>
        </pc:spChg>
        <pc:spChg chg="del">
          <ac:chgData name="Fei Zheng" userId="d19317889db4c986" providerId="LiveId" clId="{2E52D592-3096-E145-849F-B34B037E5DB0}" dt="2023-04-04T04:25:55.865" v="223" actId="478"/>
          <ac:spMkLst>
            <pc:docMk/>
            <pc:sldMk cId="2657627423" sldId="439"/>
            <ac:spMk id="13" creationId="{677A40D1-346B-405E-AF1D-26629E7DB444}"/>
          </ac:spMkLst>
        </pc:spChg>
        <pc:graphicFrameChg chg="add mod">
          <ac:chgData name="Fei Zheng" userId="d19317889db4c986" providerId="LiveId" clId="{2E52D592-3096-E145-849F-B34B037E5DB0}" dt="2023-04-06T05:31:21.863" v="835"/>
          <ac:graphicFrameMkLst>
            <pc:docMk/>
            <pc:sldMk cId="2657627423" sldId="439"/>
            <ac:graphicFrameMk id="2" creationId="{B72FAAB2-9221-A6A9-0481-F51914C2268F}"/>
          </ac:graphicFrameMkLst>
        </pc:graphicFrameChg>
        <pc:graphicFrameChg chg="add mod">
          <ac:chgData name="Fei Zheng" userId="d19317889db4c986" providerId="LiveId" clId="{2E52D592-3096-E145-849F-B34B037E5DB0}" dt="2023-04-06T05:31:32.673" v="836" actId="1076"/>
          <ac:graphicFrameMkLst>
            <pc:docMk/>
            <pc:sldMk cId="2657627423" sldId="439"/>
            <ac:graphicFrameMk id="6" creationId="{61273D21-A56D-CA4A-FFD0-D3A70A1FFD49}"/>
          </ac:graphicFrameMkLst>
        </pc:graphicFrameChg>
        <pc:graphicFrameChg chg="add mod">
          <ac:chgData name="Fei Zheng" userId="d19317889db4c986" providerId="LiveId" clId="{2E52D592-3096-E145-849F-B34B037E5DB0}" dt="2023-04-04T04:30:20.911" v="249"/>
          <ac:graphicFrameMkLst>
            <pc:docMk/>
            <pc:sldMk cId="2657627423" sldId="439"/>
            <ac:graphicFrameMk id="7" creationId="{6E127C25-1C69-7D79-FC1B-1D39D673DF1E}"/>
          </ac:graphicFrameMkLst>
        </pc:graphicFrameChg>
        <pc:graphicFrameChg chg="add del mod">
          <ac:chgData name="Fei Zheng" userId="d19317889db4c986" providerId="LiveId" clId="{2E52D592-3096-E145-849F-B34B037E5DB0}" dt="2023-04-04T04:31:00.781" v="253" actId="478"/>
          <ac:graphicFrameMkLst>
            <pc:docMk/>
            <pc:sldMk cId="2657627423" sldId="439"/>
            <ac:graphicFrameMk id="8" creationId="{07FCEAB1-F9D6-0E26-7CF0-CC26198EF10F}"/>
          </ac:graphicFrameMkLst>
        </pc:graphicFrameChg>
        <pc:picChg chg="add del mod">
          <ac:chgData name="Fei Zheng" userId="d19317889db4c986" providerId="LiveId" clId="{2E52D592-3096-E145-849F-B34B037E5DB0}" dt="2023-04-04T04:30:10.477" v="248"/>
          <ac:picMkLst>
            <pc:docMk/>
            <pc:sldMk cId="2657627423" sldId="439"/>
            <ac:picMk id="3" creationId="{21AB8C77-C475-F219-9A7A-4678B3918BD4}"/>
          </ac:picMkLst>
        </pc:picChg>
        <pc:picChg chg="add del mod">
          <ac:chgData name="Fei Zheng" userId="d19317889db4c986" providerId="LiveId" clId="{2E52D592-3096-E145-849F-B34B037E5DB0}" dt="2023-04-04T04:30:10.477" v="248"/>
          <ac:picMkLst>
            <pc:docMk/>
            <pc:sldMk cId="2657627423" sldId="439"/>
            <ac:picMk id="4" creationId="{4039569F-AB1E-AAF1-28DC-3DBBA2ADC7F2}"/>
          </ac:picMkLst>
        </pc:picChg>
        <pc:picChg chg="add del mod">
          <ac:chgData name="Fei Zheng" userId="d19317889db4c986" providerId="LiveId" clId="{2E52D592-3096-E145-849F-B34B037E5DB0}" dt="2023-04-06T05:31:20.753" v="834" actId="478"/>
          <ac:picMkLst>
            <pc:docMk/>
            <pc:sldMk cId="2657627423" sldId="439"/>
            <ac:picMk id="5" creationId="{C3954967-6CF0-992E-2C6F-EC3E1D08941A}"/>
          </ac:picMkLst>
        </pc:picChg>
        <pc:picChg chg="add mod">
          <ac:chgData name="Fei Zheng" userId="d19317889db4c986" providerId="LiveId" clId="{2E52D592-3096-E145-849F-B34B037E5DB0}" dt="2023-04-06T05:31:55.590" v="839" actId="1076"/>
          <ac:picMkLst>
            <pc:docMk/>
            <pc:sldMk cId="2657627423" sldId="439"/>
            <ac:picMk id="9" creationId="{A3A9730B-5FC9-E430-B3F1-CF887EE6F6A1}"/>
          </ac:picMkLst>
        </pc:picChg>
      </pc:sldChg>
      <pc:sldChg chg="addSp modSp add mod modAnim">
        <pc:chgData name="Fei Zheng" userId="d19317889db4c986" providerId="LiveId" clId="{2E52D592-3096-E145-849F-B34B037E5DB0}" dt="2023-04-04T04:28:33.559" v="244"/>
        <pc:sldMkLst>
          <pc:docMk/>
          <pc:sldMk cId="1786557346" sldId="440"/>
        </pc:sldMkLst>
        <pc:spChg chg="mod">
          <ac:chgData name="Fei Zheng" userId="d19317889db4c986" providerId="LiveId" clId="{2E52D592-3096-E145-849F-B34B037E5DB0}" dt="2023-04-04T04:26:42.549" v="235" actId="207"/>
          <ac:spMkLst>
            <pc:docMk/>
            <pc:sldMk cId="1786557346" sldId="440"/>
            <ac:spMk id="2" creationId="{28360B5C-F593-CA9D-6B0B-AC1B546BC537}"/>
          </ac:spMkLst>
        </pc:spChg>
        <pc:picChg chg="add mod">
          <ac:chgData name="Fei Zheng" userId="d19317889db4c986" providerId="LiveId" clId="{2E52D592-3096-E145-849F-B34B037E5DB0}" dt="2023-04-04T04:28:30.175" v="243" actId="1440"/>
          <ac:picMkLst>
            <pc:docMk/>
            <pc:sldMk cId="1786557346" sldId="440"/>
            <ac:picMk id="4" creationId="{32D4E3FA-1FF6-B074-7982-139C942960FC}"/>
          </ac:picMkLst>
        </pc:picChg>
      </pc:sldChg>
      <pc:sldChg chg="addSp delSp modSp add mod delAnim modAnim">
        <pc:chgData name="Fei Zheng" userId="d19317889db4c986" providerId="LiveId" clId="{2E52D592-3096-E145-849F-B34B037E5DB0}" dt="2023-04-04T05:03:16.646" v="622" actId="207"/>
        <pc:sldMkLst>
          <pc:docMk/>
          <pc:sldMk cId="1933896167" sldId="441"/>
        </pc:sldMkLst>
        <pc:spChg chg="mod">
          <ac:chgData name="Fei Zheng" userId="d19317889db4c986" providerId="LiveId" clId="{2E52D592-3096-E145-849F-B34B037E5DB0}" dt="2023-04-04T04:35:54.918" v="341" actId="255"/>
          <ac:spMkLst>
            <pc:docMk/>
            <pc:sldMk cId="1933896167" sldId="441"/>
            <ac:spMk id="2" creationId="{2CA91D8E-E2C4-CF4E-F03A-15A5750B249E}"/>
          </ac:spMkLst>
        </pc:spChg>
        <pc:spChg chg="add del mod">
          <ac:chgData name="Fei Zheng" userId="d19317889db4c986" providerId="LiveId" clId="{2E52D592-3096-E145-849F-B34B037E5DB0}" dt="2023-04-04T04:32:45.671" v="260"/>
          <ac:spMkLst>
            <pc:docMk/>
            <pc:sldMk cId="1933896167" sldId="441"/>
            <ac:spMk id="3" creationId="{2032F03C-45BC-768E-F943-37B26540EB18}"/>
          </ac:spMkLst>
        </pc:spChg>
        <pc:spChg chg="add del mod">
          <ac:chgData name="Fei Zheng" userId="d19317889db4c986" providerId="LiveId" clId="{2E52D592-3096-E145-849F-B34B037E5DB0}" dt="2023-04-04T04:32:45.671" v="260"/>
          <ac:spMkLst>
            <pc:docMk/>
            <pc:sldMk cId="1933896167" sldId="441"/>
            <ac:spMk id="4" creationId="{5AE11580-2A5D-DAE1-85B4-C096D2D93797}"/>
          </ac:spMkLst>
        </pc:spChg>
        <pc:spChg chg="add del mod">
          <ac:chgData name="Fei Zheng" userId="d19317889db4c986" providerId="LiveId" clId="{2E52D592-3096-E145-849F-B34B037E5DB0}" dt="2023-04-04T04:32:45.671" v="260"/>
          <ac:spMkLst>
            <pc:docMk/>
            <pc:sldMk cId="1933896167" sldId="441"/>
            <ac:spMk id="8" creationId="{54CEA85D-E8A8-3361-510E-CC241F354374}"/>
          </ac:spMkLst>
        </pc:spChg>
        <pc:spChg chg="add del mod">
          <ac:chgData name="Fei Zheng" userId="d19317889db4c986" providerId="LiveId" clId="{2E52D592-3096-E145-849F-B34B037E5DB0}" dt="2023-04-04T04:32:45.671" v="260"/>
          <ac:spMkLst>
            <pc:docMk/>
            <pc:sldMk cId="1933896167" sldId="441"/>
            <ac:spMk id="10" creationId="{08ADD1E2-77C9-C79D-AB1E-2B7D470566BA}"/>
          </ac:spMkLst>
        </pc:spChg>
        <pc:spChg chg="mod">
          <ac:chgData name="Fei Zheng" userId="d19317889db4c986" providerId="LiveId" clId="{2E52D592-3096-E145-849F-B34B037E5DB0}" dt="2023-04-04T05:03:16.646" v="622" actId="207"/>
          <ac:spMkLst>
            <pc:docMk/>
            <pc:sldMk cId="1933896167" sldId="441"/>
            <ac:spMk id="11" creationId="{A5F30993-D5E4-453E-86FB-51331B7810BE}"/>
          </ac:spMkLst>
        </pc:spChg>
        <pc:spChg chg="add del mod">
          <ac:chgData name="Fei Zheng" userId="d19317889db4c986" providerId="LiveId" clId="{2E52D592-3096-E145-849F-B34B037E5DB0}" dt="2023-04-04T04:32:45.671" v="260"/>
          <ac:spMkLst>
            <pc:docMk/>
            <pc:sldMk cId="1933896167" sldId="441"/>
            <ac:spMk id="12" creationId="{B76A2E18-42F4-3EFB-1081-38544152C58B}"/>
          </ac:spMkLst>
        </pc:spChg>
        <pc:spChg chg="add del mod">
          <ac:chgData name="Fei Zheng" userId="d19317889db4c986" providerId="LiveId" clId="{2E52D592-3096-E145-849F-B34B037E5DB0}" dt="2023-04-04T04:32:45.671" v="260"/>
          <ac:spMkLst>
            <pc:docMk/>
            <pc:sldMk cId="1933896167" sldId="441"/>
            <ac:spMk id="13" creationId="{5B64A81F-78EB-FFBE-62A3-6DF6F8ED46FF}"/>
          </ac:spMkLst>
        </pc:spChg>
        <pc:spChg chg="add del mod">
          <ac:chgData name="Fei Zheng" userId="d19317889db4c986" providerId="LiveId" clId="{2E52D592-3096-E145-849F-B34B037E5DB0}" dt="2023-04-04T04:32:45.671" v="260"/>
          <ac:spMkLst>
            <pc:docMk/>
            <pc:sldMk cId="1933896167" sldId="441"/>
            <ac:spMk id="14" creationId="{EF52A5BE-9536-8535-E4D4-E8A0F5008E1E}"/>
          </ac:spMkLst>
        </pc:spChg>
        <pc:spChg chg="add del mod">
          <ac:chgData name="Fei Zheng" userId="d19317889db4c986" providerId="LiveId" clId="{2E52D592-3096-E145-849F-B34B037E5DB0}" dt="2023-04-04T04:32:45.671" v="260"/>
          <ac:spMkLst>
            <pc:docMk/>
            <pc:sldMk cId="1933896167" sldId="441"/>
            <ac:spMk id="15" creationId="{055A75F2-4E19-1F29-8CD4-AB9C645389E9}"/>
          </ac:spMkLst>
        </pc:spChg>
        <pc:spChg chg="add del mod">
          <ac:chgData name="Fei Zheng" userId="d19317889db4c986" providerId="LiveId" clId="{2E52D592-3096-E145-849F-B34B037E5DB0}" dt="2023-04-04T04:32:45.671" v="260"/>
          <ac:spMkLst>
            <pc:docMk/>
            <pc:sldMk cId="1933896167" sldId="441"/>
            <ac:spMk id="16" creationId="{242C8663-A773-31B5-9A71-7B907FF40729}"/>
          </ac:spMkLst>
        </pc:spChg>
        <pc:spChg chg="add del mod">
          <ac:chgData name="Fei Zheng" userId="d19317889db4c986" providerId="LiveId" clId="{2E52D592-3096-E145-849F-B34B037E5DB0}" dt="2023-04-04T04:32:45.671" v="260"/>
          <ac:spMkLst>
            <pc:docMk/>
            <pc:sldMk cId="1933896167" sldId="441"/>
            <ac:spMk id="17" creationId="{9A922ED0-1FB6-CAD0-B407-FA1D59299611}"/>
          </ac:spMkLst>
        </pc:spChg>
        <pc:spChg chg="add del mod">
          <ac:chgData name="Fei Zheng" userId="d19317889db4c986" providerId="LiveId" clId="{2E52D592-3096-E145-849F-B34B037E5DB0}" dt="2023-04-04T04:32:45.671" v="260"/>
          <ac:spMkLst>
            <pc:docMk/>
            <pc:sldMk cId="1933896167" sldId="441"/>
            <ac:spMk id="18" creationId="{B4B8D47D-3F88-D24D-80DC-C848A490AC9C}"/>
          </ac:spMkLst>
        </pc:spChg>
        <pc:spChg chg="add mod">
          <ac:chgData name="Fei Zheng" userId="d19317889db4c986" providerId="LiveId" clId="{2E52D592-3096-E145-849F-B34B037E5DB0}" dt="2023-04-04T04:35:17.606" v="338" actId="1035"/>
          <ac:spMkLst>
            <pc:docMk/>
            <pc:sldMk cId="1933896167" sldId="441"/>
            <ac:spMk id="19" creationId="{59AEB43D-65E3-4482-C412-2CA3D22088B2}"/>
          </ac:spMkLst>
        </pc:spChg>
        <pc:spChg chg="add mod">
          <ac:chgData name="Fei Zheng" userId="d19317889db4c986" providerId="LiveId" clId="{2E52D592-3096-E145-849F-B34B037E5DB0}" dt="2023-04-04T04:35:17.606" v="338" actId="1035"/>
          <ac:spMkLst>
            <pc:docMk/>
            <pc:sldMk cId="1933896167" sldId="441"/>
            <ac:spMk id="20" creationId="{C4BE062D-245C-71F2-B6F5-011CEE7ECDB3}"/>
          </ac:spMkLst>
        </pc:spChg>
        <pc:spChg chg="add mod">
          <ac:chgData name="Fei Zheng" userId="d19317889db4c986" providerId="LiveId" clId="{2E52D592-3096-E145-849F-B34B037E5DB0}" dt="2023-04-04T04:35:17.606" v="338" actId="1035"/>
          <ac:spMkLst>
            <pc:docMk/>
            <pc:sldMk cId="1933896167" sldId="441"/>
            <ac:spMk id="21" creationId="{D610AE93-DC11-80AF-3173-99EEDBE8B163}"/>
          </ac:spMkLst>
        </pc:spChg>
        <pc:spChg chg="add mod">
          <ac:chgData name="Fei Zheng" userId="d19317889db4c986" providerId="LiveId" clId="{2E52D592-3096-E145-849F-B34B037E5DB0}" dt="2023-04-04T04:35:17.606" v="338" actId="1035"/>
          <ac:spMkLst>
            <pc:docMk/>
            <pc:sldMk cId="1933896167" sldId="441"/>
            <ac:spMk id="22" creationId="{663069D1-C168-9E72-C5CD-31330F1822C7}"/>
          </ac:spMkLst>
        </pc:spChg>
        <pc:spChg chg="add mod">
          <ac:chgData name="Fei Zheng" userId="d19317889db4c986" providerId="LiveId" clId="{2E52D592-3096-E145-849F-B34B037E5DB0}" dt="2023-04-04T04:35:17.606" v="338" actId="1035"/>
          <ac:spMkLst>
            <pc:docMk/>
            <pc:sldMk cId="1933896167" sldId="441"/>
            <ac:spMk id="23" creationId="{5D304C80-5E73-2C32-1341-CEEE180CB461}"/>
          </ac:spMkLst>
        </pc:spChg>
        <pc:spChg chg="add mod">
          <ac:chgData name="Fei Zheng" userId="d19317889db4c986" providerId="LiveId" clId="{2E52D592-3096-E145-849F-B34B037E5DB0}" dt="2023-04-04T04:35:17.606" v="338" actId="1035"/>
          <ac:spMkLst>
            <pc:docMk/>
            <pc:sldMk cId="1933896167" sldId="441"/>
            <ac:spMk id="24" creationId="{D061B333-2783-A013-F750-50F0D795390E}"/>
          </ac:spMkLst>
        </pc:spChg>
        <pc:spChg chg="add mod">
          <ac:chgData name="Fei Zheng" userId="d19317889db4c986" providerId="LiveId" clId="{2E52D592-3096-E145-849F-B34B037E5DB0}" dt="2023-04-04T04:35:17.606" v="338" actId="1035"/>
          <ac:spMkLst>
            <pc:docMk/>
            <pc:sldMk cId="1933896167" sldId="441"/>
            <ac:spMk id="25" creationId="{9E2B1CBE-3DB0-2C2E-E4CC-8F66B80D2380}"/>
          </ac:spMkLst>
        </pc:spChg>
        <pc:spChg chg="add mod">
          <ac:chgData name="Fei Zheng" userId="d19317889db4c986" providerId="LiveId" clId="{2E52D592-3096-E145-849F-B34B037E5DB0}" dt="2023-04-04T04:35:17.606" v="338" actId="1035"/>
          <ac:spMkLst>
            <pc:docMk/>
            <pc:sldMk cId="1933896167" sldId="441"/>
            <ac:spMk id="26" creationId="{BC50E5E4-75E3-AA19-E883-E8400B2B3155}"/>
          </ac:spMkLst>
        </pc:spChg>
        <pc:spChg chg="add mod">
          <ac:chgData name="Fei Zheng" userId="d19317889db4c986" providerId="LiveId" clId="{2E52D592-3096-E145-849F-B34B037E5DB0}" dt="2023-04-04T04:35:17.606" v="338" actId="1035"/>
          <ac:spMkLst>
            <pc:docMk/>
            <pc:sldMk cId="1933896167" sldId="441"/>
            <ac:spMk id="27" creationId="{3A873032-92EE-1C59-1D99-AC79E08D8E17}"/>
          </ac:spMkLst>
        </pc:spChg>
        <pc:spChg chg="add mod">
          <ac:chgData name="Fei Zheng" userId="d19317889db4c986" providerId="LiveId" clId="{2E52D592-3096-E145-849F-B34B037E5DB0}" dt="2023-04-04T04:35:17.606" v="338" actId="1035"/>
          <ac:spMkLst>
            <pc:docMk/>
            <pc:sldMk cId="1933896167" sldId="441"/>
            <ac:spMk id="28" creationId="{2B425FDE-1AE6-F6A0-E2B5-F6C81D93F938}"/>
          </ac:spMkLst>
        </pc:spChg>
        <pc:spChg chg="add del mod">
          <ac:chgData name="Fei Zheng" userId="d19317889db4c986" providerId="LiveId" clId="{2E52D592-3096-E145-849F-B34B037E5DB0}" dt="2023-04-04T04:34:06.810" v="308" actId="478"/>
          <ac:spMkLst>
            <pc:docMk/>
            <pc:sldMk cId="1933896167" sldId="441"/>
            <ac:spMk id="29" creationId="{D5F47819-357B-3BC9-CA8E-25F5404A9D2B}"/>
          </ac:spMkLst>
        </pc:spChg>
        <pc:spChg chg="add del mod">
          <ac:chgData name="Fei Zheng" userId="d19317889db4c986" providerId="LiveId" clId="{2E52D592-3096-E145-849F-B34B037E5DB0}" dt="2023-04-04T04:33:32.349" v="268"/>
          <ac:spMkLst>
            <pc:docMk/>
            <pc:sldMk cId="1933896167" sldId="441"/>
            <ac:spMk id="30" creationId="{363F974C-7028-B4C6-DA7F-703E02C03BF6}"/>
          </ac:spMkLst>
        </pc:spChg>
        <pc:spChg chg="add del mod">
          <ac:chgData name="Fei Zheng" userId="d19317889db4c986" providerId="LiveId" clId="{2E52D592-3096-E145-849F-B34B037E5DB0}" dt="2023-04-04T04:33:32.349" v="268"/>
          <ac:spMkLst>
            <pc:docMk/>
            <pc:sldMk cId="1933896167" sldId="441"/>
            <ac:spMk id="31" creationId="{4B1034B2-5500-F868-FA70-F2C884824054}"/>
          </ac:spMkLst>
        </pc:spChg>
        <pc:spChg chg="add del mod">
          <ac:chgData name="Fei Zheng" userId="d19317889db4c986" providerId="LiveId" clId="{2E52D592-3096-E145-849F-B34B037E5DB0}" dt="2023-04-04T04:33:32.349" v="268"/>
          <ac:spMkLst>
            <pc:docMk/>
            <pc:sldMk cId="1933896167" sldId="441"/>
            <ac:spMk id="32" creationId="{79141E53-0945-6352-E6FE-785177B44128}"/>
          </ac:spMkLst>
        </pc:spChg>
        <pc:spChg chg="add del mod">
          <ac:chgData name="Fei Zheng" userId="d19317889db4c986" providerId="LiveId" clId="{2E52D592-3096-E145-849F-B34B037E5DB0}" dt="2023-04-04T04:33:32.349" v="268"/>
          <ac:spMkLst>
            <pc:docMk/>
            <pc:sldMk cId="1933896167" sldId="441"/>
            <ac:spMk id="33" creationId="{E4BBD8B9-5EA9-BBF3-9F51-4401401E5DEB}"/>
          </ac:spMkLst>
        </pc:spChg>
        <pc:spChg chg="add del mod">
          <ac:chgData name="Fei Zheng" userId="d19317889db4c986" providerId="LiveId" clId="{2E52D592-3096-E145-849F-B34B037E5DB0}" dt="2023-04-04T04:33:32.349" v="268"/>
          <ac:spMkLst>
            <pc:docMk/>
            <pc:sldMk cId="1933896167" sldId="441"/>
            <ac:spMk id="34" creationId="{BA209E5A-1D37-1F5F-1955-97296A98A1A0}"/>
          </ac:spMkLst>
        </pc:spChg>
        <pc:spChg chg="add del mod">
          <ac:chgData name="Fei Zheng" userId="d19317889db4c986" providerId="LiveId" clId="{2E52D592-3096-E145-849F-B34B037E5DB0}" dt="2023-04-04T04:33:32.349" v="268"/>
          <ac:spMkLst>
            <pc:docMk/>
            <pc:sldMk cId="1933896167" sldId="441"/>
            <ac:spMk id="35" creationId="{A5120AA8-DD6F-2F10-606D-1375B1AB5065}"/>
          </ac:spMkLst>
        </pc:spChg>
        <pc:spChg chg="add del mod">
          <ac:chgData name="Fei Zheng" userId="d19317889db4c986" providerId="LiveId" clId="{2E52D592-3096-E145-849F-B34B037E5DB0}" dt="2023-04-04T04:33:32.349" v="268"/>
          <ac:spMkLst>
            <pc:docMk/>
            <pc:sldMk cId="1933896167" sldId="441"/>
            <ac:spMk id="36" creationId="{D8F660F8-4CA6-5FDA-8B84-8DE3DDE2E319}"/>
          </ac:spMkLst>
        </pc:spChg>
        <pc:spChg chg="add del mod">
          <ac:chgData name="Fei Zheng" userId="d19317889db4c986" providerId="LiveId" clId="{2E52D592-3096-E145-849F-B34B037E5DB0}" dt="2023-04-04T04:33:32.349" v="268"/>
          <ac:spMkLst>
            <pc:docMk/>
            <pc:sldMk cId="1933896167" sldId="441"/>
            <ac:spMk id="37" creationId="{E1E6E136-E753-3AA6-362D-DAAC0BD7E052}"/>
          </ac:spMkLst>
        </pc:spChg>
        <pc:spChg chg="add del mod">
          <ac:chgData name="Fei Zheng" userId="d19317889db4c986" providerId="LiveId" clId="{2E52D592-3096-E145-849F-B34B037E5DB0}" dt="2023-04-04T04:33:32.349" v="268"/>
          <ac:spMkLst>
            <pc:docMk/>
            <pc:sldMk cId="1933896167" sldId="441"/>
            <ac:spMk id="38" creationId="{544916E7-16B8-DE98-A2EC-A5EF52E0199F}"/>
          </ac:spMkLst>
        </pc:spChg>
        <pc:spChg chg="add del mod">
          <ac:chgData name="Fei Zheng" userId="d19317889db4c986" providerId="LiveId" clId="{2E52D592-3096-E145-849F-B34B037E5DB0}" dt="2023-04-04T04:33:32.349" v="268"/>
          <ac:spMkLst>
            <pc:docMk/>
            <pc:sldMk cId="1933896167" sldId="441"/>
            <ac:spMk id="39" creationId="{3121E716-62A6-96B7-45B4-4808AEB49823}"/>
          </ac:spMkLst>
        </pc:spChg>
        <pc:spChg chg="add del mod">
          <ac:chgData name="Fei Zheng" userId="d19317889db4c986" providerId="LiveId" clId="{2E52D592-3096-E145-849F-B34B037E5DB0}" dt="2023-04-04T04:33:32.349" v="268"/>
          <ac:spMkLst>
            <pc:docMk/>
            <pc:sldMk cId="1933896167" sldId="441"/>
            <ac:spMk id="40" creationId="{36F59D9B-2D54-37A8-FFAF-3A52914D3890}"/>
          </ac:spMkLst>
        </pc:spChg>
        <pc:spChg chg="add mod">
          <ac:chgData name="Fei Zheng" userId="d19317889db4c986" providerId="LiveId" clId="{2E52D592-3096-E145-849F-B34B037E5DB0}" dt="2023-04-04T04:35:17.606" v="338" actId="1035"/>
          <ac:spMkLst>
            <pc:docMk/>
            <pc:sldMk cId="1933896167" sldId="441"/>
            <ac:spMk id="41" creationId="{6811112F-E99D-6E6C-C3FA-F09F6DA30C83}"/>
          </ac:spMkLst>
        </pc:spChg>
        <pc:spChg chg="add mod">
          <ac:chgData name="Fei Zheng" userId="d19317889db4c986" providerId="LiveId" clId="{2E52D592-3096-E145-849F-B34B037E5DB0}" dt="2023-04-04T04:35:17.606" v="338" actId="1035"/>
          <ac:spMkLst>
            <pc:docMk/>
            <pc:sldMk cId="1933896167" sldId="441"/>
            <ac:spMk id="42" creationId="{611A6F13-53B4-CB9B-8C75-F0BDD3C8BEBF}"/>
          </ac:spMkLst>
        </pc:spChg>
        <pc:spChg chg="add mod">
          <ac:chgData name="Fei Zheng" userId="d19317889db4c986" providerId="LiveId" clId="{2E52D592-3096-E145-849F-B34B037E5DB0}" dt="2023-04-04T04:35:17.606" v="338" actId="1035"/>
          <ac:spMkLst>
            <pc:docMk/>
            <pc:sldMk cId="1933896167" sldId="441"/>
            <ac:spMk id="43" creationId="{B8B1A915-0186-84A4-8961-7C1E04A2631B}"/>
          </ac:spMkLst>
        </pc:spChg>
        <pc:spChg chg="add mod">
          <ac:chgData name="Fei Zheng" userId="d19317889db4c986" providerId="LiveId" clId="{2E52D592-3096-E145-849F-B34B037E5DB0}" dt="2023-04-04T04:35:17.606" v="338" actId="1035"/>
          <ac:spMkLst>
            <pc:docMk/>
            <pc:sldMk cId="1933896167" sldId="441"/>
            <ac:spMk id="44" creationId="{8841C6BF-27CF-0934-C6C6-13DC079E6A37}"/>
          </ac:spMkLst>
        </pc:spChg>
        <pc:spChg chg="add mod">
          <ac:chgData name="Fei Zheng" userId="d19317889db4c986" providerId="LiveId" clId="{2E52D592-3096-E145-849F-B34B037E5DB0}" dt="2023-04-04T04:35:17.606" v="338" actId="1035"/>
          <ac:spMkLst>
            <pc:docMk/>
            <pc:sldMk cId="1933896167" sldId="441"/>
            <ac:spMk id="45" creationId="{BC9C4B6D-3B39-0319-8B22-6C5E873004A8}"/>
          </ac:spMkLst>
        </pc:spChg>
        <pc:spChg chg="add mod">
          <ac:chgData name="Fei Zheng" userId="d19317889db4c986" providerId="LiveId" clId="{2E52D592-3096-E145-849F-B34B037E5DB0}" dt="2023-04-04T04:35:17.606" v="338" actId="1035"/>
          <ac:spMkLst>
            <pc:docMk/>
            <pc:sldMk cId="1933896167" sldId="441"/>
            <ac:spMk id="46" creationId="{0C2B9CEA-0A97-73C2-3405-5FB069DDBA27}"/>
          </ac:spMkLst>
        </pc:spChg>
        <pc:spChg chg="add mod">
          <ac:chgData name="Fei Zheng" userId="d19317889db4c986" providerId="LiveId" clId="{2E52D592-3096-E145-849F-B34B037E5DB0}" dt="2023-04-04T04:35:17.606" v="338" actId="1035"/>
          <ac:spMkLst>
            <pc:docMk/>
            <pc:sldMk cId="1933896167" sldId="441"/>
            <ac:spMk id="47" creationId="{BB3838A0-2407-B8A7-036F-29E5588D9217}"/>
          </ac:spMkLst>
        </pc:spChg>
        <pc:spChg chg="add mod">
          <ac:chgData name="Fei Zheng" userId="d19317889db4c986" providerId="LiveId" clId="{2E52D592-3096-E145-849F-B34B037E5DB0}" dt="2023-04-04T04:35:17.606" v="338" actId="1035"/>
          <ac:spMkLst>
            <pc:docMk/>
            <pc:sldMk cId="1933896167" sldId="441"/>
            <ac:spMk id="48" creationId="{011FD8BE-CEFE-549D-BA26-BC8859C55743}"/>
          </ac:spMkLst>
        </pc:spChg>
        <pc:spChg chg="add mod">
          <ac:chgData name="Fei Zheng" userId="d19317889db4c986" providerId="LiveId" clId="{2E52D592-3096-E145-849F-B34B037E5DB0}" dt="2023-04-04T04:35:17.606" v="338" actId="1035"/>
          <ac:spMkLst>
            <pc:docMk/>
            <pc:sldMk cId="1933896167" sldId="441"/>
            <ac:spMk id="49" creationId="{C8A3C7C5-DE54-2AA8-4B69-81D5586BEA5E}"/>
          </ac:spMkLst>
        </pc:spChg>
        <pc:spChg chg="add mod">
          <ac:chgData name="Fei Zheng" userId="d19317889db4c986" providerId="LiveId" clId="{2E52D592-3096-E145-849F-B34B037E5DB0}" dt="2023-04-04T04:35:17.606" v="338" actId="1035"/>
          <ac:spMkLst>
            <pc:docMk/>
            <pc:sldMk cId="1933896167" sldId="441"/>
            <ac:spMk id="50" creationId="{30CF53B7-4540-E212-F78C-4A6731F3197C}"/>
          </ac:spMkLst>
        </pc:spChg>
        <pc:spChg chg="add del mod">
          <ac:chgData name="Fei Zheng" userId="d19317889db4c986" providerId="LiveId" clId="{2E52D592-3096-E145-849F-B34B037E5DB0}" dt="2023-04-04T04:34:11.577" v="309" actId="478"/>
          <ac:spMkLst>
            <pc:docMk/>
            <pc:sldMk cId="1933896167" sldId="441"/>
            <ac:spMk id="51" creationId="{93E06931-DE2A-1D79-3DC8-3C9B7C4A16A3}"/>
          </ac:spMkLst>
        </pc:spChg>
        <pc:spChg chg="add mod">
          <ac:chgData name="Fei Zheng" userId="d19317889db4c986" providerId="LiveId" clId="{2E52D592-3096-E145-849F-B34B037E5DB0}" dt="2023-04-04T04:35:54.918" v="341" actId="255"/>
          <ac:spMkLst>
            <pc:docMk/>
            <pc:sldMk cId="1933896167" sldId="441"/>
            <ac:spMk id="53" creationId="{2607E5C8-4FC9-32DD-004C-042A4F3E2FBC}"/>
          </ac:spMkLst>
        </pc:spChg>
        <pc:graphicFrameChg chg="del">
          <ac:chgData name="Fei Zheng" userId="d19317889db4c986" providerId="LiveId" clId="{2E52D592-3096-E145-849F-B34B037E5DB0}" dt="2023-04-04T04:32:24.459" v="258" actId="478"/>
          <ac:graphicFrameMkLst>
            <pc:docMk/>
            <pc:sldMk cId="1933896167" sldId="441"/>
            <ac:graphicFrameMk id="6" creationId="{61273D21-A56D-CA4A-FFD0-D3A70A1FFD49}"/>
          </ac:graphicFrameMkLst>
        </pc:graphicFrameChg>
        <pc:graphicFrameChg chg="del">
          <ac:chgData name="Fei Zheng" userId="d19317889db4c986" providerId="LiveId" clId="{2E52D592-3096-E145-849F-B34B037E5DB0}" dt="2023-04-04T04:32:24.459" v="258" actId="478"/>
          <ac:graphicFrameMkLst>
            <pc:docMk/>
            <pc:sldMk cId="1933896167" sldId="441"/>
            <ac:graphicFrameMk id="7" creationId="{6E127C25-1C69-7D79-FC1B-1D39D673DF1E}"/>
          </ac:graphicFrameMkLst>
        </pc:graphicFrameChg>
        <pc:picChg chg="del">
          <ac:chgData name="Fei Zheng" userId="d19317889db4c986" providerId="LiveId" clId="{2E52D592-3096-E145-849F-B34B037E5DB0}" dt="2023-04-04T04:32:20.996" v="257" actId="478"/>
          <ac:picMkLst>
            <pc:docMk/>
            <pc:sldMk cId="1933896167" sldId="441"/>
            <ac:picMk id="5" creationId="{C3954967-6CF0-992E-2C6F-EC3E1D08941A}"/>
          </ac:picMkLst>
        </pc:picChg>
        <pc:picChg chg="del">
          <ac:chgData name="Fei Zheng" userId="d19317889db4c986" providerId="LiveId" clId="{2E52D592-3096-E145-849F-B34B037E5DB0}" dt="2023-04-04T04:32:19.475" v="256" actId="478"/>
          <ac:picMkLst>
            <pc:docMk/>
            <pc:sldMk cId="1933896167" sldId="441"/>
            <ac:picMk id="9" creationId="{A3A9730B-5FC9-E430-B3F1-CF887EE6F6A1}"/>
          </ac:picMkLst>
        </pc:picChg>
      </pc:sldChg>
      <pc:sldChg chg="addSp modSp add mod modAnim">
        <pc:chgData name="Fei Zheng" userId="d19317889db4c986" providerId="LiveId" clId="{2E52D592-3096-E145-849F-B34B037E5DB0}" dt="2023-04-06T05:55:04.525" v="1110"/>
        <pc:sldMkLst>
          <pc:docMk/>
          <pc:sldMk cId="743391394" sldId="442"/>
        </pc:sldMkLst>
        <pc:spChg chg="mod">
          <ac:chgData name="Fei Zheng" userId="d19317889db4c986" providerId="LiveId" clId="{2E52D592-3096-E145-849F-B34B037E5DB0}" dt="2023-04-06T05:54:56.407" v="1109" actId="1035"/>
          <ac:spMkLst>
            <pc:docMk/>
            <pc:sldMk cId="743391394" sldId="442"/>
            <ac:spMk id="2" creationId="{6D700060-50BB-6DED-F254-11114CAE9EFA}"/>
          </ac:spMkLst>
        </pc:spChg>
        <pc:spChg chg="add mod">
          <ac:chgData name="Fei Zheng" userId="d19317889db4c986" providerId="LiveId" clId="{2E52D592-3096-E145-849F-B34B037E5DB0}" dt="2023-04-06T05:54:56.407" v="1109" actId="1035"/>
          <ac:spMkLst>
            <pc:docMk/>
            <pc:sldMk cId="743391394" sldId="442"/>
            <ac:spMk id="3" creationId="{BF48B48C-2BC0-E715-562F-FA12008A93B4}"/>
          </ac:spMkLst>
        </pc:spChg>
        <pc:spChg chg="mod">
          <ac:chgData name="Fei Zheng" userId="d19317889db4c986" providerId="LiveId" clId="{2E52D592-3096-E145-849F-B34B037E5DB0}" dt="2023-04-06T05:54:56.407" v="1109" actId="1035"/>
          <ac:spMkLst>
            <pc:docMk/>
            <pc:sldMk cId="743391394" sldId="442"/>
            <ac:spMk id="4" creationId="{BA9A0CE9-FCC7-17D3-B4FE-8B50C9241AA6}"/>
          </ac:spMkLst>
        </pc:spChg>
        <pc:spChg chg="mod">
          <ac:chgData name="Fei Zheng" userId="d19317889db4c986" providerId="LiveId" clId="{2E52D592-3096-E145-849F-B34B037E5DB0}" dt="2023-04-06T05:54:56.407" v="1109" actId="1035"/>
          <ac:spMkLst>
            <pc:docMk/>
            <pc:sldMk cId="743391394" sldId="442"/>
            <ac:spMk id="5" creationId="{79A92392-B3A6-D0DF-46C6-654BCF587E4E}"/>
          </ac:spMkLst>
        </pc:spChg>
        <pc:spChg chg="mod">
          <ac:chgData name="Fei Zheng" userId="d19317889db4c986" providerId="LiveId" clId="{2E52D592-3096-E145-849F-B34B037E5DB0}" dt="2023-04-06T05:54:56.407" v="1109" actId="1035"/>
          <ac:spMkLst>
            <pc:docMk/>
            <pc:sldMk cId="743391394" sldId="442"/>
            <ac:spMk id="6" creationId="{724EE681-B1BB-807C-A06C-8B947D41BB44}"/>
          </ac:spMkLst>
        </pc:spChg>
        <pc:spChg chg="mod">
          <ac:chgData name="Fei Zheng" userId="d19317889db4c986" providerId="LiveId" clId="{2E52D592-3096-E145-849F-B34B037E5DB0}" dt="2023-04-06T05:54:56.407" v="1109" actId="1035"/>
          <ac:spMkLst>
            <pc:docMk/>
            <pc:sldMk cId="743391394" sldId="442"/>
            <ac:spMk id="7" creationId="{FE94538E-25FD-FF40-83C3-1AD0C7A1ABC6}"/>
          </ac:spMkLst>
        </pc:spChg>
        <pc:spChg chg="mod">
          <ac:chgData name="Fei Zheng" userId="d19317889db4c986" providerId="LiveId" clId="{2E52D592-3096-E145-849F-B34B037E5DB0}" dt="2023-04-06T05:54:56.407" v="1109" actId="1035"/>
          <ac:spMkLst>
            <pc:docMk/>
            <pc:sldMk cId="743391394" sldId="442"/>
            <ac:spMk id="9" creationId="{766517B1-AD13-5D97-2BAD-5147A06A85DD}"/>
          </ac:spMkLst>
        </pc:spChg>
        <pc:spChg chg="mod">
          <ac:chgData name="Fei Zheng" userId="d19317889db4c986" providerId="LiveId" clId="{2E52D592-3096-E145-849F-B34B037E5DB0}" dt="2023-04-06T05:54:56.407" v="1109" actId="1035"/>
          <ac:spMkLst>
            <pc:docMk/>
            <pc:sldMk cId="743391394" sldId="442"/>
            <ac:spMk id="10" creationId="{BA9CDE11-D923-8591-AF56-E789C10498F2}"/>
          </ac:spMkLst>
        </pc:spChg>
        <pc:spChg chg="mod">
          <ac:chgData name="Fei Zheng" userId="d19317889db4c986" providerId="LiveId" clId="{2E52D592-3096-E145-849F-B34B037E5DB0}" dt="2023-04-06T05:54:56.407" v="1109" actId="1035"/>
          <ac:spMkLst>
            <pc:docMk/>
            <pc:sldMk cId="743391394" sldId="442"/>
            <ac:spMk id="11" creationId="{C64C584D-AE3C-006C-A0A2-77155F16784C}"/>
          </ac:spMkLst>
        </pc:spChg>
        <pc:spChg chg="mod">
          <ac:chgData name="Fei Zheng" userId="d19317889db4c986" providerId="LiveId" clId="{2E52D592-3096-E145-849F-B34B037E5DB0}" dt="2023-04-06T05:54:56.407" v="1109" actId="1035"/>
          <ac:spMkLst>
            <pc:docMk/>
            <pc:sldMk cId="743391394" sldId="442"/>
            <ac:spMk id="12" creationId="{97C8C065-E3B1-CD52-7928-C7589109398B}"/>
          </ac:spMkLst>
        </pc:spChg>
        <pc:spChg chg="mod">
          <ac:chgData name="Fei Zheng" userId="d19317889db4c986" providerId="LiveId" clId="{2E52D592-3096-E145-849F-B34B037E5DB0}" dt="2023-04-06T05:54:56.407" v="1109" actId="1035"/>
          <ac:spMkLst>
            <pc:docMk/>
            <pc:sldMk cId="743391394" sldId="442"/>
            <ac:spMk id="13" creationId="{5DF02DCE-D3EE-6CD7-C05D-87CEE52F4A2D}"/>
          </ac:spMkLst>
        </pc:spChg>
        <pc:spChg chg="add mod">
          <ac:chgData name="Fei Zheng" userId="d19317889db4c986" providerId="LiveId" clId="{2E52D592-3096-E145-849F-B34B037E5DB0}" dt="2023-04-06T05:54:56.407" v="1109" actId="1035"/>
          <ac:spMkLst>
            <pc:docMk/>
            <pc:sldMk cId="743391394" sldId="442"/>
            <ac:spMk id="14" creationId="{2DA93BC8-19D1-043E-1E54-F93610B91427}"/>
          </ac:spMkLst>
        </pc:spChg>
      </pc:sldChg>
      <pc:sldChg chg="addSp modSp new del mod modAnim">
        <pc:chgData name="Fei Zheng" userId="d19317889db4c986" providerId="LiveId" clId="{2E52D592-3096-E145-849F-B34B037E5DB0}" dt="2023-04-06T05:53:50.366" v="1058" actId="2696"/>
        <pc:sldMkLst>
          <pc:docMk/>
          <pc:sldMk cId="2468484116" sldId="442"/>
        </pc:sldMkLst>
        <pc:spChg chg="add mod">
          <ac:chgData name="Fei Zheng" userId="d19317889db4c986" providerId="LiveId" clId="{2E52D592-3096-E145-849F-B34B037E5DB0}" dt="2023-04-04T04:58:27.954" v="483" actId="1076"/>
          <ac:spMkLst>
            <pc:docMk/>
            <pc:sldMk cId="2468484116" sldId="442"/>
            <ac:spMk id="2" creationId="{6D700060-50BB-6DED-F254-11114CAE9EFA}"/>
          </ac:spMkLst>
        </pc:spChg>
        <pc:spChg chg="add mod">
          <ac:chgData name="Fei Zheng" userId="d19317889db4c986" providerId="LiveId" clId="{2E52D592-3096-E145-849F-B34B037E5DB0}" dt="2023-04-04T04:58:27.954" v="483" actId="1076"/>
          <ac:spMkLst>
            <pc:docMk/>
            <pc:sldMk cId="2468484116" sldId="442"/>
            <ac:spMk id="4" creationId="{BA9A0CE9-FCC7-17D3-B4FE-8B50C9241AA6}"/>
          </ac:spMkLst>
        </pc:spChg>
        <pc:spChg chg="add mod">
          <ac:chgData name="Fei Zheng" userId="d19317889db4c986" providerId="LiveId" clId="{2E52D592-3096-E145-849F-B34B037E5DB0}" dt="2023-04-04T05:00:26.553" v="602" actId="1036"/>
          <ac:spMkLst>
            <pc:docMk/>
            <pc:sldMk cId="2468484116" sldId="442"/>
            <ac:spMk id="5" creationId="{79A92392-B3A6-D0DF-46C6-654BCF587E4E}"/>
          </ac:spMkLst>
        </pc:spChg>
        <pc:spChg chg="add mod">
          <ac:chgData name="Fei Zheng" userId="d19317889db4c986" providerId="LiveId" clId="{2E52D592-3096-E145-849F-B34B037E5DB0}" dt="2023-04-04T05:00:22.743" v="601" actId="1038"/>
          <ac:spMkLst>
            <pc:docMk/>
            <pc:sldMk cId="2468484116" sldId="442"/>
            <ac:spMk id="6" creationId="{724EE681-B1BB-807C-A06C-8B947D41BB44}"/>
          </ac:spMkLst>
        </pc:spChg>
        <pc:spChg chg="add mod">
          <ac:chgData name="Fei Zheng" userId="d19317889db4c986" providerId="LiveId" clId="{2E52D592-3096-E145-849F-B34B037E5DB0}" dt="2023-04-04T05:00:17.208" v="597" actId="1036"/>
          <ac:spMkLst>
            <pc:docMk/>
            <pc:sldMk cId="2468484116" sldId="442"/>
            <ac:spMk id="7" creationId="{FE94538E-25FD-FF40-83C3-1AD0C7A1ABC6}"/>
          </ac:spMkLst>
        </pc:spChg>
        <pc:spChg chg="add mod">
          <ac:chgData name="Fei Zheng" userId="d19317889db4c986" providerId="LiveId" clId="{2E52D592-3096-E145-849F-B34B037E5DB0}" dt="2023-04-04T04:58:51.884" v="490" actId="14100"/>
          <ac:spMkLst>
            <pc:docMk/>
            <pc:sldMk cId="2468484116" sldId="442"/>
            <ac:spMk id="9" creationId="{766517B1-AD13-5D97-2BAD-5147A06A85DD}"/>
          </ac:spMkLst>
        </pc:spChg>
        <pc:spChg chg="add mod">
          <ac:chgData name="Fei Zheng" userId="d19317889db4c986" providerId="LiveId" clId="{2E52D592-3096-E145-849F-B34B037E5DB0}" dt="2023-04-04T04:59:05.144" v="512" actId="20577"/>
          <ac:spMkLst>
            <pc:docMk/>
            <pc:sldMk cId="2468484116" sldId="442"/>
            <ac:spMk id="10" creationId="{BA9CDE11-D923-8591-AF56-E789C10498F2}"/>
          </ac:spMkLst>
        </pc:spChg>
        <pc:spChg chg="add mod">
          <ac:chgData name="Fei Zheng" userId="d19317889db4c986" providerId="LiveId" clId="{2E52D592-3096-E145-849F-B34B037E5DB0}" dt="2023-04-04T04:59:13.167" v="529" actId="20577"/>
          <ac:spMkLst>
            <pc:docMk/>
            <pc:sldMk cId="2468484116" sldId="442"/>
            <ac:spMk id="11" creationId="{C64C584D-AE3C-006C-A0A2-77155F16784C}"/>
          </ac:spMkLst>
        </pc:spChg>
        <pc:spChg chg="add mod">
          <ac:chgData name="Fei Zheng" userId="d19317889db4c986" providerId="LiveId" clId="{2E52D592-3096-E145-849F-B34B037E5DB0}" dt="2023-04-04T04:59:20.204" v="546" actId="20577"/>
          <ac:spMkLst>
            <pc:docMk/>
            <pc:sldMk cId="2468484116" sldId="442"/>
            <ac:spMk id="12" creationId="{97C8C065-E3B1-CD52-7928-C7589109398B}"/>
          </ac:spMkLst>
        </pc:spChg>
        <pc:spChg chg="add mod">
          <ac:chgData name="Fei Zheng" userId="d19317889db4c986" providerId="LiveId" clId="{2E52D592-3096-E145-849F-B34B037E5DB0}" dt="2023-04-04T04:59:30.418" v="584" actId="20577"/>
          <ac:spMkLst>
            <pc:docMk/>
            <pc:sldMk cId="2468484116" sldId="442"/>
            <ac:spMk id="13" creationId="{5DF02DCE-D3EE-6CD7-C05D-87CEE52F4A2D}"/>
          </ac:spMkLst>
        </pc:spChg>
      </pc:sldChg>
      <pc:sldChg chg="delSp add mod delAnim">
        <pc:chgData name="Fei Zheng" userId="d19317889db4c986" providerId="LiveId" clId="{2E52D592-3096-E145-849F-B34B037E5DB0}" dt="2023-04-06T05:51:21.683" v="1008" actId="478"/>
        <pc:sldMkLst>
          <pc:docMk/>
          <pc:sldMk cId="2219556664" sldId="444"/>
        </pc:sldMkLst>
        <pc:spChg chg="del">
          <ac:chgData name="Fei Zheng" userId="d19317889db4c986" providerId="LiveId" clId="{2E52D592-3096-E145-849F-B34B037E5DB0}" dt="2023-04-06T05:51:21.683" v="1008" actId="478"/>
          <ac:spMkLst>
            <pc:docMk/>
            <pc:sldMk cId="2219556664" sldId="444"/>
            <ac:spMk id="7" creationId="{FE94538E-25FD-FF40-83C3-1AD0C7A1ABC6}"/>
          </ac:spMkLst>
        </pc:spChg>
        <pc:spChg chg="del">
          <ac:chgData name="Fei Zheng" userId="d19317889db4c986" providerId="LiveId" clId="{2E52D592-3096-E145-849F-B34B037E5DB0}" dt="2023-04-06T05:51:19.640" v="1007" actId="478"/>
          <ac:spMkLst>
            <pc:docMk/>
            <pc:sldMk cId="2219556664" sldId="444"/>
            <ac:spMk id="13" creationId="{5DF02DCE-D3EE-6CD7-C05D-87CEE52F4A2D}"/>
          </ac:spMkLst>
        </pc:spChg>
      </pc:sldChg>
      <pc:sldChg chg="delSp add del mod delAnim">
        <pc:chgData name="Fei Zheng" userId="d19317889db4c986" providerId="LiveId" clId="{2E52D592-3096-E145-849F-B34B037E5DB0}" dt="2023-04-06T05:50:35.731" v="1004" actId="2696"/>
        <pc:sldMkLst>
          <pc:docMk/>
          <pc:sldMk cId="3037396058" sldId="444"/>
        </pc:sldMkLst>
        <pc:spChg chg="del">
          <ac:chgData name="Fei Zheng" userId="d19317889db4c986" providerId="LiveId" clId="{2E52D592-3096-E145-849F-B34B037E5DB0}" dt="2023-04-06T05:50:24.560" v="1001" actId="21"/>
          <ac:spMkLst>
            <pc:docMk/>
            <pc:sldMk cId="3037396058" sldId="444"/>
            <ac:spMk id="3" creationId="{9C33987B-2E98-244A-D1F7-DF00E8849FD8}"/>
          </ac:spMkLst>
        </pc:spChg>
      </pc:sldChg>
      <pc:sldChg chg="modSp add mod">
        <pc:chgData name="Fei Zheng" userId="d19317889db4c986" providerId="LiveId" clId="{2E52D592-3096-E145-849F-B34B037E5DB0}" dt="2023-04-06T05:53:19.945" v="1053" actId="207"/>
        <pc:sldMkLst>
          <pc:docMk/>
          <pc:sldMk cId="3301945972" sldId="445"/>
        </pc:sldMkLst>
        <pc:spChg chg="mod">
          <ac:chgData name="Fei Zheng" userId="d19317889db4c986" providerId="LiveId" clId="{2E52D592-3096-E145-849F-B34B037E5DB0}" dt="2023-04-06T05:53:19.945" v="1053" actId="207"/>
          <ac:spMkLst>
            <pc:docMk/>
            <pc:sldMk cId="3301945972" sldId="445"/>
            <ac:spMk id="6" creationId="{BD179D45-3996-B5B3-7806-B16D56FB8A7B}"/>
          </ac:spMkLst>
        </pc:spChg>
        <pc:spChg chg="mod">
          <ac:chgData name="Fei Zheng" userId="d19317889db4c986" providerId="LiveId" clId="{2E52D592-3096-E145-849F-B34B037E5DB0}" dt="2023-04-06T05:53:09.033" v="1052" actId="20577"/>
          <ac:spMkLst>
            <pc:docMk/>
            <pc:sldMk cId="3301945972" sldId="445"/>
            <ac:spMk id="7" creationId="{E63D1DAF-F573-9A56-0E01-338EBB1FDC77}"/>
          </ac:spMkLst>
        </pc:spChg>
      </pc:sldChg>
      <pc:sldChg chg="addSp delSp modSp add mod delAnim modAnim">
        <pc:chgData name="Fei Zheng" userId="d19317889db4c986" providerId="LiveId" clId="{2E52D592-3096-E145-849F-B34B037E5DB0}" dt="2023-04-06T05:55:43.657" v="1113"/>
        <pc:sldMkLst>
          <pc:docMk/>
          <pc:sldMk cId="619925005" sldId="446"/>
        </pc:sldMkLst>
        <pc:spChg chg="mod">
          <ac:chgData name="Fei Zheng" userId="d19317889db4c986" providerId="LiveId" clId="{2E52D592-3096-E145-849F-B34B037E5DB0}" dt="2023-04-06T05:55:31.092" v="1111" actId="20577"/>
          <ac:spMkLst>
            <pc:docMk/>
            <pc:sldMk cId="619925005" sldId="446"/>
            <ac:spMk id="4" creationId="{0AE719AC-18E7-9480-43DB-6A095ACB9A96}"/>
          </ac:spMkLst>
        </pc:spChg>
        <pc:spChg chg="del">
          <ac:chgData name="Fei Zheng" userId="d19317889db4c986" providerId="LiveId" clId="{2E52D592-3096-E145-849F-B34B037E5DB0}" dt="2023-04-06T05:52:12.764" v="1012" actId="478"/>
          <ac:spMkLst>
            <pc:docMk/>
            <pc:sldMk cId="619925005" sldId="446"/>
            <ac:spMk id="6" creationId="{BD179D45-3996-B5B3-7806-B16D56FB8A7B}"/>
          </ac:spMkLst>
        </pc:spChg>
        <pc:spChg chg="mod">
          <ac:chgData name="Fei Zheng" userId="d19317889db4c986" providerId="LiveId" clId="{2E52D592-3096-E145-849F-B34B037E5DB0}" dt="2023-04-06T05:52:23.807" v="1047" actId="20577"/>
          <ac:spMkLst>
            <pc:docMk/>
            <pc:sldMk cId="619925005" sldId="446"/>
            <ac:spMk id="7" creationId="{E63D1DAF-F573-9A56-0E01-338EBB1FDC77}"/>
          </ac:spMkLst>
        </pc:spChg>
        <pc:spChg chg="del">
          <ac:chgData name="Fei Zheng" userId="d19317889db4c986" providerId="LiveId" clId="{2E52D592-3096-E145-849F-B34B037E5DB0}" dt="2023-04-06T05:52:27.820" v="1048" actId="478"/>
          <ac:spMkLst>
            <pc:docMk/>
            <pc:sldMk cId="619925005" sldId="446"/>
            <ac:spMk id="8" creationId="{A6F5480D-1F02-F625-E2F8-ECBE25190B28}"/>
          </ac:spMkLst>
        </pc:spChg>
        <pc:picChg chg="add mod">
          <ac:chgData name="Fei Zheng" userId="d19317889db4c986" providerId="LiveId" clId="{2E52D592-3096-E145-849F-B34B037E5DB0}" dt="2023-04-06T05:55:36.972" v="1112"/>
          <ac:picMkLst>
            <pc:docMk/>
            <pc:sldMk cId="619925005" sldId="446"/>
            <ac:picMk id="3" creationId="{F13CE9DA-4838-6F49-3D2F-558B0D05721D}"/>
          </ac:picMkLst>
        </pc:picChg>
      </pc:sldChg>
      <pc:sldChg chg="addSp modSp new mod">
        <pc:chgData name="Fei Zheng" userId="d19317889db4c986" providerId="LiveId" clId="{2E52D592-3096-E145-849F-B34B037E5DB0}" dt="2023-04-06T05:58:00.158" v="1264" actId="1076"/>
        <pc:sldMkLst>
          <pc:docMk/>
          <pc:sldMk cId="2886971305" sldId="447"/>
        </pc:sldMkLst>
        <pc:spChg chg="add mod">
          <ac:chgData name="Fei Zheng" userId="d19317889db4c986" providerId="LiveId" clId="{2E52D592-3096-E145-849F-B34B037E5DB0}" dt="2023-04-06T05:58:00.158" v="1264" actId="1076"/>
          <ac:spMkLst>
            <pc:docMk/>
            <pc:sldMk cId="2886971305" sldId="447"/>
            <ac:spMk id="2" creationId="{F51F8CCC-588E-7EBB-E6AE-00802E65446A}"/>
          </ac:spMkLst>
        </pc:spChg>
      </pc:sldChg>
      <pc:sldChg chg="add modTransition">
        <pc:chgData name="Fei Zheng" userId="d19317889db4c986" providerId="LiveId" clId="{2E52D592-3096-E145-849F-B34B037E5DB0}" dt="2023-04-06T05:59:12.412" v="1265"/>
        <pc:sldMkLst>
          <pc:docMk/>
          <pc:sldMk cId="1404901182" sldId="452"/>
        </pc:sldMkLst>
      </pc:sldChg>
    </pc:docChg>
  </pc:docChgLst>
</pc:chgInfo>
</file>

<file path=ppt/drawings/_rels/vmlDrawing1.v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5CD39-9AA0-4517-8C01-9BC7C1973F09}" type="datetimeFigureOut">
              <a:rPr lang="zh-CN" altLang="en-US" smtClean="0"/>
              <a:t>2023/04/11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2147E6-96C4-4E7E-B1D5-5F2FDB7EEDEF}" type="slidenum">
              <a:rPr lang="zh-CN" altLang="en-US" smtClean="0"/>
              <a:t>‹#›</a:t>
            </a:fld>
            <a:endParaRPr lang="zh-CN" altLang="en-US"/>
          </a:p>
        </p:txBody>
      </p:sp>
    </p:spTree>
    <p:extLst>
      <p:ext uri="{BB962C8B-B14F-4D97-AF65-F5344CB8AC3E}">
        <p14:creationId xmlns:p14="http://schemas.microsoft.com/office/powerpoint/2010/main" val="390639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E3A7F71-220F-49F8-AA6B-B30E0F824F7C}" type="slidenum">
              <a:rPr lang="zh-CN" altLang="en-US" smtClean="0"/>
              <a:t>1</a:t>
            </a:fld>
            <a:endParaRPr lang="zh-CN" altLang="en-US"/>
          </a:p>
        </p:txBody>
      </p:sp>
    </p:spTree>
    <p:extLst>
      <p:ext uri="{BB962C8B-B14F-4D97-AF65-F5344CB8AC3E}">
        <p14:creationId xmlns:p14="http://schemas.microsoft.com/office/powerpoint/2010/main" val="4045728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E3A7F71-220F-49F8-AA6B-B30E0F824F7C}" type="slidenum">
              <a:rPr lang="zh-CN" altLang="en-US" smtClean="0"/>
              <a:t>3</a:t>
            </a:fld>
            <a:endParaRPr lang="zh-CN" altLang="en-US"/>
          </a:p>
        </p:txBody>
      </p:sp>
    </p:spTree>
    <p:extLst>
      <p:ext uri="{BB962C8B-B14F-4D97-AF65-F5344CB8AC3E}">
        <p14:creationId xmlns:p14="http://schemas.microsoft.com/office/powerpoint/2010/main" val="2303835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E3A7F71-220F-49F8-AA6B-B30E0F824F7C}" type="slidenum">
              <a:rPr lang="zh-CN" altLang="en-US" smtClean="0"/>
              <a:t>4</a:t>
            </a:fld>
            <a:endParaRPr lang="zh-CN" altLang="en-US"/>
          </a:p>
        </p:txBody>
      </p:sp>
    </p:spTree>
    <p:extLst>
      <p:ext uri="{BB962C8B-B14F-4D97-AF65-F5344CB8AC3E}">
        <p14:creationId xmlns:p14="http://schemas.microsoft.com/office/powerpoint/2010/main" val="731158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求和符号嵌入行中时会发生变形（</a:t>
                </a:r>
                <a14:m>
                  <m:oMath xmlns:m="http://schemas.openxmlformats.org/officeDocument/2006/math">
                    <m:r>
                      <a:rPr lang="zh-CN" altLang="en-US" i="1" dirty="0" smtClean="0">
                        <a:latin typeface="Cambria Math" panose="02040503050406030204" pitchFamily="18" charset="0"/>
                      </a:rPr>
                      <m:t>变成</m:t>
                    </m:r>
                    <m:nary>
                      <m:naryPr>
                        <m:chr m:val="∑"/>
                        <m:limLoc m:val="undOvr"/>
                        <m:grow m:val="on"/>
                        <m:ctrlPr>
                          <a:rPr lang="zh-CN" altLang="en-US" i="1" smtClean="0">
                            <a:latin typeface="Cambria Math" panose="02040503050406030204" pitchFamily="18" charset="0"/>
                          </a:rPr>
                        </m:ctrlPr>
                      </m:naryPr>
                      <m:sub>
                        <m:r>
                          <a:rPr lang="zh-CN" altLang="en-US" i="1">
                            <a:latin typeface="Cambria Math" panose="02040503050406030204" pitchFamily="18" charset="0"/>
                          </a:rPr>
                          <m:t>𝑘</m:t>
                        </m:r>
                        <m:r>
                          <a:rPr lang="zh-CN" altLang="en-US" i="0">
                            <a:latin typeface="Cambria Math" panose="02040503050406030204" pitchFamily="18" charset="0"/>
                          </a:rPr>
                          <m:t>=0</m:t>
                        </m:r>
                      </m:sub>
                      <m:sup>
                        <m:r>
                          <a:rPr lang="zh-CN" altLang="en-US" i="0">
                            <a:latin typeface="Cambria Math" panose="02040503050406030204" pitchFamily="18" charset="0"/>
                          </a:rPr>
                          <m:t>2</m:t>
                        </m:r>
                      </m:sup>
                      <m:e>
                        <m:r>
                          <a:rPr lang="zh-CN" altLang="en-US" i="1">
                            <a:latin typeface="Cambria Math" panose="02040503050406030204" pitchFamily="18" charset="0"/>
                          </a:rPr>
                          <m:t>𝑘</m:t>
                        </m:r>
                      </m:e>
                    </m:nary>
                    <m:f>
                      <m:fPr>
                        <m:ctrlPr>
                          <a:rPr lang="zh-CN" altLang="en-US" i="1">
                            <a:latin typeface="Cambria Math" panose="02040503050406030204" pitchFamily="18" charset="0"/>
                          </a:rPr>
                        </m:ctrlPr>
                      </m:fPr>
                      <m:num>
                        <m:sSub>
                          <m:sSubPr>
                            <m:ctrlPr>
                              <a:rPr lang="zh-CN" altLang="en-US" i="1">
                                <a:latin typeface="Cambria Math" panose="02040503050406030204" pitchFamily="18" charset="0"/>
                              </a:rPr>
                            </m:ctrlPr>
                          </m:sSubPr>
                          <m:e>
                            <m:r>
                              <a:rPr lang="zh-CN" altLang="en-US" i="1">
                                <a:latin typeface="Cambria Math" panose="02040503050406030204" pitchFamily="18" charset="0"/>
                              </a:rPr>
                              <m:t>𝑎</m:t>
                            </m:r>
                          </m:e>
                          <m:sub>
                            <m:r>
                              <a:rPr lang="zh-CN" altLang="en-US" i="1">
                                <a:latin typeface="Cambria Math" panose="02040503050406030204" pitchFamily="18" charset="0"/>
                              </a:rPr>
                              <m:t>𝑘</m:t>
                            </m:r>
                          </m:sub>
                        </m:sSub>
                      </m:num>
                      <m:den>
                        <m:r>
                          <a:rPr lang="zh-CN" altLang="en-US" i="1">
                            <a:latin typeface="Cambria Math" panose="02040503050406030204" pitchFamily="18" charset="0"/>
                          </a:rPr>
                          <m:t>𝑁</m:t>
                        </m:r>
                      </m:den>
                    </m:f>
                  </m:oMath>
                </a14:m>
                <a:r>
                  <a:rPr lang="zh-CN" altLang="en-US" dirty="0"/>
                  <a:t>），故文中为两个文本框的叠加，保存</a:t>
                </a:r>
                <a:r>
                  <a:rPr lang="en-US" altLang="zh-CN" dirty="0"/>
                  <a:t>ppt</a:t>
                </a:r>
                <a:r>
                  <a:rPr lang="zh-CN" altLang="en-US" dirty="0"/>
                  <a:t>时可以选择嵌入文字以防出现错位，下同</a:t>
                </a:r>
              </a:p>
            </p:txBody>
          </p:sp>
        </mc:Choice>
        <mc:Fallback xmlns="">
          <p:sp>
            <p:nvSpPr>
              <p:cNvPr id="3" name="备注占位符 2"/>
              <p:cNvSpPr>
                <a:spLocks noGrp="1"/>
              </p:cNvSpPr>
              <p:nvPr>
                <p:ph type="body" idx="1"/>
              </p:nvPr>
            </p:nvSpPr>
            <p:spPr/>
            <p:txBody>
              <a:bodyPr/>
              <a:lstStyle/>
              <a:p>
                <a:r>
                  <a:rPr lang="zh-CN" altLang="en-US" dirty="0"/>
                  <a:t>求和符号嵌入行中时会发生变形（</a:t>
                </a:r>
                <a:r>
                  <a:rPr lang="zh-CN" altLang="en-US" i="0" dirty="0">
                    <a:latin typeface="Cambria Math" panose="02040503050406030204" pitchFamily="18" charset="0"/>
                  </a:rPr>
                  <a:t>变成</a:t>
                </a:r>
                <a:r>
                  <a:rPr lang="zh-CN" altLang="en-US" i="0">
                    <a:latin typeface="Cambria Math" panose="02040503050406030204" pitchFamily="18" charset="0"/>
                  </a:rPr>
                  <a:t>∑129_(𝑘=0)^2▒𝑘  𝑎_𝑘/𝑁</a:t>
                </a:r>
                <a:r>
                  <a:rPr lang="zh-CN" altLang="en-US" dirty="0"/>
                  <a:t>），故文中为两个文本框的叠加，保存</a:t>
                </a:r>
                <a:r>
                  <a:rPr lang="en-US" altLang="zh-CN" dirty="0"/>
                  <a:t>ppt</a:t>
                </a:r>
                <a:r>
                  <a:rPr lang="zh-CN" altLang="en-US" dirty="0"/>
                  <a:t>时可以选择嵌入文字以防出现错位，下同</a:t>
                </a:r>
              </a:p>
            </p:txBody>
          </p:sp>
        </mc:Fallback>
      </mc:AlternateContent>
      <p:sp>
        <p:nvSpPr>
          <p:cNvPr id="4" name="灯片编号占位符 3"/>
          <p:cNvSpPr>
            <a:spLocks noGrp="1"/>
          </p:cNvSpPr>
          <p:nvPr>
            <p:ph type="sldNum" sz="quarter" idx="5"/>
          </p:nvPr>
        </p:nvSpPr>
        <p:spPr/>
        <p:txBody>
          <a:bodyPr/>
          <a:lstStyle/>
          <a:p>
            <a:fld id="{372147E6-96C4-4E7E-B1D5-5F2FDB7EEDEF}" type="slidenum">
              <a:rPr lang="zh-CN" altLang="en-US" smtClean="0"/>
              <a:t>7</a:t>
            </a:fld>
            <a:endParaRPr lang="zh-CN" altLang="en-US"/>
          </a:p>
        </p:txBody>
      </p:sp>
    </p:spTree>
    <p:extLst>
      <p:ext uri="{BB962C8B-B14F-4D97-AF65-F5344CB8AC3E}">
        <p14:creationId xmlns:p14="http://schemas.microsoft.com/office/powerpoint/2010/main" val="3685316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绝对收敛</a:t>
            </a:r>
            <a:endParaRPr kumimoji="1" lang="zh-CN" altLang="en-US" dirty="0"/>
          </a:p>
        </p:txBody>
      </p:sp>
      <p:sp>
        <p:nvSpPr>
          <p:cNvPr id="4" name="灯片编号占位符 3"/>
          <p:cNvSpPr>
            <a:spLocks noGrp="1"/>
          </p:cNvSpPr>
          <p:nvPr>
            <p:ph type="sldNum" sz="quarter" idx="5"/>
          </p:nvPr>
        </p:nvSpPr>
        <p:spPr/>
        <p:txBody>
          <a:bodyPr/>
          <a:lstStyle/>
          <a:p>
            <a:fld id="{372147E6-96C4-4E7E-B1D5-5F2FDB7EEDEF}" type="slidenum">
              <a:rPr lang="zh-CN" altLang="en-US" smtClean="0"/>
              <a:t>8</a:t>
            </a:fld>
            <a:endParaRPr lang="zh-CN" altLang="en-US"/>
          </a:p>
        </p:txBody>
      </p:sp>
    </p:spTree>
    <p:extLst>
      <p:ext uri="{BB962C8B-B14F-4D97-AF65-F5344CB8AC3E}">
        <p14:creationId xmlns:p14="http://schemas.microsoft.com/office/powerpoint/2010/main" val="1365478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C20FF2AC-814F-4C64-92D0-512AEE8D116E}" type="datetimeFigureOut">
              <a:rPr lang="zh-CN" altLang="en-US" smtClean="0"/>
              <a:t>2023/04/11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1442A2F-63CD-43EF-89A9-D800337E143B}" type="slidenum">
              <a:rPr lang="zh-CN" altLang="en-US" smtClean="0"/>
              <a:t>‹#›</a:t>
            </a:fld>
            <a:endParaRPr lang="zh-CN" altLang="en-US"/>
          </a:p>
        </p:txBody>
      </p:sp>
    </p:spTree>
    <p:extLst>
      <p:ext uri="{BB962C8B-B14F-4D97-AF65-F5344CB8AC3E}">
        <p14:creationId xmlns:p14="http://schemas.microsoft.com/office/powerpoint/2010/main" val="2784867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20FF2AC-814F-4C64-92D0-512AEE8D116E}" type="datetimeFigureOut">
              <a:rPr lang="zh-CN" altLang="en-US" smtClean="0"/>
              <a:t>2023/04/11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1442A2F-63CD-43EF-89A9-D800337E143B}" type="slidenum">
              <a:rPr lang="zh-CN" altLang="en-US" smtClean="0"/>
              <a:t>‹#›</a:t>
            </a:fld>
            <a:endParaRPr lang="zh-CN" altLang="en-US"/>
          </a:p>
        </p:txBody>
      </p:sp>
    </p:spTree>
    <p:extLst>
      <p:ext uri="{BB962C8B-B14F-4D97-AF65-F5344CB8AC3E}">
        <p14:creationId xmlns:p14="http://schemas.microsoft.com/office/powerpoint/2010/main" val="787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20FF2AC-814F-4C64-92D0-512AEE8D116E}" type="datetimeFigureOut">
              <a:rPr lang="zh-CN" altLang="en-US" smtClean="0"/>
              <a:t>2023/04/11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1442A2F-63CD-43EF-89A9-D800337E143B}" type="slidenum">
              <a:rPr lang="zh-CN" altLang="en-US" smtClean="0"/>
              <a:t>‹#›</a:t>
            </a:fld>
            <a:endParaRPr lang="zh-CN" altLang="en-US"/>
          </a:p>
        </p:txBody>
      </p:sp>
    </p:spTree>
    <p:extLst>
      <p:ext uri="{BB962C8B-B14F-4D97-AF65-F5344CB8AC3E}">
        <p14:creationId xmlns:p14="http://schemas.microsoft.com/office/powerpoint/2010/main" val="2029438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C20FF2AC-814F-4C64-92D0-512AEE8D116E}" type="datetimeFigureOut">
              <a:rPr lang="zh-CN" altLang="en-US" smtClean="0"/>
              <a:t>2023/04/11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1442A2F-63CD-43EF-89A9-D800337E143B}" type="slidenum">
              <a:rPr lang="zh-CN" altLang="en-US" smtClean="0"/>
              <a:t>‹#›</a:t>
            </a:fld>
            <a:endParaRPr lang="zh-CN" altLang="en-US"/>
          </a:p>
        </p:txBody>
      </p:sp>
    </p:spTree>
    <p:extLst>
      <p:ext uri="{BB962C8B-B14F-4D97-AF65-F5344CB8AC3E}">
        <p14:creationId xmlns:p14="http://schemas.microsoft.com/office/powerpoint/2010/main" val="2010606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C20FF2AC-814F-4C64-92D0-512AEE8D116E}" type="datetimeFigureOut">
              <a:rPr lang="zh-CN" altLang="en-US" smtClean="0"/>
              <a:t>2023/04/11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1442A2F-63CD-43EF-89A9-D800337E143B}" type="slidenum">
              <a:rPr lang="zh-CN" altLang="en-US" smtClean="0"/>
              <a:t>‹#›</a:t>
            </a:fld>
            <a:endParaRPr lang="zh-CN" altLang="en-US"/>
          </a:p>
        </p:txBody>
      </p:sp>
    </p:spTree>
    <p:extLst>
      <p:ext uri="{BB962C8B-B14F-4D97-AF65-F5344CB8AC3E}">
        <p14:creationId xmlns:p14="http://schemas.microsoft.com/office/powerpoint/2010/main" val="3631797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C20FF2AC-814F-4C64-92D0-512AEE8D116E}" type="datetimeFigureOut">
              <a:rPr lang="zh-CN" altLang="en-US" smtClean="0"/>
              <a:t>2023/04/11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1442A2F-63CD-43EF-89A9-D800337E143B}" type="slidenum">
              <a:rPr lang="zh-CN" altLang="en-US" smtClean="0"/>
              <a:t>‹#›</a:t>
            </a:fld>
            <a:endParaRPr lang="zh-CN" altLang="en-US"/>
          </a:p>
        </p:txBody>
      </p:sp>
    </p:spTree>
    <p:extLst>
      <p:ext uri="{BB962C8B-B14F-4D97-AF65-F5344CB8AC3E}">
        <p14:creationId xmlns:p14="http://schemas.microsoft.com/office/powerpoint/2010/main" val="1543237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0FF2AC-814F-4C64-92D0-512AEE8D116E}" type="datetimeFigureOut">
              <a:rPr lang="zh-CN" altLang="en-US" smtClean="0"/>
              <a:t>2023/04/11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1442A2F-63CD-43EF-89A9-D800337E143B}" type="slidenum">
              <a:rPr lang="zh-CN" altLang="en-US" smtClean="0"/>
              <a:t>‹#›</a:t>
            </a:fld>
            <a:endParaRPr lang="zh-CN" altLang="en-US"/>
          </a:p>
        </p:txBody>
      </p:sp>
    </p:spTree>
    <p:extLst>
      <p:ext uri="{BB962C8B-B14F-4D97-AF65-F5344CB8AC3E}">
        <p14:creationId xmlns:p14="http://schemas.microsoft.com/office/powerpoint/2010/main" val="2683200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20FF2AC-814F-4C64-92D0-512AEE8D116E}" type="datetimeFigureOut">
              <a:rPr lang="zh-CN" altLang="en-US" smtClean="0"/>
              <a:t>2023/04/11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1442A2F-63CD-43EF-89A9-D800337E143B}" type="slidenum">
              <a:rPr lang="zh-CN" altLang="en-US" smtClean="0"/>
              <a:t>‹#›</a:t>
            </a:fld>
            <a:endParaRPr lang="zh-CN" altLang="en-US"/>
          </a:p>
        </p:txBody>
      </p:sp>
    </p:spTree>
    <p:extLst>
      <p:ext uri="{BB962C8B-B14F-4D97-AF65-F5344CB8AC3E}">
        <p14:creationId xmlns:p14="http://schemas.microsoft.com/office/powerpoint/2010/main" val="3305617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20FF2AC-814F-4C64-92D0-512AEE8D116E}" type="datetimeFigureOut">
              <a:rPr lang="zh-CN" altLang="en-US" smtClean="0"/>
              <a:t>2023/04/11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1442A2F-63CD-43EF-89A9-D800337E143B}" type="slidenum">
              <a:rPr lang="zh-CN" altLang="en-US" smtClean="0"/>
              <a:t>‹#›</a:t>
            </a:fld>
            <a:endParaRPr lang="zh-CN" altLang="en-US"/>
          </a:p>
        </p:txBody>
      </p:sp>
    </p:spTree>
    <p:extLst>
      <p:ext uri="{BB962C8B-B14F-4D97-AF65-F5344CB8AC3E}">
        <p14:creationId xmlns:p14="http://schemas.microsoft.com/office/powerpoint/2010/main" val="3272989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20FF2AC-814F-4C64-92D0-512AEE8D116E}" type="datetimeFigureOut">
              <a:rPr lang="zh-CN" altLang="en-US" smtClean="0"/>
              <a:t>2023/04/11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1442A2F-63CD-43EF-89A9-D800337E143B}" type="slidenum">
              <a:rPr lang="zh-CN" altLang="en-US" smtClean="0"/>
              <a:t>‹#›</a:t>
            </a:fld>
            <a:endParaRPr lang="zh-CN" altLang="en-US"/>
          </a:p>
        </p:txBody>
      </p:sp>
    </p:spTree>
    <p:extLst>
      <p:ext uri="{BB962C8B-B14F-4D97-AF65-F5344CB8AC3E}">
        <p14:creationId xmlns:p14="http://schemas.microsoft.com/office/powerpoint/2010/main" val="1789362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C20FF2AC-814F-4C64-92D0-512AEE8D116E}" type="datetimeFigureOut">
              <a:rPr lang="zh-CN" altLang="en-US" smtClean="0"/>
              <a:t>2023/04/11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1442A2F-63CD-43EF-89A9-D800337E143B}" type="slidenum">
              <a:rPr lang="zh-CN" altLang="en-US" smtClean="0"/>
              <a:t>‹#›</a:t>
            </a:fld>
            <a:endParaRPr lang="zh-CN" altLang="en-US"/>
          </a:p>
        </p:txBody>
      </p:sp>
    </p:spTree>
    <p:extLst>
      <p:ext uri="{BB962C8B-B14F-4D97-AF65-F5344CB8AC3E}">
        <p14:creationId xmlns:p14="http://schemas.microsoft.com/office/powerpoint/2010/main" val="25613681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6940147"/>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0FF2AC-814F-4C64-92D0-512AEE8D116E}" type="datetimeFigureOut">
              <a:rPr lang="zh-CN" altLang="en-US" smtClean="0"/>
              <a:t>2023/04/11</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42A2F-63CD-43EF-89A9-D800337E143B}" type="slidenum">
              <a:rPr lang="zh-CN" altLang="en-US" smtClean="0"/>
              <a:t>‹#›</a:t>
            </a:fld>
            <a:endParaRPr lang="zh-CN" altLang="en-US"/>
          </a:p>
        </p:txBody>
      </p:sp>
    </p:spTree>
    <p:extLst>
      <p:ext uri="{BB962C8B-B14F-4D97-AF65-F5344CB8AC3E}">
        <p14:creationId xmlns:p14="http://schemas.microsoft.com/office/powerpoint/2010/main" val="42526066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2.xml"/><Relationship Id="rId7"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4.e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9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28.png"/><Relationship Id="rId4" Type="http://schemas.openxmlformats.org/officeDocument/2006/relationships/image" Target="../media/image1111.png"/></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5.xml"/><Relationship Id="rId7"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60.png"/><Relationship Id="rId5" Type="http://schemas.openxmlformats.org/officeDocument/2006/relationships/image" Target="../media/image150.png"/><Relationship Id="rId10" Type="http://schemas.openxmlformats.org/officeDocument/2006/relationships/image" Target="../media/image16.png"/><Relationship Id="rId4" Type="http://schemas.openxmlformats.org/officeDocument/2006/relationships/image" Target="../media/image14.png"/><Relationship Id="rId9" Type="http://schemas.openxmlformats.org/officeDocument/2006/relationships/image" Target="../media/image7.emf"/></Relationships>
</file>

<file path=ppt/slides/_rels/slide9.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181.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180.png"/><Relationship Id="rId1" Type="http://schemas.openxmlformats.org/officeDocument/2006/relationships/slideLayout" Target="../slideLayouts/slideLayout2.xml"/><Relationship Id="rId5" Type="http://schemas.openxmlformats.org/officeDocument/2006/relationships/image" Target="../media/image260.png"/><Relationship Id="rId4" Type="http://schemas.openxmlformats.org/officeDocument/2006/relationships/image" Target="../media/image190.png"/></Relationships>
</file>

<file path=ppt/slides/_rels/slide12.xml.rels><?xml version="1.0" encoding="UTF-8" standalone="yes"?>
<Relationships xmlns="http://schemas.openxmlformats.org/package/2006/relationships"><Relationship Id="rId3" Type="http://schemas.openxmlformats.org/officeDocument/2006/relationships/image" Target="../media/image200.png"/><Relationship Id="rId7" Type="http://schemas.openxmlformats.org/officeDocument/2006/relationships/image" Target="../media/image9.e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8.emf"/><Relationship Id="rId4"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280.png"/><Relationship Id="rId4" Type="http://schemas.openxmlformats.org/officeDocument/2006/relationships/image" Target="../media/image270.png"/></Relationships>
</file>

<file path=ppt/slides/_rels/slide15.xml.rels><?xml version="1.0" encoding="UTF-8" standalone="yes"?>
<Relationships xmlns="http://schemas.openxmlformats.org/package/2006/relationships"><Relationship Id="rId3" Type="http://schemas.openxmlformats.org/officeDocument/2006/relationships/image" Target="../media/image290.png"/><Relationship Id="rId7" Type="http://schemas.openxmlformats.org/officeDocument/2006/relationships/image" Target="../media/image37.png"/><Relationship Id="rId2"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10.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11.png"/><Relationship Id="rId1" Type="http://schemas.openxmlformats.org/officeDocument/2006/relationships/slideLayout" Target="../slideLayouts/slideLayout7.xml"/><Relationship Id="rId5" Type="http://schemas.openxmlformats.org/officeDocument/2006/relationships/image" Target="../media/image23.sv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2" Type="http://schemas.openxmlformats.org/officeDocument/2006/relationships/image" Target="../media/image49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0.png"/></Relationships>
</file>

<file path=ppt/slides/_rels/slide2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0.png"/><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s>
</file>

<file path=ppt/slides/_rels/slide2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8.png"/><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3.png"/><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2" Type="http://schemas.openxmlformats.org/officeDocument/2006/relationships/image" Target="../media/image48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57.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11.png"/><Relationship Id="rId2" Type="http://schemas.openxmlformats.org/officeDocument/2006/relationships/image" Target="../media/image500.png"/><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s>
</file>

<file path=ppt/slides/_rels/slide31.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541.png"/><Relationship Id="rId7" Type="http://schemas.openxmlformats.org/officeDocument/2006/relationships/image" Target="../media/image85.png"/><Relationship Id="rId2" Type="http://schemas.openxmlformats.org/officeDocument/2006/relationships/image" Target="../media/image531.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3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 Id="rId5" Type="http://schemas.openxmlformats.org/officeDocument/2006/relationships/image" Target="../media/image107.png"/><Relationship Id="rId4" Type="http://schemas.openxmlformats.org/officeDocument/2006/relationships/image" Target="../media/image106.png"/></Relationships>
</file>

<file path=ppt/slides/_rels/slide33.xml.rels><?xml version="1.0" encoding="UTF-8" standalone="yes"?>
<Relationships xmlns="http://schemas.openxmlformats.org/package/2006/relationships"><Relationship Id="rId3" Type="http://schemas.openxmlformats.org/officeDocument/2006/relationships/image" Target="../media/image561.png"/><Relationship Id="rId2" Type="http://schemas.openxmlformats.org/officeDocument/2006/relationships/image" Target="../media/image55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60.png"/><Relationship Id="rId2" Type="http://schemas.openxmlformats.org/officeDocument/2006/relationships/image" Target="../media/image610.png"/><Relationship Id="rId1" Type="http://schemas.openxmlformats.org/officeDocument/2006/relationships/slideLayout" Target="../slideLayouts/slideLayout2.xml"/><Relationship Id="rId6" Type="http://schemas.openxmlformats.org/officeDocument/2006/relationships/image" Target="../media/image490.png"/><Relationship Id="rId5" Type="http://schemas.openxmlformats.org/officeDocument/2006/relationships/image" Target="../media/image480.png"/><Relationship Id="rId4" Type="http://schemas.openxmlformats.org/officeDocument/2006/relationships/image" Target="../media/image470.png"/></Relationships>
</file>

<file path=ppt/slides/_rels/slide35.xml.rels><?xml version="1.0" encoding="UTF-8" standalone="yes"?>
<Relationships xmlns="http://schemas.openxmlformats.org/package/2006/relationships"><Relationship Id="rId8" Type="http://schemas.openxmlformats.org/officeDocument/2006/relationships/image" Target="../media/image560.png"/><Relationship Id="rId3" Type="http://schemas.openxmlformats.org/officeDocument/2006/relationships/image" Target="../media/image510.png"/><Relationship Id="rId7" Type="http://schemas.openxmlformats.org/officeDocument/2006/relationships/image" Target="../media/image410.png"/><Relationship Id="rId2" Type="http://schemas.openxmlformats.org/officeDocument/2006/relationships/image" Target="../media/image211.png"/><Relationship Id="rId1" Type="http://schemas.openxmlformats.org/officeDocument/2006/relationships/slideLayout" Target="../slideLayouts/slideLayout2.xml"/><Relationship Id="rId6" Type="http://schemas.openxmlformats.org/officeDocument/2006/relationships/image" Target="../media/image540.png"/><Relationship Id="rId5" Type="http://schemas.openxmlformats.org/officeDocument/2006/relationships/image" Target="../media/image530.png"/><Relationship Id="rId4" Type="http://schemas.openxmlformats.org/officeDocument/2006/relationships/image" Target="../media/image220.png"/></Relationships>
</file>

<file path=ppt/slides/_rels/slide3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1.png"/><Relationship Id="rId1" Type="http://schemas.openxmlformats.org/officeDocument/2006/relationships/slideLayout" Target="../slideLayouts/slideLayout2.xml"/><Relationship Id="rId4" Type="http://schemas.openxmlformats.org/officeDocument/2006/relationships/image" Target="../media/image570.png"/></Relationships>
</file>

<file path=ppt/slides/_rels/slide37.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1011.png"/><Relationship Id="rId7" Type="http://schemas.openxmlformats.org/officeDocument/2006/relationships/image" Target="../media/image61.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0.png"/><Relationship Id="rId4" Type="http://schemas.openxmlformats.org/officeDocument/2006/relationships/image" Target="../media/image1112.png"/><Relationship Id="rId9" Type="http://schemas.openxmlformats.org/officeDocument/2006/relationships/image" Target="../media/image63.png"/></Relationships>
</file>

<file path=ppt/slides/_rels/slide3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4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68.png"/><Relationship Id="rId4" Type="http://schemas.openxmlformats.org/officeDocument/2006/relationships/image" Target="../media/image98.png"/></Relationships>
</file>

<file path=ppt/slides/_rels/slide4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69.png"/><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3.png"/></Relationships>
</file>

<file path=ppt/slides/_rels/slide4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0.png"/><Relationship Id="rId7" Type="http://schemas.openxmlformats.org/officeDocument/2006/relationships/image" Target="../media/image110.png"/><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0.png"/></Relationships>
</file>

<file path=ppt/slides/_rels/slide4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13.png"/></Relationships>
</file>

<file path=ppt/slides/_rels/slide4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81.png"/><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20.png"/><Relationship Id="rId4" Type="http://schemas.openxmlformats.org/officeDocument/2006/relationships/image" Target="../media/image102.png"/></Relationships>
</file>

<file path=ppt/slides/_rels/slide46.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117.png"/><Relationship Id="rId7" Type="http://schemas.openxmlformats.org/officeDocument/2006/relationships/image" Target="../media/image122.png"/><Relationship Id="rId2"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121.png"/><Relationship Id="rId5" Type="http://schemas.openxmlformats.org/officeDocument/2006/relationships/image" Target="../media/image119.png"/><Relationship Id="rId4" Type="http://schemas.openxmlformats.org/officeDocument/2006/relationships/image" Target="../media/image118.png"/></Relationships>
</file>

<file path=ppt/slides/_rels/slide47.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 Id="rId5" Type="http://schemas.openxmlformats.org/officeDocument/2006/relationships/image" Target="../media/image127.png"/><Relationship Id="rId4" Type="http://schemas.openxmlformats.org/officeDocument/2006/relationships/image" Target="../media/image126.png"/></Relationships>
</file>

<file path=ppt/slides/_rels/slide48.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Box 4">
            <a:hlinkClick r:id="" action="ppaction://noaction"/>
            <a:extLst>
              <a:ext uri="{FF2B5EF4-FFF2-40B4-BE49-F238E27FC236}">
                <a16:creationId xmlns:a16="http://schemas.microsoft.com/office/drawing/2014/main" id="{04847B3D-B81E-42E8-99CB-ECF237918E6B}"/>
              </a:ext>
            </a:extLst>
          </p:cNvPr>
          <p:cNvSpPr txBox="1">
            <a:spLocks noChangeArrowheads="1"/>
          </p:cNvSpPr>
          <p:nvPr/>
        </p:nvSpPr>
        <p:spPr bwMode="auto">
          <a:xfrm>
            <a:off x="0" y="684486"/>
            <a:ext cx="8129328" cy="1171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defTabSz="914400" fontAlgn="base">
              <a:spcBef>
                <a:spcPct val="50000"/>
              </a:spcBef>
              <a:spcAft>
                <a:spcPct val="0"/>
              </a:spcAft>
              <a:buClr>
                <a:srgbClr val="CC0000"/>
              </a:buClr>
              <a:buSzPct val="70000"/>
            </a:pPr>
            <a:r>
              <a:rPr lang="zh-CN" altLang="en-US" sz="2800" b="1" dirty="0">
                <a:solidFill>
                  <a:srgbClr val="0432FF"/>
                </a:solidFill>
                <a:latin typeface="STXinwei" panose="02010800040101010101" pitchFamily="2" charset="-122"/>
                <a:ea typeface="STXinwei" panose="02010800040101010101" pitchFamily="2" charset="-122"/>
              </a:rPr>
              <a:t>第二章 </a:t>
            </a:r>
            <a:endParaRPr lang="en-US" altLang="zh-CN" sz="2800" b="1" dirty="0">
              <a:solidFill>
                <a:srgbClr val="0432FF"/>
              </a:solidFill>
              <a:latin typeface="STXinwei" panose="02010800040101010101" pitchFamily="2" charset="-122"/>
              <a:ea typeface="STXinwei" panose="02010800040101010101" pitchFamily="2" charset="-122"/>
            </a:endParaRPr>
          </a:p>
          <a:p>
            <a:pPr defTabSz="914400" fontAlgn="base">
              <a:spcBef>
                <a:spcPct val="50000"/>
              </a:spcBef>
              <a:spcAft>
                <a:spcPct val="0"/>
              </a:spcAft>
              <a:buClr>
                <a:srgbClr val="CC0000"/>
              </a:buClr>
              <a:buSzPct val="70000"/>
            </a:pPr>
            <a:r>
              <a:rPr lang="zh-CN" altLang="en-US" sz="2800" b="1" dirty="0">
                <a:solidFill>
                  <a:srgbClr val="0432FF"/>
                </a:solidFill>
                <a:latin typeface="STXinwei" panose="02010800040101010101" pitchFamily="2" charset="-122"/>
                <a:ea typeface="STXinwei" panose="02010800040101010101" pitchFamily="2" charset="-122"/>
              </a:rPr>
              <a:t>随机变量及其</a:t>
            </a:r>
            <a:r>
              <a:rPr lang="zh-CN" altLang="en-US" sz="2800" b="1" dirty="0">
                <a:solidFill>
                  <a:srgbClr val="C00000"/>
                </a:solidFill>
                <a:latin typeface="STXinwei" panose="02010800040101010101" pitchFamily="2" charset="-122"/>
                <a:ea typeface="STXinwei" panose="02010800040101010101" pitchFamily="2" charset="-122"/>
              </a:rPr>
              <a:t>分布</a:t>
            </a:r>
          </a:p>
        </p:txBody>
      </p:sp>
      <p:sp>
        <p:nvSpPr>
          <p:cNvPr id="13" name="Text Box 5">
            <a:hlinkClick r:id="" action="ppaction://noaction"/>
            <a:extLst>
              <a:ext uri="{FF2B5EF4-FFF2-40B4-BE49-F238E27FC236}">
                <a16:creationId xmlns:a16="http://schemas.microsoft.com/office/drawing/2014/main" id="{677A40D1-346B-405E-AF1D-26629E7DB444}"/>
              </a:ext>
            </a:extLst>
          </p:cNvPr>
          <p:cNvSpPr txBox="1">
            <a:spLocks noChangeArrowheads="1"/>
          </p:cNvSpPr>
          <p:nvPr/>
        </p:nvSpPr>
        <p:spPr bwMode="auto">
          <a:xfrm>
            <a:off x="0" y="3837752"/>
            <a:ext cx="7740650" cy="1171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defTabSz="914400" fontAlgn="base">
              <a:spcBef>
                <a:spcPct val="50000"/>
              </a:spcBef>
              <a:spcAft>
                <a:spcPct val="0"/>
              </a:spcAft>
              <a:buClr>
                <a:srgbClr val="CC0000"/>
              </a:buClr>
              <a:buSzPct val="70000"/>
            </a:pPr>
            <a:r>
              <a:rPr lang="zh-CN" altLang="en-US" sz="2800" b="1" dirty="0">
                <a:solidFill>
                  <a:srgbClr val="0432FF"/>
                </a:solidFill>
                <a:latin typeface="STXinwei" panose="02010800040101010101" pitchFamily="2" charset="-122"/>
                <a:ea typeface="STXinwei" panose="02010800040101010101" pitchFamily="2" charset="-122"/>
              </a:rPr>
              <a:t>第三章 </a:t>
            </a:r>
            <a:endParaRPr lang="en-US" altLang="zh-CN" sz="2800" b="1" dirty="0">
              <a:solidFill>
                <a:srgbClr val="0432FF"/>
              </a:solidFill>
              <a:latin typeface="STXinwei" panose="02010800040101010101" pitchFamily="2" charset="-122"/>
              <a:ea typeface="STXinwei" panose="02010800040101010101" pitchFamily="2" charset="-122"/>
            </a:endParaRPr>
          </a:p>
          <a:p>
            <a:pPr defTabSz="914400" fontAlgn="base">
              <a:spcBef>
                <a:spcPct val="50000"/>
              </a:spcBef>
              <a:spcAft>
                <a:spcPct val="0"/>
              </a:spcAft>
              <a:buClr>
                <a:srgbClr val="CC0000"/>
              </a:buClr>
              <a:buSzPct val="70000"/>
            </a:pPr>
            <a:r>
              <a:rPr lang="zh-CN" altLang="en-US" sz="2800" b="1" dirty="0">
                <a:solidFill>
                  <a:srgbClr val="0432FF"/>
                </a:solidFill>
                <a:latin typeface="STXinwei" panose="02010800040101010101" pitchFamily="2" charset="-122"/>
                <a:ea typeface="STXinwei" panose="02010800040101010101" pitchFamily="2" charset="-122"/>
              </a:rPr>
              <a:t>多维随机变量及其</a:t>
            </a:r>
            <a:r>
              <a:rPr lang="zh-CN" altLang="en-US" sz="2800" b="1" dirty="0">
                <a:solidFill>
                  <a:srgbClr val="C00000"/>
                </a:solidFill>
                <a:latin typeface="STXinwei" panose="02010800040101010101" pitchFamily="2" charset="-122"/>
                <a:ea typeface="STXinwei" panose="02010800040101010101" pitchFamily="2" charset="-122"/>
              </a:rPr>
              <a:t>分布</a:t>
            </a:r>
          </a:p>
        </p:txBody>
      </p:sp>
      <p:pic>
        <p:nvPicPr>
          <p:cNvPr id="5" name="图片 4" descr="表格&#10;&#10;低可信度描述已自动生成">
            <a:extLst>
              <a:ext uri="{FF2B5EF4-FFF2-40B4-BE49-F238E27FC236}">
                <a16:creationId xmlns:a16="http://schemas.microsoft.com/office/drawing/2014/main" id="{A6B0D09F-D2E1-4C3B-2FF5-42B2720FC2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026" y="0"/>
            <a:ext cx="6612076" cy="4910958"/>
          </a:xfrm>
          <a:prstGeom prst="rect">
            <a:avLst/>
          </a:prstGeom>
          <a:ln>
            <a:noFill/>
          </a:ln>
          <a:effectLst>
            <a:outerShdw blurRad="292100" dist="139700" dir="2700000" algn="tl" rotWithShape="0">
              <a:srgbClr val="333333">
                <a:alpha val="65000"/>
              </a:srgbClr>
            </a:outerShdw>
          </a:effectLst>
        </p:spPr>
      </p:pic>
      <p:pic>
        <p:nvPicPr>
          <p:cNvPr id="2" name="图片 1">
            <a:extLst>
              <a:ext uri="{FF2B5EF4-FFF2-40B4-BE49-F238E27FC236}">
                <a16:creationId xmlns:a16="http://schemas.microsoft.com/office/drawing/2014/main" id="{61C85B1A-B933-CA86-DA4A-3E4D37079CC4}"/>
              </a:ext>
            </a:extLst>
          </p:cNvPr>
          <p:cNvPicPr>
            <a:picLocks noChangeAspect="1"/>
          </p:cNvPicPr>
          <p:nvPr/>
        </p:nvPicPr>
        <p:blipFill>
          <a:blip r:embed="rId4"/>
          <a:stretch>
            <a:fillRect/>
          </a:stretch>
        </p:blipFill>
        <p:spPr>
          <a:xfrm>
            <a:off x="2255520" y="2209587"/>
            <a:ext cx="6109156" cy="452193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88785410"/>
      </p:ext>
    </p:ext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par>
                                <p:cTn id="8" presetID="3" presetClass="exit" presetSubtype="10" fill="hold" grpId="0" nodeType="withEffect">
                                  <p:stCondLst>
                                    <p:cond delay="0"/>
                                  </p:stCondLst>
                                  <p:childTnLst>
                                    <p:animEffect transition="out" filter="blinds(horizontal)">
                                      <p:cBhvr>
                                        <p:cTn id="9" dur="500"/>
                                        <p:tgtEl>
                                          <p:spTgt spid="13"/>
                                        </p:tgtEl>
                                      </p:cBhvr>
                                    </p:animEffect>
                                    <p:set>
                                      <p:cBhvr>
                                        <p:cTn id="10" dur="1" fill="hold">
                                          <p:stCondLst>
                                            <p:cond delay="499"/>
                                          </p:stCondLst>
                                        </p:cTn>
                                        <p:tgtEl>
                                          <p:spTgt spid="13"/>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28360B5C-F593-CA9D-6B0B-AC1B546BC537}"/>
              </a:ext>
            </a:extLst>
          </p:cNvPr>
          <p:cNvSpPr txBox="1"/>
          <p:nvPr/>
        </p:nvSpPr>
        <p:spPr>
          <a:xfrm>
            <a:off x="1554186" y="2875002"/>
            <a:ext cx="6035627" cy="553998"/>
          </a:xfrm>
          <a:prstGeom prst="rect">
            <a:avLst/>
          </a:prstGeom>
          <a:noFill/>
        </p:spPr>
        <p:txBody>
          <a:bodyPr wrap="none" rtlCol="0">
            <a:spAutoFit/>
          </a:bodyPr>
          <a:lstStyle/>
          <a:p>
            <a:pPr algn="ctr"/>
            <a:r>
              <a:rPr kumimoji="1" lang="zh-CN" altLang="en-US" sz="3000" dirty="0">
                <a:latin typeface="Microsoft YaHei" panose="020B0503020204020204" pitchFamily="34" charset="-122"/>
                <a:ea typeface="Microsoft YaHei" panose="020B0503020204020204" pitchFamily="34" charset="-122"/>
              </a:rPr>
              <a:t>完整地描述了随机变量的统计规律</a:t>
            </a:r>
          </a:p>
        </p:txBody>
      </p:sp>
      <p:pic>
        <p:nvPicPr>
          <p:cNvPr id="4" name="图片 3" descr="文本, 信件&#10;&#10;描述已自动生成">
            <a:extLst>
              <a:ext uri="{FF2B5EF4-FFF2-40B4-BE49-F238E27FC236}">
                <a16:creationId xmlns:a16="http://schemas.microsoft.com/office/drawing/2014/main" id="{32D4E3FA-1FF6-B074-7982-139C942960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493896"/>
            <a:ext cx="7772400" cy="587020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865573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6" name="Object 5">
            <a:extLst>
              <a:ext uri="{FF2B5EF4-FFF2-40B4-BE49-F238E27FC236}">
                <a16:creationId xmlns:a16="http://schemas.microsoft.com/office/drawing/2014/main" id="{61273D21-A56D-CA4A-FFD0-D3A70A1FFD49}"/>
              </a:ext>
            </a:extLst>
          </p:cNvPr>
          <p:cNvGraphicFramePr>
            <a:graphicFrameLocks noChangeAspect="1"/>
          </p:cNvGraphicFramePr>
          <p:nvPr>
            <p:extLst>
              <p:ext uri="{D42A27DB-BD31-4B8C-83A1-F6EECF244321}">
                <p14:modId xmlns:p14="http://schemas.microsoft.com/office/powerpoint/2010/main" val="2374140196"/>
              </p:ext>
            </p:extLst>
          </p:nvPr>
        </p:nvGraphicFramePr>
        <p:xfrm>
          <a:off x="893914" y="3681095"/>
          <a:ext cx="580533" cy="351724"/>
        </p:xfrm>
        <a:graphic>
          <a:graphicData uri="http://schemas.openxmlformats.org/presentationml/2006/ole">
            <mc:AlternateContent xmlns:mc="http://schemas.openxmlformats.org/markup-compatibility/2006">
              <mc:Choice xmlns:v="urn:schemas-microsoft-com:vml" Requires="v">
                <p:oleObj spid="_x0000_s1028" name="公式" r:id="rId4" imgW="7607300" imgH="4686300" progId="Equation.3">
                  <p:embed/>
                </p:oleObj>
              </mc:Choice>
              <mc:Fallback>
                <p:oleObj name="公式" r:id="rId4" imgW="7607300" imgH="4686300" progId="Equation.3">
                  <p:embed/>
                  <p:pic>
                    <p:nvPicPr>
                      <p:cNvPr id="6" name="Object 5">
                        <a:extLst>
                          <a:ext uri="{FF2B5EF4-FFF2-40B4-BE49-F238E27FC236}">
                            <a16:creationId xmlns:a16="http://schemas.microsoft.com/office/drawing/2014/main" id="{61273D21-A56D-CA4A-FFD0-D3A70A1FFD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3914" y="3681095"/>
                        <a:ext cx="580533" cy="351724"/>
                      </a:xfrm>
                      <a:prstGeom prst="rect">
                        <a:avLst/>
                      </a:prstGeom>
                      <a:noFill/>
                      <a:ln>
                        <a:noFill/>
                      </a:ln>
                      <a:effectLst/>
                    </p:spPr>
                  </p:pic>
                </p:oleObj>
              </mc:Fallback>
            </mc:AlternateContent>
          </a:graphicData>
        </a:graphic>
      </p:graphicFrame>
      <p:graphicFrame>
        <p:nvGraphicFramePr>
          <p:cNvPr id="2" name="Object 3">
            <a:extLst>
              <a:ext uri="{FF2B5EF4-FFF2-40B4-BE49-F238E27FC236}">
                <a16:creationId xmlns:a16="http://schemas.microsoft.com/office/drawing/2014/main" id="{B72FAAB2-9221-A6A9-0481-F51914C2268F}"/>
              </a:ext>
            </a:extLst>
          </p:cNvPr>
          <p:cNvGraphicFramePr>
            <a:graphicFrameLocks noChangeAspect="1"/>
          </p:cNvGraphicFramePr>
          <p:nvPr/>
        </p:nvGraphicFramePr>
        <p:xfrm>
          <a:off x="1403648" y="3579400"/>
          <a:ext cx="5920916" cy="2601101"/>
        </p:xfrm>
        <a:graphic>
          <a:graphicData uri="http://schemas.openxmlformats.org/presentationml/2006/ole">
            <mc:AlternateContent xmlns:mc="http://schemas.openxmlformats.org/markup-compatibility/2006">
              <mc:Choice xmlns:v="urn:schemas-microsoft-com:vml" Requires="v">
                <p:oleObj spid="_x0000_s1029" name="BMP 图象" r:id="rId6" imgW="2603500" imgH="1403350" progId="Paint.Picture">
                  <p:embed/>
                </p:oleObj>
              </mc:Choice>
              <mc:Fallback>
                <p:oleObj name="BMP 图象" r:id="rId6" imgW="2603500" imgH="1403350" progId="Paint.Picture">
                  <p:embed/>
                  <p:pic>
                    <p:nvPicPr>
                      <p:cNvPr id="2" name="Object 3">
                        <a:extLst>
                          <a:ext uri="{FF2B5EF4-FFF2-40B4-BE49-F238E27FC236}">
                            <a16:creationId xmlns:a16="http://schemas.microsoft.com/office/drawing/2014/main" id="{B72FAAB2-9221-A6A9-0481-F51914C2268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03648" y="3579400"/>
                        <a:ext cx="5920916" cy="2601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Line 4">
            <a:extLst>
              <a:ext uri="{FF2B5EF4-FFF2-40B4-BE49-F238E27FC236}">
                <a16:creationId xmlns:a16="http://schemas.microsoft.com/office/drawing/2014/main" id="{168F9FED-D35F-79DA-2990-8AE938FFFF90}"/>
              </a:ext>
            </a:extLst>
          </p:cNvPr>
          <p:cNvSpPr>
            <a:spLocks noChangeShapeType="1"/>
          </p:cNvSpPr>
          <p:nvPr/>
        </p:nvSpPr>
        <p:spPr bwMode="auto">
          <a:xfrm>
            <a:off x="2951847" y="3856957"/>
            <a:ext cx="0" cy="1522596"/>
          </a:xfrm>
          <a:prstGeom prst="line">
            <a:avLst/>
          </a:prstGeom>
          <a:noFill/>
          <a:ln w="25400" cap="rnd">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 name="Line 5">
            <a:extLst>
              <a:ext uri="{FF2B5EF4-FFF2-40B4-BE49-F238E27FC236}">
                <a16:creationId xmlns:a16="http://schemas.microsoft.com/office/drawing/2014/main" id="{040F39E9-3A0E-C525-308C-23AEF9FEC4FE}"/>
              </a:ext>
            </a:extLst>
          </p:cNvPr>
          <p:cNvSpPr>
            <a:spLocks noChangeShapeType="1"/>
          </p:cNvSpPr>
          <p:nvPr/>
        </p:nvSpPr>
        <p:spPr bwMode="auto">
          <a:xfrm>
            <a:off x="4931779" y="3856957"/>
            <a:ext cx="0" cy="1522596"/>
          </a:xfrm>
          <a:prstGeom prst="line">
            <a:avLst/>
          </a:prstGeom>
          <a:noFill/>
          <a:ln w="25400" cap="rnd">
            <a:solidFill>
              <a:schemeClr val="accent2"/>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Text Box 6">
            <a:extLst>
              <a:ext uri="{FF2B5EF4-FFF2-40B4-BE49-F238E27FC236}">
                <a16:creationId xmlns:a16="http://schemas.microsoft.com/office/drawing/2014/main" id="{5BA41B3C-9675-52B2-E549-36E1EF87CEF9}"/>
              </a:ext>
            </a:extLst>
          </p:cNvPr>
          <p:cNvSpPr txBox="1">
            <a:spLocks noChangeArrowheads="1"/>
          </p:cNvSpPr>
          <p:nvPr/>
        </p:nvSpPr>
        <p:spPr bwMode="auto">
          <a:xfrm>
            <a:off x="2779405" y="5442994"/>
            <a:ext cx="543758" cy="347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0">
                <a:latin typeface="宋体" panose="02010600030101010101" pitchFamily="2" charset="-122"/>
                <a:sym typeface="Symbol" pitchFamily="2" charset="2"/>
              </a:rPr>
              <a:t></a:t>
            </a:r>
            <a:r>
              <a:rPr kumimoji="1" lang="zh-CN" altLang="en-US" sz="2000" b="0" baseline="-25000">
                <a:latin typeface="宋体" panose="02010600030101010101" pitchFamily="2" charset="-122"/>
                <a:sym typeface="Symbol" pitchFamily="2" charset="2"/>
              </a:rPr>
              <a:t>１</a:t>
            </a:r>
            <a:endParaRPr kumimoji="1" lang="zh-CN" altLang="en-US" sz="2000" b="0">
              <a:latin typeface="宋体" panose="02010600030101010101" pitchFamily="2" charset="-122"/>
              <a:sym typeface="Symbol" pitchFamily="2" charset="2"/>
            </a:endParaRPr>
          </a:p>
        </p:txBody>
      </p:sp>
      <p:sp>
        <p:nvSpPr>
          <p:cNvPr id="8" name="Text Box 7">
            <a:extLst>
              <a:ext uri="{FF2B5EF4-FFF2-40B4-BE49-F238E27FC236}">
                <a16:creationId xmlns:a16="http://schemas.microsoft.com/office/drawing/2014/main" id="{C869786B-6532-D763-056A-15B51EBBF64A}"/>
              </a:ext>
            </a:extLst>
          </p:cNvPr>
          <p:cNvSpPr txBox="1">
            <a:spLocks noChangeArrowheads="1"/>
          </p:cNvSpPr>
          <p:nvPr/>
        </p:nvSpPr>
        <p:spPr bwMode="auto">
          <a:xfrm>
            <a:off x="4833600" y="5442994"/>
            <a:ext cx="664593" cy="347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2000" b="0">
                <a:latin typeface="宋体" panose="02010600030101010101" pitchFamily="2" charset="-122"/>
                <a:sym typeface="Symbol" pitchFamily="2" charset="2"/>
              </a:rPr>
              <a:t></a:t>
            </a:r>
            <a:r>
              <a:rPr kumimoji="1" lang="en-US" altLang="zh-CN" sz="2000" b="0" baseline="-25000">
                <a:latin typeface="宋体" panose="02010600030101010101" pitchFamily="2" charset="-122"/>
                <a:sym typeface="Symbol" pitchFamily="2" charset="2"/>
              </a:rPr>
              <a:t>2</a:t>
            </a:r>
            <a:endParaRPr kumimoji="1" lang="en-US" altLang="zh-CN" sz="2000" b="0">
              <a:latin typeface="宋体" panose="02010600030101010101" pitchFamily="2" charset="-122"/>
              <a:sym typeface="Symbol" pitchFamily="2" charset="2"/>
            </a:endParaRPr>
          </a:p>
        </p:txBody>
      </p:sp>
      <p:pic>
        <p:nvPicPr>
          <p:cNvPr id="9" name="图片 8" descr="图形用户界面&#10;&#10;低可信度描述已自动生成">
            <a:extLst>
              <a:ext uri="{FF2B5EF4-FFF2-40B4-BE49-F238E27FC236}">
                <a16:creationId xmlns:a16="http://schemas.microsoft.com/office/drawing/2014/main" id="{A3A9730B-5FC9-E430-B3F1-CF887EE6F6A1}"/>
              </a:ext>
            </a:extLst>
          </p:cNvPr>
          <p:cNvPicPr>
            <a:picLocks noChangeAspect="1"/>
          </p:cNvPicPr>
          <p:nvPr/>
        </p:nvPicPr>
        <p:blipFill>
          <a:blip r:embed="rId8"/>
          <a:stretch>
            <a:fillRect/>
          </a:stretch>
        </p:blipFill>
        <p:spPr>
          <a:xfrm>
            <a:off x="5119438" y="2155615"/>
            <a:ext cx="4024562" cy="958921"/>
          </a:xfrm>
          <a:prstGeom prst="rect">
            <a:avLst/>
          </a:prstGeom>
        </p:spPr>
      </p:pic>
    </p:spTree>
    <p:extLst>
      <p:ext uri="{BB962C8B-B14F-4D97-AF65-F5344CB8AC3E}">
        <p14:creationId xmlns:p14="http://schemas.microsoft.com/office/powerpoint/2010/main" val="26576274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ext Box 3">
            <a:hlinkClick r:id="" action="ppaction://noaction"/>
            <a:extLst>
              <a:ext uri="{FF2B5EF4-FFF2-40B4-BE49-F238E27FC236}">
                <a16:creationId xmlns:a16="http://schemas.microsoft.com/office/drawing/2014/main" id="{A5F30993-D5E4-453E-86FB-51331B7810BE}"/>
              </a:ext>
            </a:extLst>
          </p:cNvPr>
          <p:cNvSpPr txBox="1">
            <a:spLocks noChangeArrowheads="1"/>
          </p:cNvSpPr>
          <p:nvPr/>
        </p:nvSpPr>
        <p:spPr bwMode="auto">
          <a:xfrm>
            <a:off x="935831" y="484501"/>
            <a:ext cx="7272338" cy="617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lgn="ctr" defTabSz="914400" fontAlgn="base">
              <a:spcBef>
                <a:spcPct val="50000"/>
              </a:spcBef>
              <a:spcAft>
                <a:spcPct val="0"/>
              </a:spcAft>
              <a:buClr>
                <a:srgbClr val="CC0000"/>
              </a:buClr>
              <a:buSzPct val="70000"/>
            </a:pPr>
            <a:r>
              <a:rPr lang="zh-CN" altLang="en-US" sz="3400" dirty="0">
                <a:solidFill>
                  <a:srgbClr val="FF0000"/>
                </a:solidFill>
                <a:latin typeface="Microsoft YaHei" panose="020B0503020204020204" pitchFamily="34" charset="-122"/>
                <a:ea typeface="Microsoft YaHei" panose="020B0503020204020204" pitchFamily="34" charset="-122"/>
              </a:rPr>
              <a:t>第四章 随机变量的数字特征</a:t>
            </a:r>
          </a:p>
        </p:txBody>
      </p:sp>
      <p:sp>
        <p:nvSpPr>
          <p:cNvPr id="2" name="文本框 1">
            <a:extLst>
              <a:ext uri="{FF2B5EF4-FFF2-40B4-BE49-F238E27FC236}">
                <a16:creationId xmlns:a16="http://schemas.microsoft.com/office/drawing/2014/main" id="{2CA91D8E-E2C4-CF4E-F03A-15A5750B249E}"/>
              </a:ext>
            </a:extLst>
          </p:cNvPr>
          <p:cNvSpPr txBox="1"/>
          <p:nvPr/>
        </p:nvSpPr>
        <p:spPr>
          <a:xfrm>
            <a:off x="1882802" y="1630680"/>
            <a:ext cx="5378395" cy="507831"/>
          </a:xfrm>
          <a:prstGeom prst="rect">
            <a:avLst/>
          </a:prstGeom>
          <a:noFill/>
        </p:spPr>
        <p:txBody>
          <a:bodyPr wrap="none" rtlCol="0">
            <a:spAutoFit/>
          </a:bodyPr>
          <a:lstStyle/>
          <a:p>
            <a:pPr algn="ctr"/>
            <a:r>
              <a:rPr kumimoji="1" lang="zh-CN" altLang="en-US" sz="2700" dirty="0">
                <a:latin typeface="Microsoft YaHei" panose="020B0503020204020204" pitchFamily="34" charset="-122"/>
                <a:ea typeface="Microsoft YaHei" panose="020B0503020204020204" pitchFamily="34" charset="-122"/>
              </a:rPr>
              <a:t>描述随机变量某一方面特征的</a:t>
            </a:r>
            <a:r>
              <a:rPr kumimoji="1" lang="zh-CN" altLang="en-US" sz="2700" u="sng" dirty="0">
                <a:latin typeface="Microsoft YaHei" panose="020B0503020204020204" pitchFamily="34" charset="-122"/>
                <a:ea typeface="Microsoft YaHei" panose="020B0503020204020204" pitchFamily="34" charset="-122"/>
              </a:rPr>
              <a:t>常数</a:t>
            </a:r>
          </a:p>
        </p:txBody>
      </p:sp>
      <p:sp>
        <p:nvSpPr>
          <p:cNvPr id="19" name="Line 96">
            <a:extLst>
              <a:ext uri="{FF2B5EF4-FFF2-40B4-BE49-F238E27FC236}">
                <a16:creationId xmlns:a16="http://schemas.microsoft.com/office/drawing/2014/main" id="{59AEB43D-65E3-4482-C412-2CA3D22088B2}"/>
              </a:ext>
            </a:extLst>
          </p:cNvPr>
          <p:cNvSpPr>
            <a:spLocks noChangeShapeType="1"/>
          </p:cNvSpPr>
          <p:nvPr/>
        </p:nvSpPr>
        <p:spPr bwMode="auto">
          <a:xfrm>
            <a:off x="1225312" y="3340039"/>
            <a:ext cx="0" cy="2232025"/>
          </a:xfrm>
          <a:prstGeom prst="line">
            <a:avLst/>
          </a:prstGeom>
          <a:noFill/>
          <a:ln w="19050" cap="flat" cmpd="sng" algn="ctr">
            <a:solidFill>
              <a:srgbClr val="000000"/>
            </a:solidFill>
            <a:prstDash val="solid"/>
            <a:miter lim="800000"/>
            <a:headEnd type="triangle" w="med" len="med"/>
            <a:tailEnd/>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800" b="1" i="0" u="none" strike="noStrike" kern="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20" name="Line 98">
            <a:extLst>
              <a:ext uri="{FF2B5EF4-FFF2-40B4-BE49-F238E27FC236}">
                <a16:creationId xmlns:a16="http://schemas.microsoft.com/office/drawing/2014/main" id="{C4BE062D-245C-71F2-B6F5-011CEE7ECDB3}"/>
              </a:ext>
            </a:extLst>
          </p:cNvPr>
          <p:cNvSpPr>
            <a:spLocks noChangeShapeType="1"/>
          </p:cNvSpPr>
          <p:nvPr/>
        </p:nvSpPr>
        <p:spPr bwMode="auto">
          <a:xfrm>
            <a:off x="826850" y="5168839"/>
            <a:ext cx="3370263" cy="0"/>
          </a:xfrm>
          <a:prstGeom prst="line">
            <a:avLst/>
          </a:prstGeom>
          <a:noFill/>
          <a:ln w="19050" cap="flat" cmpd="sng" algn="ctr">
            <a:solidFill>
              <a:srgbClr val="000000"/>
            </a:solidFill>
            <a:prstDash val="solid"/>
            <a:miter lim="800000"/>
            <a:headEnd/>
            <a:tailEnd type="triangle" w="med" len="med"/>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800" b="1" i="0" u="none" strike="noStrike" kern="0" cap="none" spc="0" normalizeH="0" baseline="0" noProof="0">
              <a:ln>
                <a:noFill/>
              </a:ln>
              <a:solidFill>
                <a:srgbClr val="000000"/>
              </a:solidFill>
              <a:effectLst/>
              <a:uLnTx/>
              <a:uFillTx/>
              <a:latin typeface="Arial" panose="020B0604020202020204" pitchFamily="34" charset="0"/>
              <a:ea typeface="宋体"/>
              <a:cs typeface="+mn-cs"/>
            </a:endParaRP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D610AE93-DC11-80AF-3173-99EEDBE8B163}"/>
                  </a:ext>
                </a:extLst>
              </p:cNvPr>
              <p:cNvSpPr txBox="1"/>
              <p:nvPr/>
            </p:nvSpPr>
            <p:spPr>
              <a:xfrm>
                <a:off x="3881501" y="5132267"/>
                <a:ext cx="522900" cy="523220"/>
              </a:xfrm>
              <a:prstGeom prst="rect">
                <a:avLst/>
              </a:prstGeom>
              <a:noFill/>
            </p:spPr>
            <p:txBody>
              <a:bodyPr wrap="square" rtlCol="0">
                <a:spAutoFit/>
              </a:bodyPr>
              <a:lstStyle/>
              <a:p>
                <a:pPr defTabSz="914400"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kumimoji="1" lang="en-US" altLang="zh-CN" sz="2800" b="1" i="1" dirty="0" smtClean="0">
                          <a:solidFill>
                            <a:srgbClr val="000000"/>
                          </a:solidFill>
                          <a:latin typeface="Cambria Math" panose="02040503050406030204" pitchFamily="18" charset="0"/>
                          <a:cs typeface="Times New Roman" panose="02020603050405020304" pitchFamily="18" charset="0"/>
                        </a:rPr>
                        <m:t>𝑿</m:t>
                      </m:r>
                    </m:oMath>
                  </m:oMathPara>
                </a14:m>
                <a:endParaRPr kumimoji="1" lang="zh-CN" altLang="en-US" sz="2800" b="1" i="1" dirty="0">
                  <a:solidFill>
                    <a:srgbClr val="000000"/>
                  </a:solidFill>
                  <a:latin typeface="Times New Roman" panose="02020603050405020304" pitchFamily="18" charset="0"/>
                  <a:ea typeface="宋体"/>
                  <a:cs typeface="Times New Roman" panose="02020603050405020304" pitchFamily="18" charset="0"/>
                </a:endParaRPr>
              </a:p>
            </p:txBody>
          </p:sp>
        </mc:Choice>
        <mc:Fallback xmlns="">
          <p:sp>
            <p:nvSpPr>
              <p:cNvPr id="21" name="文本框 20">
                <a:extLst>
                  <a:ext uri="{FF2B5EF4-FFF2-40B4-BE49-F238E27FC236}">
                    <a16:creationId xmlns:a16="http://schemas.microsoft.com/office/drawing/2014/main" id="{D610AE93-DC11-80AF-3173-99EEDBE8B163}"/>
                  </a:ext>
                </a:extLst>
              </p:cNvPr>
              <p:cNvSpPr txBox="1">
                <a:spLocks noRot="1" noChangeAspect="1" noMove="1" noResize="1" noEditPoints="1" noAdjustHandles="1" noChangeArrowheads="1" noChangeShapeType="1" noTextEdit="1"/>
              </p:cNvSpPr>
              <p:nvPr/>
            </p:nvSpPr>
            <p:spPr>
              <a:xfrm>
                <a:off x="3881501" y="5132267"/>
                <a:ext cx="522900" cy="52322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63069D1-C168-9E72-C5CD-31330F1822C7}"/>
                  </a:ext>
                </a:extLst>
              </p:cNvPr>
              <p:cNvSpPr txBox="1"/>
              <p:nvPr/>
            </p:nvSpPr>
            <p:spPr>
              <a:xfrm>
                <a:off x="684800" y="3124498"/>
                <a:ext cx="502061" cy="523220"/>
              </a:xfrm>
              <a:prstGeom prst="rect">
                <a:avLst/>
              </a:prstGeom>
              <a:noFill/>
            </p:spPr>
            <p:txBody>
              <a:bodyPr wrap="square" rtlCol="0">
                <a:spAutoFit/>
              </a:bodyPr>
              <a:lstStyle/>
              <a:p>
                <a:pPr defTabSz="914400"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kumimoji="1" lang="en-US" altLang="zh-CN" sz="2800" b="1" i="1" dirty="0" smtClean="0">
                          <a:solidFill>
                            <a:srgbClr val="000000"/>
                          </a:solidFill>
                          <a:latin typeface="Cambria Math" panose="02040503050406030204" pitchFamily="18" charset="0"/>
                          <a:cs typeface="Times New Roman" panose="02020603050405020304" pitchFamily="18" charset="0"/>
                        </a:rPr>
                        <m:t>𝒀</m:t>
                      </m:r>
                    </m:oMath>
                  </m:oMathPara>
                </a14:m>
                <a:endParaRPr kumimoji="1" lang="zh-CN" altLang="en-US" sz="2800" b="1" i="1" dirty="0">
                  <a:solidFill>
                    <a:srgbClr val="000000"/>
                  </a:solidFill>
                  <a:latin typeface="Times New Roman" panose="02020603050405020304" pitchFamily="18" charset="0"/>
                  <a:ea typeface="宋体"/>
                  <a:cs typeface="Times New Roman" panose="02020603050405020304" pitchFamily="18" charset="0"/>
                </a:endParaRPr>
              </a:p>
            </p:txBody>
          </p:sp>
        </mc:Choice>
        <mc:Fallback xmlns="">
          <p:sp>
            <p:nvSpPr>
              <p:cNvPr id="22" name="文本框 21">
                <a:extLst>
                  <a:ext uri="{FF2B5EF4-FFF2-40B4-BE49-F238E27FC236}">
                    <a16:creationId xmlns:a16="http://schemas.microsoft.com/office/drawing/2014/main" id="{663069D1-C168-9E72-C5CD-31330F1822C7}"/>
                  </a:ext>
                </a:extLst>
              </p:cNvPr>
              <p:cNvSpPr txBox="1">
                <a:spLocks noRot="1" noChangeAspect="1" noMove="1" noResize="1" noEditPoints="1" noAdjustHandles="1" noChangeArrowheads="1" noChangeShapeType="1" noTextEdit="1"/>
              </p:cNvSpPr>
              <p:nvPr/>
            </p:nvSpPr>
            <p:spPr>
              <a:xfrm>
                <a:off x="684800" y="3124498"/>
                <a:ext cx="502061" cy="523220"/>
              </a:xfrm>
              <a:prstGeom prst="rect">
                <a:avLst/>
              </a:prstGeom>
              <a:blipFill>
                <a:blip r:embed="rId4"/>
                <a:stretch>
                  <a:fillRect/>
                </a:stretch>
              </a:blipFill>
            </p:spPr>
            <p:txBody>
              <a:bodyPr/>
              <a:lstStyle/>
              <a:p>
                <a:r>
                  <a:rPr lang="zh-CN" altLang="en-US">
                    <a:noFill/>
                  </a:rPr>
                  <a:t> </a:t>
                </a:r>
              </a:p>
            </p:txBody>
          </p:sp>
        </mc:Fallback>
      </mc:AlternateContent>
      <p:sp>
        <p:nvSpPr>
          <p:cNvPr id="23" name="椭圆 2">
            <a:extLst>
              <a:ext uri="{FF2B5EF4-FFF2-40B4-BE49-F238E27FC236}">
                <a16:creationId xmlns:a16="http://schemas.microsoft.com/office/drawing/2014/main" id="{5D304C80-5E73-2C32-1341-CEEE180CB461}"/>
              </a:ext>
            </a:extLst>
          </p:cNvPr>
          <p:cNvSpPr>
            <a:spLocks noChangeArrowheads="1"/>
          </p:cNvSpPr>
          <p:nvPr/>
        </p:nvSpPr>
        <p:spPr bwMode="auto">
          <a:xfrm>
            <a:off x="1829006" y="4579301"/>
            <a:ext cx="108000" cy="108000"/>
          </a:xfrm>
          <a:prstGeom prst="ellipse">
            <a:avLst/>
          </a:prstGeom>
          <a:solidFill>
            <a:srgbClr val="000000"/>
          </a:solidFill>
          <a:ln w="9525" algn="ctr">
            <a:solidFill>
              <a:srgbClr val="000000"/>
            </a:solidFill>
            <a:round/>
            <a:headEnd/>
            <a:tailEnd/>
          </a:ln>
        </p:spPr>
        <p:txBody>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24" name="椭圆 27">
            <a:extLst>
              <a:ext uri="{FF2B5EF4-FFF2-40B4-BE49-F238E27FC236}">
                <a16:creationId xmlns:a16="http://schemas.microsoft.com/office/drawing/2014/main" id="{D061B333-2783-A013-F750-50F0D795390E}"/>
              </a:ext>
            </a:extLst>
          </p:cNvPr>
          <p:cNvSpPr>
            <a:spLocks noChangeArrowheads="1"/>
          </p:cNvSpPr>
          <p:nvPr/>
        </p:nvSpPr>
        <p:spPr bwMode="auto">
          <a:xfrm>
            <a:off x="2997418" y="3479738"/>
            <a:ext cx="108000" cy="108000"/>
          </a:xfrm>
          <a:prstGeom prst="ellipse">
            <a:avLst/>
          </a:prstGeom>
          <a:solidFill>
            <a:srgbClr val="000000"/>
          </a:solidFill>
          <a:ln w="9525" algn="ctr">
            <a:solidFill>
              <a:srgbClr val="000000"/>
            </a:solidFill>
            <a:round/>
            <a:headEnd/>
            <a:tailEnd/>
          </a:ln>
        </p:spPr>
        <p:txBody>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25" name="椭圆 29">
            <a:extLst>
              <a:ext uri="{FF2B5EF4-FFF2-40B4-BE49-F238E27FC236}">
                <a16:creationId xmlns:a16="http://schemas.microsoft.com/office/drawing/2014/main" id="{9E2B1CBE-3DB0-2C2E-E4CC-8F66B80D2380}"/>
              </a:ext>
            </a:extLst>
          </p:cNvPr>
          <p:cNvSpPr>
            <a:spLocks noChangeArrowheads="1"/>
          </p:cNvSpPr>
          <p:nvPr/>
        </p:nvSpPr>
        <p:spPr bwMode="auto">
          <a:xfrm>
            <a:off x="2253045" y="4185238"/>
            <a:ext cx="108000" cy="108000"/>
          </a:xfrm>
          <a:prstGeom prst="ellipse">
            <a:avLst/>
          </a:prstGeom>
          <a:solidFill>
            <a:srgbClr val="000000"/>
          </a:solidFill>
          <a:ln w="9525" algn="ctr">
            <a:solidFill>
              <a:srgbClr val="000000"/>
            </a:solidFill>
            <a:round/>
            <a:headEnd/>
            <a:tailEnd/>
          </a:ln>
        </p:spPr>
        <p:txBody>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26" name="椭圆 31">
            <a:extLst>
              <a:ext uri="{FF2B5EF4-FFF2-40B4-BE49-F238E27FC236}">
                <a16:creationId xmlns:a16="http://schemas.microsoft.com/office/drawing/2014/main" id="{BC50E5E4-75E3-AA19-E883-E8400B2B3155}"/>
              </a:ext>
            </a:extLst>
          </p:cNvPr>
          <p:cNvSpPr>
            <a:spLocks noChangeArrowheads="1"/>
          </p:cNvSpPr>
          <p:nvPr/>
        </p:nvSpPr>
        <p:spPr bwMode="auto">
          <a:xfrm>
            <a:off x="2631005" y="3834743"/>
            <a:ext cx="108000" cy="108000"/>
          </a:xfrm>
          <a:prstGeom prst="ellipse">
            <a:avLst/>
          </a:prstGeom>
          <a:solidFill>
            <a:srgbClr val="000000"/>
          </a:solidFill>
          <a:ln w="9525" algn="ctr">
            <a:solidFill>
              <a:srgbClr val="000000"/>
            </a:solidFill>
            <a:round/>
            <a:headEnd/>
            <a:tailEnd/>
          </a:ln>
        </p:spPr>
        <p:txBody>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27" name="椭圆 27">
            <a:extLst>
              <a:ext uri="{FF2B5EF4-FFF2-40B4-BE49-F238E27FC236}">
                <a16:creationId xmlns:a16="http://schemas.microsoft.com/office/drawing/2014/main" id="{3A873032-92EE-1C59-1D99-AC79E08D8E17}"/>
              </a:ext>
            </a:extLst>
          </p:cNvPr>
          <p:cNvSpPr>
            <a:spLocks noChangeArrowheads="1"/>
          </p:cNvSpPr>
          <p:nvPr/>
        </p:nvSpPr>
        <p:spPr bwMode="auto">
          <a:xfrm>
            <a:off x="1393219" y="4987813"/>
            <a:ext cx="108000" cy="108000"/>
          </a:xfrm>
          <a:prstGeom prst="ellipse">
            <a:avLst/>
          </a:prstGeom>
          <a:solidFill>
            <a:srgbClr val="000000"/>
          </a:solidFill>
          <a:ln w="9525" algn="ctr">
            <a:solidFill>
              <a:srgbClr val="000000"/>
            </a:solidFill>
            <a:round/>
            <a:headEnd/>
            <a:tailEnd/>
          </a:ln>
        </p:spPr>
        <p:txBody>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28" name="椭圆 31">
            <a:extLst>
              <a:ext uri="{FF2B5EF4-FFF2-40B4-BE49-F238E27FC236}">
                <a16:creationId xmlns:a16="http://schemas.microsoft.com/office/drawing/2014/main" id="{2B425FDE-1AE6-F6A0-E2B5-F6C81D93F938}"/>
              </a:ext>
            </a:extLst>
          </p:cNvPr>
          <p:cNvSpPr>
            <a:spLocks noChangeArrowheads="1"/>
          </p:cNvSpPr>
          <p:nvPr/>
        </p:nvSpPr>
        <p:spPr bwMode="auto">
          <a:xfrm>
            <a:off x="3340073" y="3107224"/>
            <a:ext cx="108000" cy="108000"/>
          </a:xfrm>
          <a:prstGeom prst="ellipse">
            <a:avLst/>
          </a:prstGeom>
          <a:solidFill>
            <a:srgbClr val="000000"/>
          </a:solidFill>
          <a:ln w="9525" algn="ctr">
            <a:solidFill>
              <a:srgbClr val="000000"/>
            </a:solidFill>
            <a:round/>
            <a:headEnd/>
            <a:tailEnd/>
          </a:ln>
        </p:spPr>
        <p:txBody>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41" name="Line 96">
            <a:extLst>
              <a:ext uri="{FF2B5EF4-FFF2-40B4-BE49-F238E27FC236}">
                <a16:creationId xmlns:a16="http://schemas.microsoft.com/office/drawing/2014/main" id="{6811112F-E99D-6E6C-C3FA-F09F6DA30C83}"/>
              </a:ext>
            </a:extLst>
          </p:cNvPr>
          <p:cNvSpPr>
            <a:spLocks noChangeShapeType="1"/>
          </p:cNvSpPr>
          <p:nvPr/>
        </p:nvSpPr>
        <p:spPr bwMode="auto">
          <a:xfrm>
            <a:off x="5300483" y="3303467"/>
            <a:ext cx="0" cy="2232025"/>
          </a:xfrm>
          <a:prstGeom prst="line">
            <a:avLst/>
          </a:prstGeom>
          <a:noFill/>
          <a:ln w="19050" cap="flat" cmpd="sng" algn="ctr">
            <a:solidFill>
              <a:srgbClr val="000000"/>
            </a:solidFill>
            <a:prstDash val="solid"/>
            <a:miter lim="800000"/>
            <a:headEnd type="triangle" w="med" len="med"/>
            <a:tailEnd/>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800" b="1" i="0" u="none" strike="noStrike" kern="0" cap="none" spc="0" normalizeH="0" baseline="0" noProof="0">
              <a:ln>
                <a:noFill/>
              </a:ln>
              <a:solidFill>
                <a:srgbClr val="000000"/>
              </a:solidFill>
              <a:effectLst/>
              <a:uLnTx/>
              <a:uFillTx/>
              <a:latin typeface="Arial" panose="020B0604020202020204" pitchFamily="34" charset="0"/>
              <a:ea typeface="宋体"/>
              <a:cs typeface="+mn-cs"/>
            </a:endParaRPr>
          </a:p>
        </p:txBody>
      </p:sp>
      <p:sp>
        <p:nvSpPr>
          <p:cNvPr id="42" name="Line 98">
            <a:extLst>
              <a:ext uri="{FF2B5EF4-FFF2-40B4-BE49-F238E27FC236}">
                <a16:creationId xmlns:a16="http://schemas.microsoft.com/office/drawing/2014/main" id="{611A6F13-53B4-CB9B-8C75-F0BDD3C8BEBF}"/>
              </a:ext>
            </a:extLst>
          </p:cNvPr>
          <p:cNvSpPr>
            <a:spLocks noChangeShapeType="1"/>
          </p:cNvSpPr>
          <p:nvPr/>
        </p:nvSpPr>
        <p:spPr bwMode="auto">
          <a:xfrm>
            <a:off x="4902021" y="5132267"/>
            <a:ext cx="3370263" cy="0"/>
          </a:xfrm>
          <a:prstGeom prst="line">
            <a:avLst/>
          </a:prstGeom>
          <a:noFill/>
          <a:ln w="19050" cap="flat" cmpd="sng" algn="ctr">
            <a:solidFill>
              <a:srgbClr val="000000"/>
            </a:solidFill>
            <a:prstDash val="solid"/>
            <a:miter lim="800000"/>
            <a:headEnd/>
            <a:tailEnd type="triangle" w="med" len="med"/>
          </a:ln>
          <a:effec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2800" b="1" i="0" u="none" strike="noStrike" kern="0" cap="none" spc="0" normalizeH="0" baseline="0" noProof="0">
              <a:ln>
                <a:noFill/>
              </a:ln>
              <a:solidFill>
                <a:srgbClr val="000000"/>
              </a:solidFill>
              <a:effectLst/>
              <a:uLnTx/>
              <a:uFillTx/>
              <a:latin typeface="Arial" panose="020B0604020202020204" pitchFamily="34" charset="0"/>
              <a:ea typeface="宋体"/>
              <a:cs typeface="+mn-cs"/>
            </a:endParaRPr>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B8B1A915-0186-84A4-8961-7C1E04A2631B}"/>
                  </a:ext>
                </a:extLst>
              </p:cNvPr>
              <p:cNvSpPr txBox="1"/>
              <p:nvPr/>
            </p:nvSpPr>
            <p:spPr>
              <a:xfrm>
                <a:off x="7956672" y="5095695"/>
                <a:ext cx="522900" cy="523220"/>
              </a:xfrm>
              <a:prstGeom prst="rect">
                <a:avLst/>
              </a:prstGeom>
              <a:noFill/>
            </p:spPr>
            <p:txBody>
              <a:bodyPr wrap="none" rtlCol="0">
                <a:spAutoFit/>
              </a:bodyPr>
              <a:lstStyle/>
              <a:p>
                <a:pPr defTabSz="914400"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kumimoji="1" lang="en-US" altLang="zh-CN" sz="2800" b="1" i="1" dirty="0" smtClean="0">
                          <a:solidFill>
                            <a:srgbClr val="000000"/>
                          </a:solidFill>
                          <a:latin typeface="Cambria Math" panose="02040503050406030204" pitchFamily="18" charset="0"/>
                          <a:cs typeface="Times New Roman" panose="02020603050405020304" pitchFamily="18" charset="0"/>
                        </a:rPr>
                        <m:t>𝑿</m:t>
                      </m:r>
                    </m:oMath>
                  </m:oMathPara>
                </a14:m>
                <a:endParaRPr kumimoji="1" lang="zh-CN" altLang="en-US" sz="2800" b="1" i="1" dirty="0">
                  <a:solidFill>
                    <a:srgbClr val="000000"/>
                  </a:solidFill>
                  <a:latin typeface="Times New Roman" panose="02020603050405020304" pitchFamily="18" charset="0"/>
                  <a:ea typeface="宋体"/>
                  <a:cs typeface="Times New Roman" panose="02020603050405020304" pitchFamily="18" charset="0"/>
                </a:endParaRPr>
              </a:p>
            </p:txBody>
          </p:sp>
        </mc:Choice>
        <mc:Fallback xmlns="">
          <p:sp>
            <p:nvSpPr>
              <p:cNvPr id="43" name="文本框 42">
                <a:extLst>
                  <a:ext uri="{FF2B5EF4-FFF2-40B4-BE49-F238E27FC236}">
                    <a16:creationId xmlns:a16="http://schemas.microsoft.com/office/drawing/2014/main" id="{B8B1A915-0186-84A4-8961-7C1E04A2631B}"/>
                  </a:ext>
                </a:extLst>
              </p:cNvPr>
              <p:cNvSpPr txBox="1">
                <a:spLocks noRot="1" noChangeAspect="1" noMove="1" noResize="1" noEditPoints="1" noAdjustHandles="1" noChangeArrowheads="1" noChangeShapeType="1" noTextEdit="1"/>
              </p:cNvSpPr>
              <p:nvPr/>
            </p:nvSpPr>
            <p:spPr>
              <a:xfrm>
                <a:off x="7956672" y="5095695"/>
                <a:ext cx="522900" cy="52322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8841C6BF-27CF-0934-C6C6-13DC079E6A37}"/>
                  </a:ext>
                </a:extLst>
              </p:cNvPr>
              <p:cNvSpPr txBox="1"/>
              <p:nvPr/>
            </p:nvSpPr>
            <p:spPr>
              <a:xfrm>
                <a:off x="4759971" y="3087926"/>
                <a:ext cx="502061" cy="523220"/>
              </a:xfrm>
              <a:prstGeom prst="rect">
                <a:avLst/>
              </a:prstGeom>
              <a:noFill/>
            </p:spPr>
            <p:txBody>
              <a:bodyPr wrap="none" rtlCol="0">
                <a:spAutoFit/>
              </a:bodyPr>
              <a:lstStyle/>
              <a:p>
                <a:pPr defTabSz="914400"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kumimoji="1" lang="en-US" altLang="zh-CN" sz="2800" b="1" i="1" dirty="0" smtClean="0">
                          <a:solidFill>
                            <a:srgbClr val="000000"/>
                          </a:solidFill>
                          <a:latin typeface="Cambria Math" panose="02040503050406030204" pitchFamily="18" charset="0"/>
                          <a:cs typeface="Times New Roman" panose="02020603050405020304" pitchFamily="18" charset="0"/>
                        </a:rPr>
                        <m:t>𝒀</m:t>
                      </m:r>
                    </m:oMath>
                  </m:oMathPara>
                </a14:m>
                <a:endParaRPr kumimoji="1" lang="zh-CN" altLang="en-US" sz="2800" b="1" i="1" dirty="0">
                  <a:solidFill>
                    <a:srgbClr val="000000"/>
                  </a:solidFill>
                  <a:latin typeface="Times New Roman" panose="02020603050405020304" pitchFamily="18" charset="0"/>
                  <a:ea typeface="宋体"/>
                  <a:cs typeface="Times New Roman" panose="02020603050405020304" pitchFamily="18" charset="0"/>
                </a:endParaRPr>
              </a:p>
            </p:txBody>
          </p:sp>
        </mc:Choice>
        <mc:Fallback xmlns="">
          <p:sp>
            <p:nvSpPr>
              <p:cNvPr id="44" name="文本框 43">
                <a:extLst>
                  <a:ext uri="{FF2B5EF4-FFF2-40B4-BE49-F238E27FC236}">
                    <a16:creationId xmlns:a16="http://schemas.microsoft.com/office/drawing/2014/main" id="{8841C6BF-27CF-0934-C6C6-13DC079E6A37}"/>
                  </a:ext>
                </a:extLst>
              </p:cNvPr>
              <p:cNvSpPr txBox="1">
                <a:spLocks noRot="1" noChangeAspect="1" noMove="1" noResize="1" noEditPoints="1" noAdjustHandles="1" noChangeArrowheads="1" noChangeShapeType="1" noTextEdit="1"/>
              </p:cNvSpPr>
              <p:nvPr/>
            </p:nvSpPr>
            <p:spPr>
              <a:xfrm>
                <a:off x="4759971" y="3087926"/>
                <a:ext cx="502061" cy="523220"/>
              </a:xfrm>
              <a:prstGeom prst="rect">
                <a:avLst/>
              </a:prstGeom>
              <a:blipFill>
                <a:blip r:embed="rId4"/>
                <a:stretch>
                  <a:fillRect/>
                </a:stretch>
              </a:blipFill>
            </p:spPr>
            <p:txBody>
              <a:bodyPr/>
              <a:lstStyle/>
              <a:p>
                <a:r>
                  <a:rPr lang="zh-CN" altLang="en-US">
                    <a:noFill/>
                  </a:rPr>
                  <a:t> </a:t>
                </a:r>
              </a:p>
            </p:txBody>
          </p:sp>
        </mc:Fallback>
      </mc:AlternateContent>
      <p:sp>
        <p:nvSpPr>
          <p:cNvPr id="45" name="椭圆 2">
            <a:extLst>
              <a:ext uri="{FF2B5EF4-FFF2-40B4-BE49-F238E27FC236}">
                <a16:creationId xmlns:a16="http://schemas.microsoft.com/office/drawing/2014/main" id="{BC9C4B6D-3B39-0319-8B22-6C5E873004A8}"/>
              </a:ext>
            </a:extLst>
          </p:cNvPr>
          <p:cNvSpPr>
            <a:spLocks noChangeArrowheads="1"/>
          </p:cNvSpPr>
          <p:nvPr/>
        </p:nvSpPr>
        <p:spPr bwMode="auto">
          <a:xfrm>
            <a:off x="5904177" y="4375089"/>
            <a:ext cx="108000" cy="108000"/>
          </a:xfrm>
          <a:prstGeom prst="ellipse">
            <a:avLst/>
          </a:prstGeom>
          <a:solidFill>
            <a:srgbClr val="000000"/>
          </a:solidFill>
          <a:ln w="9525" algn="ctr">
            <a:solidFill>
              <a:srgbClr val="000000"/>
            </a:solidFill>
            <a:round/>
            <a:headEnd/>
            <a:tailEnd/>
          </a:ln>
        </p:spPr>
        <p:txBody>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46" name="椭圆 27">
            <a:extLst>
              <a:ext uri="{FF2B5EF4-FFF2-40B4-BE49-F238E27FC236}">
                <a16:creationId xmlns:a16="http://schemas.microsoft.com/office/drawing/2014/main" id="{0C2B9CEA-0A97-73C2-3405-5FB069DDBA27}"/>
              </a:ext>
            </a:extLst>
          </p:cNvPr>
          <p:cNvSpPr>
            <a:spLocks noChangeArrowheads="1"/>
          </p:cNvSpPr>
          <p:nvPr/>
        </p:nvSpPr>
        <p:spPr bwMode="auto">
          <a:xfrm>
            <a:off x="7072589" y="3991806"/>
            <a:ext cx="108000" cy="108000"/>
          </a:xfrm>
          <a:prstGeom prst="ellipse">
            <a:avLst/>
          </a:prstGeom>
          <a:solidFill>
            <a:srgbClr val="000000"/>
          </a:solidFill>
          <a:ln w="9525" algn="ctr">
            <a:solidFill>
              <a:srgbClr val="000000"/>
            </a:solidFill>
            <a:round/>
            <a:headEnd/>
            <a:tailEnd/>
          </a:ln>
        </p:spPr>
        <p:txBody>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47" name="椭圆 29">
            <a:extLst>
              <a:ext uri="{FF2B5EF4-FFF2-40B4-BE49-F238E27FC236}">
                <a16:creationId xmlns:a16="http://schemas.microsoft.com/office/drawing/2014/main" id="{BB3838A0-2407-B8A7-036F-29E5588D9217}"/>
              </a:ext>
            </a:extLst>
          </p:cNvPr>
          <p:cNvSpPr>
            <a:spLocks noChangeArrowheads="1"/>
          </p:cNvSpPr>
          <p:nvPr/>
        </p:nvSpPr>
        <p:spPr bwMode="auto">
          <a:xfrm>
            <a:off x="6328216" y="3600026"/>
            <a:ext cx="108000" cy="108000"/>
          </a:xfrm>
          <a:prstGeom prst="ellipse">
            <a:avLst/>
          </a:prstGeom>
          <a:solidFill>
            <a:srgbClr val="000000"/>
          </a:solidFill>
          <a:ln w="9525" algn="ctr">
            <a:solidFill>
              <a:srgbClr val="000000"/>
            </a:solidFill>
            <a:round/>
            <a:headEnd/>
            <a:tailEnd/>
          </a:ln>
        </p:spPr>
        <p:txBody>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48" name="椭圆 31">
            <a:extLst>
              <a:ext uri="{FF2B5EF4-FFF2-40B4-BE49-F238E27FC236}">
                <a16:creationId xmlns:a16="http://schemas.microsoft.com/office/drawing/2014/main" id="{011FD8BE-CEFE-549D-BA26-BC8859C55743}"/>
              </a:ext>
            </a:extLst>
          </p:cNvPr>
          <p:cNvSpPr>
            <a:spLocks noChangeArrowheads="1"/>
          </p:cNvSpPr>
          <p:nvPr/>
        </p:nvSpPr>
        <p:spPr bwMode="auto">
          <a:xfrm>
            <a:off x="6706176" y="3798171"/>
            <a:ext cx="108000" cy="108000"/>
          </a:xfrm>
          <a:prstGeom prst="ellipse">
            <a:avLst/>
          </a:prstGeom>
          <a:solidFill>
            <a:srgbClr val="000000"/>
          </a:solidFill>
          <a:ln w="9525" algn="ctr">
            <a:solidFill>
              <a:srgbClr val="000000"/>
            </a:solidFill>
            <a:round/>
            <a:headEnd/>
            <a:tailEnd/>
          </a:ln>
        </p:spPr>
        <p:txBody>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49" name="椭圆 27">
            <a:extLst>
              <a:ext uri="{FF2B5EF4-FFF2-40B4-BE49-F238E27FC236}">
                <a16:creationId xmlns:a16="http://schemas.microsoft.com/office/drawing/2014/main" id="{C8A3C7C5-DE54-2AA8-4B69-81D5586BEA5E}"/>
              </a:ext>
            </a:extLst>
          </p:cNvPr>
          <p:cNvSpPr>
            <a:spLocks noChangeArrowheads="1"/>
          </p:cNvSpPr>
          <p:nvPr/>
        </p:nvSpPr>
        <p:spPr bwMode="auto">
          <a:xfrm>
            <a:off x="5468390" y="4951241"/>
            <a:ext cx="108000" cy="108000"/>
          </a:xfrm>
          <a:prstGeom prst="ellipse">
            <a:avLst/>
          </a:prstGeom>
          <a:solidFill>
            <a:srgbClr val="000000"/>
          </a:solidFill>
          <a:ln w="9525" algn="ctr">
            <a:solidFill>
              <a:srgbClr val="000000"/>
            </a:solidFill>
            <a:round/>
            <a:headEnd/>
            <a:tailEnd/>
          </a:ln>
        </p:spPr>
        <p:txBody>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50" name="椭圆 31">
            <a:extLst>
              <a:ext uri="{FF2B5EF4-FFF2-40B4-BE49-F238E27FC236}">
                <a16:creationId xmlns:a16="http://schemas.microsoft.com/office/drawing/2014/main" id="{30CF53B7-4540-E212-F78C-4A6731F3197C}"/>
              </a:ext>
            </a:extLst>
          </p:cNvPr>
          <p:cNvSpPr>
            <a:spLocks noChangeArrowheads="1"/>
          </p:cNvSpPr>
          <p:nvPr/>
        </p:nvSpPr>
        <p:spPr bwMode="auto">
          <a:xfrm>
            <a:off x="7415244" y="3070652"/>
            <a:ext cx="108000" cy="108000"/>
          </a:xfrm>
          <a:prstGeom prst="ellipse">
            <a:avLst/>
          </a:prstGeom>
          <a:solidFill>
            <a:srgbClr val="000000"/>
          </a:solidFill>
          <a:ln w="9525" algn="ctr">
            <a:solidFill>
              <a:srgbClr val="000000"/>
            </a:solidFill>
            <a:round/>
            <a:headEnd/>
            <a:tailEnd/>
          </a:ln>
        </p:spPr>
        <p:txBody>
          <a:bodyPr/>
          <a:lstStyle>
            <a:lvl1pPr>
              <a:defRPr sz="2800" b="1">
                <a:solidFill>
                  <a:schemeClr val="tx1"/>
                </a:solidFill>
                <a:latin typeface="Arial" panose="020B0604020202020204" pitchFamily="34" charset="0"/>
                <a:ea typeface="宋体" panose="02010600030101010101" pitchFamily="2" charset="-122"/>
              </a:defRPr>
            </a:lvl1pPr>
            <a:lvl2pPr marL="742950" indent="-285750">
              <a:defRPr sz="2800" b="1">
                <a:solidFill>
                  <a:schemeClr val="tx1"/>
                </a:solidFill>
                <a:latin typeface="Arial" panose="020B0604020202020204" pitchFamily="34" charset="0"/>
                <a:ea typeface="宋体" panose="02010600030101010101" pitchFamily="2" charset="-122"/>
              </a:defRPr>
            </a:lvl2pPr>
            <a:lvl3pPr marL="1143000" indent="-228600">
              <a:defRPr sz="2800" b="1">
                <a:solidFill>
                  <a:schemeClr val="tx1"/>
                </a:solidFill>
                <a:latin typeface="Arial" panose="020B0604020202020204" pitchFamily="34" charset="0"/>
                <a:ea typeface="宋体" panose="02010600030101010101" pitchFamily="2" charset="-122"/>
              </a:defRPr>
            </a:lvl3pPr>
            <a:lvl4pPr marL="1600200" indent="-228600">
              <a:defRPr sz="2800" b="1">
                <a:solidFill>
                  <a:schemeClr val="tx1"/>
                </a:solidFill>
                <a:latin typeface="Arial" panose="020B0604020202020204" pitchFamily="34" charset="0"/>
                <a:ea typeface="宋体" panose="02010600030101010101" pitchFamily="2" charset="-122"/>
              </a:defRPr>
            </a:lvl4pPr>
            <a:lvl5pPr marL="2057400" indent="-22860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338961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Text Box 4">
            <a:hlinkClick r:id="rId2" action="ppaction://hlinksldjump"/>
            <a:extLst>
              <a:ext uri="{FF2B5EF4-FFF2-40B4-BE49-F238E27FC236}">
                <a16:creationId xmlns:a16="http://schemas.microsoft.com/office/drawing/2014/main" id="{601F1377-4EC1-A648-9D08-93B0CEF44388}"/>
              </a:ext>
            </a:extLst>
          </p:cNvPr>
          <p:cNvSpPr txBox="1">
            <a:spLocks noChangeArrowheads="1"/>
          </p:cNvSpPr>
          <p:nvPr/>
        </p:nvSpPr>
        <p:spPr bwMode="auto">
          <a:xfrm>
            <a:off x="1518571" y="2980985"/>
            <a:ext cx="5761037" cy="48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908050" indent="-436563">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71487" lvl="0" indent="0" defTabSz="914400" fontAlgn="base">
              <a:lnSpc>
                <a:spcPct val="90000"/>
              </a:lnSpc>
              <a:spcBef>
                <a:spcPct val="50000"/>
              </a:spcBef>
              <a:spcAft>
                <a:spcPct val="0"/>
              </a:spcAft>
              <a:buClr>
                <a:srgbClr val="CC0000"/>
              </a:buClr>
              <a:defRPr/>
            </a:pPr>
            <a:r>
              <a:rPr kumimoji="1" lang="en-US" altLang="zh-CN" sz="2800" dirty="0">
                <a:latin typeface="Microsoft YaHei" panose="020B0503020204020204" pitchFamily="34" charset="-122"/>
                <a:ea typeface="Microsoft YaHei" panose="020B0503020204020204" pitchFamily="34" charset="-122"/>
                <a:cs typeface="Times New Roman" panose="02020603050405020304" pitchFamily="18" charset="0"/>
              </a:rPr>
              <a:t>4.2</a:t>
            </a:r>
            <a:r>
              <a:rPr kumimoji="1" lang="zh-CN" altLang="en-US" sz="2800" dirty="0">
                <a:latin typeface="Microsoft YaHei" panose="020B0503020204020204" pitchFamily="34" charset="-122"/>
                <a:ea typeface="Microsoft YaHei" panose="020B0503020204020204" pitchFamily="34" charset="-122"/>
                <a:cs typeface="Times New Roman" panose="02020603050405020304" pitchFamily="18" charset="0"/>
              </a:rPr>
              <a:t> </a:t>
            </a:r>
            <a:r>
              <a:rPr kumimoji="1" lang="zh-CN" altLang="en-US" sz="280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Times New Roman" panose="02020603050405020304" pitchFamily="18" charset="0"/>
              </a:rPr>
              <a:t>方差</a:t>
            </a:r>
          </a:p>
        </p:txBody>
      </p:sp>
      <p:sp>
        <p:nvSpPr>
          <p:cNvPr id="61445" name="Text Box 5">
            <a:hlinkClick r:id="" action="ppaction://noaction"/>
            <a:extLst>
              <a:ext uri="{FF2B5EF4-FFF2-40B4-BE49-F238E27FC236}">
                <a16:creationId xmlns:a16="http://schemas.microsoft.com/office/drawing/2014/main" id="{D75E15BB-A7A5-2C46-90D2-B9B92ACCDED9}"/>
              </a:ext>
            </a:extLst>
          </p:cNvPr>
          <p:cNvSpPr txBox="1">
            <a:spLocks noChangeArrowheads="1"/>
          </p:cNvSpPr>
          <p:nvPr/>
        </p:nvSpPr>
        <p:spPr bwMode="auto">
          <a:xfrm>
            <a:off x="1518571" y="4603695"/>
            <a:ext cx="6481762" cy="48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908050" indent="-436563">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71487" lvl="0" indent="0" defTabSz="914400" fontAlgn="base">
              <a:lnSpc>
                <a:spcPct val="90000"/>
              </a:lnSpc>
              <a:spcBef>
                <a:spcPct val="50000"/>
              </a:spcBef>
              <a:spcAft>
                <a:spcPct val="0"/>
              </a:spcAft>
              <a:buClr>
                <a:srgbClr val="CC0000"/>
              </a:buClr>
              <a:defRPr/>
            </a:pPr>
            <a:r>
              <a:rPr kumimoji="1" lang="en-US" altLang="zh-CN" sz="2800" dirty="0">
                <a:latin typeface="Microsoft YaHei" panose="020B0503020204020204" pitchFamily="34" charset="-122"/>
                <a:ea typeface="Microsoft YaHei" panose="020B0503020204020204" pitchFamily="34" charset="-122"/>
                <a:cs typeface="Times New Roman" panose="02020603050405020304" pitchFamily="18" charset="0"/>
              </a:rPr>
              <a:t>4.4</a:t>
            </a:r>
            <a:r>
              <a:rPr kumimoji="1" lang="zh-CN" altLang="en-US" sz="2800" dirty="0">
                <a:latin typeface="Microsoft YaHei" panose="020B0503020204020204" pitchFamily="34" charset="-122"/>
                <a:ea typeface="Microsoft YaHei" panose="020B0503020204020204" pitchFamily="34" charset="-122"/>
                <a:cs typeface="Times New Roman" panose="02020603050405020304" pitchFamily="18" charset="0"/>
              </a:rPr>
              <a:t> </a:t>
            </a:r>
            <a:r>
              <a:rPr kumimoji="1" lang="zh-CN" altLang="en-US" sz="280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矩、协方差矩阵</a:t>
            </a:r>
          </a:p>
        </p:txBody>
      </p:sp>
      <p:sp>
        <p:nvSpPr>
          <p:cNvPr id="61446" name="Text Box 6">
            <a:hlinkClick r:id="rId3" action="ppaction://hlinksldjump"/>
            <a:extLst>
              <a:ext uri="{FF2B5EF4-FFF2-40B4-BE49-F238E27FC236}">
                <a16:creationId xmlns:a16="http://schemas.microsoft.com/office/drawing/2014/main" id="{3CA5D0EF-1412-D449-86E5-3BEFAEB9289A}"/>
              </a:ext>
            </a:extLst>
          </p:cNvPr>
          <p:cNvSpPr txBox="1">
            <a:spLocks noChangeArrowheads="1"/>
          </p:cNvSpPr>
          <p:nvPr/>
        </p:nvSpPr>
        <p:spPr bwMode="auto">
          <a:xfrm>
            <a:off x="1518571" y="3792340"/>
            <a:ext cx="5761037" cy="48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908050" indent="-436563">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71487" lvl="0" indent="0" defTabSz="914400" fontAlgn="base">
              <a:lnSpc>
                <a:spcPct val="90000"/>
              </a:lnSpc>
              <a:spcBef>
                <a:spcPct val="50000"/>
              </a:spcBef>
              <a:spcAft>
                <a:spcPct val="0"/>
              </a:spcAft>
              <a:buClr>
                <a:srgbClr val="CC0000"/>
              </a:buClr>
              <a:defRPr/>
            </a:pPr>
            <a:r>
              <a:rPr kumimoji="1" lang="en-US" altLang="zh-CN" sz="2800" dirty="0">
                <a:latin typeface="Microsoft YaHei" panose="020B0503020204020204" pitchFamily="34" charset="-122"/>
                <a:ea typeface="Microsoft YaHei" panose="020B0503020204020204" pitchFamily="34" charset="-122"/>
                <a:cs typeface="Times New Roman" panose="02020603050405020304" pitchFamily="18" charset="0"/>
              </a:rPr>
              <a:t>4.3</a:t>
            </a:r>
            <a:r>
              <a:rPr kumimoji="1" lang="zh-CN" altLang="en-US" sz="2800" dirty="0">
                <a:latin typeface="Microsoft YaHei" panose="020B0503020204020204" pitchFamily="34" charset="-122"/>
                <a:ea typeface="Microsoft YaHei" panose="020B0503020204020204" pitchFamily="34" charset="-122"/>
                <a:cs typeface="Times New Roman" panose="02020603050405020304" pitchFamily="18" charset="0"/>
              </a:rPr>
              <a:t> </a:t>
            </a:r>
            <a:r>
              <a:rPr kumimoji="1" lang="zh-CN" altLang="en-US" sz="2800" i="0" u="none" strike="noStrike" kern="120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Times New Roman" panose="02020603050405020304" pitchFamily="18" charset="0"/>
              </a:rPr>
              <a:t>协方差及相关系数</a:t>
            </a:r>
          </a:p>
        </p:txBody>
      </p:sp>
      <p:sp>
        <p:nvSpPr>
          <p:cNvPr id="9" name="Text Box 4">
            <a:hlinkClick r:id="rId2" action="ppaction://hlinksldjump"/>
            <a:extLst>
              <a:ext uri="{FF2B5EF4-FFF2-40B4-BE49-F238E27FC236}">
                <a16:creationId xmlns:a16="http://schemas.microsoft.com/office/drawing/2014/main" id="{A2A32693-FA85-46ED-9F52-424F364119E5}"/>
              </a:ext>
            </a:extLst>
          </p:cNvPr>
          <p:cNvSpPr txBox="1">
            <a:spLocks noChangeArrowheads="1"/>
          </p:cNvSpPr>
          <p:nvPr/>
        </p:nvSpPr>
        <p:spPr bwMode="auto">
          <a:xfrm>
            <a:off x="1518571" y="2158492"/>
            <a:ext cx="5761037" cy="48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908050" indent="-436563">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71487" indent="0" defTabSz="914400" fontAlgn="base">
              <a:lnSpc>
                <a:spcPct val="90000"/>
              </a:lnSpc>
              <a:spcBef>
                <a:spcPct val="50000"/>
              </a:spcBef>
              <a:spcAft>
                <a:spcPct val="0"/>
              </a:spcAft>
              <a:buClr>
                <a:srgbClr val="CC0000"/>
              </a:buClr>
            </a:pPr>
            <a:r>
              <a:rPr kumimoji="1" lang="en-US" altLang="zh-CN" sz="2800" dirty="0">
                <a:latin typeface="Microsoft YaHei" panose="020B0503020204020204" pitchFamily="34" charset="-122"/>
                <a:ea typeface="Microsoft YaHei" panose="020B0503020204020204" pitchFamily="34" charset="-122"/>
                <a:cs typeface="Times New Roman" panose="02020603050405020304" pitchFamily="18" charset="0"/>
              </a:rPr>
              <a:t>4.1</a:t>
            </a:r>
            <a:r>
              <a:rPr kumimoji="1" lang="zh-CN" altLang="en-US" sz="2800" dirty="0">
                <a:latin typeface="Microsoft YaHei" panose="020B0503020204020204" pitchFamily="34" charset="-122"/>
                <a:ea typeface="Microsoft YaHei" panose="020B0503020204020204" pitchFamily="34" charset="-122"/>
                <a:cs typeface="Times New Roman" panose="02020603050405020304" pitchFamily="18" charset="0"/>
              </a:rPr>
              <a:t> </a:t>
            </a:r>
            <a:r>
              <a:rPr kumimoji="1" lang="zh-CN" altLang="en-US" sz="2800" i="0" u="none" strike="noStrike" kern="1200" cap="none" spc="0" normalizeH="0" baseline="0" noProof="0" dirty="0">
                <a:ln>
                  <a:noFill/>
                </a:ln>
                <a:effectLst/>
                <a:uLnTx/>
                <a:uFillTx/>
                <a:latin typeface="Microsoft YaHei" panose="020B0503020204020204" pitchFamily="34" charset="-122"/>
                <a:ea typeface="Microsoft YaHei" panose="020B0503020204020204" pitchFamily="34" charset="-122"/>
                <a:cs typeface="Times New Roman" panose="02020603050405020304" pitchFamily="18" charset="0"/>
              </a:rPr>
              <a:t>数学期望</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2000" fill="hold"/>
                                        <p:tgtEl>
                                          <p:spTgt spid="9">
                                            <p:txEl>
                                              <p:pRg st="0" end="0"/>
                                            </p:txEl>
                                          </p:spTgt>
                                        </p:tgtEl>
                                        <p:attrNameLst>
                                          <p:attrName>style.color</p:attrName>
                                        </p:attrNameLst>
                                      </p:cBhvr>
                                      <p:to>
                                        <a:srgbClr val="FF26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589F497D-1DCA-49FD-AFFA-1D9537F64AF3}"/>
              </a:ext>
            </a:extLst>
          </p:cNvPr>
          <p:cNvSpPr>
            <a:spLocks noGrp="1"/>
          </p:cNvSpPr>
          <p:nvPr>
            <p:ph type="subTitle" idx="1"/>
          </p:nvPr>
        </p:nvSpPr>
        <p:spPr>
          <a:xfrm>
            <a:off x="1412773" y="255377"/>
            <a:ext cx="6191655" cy="532919"/>
          </a:xfrm>
        </p:spPr>
        <p:txBody>
          <a:bodyPr>
            <a:noAutofit/>
          </a:bodyPr>
          <a:lstStyle/>
          <a:p>
            <a:r>
              <a:rPr lang="zh-CN" altLang="en-US" sz="4000" b="1" dirty="0">
                <a:solidFill>
                  <a:srgbClr val="FF0000"/>
                </a:solidFill>
                <a:latin typeface="STXinwei" panose="02010800040101010101" pitchFamily="2" charset="-122"/>
                <a:ea typeface="STXinwei" panose="02010800040101010101" pitchFamily="2" charset="-122"/>
              </a:rPr>
              <a:t>数学期望</a:t>
            </a:r>
          </a:p>
        </p:txBody>
      </p:sp>
      <mc:AlternateContent xmlns:mc="http://schemas.openxmlformats.org/markup-compatibility/2006" xmlns:a14="http://schemas.microsoft.com/office/drawing/2010/main">
        <mc:Choice Requires="a14">
          <p:sp>
            <p:nvSpPr>
              <p:cNvPr id="4" name="副标题 2">
                <a:extLst>
                  <a:ext uri="{FF2B5EF4-FFF2-40B4-BE49-F238E27FC236}">
                    <a16:creationId xmlns:a16="http://schemas.microsoft.com/office/drawing/2014/main" id="{0337AD50-C86B-4B7C-B928-DD2B5E1B6944}"/>
                  </a:ext>
                </a:extLst>
              </p:cNvPr>
              <p:cNvSpPr txBox="1">
                <a:spLocks/>
              </p:cNvSpPr>
              <p:nvPr/>
            </p:nvSpPr>
            <p:spPr>
              <a:xfrm>
                <a:off x="145744" y="1150376"/>
                <a:ext cx="8725712" cy="1827666"/>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342900" algn="l">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一射手进行打靶练习，规定射入区域</a:t>
                </a:r>
                <a14:m>
                  <m:oMath xmlns:m="http://schemas.openxmlformats.org/officeDocument/2006/math">
                    <m:sSub>
                      <m:sSubPr>
                        <m:ctrlPr>
                          <a:rPr lang="en-US" altLang="zh-CN" sz="2200" i="1">
                            <a:latin typeface="Cambria Math" panose="02040503050406030204" pitchFamily="18" charset="0"/>
                            <a:ea typeface="微软雅黑" panose="020B0503020204020204" pitchFamily="34" charset="-122"/>
                          </a:rPr>
                        </m:ctrlPr>
                      </m:sSubPr>
                      <m:e>
                        <m:r>
                          <a:rPr lang="en-US" altLang="zh-CN" sz="2200" i="1">
                            <a:latin typeface="Cambria Math" panose="02040503050406030204" pitchFamily="18" charset="0"/>
                            <a:ea typeface="微软雅黑" panose="020B0503020204020204" pitchFamily="34" charset="-122"/>
                          </a:rPr>
                          <m:t>𝑒</m:t>
                        </m:r>
                      </m:e>
                      <m:sub>
                        <m:r>
                          <a:rPr lang="en-US" altLang="zh-CN" sz="2200" i="1">
                            <a:latin typeface="Cambria Math" panose="02040503050406030204" pitchFamily="18" charset="0"/>
                            <a:ea typeface="微软雅黑" panose="020B0503020204020204" pitchFamily="34" charset="-122"/>
                          </a:rPr>
                          <m:t>2</m:t>
                        </m:r>
                      </m:sub>
                    </m:sSub>
                    <m:r>
                      <a:rPr lang="zh-CN" altLang="en-US" sz="2200" i="1">
                        <a:latin typeface="Cambria Math" panose="02040503050406030204" pitchFamily="18" charset="0"/>
                        <a:ea typeface="微软雅黑" panose="020B0503020204020204" pitchFamily="34" charset="-122"/>
                      </a:rPr>
                      <m:t>区域</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得</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分：射入区域</a:t>
                </a:r>
                <a14:m>
                  <m:oMath xmlns:m="http://schemas.openxmlformats.org/officeDocument/2006/math">
                    <m:sSub>
                      <m:sSubPr>
                        <m:ctrlPr>
                          <a:rPr lang="en-US" altLang="zh-CN" sz="2200" i="1">
                            <a:latin typeface="Cambria Math" panose="02040503050406030204" pitchFamily="18" charset="0"/>
                            <a:ea typeface="微软雅黑" panose="020B0503020204020204" pitchFamily="34" charset="-122"/>
                          </a:rPr>
                        </m:ctrlPr>
                      </m:sSubPr>
                      <m:e>
                        <m:r>
                          <a:rPr lang="en-US" altLang="zh-CN" sz="2200" i="1">
                            <a:latin typeface="Cambria Math" panose="02040503050406030204" pitchFamily="18" charset="0"/>
                            <a:ea typeface="微软雅黑" panose="020B0503020204020204" pitchFamily="34" charset="-122"/>
                          </a:rPr>
                          <m:t>𝑒</m:t>
                        </m:r>
                      </m:e>
                      <m:sub>
                        <m:r>
                          <a:rPr lang="en-US" altLang="zh-CN" sz="2200" i="1">
                            <a:latin typeface="Cambria Math" panose="02040503050406030204" pitchFamily="18" charset="0"/>
                            <a:ea typeface="微软雅黑" panose="020B0503020204020204" pitchFamily="34" charset="-122"/>
                          </a:rPr>
                          <m:t>1</m:t>
                        </m:r>
                      </m:sub>
                    </m:sSub>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得</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分；脱靶，即射入区域</a:t>
                </a:r>
                <a14:m>
                  <m:oMath xmlns:m="http://schemas.openxmlformats.org/officeDocument/2006/math">
                    <m:sSub>
                      <m:sSubPr>
                        <m:ctrlPr>
                          <a:rPr lang="en-US" altLang="zh-CN" sz="2200" i="1">
                            <a:latin typeface="Cambria Math" panose="02040503050406030204" pitchFamily="18" charset="0"/>
                            <a:ea typeface="微软雅黑" panose="020B0503020204020204" pitchFamily="34" charset="-122"/>
                          </a:rPr>
                        </m:ctrlPr>
                      </m:sSubPr>
                      <m:e>
                        <m:r>
                          <a:rPr lang="en-US" altLang="zh-CN" sz="2200" i="1">
                            <a:latin typeface="Cambria Math" panose="02040503050406030204" pitchFamily="18" charset="0"/>
                            <a:ea typeface="微软雅黑" panose="020B0503020204020204" pitchFamily="34" charset="-122"/>
                          </a:rPr>
                          <m:t>𝑒</m:t>
                        </m:r>
                      </m:e>
                      <m:sub>
                        <m:r>
                          <a:rPr lang="en-US" altLang="zh-CN" sz="2200" i="1">
                            <a:latin typeface="Cambria Math" panose="02040503050406030204" pitchFamily="18" charset="0"/>
                            <a:ea typeface="微软雅黑" panose="020B0503020204020204" pitchFamily="34" charset="-122"/>
                          </a:rPr>
                          <m:t>0</m:t>
                        </m:r>
                      </m:sub>
                    </m:sSub>
                    <m:r>
                      <a:rPr lang="en-US" altLang="zh-CN" sz="2200" i="1">
                        <a:latin typeface="Cambria Math" panose="02040503050406030204" pitchFamily="18" charset="0"/>
                        <a:ea typeface="微软雅黑" panose="020B0503020204020204" pitchFamily="34" charset="-122"/>
                      </a:rPr>
                      <m:t> </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，得</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分。射手一次射击</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所得分数</a:t>
                </a:r>
                <a14:m>
                  <m:oMath xmlns:m="http://schemas.openxmlformats.org/officeDocument/2006/math">
                    <m:r>
                      <a:rPr lang="en-US" altLang="zh-CN" sz="220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是一个随机变量。设</a:t>
                </a:r>
                <a14:m>
                  <m:oMath xmlns:m="http://schemas.openxmlformats.org/officeDocument/2006/math">
                    <m:r>
                      <a:rPr lang="en-US" altLang="zh-CN" sz="220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的分布律</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为</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indent="342900" algn="l">
                  <a:lnSpc>
                    <a:spcPct val="150000"/>
                  </a:lnSpc>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rPr>
                        <m:t>𝑃</m:t>
                      </m:r>
                      <m:r>
                        <a:rPr lang="en-US" altLang="zh-CN" sz="2200" i="1">
                          <a:latin typeface="Cambria Math" panose="02040503050406030204" pitchFamily="18" charset="0"/>
                        </a:rPr>
                        <m:t>{</m:t>
                      </m:r>
                      <m:r>
                        <a:rPr lang="en-US" altLang="zh-CN" sz="2200" i="1">
                          <a:latin typeface="Cambria Math" panose="02040503050406030204" pitchFamily="18" charset="0"/>
                        </a:rPr>
                        <m:t>𝑋</m:t>
                      </m:r>
                      <m:r>
                        <a:rPr lang="en-US" altLang="zh-CN" sz="2200" i="1">
                          <a:latin typeface="Cambria Math" panose="02040503050406030204" pitchFamily="18" charset="0"/>
                        </a:rPr>
                        <m:t>=</m:t>
                      </m:r>
                      <m:r>
                        <a:rPr lang="en-US" altLang="zh-CN" sz="2200" i="1">
                          <a:latin typeface="Cambria Math" panose="02040503050406030204" pitchFamily="18" charset="0"/>
                        </a:rPr>
                        <m:t>𝑘</m:t>
                      </m:r>
                      <m:r>
                        <a:rPr lang="en-US" altLang="zh-CN" sz="2200" i="1">
                          <a:latin typeface="Cambria Math" panose="02040503050406030204" pitchFamily="18" charset="0"/>
                        </a:rPr>
                        <m:t>}=</m:t>
                      </m:r>
                      <m:sSub>
                        <m:sSubPr>
                          <m:ctrlPr>
                            <a:rPr lang="zh-CN" altLang="zh-CN" sz="2200" i="1" smtClean="0">
                              <a:solidFill>
                                <a:srgbClr val="FF0000"/>
                              </a:solidFill>
                              <a:latin typeface="Cambria Math" panose="02040503050406030204" pitchFamily="18" charset="0"/>
                            </a:rPr>
                          </m:ctrlPr>
                        </m:sSubPr>
                        <m:e>
                          <m:r>
                            <a:rPr lang="en-US" altLang="zh-CN" sz="2200" i="1">
                              <a:solidFill>
                                <a:srgbClr val="FF0000"/>
                              </a:solidFill>
                              <a:latin typeface="Cambria Math" panose="02040503050406030204" pitchFamily="18" charset="0"/>
                            </a:rPr>
                            <m:t>𝑝</m:t>
                          </m:r>
                        </m:e>
                        <m:sub>
                          <m:r>
                            <a:rPr lang="en-US" altLang="zh-CN" sz="2200" i="1">
                              <a:solidFill>
                                <a:srgbClr val="FF0000"/>
                              </a:solidFill>
                              <a:latin typeface="Cambria Math" panose="02040503050406030204" pitchFamily="18" charset="0"/>
                            </a:rPr>
                            <m:t>𝑘</m:t>
                          </m:r>
                        </m:sub>
                      </m:sSub>
                      <m:r>
                        <a:rPr lang="en-US" altLang="zh-CN" sz="2200" i="1">
                          <a:latin typeface="Cambria Math" panose="02040503050406030204" pitchFamily="18" charset="0"/>
                        </a:rPr>
                        <m:t>,</m:t>
                      </m:r>
                      <m:r>
                        <a:rPr lang="en-US" altLang="zh-CN" sz="2200" i="1">
                          <a:latin typeface="Cambria Math" panose="02040503050406030204" pitchFamily="18" charset="0"/>
                        </a:rPr>
                        <m:t>𝑘</m:t>
                      </m:r>
                      <m:r>
                        <a:rPr lang="en-US" altLang="zh-CN" sz="2200" i="1">
                          <a:latin typeface="Cambria Math" panose="02040503050406030204" pitchFamily="18" charset="0"/>
                        </a:rPr>
                        <m:t>=0,1,2</m:t>
                      </m:r>
                    </m:oMath>
                  </m:oMathPara>
                </a14:m>
                <a:endParaRPr lang="zh-CN" altLang="zh-CN" sz="2200" dirty="0"/>
              </a:p>
            </p:txBody>
          </p:sp>
        </mc:Choice>
        <mc:Fallback xmlns="">
          <p:sp>
            <p:nvSpPr>
              <p:cNvPr id="4" name="副标题 2">
                <a:extLst>
                  <a:ext uri="{FF2B5EF4-FFF2-40B4-BE49-F238E27FC236}">
                    <a16:creationId xmlns:a16="http://schemas.microsoft.com/office/drawing/2014/main" id="{0337AD50-C86B-4B7C-B928-DD2B5E1B6944}"/>
                  </a:ext>
                </a:extLst>
              </p:cNvPr>
              <p:cNvSpPr txBox="1">
                <a:spLocks noRot="1" noChangeAspect="1" noMove="1" noResize="1" noEditPoints="1" noAdjustHandles="1" noChangeArrowheads="1" noChangeShapeType="1" noTextEdit="1"/>
              </p:cNvSpPr>
              <p:nvPr/>
            </p:nvSpPr>
            <p:spPr>
              <a:xfrm>
                <a:off x="145744" y="1150376"/>
                <a:ext cx="8725712" cy="1827666"/>
              </a:xfrm>
              <a:prstGeom prst="rect">
                <a:avLst/>
              </a:prstGeom>
              <a:blipFill>
                <a:blip r:embed="rId2"/>
                <a:stretch>
                  <a:fillRect l="-1163" b="-165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副标题 2">
                <a:extLst>
                  <a:ext uri="{FF2B5EF4-FFF2-40B4-BE49-F238E27FC236}">
                    <a16:creationId xmlns:a16="http://schemas.microsoft.com/office/drawing/2014/main" id="{FF373ACA-61FD-4988-86A6-DDD2A3F8A7E3}"/>
                  </a:ext>
                </a:extLst>
              </p:cNvPr>
              <p:cNvSpPr txBox="1">
                <a:spLocks/>
              </p:cNvSpPr>
              <p:nvPr/>
            </p:nvSpPr>
            <p:spPr>
              <a:xfrm>
                <a:off x="209144" y="3759969"/>
                <a:ext cx="8725712" cy="2423159"/>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342900" algn="l">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射击</a:t>
                </a:r>
                <a14:m>
                  <m:oMath xmlns:m="http://schemas.openxmlformats.org/officeDocument/2006/math">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𝑁</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次，其中得</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分的有</a:t>
                </a:r>
                <a14:m>
                  <m:oMath xmlns:m="http://schemas.openxmlformats.org/officeDocument/2006/math">
                    <m:sSub>
                      <m:sSubPr>
                        <m:ctrlPr>
                          <a:rPr lang="en-US" altLang="zh-CN" sz="2200" i="1">
                            <a:latin typeface="Cambria Math" panose="02040503050406030204" pitchFamily="18" charset="0"/>
                            <a:ea typeface="微软雅黑" panose="020B0503020204020204" pitchFamily="34" charset="-122"/>
                          </a:rPr>
                        </m:ctrlPr>
                      </m:sSubPr>
                      <m:e>
                        <m:r>
                          <a:rPr lang="en-US" altLang="zh-CN" sz="2200" i="1">
                            <a:latin typeface="Cambria Math" panose="02040503050406030204" pitchFamily="18" charset="0"/>
                            <a:ea typeface="微软雅黑" panose="020B0503020204020204" pitchFamily="34" charset="-122"/>
                          </a:rPr>
                          <m:t>𝑎</m:t>
                        </m:r>
                      </m:e>
                      <m:sub>
                        <m:r>
                          <a:rPr lang="en-US" altLang="zh-CN" sz="2200" i="1">
                            <a:latin typeface="Cambria Math" panose="02040503050406030204" pitchFamily="18" charset="0"/>
                            <a:ea typeface="微软雅黑" panose="020B0503020204020204" pitchFamily="34" charset="-122"/>
                          </a:rPr>
                          <m:t>0</m:t>
                        </m:r>
                      </m:sub>
                    </m:sSub>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次，得</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分的有</a:t>
                </a:r>
                <a14:m>
                  <m:oMath xmlns:m="http://schemas.openxmlformats.org/officeDocument/2006/math">
                    <m:sSub>
                      <m:sSubPr>
                        <m:ctrlPr>
                          <a:rPr lang="en-US" altLang="zh-CN" sz="2200" i="1">
                            <a:latin typeface="Cambria Math" panose="02040503050406030204" pitchFamily="18" charset="0"/>
                            <a:ea typeface="微软雅黑" panose="020B0503020204020204" pitchFamily="34" charset="-122"/>
                          </a:rPr>
                        </m:ctrlPr>
                      </m:sSubPr>
                      <m:e>
                        <m:r>
                          <a:rPr lang="en-US" altLang="zh-CN" sz="2200" i="1">
                            <a:latin typeface="Cambria Math" panose="02040503050406030204" pitchFamily="18" charset="0"/>
                            <a:ea typeface="微软雅黑" panose="020B0503020204020204" pitchFamily="34" charset="-122"/>
                          </a:rPr>
                          <m:t>𝑎</m:t>
                        </m:r>
                      </m:e>
                      <m:sub>
                        <m:r>
                          <a:rPr lang="en-US" altLang="zh-CN" sz="2200" i="1">
                            <a:latin typeface="Cambria Math" panose="02040503050406030204" pitchFamily="18" charset="0"/>
                            <a:ea typeface="微软雅黑" panose="020B0503020204020204" pitchFamily="34" charset="-122"/>
                          </a:rPr>
                          <m:t>1</m:t>
                        </m:r>
                      </m:sub>
                    </m:sSub>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次，得</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分的有</a:t>
                </a:r>
                <a14:m>
                  <m:oMath xmlns:m="http://schemas.openxmlformats.org/officeDocument/2006/math">
                    <m:sSub>
                      <m:sSubPr>
                        <m:ctrlPr>
                          <a:rPr lang="en-US" altLang="zh-CN" sz="2200" i="1">
                            <a:latin typeface="Cambria Math" panose="02040503050406030204" pitchFamily="18" charset="0"/>
                            <a:ea typeface="微软雅黑" panose="020B0503020204020204" pitchFamily="34" charset="-122"/>
                          </a:rPr>
                        </m:ctrlPr>
                      </m:sSubPr>
                      <m:e>
                        <m:r>
                          <a:rPr lang="en-US" altLang="zh-CN" sz="2200" i="1">
                            <a:latin typeface="Cambria Math" panose="02040503050406030204" pitchFamily="18" charset="0"/>
                            <a:ea typeface="微软雅黑" panose="020B0503020204020204" pitchFamily="34" charset="-122"/>
                          </a:rPr>
                          <m:t>𝑎</m:t>
                        </m:r>
                      </m:e>
                      <m:sub>
                        <m:r>
                          <a:rPr lang="en-US" altLang="zh-CN" sz="2200" i="1">
                            <a:latin typeface="Cambria Math" panose="02040503050406030204" pitchFamily="18" charset="0"/>
                            <a:ea typeface="微软雅黑" panose="020B0503020204020204" pitchFamily="34" charset="-122"/>
                          </a:rPr>
                          <m:t>2</m:t>
                        </m:r>
                      </m:sub>
                    </m:sSub>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次，</a:t>
                </a:r>
                <a14:m>
                  <m:oMath xmlns:m="http://schemas.openxmlformats.org/officeDocument/2006/math">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𝑎</m:t>
                        </m:r>
                      </m:e>
                      <m:sub>
                        <m:r>
                          <a:rPr lang="en-US" altLang="zh-CN" sz="2200" i="1">
                            <a:latin typeface="Cambria Math" panose="02040503050406030204" pitchFamily="18" charset="0"/>
                          </a:rPr>
                          <m:t>0</m:t>
                        </m:r>
                      </m:sub>
                    </m:sSub>
                    <m:r>
                      <a:rPr lang="en-US" altLang="zh-CN" sz="2200">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𝑎</m:t>
                        </m:r>
                      </m:e>
                      <m:sub>
                        <m:r>
                          <a:rPr lang="en-US" altLang="zh-CN" sz="2200" i="1">
                            <a:latin typeface="Cambria Math" panose="02040503050406030204" pitchFamily="18" charset="0"/>
                          </a:rPr>
                          <m:t>1</m:t>
                        </m:r>
                      </m:sub>
                    </m:sSub>
                    <m:r>
                      <a:rPr lang="zh-CN" altLang="zh-CN" sz="2200">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𝑎</m:t>
                        </m:r>
                      </m:e>
                      <m:sub>
                        <m:r>
                          <a:rPr lang="en-US" altLang="zh-CN" sz="2200" i="1">
                            <a:latin typeface="Cambria Math" panose="02040503050406030204" pitchFamily="18" charset="0"/>
                          </a:rPr>
                          <m:t>2</m:t>
                        </m:r>
                      </m:sub>
                    </m:sSub>
                    <m:r>
                      <a:rPr lang="en-US" altLang="zh-CN" sz="2200">
                        <a:latin typeface="Cambria Math" panose="02040503050406030204" pitchFamily="18" charset="0"/>
                      </a:rPr>
                      <m:t>=</m:t>
                    </m:r>
                    <m:r>
                      <a:rPr lang="en-US" altLang="zh-CN" sz="2200" i="1">
                        <a:latin typeface="Cambria Math" panose="02040503050406030204" pitchFamily="18" charset="0"/>
                      </a:rPr>
                      <m:t>𝑁</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 。他射击</a:t>
                </a:r>
                <a14:m>
                  <m:oMath xmlns:m="http://schemas.openxmlformats.org/officeDocument/2006/math">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𝑁</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次得分的总和为</a:t>
                </a:r>
                <a14:m>
                  <m:oMath xmlns:m="http://schemas.openxmlformats.org/officeDocument/2006/math">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𝑎</m:t>
                        </m:r>
                      </m:e>
                      <m:sub>
                        <m:r>
                          <a:rPr lang="en-US" altLang="zh-CN" sz="2200" i="1">
                            <a:latin typeface="Cambria Math" panose="02040503050406030204" pitchFamily="18" charset="0"/>
                          </a:rPr>
                          <m:t>0</m:t>
                        </m:r>
                      </m:sub>
                    </m:sSub>
                    <m:r>
                      <a:rPr lang="en-US" altLang="zh-CN" sz="2200">
                        <a:latin typeface="Cambria Math" panose="02040503050406030204" pitchFamily="18" charset="0"/>
                      </a:rPr>
                      <m:t>×0+</m:t>
                    </m:r>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𝑎</m:t>
                        </m:r>
                      </m:e>
                      <m:sub>
                        <m:r>
                          <a:rPr lang="en-US" altLang="zh-CN" sz="2200" i="1">
                            <a:latin typeface="Cambria Math" panose="02040503050406030204" pitchFamily="18" charset="0"/>
                          </a:rPr>
                          <m:t>1</m:t>
                        </m:r>
                      </m:sub>
                    </m:sSub>
                    <m:r>
                      <a:rPr lang="en-US" altLang="zh-CN" sz="2200">
                        <a:latin typeface="Cambria Math" panose="02040503050406030204" pitchFamily="18" charset="0"/>
                      </a:rPr>
                      <m:t>×1</m:t>
                    </m:r>
                    <m:r>
                      <a:rPr lang="zh-CN" altLang="zh-CN" sz="2200">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𝑎</m:t>
                        </m:r>
                      </m:e>
                      <m:sub>
                        <m:r>
                          <a:rPr lang="en-US" altLang="zh-CN" sz="2200" i="1">
                            <a:latin typeface="Cambria Math" panose="02040503050406030204" pitchFamily="18" charset="0"/>
                          </a:rPr>
                          <m:t>2</m:t>
                        </m:r>
                      </m:sub>
                    </m:sSub>
                    <m:r>
                      <a:rPr lang="en-US" altLang="zh-CN" sz="2200">
                        <a:latin typeface="Cambria Math" panose="02040503050406030204" pitchFamily="18" charset="0"/>
                      </a:rPr>
                      <m:t>×2</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 。于是平均一次射击的得分数（</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算术平均值</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）为</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indent="342900">
                  <a:lnSpc>
                    <a:spcPct val="150000"/>
                  </a:lnSpc>
                </a:pPr>
                <a14:m>
                  <m:oMathPara xmlns:m="http://schemas.openxmlformats.org/officeDocument/2006/math">
                    <m:oMathParaPr>
                      <m:jc m:val="centerGroup"/>
                    </m:oMathParaPr>
                    <m:oMath xmlns:m="http://schemas.openxmlformats.org/officeDocument/2006/math">
                      <m:f>
                        <m:fPr>
                          <m:ctrlPr>
                            <a:rPr lang="zh-CN" altLang="zh-CN" sz="2200" i="1">
                              <a:latin typeface="Cambria Math" panose="02040503050406030204" pitchFamily="18" charset="0"/>
                            </a:rPr>
                          </m:ctrlPr>
                        </m:fPr>
                        <m:num>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𝑎</m:t>
                              </m:r>
                            </m:e>
                            <m:sub>
                              <m:r>
                                <a:rPr lang="en-US" altLang="zh-CN" sz="2200" i="1">
                                  <a:latin typeface="Cambria Math" panose="02040503050406030204" pitchFamily="18" charset="0"/>
                                </a:rPr>
                                <m:t>0</m:t>
                              </m:r>
                            </m:sub>
                          </m:sSub>
                          <m:r>
                            <a:rPr lang="en-US" altLang="zh-CN" sz="2200" i="1">
                              <a:latin typeface="Cambria Math" panose="02040503050406030204" pitchFamily="18" charset="0"/>
                            </a:rPr>
                            <m:t>×0+</m:t>
                          </m:r>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𝑎</m:t>
                              </m:r>
                            </m:e>
                            <m:sub>
                              <m:r>
                                <a:rPr lang="en-US" altLang="zh-CN" sz="2200" i="1">
                                  <a:latin typeface="Cambria Math" panose="02040503050406030204" pitchFamily="18" charset="0"/>
                                </a:rPr>
                                <m:t>1</m:t>
                              </m:r>
                            </m:sub>
                          </m:sSub>
                          <m:r>
                            <a:rPr lang="en-US" altLang="zh-CN" sz="2200" i="1">
                              <a:latin typeface="Cambria Math" panose="02040503050406030204" pitchFamily="18" charset="0"/>
                            </a:rPr>
                            <m:t>×1+</m:t>
                          </m:r>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𝑎</m:t>
                              </m:r>
                            </m:e>
                            <m:sub>
                              <m:r>
                                <a:rPr lang="en-US" altLang="zh-CN" sz="2200" i="1">
                                  <a:latin typeface="Cambria Math" panose="02040503050406030204" pitchFamily="18" charset="0"/>
                                </a:rPr>
                                <m:t>2</m:t>
                              </m:r>
                            </m:sub>
                          </m:sSub>
                          <m:r>
                            <a:rPr lang="en-US" altLang="zh-CN" sz="2200" i="1">
                              <a:latin typeface="Cambria Math" panose="02040503050406030204" pitchFamily="18" charset="0"/>
                            </a:rPr>
                            <m:t>×2</m:t>
                          </m:r>
                        </m:num>
                        <m:den>
                          <m:r>
                            <a:rPr lang="en-US" altLang="zh-CN" sz="2200" i="1">
                              <a:latin typeface="Cambria Math" panose="02040503050406030204" pitchFamily="18" charset="0"/>
                            </a:rPr>
                            <m:t>𝑁</m:t>
                          </m:r>
                        </m:den>
                      </m:f>
                      <m:r>
                        <a:rPr lang="en-US" altLang="zh-CN" sz="2200" i="1">
                          <a:latin typeface="Cambria Math" panose="02040503050406030204" pitchFamily="18" charset="0"/>
                        </a:rPr>
                        <m:t>=</m:t>
                      </m:r>
                      <m:nary>
                        <m:naryPr>
                          <m:chr m:val="∑"/>
                          <m:limLoc m:val="undOvr"/>
                          <m:grow m:val="on"/>
                          <m:ctrlPr>
                            <a:rPr lang="zh-CN" altLang="zh-CN" sz="2200" i="1">
                              <a:latin typeface="Cambria Math" panose="02040503050406030204" pitchFamily="18" charset="0"/>
                            </a:rPr>
                          </m:ctrlPr>
                        </m:naryPr>
                        <m:sub>
                          <m:r>
                            <a:rPr lang="en-US" altLang="zh-CN" sz="2200" i="1">
                              <a:latin typeface="Cambria Math" panose="02040503050406030204" pitchFamily="18" charset="0"/>
                            </a:rPr>
                            <m:t>𝑘</m:t>
                          </m:r>
                          <m:r>
                            <a:rPr lang="en-US" altLang="zh-CN" sz="2200" i="1">
                              <a:latin typeface="Cambria Math" panose="02040503050406030204" pitchFamily="18" charset="0"/>
                            </a:rPr>
                            <m:t>=0</m:t>
                          </m:r>
                        </m:sub>
                        <m:sup>
                          <m:r>
                            <a:rPr lang="en-US" altLang="zh-CN" sz="2200" i="1">
                              <a:latin typeface="Cambria Math" panose="02040503050406030204" pitchFamily="18" charset="0"/>
                            </a:rPr>
                            <m:t>2</m:t>
                          </m:r>
                        </m:sup>
                        <m:e>
                          <m:r>
                            <a:rPr lang="en-US" altLang="zh-CN" sz="2200" i="1">
                              <a:latin typeface="Cambria Math" panose="02040503050406030204" pitchFamily="18" charset="0"/>
                            </a:rPr>
                            <m:t>𝑘</m:t>
                          </m:r>
                        </m:e>
                      </m:nary>
                      <m:f>
                        <m:fPr>
                          <m:ctrlPr>
                            <a:rPr lang="zh-CN" altLang="zh-CN" sz="2200" i="1" smtClean="0">
                              <a:solidFill>
                                <a:srgbClr val="FF0000"/>
                              </a:solidFill>
                              <a:latin typeface="Cambria Math" panose="02040503050406030204" pitchFamily="18" charset="0"/>
                            </a:rPr>
                          </m:ctrlPr>
                        </m:fPr>
                        <m:num>
                          <m:sSub>
                            <m:sSubPr>
                              <m:ctrlPr>
                                <a:rPr lang="zh-CN" altLang="zh-CN" sz="2200" i="1">
                                  <a:solidFill>
                                    <a:srgbClr val="FF0000"/>
                                  </a:solidFill>
                                  <a:latin typeface="Cambria Math" panose="02040503050406030204" pitchFamily="18" charset="0"/>
                                </a:rPr>
                              </m:ctrlPr>
                            </m:sSubPr>
                            <m:e>
                              <m:r>
                                <a:rPr lang="en-US" altLang="zh-CN" sz="2200" i="1">
                                  <a:solidFill>
                                    <a:srgbClr val="FF0000"/>
                                  </a:solidFill>
                                  <a:latin typeface="Cambria Math" panose="02040503050406030204" pitchFamily="18" charset="0"/>
                                </a:rPr>
                                <m:t>𝑎</m:t>
                              </m:r>
                            </m:e>
                            <m:sub>
                              <m:r>
                                <a:rPr lang="en-US" altLang="zh-CN" sz="2200" i="1">
                                  <a:solidFill>
                                    <a:srgbClr val="FF0000"/>
                                  </a:solidFill>
                                  <a:latin typeface="Cambria Math" panose="02040503050406030204" pitchFamily="18" charset="0"/>
                                </a:rPr>
                                <m:t>𝑘</m:t>
                              </m:r>
                            </m:sub>
                          </m:sSub>
                        </m:num>
                        <m:den>
                          <m:r>
                            <a:rPr lang="en-US" altLang="zh-CN" sz="2200" i="1">
                              <a:solidFill>
                                <a:srgbClr val="FF0000"/>
                              </a:solidFill>
                              <a:latin typeface="Cambria Math" panose="02040503050406030204" pitchFamily="18" charset="0"/>
                            </a:rPr>
                            <m:t>𝑁</m:t>
                          </m:r>
                        </m:den>
                      </m:f>
                    </m:oMath>
                  </m:oMathPara>
                </a14:m>
                <a:endParaRPr lang="zh-CN" altLang="en-US" sz="2200" dirty="0">
                  <a:latin typeface="微软雅黑" panose="020B0503020204020204" pitchFamily="34" charset="-122"/>
                  <a:ea typeface="微软雅黑" panose="020B0503020204020204" pitchFamily="34" charset="-122"/>
                </a:endParaRPr>
              </a:p>
            </p:txBody>
          </p:sp>
        </mc:Choice>
        <mc:Fallback xmlns="">
          <p:sp>
            <p:nvSpPr>
              <p:cNvPr id="5" name="副标题 2">
                <a:extLst>
                  <a:ext uri="{FF2B5EF4-FFF2-40B4-BE49-F238E27FC236}">
                    <a16:creationId xmlns:a16="http://schemas.microsoft.com/office/drawing/2014/main" id="{FF373ACA-61FD-4988-86A6-DDD2A3F8A7E3}"/>
                  </a:ext>
                </a:extLst>
              </p:cNvPr>
              <p:cNvSpPr txBox="1">
                <a:spLocks noRot="1" noChangeAspect="1" noMove="1" noResize="1" noEditPoints="1" noAdjustHandles="1" noChangeArrowheads="1" noChangeShapeType="1" noTextEdit="1"/>
              </p:cNvSpPr>
              <p:nvPr/>
            </p:nvSpPr>
            <p:spPr>
              <a:xfrm>
                <a:off x="209144" y="3759969"/>
                <a:ext cx="8725712" cy="2423159"/>
              </a:xfrm>
              <a:prstGeom prst="rect">
                <a:avLst/>
              </a:prstGeom>
              <a:blipFill>
                <a:blip r:embed="rId3"/>
                <a:stretch>
                  <a:fillRect l="-1163" r="-581" b="-92147"/>
                </a:stretch>
              </a:blipFill>
            </p:spPr>
            <p:txBody>
              <a:bodyPr/>
              <a:lstStyle/>
              <a:p>
                <a:r>
                  <a:rPr lang="zh-CN" altLang="en-US">
                    <a:noFill/>
                  </a:rPr>
                  <a:t> </a:t>
                </a:r>
              </a:p>
            </p:txBody>
          </p:sp>
        </mc:Fallback>
      </mc:AlternateContent>
      <p:grpSp>
        <p:nvGrpSpPr>
          <p:cNvPr id="16" name="组合 15">
            <a:extLst>
              <a:ext uri="{FF2B5EF4-FFF2-40B4-BE49-F238E27FC236}">
                <a16:creationId xmlns:a16="http://schemas.microsoft.com/office/drawing/2014/main" id="{F0D48BAB-B484-5C41-7D44-4BC594CF139B}"/>
              </a:ext>
            </a:extLst>
          </p:cNvPr>
          <p:cNvGrpSpPr/>
          <p:nvPr/>
        </p:nvGrpSpPr>
        <p:grpSpPr>
          <a:xfrm>
            <a:off x="6328670" y="2962363"/>
            <a:ext cx="2542786" cy="3212969"/>
            <a:chOff x="6328670" y="2962363"/>
            <a:chExt cx="2542786" cy="3212969"/>
          </a:xfrm>
        </p:grpSpPr>
        <p:cxnSp>
          <p:nvCxnSpPr>
            <p:cNvPr id="10" name="肘形连接符 9">
              <a:extLst>
                <a:ext uri="{FF2B5EF4-FFF2-40B4-BE49-F238E27FC236}">
                  <a16:creationId xmlns:a16="http://schemas.microsoft.com/office/drawing/2014/main" id="{9E299948-454B-24C8-4448-BB43667077C2}"/>
                </a:ext>
              </a:extLst>
            </p:cNvPr>
            <p:cNvCxnSpPr>
              <a:cxnSpLocks/>
            </p:cNvCxnSpPr>
            <p:nvPr/>
          </p:nvCxnSpPr>
          <p:spPr>
            <a:xfrm rot="16200000" flipV="1">
              <a:off x="5997520" y="3293513"/>
              <a:ext cx="3205086" cy="2542786"/>
            </a:xfrm>
            <a:prstGeom prst="bentConnector3">
              <a:avLst>
                <a:gd name="adj1" fmla="val 100806"/>
              </a:avLst>
            </a:prstGeom>
            <a:ln w="28575">
              <a:solidFill>
                <a:srgbClr val="FF0000"/>
              </a:solidFill>
              <a:prstDash val="sysDot"/>
              <a:tailEnd type="stealth" w="lg" len="lg"/>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82C1D14B-F37C-6F70-6B37-33D0D479893C}"/>
                </a:ext>
              </a:extLst>
            </p:cNvPr>
            <p:cNvCxnSpPr/>
            <p:nvPr/>
          </p:nvCxnSpPr>
          <p:spPr>
            <a:xfrm>
              <a:off x="6726477" y="6175332"/>
              <a:ext cx="2144979" cy="0"/>
            </a:xfrm>
            <a:prstGeom prst="line">
              <a:avLst/>
            </a:prstGeom>
            <a:ln w="28575">
              <a:solidFill>
                <a:srgbClr val="FF0000"/>
              </a:solidFill>
              <a:prstDash val="sysDot"/>
              <a:tailEnd type="none" w="lg" len="lg"/>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F3DB708F-CFC8-A47B-5B63-982B21FF637B}"/>
                  </a:ext>
                </a:extLst>
              </p:cNvPr>
              <p:cNvSpPr/>
              <p:nvPr/>
            </p:nvSpPr>
            <p:spPr>
              <a:xfrm>
                <a:off x="648315" y="5707624"/>
                <a:ext cx="1035796" cy="8779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limLoc m:val="undOvr"/>
                          <m:grow m:val="on"/>
                          <m:ctrlPr>
                            <a:rPr lang="zh-CN" altLang="en-US" b="1" i="1" smtClean="0">
                              <a:latin typeface="Cambria Math" panose="02040503050406030204" pitchFamily="18" charset="0"/>
                            </a:rPr>
                          </m:ctrlPr>
                        </m:naryPr>
                        <m:sub>
                          <m:r>
                            <a:rPr lang="zh-CN" altLang="en-US" b="1" i="1">
                              <a:latin typeface="Cambria Math" panose="02040503050406030204" pitchFamily="18" charset="0"/>
                            </a:rPr>
                            <m:t>𝒌</m:t>
                          </m:r>
                          <m:r>
                            <a:rPr lang="zh-CN" altLang="en-US" b="1">
                              <a:latin typeface="Cambria Math" panose="02040503050406030204" pitchFamily="18" charset="0"/>
                            </a:rPr>
                            <m:t>=</m:t>
                          </m:r>
                          <m:r>
                            <a:rPr lang="zh-CN" altLang="en-US" b="1" i="1">
                              <a:latin typeface="Cambria Math" panose="02040503050406030204" pitchFamily="18" charset="0"/>
                            </a:rPr>
                            <m:t>𝟎</m:t>
                          </m:r>
                        </m:sub>
                        <m:sup>
                          <m:r>
                            <a:rPr lang="zh-CN" altLang="en-US" b="1" i="1">
                              <a:latin typeface="Cambria Math" panose="02040503050406030204" pitchFamily="18" charset="0"/>
                            </a:rPr>
                            <m:t>𝟐</m:t>
                          </m:r>
                        </m:sup>
                        <m:e>
                          <m:r>
                            <a:rPr lang="zh-CN" altLang="en-US" b="1" i="1">
                              <a:latin typeface="Cambria Math" panose="02040503050406030204" pitchFamily="18" charset="0"/>
                            </a:rPr>
                            <m:t>𝒌</m:t>
                          </m:r>
                        </m:e>
                      </m:nary>
                      <m:sSub>
                        <m:sSubPr>
                          <m:ctrlPr>
                            <a:rPr lang="zh-CN" altLang="en-US" b="1" i="1">
                              <a:latin typeface="Cambria Math" panose="02040503050406030204" pitchFamily="18" charset="0"/>
                            </a:rPr>
                          </m:ctrlPr>
                        </m:sSubPr>
                        <m:e>
                          <m:r>
                            <a:rPr lang="zh-CN" altLang="en-US" b="1" i="1">
                              <a:latin typeface="Cambria Math" panose="02040503050406030204" pitchFamily="18" charset="0"/>
                            </a:rPr>
                            <m:t>𝒑</m:t>
                          </m:r>
                        </m:e>
                        <m:sub>
                          <m:r>
                            <a:rPr lang="zh-CN" altLang="en-US" b="1" i="1">
                              <a:latin typeface="Cambria Math" panose="02040503050406030204" pitchFamily="18" charset="0"/>
                            </a:rPr>
                            <m:t>𝒌</m:t>
                          </m:r>
                        </m:sub>
                      </m:sSub>
                    </m:oMath>
                  </m:oMathPara>
                </a14:m>
                <a:endParaRPr lang="zh-CN" altLang="en-US" b="1" dirty="0"/>
              </a:p>
            </p:txBody>
          </p:sp>
        </mc:Choice>
        <mc:Fallback xmlns="">
          <p:sp>
            <p:nvSpPr>
              <p:cNvPr id="18" name="矩形 17">
                <a:extLst>
                  <a:ext uri="{FF2B5EF4-FFF2-40B4-BE49-F238E27FC236}">
                    <a16:creationId xmlns:a16="http://schemas.microsoft.com/office/drawing/2014/main" id="{F3DB708F-CFC8-A47B-5B63-982B21FF637B}"/>
                  </a:ext>
                </a:extLst>
              </p:cNvPr>
              <p:cNvSpPr>
                <a:spLocks noRot="1" noChangeAspect="1" noMove="1" noResize="1" noEditPoints="1" noAdjustHandles="1" noChangeArrowheads="1" noChangeShapeType="1" noTextEdit="1"/>
              </p:cNvSpPr>
              <p:nvPr/>
            </p:nvSpPr>
            <p:spPr>
              <a:xfrm>
                <a:off x="648315" y="5707624"/>
                <a:ext cx="1035796" cy="877997"/>
              </a:xfrm>
              <a:prstGeom prst="rect">
                <a:avLst/>
              </a:prstGeom>
              <a:blipFill>
                <a:blip r:embed="rId4"/>
                <a:stretch>
                  <a:fillRect l="-68675" t="-92857" b="-148571"/>
                </a:stretch>
              </a:blipFill>
            </p:spPr>
            <p:txBody>
              <a:bodyPr/>
              <a:lstStyle/>
              <a:p>
                <a:r>
                  <a:rPr lang="zh-CN" altLang="en-US">
                    <a:noFill/>
                  </a:rPr>
                  <a:t> </a:t>
                </a:r>
              </a:p>
            </p:txBody>
          </p:sp>
        </mc:Fallback>
      </mc:AlternateContent>
      <p:sp>
        <p:nvSpPr>
          <p:cNvPr id="19" name="矩形 18">
            <a:extLst>
              <a:ext uri="{FF2B5EF4-FFF2-40B4-BE49-F238E27FC236}">
                <a16:creationId xmlns:a16="http://schemas.microsoft.com/office/drawing/2014/main" id="{EF69E7FB-53EE-55F4-025E-FE25793874DE}"/>
              </a:ext>
            </a:extLst>
          </p:cNvPr>
          <p:cNvSpPr/>
          <p:nvPr/>
        </p:nvSpPr>
        <p:spPr>
          <a:xfrm>
            <a:off x="6137329" y="5707624"/>
            <a:ext cx="525748" cy="956646"/>
          </a:xfrm>
          <a:prstGeom prst="rect">
            <a:avLst/>
          </a:prstGeom>
          <a:noFill/>
          <a:ln w="28575">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71419964-BBD5-94DA-C137-446383284195}"/>
              </a:ext>
            </a:extLst>
          </p:cNvPr>
          <p:cNvSpPr/>
          <p:nvPr/>
        </p:nvSpPr>
        <p:spPr>
          <a:xfrm>
            <a:off x="4448014" y="2600297"/>
            <a:ext cx="386860" cy="956646"/>
          </a:xfrm>
          <a:prstGeom prst="rect">
            <a:avLst/>
          </a:prstGeom>
          <a:noFill/>
          <a:ln w="28575">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6" name="直线连接符 5">
            <a:extLst>
              <a:ext uri="{FF2B5EF4-FFF2-40B4-BE49-F238E27FC236}">
                <a16:creationId xmlns:a16="http://schemas.microsoft.com/office/drawing/2014/main" id="{86C8EF1B-032B-54F7-5DE6-2D60FA36FBB8}"/>
              </a:ext>
            </a:extLst>
          </p:cNvPr>
          <p:cNvCxnSpPr/>
          <p:nvPr/>
        </p:nvCxnSpPr>
        <p:spPr>
          <a:xfrm>
            <a:off x="0" y="94069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5611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animBg="1"/>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DAAEAD5-6CE6-403B-AC48-884211FEFEBC}"/>
                  </a:ext>
                </a:extLst>
              </p:cNvPr>
              <p:cNvSpPr>
                <a:spLocks noGrp="1"/>
              </p:cNvSpPr>
              <p:nvPr>
                <p:ph idx="1"/>
              </p:nvPr>
            </p:nvSpPr>
            <p:spPr>
              <a:xfrm>
                <a:off x="194047" y="1040789"/>
                <a:ext cx="8667749" cy="3280690"/>
              </a:xfrm>
            </p:spPr>
            <p:txBody>
              <a:bodyPr>
                <a:noAutofit/>
              </a:bodyPr>
              <a:lstStyle/>
              <a:p>
                <a:pPr marL="0" indent="342900" algn="just">
                  <a:lnSpc>
                    <a:spcPct val="150000"/>
                  </a:lnSpc>
                  <a:buNone/>
                </a:pP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342900" algn="just">
                  <a:lnSpc>
                    <a:spcPct val="150000"/>
                  </a:lnSpc>
                  <a:buNone/>
                </a:pP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342900" algn="just">
                  <a:lnSpc>
                    <a:spcPct val="150000"/>
                  </a:lnSpc>
                  <a:buNone/>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在试验次数很大时，随机变量</a:t>
                </a:r>
                <a14:m>
                  <m:oMath xmlns:m="http://schemas.openxmlformats.org/officeDocument/2006/math">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的观察值的算术平均 </a:t>
                </a:r>
                <a14:m>
                  <m:oMath xmlns:m="http://schemas.openxmlformats.org/officeDocument/2006/math">
                    <m:r>
                      <a:rPr lang="en-US" altLang="zh-CN" sz="2200" b="0" i="1" smtClean="0">
                        <a:latin typeface="Cambria Math" panose="02040503050406030204" pitchFamily="18" charset="0"/>
                      </a:rPr>
                      <m:t>           </m:t>
                    </m:r>
                  </m:oMath>
                </a14:m>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342900" algn="just">
                  <a:lnSpc>
                    <a:spcPct val="150000"/>
                  </a:lnSpc>
                  <a:buNone/>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在一定意义下接近于  </a:t>
                </a:r>
                <a14:m>
                  <m:oMath xmlns:m="http://schemas.openxmlformats.org/officeDocument/2006/math">
                    <m:r>
                      <a:rPr lang="en-US" altLang="zh-CN" sz="2200" b="0" i="1" smtClean="0">
                        <a:latin typeface="Cambria Math" panose="02040503050406030204" pitchFamily="18" charset="0"/>
                      </a:rPr>
                      <m:t>        </m:t>
                    </m:r>
                  </m:oMath>
                </a14:m>
                <a:r>
                  <a:rPr lang="zh-CN" altLang="en-US" sz="2200" dirty="0"/>
                  <a:t>          </a:t>
                </a:r>
                <a:r>
                  <a:rPr lang="en-US" altLang="zh-CN" sz="2200" dirty="0"/>
                  <a:t>.</a:t>
                </a:r>
              </a:p>
              <a:p>
                <a:pPr marL="0" indent="342900" algn="just">
                  <a:lnSpc>
                    <a:spcPct val="150000"/>
                  </a:lnSpc>
                  <a:buNone/>
                </a:pP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marL="0" indent="342900" algn="just">
                  <a:lnSpc>
                    <a:spcPct val="150000"/>
                  </a:lnSpc>
                  <a:buNone/>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我们称</a:t>
                </a:r>
                <a14:m>
                  <m:oMath xmlns:m="http://schemas.openxmlformats.org/officeDocument/2006/math">
                    <m:r>
                      <a:rPr lang="en-US" altLang="zh-CN" sz="2200" b="0" i="1" smtClean="0">
                        <a:latin typeface="Cambria Math" panose="02040503050406030204" pitchFamily="18" charset="0"/>
                      </a:rPr>
                      <m:t>          </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      为随机变量</a:t>
                </a:r>
                <a14:m>
                  <m:oMath xmlns:m="http://schemas.openxmlformats.org/officeDocument/2006/math">
                    <m:r>
                      <a:rPr lang="en-US" altLang="zh-CN" sz="220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的数学期望</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或</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均值</a:t>
                </a:r>
              </a:p>
            </p:txBody>
          </p:sp>
        </mc:Choice>
        <mc:Fallback xmlns="">
          <p:sp>
            <p:nvSpPr>
              <p:cNvPr id="3" name="内容占位符 2">
                <a:extLst>
                  <a:ext uri="{FF2B5EF4-FFF2-40B4-BE49-F238E27FC236}">
                    <a16:creationId xmlns:a16="http://schemas.microsoft.com/office/drawing/2014/main" id="{8DAAEAD5-6CE6-403B-AC48-884211FEFEBC}"/>
                  </a:ext>
                </a:extLst>
              </p:cNvPr>
              <p:cNvSpPr>
                <a:spLocks noGrp="1" noRot="1" noChangeAspect="1" noMove="1" noResize="1" noEditPoints="1" noAdjustHandles="1" noChangeArrowheads="1" noChangeShapeType="1" noTextEdit="1"/>
              </p:cNvSpPr>
              <p:nvPr>
                <p:ph idx="1"/>
              </p:nvPr>
            </p:nvSpPr>
            <p:spPr>
              <a:xfrm>
                <a:off x="194047" y="1040789"/>
                <a:ext cx="8667749" cy="3280690"/>
              </a:xfrm>
              <a:blipFill>
                <a:blip r:embed="rId3"/>
                <a:stretch>
                  <a:fillRect b="-158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D2924BAB-59D7-4601-A19C-40BF65A09504}"/>
                  </a:ext>
                </a:extLst>
              </p:cNvPr>
              <p:cNvSpPr/>
              <p:nvPr/>
            </p:nvSpPr>
            <p:spPr>
              <a:xfrm>
                <a:off x="6714019" y="2121029"/>
                <a:ext cx="1588771" cy="957891"/>
              </a:xfrm>
              <a:prstGeom prst="rect">
                <a:avLst/>
              </a:prstGeom>
            </p:spPr>
            <p:txBody>
              <a:bodyPr wrap="square">
                <a:spAutoFit/>
              </a:bodyPr>
              <a:lstStyle/>
              <a:p>
                <a:pPr algn="just"/>
                <a14:m>
                  <m:oMathPara xmlns:m="http://schemas.openxmlformats.org/officeDocument/2006/math">
                    <m:oMathParaPr>
                      <m:jc m:val="centerGroup"/>
                    </m:oMathParaPr>
                    <m:oMath xmlns:m="http://schemas.openxmlformats.org/officeDocument/2006/math">
                      <m:nary>
                        <m:naryPr>
                          <m:chr m:val="∑"/>
                          <m:limLoc m:val="undOvr"/>
                          <m:grow m:val="on"/>
                          <m:ctrlPr>
                            <a:rPr lang="zh-CN" altLang="en-US" sz="2000" i="1" smtClean="0">
                              <a:latin typeface="Cambria Math" panose="02040503050406030204" pitchFamily="18" charset="0"/>
                            </a:rPr>
                          </m:ctrlPr>
                        </m:naryPr>
                        <m:sub>
                          <m:r>
                            <a:rPr lang="zh-CN" altLang="en-US" sz="2000" i="1">
                              <a:latin typeface="Cambria Math" panose="02040503050406030204" pitchFamily="18" charset="0"/>
                            </a:rPr>
                            <m:t>𝑘</m:t>
                          </m:r>
                          <m:r>
                            <a:rPr lang="zh-CN" altLang="en-US" sz="2000">
                              <a:latin typeface="Cambria Math" panose="02040503050406030204" pitchFamily="18" charset="0"/>
                            </a:rPr>
                            <m:t>=0</m:t>
                          </m:r>
                        </m:sub>
                        <m:sup>
                          <m:r>
                            <a:rPr lang="zh-CN" altLang="en-US" sz="2000">
                              <a:latin typeface="Cambria Math" panose="02040503050406030204" pitchFamily="18" charset="0"/>
                            </a:rPr>
                            <m:t>2</m:t>
                          </m:r>
                        </m:sup>
                        <m:e>
                          <m:r>
                            <a:rPr lang="zh-CN" altLang="en-US" sz="2000" i="1">
                              <a:latin typeface="Cambria Math" panose="02040503050406030204" pitchFamily="18" charset="0"/>
                            </a:rPr>
                            <m:t>𝑘</m:t>
                          </m:r>
                        </m:e>
                      </m:nary>
                      <m:f>
                        <m:fPr>
                          <m:ctrlPr>
                            <a:rPr lang="zh-CN" altLang="en-US" sz="2000" i="1">
                              <a:latin typeface="Cambria Math" panose="02040503050406030204" pitchFamily="18" charset="0"/>
                            </a:rPr>
                          </m:ctrlPr>
                        </m:fPr>
                        <m:num>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𝑎</m:t>
                              </m:r>
                            </m:e>
                            <m:sub>
                              <m:r>
                                <a:rPr lang="zh-CN" altLang="en-US" sz="2000" i="1">
                                  <a:latin typeface="Cambria Math" panose="02040503050406030204" pitchFamily="18" charset="0"/>
                                </a:rPr>
                                <m:t>𝑘</m:t>
                              </m:r>
                            </m:sub>
                          </m:sSub>
                        </m:num>
                        <m:den>
                          <m:r>
                            <a:rPr lang="zh-CN" altLang="en-US" sz="2000" i="1">
                              <a:latin typeface="Cambria Math" panose="02040503050406030204" pitchFamily="18" charset="0"/>
                            </a:rPr>
                            <m:t>𝑁</m:t>
                          </m:r>
                        </m:den>
                      </m:f>
                    </m:oMath>
                  </m:oMathPara>
                </a14:m>
                <a:endParaRPr lang="zh-CN" altLang="en-US" sz="2000" dirty="0"/>
              </a:p>
            </p:txBody>
          </p:sp>
        </mc:Choice>
        <mc:Fallback xmlns="">
          <p:sp>
            <p:nvSpPr>
              <p:cNvPr id="4" name="矩形 3">
                <a:extLst>
                  <a:ext uri="{FF2B5EF4-FFF2-40B4-BE49-F238E27FC236}">
                    <a16:creationId xmlns:a16="http://schemas.microsoft.com/office/drawing/2014/main" id="{D2924BAB-59D7-4601-A19C-40BF65A09504}"/>
                  </a:ext>
                </a:extLst>
              </p:cNvPr>
              <p:cNvSpPr>
                <a:spLocks noRot="1" noChangeAspect="1" noMove="1" noResize="1" noEditPoints="1" noAdjustHandles="1" noChangeArrowheads="1" noChangeShapeType="1" noTextEdit="1"/>
              </p:cNvSpPr>
              <p:nvPr/>
            </p:nvSpPr>
            <p:spPr>
              <a:xfrm>
                <a:off x="6714019" y="2121029"/>
                <a:ext cx="1588771" cy="957891"/>
              </a:xfrm>
              <a:prstGeom prst="rect">
                <a:avLst/>
              </a:prstGeom>
              <a:blipFill>
                <a:blip r:embed="rId4"/>
                <a:stretch>
                  <a:fillRect l="-37302" t="-98684" b="-153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2DE2EA37-9A43-4AD6-A5FC-66845063D0DA}"/>
                  </a:ext>
                </a:extLst>
              </p:cNvPr>
              <p:cNvSpPr/>
              <p:nvPr/>
            </p:nvSpPr>
            <p:spPr>
              <a:xfrm>
                <a:off x="3124850" y="2743126"/>
                <a:ext cx="1105559" cy="9578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limLoc m:val="undOvr"/>
                          <m:grow m:val="on"/>
                          <m:ctrlPr>
                            <a:rPr lang="zh-CN" altLang="en-US" sz="2000" i="1" smtClean="0">
                              <a:latin typeface="Cambria Math" panose="02040503050406030204" pitchFamily="18" charset="0"/>
                            </a:rPr>
                          </m:ctrlPr>
                        </m:naryPr>
                        <m:sub>
                          <m:r>
                            <a:rPr lang="zh-CN" altLang="en-US" sz="2000" i="1">
                              <a:latin typeface="Cambria Math" panose="02040503050406030204" pitchFamily="18" charset="0"/>
                            </a:rPr>
                            <m:t>𝑘</m:t>
                          </m:r>
                          <m:r>
                            <a:rPr lang="zh-CN" altLang="en-US" sz="2000">
                              <a:latin typeface="Cambria Math" panose="02040503050406030204" pitchFamily="18" charset="0"/>
                            </a:rPr>
                            <m:t>=0</m:t>
                          </m:r>
                        </m:sub>
                        <m:sup>
                          <m:r>
                            <a:rPr lang="zh-CN" altLang="en-US" sz="2000">
                              <a:latin typeface="Cambria Math" panose="02040503050406030204" pitchFamily="18" charset="0"/>
                            </a:rPr>
                            <m:t>2</m:t>
                          </m:r>
                        </m:sup>
                        <m:e>
                          <m:r>
                            <a:rPr lang="zh-CN" altLang="en-US" sz="2000" i="1">
                              <a:latin typeface="Cambria Math" panose="02040503050406030204" pitchFamily="18" charset="0"/>
                            </a:rPr>
                            <m:t>𝑘</m:t>
                          </m:r>
                        </m:e>
                      </m:nary>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𝑝</m:t>
                          </m:r>
                        </m:e>
                        <m:sub>
                          <m:r>
                            <a:rPr lang="zh-CN" altLang="en-US" sz="2000" i="1">
                              <a:latin typeface="Cambria Math" panose="02040503050406030204" pitchFamily="18" charset="0"/>
                            </a:rPr>
                            <m:t>𝑘</m:t>
                          </m:r>
                        </m:sub>
                      </m:sSub>
                    </m:oMath>
                  </m:oMathPara>
                </a14:m>
                <a:endParaRPr lang="zh-CN" altLang="en-US" sz="2000" dirty="0"/>
              </a:p>
            </p:txBody>
          </p:sp>
        </mc:Choice>
        <mc:Fallback xmlns="">
          <p:sp>
            <p:nvSpPr>
              <p:cNvPr id="6" name="矩形 5">
                <a:extLst>
                  <a:ext uri="{FF2B5EF4-FFF2-40B4-BE49-F238E27FC236}">
                    <a16:creationId xmlns:a16="http://schemas.microsoft.com/office/drawing/2014/main" id="{2DE2EA37-9A43-4AD6-A5FC-66845063D0DA}"/>
                  </a:ext>
                </a:extLst>
              </p:cNvPr>
              <p:cNvSpPr>
                <a:spLocks noRot="1" noChangeAspect="1" noMove="1" noResize="1" noEditPoints="1" noAdjustHandles="1" noChangeArrowheads="1" noChangeShapeType="1" noTextEdit="1"/>
              </p:cNvSpPr>
              <p:nvPr/>
            </p:nvSpPr>
            <p:spPr>
              <a:xfrm>
                <a:off x="3124850" y="2743126"/>
                <a:ext cx="1105559" cy="957891"/>
              </a:xfrm>
              <a:prstGeom prst="rect">
                <a:avLst/>
              </a:prstGeom>
              <a:blipFill>
                <a:blip r:embed="rId5"/>
                <a:stretch>
                  <a:fillRect l="-75000" t="-98684" b="-15394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DDF6B899-3BE5-4322-9CCD-A5D97CA9A36F}"/>
                  </a:ext>
                </a:extLst>
              </p:cNvPr>
              <p:cNvSpPr/>
              <p:nvPr/>
            </p:nvSpPr>
            <p:spPr>
              <a:xfrm>
                <a:off x="1455433" y="3979540"/>
                <a:ext cx="1105559" cy="9578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limLoc m:val="undOvr"/>
                          <m:grow m:val="on"/>
                          <m:ctrlPr>
                            <a:rPr lang="zh-CN" altLang="en-US" sz="2000" i="1" smtClean="0">
                              <a:solidFill>
                                <a:srgbClr val="FF0000"/>
                              </a:solidFill>
                              <a:latin typeface="Cambria Math" panose="02040503050406030204" pitchFamily="18" charset="0"/>
                            </a:rPr>
                          </m:ctrlPr>
                        </m:naryPr>
                        <m:sub>
                          <m:r>
                            <a:rPr lang="zh-CN" altLang="en-US" sz="2000" i="1">
                              <a:solidFill>
                                <a:srgbClr val="FF0000"/>
                              </a:solidFill>
                              <a:latin typeface="Cambria Math" panose="02040503050406030204" pitchFamily="18" charset="0"/>
                            </a:rPr>
                            <m:t>𝑘</m:t>
                          </m:r>
                          <m:r>
                            <a:rPr lang="zh-CN" altLang="en-US" sz="2000">
                              <a:solidFill>
                                <a:srgbClr val="FF0000"/>
                              </a:solidFill>
                              <a:latin typeface="Cambria Math" panose="02040503050406030204" pitchFamily="18" charset="0"/>
                            </a:rPr>
                            <m:t>=0</m:t>
                          </m:r>
                        </m:sub>
                        <m:sup>
                          <m:r>
                            <a:rPr lang="zh-CN" altLang="en-US" sz="2000">
                              <a:solidFill>
                                <a:srgbClr val="FF0000"/>
                              </a:solidFill>
                              <a:latin typeface="Cambria Math" panose="02040503050406030204" pitchFamily="18" charset="0"/>
                            </a:rPr>
                            <m:t>2</m:t>
                          </m:r>
                        </m:sup>
                        <m:e>
                          <m:r>
                            <a:rPr lang="zh-CN" altLang="en-US" sz="2000" i="1">
                              <a:solidFill>
                                <a:srgbClr val="FF0000"/>
                              </a:solidFill>
                              <a:latin typeface="Cambria Math" panose="02040503050406030204" pitchFamily="18" charset="0"/>
                            </a:rPr>
                            <m:t>𝑘</m:t>
                          </m:r>
                        </m:e>
                      </m:nary>
                      <m:sSub>
                        <m:sSubPr>
                          <m:ctrlPr>
                            <a:rPr lang="zh-CN" altLang="en-US" sz="2000" i="1">
                              <a:solidFill>
                                <a:srgbClr val="FF0000"/>
                              </a:solidFill>
                              <a:latin typeface="Cambria Math" panose="02040503050406030204" pitchFamily="18" charset="0"/>
                            </a:rPr>
                          </m:ctrlPr>
                        </m:sSubPr>
                        <m:e>
                          <m:r>
                            <a:rPr lang="zh-CN" altLang="en-US" sz="2000" i="1">
                              <a:solidFill>
                                <a:srgbClr val="FF0000"/>
                              </a:solidFill>
                              <a:latin typeface="Cambria Math" panose="02040503050406030204" pitchFamily="18" charset="0"/>
                            </a:rPr>
                            <m:t>𝑝</m:t>
                          </m:r>
                        </m:e>
                        <m:sub>
                          <m:r>
                            <a:rPr lang="zh-CN" altLang="en-US" sz="2000" i="1">
                              <a:solidFill>
                                <a:srgbClr val="FF0000"/>
                              </a:solidFill>
                              <a:latin typeface="Cambria Math" panose="02040503050406030204" pitchFamily="18" charset="0"/>
                            </a:rPr>
                            <m:t>𝑘</m:t>
                          </m:r>
                        </m:sub>
                      </m:sSub>
                    </m:oMath>
                  </m:oMathPara>
                </a14:m>
                <a:endParaRPr lang="zh-CN" altLang="en-US" sz="2000" dirty="0">
                  <a:solidFill>
                    <a:srgbClr val="FF0000"/>
                  </a:solidFill>
                </a:endParaRPr>
              </a:p>
            </p:txBody>
          </p:sp>
        </mc:Choice>
        <mc:Fallback xmlns="">
          <p:sp>
            <p:nvSpPr>
              <p:cNvPr id="7" name="矩形 6">
                <a:extLst>
                  <a:ext uri="{FF2B5EF4-FFF2-40B4-BE49-F238E27FC236}">
                    <a16:creationId xmlns:a16="http://schemas.microsoft.com/office/drawing/2014/main" id="{DDF6B899-3BE5-4322-9CCD-A5D97CA9A36F}"/>
                  </a:ext>
                </a:extLst>
              </p:cNvPr>
              <p:cNvSpPr>
                <a:spLocks noRot="1" noChangeAspect="1" noMove="1" noResize="1" noEditPoints="1" noAdjustHandles="1" noChangeArrowheads="1" noChangeShapeType="1" noTextEdit="1"/>
              </p:cNvSpPr>
              <p:nvPr/>
            </p:nvSpPr>
            <p:spPr>
              <a:xfrm>
                <a:off x="1455433" y="3979540"/>
                <a:ext cx="1105559" cy="957891"/>
              </a:xfrm>
              <a:prstGeom prst="rect">
                <a:avLst/>
              </a:prstGeom>
              <a:blipFill>
                <a:blip r:embed="rId6"/>
                <a:stretch>
                  <a:fillRect l="-75000" t="-98684" r="-1136" b="-152632"/>
                </a:stretch>
              </a:blipFill>
            </p:spPr>
            <p:txBody>
              <a:bodyPr/>
              <a:lstStyle/>
              <a:p>
                <a:r>
                  <a:rPr lang="zh-CN" altLang="en-US">
                    <a:noFill/>
                  </a:rPr>
                  <a:t> </a:t>
                </a:r>
              </a:p>
            </p:txBody>
          </p:sp>
        </mc:Fallback>
      </mc:AlternateContent>
      <p:sp>
        <p:nvSpPr>
          <p:cNvPr id="8" name="副标题 2">
            <a:extLst>
              <a:ext uri="{FF2B5EF4-FFF2-40B4-BE49-F238E27FC236}">
                <a16:creationId xmlns:a16="http://schemas.microsoft.com/office/drawing/2014/main" id="{E86801B6-FA45-A3B5-3818-0F02660CBA46}"/>
              </a:ext>
            </a:extLst>
          </p:cNvPr>
          <p:cNvSpPr txBox="1">
            <a:spLocks/>
          </p:cNvSpPr>
          <p:nvPr/>
        </p:nvSpPr>
        <p:spPr>
          <a:xfrm>
            <a:off x="1412773" y="255377"/>
            <a:ext cx="619165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4000" b="1">
                <a:solidFill>
                  <a:srgbClr val="FF0000"/>
                </a:solidFill>
                <a:latin typeface="STXinwei" panose="02010800040101010101" pitchFamily="2" charset="-122"/>
                <a:ea typeface="STXinwei" panose="02010800040101010101" pitchFamily="2" charset="-122"/>
              </a:rPr>
              <a:t>数学期望</a:t>
            </a:r>
            <a:endParaRPr lang="zh-CN" altLang="en-US" sz="4000" b="1" dirty="0">
              <a:solidFill>
                <a:srgbClr val="FF0000"/>
              </a:solidFill>
              <a:latin typeface="STXinwei" panose="02010800040101010101" pitchFamily="2" charset="-122"/>
              <a:ea typeface="STXinwei" panose="02010800040101010101" pitchFamily="2" charset="-122"/>
            </a:endParaRPr>
          </a:p>
        </p:txBody>
      </p:sp>
      <p:cxnSp>
        <p:nvCxnSpPr>
          <p:cNvPr id="9" name="直线连接符 8">
            <a:extLst>
              <a:ext uri="{FF2B5EF4-FFF2-40B4-BE49-F238E27FC236}">
                <a16:creationId xmlns:a16="http://schemas.microsoft.com/office/drawing/2014/main" id="{125C9F9E-08F9-29DD-F5D7-15E8745F4729}"/>
              </a:ext>
            </a:extLst>
          </p:cNvPr>
          <p:cNvCxnSpPr/>
          <p:nvPr/>
        </p:nvCxnSpPr>
        <p:spPr>
          <a:xfrm>
            <a:off x="0" y="94069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96756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4E7B4B75-722E-4F07-8322-F7A3C2DEA5C2}"/>
              </a:ext>
            </a:extLst>
          </p:cNvPr>
          <p:cNvGrpSpPr/>
          <p:nvPr/>
        </p:nvGrpSpPr>
        <p:grpSpPr>
          <a:xfrm>
            <a:off x="287452" y="2653350"/>
            <a:ext cx="8569096" cy="3671843"/>
            <a:chOff x="-239301" y="-278571"/>
            <a:chExt cx="11425461" cy="4895787"/>
          </a:xfrm>
        </p:grpSpPr>
        <p:sp>
          <p:nvSpPr>
            <p:cNvPr id="4" name="副标题 2">
              <a:extLst>
                <a:ext uri="{FF2B5EF4-FFF2-40B4-BE49-F238E27FC236}">
                  <a16:creationId xmlns:a16="http://schemas.microsoft.com/office/drawing/2014/main" id="{DC22F3C9-816A-4BB8-B939-C1D0F209CC33}"/>
                </a:ext>
              </a:extLst>
            </p:cNvPr>
            <p:cNvSpPr txBox="1">
              <a:spLocks/>
            </p:cNvSpPr>
            <p:nvPr/>
          </p:nvSpPr>
          <p:spPr>
            <a:xfrm>
              <a:off x="-239301" y="16322"/>
              <a:ext cx="10114821" cy="755838"/>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342900" algn="l">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若级数</a:t>
              </a:r>
            </a:p>
          </p:txBody>
        </p:sp>
        <mc:AlternateContent xmlns:mc="http://schemas.openxmlformats.org/markup-compatibility/2006" xmlns:a14="http://schemas.microsoft.com/office/drawing/2010/main">
          <mc:Choice Requires="a14">
            <p:sp>
              <p:nvSpPr>
                <p:cNvPr id="7" name="副标题 2">
                  <a:extLst>
                    <a:ext uri="{FF2B5EF4-FFF2-40B4-BE49-F238E27FC236}">
                      <a16:creationId xmlns:a16="http://schemas.microsoft.com/office/drawing/2014/main" id="{5C46301E-7F9D-4535-8ACD-9AF27D019954}"/>
                    </a:ext>
                  </a:extLst>
                </p:cNvPr>
                <p:cNvSpPr txBox="1">
                  <a:spLocks/>
                </p:cNvSpPr>
                <p:nvPr/>
              </p:nvSpPr>
              <p:spPr>
                <a:xfrm>
                  <a:off x="-239301" y="2083590"/>
                  <a:ext cx="11425461" cy="755838"/>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342900" algn="l">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则随机变量</a:t>
                  </a:r>
                  <a14:m>
                    <m:oMath xmlns:m="http://schemas.openxmlformats.org/officeDocument/2006/math">
                      <m:r>
                        <a:rPr lang="en-US" altLang="zh-CN" sz="220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的数学期望</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，记为</a:t>
                  </a:r>
                  <a14:m>
                    <m:oMath xmlns:m="http://schemas.openxmlformats.org/officeDocument/2006/math">
                      <m:r>
                        <a:rPr lang="en-US" altLang="zh-CN" sz="2200" i="1">
                          <a:latin typeface="Cambria Math" panose="02040503050406030204" pitchFamily="18" charset="0"/>
                        </a:rPr>
                        <m:t>𝐸</m:t>
                      </m:r>
                      <m:r>
                        <a:rPr lang="en-US" altLang="zh-CN" sz="2200" i="1">
                          <a:latin typeface="Cambria Math" panose="02040503050406030204" pitchFamily="18" charset="0"/>
                        </a:rPr>
                        <m:t>(</m:t>
                      </m:r>
                      <m:r>
                        <a:rPr lang="en-US" altLang="zh-CN" sz="2200" i="1">
                          <a:latin typeface="Cambria Math" panose="02040503050406030204" pitchFamily="18" charset="0"/>
                        </a:rPr>
                        <m:t>𝑋</m:t>
                      </m:r>
                      <m:r>
                        <a:rPr lang="en-US" altLang="zh-CN" sz="2200" i="1">
                          <a:latin typeface="Cambria Math" panose="02040503050406030204" pitchFamily="18" charset="0"/>
                        </a:rPr>
                        <m:t>)</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2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7" name="副标题 2">
                  <a:extLst>
                    <a:ext uri="{FF2B5EF4-FFF2-40B4-BE49-F238E27FC236}">
                      <a16:creationId xmlns:a16="http://schemas.microsoft.com/office/drawing/2014/main" id="{5C46301E-7F9D-4535-8ACD-9AF27D019954}"/>
                    </a:ext>
                  </a:extLst>
                </p:cNvPr>
                <p:cNvSpPr txBox="1">
                  <a:spLocks noRot="1" noChangeAspect="1" noMove="1" noResize="1" noEditPoints="1" noAdjustHandles="1" noChangeArrowheads="1" noChangeShapeType="1" noTextEdit="1"/>
                </p:cNvSpPr>
                <p:nvPr/>
              </p:nvSpPr>
              <p:spPr>
                <a:xfrm>
                  <a:off x="-239301" y="2083590"/>
                  <a:ext cx="11425461" cy="755838"/>
                </a:xfrm>
                <a:prstGeom prst="rect">
                  <a:avLst/>
                </a:prstGeom>
                <a:blipFill>
                  <a:blip r:embed="rId4"/>
                  <a:stretch>
                    <a:fillRect b="-130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AE2B94EB-C6B5-4AE6-BF22-C2135E302E03}"/>
                    </a:ext>
                  </a:extLst>
                </p:cNvPr>
                <p:cNvSpPr/>
                <p:nvPr/>
              </p:nvSpPr>
              <p:spPr>
                <a:xfrm>
                  <a:off x="1583296" y="-278571"/>
                  <a:ext cx="1760481" cy="135148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limLoc m:val="undOvr"/>
                            <m:grow m:val="on"/>
                            <m:ctrlPr>
                              <a:rPr lang="zh-CN" altLang="en-US" sz="2200" i="1">
                                <a:latin typeface="Cambria Math" panose="02040503050406030204" pitchFamily="18" charset="0"/>
                              </a:rPr>
                            </m:ctrlPr>
                          </m:naryPr>
                          <m:sub>
                            <m:r>
                              <m:rPr>
                                <m:sty m:val="p"/>
                                <m:brk/>
                                <m:aln/>
                              </m:rPr>
                              <a:rPr lang="en-US" altLang="zh-CN" sz="2200">
                                <a:latin typeface="Cambria Math" panose="02040503050406030204" pitchFamily="18" charset="0"/>
                              </a:rPr>
                              <m:t>k</m:t>
                            </m:r>
                            <m:r>
                              <a:rPr lang="zh-CN" altLang="en-US" sz="2200">
                                <a:latin typeface="Cambria Math" panose="02040503050406030204" pitchFamily="18" charset="0"/>
                              </a:rPr>
                              <m:t>=1</m:t>
                            </m:r>
                          </m:sub>
                          <m:sup>
                            <m:r>
                              <a:rPr lang="zh-CN" altLang="en-US" sz="2200">
                                <a:latin typeface="Cambria Math" panose="02040503050406030204" pitchFamily="18" charset="0"/>
                              </a:rPr>
                              <m:t>∞</m:t>
                            </m:r>
                          </m:sup>
                          <m:e>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𝑥</m:t>
                                </m:r>
                              </m:e>
                              <m:sub>
                                <m:r>
                                  <a:rPr lang="zh-CN" altLang="en-US" sz="2200" i="1">
                                    <a:latin typeface="Cambria Math" panose="02040503050406030204" pitchFamily="18" charset="0"/>
                                  </a:rPr>
                                  <m:t>𝑘</m:t>
                                </m:r>
                              </m:sub>
                            </m:sSub>
                          </m:e>
                        </m:nary>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𝑝</m:t>
                            </m:r>
                          </m:e>
                          <m:sub>
                            <m:r>
                              <a:rPr lang="zh-CN" altLang="en-US" sz="2200" i="1">
                                <a:latin typeface="Cambria Math" panose="02040503050406030204" pitchFamily="18" charset="0"/>
                              </a:rPr>
                              <m:t>𝑘</m:t>
                            </m:r>
                          </m:sub>
                        </m:sSub>
                      </m:oMath>
                    </m:oMathPara>
                  </a14:m>
                  <a:endParaRPr lang="zh-CN" altLang="en-US" sz="2200" dirty="0">
                    <a:latin typeface="Times New Roman" panose="02020603050405020304" pitchFamily="18" charset="0"/>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AE2B94EB-C6B5-4AE6-BF22-C2135E302E03}"/>
                    </a:ext>
                  </a:extLst>
                </p:cNvPr>
                <p:cNvSpPr>
                  <a:spLocks noRot="1" noChangeAspect="1" noMove="1" noResize="1" noEditPoints="1" noAdjustHandles="1" noChangeArrowheads="1" noChangeShapeType="1" noTextEdit="1"/>
                </p:cNvSpPr>
                <p:nvPr/>
              </p:nvSpPr>
              <p:spPr>
                <a:xfrm>
                  <a:off x="1583296" y="-278571"/>
                  <a:ext cx="1760481" cy="1351480"/>
                </a:xfrm>
                <a:prstGeom prst="rect">
                  <a:avLst/>
                </a:prstGeom>
                <a:blipFill>
                  <a:blip r:embed="rId5"/>
                  <a:stretch>
                    <a:fillRect l="-69524" t="-103704" b="-1604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1630126F-5361-43D9-A043-91A12CCF33C8}"/>
                    </a:ext>
                  </a:extLst>
                </p:cNvPr>
                <p:cNvSpPr/>
                <p:nvPr/>
              </p:nvSpPr>
              <p:spPr>
                <a:xfrm>
                  <a:off x="4145484" y="3263342"/>
                  <a:ext cx="3068020" cy="135387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200" i="1" smtClean="0">
                            <a:solidFill>
                              <a:srgbClr val="FF0000"/>
                            </a:solidFill>
                            <a:latin typeface="Cambria Math" panose="02040503050406030204" pitchFamily="18" charset="0"/>
                          </a:rPr>
                          <m:t>𝐸</m:t>
                        </m:r>
                        <m:d>
                          <m:dPr>
                            <m:ctrlPr>
                              <a:rPr lang="zh-CN" altLang="en-US" sz="2200" i="1">
                                <a:solidFill>
                                  <a:srgbClr val="FF0000"/>
                                </a:solidFill>
                                <a:latin typeface="Cambria Math" panose="02040503050406030204" pitchFamily="18" charset="0"/>
                              </a:rPr>
                            </m:ctrlPr>
                          </m:dPr>
                          <m:e>
                            <m:r>
                              <a:rPr lang="zh-CN" altLang="en-US" sz="2200" i="1">
                                <a:solidFill>
                                  <a:srgbClr val="FF0000"/>
                                </a:solidFill>
                                <a:latin typeface="Cambria Math" panose="02040503050406030204" pitchFamily="18" charset="0"/>
                              </a:rPr>
                              <m:t>𝑋</m:t>
                            </m:r>
                          </m:e>
                        </m:d>
                        <m:r>
                          <a:rPr lang="zh-CN" altLang="en-US" sz="2200">
                            <a:solidFill>
                              <a:srgbClr val="FF0000"/>
                            </a:solidFill>
                            <a:latin typeface="Cambria Math" panose="02040503050406030204" pitchFamily="18" charset="0"/>
                          </a:rPr>
                          <m:t>=</m:t>
                        </m:r>
                        <m:nary>
                          <m:naryPr>
                            <m:chr m:val="∑"/>
                            <m:limLoc m:val="undOvr"/>
                            <m:grow m:val="on"/>
                            <m:ctrlPr>
                              <a:rPr lang="zh-CN" altLang="en-US" sz="2200" i="1">
                                <a:solidFill>
                                  <a:srgbClr val="FF0000"/>
                                </a:solidFill>
                                <a:latin typeface="Cambria Math" panose="02040503050406030204" pitchFamily="18" charset="0"/>
                              </a:rPr>
                            </m:ctrlPr>
                          </m:naryPr>
                          <m:sub>
                            <m:r>
                              <a:rPr lang="zh-CN" altLang="en-US" sz="2200" i="1">
                                <a:solidFill>
                                  <a:srgbClr val="FF0000"/>
                                </a:solidFill>
                                <a:latin typeface="Cambria Math" panose="02040503050406030204" pitchFamily="18" charset="0"/>
                              </a:rPr>
                              <m:t>𝑘</m:t>
                            </m:r>
                            <m:r>
                              <a:rPr lang="zh-CN" altLang="en-US" sz="2200">
                                <a:solidFill>
                                  <a:srgbClr val="FF0000"/>
                                </a:solidFill>
                                <a:latin typeface="Cambria Math" panose="02040503050406030204" pitchFamily="18" charset="0"/>
                              </a:rPr>
                              <m:t>=1</m:t>
                            </m:r>
                          </m:sub>
                          <m:sup>
                            <m:r>
                              <a:rPr lang="zh-CN" altLang="en-US" sz="2200">
                                <a:solidFill>
                                  <a:srgbClr val="FF0000"/>
                                </a:solidFill>
                                <a:latin typeface="Cambria Math" panose="02040503050406030204" pitchFamily="18" charset="0"/>
                              </a:rPr>
                              <m:t>∞</m:t>
                            </m:r>
                          </m:sup>
                          <m:e>
                            <m:sSub>
                              <m:sSubPr>
                                <m:ctrlPr>
                                  <a:rPr lang="zh-CN" altLang="en-US" sz="2200" i="1">
                                    <a:solidFill>
                                      <a:srgbClr val="FF0000"/>
                                    </a:solidFill>
                                    <a:latin typeface="Cambria Math" panose="02040503050406030204" pitchFamily="18" charset="0"/>
                                  </a:rPr>
                                </m:ctrlPr>
                              </m:sSubPr>
                              <m:e>
                                <m:r>
                                  <a:rPr lang="zh-CN" altLang="en-US" sz="2200" i="1">
                                    <a:solidFill>
                                      <a:srgbClr val="FF0000"/>
                                    </a:solidFill>
                                    <a:latin typeface="Cambria Math" panose="02040503050406030204" pitchFamily="18" charset="0"/>
                                  </a:rPr>
                                  <m:t>𝑥</m:t>
                                </m:r>
                              </m:e>
                              <m:sub>
                                <m:r>
                                  <a:rPr lang="zh-CN" altLang="en-US" sz="2200" i="1">
                                    <a:solidFill>
                                      <a:srgbClr val="FF0000"/>
                                    </a:solidFill>
                                    <a:latin typeface="Cambria Math" panose="02040503050406030204" pitchFamily="18" charset="0"/>
                                  </a:rPr>
                                  <m:t>𝑘</m:t>
                                </m:r>
                              </m:sub>
                            </m:sSub>
                          </m:e>
                        </m:nary>
                        <m:sSub>
                          <m:sSubPr>
                            <m:ctrlPr>
                              <a:rPr lang="zh-CN" altLang="en-US" sz="2200" i="1">
                                <a:solidFill>
                                  <a:srgbClr val="FF0000"/>
                                </a:solidFill>
                                <a:latin typeface="Cambria Math" panose="02040503050406030204" pitchFamily="18" charset="0"/>
                              </a:rPr>
                            </m:ctrlPr>
                          </m:sSubPr>
                          <m:e>
                            <m:r>
                              <a:rPr lang="zh-CN" altLang="en-US" sz="2200" i="1">
                                <a:solidFill>
                                  <a:srgbClr val="FF0000"/>
                                </a:solidFill>
                                <a:latin typeface="Cambria Math" panose="02040503050406030204" pitchFamily="18" charset="0"/>
                              </a:rPr>
                              <m:t>𝑝</m:t>
                            </m:r>
                          </m:e>
                          <m:sub>
                            <m:r>
                              <a:rPr lang="zh-CN" altLang="en-US" sz="2200" i="1">
                                <a:solidFill>
                                  <a:srgbClr val="FF0000"/>
                                </a:solidFill>
                                <a:latin typeface="Cambria Math" panose="02040503050406030204" pitchFamily="18" charset="0"/>
                              </a:rPr>
                              <m:t>𝑘</m:t>
                            </m:r>
                          </m:sub>
                        </m:sSub>
                      </m:oMath>
                    </m:oMathPara>
                  </a14:m>
                  <a:endParaRPr lang="zh-CN" altLang="en-US" sz="2200" dirty="0">
                    <a:solidFill>
                      <a:srgbClr val="FF0000"/>
                    </a:solidFill>
                  </a:endParaRPr>
                </a:p>
              </p:txBody>
            </p:sp>
          </mc:Choice>
          <mc:Fallback xmlns="">
            <p:sp>
              <p:nvSpPr>
                <p:cNvPr id="12" name="矩形 11">
                  <a:extLst>
                    <a:ext uri="{FF2B5EF4-FFF2-40B4-BE49-F238E27FC236}">
                      <a16:creationId xmlns:a16="http://schemas.microsoft.com/office/drawing/2014/main" id="{1630126F-5361-43D9-A043-91A12CCF33C8}"/>
                    </a:ext>
                  </a:extLst>
                </p:cNvPr>
                <p:cNvSpPr>
                  <a:spLocks noRot="1" noChangeAspect="1" noMove="1" noResize="1" noEditPoints="1" noAdjustHandles="1" noChangeArrowheads="1" noChangeShapeType="1" noTextEdit="1"/>
                </p:cNvSpPr>
                <p:nvPr/>
              </p:nvSpPr>
              <p:spPr>
                <a:xfrm>
                  <a:off x="4145484" y="3263342"/>
                  <a:ext cx="3068020" cy="1353874"/>
                </a:xfrm>
                <a:prstGeom prst="rect">
                  <a:avLst/>
                </a:prstGeom>
                <a:blipFill>
                  <a:blip r:embed="rId6"/>
                  <a:stretch>
                    <a:fillRect t="-104938" b="-159259"/>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0" name="副标题 2">
                <a:extLst>
                  <a:ext uri="{FF2B5EF4-FFF2-40B4-BE49-F238E27FC236}">
                    <a16:creationId xmlns:a16="http://schemas.microsoft.com/office/drawing/2014/main" id="{E944E091-E573-69D1-733F-8370712A7F87}"/>
                  </a:ext>
                </a:extLst>
              </p:cNvPr>
              <p:cNvSpPr txBox="1">
                <a:spLocks/>
              </p:cNvSpPr>
              <p:nvPr/>
            </p:nvSpPr>
            <p:spPr>
              <a:xfrm>
                <a:off x="209144" y="1336751"/>
                <a:ext cx="8725712" cy="1827666"/>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342900" algn="l">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定义    设离散型随机变量</a:t>
                </a:r>
                <a14:m>
                  <m:oMath xmlns:m="http://schemas.openxmlformats.org/officeDocument/2006/math">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的分布律为</a:t>
                </a:r>
              </a:p>
              <a:p>
                <a:pPr indent="342900">
                  <a:lnSpc>
                    <a:spcPct val="150000"/>
                  </a:lnSpc>
                </a:pPr>
                <a14:m>
                  <m:oMath xmlns:m="http://schemas.openxmlformats.org/officeDocument/2006/math">
                    <m:r>
                      <a:rPr lang="en-US" altLang="zh-CN" sz="2200" i="1">
                        <a:latin typeface="Cambria Math" panose="02040503050406030204" pitchFamily="18" charset="0"/>
                      </a:rPr>
                      <m:t>𝑃</m:t>
                    </m:r>
                    <m:r>
                      <a:rPr lang="en-US" altLang="zh-CN" sz="2200" i="1">
                        <a:latin typeface="Cambria Math" panose="02040503050406030204" pitchFamily="18" charset="0"/>
                      </a:rPr>
                      <m:t>{</m:t>
                    </m:r>
                    <m:r>
                      <a:rPr lang="en-US" altLang="zh-CN" sz="2200" i="1">
                        <a:latin typeface="Cambria Math" panose="02040503050406030204" pitchFamily="18" charset="0"/>
                      </a:rPr>
                      <m:t>𝑋</m:t>
                    </m:r>
                    <m:r>
                      <a:rPr lang="en-US" altLang="zh-CN" sz="2200" i="1">
                        <a:latin typeface="Cambria Math" panose="02040503050406030204" pitchFamily="18" charset="0"/>
                      </a:rPr>
                      <m:t>=</m:t>
                    </m:r>
                    <m:r>
                      <a:rPr lang="en-US" altLang="zh-CN" sz="2200" i="1">
                        <a:latin typeface="Cambria Math" panose="02040503050406030204" pitchFamily="18" charset="0"/>
                      </a:rPr>
                      <m:t>𝑘</m:t>
                    </m:r>
                    <m:r>
                      <a:rPr lang="en-US" altLang="zh-CN" sz="2200" i="1">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𝑝</m:t>
                        </m:r>
                      </m:e>
                      <m:sub>
                        <m:r>
                          <a:rPr lang="en-US" altLang="zh-CN" sz="2200" i="1">
                            <a:latin typeface="Cambria Math" panose="02040503050406030204" pitchFamily="18" charset="0"/>
                          </a:rPr>
                          <m:t>𝑘</m:t>
                        </m:r>
                      </m:sub>
                    </m:sSub>
                    <m:r>
                      <a:rPr lang="zh-CN" altLang="en-US" sz="2200" i="1">
                        <a:latin typeface="Cambria Math" panose="02040503050406030204" pitchFamily="18" charset="0"/>
                      </a:rPr>
                      <m:t>，</m:t>
                    </m:r>
                    <m:r>
                      <a:rPr lang="en-US" altLang="zh-CN" sz="2200" i="1">
                        <a:latin typeface="Cambria Math" panose="02040503050406030204" pitchFamily="18" charset="0"/>
                      </a:rPr>
                      <m:t>𝑘</m:t>
                    </m:r>
                    <m:r>
                      <a:rPr lang="en-US" altLang="zh-CN" sz="2200" i="1">
                        <a:latin typeface="Cambria Math" panose="02040503050406030204" pitchFamily="18" charset="0"/>
                      </a:rPr>
                      <m:t>=1,2,</m:t>
                    </m:r>
                  </m:oMath>
                </a14:m>
                <a:r>
                  <a:rPr lang="en-US" altLang="zh-CN" sz="2200" dirty="0"/>
                  <a:t>…</a:t>
                </a:r>
                <a:endParaRPr lang="en-US" altLang="zh-CN" sz="2200" dirty="0">
                  <a:latin typeface="微软雅黑" panose="020B0503020204020204" pitchFamily="34" charset="-122"/>
                  <a:ea typeface="微软雅黑" panose="020B0503020204020204" pitchFamily="34" charset="-122"/>
                </a:endParaRPr>
              </a:p>
              <a:p>
                <a:pPr indent="342900" algn="l">
                  <a:lnSpc>
                    <a:spcPct val="150000"/>
                  </a:lnSpc>
                </a:pPr>
                <a:endParaRPr lang="zh-CN" altLang="en-US" sz="2200" dirty="0">
                  <a:latin typeface="微软雅黑" panose="020B0503020204020204" pitchFamily="34" charset="-122"/>
                  <a:ea typeface="微软雅黑" panose="020B0503020204020204" pitchFamily="34" charset="-122"/>
                </a:endParaRPr>
              </a:p>
            </p:txBody>
          </p:sp>
        </mc:Choice>
        <mc:Fallback xmlns="">
          <p:sp>
            <p:nvSpPr>
              <p:cNvPr id="20" name="副标题 2">
                <a:extLst>
                  <a:ext uri="{FF2B5EF4-FFF2-40B4-BE49-F238E27FC236}">
                    <a16:creationId xmlns:a16="http://schemas.microsoft.com/office/drawing/2014/main" id="{E944E091-E573-69D1-733F-8370712A7F87}"/>
                  </a:ext>
                </a:extLst>
              </p:cNvPr>
              <p:cNvSpPr txBox="1">
                <a:spLocks noRot="1" noChangeAspect="1" noMove="1" noResize="1" noEditPoints="1" noAdjustHandles="1" noChangeArrowheads="1" noChangeShapeType="1" noTextEdit="1"/>
              </p:cNvSpPr>
              <p:nvPr/>
            </p:nvSpPr>
            <p:spPr>
              <a:xfrm>
                <a:off x="209144" y="1336751"/>
                <a:ext cx="8725712" cy="1827666"/>
              </a:xfrm>
              <a:prstGeom prst="rect">
                <a:avLst/>
              </a:prstGeom>
              <a:blipFill>
                <a:blip r:embed="rId7"/>
                <a:stretch>
                  <a:fillRect/>
                </a:stretch>
              </a:blipFill>
            </p:spPr>
            <p:txBody>
              <a:bodyPr/>
              <a:lstStyle/>
              <a:p>
                <a:r>
                  <a:rPr lang="zh-CN" altLang="en-US">
                    <a:noFill/>
                  </a:rPr>
                  <a:t> </a:t>
                </a:r>
              </a:p>
            </p:txBody>
          </p:sp>
        </mc:Fallback>
      </mc:AlternateContent>
      <p:graphicFrame>
        <p:nvGraphicFramePr>
          <p:cNvPr id="21" name="Object 6">
            <a:extLst>
              <a:ext uri="{FF2B5EF4-FFF2-40B4-BE49-F238E27FC236}">
                <a16:creationId xmlns:a16="http://schemas.microsoft.com/office/drawing/2014/main" id="{16586C17-1A8C-9C4B-0CA7-A8D13C9467E8}"/>
              </a:ext>
            </a:extLst>
          </p:cNvPr>
          <p:cNvGraphicFramePr>
            <a:graphicFrameLocks noChangeAspect="1"/>
          </p:cNvGraphicFramePr>
          <p:nvPr>
            <p:extLst>
              <p:ext uri="{D42A27DB-BD31-4B8C-83A1-F6EECF244321}">
                <p14:modId xmlns:p14="http://schemas.microsoft.com/office/powerpoint/2010/main" val="3407557634"/>
              </p:ext>
            </p:extLst>
          </p:nvPr>
        </p:nvGraphicFramePr>
        <p:xfrm>
          <a:off x="4351555" y="2720747"/>
          <a:ext cx="1718693" cy="795142"/>
        </p:xfrm>
        <a:graphic>
          <a:graphicData uri="http://schemas.openxmlformats.org/presentationml/2006/ole">
            <mc:AlternateContent xmlns:mc="http://schemas.openxmlformats.org/markup-compatibility/2006">
              <mc:Choice xmlns:v="urn:schemas-microsoft-com:vml" Requires="v">
                <p:oleObj spid="_x0000_s2051" name="公式" r:id="rId8" imgW="20193000" imgH="9944100" progId="Equation.3">
                  <p:embed/>
                </p:oleObj>
              </mc:Choice>
              <mc:Fallback>
                <p:oleObj name="公式" r:id="rId8" imgW="20193000" imgH="9944100" progId="Equation.3">
                  <p:embed/>
                  <p:pic>
                    <p:nvPicPr>
                      <p:cNvPr id="21" name="Object 6">
                        <a:extLst>
                          <a:ext uri="{FF2B5EF4-FFF2-40B4-BE49-F238E27FC236}">
                            <a16:creationId xmlns:a16="http://schemas.microsoft.com/office/drawing/2014/main" id="{16586C17-1A8C-9C4B-0CA7-A8D13C9467E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51555" y="2720747"/>
                        <a:ext cx="1718693" cy="795142"/>
                      </a:xfrm>
                      <a:prstGeom prst="rect">
                        <a:avLst/>
                      </a:prstGeom>
                      <a:noFill/>
                      <a:ln>
                        <a:noFill/>
                      </a:ln>
                      <a:effectLst/>
                    </p:spPr>
                  </p:pic>
                </p:oleObj>
              </mc:Fallback>
            </mc:AlternateContent>
          </a:graphicData>
        </a:graphic>
      </p:graphicFrame>
      <p:sp>
        <p:nvSpPr>
          <p:cNvPr id="22" name="文本框 21">
            <a:extLst>
              <a:ext uri="{FF2B5EF4-FFF2-40B4-BE49-F238E27FC236}">
                <a16:creationId xmlns:a16="http://schemas.microsoft.com/office/drawing/2014/main" id="{925C3F2F-60F0-1B94-8CB9-F84E473FDDB9}"/>
              </a:ext>
            </a:extLst>
          </p:cNvPr>
          <p:cNvSpPr txBox="1"/>
          <p:nvPr/>
        </p:nvSpPr>
        <p:spPr>
          <a:xfrm>
            <a:off x="2924902" y="2987329"/>
            <a:ext cx="4572000" cy="430887"/>
          </a:xfrm>
          <a:prstGeom prst="rect">
            <a:avLst/>
          </a:prstGeom>
          <a:noFill/>
        </p:spPr>
        <p:txBody>
          <a:bodyPr wrap="square">
            <a:spAutoFit/>
          </a:bodyPr>
          <a:lstStyle/>
          <a:p>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绝对收敛</a:t>
            </a:r>
            <a:endParaRPr lang="zh-CN" altLang="en-US" sz="2200" dirty="0"/>
          </a:p>
        </p:txBody>
      </p:sp>
      <p:sp>
        <p:nvSpPr>
          <p:cNvPr id="2" name="副标题 2">
            <a:extLst>
              <a:ext uri="{FF2B5EF4-FFF2-40B4-BE49-F238E27FC236}">
                <a16:creationId xmlns:a16="http://schemas.microsoft.com/office/drawing/2014/main" id="{0E35E9E1-91B0-C94F-3E22-518176C3AD80}"/>
              </a:ext>
            </a:extLst>
          </p:cNvPr>
          <p:cNvSpPr txBox="1">
            <a:spLocks/>
          </p:cNvSpPr>
          <p:nvPr/>
        </p:nvSpPr>
        <p:spPr>
          <a:xfrm>
            <a:off x="1341603" y="25537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4000" b="1" dirty="0">
                <a:solidFill>
                  <a:srgbClr val="FF0000"/>
                </a:solidFill>
                <a:latin typeface="STXinwei" panose="02010800040101010101" pitchFamily="2" charset="-122"/>
                <a:ea typeface="STXinwei" panose="02010800040101010101" pitchFamily="2" charset="-122"/>
              </a:rPr>
              <a:t>离散型随机变量的数学期望</a:t>
            </a:r>
          </a:p>
        </p:txBody>
      </p:sp>
      <p:cxnSp>
        <p:nvCxnSpPr>
          <p:cNvPr id="3" name="直线连接符 2">
            <a:extLst>
              <a:ext uri="{FF2B5EF4-FFF2-40B4-BE49-F238E27FC236}">
                <a16:creationId xmlns:a16="http://schemas.microsoft.com/office/drawing/2014/main" id="{F244F947-A122-5A4F-5BC8-CE10BE4C35FC}"/>
              </a:ext>
            </a:extLst>
          </p:cNvPr>
          <p:cNvCxnSpPr/>
          <p:nvPr/>
        </p:nvCxnSpPr>
        <p:spPr>
          <a:xfrm>
            <a:off x="0" y="94069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AD57F6D-3BD4-D7EA-2E85-F0B3A2F23B7A}"/>
                  </a:ext>
                </a:extLst>
              </p:cNvPr>
              <p:cNvSpPr txBox="1"/>
              <p:nvPr/>
            </p:nvSpPr>
            <p:spPr>
              <a:xfrm>
                <a:off x="5877056" y="4560513"/>
                <a:ext cx="265734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000" b="0" i="1" u="none" strike="noStrike" dirty="0" smtClean="0">
                          <a:solidFill>
                            <a:srgbClr val="FF0000"/>
                          </a:solidFill>
                          <a:effectLst/>
                          <a:latin typeface="Cambria Math" panose="02040503050406030204" pitchFamily="18" charset="0"/>
                        </a:rPr>
                        <m:t>𝐸</m:t>
                      </m:r>
                      <m:r>
                        <a:rPr lang="en-US" altLang="zh-CN" sz="2000" b="0" i="1" u="none" strike="noStrike" dirty="0" smtClean="0">
                          <a:solidFill>
                            <a:srgbClr val="202124"/>
                          </a:solidFill>
                          <a:effectLst/>
                          <a:latin typeface="Cambria Math" panose="02040503050406030204" pitchFamily="18" charset="0"/>
                        </a:rPr>
                        <m:t>𝑥𝑝𝑒𝑐𝑡𝑎𝑡𝑖𝑜𝑛</m:t>
                      </m:r>
                    </m:oMath>
                  </m:oMathPara>
                </a14:m>
                <a:endParaRPr lang="zh-CN" altLang="en-US" sz="2000" i="1" dirty="0"/>
              </a:p>
            </p:txBody>
          </p:sp>
        </mc:Choice>
        <mc:Fallback xmlns="">
          <p:sp>
            <p:nvSpPr>
              <p:cNvPr id="6" name="文本框 5">
                <a:extLst>
                  <a:ext uri="{FF2B5EF4-FFF2-40B4-BE49-F238E27FC236}">
                    <a16:creationId xmlns:a16="http://schemas.microsoft.com/office/drawing/2014/main" id="{4AD57F6D-3BD4-D7EA-2E85-F0B3A2F23B7A}"/>
                  </a:ext>
                </a:extLst>
              </p:cNvPr>
              <p:cNvSpPr txBox="1">
                <a:spLocks noRot="1" noChangeAspect="1" noMove="1" noResize="1" noEditPoints="1" noAdjustHandles="1" noChangeArrowheads="1" noChangeShapeType="1" noTextEdit="1"/>
              </p:cNvSpPr>
              <p:nvPr/>
            </p:nvSpPr>
            <p:spPr>
              <a:xfrm>
                <a:off x="5877056" y="4560513"/>
                <a:ext cx="2657344" cy="400110"/>
              </a:xfrm>
              <a:prstGeom prst="rect">
                <a:avLst/>
              </a:prstGeom>
              <a:blipFill>
                <a:blip r:embed="rId10"/>
                <a:stretch>
                  <a:fillRect b="-125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04693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4E7B4B75-722E-4F07-8322-F7A3C2DEA5C2}"/>
              </a:ext>
            </a:extLst>
          </p:cNvPr>
          <p:cNvGrpSpPr/>
          <p:nvPr/>
        </p:nvGrpSpPr>
        <p:grpSpPr>
          <a:xfrm>
            <a:off x="281940" y="2168380"/>
            <a:ext cx="8580119" cy="3265614"/>
            <a:chOff x="-254000" y="3253479"/>
            <a:chExt cx="11440159" cy="4354149"/>
          </a:xfrm>
        </p:grpSpPr>
        <mc:AlternateContent xmlns:mc="http://schemas.openxmlformats.org/markup-compatibility/2006" xmlns:a14="http://schemas.microsoft.com/office/drawing/2010/main">
          <mc:Choice Requires="a14">
            <p:sp>
              <p:nvSpPr>
                <p:cNvPr id="13" name="副标题 2">
                  <a:extLst>
                    <a:ext uri="{FF2B5EF4-FFF2-40B4-BE49-F238E27FC236}">
                      <a16:creationId xmlns:a16="http://schemas.microsoft.com/office/drawing/2014/main" id="{52EDE416-9B0F-4904-948D-CFDBE023FF06}"/>
                    </a:ext>
                  </a:extLst>
                </p:cNvPr>
                <p:cNvSpPr txBox="1">
                  <a:spLocks/>
                </p:cNvSpPr>
                <p:nvPr/>
              </p:nvSpPr>
              <p:spPr>
                <a:xfrm>
                  <a:off x="-254000" y="3253479"/>
                  <a:ext cx="11425461" cy="755839"/>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342900" algn="l">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设连续型随机变量</a:t>
                  </a:r>
                  <a14:m>
                    <m:oMath xmlns:m="http://schemas.openxmlformats.org/officeDocument/2006/math">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的概率密度为</a:t>
                  </a:r>
                  <a14:m>
                    <m:oMath xmlns:m="http://schemas.openxmlformats.org/officeDocument/2006/math">
                      <m:r>
                        <a:rPr lang="en-US" altLang="zh-CN" sz="2200" i="1">
                          <a:latin typeface="Cambria Math" panose="02040503050406030204" pitchFamily="18" charset="0"/>
                        </a:rPr>
                        <m:t>𝑓</m:t>
                      </m:r>
                      <m:r>
                        <a:rPr lang="en-US" altLang="zh-CN" sz="2200" i="1">
                          <a:latin typeface="Cambria Math" panose="02040503050406030204" pitchFamily="18" charset="0"/>
                        </a:rPr>
                        <m:t>(</m:t>
                      </m:r>
                      <m:r>
                        <a:rPr lang="en-US" altLang="zh-CN" sz="2200" i="1">
                          <a:latin typeface="Cambria Math" panose="02040503050406030204" pitchFamily="18" charset="0"/>
                        </a:rPr>
                        <m:t>𝑥</m:t>
                      </m:r>
                      <m:r>
                        <a:rPr lang="en-US" altLang="zh-CN" sz="2200" i="1">
                          <a:latin typeface="Cambria Math" panose="02040503050406030204" pitchFamily="18" charset="0"/>
                        </a:rPr>
                        <m:t>)</m:t>
                      </m:r>
                    </m:oMath>
                  </a14:m>
                  <a:r>
                    <a:rPr lang="zh-CN" altLang="en-US" sz="2200" dirty="0"/>
                    <a:t>，</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若积分</a:t>
                  </a:r>
                </a:p>
              </p:txBody>
            </p:sp>
          </mc:Choice>
          <mc:Fallback xmlns="">
            <p:sp>
              <p:nvSpPr>
                <p:cNvPr id="13" name="副标题 2">
                  <a:extLst>
                    <a:ext uri="{FF2B5EF4-FFF2-40B4-BE49-F238E27FC236}">
                      <a16:creationId xmlns:a16="http://schemas.microsoft.com/office/drawing/2014/main" id="{52EDE416-9B0F-4904-948D-CFDBE023FF06}"/>
                    </a:ext>
                  </a:extLst>
                </p:cNvPr>
                <p:cNvSpPr txBox="1">
                  <a:spLocks noRot="1" noChangeAspect="1" noMove="1" noResize="1" noEditPoints="1" noAdjustHandles="1" noChangeArrowheads="1" noChangeShapeType="1" noTextEdit="1"/>
                </p:cNvSpPr>
                <p:nvPr/>
              </p:nvSpPr>
              <p:spPr>
                <a:xfrm>
                  <a:off x="-254000" y="3253479"/>
                  <a:ext cx="11425461" cy="755839"/>
                </a:xfrm>
                <a:prstGeom prst="rect">
                  <a:avLst/>
                </a:prstGeom>
                <a:blipFill>
                  <a:blip r:embed="rId2"/>
                  <a:stretch>
                    <a:fillRect b="-152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C6B2C2D1-6E82-4B98-97EE-358854F2A1F2}"/>
                    </a:ext>
                  </a:extLst>
                </p:cNvPr>
                <p:cNvSpPr/>
                <p:nvPr/>
              </p:nvSpPr>
              <p:spPr>
                <a:xfrm>
                  <a:off x="4074223" y="3952194"/>
                  <a:ext cx="2397665" cy="10971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m:t>
                            </m:r>
                          </m:sub>
                          <m:sup>
                            <m:r>
                              <a:rPr lang="zh-CN" altLang="en-US" sz="2200">
                                <a:latin typeface="Cambria Math" panose="02040503050406030204" pitchFamily="18" charset="0"/>
                              </a:rPr>
                              <m:t>∞</m:t>
                            </m:r>
                          </m:sup>
                          <m:e>
                            <m:r>
                              <a:rPr lang="zh-CN" altLang="en-US" sz="2200" i="1">
                                <a:latin typeface="Cambria Math" panose="02040503050406030204" pitchFamily="18" charset="0"/>
                              </a:rPr>
                              <m:t>𝑥</m:t>
                            </m:r>
                          </m:e>
                        </m:nary>
                        <m:r>
                          <a:rPr lang="zh-CN" altLang="en-US" sz="2200" i="1">
                            <a:latin typeface="Cambria Math" panose="02040503050406030204" pitchFamily="18" charset="0"/>
                          </a:rPr>
                          <m:t>𝑓</m:t>
                        </m:r>
                        <m:d>
                          <m:dPr>
                            <m:ctrlPr>
                              <a:rPr lang="zh-CN" altLang="en-US" sz="2200" i="1">
                                <a:latin typeface="Cambria Math" panose="02040503050406030204" pitchFamily="18" charset="0"/>
                              </a:rPr>
                            </m:ctrlPr>
                          </m:dPr>
                          <m:e>
                            <m:r>
                              <a:rPr lang="zh-CN" altLang="en-US" sz="2200" i="1">
                                <a:latin typeface="Cambria Math" panose="02040503050406030204" pitchFamily="18" charset="0"/>
                              </a:rPr>
                              <m:t>𝑥</m:t>
                            </m:r>
                          </m:e>
                        </m:d>
                        <m:r>
                          <a:rPr lang="zh-CN" altLang="en-US" sz="2200" i="1">
                            <a:latin typeface="Cambria Math" panose="02040503050406030204" pitchFamily="18" charset="0"/>
                          </a:rPr>
                          <m:t>𝑑𝑥</m:t>
                        </m:r>
                      </m:oMath>
                    </m:oMathPara>
                  </a14:m>
                  <a:endParaRPr lang="zh-CN" altLang="en-US" sz="2200" dirty="0"/>
                </a:p>
              </p:txBody>
            </p:sp>
          </mc:Choice>
          <mc:Fallback xmlns="">
            <p:sp>
              <p:nvSpPr>
                <p:cNvPr id="14" name="矩形 13">
                  <a:extLst>
                    <a:ext uri="{FF2B5EF4-FFF2-40B4-BE49-F238E27FC236}">
                      <a16:creationId xmlns:a16="http://schemas.microsoft.com/office/drawing/2014/main" id="{C6B2C2D1-6E82-4B98-97EE-358854F2A1F2}"/>
                    </a:ext>
                  </a:extLst>
                </p:cNvPr>
                <p:cNvSpPr>
                  <a:spLocks noRot="1" noChangeAspect="1" noMove="1" noResize="1" noEditPoints="1" noAdjustHandles="1" noChangeArrowheads="1" noChangeShapeType="1" noTextEdit="1"/>
                </p:cNvSpPr>
                <p:nvPr/>
              </p:nvSpPr>
              <p:spPr>
                <a:xfrm>
                  <a:off x="4074223" y="3952194"/>
                  <a:ext cx="2397665" cy="1097138"/>
                </a:xfrm>
                <a:prstGeom prst="rect">
                  <a:avLst/>
                </a:prstGeom>
                <a:blipFill>
                  <a:blip r:embed="rId3"/>
                  <a:stretch>
                    <a:fillRect l="-58741" t="-166154" b="-24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副标题 2">
                  <a:extLst>
                    <a:ext uri="{FF2B5EF4-FFF2-40B4-BE49-F238E27FC236}">
                      <a16:creationId xmlns:a16="http://schemas.microsoft.com/office/drawing/2014/main" id="{2747D8AD-28BA-47EF-8943-7E70E85B0E0C}"/>
                    </a:ext>
                  </a:extLst>
                </p:cNvPr>
                <p:cNvSpPr txBox="1">
                  <a:spLocks/>
                </p:cNvSpPr>
                <p:nvPr/>
              </p:nvSpPr>
              <p:spPr>
                <a:xfrm>
                  <a:off x="-239303" y="5470476"/>
                  <a:ext cx="11425462" cy="755839"/>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342900" algn="l">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绝对收敛，则称积分</a:t>
                  </a:r>
                  <a14:m>
                    <m:oMath xmlns:m="http://schemas.openxmlformats.org/officeDocument/2006/math">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m:t>
                          </m:r>
                        </m:sub>
                        <m:sup>
                          <m:r>
                            <a:rPr lang="zh-CN" altLang="en-US" sz="2200">
                              <a:latin typeface="Cambria Math" panose="02040503050406030204" pitchFamily="18" charset="0"/>
                            </a:rPr>
                            <m:t>∞</m:t>
                          </m:r>
                        </m:sup>
                        <m:e>
                          <m:r>
                            <a:rPr lang="zh-CN" altLang="en-US" sz="2200" i="1">
                              <a:latin typeface="Cambria Math" panose="02040503050406030204" pitchFamily="18" charset="0"/>
                            </a:rPr>
                            <m:t>𝑥</m:t>
                          </m:r>
                        </m:e>
                      </m:nary>
                      <m:r>
                        <a:rPr lang="zh-CN" altLang="en-US" sz="2200" i="1">
                          <a:latin typeface="Cambria Math" panose="02040503050406030204" pitchFamily="18" charset="0"/>
                        </a:rPr>
                        <m:t>𝑓</m:t>
                      </m:r>
                      <m:d>
                        <m:dPr>
                          <m:ctrlPr>
                            <a:rPr lang="zh-CN" altLang="en-US" sz="2200" i="1">
                              <a:latin typeface="Cambria Math" panose="02040503050406030204" pitchFamily="18" charset="0"/>
                            </a:rPr>
                          </m:ctrlPr>
                        </m:dPr>
                        <m:e>
                          <m:r>
                            <a:rPr lang="zh-CN" altLang="en-US" sz="2200" i="1">
                              <a:latin typeface="Cambria Math" panose="02040503050406030204" pitchFamily="18" charset="0"/>
                            </a:rPr>
                            <m:t>𝑥</m:t>
                          </m:r>
                        </m:e>
                      </m:d>
                      <m:r>
                        <a:rPr lang="zh-CN" altLang="en-US" sz="2200" i="1">
                          <a:latin typeface="Cambria Math" panose="02040503050406030204" pitchFamily="18" charset="0"/>
                        </a:rPr>
                        <m:t>𝑑𝑥</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的值为随机变量</a:t>
                  </a:r>
                  <a14:m>
                    <m:oMath xmlns:m="http://schemas.openxmlformats.org/officeDocument/2006/math">
                      <m:r>
                        <a:rPr lang="en-US" altLang="zh-CN" sz="2200" i="1" dirty="0">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的数学期望，</a:t>
                  </a:r>
                  <a:endParaRPr lang="zh-CN" altLang="en-US" sz="2200" dirty="0"/>
                </a:p>
              </p:txBody>
            </p:sp>
          </mc:Choice>
          <mc:Fallback xmlns="">
            <p:sp>
              <p:nvSpPr>
                <p:cNvPr id="15" name="副标题 2">
                  <a:extLst>
                    <a:ext uri="{FF2B5EF4-FFF2-40B4-BE49-F238E27FC236}">
                      <a16:creationId xmlns:a16="http://schemas.microsoft.com/office/drawing/2014/main" id="{2747D8AD-28BA-47EF-8943-7E70E85B0E0C}"/>
                    </a:ext>
                  </a:extLst>
                </p:cNvPr>
                <p:cNvSpPr txBox="1">
                  <a:spLocks noRot="1" noChangeAspect="1" noMove="1" noResize="1" noEditPoints="1" noAdjustHandles="1" noChangeArrowheads="1" noChangeShapeType="1" noTextEdit="1"/>
                </p:cNvSpPr>
                <p:nvPr/>
              </p:nvSpPr>
              <p:spPr>
                <a:xfrm>
                  <a:off x="-239303" y="5470476"/>
                  <a:ext cx="11425462" cy="755839"/>
                </a:xfrm>
                <a:prstGeom prst="rect">
                  <a:avLst/>
                </a:prstGeom>
                <a:blipFill>
                  <a:blip r:embed="rId4"/>
                  <a:stretch>
                    <a:fillRect t="-82609" b="-1847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DAB63DB9-6D45-4E87-BF3C-5F73CC664ED1}"/>
                    </a:ext>
                  </a:extLst>
                </p:cNvPr>
                <p:cNvSpPr/>
                <p:nvPr/>
              </p:nvSpPr>
              <p:spPr>
                <a:xfrm>
                  <a:off x="3422333" y="6510490"/>
                  <a:ext cx="3701441" cy="109713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200" i="1" smtClean="0">
                            <a:solidFill>
                              <a:srgbClr val="FF0000"/>
                            </a:solidFill>
                            <a:latin typeface="Cambria Math" panose="02040503050406030204" pitchFamily="18" charset="0"/>
                          </a:rPr>
                          <m:t>𝐸</m:t>
                        </m:r>
                        <m:d>
                          <m:dPr>
                            <m:ctrlPr>
                              <a:rPr lang="zh-CN" altLang="en-US" sz="2200" i="1">
                                <a:solidFill>
                                  <a:srgbClr val="FF0000"/>
                                </a:solidFill>
                                <a:latin typeface="Cambria Math" panose="02040503050406030204" pitchFamily="18" charset="0"/>
                              </a:rPr>
                            </m:ctrlPr>
                          </m:dPr>
                          <m:e>
                            <m:r>
                              <a:rPr lang="zh-CN" altLang="en-US" sz="2200" i="1">
                                <a:solidFill>
                                  <a:srgbClr val="FF0000"/>
                                </a:solidFill>
                                <a:latin typeface="Cambria Math" panose="02040503050406030204" pitchFamily="18" charset="0"/>
                              </a:rPr>
                              <m:t>𝑋</m:t>
                            </m:r>
                          </m:e>
                        </m:d>
                        <m:r>
                          <a:rPr lang="zh-CN" altLang="en-US" sz="2200">
                            <a:solidFill>
                              <a:srgbClr val="FF0000"/>
                            </a:solidFill>
                            <a:latin typeface="Cambria Math" panose="02040503050406030204" pitchFamily="18" charset="0"/>
                          </a:rPr>
                          <m:t>=</m:t>
                        </m:r>
                        <m:nary>
                          <m:naryPr>
                            <m:limLoc m:val="subSup"/>
                            <m:grow m:val="on"/>
                            <m:ctrlPr>
                              <a:rPr lang="zh-CN" altLang="en-US" sz="2200" i="1">
                                <a:solidFill>
                                  <a:srgbClr val="FF0000"/>
                                </a:solidFill>
                                <a:latin typeface="Cambria Math" panose="02040503050406030204" pitchFamily="18" charset="0"/>
                              </a:rPr>
                            </m:ctrlPr>
                          </m:naryPr>
                          <m:sub>
                            <m:r>
                              <a:rPr lang="zh-CN" altLang="en-US" sz="2200">
                                <a:solidFill>
                                  <a:srgbClr val="FF0000"/>
                                </a:solidFill>
                                <a:latin typeface="Cambria Math" panose="02040503050406030204" pitchFamily="18" charset="0"/>
                              </a:rPr>
                              <m:t>−∞</m:t>
                            </m:r>
                          </m:sub>
                          <m:sup>
                            <m:r>
                              <a:rPr lang="zh-CN" altLang="en-US" sz="2200">
                                <a:solidFill>
                                  <a:srgbClr val="FF0000"/>
                                </a:solidFill>
                                <a:latin typeface="Cambria Math" panose="02040503050406030204" pitchFamily="18" charset="0"/>
                              </a:rPr>
                              <m:t>∞</m:t>
                            </m:r>
                          </m:sup>
                          <m:e>
                            <m:r>
                              <a:rPr lang="zh-CN" altLang="en-US" sz="2200" i="1">
                                <a:solidFill>
                                  <a:srgbClr val="FF0000"/>
                                </a:solidFill>
                                <a:latin typeface="Cambria Math" panose="02040503050406030204" pitchFamily="18" charset="0"/>
                              </a:rPr>
                              <m:t>𝑥</m:t>
                            </m:r>
                          </m:e>
                        </m:nary>
                        <m:r>
                          <a:rPr lang="zh-CN" altLang="en-US" sz="2200" i="1">
                            <a:solidFill>
                              <a:srgbClr val="FF0000"/>
                            </a:solidFill>
                            <a:latin typeface="Cambria Math" panose="02040503050406030204" pitchFamily="18" charset="0"/>
                          </a:rPr>
                          <m:t>𝑓</m:t>
                        </m:r>
                        <m:d>
                          <m:dPr>
                            <m:ctrlPr>
                              <a:rPr lang="zh-CN" altLang="en-US" sz="2200" i="1">
                                <a:solidFill>
                                  <a:srgbClr val="FF0000"/>
                                </a:solidFill>
                                <a:latin typeface="Cambria Math" panose="02040503050406030204" pitchFamily="18" charset="0"/>
                              </a:rPr>
                            </m:ctrlPr>
                          </m:dPr>
                          <m:e>
                            <m:r>
                              <a:rPr lang="zh-CN" altLang="en-US" sz="2200" i="1">
                                <a:solidFill>
                                  <a:srgbClr val="FF0000"/>
                                </a:solidFill>
                                <a:latin typeface="Cambria Math" panose="02040503050406030204" pitchFamily="18" charset="0"/>
                              </a:rPr>
                              <m:t>𝑥</m:t>
                            </m:r>
                          </m:e>
                        </m:d>
                        <m:r>
                          <a:rPr lang="zh-CN" altLang="en-US" sz="2200" i="1">
                            <a:solidFill>
                              <a:srgbClr val="FF0000"/>
                            </a:solidFill>
                            <a:latin typeface="Cambria Math" panose="02040503050406030204" pitchFamily="18" charset="0"/>
                          </a:rPr>
                          <m:t>𝑑𝑥</m:t>
                        </m:r>
                      </m:oMath>
                    </m:oMathPara>
                  </a14:m>
                  <a:endParaRPr lang="zh-CN" altLang="en-US" sz="2200" dirty="0">
                    <a:solidFill>
                      <a:srgbClr val="FF0000"/>
                    </a:solidFill>
                  </a:endParaRPr>
                </a:p>
              </p:txBody>
            </p:sp>
          </mc:Choice>
          <mc:Fallback xmlns="">
            <p:sp>
              <p:nvSpPr>
                <p:cNvPr id="16" name="矩形 15">
                  <a:extLst>
                    <a:ext uri="{FF2B5EF4-FFF2-40B4-BE49-F238E27FC236}">
                      <a16:creationId xmlns:a16="http://schemas.microsoft.com/office/drawing/2014/main" id="{DAB63DB9-6D45-4E87-BF3C-5F73CC664ED1}"/>
                    </a:ext>
                  </a:extLst>
                </p:cNvPr>
                <p:cNvSpPr>
                  <a:spLocks noRot="1" noChangeAspect="1" noMove="1" noResize="1" noEditPoints="1" noAdjustHandles="1" noChangeArrowheads="1" noChangeShapeType="1" noTextEdit="1"/>
                </p:cNvSpPr>
                <p:nvPr/>
              </p:nvSpPr>
              <p:spPr>
                <a:xfrm>
                  <a:off x="3422333" y="6510490"/>
                  <a:ext cx="3701441" cy="1097138"/>
                </a:xfrm>
                <a:prstGeom prst="rect">
                  <a:avLst/>
                </a:prstGeom>
                <a:blipFill>
                  <a:blip r:embed="rId5"/>
                  <a:stretch>
                    <a:fillRect l="-3653" t="-162121" b="-237879"/>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C80B0A1D-D559-C02E-4E3D-6BA3CC0CA431}"/>
                  </a:ext>
                </a:extLst>
              </p:cNvPr>
              <p:cNvSpPr txBox="1"/>
              <p:nvPr/>
            </p:nvSpPr>
            <p:spPr>
              <a:xfrm>
                <a:off x="674175" y="5961200"/>
                <a:ext cx="7074977" cy="430887"/>
              </a:xfrm>
              <a:prstGeom prst="rect">
                <a:avLst/>
              </a:prstGeom>
              <a:noFill/>
            </p:spPr>
            <p:txBody>
              <a:bodyPr wrap="square">
                <a:spAutoFit/>
              </a:bodyPr>
              <a:lstStyle/>
              <a:p>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数学期望</a:t>
                </a:r>
                <a14:m>
                  <m:oMath xmlns:m="http://schemas.openxmlformats.org/officeDocument/2006/math">
                    <m:r>
                      <a:rPr lang="en-US" altLang="zh-CN" sz="2200" i="1">
                        <a:solidFill>
                          <a:srgbClr val="FF0000"/>
                        </a:solidFill>
                        <a:latin typeface="Cambria Math" panose="02040503050406030204" pitchFamily="18" charset="0"/>
                      </a:rPr>
                      <m:t>𝐸</m:t>
                    </m:r>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𝑋</m:t>
                    </m:r>
                    <m:r>
                      <a:rPr lang="en-US" altLang="zh-CN" sz="2200" i="1">
                        <a:solidFill>
                          <a:srgbClr val="FF0000"/>
                        </a:solidFill>
                        <a:latin typeface="Cambria Math" panose="02040503050406030204" pitchFamily="18" charset="0"/>
                      </a:rPr>
                      <m:t>)</m:t>
                    </m:r>
                  </m:oMath>
                </a14:m>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完全由随机变量</a:t>
                </a:r>
                <a:r>
                  <a:rPr lang="en-US" altLang="zh-CN" sz="22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X</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的概率分布所确定</a:t>
                </a:r>
                <a:endParaRPr lang="zh-CN" altLang="en-US" sz="2200" dirty="0">
                  <a:solidFill>
                    <a:srgbClr val="FF0000"/>
                  </a:solidFill>
                </a:endParaRPr>
              </a:p>
            </p:txBody>
          </p:sp>
        </mc:Choice>
        <mc:Fallback xmlns="">
          <p:sp>
            <p:nvSpPr>
              <p:cNvPr id="23" name="文本框 22">
                <a:extLst>
                  <a:ext uri="{FF2B5EF4-FFF2-40B4-BE49-F238E27FC236}">
                    <a16:creationId xmlns:a16="http://schemas.microsoft.com/office/drawing/2014/main" id="{C80B0A1D-D559-C02E-4E3D-6BA3CC0CA431}"/>
                  </a:ext>
                </a:extLst>
              </p:cNvPr>
              <p:cNvSpPr txBox="1">
                <a:spLocks noRot="1" noChangeAspect="1" noMove="1" noResize="1" noEditPoints="1" noAdjustHandles="1" noChangeArrowheads="1" noChangeShapeType="1" noTextEdit="1"/>
              </p:cNvSpPr>
              <p:nvPr/>
            </p:nvSpPr>
            <p:spPr>
              <a:xfrm>
                <a:off x="674175" y="5961200"/>
                <a:ext cx="7074977" cy="430887"/>
              </a:xfrm>
              <a:prstGeom prst="rect">
                <a:avLst/>
              </a:prstGeom>
              <a:blipFill>
                <a:blip r:embed="rId6"/>
                <a:stretch>
                  <a:fillRect l="-1075" t="-8571" b="-25714"/>
                </a:stretch>
              </a:blipFill>
            </p:spPr>
            <p:txBody>
              <a:bodyPr/>
              <a:lstStyle/>
              <a:p>
                <a:r>
                  <a:rPr lang="zh-CN" altLang="en-US">
                    <a:noFill/>
                  </a:rPr>
                  <a:t> </a:t>
                </a:r>
              </a:p>
            </p:txBody>
          </p:sp>
        </mc:Fallback>
      </mc:AlternateContent>
      <p:sp>
        <p:nvSpPr>
          <p:cNvPr id="2" name="副标题 2">
            <a:extLst>
              <a:ext uri="{FF2B5EF4-FFF2-40B4-BE49-F238E27FC236}">
                <a16:creationId xmlns:a16="http://schemas.microsoft.com/office/drawing/2014/main" id="{B8F84CE8-4A70-6ED5-B8A6-11DEC0E994B8}"/>
              </a:ext>
            </a:extLst>
          </p:cNvPr>
          <p:cNvSpPr txBox="1">
            <a:spLocks/>
          </p:cNvSpPr>
          <p:nvPr/>
        </p:nvSpPr>
        <p:spPr>
          <a:xfrm>
            <a:off x="1341603" y="25537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4000" b="1" dirty="0">
                <a:solidFill>
                  <a:srgbClr val="FF0000"/>
                </a:solidFill>
                <a:latin typeface="STXinwei" panose="02010800040101010101" pitchFamily="2" charset="-122"/>
                <a:ea typeface="STXinwei" panose="02010800040101010101" pitchFamily="2" charset="-122"/>
              </a:rPr>
              <a:t>连续型随机变量的数学期望</a:t>
            </a:r>
          </a:p>
        </p:txBody>
      </p:sp>
      <p:cxnSp>
        <p:nvCxnSpPr>
          <p:cNvPr id="3" name="直线连接符 2">
            <a:extLst>
              <a:ext uri="{FF2B5EF4-FFF2-40B4-BE49-F238E27FC236}">
                <a16:creationId xmlns:a16="http://schemas.microsoft.com/office/drawing/2014/main" id="{9C95C69E-924C-72AF-8503-30EEBBFA30D8}"/>
              </a:ext>
            </a:extLst>
          </p:cNvPr>
          <p:cNvCxnSpPr/>
          <p:nvPr/>
        </p:nvCxnSpPr>
        <p:spPr>
          <a:xfrm>
            <a:off x="0" y="94069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96606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2CE701F-1F1D-4765-9CD5-03D38460DB86}"/>
                  </a:ext>
                </a:extLst>
              </p:cNvPr>
              <p:cNvSpPr txBox="1"/>
              <p:nvPr/>
            </p:nvSpPr>
            <p:spPr>
              <a:xfrm>
                <a:off x="880971" y="3224141"/>
                <a:ext cx="9025074" cy="2570640"/>
              </a:xfrm>
              <a:prstGeom prst="rect">
                <a:avLst/>
              </a:prstGeom>
              <a:noFill/>
            </p:spPr>
            <p:txBody>
              <a:bodyPr wrap="square">
                <a:spAutoFit/>
              </a:bodyPr>
              <a:lstStyle/>
              <a:p>
                <a:pPr indent="342900">
                  <a:lnSpc>
                    <a:spcPct val="150000"/>
                  </a:lnSpc>
                </a:pPr>
                <a:endParaRPr lang="zh-CN" altLang="en-US" sz="2200" dirty="0">
                  <a:latin typeface="Times New Roman" panose="02020603050405020304" pitchFamily="18" charset="0"/>
                  <a:ea typeface="微软雅黑" panose="020B0503020204020204" pitchFamily="34" charset="-122"/>
                  <a:cs typeface="Times New Roman" panose="02020603050405020304" pitchFamily="18" charset="0"/>
                </a:endParaRPr>
              </a:p>
              <a:p>
                <a:pPr indent="342900">
                  <a:lnSpc>
                    <a:spcPct val="150000"/>
                  </a:lnSpc>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设</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是常数，则有</a:t>
                </a:r>
                <a14:m>
                  <m:oMath xmlns:m="http://schemas.openxmlformats.org/officeDocument/2006/math">
                    <m:r>
                      <a:rPr lang="en-US" altLang="zh-CN" sz="2200" i="1" smtClean="0">
                        <a:solidFill>
                          <a:srgbClr val="FF0000"/>
                        </a:solidFill>
                        <a:latin typeface="Cambria Math" panose="02040503050406030204" pitchFamily="18" charset="0"/>
                      </a:rPr>
                      <m:t>𝐸</m:t>
                    </m:r>
                    <m:d>
                      <m:dPr>
                        <m:ctrlPr>
                          <a:rPr lang="en-US" altLang="zh-CN" sz="2200" i="1">
                            <a:solidFill>
                              <a:srgbClr val="FF0000"/>
                            </a:solidFill>
                            <a:latin typeface="Cambria Math" panose="02040503050406030204" pitchFamily="18" charset="0"/>
                          </a:rPr>
                        </m:ctrlPr>
                      </m:dPr>
                      <m:e>
                        <m:r>
                          <a:rPr lang="en-US" altLang="zh-CN" sz="2200" i="1">
                            <a:solidFill>
                              <a:srgbClr val="FF0000"/>
                            </a:solidFill>
                            <a:latin typeface="Cambria Math" panose="02040503050406030204" pitchFamily="18" charset="0"/>
                          </a:rPr>
                          <m:t>𝐶</m:t>
                        </m:r>
                      </m:e>
                    </m:d>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𝐶</m:t>
                    </m:r>
                  </m:oMath>
                </a14:m>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a:t>
                </a:r>
              </a:p>
              <a:p>
                <a:pPr indent="342900">
                  <a:lnSpc>
                    <a:spcPct val="150000"/>
                  </a:lnSpc>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设</a:t>
                </a:r>
                <a14:m>
                  <m:oMath xmlns:m="http://schemas.openxmlformats.org/officeDocument/2006/math">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是一个随机变量，</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是常数，则有</a:t>
                </a:r>
              </a:p>
              <a:p>
                <a:pPr algn="ctr">
                  <a:lnSpc>
                    <a:spcPct val="150000"/>
                  </a:lnSpc>
                </a:pPr>
                <a14:m>
                  <m:oMath xmlns:m="http://schemas.openxmlformats.org/officeDocument/2006/math">
                    <m:r>
                      <a:rPr lang="en-US" altLang="zh-CN" sz="2200" i="1" smtClean="0">
                        <a:solidFill>
                          <a:srgbClr val="FF0000"/>
                        </a:solidFill>
                        <a:latin typeface="Cambria Math" panose="02040503050406030204" pitchFamily="18" charset="0"/>
                      </a:rPr>
                      <m:t>𝐸</m:t>
                    </m:r>
                    <m:d>
                      <m:dPr>
                        <m:ctrlPr>
                          <a:rPr lang="en-US" altLang="zh-CN" sz="2200" i="1">
                            <a:solidFill>
                              <a:srgbClr val="FF0000"/>
                            </a:solidFill>
                            <a:latin typeface="Cambria Math" panose="02040503050406030204" pitchFamily="18" charset="0"/>
                          </a:rPr>
                        </m:ctrlPr>
                      </m:dPr>
                      <m:e>
                        <m:r>
                          <a:rPr lang="en-US" altLang="zh-CN" sz="2200" i="1">
                            <a:solidFill>
                              <a:srgbClr val="FF0000"/>
                            </a:solidFill>
                            <a:latin typeface="Cambria Math" panose="02040503050406030204" pitchFamily="18" charset="0"/>
                          </a:rPr>
                          <m:t>𝐶𝑋</m:t>
                        </m:r>
                      </m:e>
                    </m:d>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𝐶𝐸</m:t>
                    </m:r>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𝑋</m:t>
                    </m:r>
                    <m:r>
                      <a:rPr lang="en-US" altLang="zh-CN" sz="2200" i="1">
                        <a:solidFill>
                          <a:srgbClr val="FF0000"/>
                        </a:solidFill>
                        <a:latin typeface="Cambria Math" panose="02040503050406030204" pitchFamily="18" charset="0"/>
                      </a:rPr>
                      <m:t>)</m:t>
                    </m:r>
                  </m:oMath>
                </a14:m>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p>
              <a:p>
                <a:pPr indent="342900">
                  <a:lnSpc>
                    <a:spcPct val="150000"/>
                  </a:lnSpc>
                </a:pP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02CE701F-1F1D-4765-9CD5-03D38460DB86}"/>
                  </a:ext>
                </a:extLst>
              </p:cNvPr>
              <p:cNvSpPr txBox="1">
                <a:spLocks noRot="1" noChangeAspect="1" noMove="1" noResize="1" noEditPoints="1" noAdjustHandles="1" noChangeArrowheads="1" noChangeShapeType="1" noTextEdit="1"/>
              </p:cNvSpPr>
              <p:nvPr/>
            </p:nvSpPr>
            <p:spPr>
              <a:xfrm>
                <a:off x="880971" y="3224141"/>
                <a:ext cx="9025074" cy="2570640"/>
              </a:xfrm>
              <a:prstGeom prst="rect">
                <a:avLst/>
              </a:prstGeom>
              <a:blipFill>
                <a:blip r:embed="rId2"/>
                <a:stretch>
                  <a:fillRect/>
                </a:stretch>
              </a:blipFill>
            </p:spPr>
            <p:txBody>
              <a:bodyPr/>
              <a:lstStyle/>
              <a:p>
                <a:r>
                  <a:rPr lang="zh-CN" altLang="en-US">
                    <a:noFill/>
                  </a:rPr>
                  <a:t> </a:t>
                </a:r>
              </a:p>
            </p:txBody>
          </p:sp>
        </mc:Fallback>
      </mc:AlternateContent>
      <p:sp>
        <p:nvSpPr>
          <p:cNvPr id="2" name="副标题 2">
            <a:extLst>
              <a:ext uri="{FF2B5EF4-FFF2-40B4-BE49-F238E27FC236}">
                <a16:creationId xmlns:a16="http://schemas.microsoft.com/office/drawing/2014/main" id="{FDC032E1-FCDA-CC95-20E3-002625858C76}"/>
              </a:ext>
            </a:extLst>
          </p:cNvPr>
          <p:cNvSpPr txBox="1">
            <a:spLocks/>
          </p:cNvSpPr>
          <p:nvPr/>
        </p:nvSpPr>
        <p:spPr>
          <a:xfrm>
            <a:off x="1341603" y="25537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4000" b="1" dirty="0">
                <a:solidFill>
                  <a:srgbClr val="FF0000"/>
                </a:solidFill>
                <a:latin typeface="STXinwei" panose="02010800040101010101" pitchFamily="2" charset="-122"/>
                <a:ea typeface="STXinwei" panose="02010800040101010101" pitchFamily="2" charset="-122"/>
              </a:rPr>
              <a:t>数学期望的性质</a:t>
            </a:r>
          </a:p>
        </p:txBody>
      </p:sp>
      <p:cxnSp>
        <p:nvCxnSpPr>
          <p:cNvPr id="3" name="直线连接符 2">
            <a:extLst>
              <a:ext uri="{FF2B5EF4-FFF2-40B4-BE49-F238E27FC236}">
                <a16:creationId xmlns:a16="http://schemas.microsoft.com/office/drawing/2014/main" id="{D213528F-0A64-C98E-657F-D6F102ADD7E3}"/>
              </a:ext>
            </a:extLst>
          </p:cNvPr>
          <p:cNvCxnSpPr/>
          <p:nvPr/>
        </p:nvCxnSpPr>
        <p:spPr>
          <a:xfrm>
            <a:off x="0" y="94069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DAFB61C2-5747-AA6F-D52A-67921CC78B34}"/>
                  </a:ext>
                </a:extLst>
              </p:cNvPr>
              <p:cNvSpPr/>
              <p:nvPr/>
            </p:nvSpPr>
            <p:spPr>
              <a:xfrm>
                <a:off x="1341603" y="2179281"/>
                <a:ext cx="2301015" cy="10154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200" i="1" smtClean="0">
                          <a:solidFill>
                            <a:srgbClr val="FF0000"/>
                          </a:solidFill>
                          <a:latin typeface="Cambria Math" panose="02040503050406030204" pitchFamily="18" charset="0"/>
                        </a:rPr>
                        <m:t>𝐸</m:t>
                      </m:r>
                      <m:d>
                        <m:dPr>
                          <m:ctrlPr>
                            <a:rPr lang="zh-CN" altLang="en-US" sz="2200" i="1">
                              <a:solidFill>
                                <a:srgbClr val="FF0000"/>
                              </a:solidFill>
                              <a:latin typeface="Cambria Math" panose="02040503050406030204" pitchFamily="18" charset="0"/>
                            </a:rPr>
                          </m:ctrlPr>
                        </m:dPr>
                        <m:e>
                          <m:r>
                            <a:rPr lang="zh-CN" altLang="en-US" sz="2200" i="1">
                              <a:solidFill>
                                <a:srgbClr val="FF0000"/>
                              </a:solidFill>
                              <a:latin typeface="Cambria Math" panose="02040503050406030204" pitchFamily="18" charset="0"/>
                            </a:rPr>
                            <m:t>𝑋</m:t>
                          </m:r>
                        </m:e>
                      </m:d>
                      <m:r>
                        <a:rPr lang="zh-CN" altLang="en-US" sz="2200">
                          <a:solidFill>
                            <a:srgbClr val="FF0000"/>
                          </a:solidFill>
                          <a:latin typeface="Cambria Math" panose="02040503050406030204" pitchFamily="18" charset="0"/>
                        </a:rPr>
                        <m:t>=</m:t>
                      </m:r>
                      <m:nary>
                        <m:naryPr>
                          <m:chr m:val="∑"/>
                          <m:limLoc m:val="undOvr"/>
                          <m:grow m:val="on"/>
                          <m:ctrlPr>
                            <a:rPr lang="zh-CN" altLang="en-US" sz="2200" i="1">
                              <a:solidFill>
                                <a:srgbClr val="FF0000"/>
                              </a:solidFill>
                              <a:latin typeface="Cambria Math" panose="02040503050406030204" pitchFamily="18" charset="0"/>
                            </a:rPr>
                          </m:ctrlPr>
                        </m:naryPr>
                        <m:sub>
                          <m:r>
                            <a:rPr lang="zh-CN" altLang="en-US" sz="2200" i="1">
                              <a:solidFill>
                                <a:srgbClr val="FF0000"/>
                              </a:solidFill>
                              <a:latin typeface="Cambria Math" panose="02040503050406030204" pitchFamily="18" charset="0"/>
                            </a:rPr>
                            <m:t>𝑘</m:t>
                          </m:r>
                          <m:r>
                            <a:rPr lang="zh-CN" altLang="en-US" sz="2200">
                              <a:solidFill>
                                <a:srgbClr val="FF0000"/>
                              </a:solidFill>
                              <a:latin typeface="Cambria Math" panose="02040503050406030204" pitchFamily="18" charset="0"/>
                            </a:rPr>
                            <m:t>=1</m:t>
                          </m:r>
                        </m:sub>
                        <m:sup>
                          <m:r>
                            <a:rPr lang="zh-CN" altLang="en-US" sz="2200">
                              <a:solidFill>
                                <a:srgbClr val="FF0000"/>
                              </a:solidFill>
                              <a:latin typeface="Cambria Math" panose="02040503050406030204" pitchFamily="18" charset="0"/>
                            </a:rPr>
                            <m:t>∞</m:t>
                          </m:r>
                        </m:sup>
                        <m:e>
                          <m:sSub>
                            <m:sSubPr>
                              <m:ctrlPr>
                                <a:rPr lang="zh-CN" altLang="en-US" sz="2200" i="1">
                                  <a:solidFill>
                                    <a:srgbClr val="FF0000"/>
                                  </a:solidFill>
                                  <a:latin typeface="Cambria Math" panose="02040503050406030204" pitchFamily="18" charset="0"/>
                                </a:rPr>
                              </m:ctrlPr>
                            </m:sSubPr>
                            <m:e>
                              <m:r>
                                <a:rPr lang="zh-CN" altLang="en-US" sz="2200" i="1">
                                  <a:solidFill>
                                    <a:srgbClr val="FF0000"/>
                                  </a:solidFill>
                                  <a:latin typeface="Cambria Math" panose="02040503050406030204" pitchFamily="18" charset="0"/>
                                </a:rPr>
                                <m:t>𝑥</m:t>
                              </m:r>
                            </m:e>
                            <m:sub>
                              <m:r>
                                <a:rPr lang="zh-CN" altLang="en-US" sz="2200" i="1">
                                  <a:solidFill>
                                    <a:srgbClr val="FF0000"/>
                                  </a:solidFill>
                                  <a:latin typeface="Cambria Math" panose="02040503050406030204" pitchFamily="18" charset="0"/>
                                </a:rPr>
                                <m:t>𝑘</m:t>
                              </m:r>
                            </m:sub>
                          </m:sSub>
                        </m:e>
                      </m:nary>
                      <m:sSub>
                        <m:sSubPr>
                          <m:ctrlPr>
                            <a:rPr lang="zh-CN" altLang="en-US" sz="2200" i="1">
                              <a:solidFill>
                                <a:srgbClr val="FF0000"/>
                              </a:solidFill>
                              <a:latin typeface="Cambria Math" panose="02040503050406030204" pitchFamily="18" charset="0"/>
                            </a:rPr>
                          </m:ctrlPr>
                        </m:sSubPr>
                        <m:e>
                          <m:r>
                            <a:rPr lang="zh-CN" altLang="en-US" sz="2200" i="1">
                              <a:solidFill>
                                <a:srgbClr val="FF0000"/>
                              </a:solidFill>
                              <a:latin typeface="Cambria Math" panose="02040503050406030204" pitchFamily="18" charset="0"/>
                            </a:rPr>
                            <m:t>𝑝</m:t>
                          </m:r>
                        </m:e>
                        <m:sub>
                          <m:r>
                            <a:rPr lang="zh-CN" altLang="en-US" sz="2200" i="1">
                              <a:solidFill>
                                <a:srgbClr val="FF0000"/>
                              </a:solidFill>
                              <a:latin typeface="Cambria Math" panose="02040503050406030204" pitchFamily="18" charset="0"/>
                            </a:rPr>
                            <m:t>𝑘</m:t>
                          </m:r>
                        </m:sub>
                      </m:sSub>
                    </m:oMath>
                  </m:oMathPara>
                </a14:m>
                <a:endParaRPr lang="zh-CN" altLang="en-US" sz="2200" dirty="0">
                  <a:solidFill>
                    <a:srgbClr val="FF0000"/>
                  </a:solidFill>
                </a:endParaRPr>
              </a:p>
            </p:txBody>
          </p:sp>
        </mc:Choice>
        <mc:Fallback xmlns="">
          <p:sp>
            <p:nvSpPr>
              <p:cNvPr id="4" name="矩形 3">
                <a:extLst>
                  <a:ext uri="{FF2B5EF4-FFF2-40B4-BE49-F238E27FC236}">
                    <a16:creationId xmlns:a16="http://schemas.microsoft.com/office/drawing/2014/main" id="{DAFB61C2-5747-AA6F-D52A-67921CC78B34}"/>
                  </a:ext>
                </a:extLst>
              </p:cNvPr>
              <p:cNvSpPr>
                <a:spLocks noRot="1" noChangeAspect="1" noMove="1" noResize="1" noEditPoints="1" noAdjustHandles="1" noChangeArrowheads="1" noChangeShapeType="1" noTextEdit="1"/>
              </p:cNvSpPr>
              <p:nvPr/>
            </p:nvSpPr>
            <p:spPr>
              <a:xfrm>
                <a:off x="1341603" y="2179281"/>
                <a:ext cx="2301015" cy="1015406"/>
              </a:xfrm>
              <a:prstGeom prst="rect">
                <a:avLst/>
              </a:prstGeom>
              <a:blipFill>
                <a:blip r:embed="rId3"/>
                <a:stretch>
                  <a:fillRect t="-104938" b="-1604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2470C48E-4ECA-E007-F606-FD0024FDB4AF}"/>
                  </a:ext>
                </a:extLst>
              </p:cNvPr>
              <p:cNvSpPr/>
              <p:nvPr/>
            </p:nvSpPr>
            <p:spPr>
              <a:xfrm>
                <a:off x="4572000" y="2275557"/>
                <a:ext cx="2776081" cy="8228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200" i="1" smtClean="0">
                          <a:solidFill>
                            <a:srgbClr val="FF0000"/>
                          </a:solidFill>
                          <a:latin typeface="Cambria Math" panose="02040503050406030204" pitchFamily="18" charset="0"/>
                        </a:rPr>
                        <m:t>𝐸</m:t>
                      </m:r>
                      <m:d>
                        <m:dPr>
                          <m:ctrlPr>
                            <a:rPr lang="zh-CN" altLang="en-US" sz="2200" i="1">
                              <a:solidFill>
                                <a:srgbClr val="FF0000"/>
                              </a:solidFill>
                              <a:latin typeface="Cambria Math" panose="02040503050406030204" pitchFamily="18" charset="0"/>
                            </a:rPr>
                          </m:ctrlPr>
                        </m:dPr>
                        <m:e>
                          <m:r>
                            <a:rPr lang="zh-CN" altLang="en-US" sz="2200" i="1">
                              <a:solidFill>
                                <a:srgbClr val="FF0000"/>
                              </a:solidFill>
                              <a:latin typeface="Cambria Math" panose="02040503050406030204" pitchFamily="18" charset="0"/>
                            </a:rPr>
                            <m:t>𝑋</m:t>
                          </m:r>
                        </m:e>
                      </m:d>
                      <m:r>
                        <a:rPr lang="zh-CN" altLang="en-US" sz="2200">
                          <a:solidFill>
                            <a:srgbClr val="FF0000"/>
                          </a:solidFill>
                          <a:latin typeface="Cambria Math" panose="02040503050406030204" pitchFamily="18" charset="0"/>
                        </a:rPr>
                        <m:t>=</m:t>
                      </m:r>
                      <m:nary>
                        <m:naryPr>
                          <m:limLoc m:val="subSup"/>
                          <m:grow m:val="on"/>
                          <m:ctrlPr>
                            <a:rPr lang="zh-CN" altLang="en-US" sz="2200" i="1">
                              <a:solidFill>
                                <a:srgbClr val="FF0000"/>
                              </a:solidFill>
                              <a:latin typeface="Cambria Math" panose="02040503050406030204" pitchFamily="18" charset="0"/>
                            </a:rPr>
                          </m:ctrlPr>
                        </m:naryPr>
                        <m:sub>
                          <m:r>
                            <a:rPr lang="zh-CN" altLang="en-US" sz="2200">
                              <a:solidFill>
                                <a:srgbClr val="FF0000"/>
                              </a:solidFill>
                              <a:latin typeface="Cambria Math" panose="02040503050406030204" pitchFamily="18" charset="0"/>
                            </a:rPr>
                            <m:t>−∞</m:t>
                          </m:r>
                        </m:sub>
                        <m:sup>
                          <m:r>
                            <a:rPr lang="zh-CN" altLang="en-US" sz="2200">
                              <a:solidFill>
                                <a:srgbClr val="FF0000"/>
                              </a:solidFill>
                              <a:latin typeface="Cambria Math" panose="02040503050406030204" pitchFamily="18" charset="0"/>
                            </a:rPr>
                            <m:t>∞</m:t>
                          </m:r>
                        </m:sup>
                        <m:e>
                          <m:r>
                            <a:rPr lang="zh-CN" altLang="en-US" sz="2200" i="1">
                              <a:solidFill>
                                <a:srgbClr val="FF0000"/>
                              </a:solidFill>
                              <a:latin typeface="Cambria Math" panose="02040503050406030204" pitchFamily="18" charset="0"/>
                            </a:rPr>
                            <m:t>𝑥</m:t>
                          </m:r>
                        </m:e>
                      </m:nary>
                      <m:r>
                        <a:rPr lang="zh-CN" altLang="en-US" sz="2200" i="1">
                          <a:solidFill>
                            <a:srgbClr val="FF0000"/>
                          </a:solidFill>
                          <a:latin typeface="Cambria Math" panose="02040503050406030204" pitchFamily="18" charset="0"/>
                        </a:rPr>
                        <m:t>𝑓</m:t>
                      </m:r>
                      <m:d>
                        <m:dPr>
                          <m:ctrlPr>
                            <a:rPr lang="zh-CN" altLang="en-US" sz="2200" i="1">
                              <a:solidFill>
                                <a:srgbClr val="FF0000"/>
                              </a:solidFill>
                              <a:latin typeface="Cambria Math" panose="02040503050406030204" pitchFamily="18" charset="0"/>
                            </a:rPr>
                          </m:ctrlPr>
                        </m:dPr>
                        <m:e>
                          <m:r>
                            <a:rPr lang="zh-CN" altLang="en-US" sz="2200" i="1">
                              <a:solidFill>
                                <a:srgbClr val="FF0000"/>
                              </a:solidFill>
                              <a:latin typeface="Cambria Math" panose="02040503050406030204" pitchFamily="18" charset="0"/>
                            </a:rPr>
                            <m:t>𝑥</m:t>
                          </m:r>
                        </m:e>
                      </m:d>
                      <m:r>
                        <a:rPr lang="zh-CN" altLang="en-US" sz="2200" i="1">
                          <a:solidFill>
                            <a:srgbClr val="FF0000"/>
                          </a:solidFill>
                          <a:latin typeface="Cambria Math" panose="02040503050406030204" pitchFamily="18" charset="0"/>
                        </a:rPr>
                        <m:t>𝑑𝑥</m:t>
                      </m:r>
                    </m:oMath>
                  </m:oMathPara>
                </a14:m>
                <a:endParaRPr lang="zh-CN" altLang="en-US" sz="2200" dirty="0">
                  <a:solidFill>
                    <a:srgbClr val="FF0000"/>
                  </a:solidFill>
                </a:endParaRPr>
              </a:p>
            </p:txBody>
          </p:sp>
        </mc:Choice>
        <mc:Fallback xmlns="">
          <p:sp>
            <p:nvSpPr>
              <p:cNvPr id="5" name="矩形 4">
                <a:extLst>
                  <a:ext uri="{FF2B5EF4-FFF2-40B4-BE49-F238E27FC236}">
                    <a16:creationId xmlns:a16="http://schemas.microsoft.com/office/drawing/2014/main" id="{2470C48E-4ECA-E007-F606-FD0024FDB4AF}"/>
                  </a:ext>
                </a:extLst>
              </p:cNvPr>
              <p:cNvSpPr>
                <a:spLocks noRot="1" noChangeAspect="1" noMove="1" noResize="1" noEditPoints="1" noAdjustHandles="1" noChangeArrowheads="1" noChangeShapeType="1" noTextEdit="1"/>
              </p:cNvSpPr>
              <p:nvPr/>
            </p:nvSpPr>
            <p:spPr>
              <a:xfrm>
                <a:off x="4572000" y="2275557"/>
                <a:ext cx="2776081" cy="822854"/>
              </a:xfrm>
              <a:prstGeom prst="rect">
                <a:avLst/>
              </a:prstGeom>
              <a:blipFill>
                <a:blip r:embed="rId4"/>
                <a:stretch>
                  <a:fillRect l="-3653" t="-166154" b="-241538"/>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DCB428C5-5E94-BA7D-3B17-0CBD33943BE1}"/>
              </a:ext>
            </a:extLst>
          </p:cNvPr>
          <p:cNvSpPr txBox="1"/>
          <p:nvPr/>
        </p:nvSpPr>
        <p:spPr>
          <a:xfrm>
            <a:off x="827011" y="1407391"/>
            <a:ext cx="7489977" cy="540148"/>
          </a:xfrm>
          <a:prstGeom prst="rect">
            <a:avLst/>
          </a:prstGeom>
          <a:noFill/>
        </p:spPr>
        <p:txBody>
          <a:bodyPr wrap="square">
            <a:spAutoFit/>
          </a:bodyPr>
          <a:lstStyle/>
          <a:p>
            <a:pPr marL="0" marR="0" lvl="0" indent="342900" algn="l" defTabSz="457200" rtl="0" eaLnBrk="1" fontAlgn="auto" latinLnBrk="0" hangingPunct="1">
              <a:lnSpc>
                <a:spcPct val="150000"/>
              </a:lnSpc>
              <a:spcBef>
                <a:spcPts val="0"/>
              </a:spcBef>
              <a:spcAft>
                <a:spcPts val="0"/>
              </a:spcAft>
              <a:buClrTx/>
              <a:buSzTx/>
              <a:buFontTx/>
              <a:buNone/>
              <a:tabLst/>
              <a:defRPr/>
            </a:pPr>
            <a:r>
              <a:rPr kumimoji="0" lang="zh-CN" altLang="en-US" sz="22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（以下设所遇到的随机变量的数学期望存在）</a:t>
            </a:r>
            <a:endParaRPr kumimoji="0" lang="en-US" altLang="zh-CN" sz="2200" b="0"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0056056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副标题 2">
                <a:extLst>
                  <a:ext uri="{FF2B5EF4-FFF2-40B4-BE49-F238E27FC236}">
                    <a16:creationId xmlns:a16="http://schemas.microsoft.com/office/drawing/2014/main" id="{D84EDB0C-EE6A-467C-A08E-A9A1E187096D}"/>
                  </a:ext>
                </a:extLst>
              </p:cNvPr>
              <p:cNvSpPr txBox="1">
                <a:spLocks/>
              </p:cNvSpPr>
              <p:nvPr/>
            </p:nvSpPr>
            <p:spPr>
              <a:xfrm>
                <a:off x="440906" y="1211231"/>
                <a:ext cx="8932748" cy="1430163"/>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某医院当新生儿诞生时，医生要根据婴儿的皮肤颜色、肌肉弹性、反应的敏感性、心脏的搏动等方面的情况进行评分，</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新生儿的得分</a:t>
                </a:r>
                <a14:m>
                  <m:oMath xmlns:m="http://schemas.openxmlformats.org/officeDocument/2006/math">
                    <m:r>
                      <a:rPr lang="en-US" altLang="zh-CN" sz="220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是一个随机变量</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据以往的资料表明</a:t>
                </a:r>
                <a14:m>
                  <m:oMath xmlns:m="http://schemas.openxmlformats.org/officeDocument/2006/math">
                    <m:r>
                      <a:rPr lang="en-US" altLang="zh-CN" sz="220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的分布律为</a:t>
                </a:r>
              </a:p>
            </p:txBody>
          </p:sp>
        </mc:Choice>
        <mc:Fallback xmlns="">
          <p:sp>
            <p:nvSpPr>
              <p:cNvPr id="5" name="副标题 2">
                <a:extLst>
                  <a:ext uri="{FF2B5EF4-FFF2-40B4-BE49-F238E27FC236}">
                    <a16:creationId xmlns:a16="http://schemas.microsoft.com/office/drawing/2014/main" id="{D84EDB0C-EE6A-467C-A08E-A9A1E187096D}"/>
                  </a:ext>
                </a:extLst>
              </p:cNvPr>
              <p:cNvSpPr txBox="1">
                <a:spLocks noRot="1" noChangeAspect="1" noMove="1" noResize="1" noEditPoints="1" noAdjustHandles="1" noChangeArrowheads="1" noChangeShapeType="1" noTextEdit="1"/>
              </p:cNvSpPr>
              <p:nvPr/>
            </p:nvSpPr>
            <p:spPr>
              <a:xfrm>
                <a:off x="440906" y="1211231"/>
                <a:ext cx="8932748" cy="1430163"/>
              </a:xfrm>
              <a:prstGeom prst="rect">
                <a:avLst/>
              </a:prstGeom>
              <a:blipFill>
                <a:blip r:embed="rId2"/>
                <a:stretch>
                  <a:fillRect l="-1135" b="-159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A6FF0C90-4518-4267-8282-CB435C19BD1B}"/>
                  </a:ext>
                </a:extLst>
              </p:cNvPr>
              <p:cNvGraphicFramePr>
                <a:graphicFrameLocks noGrp="1"/>
              </p:cNvGraphicFramePr>
              <p:nvPr>
                <p:extLst>
                  <p:ext uri="{D42A27DB-BD31-4B8C-83A1-F6EECF244321}">
                    <p14:modId xmlns:p14="http://schemas.microsoft.com/office/powerpoint/2010/main" val="4111526033"/>
                  </p:ext>
                </p:extLst>
              </p:nvPr>
            </p:nvGraphicFramePr>
            <p:xfrm>
              <a:off x="605499" y="3085244"/>
              <a:ext cx="7933000" cy="685800"/>
            </p:xfrm>
            <a:graphic>
              <a:graphicData uri="http://schemas.openxmlformats.org/drawingml/2006/table">
                <a:tbl>
                  <a:tblPr bandRow="1">
                    <a:tableStyleId>{5C22544A-7EE6-4342-B048-85BDC9FD1C3A}</a:tableStyleId>
                  </a:tblPr>
                  <a:tblGrid>
                    <a:gridCol w="508000">
                      <a:extLst>
                        <a:ext uri="{9D8B030D-6E8A-4147-A177-3AD203B41FA5}">
                          <a16:colId xmlns:a16="http://schemas.microsoft.com/office/drawing/2014/main" val="2138047336"/>
                        </a:ext>
                      </a:extLst>
                    </a:gridCol>
                    <a:gridCol w="675000">
                      <a:extLst>
                        <a:ext uri="{9D8B030D-6E8A-4147-A177-3AD203B41FA5}">
                          <a16:colId xmlns:a16="http://schemas.microsoft.com/office/drawing/2014/main" val="1848776000"/>
                        </a:ext>
                      </a:extLst>
                    </a:gridCol>
                    <a:gridCol w="675000">
                      <a:extLst>
                        <a:ext uri="{9D8B030D-6E8A-4147-A177-3AD203B41FA5}">
                          <a16:colId xmlns:a16="http://schemas.microsoft.com/office/drawing/2014/main" val="248266210"/>
                        </a:ext>
                      </a:extLst>
                    </a:gridCol>
                    <a:gridCol w="675000">
                      <a:extLst>
                        <a:ext uri="{9D8B030D-6E8A-4147-A177-3AD203B41FA5}">
                          <a16:colId xmlns:a16="http://schemas.microsoft.com/office/drawing/2014/main" val="1948440265"/>
                        </a:ext>
                      </a:extLst>
                    </a:gridCol>
                    <a:gridCol w="675000">
                      <a:extLst>
                        <a:ext uri="{9D8B030D-6E8A-4147-A177-3AD203B41FA5}">
                          <a16:colId xmlns:a16="http://schemas.microsoft.com/office/drawing/2014/main" val="648300048"/>
                        </a:ext>
                      </a:extLst>
                    </a:gridCol>
                    <a:gridCol w="675000">
                      <a:extLst>
                        <a:ext uri="{9D8B030D-6E8A-4147-A177-3AD203B41FA5}">
                          <a16:colId xmlns:a16="http://schemas.microsoft.com/office/drawing/2014/main" val="2620148803"/>
                        </a:ext>
                      </a:extLst>
                    </a:gridCol>
                    <a:gridCol w="675000">
                      <a:extLst>
                        <a:ext uri="{9D8B030D-6E8A-4147-A177-3AD203B41FA5}">
                          <a16:colId xmlns:a16="http://schemas.microsoft.com/office/drawing/2014/main" val="784076133"/>
                        </a:ext>
                      </a:extLst>
                    </a:gridCol>
                    <a:gridCol w="675000">
                      <a:extLst>
                        <a:ext uri="{9D8B030D-6E8A-4147-A177-3AD203B41FA5}">
                          <a16:colId xmlns:a16="http://schemas.microsoft.com/office/drawing/2014/main" val="3696940196"/>
                        </a:ext>
                      </a:extLst>
                    </a:gridCol>
                    <a:gridCol w="675000">
                      <a:extLst>
                        <a:ext uri="{9D8B030D-6E8A-4147-A177-3AD203B41FA5}">
                          <a16:colId xmlns:a16="http://schemas.microsoft.com/office/drawing/2014/main" val="1876259728"/>
                        </a:ext>
                      </a:extLst>
                    </a:gridCol>
                    <a:gridCol w="675000">
                      <a:extLst>
                        <a:ext uri="{9D8B030D-6E8A-4147-A177-3AD203B41FA5}">
                          <a16:colId xmlns:a16="http://schemas.microsoft.com/office/drawing/2014/main" val="1642447777"/>
                        </a:ext>
                      </a:extLst>
                    </a:gridCol>
                    <a:gridCol w="675000">
                      <a:extLst>
                        <a:ext uri="{9D8B030D-6E8A-4147-A177-3AD203B41FA5}">
                          <a16:colId xmlns:a16="http://schemas.microsoft.com/office/drawing/2014/main" val="2706179919"/>
                        </a:ext>
                      </a:extLst>
                    </a:gridCol>
                    <a:gridCol w="675000">
                      <a:extLst>
                        <a:ext uri="{9D8B030D-6E8A-4147-A177-3AD203B41FA5}">
                          <a16:colId xmlns:a16="http://schemas.microsoft.com/office/drawing/2014/main" val="165794768"/>
                        </a:ext>
                      </a:extLst>
                    </a:gridCol>
                  </a:tblGrid>
                  <a:tr h="342900">
                    <a:tc>
                      <a:txBody>
                        <a:bodyPr/>
                        <a:lstStyle/>
                        <a:p>
                          <a:pPr/>
                          <a14:m>
                            <m:oMathPara xmlns:m="http://schemas.openxmlformats.org/officeDocument/2006/math">
                              <m:oMathParaPr>
                                <m:jc m:val="centerGroup"/>
                              </m:oMathParaPr>
                              <m:oMath xmlns:m="http://schemas.openxmlformats.org/officeDocument/2006/math">
                                <m:r>
                                  <a:rPr lang="en-US" altLang="zh-CN" sz="1800" i="1" smtClean="0">
                                    <a:latin typeface="Cambria Math" panose="02040503050406030204" pitchFamily="18" charset="0"/>
                                  </a:rPr>
                                  <m:t>𝑋</m:t>
                                </m:r>
                              </m:oMath>
                            </m:oMathPara>
                          </a14:m>
                          <a:endParaRPr lang="zh-CN" altLang="en-US" sz="1800" dirty="0"/>
                        </a:p>
                      </a:txBody>
                      <a:tcPr marL="68580" marR="68580" marT="34290" marB="34290">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1</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3</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4</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5</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6</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7</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8</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9</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10</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8186712"/>
                      </a:ext>
                    </a:extLst>
                  </a:tr>
                  <a:tr h="342900">
                    <a:tc>
                      <a:txBody>
                        <a:bodyPr/>
                        <a:lstStyle/>
                        <a:p>
                          <a:pPr/>
                          <a14:m>
                            <m:oMathPara xmlns:m="http://schemas.openxmlformats.org/officeDocument/2006/math">
                              <m:oMathParaPr>
                                <m:jc m:val="centerGroup"/>
                              </m:oMathParaPr>
                              <m:oMath xmlns:m="http://schemas.openxmlformats.org/officeDocument/2006/math">
                                <m:sSub>
                                  <m:sSubPr>
                                    <m:ctrlPr>
                                      <a:rPr lang="zh-CN" altLang="en-US" sz="1800" i="1" smtClean="0">
                                        <a:latin typeface="Cambria Math" panose="02040503050406030204" pitchFamily="18" charset="0"/>
                                      </a:rPr>
                                    </m:ctrlPr>
                                  </m:sSubPr>
                                  <m:e>
                                    <m:r>
                                      <a:rPr lang="zh-CN" altLang="en-US" sz="1800" i="1">
                                        <a:latin typeface="Cambria Math" panose="02040503050406030204" pitchFamily="18" charset="0"/>
                                      </a:rPr>
                                      <m:t>𝑝</m:t>
                                    </m:r>
                                  </m:e>
                                  <m:sub>
                                    <m:r>
                                      <a:rPr lang="zh-CN" altLang="en-US" sz="1800" i="1">
                                        <a:latin typeface="Cambria Math" panose="02040503050406030204" pitchFamily="18" charset="0"/>
                                      </a:rPr>
                                      <m:t>𝑘</m:t>
                                    </m:r>
                                  </m:sub>
                                </m:sSub>
                              </m:oMath>
                            </m:oMathPara>
                          </a14:m>
                          <a:endParaRPr lang="zh-CN" altLang="en-US" sz="1800" dirty="0"/>
                        </a:p>
                      </a:txBody>
                      <a:tcPr marL="68580" marR="68580" marT="34290" marB="34290">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0.002</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0.001</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0.002</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0.005</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0.02</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0.04</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0.18</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0.37</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0.25</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0.12</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0.01</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43209496"/>
                      </a:ext>
                    </a:extLst>
                  </a:tr>
                </a:tbl>
              </a:graphicData>
            </a:graphic>
          </p:graphicFrame>
        </mc:Choice>
        <mc:Fallback xmlns="">
          <p:graphicFrame>
            <p:nvGraphicFramePr>
              <p:cNvPr id="6" name="表格 5">
                <a:extLst>
                  <a:ext uri="{FF2B5EF4-FFF2-40B4-BE49-F238E27FC236}">
                    <a16:creationId xmlns:a16="http://schemas.microsoft.com/office/drawing/2014/main" id="{A6FF0C90-4518-4267-8282-CB435C19BD1B}"/>
                  </a:ext>
                </a:extLst>
              </p:cNvPr>
              <p:cNvGraphicFramePr>
                <a:graphicFrameLocks noGrp="1"/>
              </p:cNvGraphicFramePr>
              <p:nvPr>
                <p:extLst>
                  <p:ext uri="{D42A27DB-BD31-4B8C-83A1-F6EECF244321}">
                    <p14:modId xmlns:p14="http://schemas.microsoft.com/office/powerpoint/2010/main" val="4111526033"/>
                  </p:ext>
                </p:extLst>
              </p:nvPr>
            </p:nvGraphicFramePr>
            <p:xfrm>
              <a:off x="605499" y="3085244"/>
              <a:ext cx="7933000" cy="685800"/>
            </p:xfrm>
            <a:graphic>
              <a:graphicData uri="http://schemas.openxmlformats.org/drawingml/2006/table">
                <a:tbl>
                  <a:tblPr bandRow="1">
                    <a:tableStyleId>{5C22544A-7EE6-4342-B048-85BDC9FD1C3A}</a:tableStyleId>
                  </a:tblPr>
                  <a:tblGrid>
                    <a:gridCol w="508000">
                      <a:extLst>
                        <a:ext uri="{9D8B030D-6E8A-4147-A177-3AD203B41FA5}">
                          <a16:colId xmlns:a16="http://schemas.microsoft.com/office/drawing/2014/main" val="2138047336"/>
                        </a:ext>
                      </a:extLst>
                    </a:gridCol>
                    <a:gridCol w="675000">
                      <a:extLst>
                        <a:ext uri="{9D8B030D-6E8A-4147-A177-3AD203B41FA5}">
                          <a16:colId xmlns:a16="http://schemas.microsoft.com/office/drawing/2014/main" val="1848776000"/>
                        </a:ext>
                      </a:extLst>
                    </a:gridCol>
                    <a:gridCol w="675000">
                      <a:extLst>
                        <a:ext uri="{9D8B030D-6E8A-4147-A177-3AD203B41FA5}">
                          <a16:colId xmlns:a16="http://schemas.microsoft.com/office/drawing/2014/main" val="248266210"/>
                        </a:ext>
                      </a:extLst>
                    </a:gridCol>
                    <a:gridCol w="675000">
                      <a:extLst>
                        <a:ext uri="{9D8B030D-6E8A-4147-A177-3AD203B41FA5}">
                          <a16:colId xmlns:a16="http://schemas.microsoft.com/office/drawing/2014/main" val="1948440265"/>
                        </a:ext>
                      </a:extLst>
                    </a:gridCol>
                    <a:gridCol w="675000">
                      <a:extLst>
                        <a:ext uri="{9D8B030D-6E8A-4147-A177-3AD203B41FA5}">
                          <a16:colId xmlns:a16="http://schemas.microsoft.com/office/drawing/2014/main" val="648300048"/>
                        </a:ext>
                      </a:extLst>
                    </a:gridCol>
                    <a:gridCol w="675000">
                      <a:extLst>
                        <a:ext uri="{9D8B030D-6E8A-4147-A177-3AD203B41FA5}">
                          <a16:colId xmlns:a16="http://schemas.microsoft.com/office/drawing/2014/main" val="2620148803"/>
                        </a:ext>
                      </a:extLst>
                    </a:gridCol>
                    <a:gridCol w="675000">
                      <a:extLst>
                        <a:ext uri="{9D8B030D-6E8A-4147-A177-3AD203B41FA5}">
                          <a16:colId xmlns:a16="http://schemas.microsoft.com/office/drawing/2014/main" val="784076133"/>
                        </a:ext>
                      </a:extLst>
                    </a:gridCol>
                    <a:gridCol w="675000">
                      <a:extLst>
                        <a:ext uri="{9D8B030D-6E8A-4147-A177-3AD203B41FA5}">
                          <a16:colId xmlns:a16="http://schemas.microsoft.com/office/drawing/2014/main" val="3696940196"/>
                        </a:ext>
                      </a:extLst>
                    </a:gridCol>
                    <a:gridCol w="675000">
                      <a:extLst>
                        <a:ext uri="{9D8B030D-6E8A-4147-A177-3AD203B41FA5}">
                          <a16:colId xmlns:a16="http://schemas.microsoft.com/office/drawing/2014/main" val="1876259728"/>
                        </a:ext>
                      </a:extLst>
                    </a:gridCol>
                    <a:gridCol w="675000">
                      <a:extLst>
                        <a:ext uri="{9D8B030D-6E8A-4147-A177-3AD203B41FA5}">
                          <a16:colId xmlns:a16="http://schemas.microsoft.com/office/drawing/2014/main" val="1642447777"/>
                        </a:ext>
                      </a:extLst>
                    </a:gridCol>
                    <a:gridCol w="675000">
                      <a:extLst>
                        <a:ext uri="{9D8B030D-6E8A-4147-A177-3AD203B41FA5}">
                          <a16:colId xmlns:a16="http://schemas.microsoft.com/office/drawing/2014/main" val="2706179919"/>
                        </a:ext>
                      </a:extLst>
                    </a:gridCol>
                    <a:gridCol w="675000">
                      <a:extLst>
                        <a:ext uri="{9D8B030D-6E8A-4147-A177-3AD203B41FA5}">
                          <a16:colId xmlns:a16="http://schemas.microsoft.com/office/drawing/2014/main" val="165794768"/>
                        </a:ext>
                      </a:extLst>
                    </a:gridCol>
                  </a:tblGrid>
                  <a:tr h="342900">
                    <a:tc>
                      <a:txBody>
                        <a:bodyPr/>
                        <a:lstStyle/>
                        <a:p>
                          <a:endParaRPr lang="zh-CN"/>
                        </a:p>
                      </a:txBody>
                      <a:tcPr marL="68580" marR="68580" marT="34290" marB="34290">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3"/>
                          <a:stretch>
                            <a:fillRect t="-7143" r="-1467500" b="-125000"/>
                          </a:stretch>
                        </a:blipFill>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1</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2</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3</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4</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5</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6</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7</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8</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9</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10</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8186712"/>
                      </a:ext>
                    </a:extLst>
                  </a:tr>
                  <a:tr h="342900">
                    <a:tc>
                      <a:txBody>
                        <a:bodyPr/>
                        <a:lstStyle/>
                        <a:p>
                          <a:endParaRPr lang="zh-CN"/>
                        </a:p>
                      </a:txBody>
                      <a:tcPr marL="68580" marR="68580" marT="34290" marB="34290">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3"/>
                          <a:stretch>
                            <a:fillRect t="-111111" r="-1467500" b="-29630"/>
                          </a:stretch>
                        </a:blipFill>
                      </a:tcPr>
                    </a:tc>
                    <a:tc>
                      <a:txBody>
                        <a:bodyPr/>
                        <a:lstStyle/>
                        <a:p>
                          <a:pPr algn="ctr"/>
                          <a:r>
                            <a:rPr lang="en-US" altLang="zh-CN" sz="1800" dirty="0">
                              <a:latin typeface="Times New Roman" panose="02020603050405020304" pitchFamily="18" charset="0"/>
                              <a:cs typeface="Times New Roman" panose="02020603050405020304" pitchFamily="18" charset="0"/>
                            </a:rPr>
                            <a:t>0.002</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0.001</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0.002</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0.005</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0.02</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0.04</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0.18</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0.37</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0.25</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0.12</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0.01</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lnT w="190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43209496"/>
                      </a:ext>
                    </a:extLst>
                  </a:tr>
                </a:tbl>
              </a:graphicData>
            </a:graphic>
          </p:graphicFrame>
        </mc:Fallback>
      </mc:AlternateContent>
      <mc:AlternateContent xmlns:mc="http://schemas.openxmlformats.org/markup-compatibility/2006" xmlns:a14="http://schemas.microsoft.com/office/drawing/2010/main">
        <mc:Choice Requires="a14">
          <p:sp>
            <p:nvSpPr>
              <p:cNvPr id="7" name="副标题 2">
                <a:extLst>
                  <a:ext uri="{FF2B5EF4-FFF2-40B4-BE49-F238E27FC236}">
                    <a16:creationId xmlns:a16="http://schemas.microsoft.com/office/drawing/2014/main" id="{9C53C49E-8284-4DA1-BDD6-C475A1808E44}"/>
                  </a:ext>
                </a:extLst>
              </p:cNvPr>
              <p:cNvSpPr txBox="1">
                <a:spLocks/>
              </p:cNvSpPr>
              <p:nvPr/>
            </p:nvSpPr>
            <p:spPr>
              <a:xfrm>
                <a:off x="440906" y="4017640"/>
                <a:ext cx="8048828" cy="715082"/>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试</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求</a:t>
                </a:r>
                <a14:m>
                  <m:oMath xmlns:m="http://schemas.openxmlformats.org/officeDocument/2006/math">
                    <m:r>
                      <a:rPr lang="en-US" altLang="zh-CN" sz="2200"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的数学期望</a:t>
                </a:r>
                <a14:m>
                  <m:oMath xmlns:m="http://schemas.openxmlformats.org/officeDocument/2006/math">
                    <m:r>
                      <a:rPr lang="en-US" altLang="zh-CN" sz="2200" i="1">
                        <a:solidFill>
                          <a:srgbClr val="FF0000"/>
                        </a:solidFill>
                        <a:latin typeface="Cambria Math" panose="02040503050406030204" pitchFamily="18" charset="0"/>
                      </a:rPr>
                      <m:t>𝐸</m:t>
                    </m:r>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𝑋</m:t>
                    </m:r>
                    <m:r>
                      <a:rPr lang="en-US" altLang="zh-CN" sz="2200" i="1">
                        <a:solidFill>
                          <a:srgbClr val="FF0000"/>
                        </a:solidFill>
                        <a:latin typeface="Cambria Math" panose="02040503050406030204" pitchFamily="18" charset="0"/>
                      </a:rPr>
                      <m:t>)</m:t>
                    </m:r>
                  </m:oMath>
                </a14:m>
                <a:endParaRPr lang="zh-CN" altLang="en-US" sz="22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7" name="副标题 2">
                <a:extLst>
                  <a:ext uri="{FF2B5EF4-FFF2-40B4-BE49-F238E27FC236}">
                    <a16:creationId xmlns:a16="http://schemas.microsoft.com/office/drawing/2014/main" id="{9C53C49E-8284-4DA1-BDD6-C475A1808E44}"/>
                  </a:ext>
                </a:extLst>
              </p:cNvPr>
              <p:cNvSpPr txBox="1">
                <a:spLocks noRot="1" noChangeAspect="1" noMove="1" noResize="1" noEditPoints="1" noAdjustHandles="1" noChangeArrowheads="1" noChangeShapeType="1" noTextEdit="1"/>
              </p:cNvSpPr>
              <p:nvPr/>
            </p:nvSpPr>
            <p:spPr>
              <a:xfrm>
                <a:off x="440906" y="4017640"/>
                <a:ext cx="8048828" cy="715082"/>
              </a:xfrm>
              <a:prstGeom prst="rect">
                <a:avLst/>
              </a:prstGeom>
              <a:blipFill>
                <a:blip r:embed="rId4"/>
                <a:stretch>
                  <a:fillRect l="-126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485B779B-1F82-75DC-0AAD-1BE9253B78ED}"/>
                  </a:ext>
                </a:extLst>
              </p:cNvPr>
              <p:cNvSpPr/>
              <p:nvPr/>
            </p:nvSpPr>
            <p:spPr>
              <a:xfrm>
                <a:off x="-70221" y="5095113"/>
                <a:ext cx="9157642" cy="110799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200" b="1" i="1" smtClean="0">
                          <a:solidFill>
                            <a:srgbClr val="FF0000"/>
                          </a:solidFill>
                          <a:latin typeface="Cambria Math" panose="02040503050406030204" pitchFamily="18" charset="0"/>
                        </a:rPr>
                        <m:t>解</m:t>
                      </m:r>
                      <m:r>
                        <a:rPr lang="en-US" altLang="zh-CN" sz="2200" b="1" i="1">
                          <a:latin typeface="Cambria Math" panose="02040503050406030204" pitchFamily="18" charset="0"/>
                        </a:rPr>
                        <m:t>  </m:t>
                      </m:r>
                      <m:r>
                        <a:rPr lang="en-US" altLang="zh-CN" sz="2200" i="1">
                          <a:latin typeface="Cambria Math" panose="02040503050406030204" pitchFamily="18" charset="0"/>
                        </a:rPr>
                        <m:t>    </m:t>
                      </m:r>
                      <m:r>
                        <a:rPr lang="en-US" altLang="zh-CN" sz="2200" i="1">
                          <a:latin typeface="Cambria Math" panose="02040503050406030204" pitchFamily="18" charset="0"/>
                        </a:rPr>
                        <m:t>𝐸</m:t>
                      </m:r>
                      <m:d>
                        <m:dPr>
                          <m:ctrlPr>
                            <a:rPr lang="en-US" altLang="zh-CN" sz="2200" i="1">
                              <a:latin typeface="Cambria Math" panose="02040503050406030204" pitchFamily="18" charset="0"/>
                            </a:rPr>
                          </m:ctrlPr>
                        </m:dPr>
                        <m:e>
                          <m:r>
                            <a:rPr lang="en-US" altLang="zh-CN" sz="2200" i="1">
                              <a:latin typeface="Cambria Math" panose="02040503050406030204" pitchFamily="18" charset="0"/>
                            </a:rPr>
                            <m:t>𝑋</m:t>
                          </m:r>
                        </m:e>
                      </m:d>
                      <m:r>
                        <a:rPr lang="en-US" altLang="zh-CN" sz="2200" i="1">
                          <a:latin typeface="Cambria Math" panose="02040503050406030204" pitchFamily="18" charset="0"/>
                        </a:rPr>
                        <m:t>=0</m:t>
                      </m:r>
                      <m:r>
                        <a:rPr lang="en-US" altLang="zh-CN" sz="2200" i="1">
                          <a:latin typeface="Cambria Math" panose="02040503050406030204" pitchFamily="18" charset="0"/>
                          <a:ea typeface="Cambria Math" panose="02040503050406030204" pitchFamily="18" charset="0"/>
                        </a:rPr>
                        <m:t>×0.002+1×0.001+2×0.002+3×0.005+4×0.02</m:t>
                      </m:r>
                    </m:oMath>
                  </m:oMathPara>
                </a14:m>
                <a:endParaRPr lang="en-US" altLang="zh-CN" sz="2200" i="1" dirty="0">
                  <a:latin typeface="Cambria Math" panose="02040503050406030204" pitchFamily="18" charset="0"/>
                  <a:ea typeface="Cambria Math" panose="02040503050406030204" pitchFamily="18" charset="0"/>
                </a:endParaRPr>
              </a:p>
              <a:p>
                <a:r>
                  <a:rPr lang="en-US" altLang="zh-CN" sz="2200" dirty="0">
                    <a:ea typeface="Cambria Math" panose="02040503050406030204" pitchFamily="18" charset="0"/>
                  </a:rPr>
                  <a:t>                        </a:t>
                </a:r>
                <a14:m>
                  <m:oMath xmlns:m="http://schemas.openxmlformats.org/officeDocument/2006/math">
                    <m:r>
                      <a:rPr lang="en-US" altLang="zh-CN" sz="2200">
                        <a:latin typeface="Cambria Math" panose="02040503050406030204" pitchFamily="18" charset="0"/>
                        <a:ea typeface="Cambria Math" panose="02040503050406030204" pitchFamily="18" charset="0"/>
                      </a:rPr>
                      <m:t>  +5</m:t>
                    </m:r>
                    <m:r>
                      <a:rPr lang="en-US" altLang="zh-CN" sz="2200" i="1">
                        <a:latin typeface="Cambria Math" panose="02040503050406030204" pitchFamily="18" charset="0"/>
                        <a:ea typeface="Cambria Math" panose="02040503050406030204" pitchFamily="18" charset="0"/>
                      </a:rPr>
                      <m:t>×0.04+6×0.18+7×0.37+8×0.25+9×0.12+10×0.01</m:t>
                    </m:r>
                  </m:oMath>
                </a14:m>
                <a:endParaRPr lang="en-US" altLang="zh-CN" sz="2200" i="1" dirty="0">
                  <a:latin typeface="Cambria Math" panose="02040503050406030204" pitchFamily="18" charset="0"/>
                  <a:ea typeface="Cambria Math" panose="02040503050406030204" pitchFamily="18" charset="0"/>
                </a:endParaRPr>
              </a:p>
              <a:p>
                <a:r>
                  <a:rPr lang="en-US" altLang="zh-CN" sz="2200" dirty="0">
                    <a:ea typeface="Cambria Math" panose="02040503050406030204" pitchFamily="18" charset="0"/>
                  </a:rPr>
                  <a:t>                             </a:t>
                </a:r>
                <a14:m>
                  <m:oMath xmlns:m="http://schemas.openxmlformats.org/officeDocument/2006/math">
                    <m:r>
                      <a:rPr lang="en-US" altLang="zh-CN" sz="2200">
                        <a:latin typeface="Cambria Math" panose="02040503050406030204" pitchFamily="18" charset="0"/>
                        <a:ea typeface="Cambria Math" panose="02040503050406030204" pitchFamily="18" charset="0"/>
                      </a:rPr>
                      <m:t>     </m:t>
                    </m:r>
                    <m:r>
                      <a:rPr lang="en-US" altLang="zh-CN" sz="2200" i="1">
                        <a:latin typeface="Cambria Math" panose="02040503050406030204" pitchFamily="18" charset="0"/>
                        <a:ea typeface="Cambria Math" panose="02040503050406030204" pitchFamily="18" charset="0"/>
                      </a:rPr>
                      <m:t>=7.15</m:t>
                    </m:r>
                    <m:r>
                      <a:rPr lang="zh-CN" altLang="en-US" sz="2200" i="1">
                        <a:latin typeface="Cambria Math" panose="02040503050406030204" pitchFamily="18" charset="0"/>
                        <a:ea typeface="Cambria Math" panose="02040503050406030204" pitchFamily="18" charset="0"/>
                      </a:rPr>
                      <m:t>（分</m:t>
                    </m:r>
                  </m:oMath>
                </a14:m>
                <a:r>
                  <a:rPr lang="zh-CN" altLang="en-US" sz="2200" dirty="0">
                    <a:ea typeface="Cambria Math" panose="02040503050406030204" pitchFamily="18" charset="0"/>
                  </a:rPr>
                  <a:t>）</a:t>
                </a:r>
                <a:endParaRPr lang="en-US" altLang="zh-CN" sz="2200" dirty="0">
                  <a:ea typeface="Cambria Math" panose="02040503050406030204" pitchFamily="18" charset="0"/>
                </a:endParaRPr>
              </a:p>
            </p:txBody>
          </p:sp>
        </mc:Choice>
        <mc:Fallback xmlns="">
          <p:sp>
            <p:nvSpPr>
              <p:cNvPr id="9" name="矩形 8">
                <a:extLst>
                  <a:ext uri="{FF2B5EF4-FFF2-40B4-BE49-F238E27FC236}">
                    <a16:creationId xmlns:a16="http://schemas.microsoft.com/office/drawing/2014/main" id="{485B779B-1F82-75DC-0AAD-1BE9253B78ED}"/>
                  </a:ext>
                </a:extLst>
              </p:cNvPr>
              <p:cNvSpPr>
                <a:spLocks noRot="1" noChangeAspect="1" noMove="1" noResize="1" noEditPoints="1" noAdjustHandles="1" noChangeArrowheads="1" noChangeShapeType="1" noTextEdit="1"/>
              </p:cNvSpPr>
              <p:nvPr/>
            </p:nvSpPr>
            <p:spPr>
              <a:xfrm>
                <a:off x="-70221" y="5095113"/>
                <a:ext cx="9157642" cy="1107996"/>
              </a:xfrm>
              <a:prstGeom prst="rect">
                <a:avLst/>
              </a:prstGeom>
              <a:blipFill>
                <a:blip r:embed="rId5"/>
                <a:stretch>
                  <a:fillRect b="-7955"/>
                </a:stretch>
              </a:blipFill>
            </p:spPr>
            <p:txBody>
              <a:bodyPr/>
              <a:lstStyle/>
              <a:p>
                <a:r>
                  <a:rPr lang="zh-CN" altLang="en-US">
                    <a:noFill/>
                  </a:rPr>
                  <a:t> </a:t>
                </a:r>
              </a:p>
            </p:txBody>
          </p:sp>
        </mc:Fallback>
      </mc:AlternateContent>
      <p:sp>
        <p:nvSpPr>
          <p:cNvPr id="2" name="副标题 2">
            <a:extLst>
              <a:ext uri="{FF2B5EF4-FFF2-40B4-BE49-F238E27FC236}">
                <a16:creationId xmlns:a16="http://schemas.microsoft.com/office/drawing/2014/main" id="{F2D21848-37BD-549B-3FFB-1434C39785D6}"/>
              </a:ext>
            </a:extLst>
          </p:cNvPr>
          <p:cNvSpPr txBox="1">
            <a:spLocks/>
          </p:cNvSpPr>
          <p:nvPr/>
        </p:nvSpPr>
        <p:spPr>
          <a:xfrm>
            <a:off x="1341603" y="25537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#1</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cxnSp>
        <p:nvCxnSpPr>
          <p:cNvPr id="3" name="直线连接符 2">
            <a:extLst>
              <a:ext uri="{FF2B5EF4-FFF2-40B4-BE49-F238E27FC236}">
                <a16:creationId xmlns:a16="http://schemas.microsoft.com/office/drawing/2014/main" id="{DC0D80AE-FC67-BAC6-43C1-001D7AB3B0A8}"/>
              </a:ext>
            </a:extLst>
          </p:cNvPr>
          <p:cNvCxnSpPr/>
          <p:nvPr/>
        </p:nvCxnSpPr>
        <p:spPr>
          <a:xfrm>
            <a:off x="0" y="94069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B46A225F-BE05-6885-34E5-68A0EBE94DFE}"/>
              </a:ext>
            </a:extLst>
          </p:cNvPr>
          <p:cNvSpPr/>
          <p:nvPr/>
        </p:nvSpPr>
        <p:spPr bwMode="auto">
          <a:xfrm>
            <a:off x="0" y="0"/>
            <a:ext cx="260169" cy="6858000"/>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5151159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61" name="Group 17">
            <a:extLst>
              <a:ext uri="{FF2B5EF4-FFF2-40B4-BE49-F238E27FC236}">
                <a16:creationId xmlns:a16="http://schemas.microsoft.com/office/drawing/2014/main" id="{8A06A5CF-98D5-6347-9986-3B20A6A103D2}"/>
              </a:ext>
            </a:extLst>
          </p:cNvPr>
          <p:cNvGrpSpPr>
            <a:grpSpLocks/>
          </p:cNvGrpSpPr>
          <p:nvPr/>
        </p:nvGrpSpPr>
        <p:grpSpPr bwMode="auto">
          <a:xfrm>
            <a:off x="1835150" y="1653594"/>
            <a:ext cx="5184775" cy="1886016"/>
            <a:chOff x="1791" y="1524"/>
            <a:chExt cx="2268" cy="940"/>
          </a:xfrm>
        </p:grpSpPr>
        <p:sp>
          <p:nvSpPr>
            <p:cNvPr id="6153" name="Line 2">
              <a:extLst>
                <a:ext uri="{FF2B5EF4-FFF2-40B4-BE49-F238E27FC236}">
                  <a16:creationId xmlns:a16="http://schemas.microsoft.com/office/drawing/2014/main" id="{55756C74-5EC1-1148-AEC0-C09C45B65A72}"/>
                </a:ext>
              </a:extLst>
            </p:cNvPr>
            <p:cNvSpPr>
              <a:spLocks noChangeShapeType="1"/>
            </p:cNvSpPr>
            <p:nvPr/>
          </p:nvSpPr>
          <p:spPr bwMode="auto">
            <a:xfrm>
              <a:off x="1791" y="1978"/>
              <a:ext cx="2268" cy="1"/>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latin typeface="Times New Roman" panose="02020603050405020304" pitchFamily="18" charset="0"/>
                <a:ea typeface="KaiTi" panose="02010609060101010101" pitchFamily="49" charset="-122"/>
                <a:cs typeface="Times New Roman" panose="02020603050405020304" pitchFamily="18" charset="0"/>
              </a:endParaRPr>
            </a:p>
          </p:txBody>
        </p:sp>
        <p:sp>
          <p:nvSpPr>
            <p:cNvPr id="6154" name="Line 3">
              <a:extLst>
                <a:ext uri="{FF2B5EF4-FFF2-40B4-BE49-F238E27FC236}">
                  <a16:creationId xmlns:a16="http://schemas.microsoft.com/office/drawing/2014/main" id="{401C3A8C-3D86-2346-9E37-C2970DEDE9E8}"/>
                </a:ext>
              </a:extLst>
            </p:cNvPr>
            <p:cNvSpPr>
              <a:spLocks noChangeShapeType="1"/>
            </p:cNvSpPr>
            <p:nvPr/>
          </p:nvSpPr>
          <p:spPr bwMode="auto">
            <a:xfrm>
              <a:off x="2245" y="1524"/>
              <a:ext cx="1" cy="907"/>
            </a:xfrm>
            <a:prstGeom prst="line">
              <a:avLst/>
            </a:prstGeom>
            <a:noFill/>
            <a:ln w="12700"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latin typeface="Times New Roman" panose="02020603050405020304" pitchFamily="18" charset="0"/>
                <a:ea typeface="KaiTi" panose="02010609060101010101" pitchFamily="49" charset="-122"/>
                <a:cs typeface="Times New Roman" panose="02020603050405020304" pitchFamily="18" charset="0"/>
              </a:endParaRPr>
            </a:p>
          </p:txBody>
        </p:sp>
        <p:sp>
          <p:nvSpPr>
            <p:cNvPr id="6155" name="Text Box 4">
              <a:extLst>
                <a:ext uri="{FF2B5EF4-FFF2-40B4-BE49-F238E27FC236}">
                  <a16:creationId xmlns:a16="http://schemas.microsoft.com/office/drawing/2014/main" id="{6C42F45D-4515-5E45-97A7-922689416595}"/>
                </a:ext>
              </a:extLst>
            </p:cNvPr>
            <p:cNvSpPr txBox="1">
              <a:spLocks noChangeArrowheads="1"/>
            </p:cNvSpPr>
            <p:nvPr/>
          </p:nvSpPr>
          <p:spPr bwMode="auto">
            <a:xfrm>
              <a:off x="1836" y="1660"/>
              <a:ext cx="453"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1pPr>
              <a:lvl2pPr marL="742950" indent="-28575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2pPr>
              <a:lvl3pPr marL="11430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3pPr>
              <a:lvl4pPr marL="16002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4pPr>
              <a:lvl5pPr marL="20574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9pPr>
            </a:lstStyle>
            <a:p>
              <a:pPr eaLnBrk="1" hangingPunct="1">
                <a:buClrTx/>
                <a:buFontTx/>
                <a:buNone/>
              </a:pPr>
              <a:r>
                <a:rPr kumimoji="1" lang="en-US" altLang="zh-CN" i="1" dirty="0">
                  <a:latin typeface="Times New Roman" panose="02020603050405020304" pitchFamily="18" charset="0"/>
                  <a:ea typeface="KaiTi" panose="02010609060101010101" pitchFamily="49" charset="-122"/>
                  <a:cs typeface="Times New Roman" panose="02020603050405020304" pitchFamily="18" charset="0"/>
                </a:rPr>
                <a:t>X</a:t>
              </a:r>
            </a:p>
          </p:txBody>
        </p:sp>
        <p:sp>
          <p:nvSpPr>
            <p:cNvPr id="6156" name="Text Box 5">
              <a:extLst>
                <a:ext uri="{FF2B5EF4-FFF2-40B4-BE49-F238E27FC236}">
                  <a16:creationId xmlns:a16="http://schemas.microsoft.com/office/drawing/2014/main" id="{45E5DDA6-B563-5845-AFA6-64423F939BE9}"/>
                </a:ext>
              </a:extLst>
            </p:cNvPr>
            <p:cNvSpPr txBox="1">
              <a:spLocks noChangeArrowheads="1"/>
            </p:cNvSpPr>
            <p:nvPr/>
          </p:nvSpPr>
          <p:spPr bwMode="auto">
            <a:xfrm>
              <a:off x="1882" y="2159"/>
              <a:ext cx="363"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1pPr>
              <a:lvl2pPr marL="742950" indent="-28575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2pPr>
              <a:lvl3pPr marL="11430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3pPr>
              <a:lvl4pPr marL="16002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4pPr>
              <a:lvl5pPr marL="20574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9pPr>
            </a:lstStyle>
            <a:p>
              <a:pPr eaLnBrk="1" hangingPunct="1">
                <a:buClrTx/>
                <a:buFontTx/>
                <a:buNone/>
              </a:pPr>
              <a:r>
                <a:rPr kumimoji="1" lang="en-US" altLang="zh-CN">
                  <a:latin typeface="Times New Roman" panose="02020603050405020304" pitchFamily="18" charset="0"/>
                  <a:ea typeface="KaiTi" panose="02010609060101010101" pitchFamily="49" charset="-122"/>
                  <a:cs typeface="Times New Roman" panose="02020603050405020304" pitchFamily="18" charset="0"/>
                </a:rPr>
                <a:t>P</a:t>
              </a:r>
            </a:p>
          </p:txBody>
        </p:sp>
        <p:sp>
          <p:nvSpPr>
            <p:cNvPr id="6157" name="Text Box 6">
              <a:extLst>
                <a:ext uri="{FF2B5EF4-FFF2-40B4-BE49-F238E27FC236}">
                  <a16:creationId xmlns:a16="http://schemas.microsoft.com/office/drawing/2014/main" id="{8568B9A2-946F-0B4A-851A-91748ED41789}"/>
                </a:ext>
              </a:extLst>
            </p:cNvPr>
            <p:cNvSpPr txBox="1">
              <a:spLocks noChangeArrowheads="1"/>
            </p:cNvSpPr>
            <p:nvPr/>
          </p:nvSpPr>
          <p:spPr bwMode="auto">
            <a:xfrm>
              <a:off x="2426" y="1660"/>
              <a:ext cx="544"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1pPr>
              <a:lvl2pPr marL="742950" indent="-28575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2pPr>
              <a:lvl3pPr marL="11430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3pPr>
              <a:lvl4pPr marL="16002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4pPr>
              <a:lvl5pPr marL="20574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9pPr>
            </a:lstStyle>
            <a:p>
              <a:pPr eaLnBrk="1" hangingPunct="1">
                <a:buClrTx/>
                <a:buFontTx/>
                <a:buNone/>
              </a:pPr>
              <a:r>
                <a:rPr kumimoji="1" lang="en-US" altLang="zh-CN">
                  <a:latin typeface="Times New Roman" panose="02020603050405020304" pitchFamily="18" charset="0"/>
                  <a:ea typeface="KaiTi" panose="02010609060101010101" pitchFamily="49" charset="-122"/>
                  <a:cs typeface="Times New Roman" panose="02020603050405020304" pitchFamily="18" charset="0"/>
                </a:rPr>
                <a:t>4</a:t>
              </a:r>
            </a:p>
          </p:txBody>
        </p:sp>
        <p:sp>
          <p:nvSpPr>
            <p:cNvPr id="6158" name="Text Box 7">
              <a:extLst>
                <a:ext uri="{FF2B5EF4-FFF2-40B4-BE49-F238E27FC236}">
                  <a16:creationId xmlns:a16="http://schemas.microsoft.com/office/drawing/2014/main" id="{35C75F68-AC0E-5D4E-B912-C17EE393DE4A}"/>
                </a:ext>
              </a:extLst>
            </p:cNvPr>
            <p:cNvSpPr txBox="1">
              <a:spLocks noChangeArrowheads="1"/>
            </p:cNvSpPr>
            <p:nvPr/>
          </p:nvSpPr>
          <p:spPr bwMode="auto">
            <a:xfrm>
              <a:off x="2381" y="2205"/>
              <a:ext cx="408"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1pPr>
              <a:lvl2pPr marL="742950" indent="-28575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2pPr>
              <a:lvl3pPr marL="11430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3pPr>
              <a:lvl4pPr marL="16002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4pPr>
              <a:lvl5pPr marL="20574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9pPr>
            </a:lstStyle>
            <a:p>
              <a:pPr eaLnBrk="1" hangingPunct="1">
                <a:buClrTx/>
                <a:buFontTx/>
                <a:buNone/>
              </a:pPr>
              <a:r>
                <a:rPr kumimoji="1" lang="en-US" altLang="zh-CN">
                  <a:latin typeface="Times New Roman" panose="02020603050405020304" pitchFamily="18" charset="0"/>
                  <a:ea typeface="KaiTi" panose="02010609060101010101" pitchFamily="49" charset="-122"/>
                  <a:cs typeface="Times New Roman" panose="02020603050405020304" pitchFamily="18" charset="0"/>
                </a:rPr>
                <a:t>1/4</a:t>
              </a:r>
            </a:p>
          </p:txBody>
        </p:sp>
        <p:sp>
          <p:nvSpPr>
            <p:cNvPr id="6159" name="Text Box 8">
              <a:extLst>
                <a:ext uri="{FF2B5EF4-FFF2-40B4-BE49-F238E27FC236}">
                  <a16:creationId xmlns:a16="http://schemas.microsoft.com/office/drawing/2014/main" id="{0453FD56-4C52-C849-9C1A-F7ABF368A5B7}"/>
                </a:ext>
              </a:extLst>
            </p:cNvPr>
            <p:cNvSpPr txBox="1">
              <a:spLocks noChangeArrowheads="1"/>
            </p:cNvSpPr>
            <p:nvPr/>
          </p:nvSpPr>
          <p:spPr bwMode="auto">
            <a:xfrm>
              <a:off x="2925" y="1660"/>
              <a:ext cx="590"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1pPr>
              <a:lvl2pPr marL="742950" indent="-28575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2pPr>
              <a:lvl3pPr marL="11430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3pPr>
              <a:lvl4pPr marL="16002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4pPr>
              <a:lvl5pPr marL="20574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9pPr>
            </a:lstStyle>
            <a:p>
              <a:pPr eaLnBrk="1" hangingPunct="1">
                <a:buClrTx/>
                <a:buFontTx/>
                <a:buNone/>
              </a:pPr>
              <a:r>
                <a:rPr kumimoji="1" lang="en-US" altLang="zh-CN">
                  <a:latin typeface="Times New Roman" panose="02020603050405020304" pitchFamily="18" charset="0"/>
                  <a:ea typeface="KaiTi" panose="02010609060101010101" pitchFamily="49" charset="-122"/>
                  <a:cs typeface="Times New Roman" panose="02020603050405020304" pitchFamily="18" charset="0"/>
                </a:rPr>
                <a:t>5</a:t>
              </a:r>
            </a:p>
          </p:txBody>
        </p:sp>
        <p:sp>
          <p:nvSpPr>
            <p:cNvPr id="6160" name="Text Box 9">
              <a:extLst>
                <a:ext uri="{FF2B5EF4-FFF2-40B4-BE49-F238E27FC236}">
                  <a16:creationId xmlns:a16="http://schemas.microsoft.com/office/drawing/2014/main" id="{800F6B57-E50D-6B49-ACD8-8EADF1ACEE4C}"/>
                </a:ext>
              </a:extLst>
            </p:cNvPr>
            <p:cNvSpPr txBox="1">
              <a:spLocks noChangeArrowheads="1"/>
            </p:cNvSpPr>
            <p:nvPr/>
          </p:nvSpPr>
          <p:spPr bwMode="auto">
            <a:xfrm>
              <a:off x="2857" y="2205"/>
              <a:ext cx="363"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1pPr>
              <a:lvl2pPr marL="742950" indent="-28575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2pPr>
              <a:lvl3pPr marL="11430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3pPr>
              <a:lvl4pPr marL="16002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4pPr>
              <a:lvl5pPr marL="20574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9pPr>
            </a:lstStyle>
            <a:p>
              <a:pPr eaLnBrk="1" hangingPunct="1">
                <a:buClrTx/>
                <a:buFontTx/>
                <a:buNone/>
              </a:pPr>
              <a:r>
                <a:rPr kumimoji="1" lang="en-US" altLang="zh-CN">
                  <a:latin typeface="Times New Roman" panose="02020603050405020304" pitchFamily="18" charset="0"/>
                  <a:ea typeface="KaiTi" panose="02010609060101010101" pitchFamily="49" charset="-122"/>
                  <a:cs typeface="Times New Roman" panose="02020603050405020304" pitchFamily="18" charset="0"/>
                </a:rPr>
                <a:t>1/2</a:t>
              </a:r>
            </a:p>
          </p:txBody>
        </p:sp>
        <p:sp>
          <p:nvSpPr>
            <p:cNvPr id="6161" name="Text Box 10">
              <a:extLst>
                <a:ext uri="{FF2B5EF4-FFF2-40B4-BE49-F238E27FC236}">
                  <a16:creationId xmlns:a16="http://schemas.microsoft.com/office/drawing/2014/main" id="{2A00150E-05F5-4149-A0FA-ABF949837CE5}"/>
                </a:ext>
              </a:extLst>
            </p:cNvPr>
            <p:cNvSpPr txBox="1">
              <a:spLocks noChangeArrowheads="1"/>
            </p:cNvSpPr>
            <p:nvPr/>
          </p:nvSpPr>
          <p:spPr bwMode="auto">
            <a:xfrm>
              <a:off x="3469" y="1660"/>
              <a:ext cx="499"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1pPr>
              <a:lvl2pPr marL="742950" indent="-28575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2pPr>
              <a:lvl3pPr marL="11430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3pPr>
              <a:lvl4pPr marL="16002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4pPr>
              <a:lvl5pPr marL="20574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9pPr>
            </a:lstStyle>
            <a:p>
              <a:pPr eaLnBrk="1" hangingPunct="1">
                <a:buClrTx/>
                <a:buFontTx/>
                <a:buNone/>
              </a:pPr>
              <a:r>
                <a:rPr kumimoji="1" lang="en-US" altLang="zh-CN">
                  <a:latin typeface="Times New Roman" panose="02020603050405020304" pitchFamily="18" charset="0"/>
                  <a:ea typeface="KaiTi" panose="02010609060101010101" pitchFamily="49" charset="-122"/>
                  <a:cs typeface="Times New Roman" panose="02020603050405020304" pitchFamily="18" charset="0"/>
                </a:rPr>
                <a:t>6</a:t>
              </a:r>
            </a:p>
          </p:txBody>
        </p:sp>
        <p:sp>
          <p:nvSpPr>
            <p:cNvPr id="6162" name="Rectangle 11">
              <a:extLst>
                <a:ext uri="{FF2B5EF4-FFF2-40B4-BE49-F238E27FC236}">
                  <a16:creationId xmlns:a16="http://schemas.microsoft.com/office/drawing/2014/main" id="{23A50D82-B4BF-1F45-B759-C81F12BA99E1}"/>
                </a:ext>
              </a:extLst>
            </p:cNvPr>
            <p:cNvSpPr>
              <a:spLocks noChangeArrowheads="1"/>
            </p:cNvSpPr>
            <p:nvPr/>
          </p:nvSpPr>
          <p:spPr bwMode="auto">
            <a:xfrm>
              <a:off x="3347" y="2205"/>
              <a:ext cx="453" cy="2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1pPr>
              <a:lvl2pPr marL="742950" indent="-28575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2pPr>
              <a:lvl3pPr marL="11430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3pPr>
              <a:lvl4pPr marL="16002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4pPr>
              <a:lvl5pPr marL="20574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9pPr>
            </a:lstStyle>
            <a:p>
              <a:pPr algn="ctr" eaLnBrk="1" hangingPunct="1">
                <a:buClrTx/>
                <a:buFontTx/>
                <a:buNone/>
              </a:pPr>
              <a:r>
                <a:rPr kumimoji="1" lang="en-US" altLang="zh-CN">
                  <a:latin typeface="Times New Roman" panose="02020603050405020304" pitchFamily="18" charset="0"/>
                  <a:ea typeface="KaiTi" panose="02010609060101010101" pitchFamily="49" charset="-122"/>
                  <a:cs typeface="Times New Roman" panose="02020603050405020304" pitchFamily="18" charset="0"/>
                </a:rPr>
                <a:t>1/4</a:t>
              </a:r>
            </a:p>
          </p:txBody>
        </p:sp>
      </p:grpSp>
      <mc:AlternateContent xmlns:mc="http://schemas.openxmlformats.org/markup-compatibility/2006" xmlns:a14="http://schemas.microsoft.com/office/drawing/2010/main">
        <mc:Choice Requires="a14">
          <p:sp>
            <p:nvSpPr>
              <p:cNvPr id="57357" name="Text Box 13">
                <a:extLst>
                  <a:ext uri="{FF2B5EF4-FFF2-40B4-BE49-F238E27FC236}">
                    <a16:creationId xmlns:a16="http://schemas.microsoft.com/office/drawing/2014/main" id="{F87949BF-B369-3F46-9727-9356695E8279}"/>
                  </a:ext>
                </a:extLst>
              </p:cNvPr>
              <p:cNvSpPr txBox="1">
                <a:spLocks noChangeArrowheads="1"/>
              </p:cNvSpPr>
              <p:nvPr/>
            </p:nvSpPr>
            <p:spPr bwMode="auto">
              <a:xfrm>
                <a:off x="1054600" y="1077331"/>
                <a:ext cx="5472113" cy="461665"/>
              </a:xfrm>
              <a:prstGeom prst="rect">
                <a:avLst/>
              </a:prstGeom>
              <a:noFill/>
              <a:ln>
                <a:noFill/>
              </a:ln>
              <a:effectLst/>
              <a:extLst>
                <a:ext uri="{909E8E84-426E-40DD-AFC4-6F175D3DCCD1}">
                  <a14:hiddenFill>
                    <a:solidFill>
                      <a:schemeClr val="accent1"/>
                    </a:solidFill>
                  </a14:hiddenFill>
                </a:ext>
                <a:ext uri="{91240B29-F687-4F45-9708-019B960494DF}">
                  <a14:hiddenLine w="12700" cap="sq" algn="ctr">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lvl1pPr>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1pPr>
                <a:lvl2pPr marL="742950" indent="-28575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2pPr>
                <a:lvl3pPr marL="11430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3pPr>
                <a:lvl4pPr marL="16002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4pPr>
                <a:lvl5pPr marL="20574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9pPr>
              </a:lstStyle>
              <a:p>
                <a:pPr eaLnBrk="1" hangingPunct="1">
                  <a:buClrTx/>
                  <a:buFontTx/>
                  <a:buNone/>
                </a:pPr>
                <a:r>
                  <a:rPr kumimoji="1" lang="zh-CN" altLang="en-US" sz="2400" b="0" dirty="0">
                    <a:latin typeface="Times New Roman" panose="02020603050405020304" pitchFamily="18" charset="0"/>
                    <a:ea typeface="Microsoft YaHei" panose="020B0503020204020204" pitchFamily="34" charset="-122"/>
                    <a:cs typeface="Times New Roman" panose="02020603050405020304" pitchFamily="18" charset="0"/>
                  </a:rPr>
                  <a:t>已知随机变量</a:t>
                </a:r>
                <a14:m>
                  <m:oMath xmlns:m="http://schemas.openxmlformats.org/officeDocument/2006/math">
                    <m:r>
                      <a:rPr kumimoji="1" lang="en-US" altLang="zh-CN" sz="2400" b="0" i="1" dirty="0" smtClean="0">
                        <a:latin typeface="Cambria Math" panose="02040503050406030204" pitchFamily="18" charset="0"/>
                        <a:ea typeface="Microsoft YaHei" panose="020B0503020204020204" pitchFamily="34" charset="-122"/>
                        <a:cs typeface="Times New Roman" panose="02020603050405020304" pitchFamily="18" charset="0"/>
                      </a:rPr>
                      <m:t>𝑋</m:t>
                    </m:r>
                  </m:oMath>
                </a14:m>
                <a:r>
                  <a:rPr kumimoji="1" lang="zh-CN" altLang="en-US" sz="2400" b="0" dirty="0">
                    <a:latin typeface="Times New Roman" panose="02020603050405020304" pitchFamily="18" charset="0"/>
                    <a:ea typeface="Microsoft YaHei" panose="020B0503020204020204" pitchFamily="34" charset="-122"/>
                    <a:cs typeface="Times New Roman" panose="02020603050405020304" pitchFamily="18" charset="0"/>
                  </a:rPr>
                  <a:t>的分布律：</a:t>
                </a:r>
              </a:p>
            </p:txBody>
          </p:sp>
        </mc:Choice>
        <mc:Fallback xmlns="">
          <p:sp>
            <p:nvSpPr>
              <p:cNvPr id="57357" name="Text Box 13">
                <a:extLst>
                  <a:ext uri="{FF2B5EF4-FFF2-40B4-BE49-F238E27FC236}">
                    <a16:creationId xmlns:a16="http://schemas.microsoft.com/office/drawing/2014/main" id="{F87949BF-B369-3F46-9727-9356695E8279}"/>
                  </a:ext>
                </a:extLst>
              </p:cNvPr>
              <p:cNvSpPr txBox="1">
                <a:spLocks noRot="1" noChangeAspect="1" noMove="1" noResize="1" noEditPoints="1" noAdjustHandles="1" noChangeArrowheads="1" noChangeShapeType="1" noTextEdit="1"/>
              </p:cNvSpPr>
              <p:nvPr/>
            </p:nvSpPr>
            <p:spPr bwMode="auto">
              <a:xfrm>
                <a:off x="1054600" y="1077331"/>
                <a:ext cx="5472113" cy="461665"/>
              </a:xfrm>
              <a:prstGeom prst="rect">
                <a:avLst/>
              </a:prstGeom>
              <a:blipFill>
                <a:blip r:embed="rId3"/>
                <a:stretch>
                  <a:fillRect l="-1852" t="-8108" b="-2973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aphicFrame>
        <p:nvGraphicFramePr>
          <p:cNvPr id="57359" name="Object 15">
            <a:extLst>
              <a:ext uri="{FF2B5EF4-FFF2-40B4-BE49-F238E27FC236}">
                <a16:creationId xmlns:a16="http://schemas.microsoft.com/office/drawing/2014/main" id="{C08098F0-59B8-9E4A-8464-76E6001A5673}"/>
              </a:ext>
            </a:extLst>
          </p:cNvPr>
          <p:cNvGraphicFramePr>
            <a:graphicFrameLocks noChangeAspect="1"/>
          </p:cNvGraphicFramePr>
          <p:nvPr>
            <p:extLst>
              <p:ext uri="{D42A27DB-BD31-4B8C-83A1-F6EECF244321}">
                <p14:modId xmlns:p14="http://schemas.microsoft.com/office/powerpoint/2010/main" val="553896255"/>
              </p:ext>
            </p:extLst>
          </p:nvPr>
        </p:nvGraphicFramePr>
        <p:xfrm>
          <a:off x="1595663" y="4718725"/>
          <a:ext cx="4313443" cy="624389"/>
        </p:xfrm>
        <a:graphic>
          <a:graphicData uri="http://schemas.openxmlformats.org/presentationml/2006/ole">
            <mc:AlternateContent xmlns:mc="http://schemas.openxmlformats.org/markup-compatibility/2006">
              <mc:Choice xmlns:v="urn:schemas-microsoft-com:vml" Requires="v">
                <p:oleObj spid="_x0000_s3076" name="Equation" r:id="rId4" imgW="38620700" imgH="5270500" progId="Equation.DSMT4">
                  <p:embed/>
                </p:oleObj>
              </mc:Choice>
              <mc:Fallback>
                <p:oleObj name="Equation" r:id="rId4" imgW="38620700" imgH="5270500" progId="Equation.DSMT4">
                  <p:embed/>
                  <p:pic>
                    <p:nvPicPr>
                      <p:cNvPr id="57359" name="Object 15">
                        <a:extLst>
                          <a:ext uri="{FF2B5EF4-FFF2-40B4-BE49-F238E27FC236}">
                            <a16:creationId xmlns:a16="http://schemas.microsoft.com/office/drawing/2014/main" id="{C08098F0-59B8-9E4A-8464-76E6001A56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95663" y="4718725"/>
                        <a:ext cx="4313443" cy="624389"/>
                      </a:xfrm>
                      <a:prstGeom prst="rect">
                        <a:avLst/>
                      </a:prstGeom>
                      <a:noFill/>
                      <a:ln w="9525" cap="rnd">
                        <a:solidFill>
                          <a:schemeClr val="tx1"/>
                        </a:solidFill>
                        <a:prstDash val="sysDot"/>
                        <a:miter lim="800000"/>
                        <a:headEnd/>
                        <a:tailEnd/>
                      </a:ln>
                      <a:effectLst/>
                    </p:spPr>
                  </p:pic>
                </p:oleObj>
              </mc:Fallback>
            </mc:AlternateContent>
          </a:graphicData>
        </a:graphic>
      </p:graphicFrame>
      <p:sp>
        <p:nvSpPr>
          <p:cNvPr id="57360" name="Text Box 16">
            <a:extLst>
              <a:ext uri="{FF2B5EF4-FFF2-40B4-BE49-F238E27FC236}">
                <a16:creationId xmlns:a16="http://schemas.microsoft.com/office/drawing/2014/main" id="{40DFAB25-2792-2947-B012-C138721B04AB}"/>
              </a:ext>
            </a:extLst>
          </p:cNvPr>
          <p:cNvSpPr txBox="1">
            <a:spLocks noChangeArrowheads="1"/>
          </p:cNvSpPr>
          <p:nvPr/>
        </p:nvSpPr>
        <p:spPr bwMode="auto">
          <a:xfrm>
            <a:off x="575092" y="1088779"/>
            <a:ext cx="58381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1pPr>
            <a:lvl2pPr marL="742950" indent="-28575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2pPr>
            <a:lvl3pPr marL="11430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3pPr>
            <a:lvl4pPr marL="16002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4pPr>
            <a:lvl5pPr marL="20574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400" b="0" dirty="0">
                <a:solidFill>
                  <a:srgbClr val="FF0000"/>
                </a:solidFill>
                <a:latin typeface="Times New Roman" panose="02020603050405020304" pitchFamily="18" charset="0"/>
                <a:ea typeface="Microsoft YaHei" panose="020B0503020204020204" pitchFamily="34" charset="-122"/>
                <a:cs typeface="Times New Roman" panose="02020603050405020304" pitchFamily="18" charset="0"/>
              </a:rPr>
              <a:t>例 </a:t>
            </a:r>
          </a:p>
        </p:txBody>
      </p:sp>
      <p:sp>
        <p:nvSpPr>
          <p:cNvPr id="57362" name="Text Box 18">
            <a:extLst>
              <a:ext uri="{FF2B5EF4-FFF2-40B4-BE49-F238E27FC236}">
                <a16:creationId xmlns:a16="http://schemas.microsoft.com/office/drawing/2014/main" id="{7400DC87-2153-3E4C-9C05-82F2DEF1A116}"/>
              </a:ext>
            </a:extLst>
          </p:cNvPr>
          <p:cNvSpPr txBox="1">
            <a:spLocks noChangeArrowheads="1"/>
          </p:cNvSpPr>
          <p:nvPr/>
        </p:nvSpPr>
        <p:spPr bwMode="auto">
          <a:xfrm>
            <a:off x="1023938" y="3726869"/>
            <a:ext cx="24801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1pPr>
            <a:lvl2pPr marL="742950" indent="-28575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2pPr>
            <a:lvl3pPr marL="11430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3pPr>
            <a:lvl4pPr marL="16002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4pPr>
            <a:lvl5pPr marL="20574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400" b="0" dirty="0">
                <a:latin typeface="Times New Roman" panose="02020603050405020304" pitchFamily="18" charset="0"/>
                <a:ea typeface="Microsoft YaHei" panose="020B0503020204020204" pitchFamily="34" charset="-122"/>
                <a:cs typeface="Times New Roman" panose="02020603050405020304" pitchFamily="18" charset="0"/>
              </a:rPr>
              <a:t>求数学期望</a:t>
            </a:r>
            <a:r>
              <a:rPr lang="en-US" altLang="zh-CN" sz="2400" b="0" i="1" dirty="0">
                <a:latin typeface="Times New Roman" panose="02020603050405020304" pitchFamily="18" charset="0"/>
                <a:ea typeface="Microsoft YaHei" panose="020B0503020204020204" pitchFamily="34" charset="-122"/>
                <a:cs typeface="Times New Roman" panose="02020603050405020304" pitchFamily="18" charset="0"/>
              </a:rPr>
              <a:t>E</a:t>
            </a:r>
            <a:r>
              <a:rPr lang="en-US" altLang="zh-CN" sz="2400" b="0" dirty="0">
                <a:latin typeface="Times New Roman" panose="02020603050405020304" pitchFamily="18" charset="0"/>
                <a:ea typeface="Microsoft YaHei" panose="020B0503020204020204" pitchFamily="34" charset="-122"/>
                <a:cs typeface="Times New Roman" panose="02020603050405020304" pitchFamily="18" charset="0"/>
              </a:rPr>
              <a:t>(</a:t>
            </a:r>
            <a:r>
              <a:rPr lang="en-US" altLang="zh-CN" sz="2400" b="0" i="1" dirty="0">
                <a:latin typeface="Times New Roman" panose="02020603050405020304" pitchFamily="18" charset="0"/>
                <a:ea typeface="Microsoft YaHei" panose="020B0503020204020204" pitchFamily="34" charset="-122"/>
                <a:cs typeface="Times New Roman" panose="02020603050405020304" pitchFamily="18" charset="0"/>
              </a:rPr>
              <a:t>X</a:t>
            </a:r>
            <a:r>
              <a:rPr lang="en-US" altLang="zh-CN" sz="2400" b="0" dirty="0">
                <a:latin typeface="Times New Roman" panose="02020603050405020304" pitchFamily="18" charset="0"/>
                <a:ea typeface="Microsoft YaHei" panose="020B0503020204020204" pitchFamily="34" charset="-122"/>
                <a:cs typeface="Times New Roman" panose="02020603050405020304" pitchFamily="18" charset="0"/>
              </a:rPr>
              <a:t>)</a:t>
            </a:r>
            <a:r>
              <a:rPr lang="zh-CN" altLang="en-US" sz="2400" b="0" dirty="0">
                <a:latin typeface="Times New Roman" panose="02020603050405020304" pitchFamily="18" charset="0"/>
                <a:ea typeface="Microsoft YaHei" panose="020B0503020204020204" pitchFamily="34" charset="-122"/>
                <a:cs typeface="Times New Roman" panose="02020603050405020304" pitchFamily="18" charset="0"/>
              </a:rPr>
              <a:t>  </a:t>
            </a:r>
          </a:p>
        </p:txBody>
      </p:sp>
      <p:sp>
        <p:nvSpPr>
          <p:cNvPr id="57363" name="Text Box 19">
            <a:extLst>
              <a:ext uri="{FF2B5EF4-FFF2-40B4-BE49-F238E27FC236}">
                <a16:creationId xmlns:a16="http://schemas.microsoft.com/office/drawing/2014/main" id="{7BE0CA87-3ECD-AB44-AAE2-989EA3F85CA2}"/>
              </a:ext>
            </a:extLst>
          </p:cNvPr>
          <p:cNvSpPr txBox="1">
            <a:spLocks noChangeArrowheads="1"/>
          </p:cNvSpPr>
          <p:nvPr/>
        </p:nvSpPr>
        <p:spPr bwMode="auto">
          <a:xfrm>
            <a:off x="611188" y="4633921"/>
            <a:ext cx="6463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1pPr>
            <a:lvl2pPr marL="742950" indent="-28575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2pPr>
            <a:lvl3pPr marL="11430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3pPr>
            <a:lvl4pPr marL="16002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4pPr>
            <a:lvl5pPr marL="20574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FontTx/>
              <a:buNone/>
            </a:pPr>
            <a:r>
              <a:rPr lang="zh-CN" altLang="en-US" sz="2400" b="0" dirty="0">
                <a:solidFill>
                  <a:srgbClr val="FF0000"/>
                </a:solidFill>
                <a:latin typeface="Times New Roman" panose="02020603050405020304" pitchFamily="18" charset="0"/>
                <a:ea typeface="Microsoft YaHei" panose="020B0503020204020204" pitchFamily="34" charset="-122"/>
                <a:cs typeface="Times New Roman" panose="02020603050405020304" pitchFamily="18" charset="0"/>
              </a:rPr>
              <a:t>解  </a:t>
            </a:r>
          </a:p>
        </p:txBody>
      </p:sp>
      <p:graphicFrame>
        <p:nvGraphicFramePr>
          <p:cNvPr id="57364" name="Object 20">
            <a:extLst>
              <a:ext uri="{FF2B5EF4-FFF2-40B4-BE49-F238E27FC236}">
                <a16:creationId xmlns:a16="http://schemas.microsoft.com/office/drawing/2014/main" id="{63E41539-7DEE-734E-8F24-A178B719F2CD}"/>
              </a:ext>
            </a:extLst>
          </p:cNvPr>
          <p:cNvGraphicFramePr>
            <a:graphicFrameLocks noChangeAspect="1"/>
          </p:cNvGraphicFramePr>
          <p:nvPr/>
        </p:nvGraphicFramePr>
        <p:xfrm>
          <a:off x="1786016" y="5577741"/>
          <a:ext cx="4897438" cy="1004887"/>
        </p:xfrm>
        <a:graphic>
          <a:graphicData uri="http://schemas.openxmlformats.org/presentationml/2006/ole">
            <mc:AlternateContent xmlns:mc="http://schemas.openxmlformats.org/markup-compatibility/2006">
              <mc:Choice xmlns:v="urn:schemas-microsoft-com:vml" Requires="v">
                <p:oleObj spid="_x0000_s3077" name="Equation" r:id="rId6" imgW="44183300" imgH="9067800" progId="Equation.DSMT4">
                  <p:embed/>
                </p:oleObj>
              </mc:Choice>
              <mc:Fallback>
                <p:oleObj name="Equation" r:id="rId6" imgW="44183300" imgH="9067800" progId="Equation.DSMT4">
                  <p:embed/>
                  <p:pic>
                    <p:nvPicPr>
                      <p:cNvPr id="57364" name="Object 20">
                        <a:extLst>
                          <a:ext uri="{FF2B5EF4-FFF2-40B4-BE49-F238E27FC236}">
                            <a16:creationId xmlns:a16="http://schemas.microsoft.com/office/drawing/2014/main" id="{63E41539-7DEE-734E-8F24-A178B719F2C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86016" y="5577741"/>
                        <a:ext cx="4897438" cy="1004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3" name="直线连接符 2">
            <a:extLst>
              <a:ext uri="{FF2B5EF4-FFF2-40B4-BE49-F238E27FC236}">
                <a16:creationId xmlns:a16="http://schemas.microsoft.com/office/drawing/2014/main" id="{FC6ABBEF-4C5E-0FC7-4961-20640ED7B379}"/>
              </a:ext>
            </a:extLst>
          </p:cNvPr>
          <p:cNvCxnSpPr/>
          <p:nvPr/>
        </p:nvCxnSpPr>
        <p:spPr>
          <a:xfrm>
            <a:off x="0" y="94069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副标题 2">
            <a:extLst>
              <a:ext uri="{FF2B5EF4-FFF2-40B4-BE49-F238E27FC236}">
                <a16:creationId xmlns:a16="http://schemas.microsoft.com/office/drawing/2014/main" id="{900ED69C-2DE0-6813-D2C2-07241305DAB2}"/>
              </a:ext>
            </a:extLst>
          </p:cNvPr>
          <p:cNvSpPr txBox="1">
            <a:spLocks/>
          </p:cNvSpPr>
          <p:nvPr/>
        </p:nvSpPr>
        <p:spPr>
          <a:xfrm>
            <a:off x="1341603" y="25537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#2</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
        <p:nvSpPr>
          <p:cNvPr id="5" name="矩形 4">
            <a:extLst>
              <a:ext uri="{FF2B5EF4-FFF2-40B4-BE49-F238E27FC236}">
                <a16:creationId xmlns:a16="http://schemas.microsoft.com/office/drawing/2014/main" id="{73BC9152-AC08-F0D6-1518-AC86A9F1727F}"/>
              </a:ext>
            </a:extLst>
          </p:cNvPr>
          <p:cNvSpPr/>
          <p:nvPr/>
        </p:nvSpPr>
        <p:spPr bwMode="auto">
          <a:xfrm>
            <a:off x="0" y="0"/>
            <a:ext cx="260169" cy="6858000"/>
          </a:xfrm>
          <a:prstGeom prst="rect">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3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3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77828" name="Group 4">
            <a:extLst>
              <a:ext uri="{FF2B5EF4-FFF2-40B4-BE49-F238E27FC236}">
                <a16:creationId xmlns:a16="http://schemas.microsoft.com/office/drawing/2014/main" id="{E7114027-76C6-FF43-840A-0F08B7FAE252}"/>
              </a:ext>
            </a:extLst>
          </p:cNvPr>
          <p:cNvGrpSpPr>
            <a:grpSpLocks/>
          </p:cNvGrpSpPr>
          <p:nvPr/>
        </p:nvGrpSpPr>
        <p:grpSpPr bwMode="auto">
          <a:xfrm>
            <a:off x="2111565" y="2255825"/>
            <a:ext cx="3962400" cy="838200"/>
            <a:chOff x="960" y="2976"/>
            <a:chExt cx="3840" cy="1056"/>
          </a:xfrm>
        </p:grpSpPr>
        <mc:AlternateContent xmlns:mc="http://schemas.openxmlformats.org/markup-compatibility/2006" xmlns:a14="http://schemas.microsoft.com/office/drawing/2010/main">
          <mc:Choice Requires="a14">
            <p:sp>
              <p:nvSpPr>
                <p:cNvPr id="77829" name="Rectangle 5">
                  <a:extLst>
                    <a:ext uri="{FF2B5EF4-FFF2-40B4-BE49-F238E27FC236}">
                      <a16:creationId xmlns:a16="http://schemas.microsoft.com/office/drawing/2014/main" id="{BF701809-F7E7-F740-B7AB-C64C14CAABCF}"/>
                    </a:ext>
                  </a:extLst>
                </p:cNvPr>
                <p:cNvSpPr>
                  <a:spLocks noChangeArrowheads="1"/>
                </p:cNvSpPr>
                <p:nvPr/>
              </p:nvSpPr>
              <p:spPr bwMode="auto">
                <a:xfrm>
                  <a:off x="1872" y="3504"/>
                  <a:ext cx="2928" cy="52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      </a:t>
                  </a:r>
                  <a14:m>
                    <m:oMath xmlns:m="http://schemas.openxmlformats.org/officeDocument/2006/math">
                      <m:r>
                        <a:rPr kumimoji="1" lang="zh-CN" altLang="zh-CN" sz="2400" i="1" u="none" strike="noStrike" kern="1200" cap="none" spc="0" normalizeH="0" baseline="0" noProof="0" dirty="0" smtClean="0">
                          <a:ln>
                            <a:noFill/>
                          </a:ln>
                          <a:solidFill>
                            <a:srgbClr val="000000"/>
                          </a:solidFill>
                          <a:effectLst/>
                          <a:uLnTx/>
                          <a:uFillTx/>
                          <a:latin typeface="Cambria Math" panose="02040503050406030204" pitchFamily="18" charset="0"/>
                          <a:ea typeface="Microsoft YaHei" panose="020B0503020204020204" pitchFamily="34" charset="-122"/>
                          <a:cs typeface="Times New Roman" panose="02020603050405020304" pitchFamily="18" charset="0"/>
                        </a:rPr>
                        <m:t>1</m:t>
                      </m:r>
                      <m:r>
                        <a:rPr kumimoji="1" lang="en-US" altLang="zh-CN" sz="2400" b="0" i="1" u="none" strike="noStrike" kern="1200" cap="none" spc="0" normalizeH="0" baseline="0" noProof="0" dirty="0" smtClean="0">
                          <a:ln>
                            <a:noFill/>
                          </a:ln>
                          <a:solidFill>
                            <a:srgbClr val="000000"/>
                          </a:solidFill>
                          <a:effectLst/>
                          <a:uLnTx/>
                          <a:uFillTx/>
                          <a:latin typeface="Cambria Math" panose="02040503050406030204" pitchFamily="18" charset="0"/>
                          <a:ea typeface="Microsoft YaHei" panose="020B0503020204020204" pitchFamily="34" charset="-122"/>
                          <a:cs typeface="Times New Roman" panose="02020603050405020304" pitchFamily="18" charset="0"/>
                        </a:rPr>
                        <m:t>−</m:t>
                      </m:r>
                      <m:r>
                        <a:rPr kumimoji="1" lang="en-US" altLang="zh-CN" sz="2400" i="1" u="none" strike="noStrike" kern="1200" cap="none" spc="0" normalizeH="0" baseline="0" noProof="0" dirty="0">
                          <a:ln>
                            <a:noFill/>
                          </a:ln>
                          <a:solidFill>
                            <a:srgbClr val="000000"/>
                          </a:solidFill>
                          <a:effectLst/>
                          <a:uLnTx/>
                          <a:uFillTx/>
                          <a:latin typeface="Cambria Math" panose="02040503050406030204" pitchFamily="18" charset="0"/>
                          <a:ea typeface="Microsoft YaHei" panose="020B0503020204020204" pitchFamily="34" charset="-122"/>
                          <a:cs typeface="Times New Roman" panose="02020603050405020304" pitchFamily="18" charset="0"/>
                        </a:rPr>
                        <m:t>𝑝</m:t>
                      </m:r>
                    </m:oMath>
                  </a14:m>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            </a:t>
                  </a:r>
                  <a14:m>
                    <m:oMath xmlns:m="http://schemas.openxmlformats.org/officeDocument/2006/math">
                      <m:r>
                        <a:rPr kumimoji="1" lang="en-US" altLang="zh-CN" sz="2400" i="1" u="none" strike="noStrike" kern="1200" cap="none" spc="0" normalizeH="0" baseline="0" noProof="0" dirty="0" smtClean="0">
                          <a:ln>
                            <a:noFill/>
                          </a:ln>
                          <a:solidFill>
                            <a:srgbClr val="000000"/>
                          </a:solidFill>
                          <a:effectLst/>
                          <a:uLnTx/>
                          <a:uFillTx/>
                          <a:latin typeface="Cambria Math" panose="02040503050406030204" pitchFamily="18" charset="0"/>
                          <a:ea typeface="Microsoft YaHei" panose="020B0503020204020204" pitchFamily="34" charset="-122"/>
                          <a:cs typeface="Times New Roman" panose="02020603050405020304" pitchFamily="18" charset="0"/>
                        </a:rPr>
                        <m:t>𝑝</m:t>
                      </m:r>
                    </m:oMath>
                  </a14:m>
                  <a:r>
                    <a:rPr kumimoji="1"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 </a:t>
                  </a:r>
                </a:p>
              </p:txBody>
            </p:sp>
          </mc:Choice>
          <mc:Fallback xmlns="">
            <p:sp>
              <p:nvSpPr>
                <p:cNvPr id="77829" name="Rectangle 5">
                  <a:extLst>
                    <a:ext uri="{FF2B5EF4-FFF2-40B4-BE49-F238E27FC236}">
                      <a16:creationId xmlns:a16="http://schemas.microsoft.com/office/drawing/2014/main" id="{BF701809-F7E7-F740-B7AB-C64C14CAABCF}"/>
                    </a:ext>
                  </a:extLst>
                </p:cNvPr>
                <p:cNvSpPr>
                  <a:spLocks noRot="1" noChangeAspect="1" noMove="1" noResize="1" noEditPoints="1" noAdjustHandles="1" noChangeArrowheads="1" noChangeShapeType="1" noTextEdit="1"/>
                </p:cNvSpPr>
                <p:nvPr/>
              </p:nvSpPr>
              <p:spPr bwMode="auto">
                <a:xfrm>
                  <a:off x="1872" y="3504"/>
                  <a:ext cx="2928" cy="528"/>
                </a:xfrm>
                <a:prstGeom prst="rect">
                  <a:avLst/>
                </a:prstGeom>
                <a:blipFill>
                  <a:blip r:embed="rId2"/>
                  <a:stretch>
                    <a:fillRect b="-2058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77830" name="Rectangle 6">
              <a:extLst>
                <a:ext uri="{FF2B5EF4-FFF2-40B4-BE49-F238E27FC236}">
                  <a16:creationId xmlns:a16="http://schemas.microsoft.com/office/drawing/2014/main" id="{63606BBF-0365-0A44-AFD8-C85DDF6E44D1}"/>
                </a:ext>
              </a:extLst>
            </p:cNvPr>
            <p:cNvSpPr>
              <a:spLocks noChangeArrowheads="1"/>
            </p:cNvSpPr>
            <p:nvPr/>
          </p:nvSpPr>
          <p:spPr bwMode="auto">
            <a:xfrm>
              <a:off x="960" y="3504"/>
              <a:ext cx="912" cy="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    </a:t>
              </a:r>
              <a:r>
                <a:rPr kumimoji="1"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p</a:t>
              </a:r>
              <a:r>
                <a:rPr kumimoji="1" lang="en-US" altLang="zh-CN" sz="2400" i="1" u="none" strike="noStrike" kern="1200" cap="none" spc="0" normalizeH="0" baseline="-2500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k</a:t>
              </a:r>
            </a:p>
          </p:txBody>
        </p:sp>
        <p:sp>
          <p:nvSpPr>
            <p:cNvPr id="77831" name="Rectangle 7">
              <a:extLst>
                <a:ext uri="{FF2B5EF4-FFF2-40B4-BE49-F238E27FC236}">
                  <a16:creationId xmlns:a16="http://schemas.microsoft.com/office/drawing/2014/main" id="{A2F9729C-F894-854B-9D49-D98A9788D2A1}"/>
                </a:ext>
              </a:extLst>
            </p:cNvPr>
            <p:cNvSpPr>
              <a:spLocks noChangeArrowheads="1"/>
            </p:cNvSpPr>
            <p:nvPr/>
          </p:nvSpPr>
          <p:spPr bwMode="auto">
            <a:xfrm>
              <a:off x="1872" y="2976"/>
              <a:ext cx="2928" cy="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         0                 1</a:t>
              </a:r>
            </a:p>
          </p:txBody>
        </p:sp>
        <p:sp>
          <p:nvSpPr>
            <p:cNvPr id="77832" name="Rectangle 8">
              <a:extLst>
                <a:ext uri="{FF2B5EF4-FFF2-40B4-BE49-F238E27FC236}">
                  <a16:creationId xmlns:a16="http://schemas.microsoft.com/office/drawing/2014/main" id="{8AD4171E-C2D6-8843-8615-7B73BF65E190}"/>
                </a:ext>
              </a:extLst>
            </p:cNvPr>
            <p:cNvSpPr>
              <a:spLocks noChangeArrowheads="1"/>
            </p:cNvSpPr>
            <p:nvPr/>
          </p:nvSpPr>
          <p:spPr bwMode="auto">
            <a:xfrm>
              <a:off x="960" y="2976"/>
              <a:ext cx="912" cy="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    </a:t>
              </a:r>
              <a:r>
                <a:rPr kumimoji="1"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X</a:t>
              </a:r>
            </a:p>
          </p:txBody>
        </p:sp>
        <p:sp>
          <p:nvSpPr>
            <p:cNvPr id="77833" name="Line 9">
              <a:extLst>
                <a:ext uri="{FF2B5EF4-FFF2-40B4-BE49-F238E27FC236}">
                  <a16:creationId xmlns:a16="http://schemas.microsoft.com/office/drawing/2014/main" id="{DA9AC5AA-EBB1-6A44-9036-CEEE0C5D6F54}"/>
                </a:ext>
              </a:extLst>
            </p:cNvPr>
            <p:cNvSpPr>
              <a:spLocks noChangeShapeType="1"/>
            </p:cNvSpPr>
            <p:nvPr/>
          </p:nvSpPr>
          <p:spPr bwMode="auto">
            <a:xfrm>
              <a:off x="960" y="2976"/>
              <a:ext cx="3840" cy="0"/>
            </a:xfrm>
            <a:prstGeom prst="line">
              <a:avLst/>
            </a:prstGeom>
            <a:noFill/>
            <a:ln w="28575" cap="sq">
              <a:solidFill>
                <a:schemeClr val="bg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i="0" u="none" strike="noStrike" kern="1200" cap="none" spc="0" normalizeH="0" baseline="0" noProof="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77834" name="Line 10">
              <a:extLst>
                <a:ext uri="{FF2B5EF4-FFF2-40B4-BE49-F238E27FC236}">
                  <a16:creationId xmlns:a16="http://schemas.microsoft.com/office/drawing/2014/main" id="{52FAC712-775E-104D-9DF6-FC5B79505CB2}"/>
                </a:ext>
              </a:extLst>
            </p:cNvPr>
            <p:cNvSpPr>
              <a:spLocks noChangeShapeType="1"/>
            </p:cNvSpPr>
            <p:nvPr/>
          </p:nvSpPr>
          <p:spPr bwMode="auto">
            <a:xfrm>
              <a:off x="960" y="350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i="0" u="none" strike="noStrike" kern="1200" cap="none" spc="0" normalizeH="0" baseline="0" noProof="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77835" name="Line 11">
              <a:extLst>
                <a:ext uri="{FF2B5EF4-FFF2-40B4-BE49-F238E27FC236}">
                  <a16:creationId xmlns:a16="http://schemas.microsoft.com/office/drawing/2014/main" id="{67B8BA2F-2D85-D145-9805-BE88668D2873}"/>
                </a:ext>
              </a:extLst>
            </p:cNvPr>
            <p:cNvSpPr>
              <a:spLocks noChangeShapeType="1"/>
            </p:cNvSpPr>
            <p:nvPr/>
          </p:nvSpPr>
          <p:spPr bwMode="auto">
            <a:xfrm>
              <a:off x="960" y="4032"/>
              <a:ext cx="3840" cy="0"/>
            </a:xfrm>
            <a:prstGeom prst="line">
              <a:avLst/>
            </a:prstGeom>
            <a:noFill/>
            <a:ln w="28575" cap="sq">
              <a:solidFill>
                <a:schemeClr val="bg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i="0" u="none" strike="noStrike" kern="1200" cap="none" spc="0" normalizeH="0" baseline="0" noProof="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77836" name="Line 12">
              <a:extLst>
                <a:ext uri="{FF2B5EF4-FFF2-40B4-BE49-F238E27FC236}">
                  <a16:creationId xmlns:a16="http://schemas.microsoft.com/office/drawing/2014/main" id="{7EAE7FC8-DF20-7A40-B00E-B831A8D36251}"/>
                </a:ext>
              </a:extLst>
            </p:cNvPr>
            <p:cNvSpPr>
              <a:spLocks noChangeShapeType="1"/>
            </p:cNvSpPr>
            <p:nvPr/>
          </p:nvSpPr>
          <p:spPr bwMode="auto">
            <a:xfrm>
              <a:off x="960" y="2976"/>
              <a:ext cx="0" cy="1056"/>
            </a:xfrm>
            <a:prstGeom prst="line">
              <a:avLst/>
            </a:prstGeom>
            <a:noFill/>
            <a:ln w="28575" cap="sq">
              <a:solidFill>
                <a:schemeClr val="bg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i="0" u="none" strike="noStrike" kern="1200" cap="none" spc="0" normalizeH="0" baseline="0" noProof="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77837" name="Line 13">
              <a:extLst>
                <a:ext uri="{FF2B5EF4-FFF2-40B4-BE49-F238E27FC236}">
                  <a16:creationId xmlns:a16="http://schemas.microsoft.com/office/drawing/2014/main" id="{6E5CAEB0-7C6A-4941-8F19-999DFD2D07F2}"/>
                </a:ext>
              </a:extLst>
            </p:cNvPr>
            <p:cNvSpPr>
              <a:spLocks noChangeShapeType="1"/>
            </p:cNvSpPr>
            <p:nvPr/>
          </p:nvSpPr>
          <p:spPr bwMode="auto">
            <a:xfrm>
              <a:off x="1872" y="2976"/>
              <a:ext cx="0" cy="1056"/>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i="0" u="none" strike="noStrike" kern="1200" cap="none" spc="0" normalizeH="0" baseline="0" noProof="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77838" name="Line 14">
              <a:extLst>
                <a:ext uri="{FF2B5EF4-FFF2-40B4-BE49-F238E27FC236}">
                  <a16:creationId xmlns:a16="http://schemas.microsoft.com/office/drawing/2014/main" id="{40EAE8F6-0426-2843-9B07-64A31AB1FA44}"/>
                </a:ext>
              </a:extLst>
            </p:cNvPr>
            <p:cNvSpPr>
              <a:spLocks noChangeShapeType="1"/>
            </p:cNvSpPr>
            <p:nvPr/>
          </p:nvSpPr>
          <p:spPr bwMode="auto">
            <a:xfrm>
              <a:off x="4800" y="2976"/>
              <a:ext cx="0" cy="1056"/>
            </a:xfrm>
            <a:prstGeom prst="line">
              <a:avLst/>
            </a:prstGeom>
            <a:noFill/>
            <a:ln w="28575" cap="sq">
              <a:solidFill>
                <a:schemeClr val="bg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i="0" u="none" strike="noStrike" kern="1200" cap="none" spc="0" normalizeH="0" baseline="0" noProof="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77839" name="Text Box 15">
                <a:extLst>
                  <a:ext uri="{FF2B5EF4-FFF2-40B4-BE49-F238E27FC236}">
                    <a16:creationId xmlns:a16="http://schemas.microsoft.com/office/drawing/2014/main" id="{41F9918D-198C-DE48-9615-35F2B15F6B69}"/>
                  </a:ext>
                </a:extLst>
              </p:cNvPr>
              <p:cNvSpPr txBox="1">
                <a:spLocks noChangeArrowheads="1"/>
              </p:cNvSpPr>
              <p:nvPr/>
            </p:nvSpPr>
            <p:spPr bwMode="auto">
              <a:xfrm>
                <a:off x="955360" y="3533762"/>
                <a:ext cx="7920038" cy="46166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 </a:t>
                </a:r>
                <a14:m>
                  <m:oMath xmlns:m="http://schemas.openxmlformats.org/officeDocument/2006/math">
                    <m:r>
                      <a:rPr kumimoji="0" lang="en-US" altLang="zh-CN" sz="2400" i="1" u="none" strike="noStrike" kern="1200" cap="none" spc="0" normalizeH="0" baseline="0" noProof="0" dirty="0" smtClean="0">
                        <a:ln>
                          <a:noFill/>
                        </a:ln>
                        <a:solidFill>
                          <a:srgbClr val="000000"/>
                        </a:solidFill>
                        <a:effectLst/>
                        <a:uLnTx/>
                        <a:uFillTx/>
                        <a:latin typeface="Cambria Math" panose="02040503050406030204" pitchFamily="18" charset="0"/>
                        <a:ea typeface="Microsoft YaHei" panose="020B0503020204020204" pitchFamily="34" charset="-122"/>
                        <a:cs typeface="Times New Roman" panose="02020603050405020304" pitchFamily="18" charset="0"/>
                      </a:rPr>
                      <m:t>𝑋</m:t>
                    </m:r>
                  </m:oMath>
                </a14:m>
                <a:r>
                  <a:rPr kumimoji="1" lang="zh-CN" altLang="en-US" sz="2400" i="0"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服从</a:t>
                </a:r>
                <a:r>
                  <a:rPr kumimoji="1" lang="zh-CN" altLang="en-US" sz="2400" i="0" u="none" strike="noStrike" kern="1200" cap="none" spc="0" normalizeH="0" baseline="0" noProof="0" dirty="0">
                    <a:ln>
                      <a:noFill/>
                    </a:ln>
                    <a:effectLst/>
                    <a:uLnTx/>
                    <a:uFillTx/>
                    <a:latin typeface="Times New Roman" panose="02020603050405020304" pitchFamily="18" charset="0"/>
                    <a:ea typeface="Microsoft YaHei" panose="020B0503020204020204" pitchFamily="34" charset="-122"/>
                    <a:cs typeface="Times New Roman" panose="02020603050405020304" pitchFamily="18" charset="0"/>
                  </a:rPr>
                  <a:t>参数为</a:t>
                </a:r>
                <a:r>
                  <a:rPr kumimoji="1" lang="en-US" altLang="zh-CN" sz="2400" i="1" u="none" strike="noStrike" kern="1200" cap="none" spc="0" normalizeH="0" baseline="0" noProof="0" dirty="0">
                    <a:ln>
                      <a:noFill/>
                    </a:ln>
                    <a:effectLst/>
                    <a:uLnTx/>
                    <a:uFillTx/>
                    <a:latin typeface="Times New Roman" panose="02020603050405020304" pitchFamily="18" charset="0"/>
                    <a:ea typeface="Microsoft YaHei" panose="020B0503020204020204" pitchFamily="34" charset="-122"/>
                    <a:cs typeface="Times New Roman" panose="02020603050405020304" pitchFamily="18" charset="0"/>
                  </a:rPr>
                  <a:t>p</a:t>
                </a:r>
                <a:r>
                  <a:rPr kumimoji="1" lang="en-US" altLang="zh-CN" sz="2400" i="0" u="none" strike="noStrike" kern="1200" cap="none" spc="0" normalizeH="0" baseline="0" noProof="0" dirty="0">
                    <a:ln>
                      <a:noFill/>
                    </a:ln>
                    <a:effectLst/>
                    <a:uLnTx/>
                    <a:uFillTx/>
                    <a:latin typeface="Times New Roman" panose="02020603050405020304" pitchFamily="18" charset="0"/>
                    <a:ea typeface="Microsoft YaHei" panose="020B0503020204020204" pitchFamily="34" charset="-122"/>
                    <a:cs typeface="Times New Roman" panose="02020603050405020304" pitchFamily="18" charset="0"/>
                  </a:rPr>
                  <a:t> </a:t>
                </a:r>
                <a:r>
                  <a:rPr kumimoji="1" lang="zh-CN" altLang="en-US" sz="2400" i="0" u="none" strike="noStrike" kern="1200" cap="none" spc="0" normalizeH="0" baseline="0" noProof="0" dirty="0">
                    <a:ln>
                      <a:noFill/>
                    </a:ln>
                    <a:effectLst/>
                    <a:uLnTx/>
                    <a:uFillTx/>
                    <a:latin typeface="Times New Roman" panose="02020603050405020304" pitchFamily="18" charset="0"/>
                    <a:ea typeface="Microsoft YaHei" panose="020B0503020204020204" pitchFamily="34" charset="-122"/>
                    <a:cs typeface="Times New Roman" panose="02020603050405020304" pitchFamily="18" charset="0"/>
                  </a:rPr>
                  <a:t>的</a:t>
                </a:r>
                <a:r>
                  <a:rPr kumimoji="1" lang="en-US" altLang="zh-CN" sz="2400" i="0" u="none" strike="noStrike" kern="1200" cap="none" spc="0" normalizeH="0" baseline="0" noProof="0" dirty="0">
                    <a:ln>
                      <a:noFill/>
                    </a:ln>
                    <a:effectLst/>
                    <a:uLnTx/>
                    <a:uFillTx/>
                    <a:latin typeface="Times New Roman" panose="02020603050405020304" pitchFamily="18" charset="0"/>
                    <a:ea typeface="Microsoft YaHei" panose="020B0503020204020204" pitchFamily="34" charset="-122"/>
                    <a:cs typeface="Times New Roman" panose="02020603050405020304" pitchFamily="18" charset="0"/>
                  </a:rPr>
                  <a:t>(0-1)</a:t>
                </a:r>
                <a:r>
                  <a:rPr kumimoji="1" lang="zh-CN" altLang="en-US" sz="2400" i="0" u="none" strike="noStrike" kern="1200" cap="none" spc="0" normalizeH="0" baseline="0" noProof="0" dirty="0">
                    <a:ln>
                      <a:noFill/>
                    </a:ln>
                    <a:effectLst/>
                    <a:uLnTx/>
                    <a:uFillTx/>
                    <a:latin typeface="Times New Roman" panose="02020603050405020304" pitchFamily="18" charset="0"/>
                    <a:ea typeface="Microsoft YaHei" panose="020B0503020204020204" pitchFamily="34" charset="-122"/>
                    <a:cs typeface="Times New Roman" panose="02020603050405020304" pitchFamily="18" charset="0"/>
                  </a:rPr>
                  <a:t>分布</a:t>
                </a:r>
                <a:endParaRPr kumimoji="1" lang="en-US" altLang="zh-CN" sz="2400" i="0" u="none" strike="noStrike" kern="1200" cap="none" spc="0" normalizeH="0" baseline="0" noProof="0" dirty="0">
                  <a:ln>
                    <a:noFill/>
                  </a:ln>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p:txBody>
          </p:sp>
        </mc:Choice>
        <mc:Fallback xmlns="">
          <p:sp>
            <p:nvSpPr>
              <p:cNvPr id="77839" name="Text Box 15">
                <a:extLst>
                  <a:ext uri="{FF2B5EF4-FFF2-40B4-BE49-F238E27FC236}">
                    <a16:creationId xmlns:a16="http://schemas.microsoft.com/office/drawing/2014/main" id="{41F9918D-198C-DE48-9615-35F2B15F6B69}"/>
                  </a:ext>
                </a:extLst>
              </p:cNvPr>
              <p:cNvSpPr txBox="1">
                <a:spLocks noRot="1" noChangeAspect="1" noMove="1" noResize="1" noEditPoints="1" noAdjustHandles="1" noChangeArrowheads="1" noChangeShapeType="1" noTextEdit="1"/>
              </p:cNvSpPr>
              <p:nvPr/>
            </p:nvSpPr>
            <p:spPr bwMode="auto">
              <a:xfrm>
                <a:off x="955360" y="3533762"/>
                <a:ext cx="7920038" cy="461665"/>
              </a:xfrm>
              <a:prstGeom prst="rect">
                <a:avLst/>
              </a:prstGeom>
              <a:blipFill>
                <a:blip r:embed="rId3"/>
                <a:stretch>
                  <a:fillRect t="-10811" b="-2973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7842" name="Rectangle 18">
                <a:extLst>
                  <a:ext uri="{FF2B5EF4-FFF2-40B4-BE49-F238E27FC236}">
                    <a16:creationId xmlns:a16="http://schemas.microsoft.com/office/drawing/2014/main" id="{642625CC-F8A7-674F-8B11-85DB5D37BD0C}"/>
                  </a:ext>
                </a:extLst>
              </p:cNvPr>
              <p:cNvSpPr>
                <a:spLocks noChangeArrowheads="1"/>
              </p:cNvSpPr>
              <p:nvPr/>
            </p:nvSpPr>
            <p:spPr bwMode="auto">
              <a:xfrm>
                <a:off x="528771" y="1454480"/>
                <a:ext cx="4161693" cy="426913"/>
              </a:xfrm>
              <a:prstGeom prst="rect">
                <a:avLst/>
              </a:prstGeom>
              <a:noFill/>
              <a:ln>
                <a:noFill/>
              </a:ln>
              <a:effectLst/>
              <a:extLst>
                <a:ext uri="{909E8E84-426E-40DD-AFC4-6F175D3DCCD1}">
                  <a14:hiddenFill>
                    <a:solidFill>
                      <a:schemeClr val="accent1"/>
                    </a:solidFill>
                  </a14:hiddenFill>
                </a:ext>
                <a:ext uri="{91240B29-F687-4F45-9708-019B960494DF}">
                  <a14:hiddenLine w="38100" algn="ctr">
                    <a:solidFill>
                      <a:srgbClr val="FF0000"/>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0000" tIns="46800" rIns="90000" bIns="46800">
                <a:spAutoFit/>
              </a:bodyPr>
              <a:lstStyle>
                <a:lvl1pPr marL="908050" indent="-436563">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908050" marR="0" lvl="0" indent="-436563" algn="l" defTabSz="914400" rtl="0" eaLnBrk="1" fontAlgn="base" latinLnBrk="0" hangingPunct="1">
                  <a:lnSpc>
                    <a:spcPct val="90000"/>
                  </a:lnSpc>
                  <a:spcBef>
                    <a:spcPct val="50000"/>
                  </a:spcBef>
                  <a:spcAft>
                    <a:spcPct val="0"/>
                  </a:spcAft>
                  <a:buClr>
                    <a:srgbClr val="CC0000"/>
                  </a:buClr>
                  <a:buSzTx/>
                  <a:buFont typeface="Wingdings" pitchFamily="2" charset="2"/>
                  <a:buNone/>
                  <a:tabLst/>
                  <a:defRPr/>
                </a:pPr>
                <a:r>
                  <a:rPr kumimoji="0" lang="zh-CN" altLang="en-US" sz="2400" i="0"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若随机变量 </a:t>
                </a:r>
                <a14:m>
                  <m:oMath xmlns:m="http://schemas.openxmlformats.org/officeDocument/2006/math">
                    <m:r>
                      <a:rPr kumimoji="0" lang="en-US" altLang="zh-CN" sz="2400" i="1" u="none" strike="noStrike" kern="1200" cap="none" spc="0" normalizeH="0" baseline="0" noProof="0" dirty="0" smtClean="0">
                        <a:ln>
                          <a:noFill/>
                        </a:ln>
                        <a:solidFill>
                          <a:srgbClr val="000000"/>
                        </a:solidFill>
                        <a:effectLst/>
                        <a:uLnTx/>
                        <a:uFillTx/>
                        <a:latin typeface="Cambria Math" panose="02040503050406030204" pitchFamily="18" charset="0"/>
                        <a:ea typeface="Microsoft YaHei" panose="020B0503020204020204" pitchFamily="34" charset="-122"/>
                        <a:cs typeface="Times New Roman" panose="02020603050405020304" pitchFamily="18" charset="0"/>
                      </a:rPr>
                      <m:t>𝑋</m:t>
                    </m:r>
                  </m:oMath>
                </a14:m>
                <a:r>
                  <a:rPr kumimoji="0" lang="zh-CN" altLang="en-US" sz="2400" i="1"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 </a:t>
                </a:r>
                <a:r>
                  <a:rPr kumimoji="0" lang="zh-CN" altLang="en-US" sz="2400" i="0"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的分布律为</a:t>
                </a:r>
                <a:r>
                  <a:rPr kumimoji="0"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a:t>
                </a:r>
              </a:p>
            </p:txBody>
          </p:sp>
        </mc:Choice>
        <mc:Fallback xmlns="">
          <p:sp>
            <p:nvSpPr>
              <p:cNvPr id="77842" name="Rectangle 18">
                <a:extLst>
                  <a:ext uri="{FF2B5EF4-FFF2-40B4-BE49-F238E27FC236}">
                    <a16:creationId xmlns:a16="http://schemas.microsoft.com/office/drawing/2014/main" id="{642625CC-F8A7-674F-8B11-85DB5D37BD0C}"/>
                  </a:ext>
                </a:extLst>
              </p:cNvPr>
              <p:cNvSpPr>
                <a:spLocks noRot="1" noChangeAspect="1" noMove="1" noResize="1" noEditPoints="1" noAdjustHandles="1" noChangeArrowheads="1" noChangeShapeType="1" noTextEdit="1"/>
              </p:cNvSpPr>
              <p:nvPr/>
            </p:nvSpPr>
            <p:spPr bwMode="auto">
              <a:xfrm>
                <a:off x="528771" y="1454480"/>
                <a:ext cx="4161693" cy="426913"/>
              </a:xfrm>
              <a:prstGeom prst="rect">
                <a:avLst/>
              </a:prstGeom>
              <a:blipFill>
                <a:blip r:embed="rId4"/>
                <a:stretch>
                  <a:fillRect t="-20000" r="-1824" b="-2857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31" name="文本框 30">
            <a:extLst>
              <a:ext uri="{FF2B5EF4-FFF2-40B4-BE49-F238E27FC236}">
                <a16:creationId xmlns:a16="http://schemas.microsoft.com/office/drawing/2014/main" id="{B5036298-2778-4477-A147-F830C253BFC9}"/>
              </a:ext>
            </a:extLst>
          </p:cNvPr>
          <p:cNvSpPr txBox="1"/>
          <p:nvPr/>
        </p:nvSpPr>
        <p:spPr>
          <a:xfrm>
            <a:off x="2381979" y="2782106"/>
            <a:ext cx="591099" cy="461665"/>
          </a:xfrm>
          <a:prstGeom prst="rect">
            <a:avLst/>
          </a:prstGeom>
          <a:solidFill>
            <a:schemeClr val="bg1"/>
          </a:solid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P</a:t>
            </a:r>
            <a:endParaRPr kumimoji="1" lang="zh-CN" altLang="en-US" sz="2400" i="1"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086075B-E493-0D40-81E3-670D4FFE3456}"/>
                  </a:ext>
                </a:extLst>
              </p:cNvPr>
              <p:cNvSpPr txBox="1"/>
              <p:nvPr/>
            </p:nvSpPr>
            <p:spPr>
              <a:xfrm>
                <a:off x="955360" y="4848891"/>
                <a:ext cx="19038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2800" b="0" i="1" dirty="0" smtClean="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𝐸</m:t>
                      </m:r>
                      <m:r>
                        <a:rPr kumimoji="1" lang="en-US" altLang="zh-CN" sz="2800" b="0" i="1" dirty="0" smtClean="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m:t>
                      </m:r>
                      <m:r>
                        <a:rPr kumimoji="1" lang="en-US" altLang="zh-CN" sz="2800" b="0" i="1" dirty="0" smtClean="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𝑋</m:t>
                      </m:r>
                      <m:r>
                        <a:rPr kumimoji="1" lang="en-US" altLang="zh-CN" sz="2800" b="0" i="1" dirty="0" smtClean="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 = </m:t>
                      </m:r>
                      <m:r>
                        <a:rPr kumimoji="1" lang="en-US" altLang="zh-CN" sz="2800" b="0" i="1" dirty="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𝑝</m:t>
                      </m:r>
                    </m:oMath>
                  </m:oMathPara>
                </a14:m>
                <a:endParaRPr kumimoji="1" lang="zh-CN" altLang="en-US" sz="2800" i="1" dirty="0">
                  <a:solidFill>
                    <a:srgbClr val="FF0000"/>
                  </a:solidFill>
                  <a:latin typeface="Times New Roman" panose="02020603050405020304" pitchFamily="18" charset="0"/>
                  <a:ea typeface="Microsoft YaHei" panose="020B0503020204020204" pitchFamily="34"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A086075B-E493-0D40-81E3-670D4FFE3456}"/>
                  </a:ext>
                </a:extLst>
              </p:cNvPr>
              <p:cNvSpPr txBox="1">
                <a:spLocks noRot="1" noChangeAspect="1" noMove="1" noResize="1" noEditPoints="1" noAdjustHandles="1" noChangeArrowheads="1" noChangeShapeType="1" noTextEdit="1"/>
              </p:cNvSpPr>
              <p:nvPr/>
            </p:nvSpPr>
            <p:spPr>
              <a:xfrm>
                <a:off x="955360" y="4848891"/>
                <a:ext cx="1903855" cy="523220"/>
              </a:xfrm>
              <a:prstGeom prst="rect">
                <a:avLst/>
              </a:prstGeom>
              <a:blipFill>
                <a:blip r:embed="rId5"/>
                <a:stretch>
                  <a:fillRect b="-23810"/>
                </a:stretch>
              </a:blipFill>
            </p:spPr>
            <p:txBody>
              <a:bodyPr/>
              <a:lstStyle/>
              <a:p>
                <a:r>
                  <a:rPr lang="zh-CN" altLang="en-US">
                    <a:noFill/>
                  </a:rPr>
                  <a:t> </a:t>
                </a:r>
              </a:p>
            </p:txBody>
          </p:sp>
        </mc:Fallback>
      </mc:AlternateContent>
      <p:cxnSp>
        <p:nvCxnSpPr>
          <p:cNvPr id="3" name="直线连接符 2">
            <a:extLst>
              <a:ext uri="{FF2B5EF4-FFF2-40B4-BE49-F238E27FC236}">
                <a16:creationId xmlns:a16="http://schemas.microsoft.com/office/drawing/2014/main" id="{5C31C52F-4984-1AA7-4592-F4280426EEE3}"/>
              </a:ext>
            </a:extLst>
          </p:cNvPr>
          <p:cNvCxnSpPr/>
          <p:nvPr/>
        </p:nvCxnSpPr>
        <p:spPr>
          <a:xfrm>
            <a:off x="0" y="940696"/>
            <a:ext cx="9144000"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5" name="矩形 4">
            <a:extLst>
              <a:ext uri="{FF2B5EF4-FFF2-40B4-BE49-F238E27FC236}">
                <a16:creationId xmlns:a16="http://schemas.microsoft.com/office/drawing/2014/main" id="{631FBD38-682A-2421-8A7F-62DAC8CC61E7}"/>
              </a:ext>
            </a:extLst>
          </p:cNvPr>
          <p:cNvSpPr/>
          <p:nvPr/>
        </p:nvSpPr>
        <p:spPr bwMode="auto">
          <a:xfrm>
            <a:off x="0" y="0"/>
            <a:ext cx="260169" cy="6858000"/>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6" name="副标题 2">
            <a:extLst>
              <a:ext uri="{FF2B5EF4-FFF2-40B4-BE49-F238E27FC236}">
                <a16:creationId xmlns:a16="http://schemas.microsoft.com/office/drawing/2014/main" id="{ABFBB8F3-24C5-D55C-B9D3-167F99D6DC03}"/>
              </a:ext>
            </a:extLst>
          </p:cNvPr>
          <p:cNvSpPr txBox="1">
            <a:spLocks/>
          </p:cNvSpPr>
          <p:nvPr/>
        </p:nvSpPr>
        <p:spPr>
          <a:xfrm>
            <a:off x="1341603" y="25537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#3</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Tree>
    <p:extLst>
      <p:ext uri="{BB962C8B-B14F-4D97-AF65-F5344CB8AC3E}">
        <p14:creationId xmlns:p14="http://schemas.microsoft.com/office/powerpoint/2010/main" val="1873751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8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9"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副标题 2">
                <a:extLst>
                  <a:ext uri="{FF2B5EF4-FFF2-40B4-BE49-F238E27FC236}">
                    <a16:creationId xmlns:a16="http://schemas.microsoft.com/office/drawing/2014/main" id="{4E4C05EF-03DD-3E29-2909-BF8A585D7058}"/>
                  </a:ext>
                </a:extLst>
              </p:cNvPr>
              <p:cNvSpPr txBox="1">
                <a:spLocks/>
              </p:cNvSpPr>
              <p:nvPr/>
            </p:nvSpPr>
            <p:spPr>
              <a:xfrm>
                <a:off x="613179" y="1247112"/>
                <a:ext cx="5229681" cy="640950"/>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设随机变量</a:t>
                </a:r>
                <a14:m>
                  <m:oMath xmlns:m="http://schemas.openxmlformats.org/officeDocument/2006/math">
                    <m:r>
                      <a:rPr lang="en-US" altLang="zh-CN" sz="2200" i="1">
                        <a:latin typeface="Cambria Math" panose="02040503050406030204" pitchFamily="18" charset="0"/>
                      </a:rPr>
                      <m:t>𝑋</m:t>
                    </m:r>
                    <m:r>
                      <a:rPr lang="en-US" altLang="zh-CN" sz="2200" i="1">
                        <a:latin typeface="Cambria Math" panose="02040503050406030204" pitchFamily="18" charset="0"/>
                      </a:rPr>
                      <m:t>∼</m:t>
                    </m:r>
                    <m:r>
                      <a:rPr lang="en-US" altLang="zh-CN" sz="2200" i="1">
                        <a:latin typeface="Cambria Math" panose="02040503050406030204" pitchFamily="18" charset="0"/>
                      </a:rPr>
                      <m:t>𝜋</m:t>
                    </m:r>
                    <m:r>
                      <a:rPr lang="en-US" altLang="zh-CN" sz="2200" i="1">
                        <a:latin typeface="Cambria Math" panose="02040503050406030204" pitchFamily="18" charset="0"/>
                      </a:rPr>
                      <m:t>(</m:t>
                    </m:r>
                    <m:r>
                      <a:rPr lang="el-GR" altLang="zh-CN" sz="2200" i="1">
                        <a:latin typeface="Cambria Math" panose="02040503050406030204" pitchFamily="18" charset="0"/>
                      </a:rPr>
                      <m:t>𝜆</m:t>
                    </m:r>
                    <m:r>
                      <a:rPr lang="en-US" altLang="zh-CN" sz="2200" i="1">
                        <a:latin typeface="Cambria Math" panose="02040503050406030204" pitchFamily="18" charset="0"/>
                      </a:rPr>
                      <m:t>)</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，求</a:t>
                </a:r>
                <a14:m>
                  <m:oMath xmlns:m="http://schemas.openxmlformats.org/officeDocument/2006/math">
                    <m:r>
                      <a:rPr lang="en-US" altLang="zh-CN" sz="2200" i="1">
                        <a:latin typeface="Cambria Math" panose="02040503050406030204" pitchFamily="18" charset="0"/>
                        <a:ea typeface="等线" panose="02010600030101010101" pitchFamily="2" charset="-122"/>
                        <a:cs typeface="Times New Roman" panose="02020603050405020304" pitchFamily="18" charset="0"/>
                      </a:rPr>
                      <m:t>𝐸</m:t>
                    </m:r>
                    <m:r>
                      <a:rPr lang="en-US" altLang="zh-CN" sz="2200" i="1">
                        <a:latin typeface="Cambria Math" panose="02040503050406030204" pitchFamily="18" charset="0"/>
                        <a:ea typeface="等线" panose="02010600030101010101" pitchFamily="2" charset="-122"/>
                        <a:cs typeface="Times New Roman" panose="02020603050405020304" pitchFamily="18" charset="0"/>
                      </a:rPr>
                      <m:t>(</m:t>
                    </m:r>
                    <m:r>
                      <a:rPr lang="en-US" altLang="zh-CN" sz="2200" i="1">
                        <a:latin typeface="Cambria Math" panose="02040503050406030204" pitchFamily="18" charset="0"/>
                        <a:ea typeface="等线" panose="02010600030101010101" pitchFamily="2" charset="-122"/>
                        <a:cs typeface="Times New Roman" panose="02020603050405020304" pitchFamily="18" charset="0"/>
                      </a:rPr>
                      <m:t>𝑋</m:t>
                    </m:r>
                    <m:r>
                      <a:rPr lang="en-US" altLang="zh-CN" sz="2200" i="1">
                        <a:latin typeface="Cambria Math" panose="02040503050406030204" pitchFamily="18" charset="0"/>
                        <a:ea typeface="等线" panose="02010600030101010101" pitchFamily="2" charset="-122"/>
                        <a:cs typeface="Times New Roman" panose="02020603050405020304" pitchFamily="18" charset="0"/>
                      </a:rPr>
                      <m:t>)</m:t>
                    </m:r>
                  </m:oMath>
                </a14:m>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3" name="副标题 2">
                <a:extLst>
                  <a:ext uri="{FF2B5EF4-FFF2-40B4-BE49-F238E27FC236}">
                    <a16:creationId xmlns:a16="http://schemas.microsoft.com/office/drawing/2014/main" id="{4E4C05EF-03DD-3E29-2909-BF8A585D7058}"/>
                  </a:ext>
                </a:extLst>
              </p:cNvPr>
              <p:cNvSpPr txBox="1">
                <a:spLocks noRot="1" noChangeAspect="1" noMove="1" noResize="1" noEditPoints="1" noAdjustHandles="1" noChangeArrowheads="1" noChangeShapeType="1" noTextEdit="1"/>
              </p:cNvSpPr>
              <p:nvPr/>
            </p:nvSpPr>
            <p:spPr>
              <a:xfrm>
                <a:off x="613179" y="1247112"/>
                <a:ext cx="5229681" cy="640950"/>
              </a:xfrm>
              <a:prstGeom prst="rect">
                <a:avLst/>
              </a:prstGeom>
              <a:blipFill>
                <a:blip r:embed="rId2"/>
                <a:stretch>
                  <a:fillRect l="-1942" b="-19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6B984DB-733D-BE64-6F68-9C3ECF7DBDB3}"/>
                  </a:ext>
                </a:extLst>
              </p:cNvPr>
              <p:cNvSpPr txBox="1"/>
              <p:nvPr/>
            </p:nvSpPr>
            <p:spPr>
              <a:xfrm>
                <a:off x="1341603" y="3820249"/>
                <a:ext cx="4202919" cy="540341"/>
              </a:xfrm>
              <a:prstGeom prst="rect">
                <a:avLst/>
              </a:prstGeom>
              <a:noFill/>
            </p:spPr>
            <p:txBody>
              <a:bodyPr wrap="square">
                <a:spAutoFit/>
              </a:bodyPr>
              <a:lstStyle/>
              <a:p>
                <a:pPr>
                  <a:lnSpc>
                    <a:spcPct val="150000"/>
                  </a:lnSpc>
                </a:pPr>
                <a14:m>
                  <m:oMath xmlns:m="http://schemas.openxmlformats.org/officeDocument/2006/math">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的数学期望为</a:t>
                </a:r>
              </a:p>
            </p:txBody>
          </p:sp>
        </mc:Choice>
        <mc:Fallback xmlns="">
          <p:sp>
            <p:nvSpPr>
              <p:cNvPr id="5" name="文本框 4">
                <a:extLst>
                  <a:ext uri="{FF2B5EF4-FFF2-40B4-BE49-F238E27FC236}">
                    <a16:creationId xmlns:a16="http://schemas.microsoft.com/office/drawing/2014/main" id="{F6B984DB-733D-BE64-6F68-9C3ECF7DBDB3}"/>
                  </a:ext>
                </a:extLst>
              </p:cNvPr>
              <p:cNvSpPr txBox="1">
                <a:spLocks noRot="1" noChangeAspect="1" noMove="1" noResize="1" noEditPoints="1" noAdjustHandles="1" noChangeArrowheads="1" noChangeShapeType="1" noTextEdit="1"/>
              </p:cNvSpPr>
              <p:nvPr/>
            </p:nvSpPr>
            <p:spPr>
              <a:xfrm>
                <a:off x="1341603" y="3820249"/>
                <a:ext cx="4202919" cy="540341"/>
              </a:xfrm>
              <a:prstGeom prst="rect">
                <a:avLst/>
              </a:prstGeom>
              <a:blipFill>
                <a:blip r:embed="rId3"/>
                <a:stretch>
                  <a:fillRect b="-204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77B1A80-B8EB-D137-F4E0-8B84807C8171}"/>
                  </a:ext>
                </a:extLst>
              </p:cNvPr>
              <p:cNvSpPr txBox="1"/>
              <p:nvPr/>
            </p:nvSpPr>
            <p:spPr>
              <a:xfrm>
                <a:off x="613179" y="2070278"/>
                <a:ext cx="6492793" cy="540148"/>
              </a:xfrm>
              <a:prstGeom prst="rect">
                <a:avLst/>
              </a:prstGeom>
              <a:noFill/>
            </p:spPr>
            <p:txBody>
              <a:bodyPr wrap="square">
                <a:spAutoFit/>
              </a:bodyPr>
              <a:lstStyle/>
              <a:p>
                <a:pPr>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解      </a:t>
                </a:r>
                <a14:m>
                  <m:oMath xmlns:m="http://schemas.openxmlformats.org/officeDocument/2006/math">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的分布律为</a:t>
                </a:r>
              </a:p>
            </p:txBody>
          </p:sp>
        </mc:Choice>
        <mc:Fallback xmlns="">
          <p:sp>
            <p:nvSpPr>
              <p:cNvPr id="6" name="文本框 5">
                <a:extLst>
                  <a:ext uri="{FF2B5EF4-FFF2-40B4-BE49-F238E27FC236}">
                    <a16:creationId xmlns:a16="http://schemas.microsoft.com/office/drawing/2014/main" id="{677B1A80-B8EB-D137-F4E0-8B84807C8171}"/>
                  </a:ext>
                </a:extLst>
              </p:cNvPr>
              <p:cNvSpPr txBox="1">
                <a:spLocks noRot="1" noChangeAspect="1" noMove="1" noResize="1" noEditPoints="1" noAdjustHandles="1" noChangeArrowheads="1" noChangeShapeType="1" noTextEdit="1"/>
              </p:cNvSpPr>
              <p:nvPr/>
            </p:nvSpPr>
            <p:spPr>
              <a:xfrm>
                <a:off x="613179" y="2070278"/>
                <a:ext cx="6492793" cy="540148"/>
              </a:xfrm>
              <a:prstGeom prst="rect">
                <a:avLst/>
              </a:prstGeom>
              <a:blipFill>
                <a:blip r:embed="rId4"/>
                <a:stretch>
                  <a:fillRect l="-1172" b="-232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AB475F6-F42B-CAA2-507D-25CBD49FF434}"/>
                  </a:ext>
                </a:extLst>
              </p:cNvPr>
              <p:cNvSpPr txBox="1"/>
              <p:nvPr/>
            </p:nvSpPr>
            <p:spPr>
              <a:xfrm>
                <a:off x="1385855" y="5454134"/>
                <a:ext cx="6492793" cy="1087798"/>
              </a:xfrm>
              <a:prstGeom prst="rect">
                <a:avLst/>
              </a:prstGeom>
              <a:noFill/>
            </p:spPr>
            <p:txBody>
              <a:bodyPr wrap="square">
                <a:spAutoFit/>
              </a:bodyPr>
              <a:lstStyle/>
              <a:p>
                <a:pPr>
                  <a:lnSpc>
                    <a:spcPct val="150000"/>
                  </a:lnSpc>
                </a:pP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即</a:t>
                </a:r>
                <a14:m>
                  <m:oMath xmlns:m="http://schemas.openxmlformats.org/officeDocument/2006/math">
                    <m:r>
                      <a:rPr lang="en-US" altLang="zh-CN" sz="2400" b="0" i="1" smtClean="0">
                        <a:solidFill>
                          <a:srgbClr val="FF0000"/>
                        </a:solidFill>
                        <a:latin typeface="Cambria Math" panose="02040503050406030204" pitchFamily="18" charset="0"/>
                        <a:ea typeface="等线" panose="02010600030101010101" pitchFamily="2" charset="-122"/>
                        <a:cs typeface="Times New Roman" panose="02020603050405020304" pitchFamily="18" charset="0"/>
                      </a:rPr>
                      <m:t>𝐸</m:t>
                    </m:r>
                    <m:r>
                      <a:rPr lang="en-US" altLang="zh-CN" sz="2400" b="0" i="1" smtClean="0">
                        <a:solidFill>
                          <a:srgbClr val="FF0000"/>
                        </a:solidFill>
                        <a:latin typeface="Cambria Math" panose="02040503050406030204" pitchFamily="18" charset="0"/>
                        <a:ea typeface="等线" panose="02010600030101010101" pitchFamily="2" charset="-122"/>
                        <a:cs typeface="Times New Roman" panose="02020603050405020304" pitchFamily="18" charset="0"/>
                      </a:rPr>
                      <m:t>(</m:t>
                    </m:r>
                    <m:r>
                      <a:rPr lang="en-US" altLang="zh-CN" sz="2400" b="0" i="1" smtClean="0">
                        <a:solidFill>
                          <a:srgbClr val="FF0000"/>
                        </a:solidFill>
                        <a:latin typeface="Cambria Math" panose="02040503050406030204" pitchFamily="18" charset="0"/>
                        <a:ea typeface="等线" panose="02010600030101010101" pitchFamily="2" charset="-122"/>
                        <a:cs typeface="Times New Roman" panose="02020603050405020304" pitchFamily="18" charset="0"/>
                      </a:rPr>
                      <m:t>𝑋</m:t>
                    </m:r>
                    <m:r>
                      <a:rPr lang="en-US" altLang="zh-CN" sz="2400" b="0" i="1" smtClean="0">
                        <a:solidFill>
                          <a:srgbClr val="FF0000"/>
                        </a:solidFill>
                        <a:latin typeface="Cambria Math" panose="02040503050406030204" pitchFamily="18" charset="0"/>
                        <a:ea typeface="等线" panose="02010600030101010101" pitchFamily="2" charset="-122"/>
                        <a:cs typeface="Times New Roman" panose="02020603050405020304" pitchFamily="18" charset="0"/>
                      </a:rPr>
                      <m:t>) </m:t>
                    </m:r>
                  </m:oMath>
                </a14:m>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l-GR"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λ</a:t>
                </a:r>
                <a:endParaRPr lang="zh-CN" altLang="en-US" sz="22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FAB475F6-F42B-CAA2-507D-25CBD49FF434}"/>
                  </a:ext>
                </a:extLst>
              </p:cNvPr>
              <p:cNvSpPr txBox="1">
                <a:spLocks noRot="1" noChangeAspect="1" noMove="1" noResize="1" noEditPoints="1" noAdjustHandles="1" noChangeArrowheads="1" noChangeShapeType="1" noTextEdit="1"/>
              </p:cNvSpPr>
              <p:nvPr/>
            </p:nvSpPr>
            <p:spPr>
              <a:xfrm>
                <a:off x="1385855" y="5454134"/>
                <a:ext cx="6492793" cy="1087798"/>
              </a:xfrm>
              <a:prstGeom prst="rect">
                <a:avLst/>
              </a:prstGeom>
              <a:blipFill>
                <a:blip r:embed="rId5"/>
                <a:stretch>
                  <a:fillRect l="-975" b="-114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EBB5459-2AA5-26D1-8700-3D863F3A08D2}"/>
                  </a:ext>
                </a:extLst>
              </p:cNvPr>
              <p:cNvSpPr txBox="1"/>
              <p:nvPr/>
            </p:nvSpPr>
            <p:spPr>
              <a:xfrm>
                <a:off x="1992515" y="2792642"/>
                <a:ext cx="5608451" cy="7886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200" i="1">
                          <a:latin typeface="Cambria Math" panose="02040503050406030204" pitchFamily="18" charset="0"/>
                        </a:rPr>
                        <m:t>𝑃</m:t>
                      </m:r>
                      <m:d>
                        <m:dPr>
                          <m:begChr m:val="{"/>
                          <m:endChr m:val="}"/>
                          <m:ctrlPr>
                            <a:rPr lang="zh-CN" altLang="en-US" sz="2200" i="1">
                              <a:solidFill>
                                <a:srgbClr val="836967"/>
                              </a:solidFill>
                              <a:latin typeface="Cambria Math" panose="02040503050406030204" pitchFamily="18" charset="0"/>
                            </a:rPr>
                          </m:ctrlPr>
                        </m:dPr>
                        <m:e>
                          <m:r>
                            <a:rPr lang="zh-CN" altLang="en-US" sz="2200" i="1">
                              <a:latin typeface="Cambria Math" panose="02040503050406030204" pitchFamily="18" charset="0"/>
                            </a:rPr>
                            <m:t>𝑋</m:t>
                          </m:r>
                          <m:r>
                            <a:rPr lang="zh-CN" altLang="en-US" sz="2200">
                              <a:latin typeface="Cambria Math" panose="02040503050406030204" pitchFamily="18" charset="0"/>
                            </a:rPr>
                            <m:t>=</m:t>
                          </m:r>
                          <m:r>
                            <a:rPr lang="zh-CN" altLang="en-US" sz="2200" i="1">
                              <a:latin typeface="Cambria Math" panose="02040503050406030204" pitchFamily="18" charset="0"/>
                            </a:rPr>
                            <m:t>𝑘</m:t>
                          </m:r>
                        </m:e>
                      </m:d>
                      <m:r>
                        <a:rPr lang="zh-CN" altLang="en-US" sz="2200">
                          <a:latin typeface="Cambria Math" panose="02040503050406030204" pitchFamily="18" charset="0"/>
                        </a:rPr>
                        <m:t>=</m:t>
                      </m:r>
                      <m:f>
                        <m:fPr>
                          <m:ctrlPr>
                            <a:rPr lang="zh-CN" altLang="en-US" sz="2200" i="1">
                              <a:solidFill>
                                <a:srgbClr val="836967"/>
                              </a:solidFill>
                              <a:latin typeface="Cambria Math" panose="02040503050406030204" pitchFamily="18" charset="0"/>
                            </a:rPr>
                          </m:ctrlPr>
                        </m:fPr>
                        <m:num>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𝜆</m:t>
                              </m:r>
                            </m:e>
                            <m:sup>
                              <m:r>
                                <a:rPr lang="zh-CN" altLang="en-US" sz="2200" i="1">
                                  <a:latin typeface="Cambria Math" panose="02040503050406030204" pitchFamily="18" charset="0"/>
                                </a:rPr>
                                <m:t>𝑘</m:t>
                              </m:r>
                            </m:sup>
                          </m:sSup>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𝑒</m:t>
                              </m:r>
                            </m:e>
                            <m:sup>
                              <m:r>
                                <a:rPr lang="zh-CN" altLang="en-US" sz="2200">
                                  <a:latin typeface="Cambria Math" panose="02040503050406030204" pitchFamily="18" charset="0"/>
                                </a:rPr>
                                <m:t>−</m:t>
                              </m:r>
                              <m:r>
                                <a:rPr lang="zh-CN" altLang="en-US" sz="2200" i="1">
                                  <a:latin typeface="Cambria Math" panose="02040503050406030204" pitchFamily="18" charset="0"/>
                                </a:rPr>
                                <m:t>𝜆</m:t>
                              </m:r>
                            </m:sup>
                          </m:sSup>
                        </m:num>
                        <m:den>
                          <m:r>
                            <a:rPr lang="zh-CN" altLang="en-US" sz="2200" i="1">
                              <a:latin typeface="Cambria Math" panose="02040503050406030204" pitchFamily="18" charset="0"/>
                            </a:rPr>
                            <m:t>𝑘</m:t>
                          </m:r>
                          <m:r>
                            <a:rPr lang="zh-CN" altLang="en-US" sz="2200">
                              <a:latin typeface="Cambria Math" panose="02040503050406030204" pitchFamily="18" charset="0"/>
                            </a:rPr>
                            <m:t>!</m:t>
                          </m:r>
                        </m:den>
                      </m:f>
                      <m:r>
                        <a:rPr lang="zh-CN" altLang="en-US" sz="2200">
                          <a:latin typeface="Cambria Math" panose="02040503050406030204" pitchFamily="18" charset="0"/>
                        </a:rPr>
                        <m:t>,</m:t>
                      </m:r>
                      <m:r>
                        <a:rPr lang="zh-CN" altLang="en-US" sz="2200" i="1">
                          <a:latin typeface="Cambria Math" panose="02040503050406030204" pitchFamily="18" charset="0"/>
                        </a:rPr>
                        <m:t>𝑘</m:t>
                      </m:r>
                      <m:r>
                        <a:rPr lang="zh-CN" altLang="en-US" sz="2200">
                          <a:latin typeface="Cambria Math" panose="02040503050406030204" pitchFamily="18" charset="0"/>
                        </a:rPr>
                        <m:t>=0,1,2,⋯, </m:t>
                      </m:r>
                      <m:r>
                        <a:rPr lang="en-US" altLang="zh-CN" sz="2200" i="1">
                          <a:latin typeface="Cambria Math" panose="02040503050406030204" pitchFamily="18" charset="0"/>
                        </a:rPr>
                        <m:t> </m:t>
                      </m:r>
                      <m:r>
                        <a:rPr lang="zh-CN" altLang="en-US" sz="2200" i="1">
                          <a:latin typeface="Cambria Math" panose="02040503050406030204" pitchFamily="18" charset="0"/>
                        </a:rPr>
                        <m:t>𝜆</m:t>
                      </m:r>
                      <m:r>
                        <a:rPr lang="zh-CN" altLang="en-US" sz="2200">
                          <a:latin typeface="Cambria Math" panose="02040503050406030204" pitchFamily="18" charset="0"/>
                        </a:rPr>
                        <m:t>&gt;0</m:t>
                      </m:r>
                    </m:oMath>
                  </m:oMathPara>
                </a14:m>
                <a:endParaRPr lang="zh-CN" altLang="en-US" sz="2200" dirty="0"/>
              </a:p>
            </p:txBody>
          </p:sp>
        </mc:Choice>
        <mc:Fallback xmlns="">
          <p:sp>
            <p:nvSpPr>
              <p:cNvPr id="8" name="文本框 7">
                <a:extLst>
                  <a:ext uri="{FF2B5EF4-FFF2-40B4-BE49-F238E27FC236}">
                    <a16:creationId xmlns:a16="http://schemas.microsoft.com/office/drawing/2014/main" id="{FEBB5459-2AA5-26D1-8700-3D863F3A08D2}"/>
                  </a:ext>
                </a:extLst>
              </p:cNvPr>
              <p:cNvSpPr txBox="1">
                <a:spLocks noRot="1" noChangeAspect="1" noMove="1" noResize="1" noEditPoints="1" noAdjustHandles="1" noChangeArrowheads="1" noChangeShapeType="1" noTextEdit="1"/>
              </p:cNvSpPr>
              <p:nvPr/>
            </p:nvSpPr>
            <p:spPr>
              <a:xfrm>
                <a:off x="1992515" y="2792642"/>
                <a:ext cx="5608451" cy="788614"/>
              </a:xfrm>
              <a:prstGeom prst="rect">
                <a:avLst/>
              </a:prstGeom>
              <a:blipFill>
                <a:blip r:embed="rId6"/>
                <a:stretch>
                  <a:fillRect b="-63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4C5617D-7BDA-7A59-19CD-7E6FCE32F076}"/>
                  </a:ext>
                </a:extLst>
              </p:cNvPr>
              <p:cNvSpPr txBox="1"/>
              <p:nvPr/>
            </p:nvSpPr>
            <p:spPr>
              <a:xfrm>
                <a:off x="1065123" y="4599583"/>
                <a:ext cx="7817138" cy="129125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200" i="1">
                          <a:latin typeface="Cambria Math" panose="02040503050406030204" pitchFamily="18" charset="0"/>
                        </a:rPr>
                        <m:t>𝐸</m:t>
                      </m:r>
                      <m:d>
                        <m:dPr>
                          <m:ctrlPr>
                            <a:rPr lang="zh-CN" altLang="en-US" sz="2200" i="1">
                              <a:latin typeface="Cambria Math" panose="02040503050406030204" pitchFamily="18" charset="0"/>
                            </a:rPr>
                          </m:ctrlPr>
                        </m:dPr>
                        <m:e>
                          <m:r>
                            <a:rPr lang="zh-CN" altLang="en-US" sz="2200" i="1">
                              <a:latin typeface="Cambria Math" panose="02040503050406030204" pitchFamily="18" charset="0"/>
                            </a:rPr>
                            <m:t>𝑋</m:t>
                          </m:r>
                        </m:e>
                      </m:d>
                      <m:r>
                        <a:rPr lang="zh-CN" altLang="en-US" sz="2200">
                          <a:latin typeface="Cambria Math" panose="02040503050406030204" pitchFamily="18" charset="0"/>
                        </a:rPr>
                        <m:t>=</m:t>
                      </m:r>
                      <m:nary>
                        <m:naryPr>
                          <m:chr m:val="∑"/>
                          <m:limLoc m:val="undOvr"/>
                          <m:grow m:val="on"/>
                          <m:ctrlPr>
                            <a:rPr lang="zh-CN" altLang="en-US" sz="2200" i="1">
                              <a:latin typeface="Cambria Math" panose="02040503050406030204" pitchFamily="18" charset="0"/>
                            </a:rPr>
                          </m:ctrlPr>
                        </m:naryPr>
                        <m:sub>
                          <m:r>
                            <a:rPr lang="zh-CN" altLang="en-US" sz="2200" i="1">
                              <a:latin typeface="Cambria Math" panose="02040503050406030204" pitchFamily="18" charset="0"/>
                            </a:rPr>
                            <m:t>𝑘</m:t>
                          </m:r>
                          <m:r>
                            <a:rPr lang="zh-CN" altLang="en-US" sz="2200">
                              <a:latin typeface="Cambria Math" panose="02040503050406030204" pitchFamily="18" charset="0"/>
                            </a:rPr>
                            <m:t>=0</m:t>
                          </m:r>
                        </m:sub>
                        <m:sup>
                          <m:r>
                            <a:rPr lang="zh-CN" altLang="en-US" sz="2200">
                              <a:latin typeface="Cambria Math" panose="02040503050406030204" pitchFamily="18" charset="0"/>
                            </a:rPr>
                            <m:t>∞</m:t>
                          </m:r>
                        </m:sup>
                        <m:e>
                          <m:r>
                            <a:rPr lang="zh-CN" altLang="en-US" sz="2200" i="1">
                              <a:latin typeface="Cambria Math" panose="02040503050406030204" pitchFamily="18" charset="0"/>
                            </a:rPr>
                            <m:t>𝑘</m:t>
                          </m:r>
                          <m:f>
                            <m:fPr>
                              <m:ctrlPr>
                                <a:rPr lang="zh-CN" altLang="en-US" sz="2200" i="1">
                                  <a:solidFill>
                                    <a:srgbClr val="836967"/>
                                  </a:solidFill>
                                  <a:latin typeface="Cambria Math" panose="02040503050406030204" pitchFamily="18" charset="0"/>
                                </a:rPr>
                              </m:ctrlPr>
                            </m:fPr>
                            <m:num>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𝜆</m:t>
                                  </m:r>
                                </m:e>
                                <m:sup>
                                  <m:r>
                                    <a:rPr lang="zh-CN" altLang="en-US" sz="2200" i="1">
                                      <a:latin typeface="Cambria Math" panose="02040503050406030204" pitchFamily="18" charset="0"/>
                                    </a:rPr>
                                    <m:t>𝑘</m:t>
                                  </m:r>
                                </m:sup>
                              </m:sSup>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𝑒</m:t>
                                  </m:r>
                                </m:e>
                                <m:sup>
                                  <m:r>
                                    <a:rPr lang="zh-CN" altLang="en-US" sz="2200">
                                      <a:latin typeface="Cambria Math" panose="02040503050406030204" pitchFamily="18" charset="0"/>
                                    </a:rPr>
                                    <m:t>−</m:t>
                                  </m:r>
                                  <m:r>
                                    <a:rPr lang="zh-CN" altLang="en-US" sz="2200" i="1">
                                      <a:latin typeface="Cambria Math" panose="02040503050406030204" pitchFamily="18" charset="0"/>
                                    </a:rPr>
                                    <m:t>𝜆</m:t>
                                  </m:r>
                                </m:sup>
                              </m:sSup>
                            </m:num>
                            <m:den>
                              <m:r>
                                <a:rPr lang="zh-CN" altLang="en-US" sz="2200" i="1">
                                  <a:latin typeface="Cambria Math" panose="02040503050406030204" pitchFamily="18" charset="0"/>
                                </a:rPr>
                                <m:t>𝑘</m:t>
                              </m:r>
                              <m:r>
                                <a:rPr lang="zh-CN" altLang="en-US" sz="2200">
                                  <a:latin typeface="Cambria Math" panose="02040503050406030204" pitchFamily="18" charset="0"/>
                                </a:rPr>
                                <m:t>!</m:t>
                              </m:r>
                            </m:den>
                          </m:f>
                        </m:e>
                      </m:nary>
                      <m:r>
                        <a:rPr lang="zh-CN" altLang="en-US" sz="2200">
                          <a:latin typeface="Cambria Math" panose="02040503050406030204" pitchFamily="18" charset="0"/>
                        </a:rPr>
                        <m:t>=</m:t>
                      </m:r>
                      <m:r>
                        <a:rPr lang="zh-CN" altLang="en-US" sz="2200" i="1">
                          <a:latin typeface="Cambria Math" panose="02040503050406030204" pitchFamily="18" charset="0"/>
                        </a:rPr>
                        <m:t>𝜆</m:t>
                      </m:r>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𝑒</m:t>
                          </m:r>
                        </m:e>
                        <m:sup>
                          <m:r>
                            <a:rPr lang="zh-CN" altLang="en-US" sz="2200">
                              <a:latin typeface="Cambria Math" panose="02040503050406030204" pitchFamily="18" charset="0"/>
                            </a:rPr>
                            <m:t>−</m:t>
                          </m:r>
                          <m:r>
                            <a:rPr lang="zh-CN" altLang="en-US" sz="2200" i="1">
                              <a:latin typeface="Cambria Math" panose="02040503050406030204" pitchFamily="18" charset="0"/>
                            </a:rPr>
                            <m:t>𝜆</m:t>
                          </m:r>
                        </m:sup>
                      </m:sSup>
                      <m:nary>
                        <m:naryPr>
                          <m:chr m:val="∑"/>
                          <m:limLoc m:val="undOvr"/>
                          <m:grow m:val="on"/>
                          <m:ctrlPr>
                            <a:rPr lang="zh-CN" altLang="en-US" sz="2200" i="1">
                              <a:latin typeface="Cambria Math" panose="02040503050406030204" pitchFamily="18" charset="0"/>
                            </a:rPr>
                          </m:ctrlPr>
                        </m:naryPr>
                        <m:sub>
                          <m:r>
                            <a:rPr lang="zh-CN" altLang="en-US" sz="2200" i="1">
                              <a:latin typeface="Cambria Math" panose="02040503050406030204" pitchFamily="18" charset="0"/>
                            </a:rPr>
                            <m:t>𝑘</m:t>
                          </m:r>
                          <m:r>
                            <a:rPr lang="zh-CN" altLang="en-US" sz="2200">
                              <a:latin typeface="Cambria Math" panose="02040503050406030204" pitchFamily="18" charset="0"/>
                            </a:rPr>
                            <m:t>=1</m:t>
                          </m:r>
                        </m:sub>
                        <m:sup>
                          <m:r>
                            <a:rPr lang="zh-CN" altLang="en-US" sz="2200">
                              <a:latin typeface="Cambria Math" panose="02040503050406030204" pitchFamily="18" charset="0"/>
                            </a:rPr>
                            <m:t>∞</m:t>
                          </m:r>
                        </m:sup>
                        <m:e>
                          <m:f>
                            <m:fPr>
                              <m:ctrlPr>
                                <a:rPr lang="zh-CN" altLang="en-US" sz="2200" i="1">
                                  <a:solidFill>
                                    <a:srgbClr val="836967"/>
                                  </a:solidFill>
                                  <a:latin typeface="Cambria Math" panose="02040503050406030204" pitchFamily="18" charset="0"/>
                                </a:rPr>
                              </m:ctrlPr>
                            </m:fPr>
                            <m:num>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𝜆</m:t>
                                  </m:r>
                                </m:e>
                                <m:sup>
                                  <m:r>
                                    <a:rPr lang="zh-CN" altLang="en-US" sz="2200" i="1">
                                      <a:latin typeface="Cambria Math" panose="02040503050406030204" pitchFamily="18" charset="0"/>
                                    </a:rPr>
                                    <m:t>𝑘</m:t>
                                  </m:r>
                                  <m:r>
                                    <a:rPr lang="zh-CN" altLang="en-US" sz="2200">
                                      <a:latin typeface="Cambria Math" panose="02040503050406030204" pitchFamily="18" charset="0"/>
                                    </a:rPr>
                                    <m:t>−1</m:t>
                                  </m:r>
                                </m:sup>
                              </m:sSup>
                            </m:num>
                            <m:den>
                              <m:d>
                                <m:dPr>
                                  <m:ctrlPr>
                                    <a:rPr lang="zh-CN" altLang="en-US" sz="2200" i="1">
                                      <a:latin typeface="Cambria Math" panose="02040503050406030204" pitchFamily="18" charset="0"/>
                                    </a:rPr>
                                  </m:ctrlPr>
                                </m:dPr>
                                <m:e>
                                  <m:r>
                                    <a:rPr lang="zh-CN" altLang="en-US" sz="2200" i="1">
                                      <a:latin typeface="Cambria Math" panose="02040503050406030204" pitchFamily="18" charset="0"/>
                                    </a:rPr>
                                    <m:t>𝑘</m:t>
                                  </m:r>
                                  <m:r>
                                    <a:rPr lang="zh-CN" altLang="en-US" sz="2200">
                                      <a:latin typeface="Cambria Math" panose="02040503050406030204" pitchFamily="18" charset="0"/>
                                    </a:rPr>
                                    <m:t>−1</m:t>
                                  </m:r>
                                </m:e>
                              </m:d>
                              <m:r>
                                <a:rPr lang="zh-CN" altLang="en-US" sz="2200">
                                  <a:latin typeface="Cambria Math" panose="02040503050406030204" pitchFamily="18" charset="0"/>
                                </a:rPr>
                                <m:t>!</m:t>
                              </m:r>
                            </m:den>
                          </m:f>
                        </m:e>
                      </m:nary>
                      <m:r>
                        <a:rPr lang="zh-CN" altLang="en-US" sz="2200">
                          <a:latin typeface="Cambria Math" panose="02040503050406030204" pitchFamily="18" charset="0"/>
                        </a:rPr>
                        <m:t>=</m:t>
                      </m:r>
                      <m:r>
                        <a:rPr lang="zh-CN" altLang="en-US" sz="2200" i="1">
                          <a:latin typeface="Cambria Math" panose="02040503050406030204" pitchFamily="18" charset="0"/>
                        </a:rPr>
                        <m:t>𝜆</m:t>
                      </m:r>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𝑒</m:t>
                          </m:r>
                        </m:e>
                        <m:sup>
                          <m:r>
                            <a:rPr lang="zh-CN" altLang="en-US" sz="2200">
                              <a:latin typeface="Cambria Math" panose="02040503050406030204" pitchFamily="18" charset="0"/>
                            </a:rPr>
                            <m:t>−</m:t>
                          </m:r>
                          <m:r>
                            <a:rPr lang="zh-CN" altLang="en-US" sz="2200" i="1">
                              <a:latin typeface="Cambria Math" panose="02040503050406030204" pitchFamily="18" charset="0"/>
                            </a:rPr>
                            <m:t>𝜆</m:t>
                          </m:r>
                        </m:sup>
                      </m:sSup>
                      <m:r>
                        <a:rPr lang="zh-CN" altLang="en-US" sz="2200">
                          <a:latin typeface="Cambria Math" panose="02040503050406030204" pitchFamily="18" charset="0"/>
                        </a:rPr>
                        <m:t>⋅</m:t>
                      </m:r>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𝑒</m:t>
                          </m:r>
                        </m:e>
                        <m:sup>
                          <m:r>
                            <a:rPr lang="zh-CN" altLang="en-US" sz="2200" i="1">
                              <a:latin typeface="Cambria Math" panose="02040503050406030204" pitchFamily="18" charset="0"/>
                            </a:rPr>
                            <m:t>𝜆</m:t>
                          </m:r>
                        </m:sup>
                      </m:sSup>
                      <m:r>
                        <a:rPr lang="zh-CN" altLang="en-US" sz="2200">
                          <a:latin typeface="Cambria Math" panose="02040503050406030204" pitchFamily="18" charset="0"/>
                        </a:rPr>
                        <m:t>=</m:t>
                      </m:r>
                      <m:r>
                        <a:rPr lang="zh-CN" altLang="en-US" sz="2200" i="1">
                          <a:latin typeface="Cambria Math" panose="02040503050406030204" pitchFamily="18" charset="0"/>
                        </a:rPr>
                        <m:t>𝜆</m:t>
                      </m:r>
                    </m:oMath>
                  </m:oMathPara>
                </a14:m>
                <a:endParaRPr lang="zh-CN" altLang="en-US" sz="2200" dirty="0"/>
              </a:p>
            </p:txBody>
          </p:sp>
        </mc:Choice>
        <mc:Fallback xmlns="">
          <p:sp>
            <p:nvSpPr>
              <p:cNvPr id="9" name="文本框 8">
                <a:extLst>
                  <a:ext uri="{FF2B5EF4-FFF2-40B4-BE49-F238E27FC236}">
                    <a16:creationId xmlns:a16="http://schemas.microsoft.com/office/drawing/2014/main" id="{54C5617D-7BDA-7A59-19CD-7E6FCE32F076}"/>
                  </a:ext>
                </a:extLst>
              </p:cNvPr>
              <p:cNvSpPr txBox="1">
                <a:spLocks noRot="1" noChangeAspect="1" noMove="1" noResize="1" noEditPoints="1" noAdjustHandles="1" noChangeArrowheads="1" noChangeShapeType="1" noTextEdit="1"/>
              </p:cNvSpPr>
              <p:nvPr/>
            </p:nvSpPr>
            <p:spPr>
              <a:xfrm>
                <a:off x="1065123" y="4599583"/>
                <a:ext cx="7817138" cy="1291251"/>
              </a:xfrm>
              <a:prstGeom prst="rect">
                <a:avLst/>
              </a:prstGeom>
              <a:blipFill>
                <a:blip r:embed="rId7"/>
                <a:stretch>
                  <a:fillRect l="-3409" t="-134314" b="-200000"/>
                </a:stretch>
              </a:blipFill>
            </p:spPr>
            <p:txBody>
              <a:bodyPr/>
              <a:lstStyle/>
              <a:p>
                <a:r>
                  <a:rPr lang="zh-CN" altLang="en-US">
                    <a:noFill/>
                  </a:rPr>
                  <a:t> </a:t>
                </a:r>
              </a:p>
            </p:txBody>
          </p:sp>
        </mc:Fallback>
      </mc:AlternateContent>
      <p:cxnSp>
        <p:nvCxnSpPr>
          <p:cNvPr id="10" name="直线连接符 9">
            <a:extLst>
              <a:ext uri="{FF2B5EF4-FFF2-40B4-BE49-F238E27FC236}">
                <a16:creationId xmlns:a16="http://schemas.microsoft.com/office/drawing/2014/main" id="{15EA663B-1FCE-E9E3-E961-A51614E4BE1D}"/>
              </a:ext>
            </a:extLst>
          </p:cNvPr>
          <p:cNvCxnSpPr/>
          <p:nvPr/>
        </p:nvCxnSpPr>
        <p:spPr>
          <a:xfrm>
            <a:off x="0" y="940696"/>
            <a:ext cx="9144000"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6497FDAE-2823-F42C-19E5-2ECA62E6F79A}"/>
              </a:ext>
            </a:extLst>
          </p:cNvPr>
          <p:cNvSpPr/>
          <p:nvPr/>
        </p:nvSpPr>
        <p:spPr bwMode="auto">
          <a:xfrm>
            <a:off x="0" y="0"/>
            <a:ext cx="260169" cy="6858000"/>
          </a:xfrm>
          <a:prstGeom prst="rect">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 name="副标题 2">
            <a:extLst>
              <a:ext uri="{FF2B5EF4-FFF2-40B4-BE49-F238E27FC236}">
                <a16:creationId xmlns:a16="http://schemas.microsoft.com/office/drawing/2014/main" id="{6533050E-854C-0329-7260-8EED34C9A62E}"/>
              </a:ext>
            </a:extLst>
          </p:cNvPr>
          <p:cNvSpPr txBox="1">
            <a:spLocks/>
          </p:cNvSpPr>
          <p:nvPr/>
        </p:nvSpPr>
        <p:spPr>
          <a:xfrm>
            <a:off x="1341603" y="25537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#4</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Tree>
    <p:extLst>
      <p:ext uri="{BB962C8B-B14F-4D97-AF65-F5344CB8AC3E}">
        <p14:creationId xmlns:p14="http://schemas.microsoft.com/office/powerpoint/2010/main" val="397842085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副标题 2">
                <a:extLst>
                  <a:ext uri="{FF2B5EF4-FFF2-40B4-BE49-F238E27FC236}">
                    <a16:creationId xmlns:a16="http://schemas.microsoft.com/office/drawing/2014/main" id="{0B64642F-5C20-6452-503D-A18D199879AD}"/>
                  </a:ext>
                </a:extLst>
              </p:cNvPr>
              <p:cNvSpPr txBox="1">
                <a:spLocks/>
              </p:cNvSpPr>
              <p:nvPr/>
            </p:nvSpPr>
            <p:spPr>
              <a:xfrm>
                <a:off x="675483" y="1575934"/>
                <a:ext cx="5446348" cy="640950"/>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设随机变量</a:t>
                </a:r>
                <a14:m>
                  <m:oMath xmlns:m="http://schemas.openxmlformats.org/officeDocument/2006/math">
                    <m:r>
                      <a:rPr lang="en-US" altLang="zh-CN" sz="2200">
                        <a:latin typeface="Cambria Math" panose="02040503050406030204" pitchFamily="18" charset="0"/>
                      </a:rPr>
                      <m:t> </m:t>
                    </m:r>
                    <m:r>
                      <a:rPr lang="en-US" altLang="zh-CN" sz="2200" i="1">
                        <a:latin typeface="Cambria Math" panose="02040503050406030204" pitchFamily="18" charset="0"/>
                      </a:rPr>
                      <m:t>𝑋</m:t>
                    </m:r>
                    <m:r>
                      <a:rPr lang="en-US" altLang="zh-CN" sz="2200" i="1">
                        <a:latin typeface="Cambria Math" panose="02040503050406030204" pitchFamily="18" charset="0"/>
                      </a:rPr>
                      <m:t>∼</m:t>
                    </m:r>
                    <m:r>
                      <a:rPr lang="en-US" altLang="zh-CN" sz="2200" i="1">
                        <a:latin typeface="Cambria Math" panose="02040503050406030204" pitchFamily="18" charset="0"/>
                      </a:rPr>
                      <m:t>𝑈</m:t>
                    </m:r>
                    <m:r>
                      <a:rPr lang="en-US" altLang="zh-CN" sz="2200" i="1">
                        <a:latin typeface="Cambria Math" panose="02040503050406030204" pitchFamily="18" charset="0"/>
                      </a:rPr>
                      <m:t>(</m:t>
                    </m:r>
                    <m:r>
                      <a:rPr lang="en-US" altLang="zh-CN" sz="2200" i="1">
                        <a:latin typeface="Cambria Math" panose="02040503050406030204" pitchFamily="18" charset="0"/>
                      </a:rPr>
                      <m:t>𝑎</m:t>
                    </m:r>
                    <m:r>
                      <a:rPr lang="en-US" altLang="zh-CN" sz="2200" i="1">
                        <a:latin typeface="Cambria Math" panose="02040503050406030204" pitchFamily="18" charset="0"/>
                      </a:rPr>
                      <m:t>,</m:t>
                    </m:r>
                    <m:r>
                      <a:rPr lang="en-US" altLang="zh-CN" sz="2200" i="1">
                        <a:latin typeface="Cambria Math" panose="02040503050406030204" pitchFamily="18" charset="0"/>
                      </a:rPr>
                      <m:t>𝑏</m:t>
                    </m:r>
                    <m:r>
                      <a:rPr lang="en-US" altLang="zh-CN" sz="2200" i="1">
                        <a:latin typeface="Cambria Math" panose="02040503050406030204" pitchFamily="18" charset="0"/>
                      </a:rPr>
                      <m:t>)</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，求</a:t>
                </a:r>
                <a14:m>
                  <m:oMath xmlns:m="http://schemas.openxmlformats.org/officeDocument/2006/math">
                    <m:r>
                      <a:rPr lang="en-US" altLang="zh-CN" sz="2200" i="1">
                        <a:latin typeface="Cambria Math" panose="02040503050406030204" pitchFamily="18" charset="0"/>
                        <a:ea typeface="等线" panose="02010600030101010101" pitchFamily="2" charset="-122"/>
                        <a:cs typeface="Times New Roman" panose="02020603050405020304" pitchFamily="18" charset="0"/>
                      </a:rPr>
                      <m:t>𝐸</m:t>
                    </m:r>
                    <m:r>
                      <a:rPr lang="en-US" altLang="zh-CN" sz="2200" i="1">
                        <a:latin typeface="Cambria Math" panose="02040503050406030204" pitchFamily="18" charset="0"/>
                        <a:ea typeface="等线" panose="02010600030101010101" pitchFamily="2" charset="-122"/>
                        <a:cs typeface="Times New Roman" panose="02020603050405020304" pitchFamily="18" charset="0"/>
                      </a:rPr>
                      <m:t>(</m:t>
                    </m:r>
                    <m:r>
                      <a:rPr lang="en-US" altLang="zh-CN" sz="2200" i="1">
                        <a:latin typeface="Cambria Math" panose="02040503050406030204" pitchFamily="18" charset="0"/>
                        <a:ea typeface="等线" panose="02010600030101010101" pitchFamily="2" charset="-122"/>
                        <a:cs typeface="Times New Roman" panose="02020603050405020304" pitchFamily="18" charset="0"/>
                      </a:rPr>
                      <m:t>𝑋</m:t>
                    </m:r>
                    <m:r>
                      <a:rPr lang="en-US" altLang="zh-CN" sz="2200" i="1">
                        <a:latin typeface="Cambria Math" panose="02040503050406030204" pitchFamily="18" charset="0"/>
                        <a:ea typeface="等线" panose="02010600030101010101" pitchFamily="2" charset="-122"/>
                        <a:cs typeface="Times New Roman" panose="02020603050405020304" pitchFamily="18" charset="0"/>
                      </a:rPr>
                      <m:t>)</m:t>
                    </m:r>
                  </m:oMath>
                </a14:m>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0" name="副标题 2">
                <a:extLst>
                  <a:ext uri="{FF2B5EF4-FFF2-40B4-BE49-F238E27FC236}">
                    <a16:creationId xmlns:a16="http://schemas.microsoft.com/office/drawing/2014/main" id="{0B64642F-5C20-6452-503D-A18D199879AD}"/>
                  </a:ext>
                </a:extLst>
              </p:cNvPr>
              <p:cNvSpPr txBox="1">
                <a:spLocks noRot="1" noChangeAspect="1" noMove="1" noResize="1" noEditPoints="1" noAdjustHandles="1" noChangeArrowheads="1" noChangeShapeType="1" noTextEdit="1"/>
              </p:cNvSpPr>
              <p:nvPr/>
            </p:nvSpPr>
            <p:spPr>
              <a:xfrm>
                <a:off x="675483" y="1575934"/>
                <a:ext cx="5446348" cy="640950"/>
              </a:xfrm>
              <a:prstGeom prst="rect">
                <a:avLst/>
              </a:prstGeom>
              <a:blipFill>
                <a:blip r:embed="rId2"/>
                <a:stretch>
                  <a:fillRect l="-1865" b="-19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8DE1A1D7-2D36-59A2-4342-C0CF4AAB7F58}"/>
                  </a:ext>
                </a:extLst>
              </p:cNvPr>
              <p:cNvSpPr txBox="1"/>
              <p:nvPr/>
            </p:nvSpPr>
            <p:spPr>
              <a:xfrm>
                <a:off x="1221797" y="4024399"/>
                <a:ext cx="4202919" cy="540341"/>
              </a:xfrm>
              <a:prstGeom prst="rect">
                <a:avLst/>
              </a:prstGeom>
              <a:noFill/>
            </p:spPr>
            <p:txBody>
              <a:bodyPr wrap="square">
                <a:spAutoFit/>
              </a:bodyPr>
              <a:lstStyle/>
              <a:p>
                <a:pPr>
                  <a:lnSpc>
                    <a:spcPct val="150000"/>
                  </a:lnSpc>
                </a:pPr>
                <a14:m>
                  <m:oMath xmlns:m="http://schemas.openxmlformats.org/officeDocument/2006/math">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的数学期望为</a:t>
                </a:r>
              </a:p>
            </p:txBody>
          </p:sp>
        </mc:Choice>
        <mc:Fallback xmlns="">
          <p:sp>
            <p:nvSpPr>
              <p:cNvPr id="11" name="文本框 10">
                <a:extLst>
                  <a:ext uri="{FF2B5EF4-FFF2-40B4-BE49-F238E27FC236}">
                    <a16:creationId xmlns:a16="http://schemas.microsoft.com/office/drawing/2014/main" id="{8DE1A1D7-2D36-59A2-4342-C0CF4AAB7F58}"/>
                  </a:ext>
                </a:extLst>
              </p:cNvPr>
              <p:cNvSpPr txBox="1">
                <a:spLocks noRot="1" noChangeAspect="1" noMove="1" noResize="1" noEditPoints="1" noAdjustHandles="1" noChangeArrowheads="1" noChangeShapeType="1" noTextEdit="1"/>
              </p:cNvSpPr>
              <p:nvPr/>
            </p:nvSpPr>
            <p:spPr>
              <a:xfrm>
                <a:off x="1221797" y="4024399"/>
                <a:ext cx="4202919" cy="540341"/>
              </a:xfrm>
              <a:prstGeom prst="rect">
                <a:avLst/>
              </a:prstGeom>
              <a:blipFill>
                <a:blip r:embed="rId3"/>
                <a:stretch>
                  <a:fillRect l="-301" b="-204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2C0A03C-DC8D-3536-2CFC-7927353BCFC2}"/>
                  </a:ext>
                </a:extLst>
              </p:cNvPr>
              <p:cNvSpPr txBox="1"/>
              <p:nvPr/>
            </p:nvSpPr>
            <p:spPr>
              <a:xfrm>
                <a:off x="675482" y="2399100"/>
                <a:ext cx="6492793" cy="540148"/>
              </a:xfrm>
              <a:prstGeom prst="rect">
                <a:avLst/>
              </a:prstGeom>
              <a:noFill/>
            </p:spPr>
            <p:txBody>
              <a:bodyPr wrap="square">
                <a:spAutoFit/>
              </a:bodyPr>
              <a:lstStyle/>
              <a:p>
                <a:pPr>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解    </a:t>
                </a:r>
                <a14:m>
                  <m:oMath xmlns:m="http://schemas.openxmlformats.org/officeDocument/2006/math">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的概率密度为</a:t>
                </a:r>
              </a:p>
            </p:txBody>
          </p:sp>
        </mc:Choice>
        <mc:Fallback xmlns="">
          <p:sp>
            <p:nvSpPr>
              <p:cNvPr id="12" name="文本框 11">
                <a:extLst>
                  <a:ext uri="{FF2B5EF4-FFF2-40B4-BE49-F238E27FC236}">
                    <a16:creationId xmlns:a16="http://schemas.microsoft.com/office/drawing/2014/main" id="{32C0A03C-DC8D-3536-2CFC-7927353BCFC2}"/>
                  </a:ext>
                </a:extLst>
              </p:cNvPr>
              <p:cNvSpPr txBox="1">
                <a:spLocks noRot="1" noChangeAspect="1" noMove="1" noResize="1" noEditPoints="1" noAdjustHandles="1" noChangeArrowheads="1" noChangeShapeType="1" noTextEdit="1"/>
              </p:cNvSpPr>
              <p:nvPr/>
            </p:nvSpPr>
            <p:spPr>
              <a:xfrm>
                <a:off x="675482" y="2399100"/>
                <a:ext cx="6492793" cy="540148"/>
              </a:xfrm>
              <a:prstGeom prst="rect">
                <a:avLst/>
              </a:prstGeom>
              <a:blipFill>
                <a:blip r:embed="rId4"/>
                <a:stretch>
                  <a:fillRect l="-1172" b="-209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8C37E478-4A18-C1D3-7240-BFD15F87BAA3}"/>
                  </a:ext>
                </a:extLst>
              </p:cNvPr>
              <p:cNvSpPr txBox="1"/>
              <p:nvPr/>
            </p:nvSpPr>
            <p:spPr>
              <a:xfrm>
                <a:off x="1221797" y="5992445"/>
                <a:ext cx="6492793" cy="540148"/>
              </a:xfrm>
              <a:prstGeom prst="rect">
                <a:avLst/>
              </a:prstGeom>
              <a:noFill/>
            </p:spPr>
            <p:txBody>
              <a:bodyPr wrap="square">
                <a:spAutoFit/>
              </a:bodyPr>
              <a:lstStyle/>
              <a:p>
                <a:pPr>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即数学期望位于区间</a:t>
                </a:r>
                <a14:m>
                  <m:oMath xmlns:m="http://schemas.openxmlformats.org/officeDocument/2006/math">
                    <m:r>
                      <a:rPr lang="en-US" altLang="zh-CN" sz="2200" i="1">
                        <a:latin typeface="Cambria Math" panose="02040503050406030204" pitchFamily="18" charset="0"/>
                      </a:rPr>
                      <m:t>(</m:t>
                    </m:r>
                    <m:r>
                      <a:rPr lang="en-US" altLang="zh-CN" sz="2200" i="1">
                        <a:latin typeface="Cambria Math" panose="02040503050406030204" pitchFamily="18" charset="0"/>
                      </a:rPr>
                      <m:t>𝑎</m:t>
                    </m:r>
                    <m:r>
                      <a:rPr lang="en-US" altLang="zh-CN" sz="2200" i="1">
                        <a:latin typeface="Cambria Math" panose="02040503050406030204" pitchFamily="18" charset="0"/>
                      </a:rPr>
                      <m:t>,</m:t>
                    </m:r>
                    <m:r>
                      <a:rPr lang="en-US" altLang="zh-CN" sz="2200" i="1">
                        <a:latin typeface="Cambria Math" panose="02040503050406030204" pitchFamily="18" charset="0"/>
                      </a:rPr>
                      <m:t>𝑏</m:t>
                    </m:r>
                    <m:r>
                      <a:rPr lang="en-US" altLang="zh-CN" sz="2200" i="1">
                        <a:latin typeface="Cambria Math" panose="02040503050406030204" pitchFamily="18" charset="0"/>
                      </a:rPr>
                      <m:t>)</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的中点。</a:t>
                </a:r>
              </a:p>
            </p:txBody>
          </p:sp>
        </mc:Choice>
        <mc:Fallback xmlns="">
          <p:sp>
            <p:nvSpPr>
              <p:cNvPr id="13" name="文本框 12">
                <a:extLst>
                  <a:ext uri="{FF2B5EF4-FFF2-40B4-BE49-F238E27FC236}">
                    <a16:creationId xmlns:a16="http://schemas.microsoft.com/office/drawing/2014/main" id="{8C37E478-4A18-C1D3-7240-BFD15F87BAA3}"/>
                  </a:ext>
                </a:extLst>
              </p:cNvPr>
              <p:cNvSpPr txBox="1">
                <a:spLocks noRot="1" noChangeAspect="1" noMove="1" noResize="1" noEditPoints="1" noAdjustHandles="1" noChangeArrowheads="1" noChangeShapeType="1" noTextEdit="1"/>
              </p:cNvSpPr>
              <p:nvPr/>
            </p:nvSpPr>
            <p:spPr>
              <a:xfrm>
                <a:off x="1221797" y="5992445"/>
                <a:ext cx="6492793" cy="540148"/>
              </a:xfrm>
              <a:prstGeom prst="rect">
                <a:avLst/>
              </a:prstGeom>
              <a:blipFill>
                <a:blip r:embed="rId5"/>
                <a:stretch>
                  <a:fillRect l="-1172" b="-204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86A25751-94FF-F3C2-1576-C3A5657B1B90}"/>
                  </a:ext>
                </a:extLst>
              </p:cNvPr>
              <p:cNvSpPr txBox="1"/>
              <p:nvPr/>
            </p:nvSpPr>
            <p:spPr>
              <a:xfrm>
                <a:off x="2062553" y="2834748"/>
                <a:ext cx="4573937" cy="13523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200" i="1">
                          <a:latin typeface="Cambria Math" panose="02040503050406030204" pitchFamily="18" charset="0"/>
                        </a:rPr>
                        <m:t>𝑓</m:t>
                      </m:r>
                      <m:d>
                        <m:dPr>
                          <m:ctrlPr>
                            <a:rPr lang="zh-CN" altLang="en-US" sz="2200" i="1">
                              <a:latin typeface="Cambria Math" panose="02040503050406030204" pitchFamily="18" charset="0"/>
                            </a:rPr>
                          </m:ctrlPr>
                        </m:dPr>
                        <m:e>
                          <m:r>
                            <a:rPr lang="zh-CN" altLang="en-US" sz="2200" i="1">
                              <a:latin typeface="Cambria Math" panose="02040503050406030204" pitchFamily="18" charset="0"/>
                            </a:rPr>
                            <m:t>𝑥</m:t>
                          </m:r>
                        </m:e>
                      </m:d>
                      <m:r>
                        <a:rPr lang="zh-CN" altLang="en-US" sz="2200">
                          <a:latin typeface="Cambria Math" panose="02040503050406030204" pitchFamily="18" charset="0"/>
                        </a:rPr>
                        <m:t>=</m:t>
                      </m:r>
                      <m:d>
                        <m:dPr>
                          <m:begChr m:val="{"/>
                          <m:endChr m:val=""/>
                          <m:ctrlPr>
                            <a:rPr lang="zh-CN" altLang="en-US" sz="2200" i="1">
                              <a:solidFill>
                                <a:srgbClr val="836967"/>
                              </a:solidFill>
                              <a:latin typeface="Cambria Math" panose="02040503050406030204" pitchFamily="18" charset="0"/>
                            </a:rPr>
                          </m:ctrlPr>
                        </m:dPr>
                        <m:e>
                          <m:eqArr>
                            <m:eqArrPr>
                              <m:ctrlPr>
                                <a:rPr lang="zh-CN" altLang="en-US" sz="2200" i="1">
                                  <a:solidFill>
                                    <a:srgbClr val="836967"/>
                                  </a:solidFill>
                                  <a:latin typeface="Cambria Math" panose="02040503050406030204" pitchFamily="18" charset="0"/>
                                </a:rPr>
                              </m:ctrlPr>
                            </m:eqArrPr>
                            <m:e>
                              <m:r>
                                <a:rPr lang="zh-CN" altLang="en-US" sz="2200">
                                  <a:latin typeface="Cambria Math" panose="02040503050406030204" pitchFamily="18" charset="0"/>
                                </a:rPr>
                                <m:t>&amp;</m:t>
                              </m:r>
                              <m:f>
                                <m:fPr>
                                  <m:ctrlPr>
                                    <a:rPr lang="zh-CN" altLang="en-US" sz="2200" i="1">
                                      <a:solidFill>
                                        <a:srgbClr val="836967"/>
                                      </a:solidFill>
                                      <a:latin typeface="Cambria Math" panose="02040503050406030204" pitchFamily="18" charset="0"/>
                                    </a:rPr>
                                  </m:ctrlPr>
                                </m:fPr>
                                <m:num>
                                  <m:r>
                                    <a:rPr lang="zh-CN" altLang="en-US" sz="2200">
                                      <a:latin typeface="Cambria Math" panose="02040503050406030204" pitchFamily="18" charset="0"/>
                                    </a:rPr>
                                    <m:t>1</m:t>
                                  </m:r>
                                </m:num>
                                <m:den>
                                  <m:r>
                                    <a:rPr lang="zh-CN" altLang="en-US" sz="2200" i="1">
                                      <a:latin typeface="Cambria Math" panose="02040503050406030204" pitchFamily="18" charset="0"/>
                                    </a:rPr>
                                    <m:t>𝑏</m:t>
                                  </m:r>
                                  <m:r>
                                    <a:rPr lang="zh-CN" altLang="en-US" sz="2200">
                                      <a:latin typeface="Cambria Math" panose="02040503050406030204" pitchFamily="18" charset="0"/>
                                    </a:rPr>
                                    <m:t>−</m:t>
                                  </m:r>
                                  <m:r>
                                    <a:rPr lang="zh-CN" altLang="en-US" sz="2200" i="1">
                                      <a:latin typeface="Cambria Math" panose="02040503050406030204" pitchFamily="18" charset="0"/>
                                    </a:rPr>
                                    <m:t>𝑎</m:t>
                                  </m:r>
                                </m:den>
                              </m:f>
                              <m:r>
                                <a:rPr lang="zh-CN" altLang="en-US" sz="2200">
                                  <a:latin typeface="Cambria Math" panose="02040503050406030204" pitchFamily="18" charset="0"/>
                                </a:rPr>
                                <m:t>,  </m:t>
                              </m:r>
                              <m:r>
                                <a:rPr lang="zh-CN" altLang="en-US" sz="2200" i="1">
                                  <a:latin typeface="Cambria Math" panose="02040503050406030204" pitchFamily="18" charset="0"/>
                                </a:rPr>
                                <m:t>𝑎</m:t>
                              </m:r>
                              <m:r>
                                <a:rPr lang="zh-CN" altLang="en-US" sz="2200">
                                  <a:latin typeface="Cambria Math" panose="02040503050406030204" pitchFamily="18" charset="0"/>
                                </a:rPr>
                                <m:t>&lt;</m:t>
                              </m:r>
                              <m:r>
                                <a:rPr lang="zh-CN" altLang="en-US" sz="2200" i="1">
                                  <a:latin typeface="Cambria Math" panose="02040503050406030204" pitchFamily="18" charset="0"/>
                                </a:rPr>
                                <m:t>𝑥</m:t>
                              </m:r>
                              <m:r>
                                <a:rPr lang="zh-CN" altLang="en-US" sz="2200">
                                  <a:latin typeface="Cambria Math" panose="02040503050406030204" pitchFamily="18" charset="0"/>
                                </a:rPr>
                                <m:t>&lt;</m:t>
                              </m:r>
                              <m:r>
                                <a:rPr lang="zh-CN" altLang="en-US" sz="2200" i="1">
                                  <a:latin typeface="Cambria Math" panose="02040503050406030204" pitchFamily="18" charset="0"/>
                                </a:rPr>
                                <m:t>𝑏</m:t>
                              </m:r>
                            </m:e>
                            <m:e>
                              <m:r>
                                <a:rPr lang="en-US" altLang="zh-CN" sz="2200" i="1">
                                  <a:latin typeface="Cambria Math" panose="02040503050406030204" pitchFamily="18" charset="0"/>
                                </a:rPr>
                                <m:t> </m:t>
                              </m:r>
                            </m:e>
                            <m:e>
                              <m:r>
                                <a:rPr lang="zh-CN" altLang="en-US" sz="2200">
                                  <a:latin typeface="Cambria Math" panose="02040503050406030204" pitchFamily="18" charset="0"/>
                                </a:rPr>
                                <m:t>&amp;0,                       </m:t>
                              </m:r>
                              <m:r>
                                <a:rPr lang="zh-CN" altLang="en-US" sz="2200">
                                  <a:latin typeface="Cambria Math" panose="02040503050406030204" pitchFamily="18" charset="0"/>
                                </a:rPr>
                                <m:t>其他</m:t>
                              </m:r>
                              <m:r>
                                <a:rPr lang="zh-CN" altLang="en-US" sz="2200">
                                  <a:latin typeface="Cambria Math" panose="02040503050406030204" pitchFamily="18" charset="0"/>
                                </a:rPr>
                                <m:t>  </m:t>
                              </m:r>
                            </m:e>
                          </m:eqArr>
                        </m:e>
                      </m:d>
                    </m:oMath>
                  </m:oMathPara>
                </a14:m>
                <a:endParaRPr lang="zh-CN" altLang="en-US" sz="2200" dirty="0"/>
              </a:p>
            </p:txBody>
          </p:sp>
        </mc:Choice>
        <mc:Fallback xmlns="">
          <p:sp>
            <p:nvSpPr>
              <p:cNvPr id="14" name="文本框 13">
                <a:extLst>
                  <a:ext uri="{FF2B5EF4-FFF2-40B4-BE49-F238E27FC236}">
                    <a16:creationId xmlns:a16="http://schemas.microsoft.com/office/drawing/2014/main" id="{86A25751-94FF-F3C2-1576-C3A5657B1B90}"/>
                  </a:ext>
                </a:extLst>
              </p:cNvPr>
              <p:cNvSpPr txBox="1">
                <a:spLocks noRot="1" noChangeAspect="1" noMove="1" noResize="1" noEditPoints="1" noAdjustHandles="1" noChangeArrowheads="1" noChangeShapeType="1" noTextEdit="1"/>
              </p:cNvSpPr>
              <p:nvPr/>
            </p:nvSpPr>
            <p:spPr>
              <a:xfrm>
                <a:off x="2062553" y="2834748"/>
                <a:ext cx="4573937" cy="1352358"/>
              </a:xfrm>
              <a:prstGeom prst="rect">
                <a:avLst/>
              </a:prstGeom>
              <a:blipFill>
                <a:blip r:embed="rId6"/>
                <a:stretch>
                  <a:fillRect b="-37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1B181B46-9AC0-9692-AF63-66415B24BD19}"/>
                  </a:ext>
                </a:extLst>
              </p:cNvPr>
              <p:cNvSpPr txBox="1"/>
              <p:nvPr/>
            </p:nvSpPr>
            <p:spPr>
              <a:xfrm>
                <a:off x="1494954" y="4848378"/>
                <a:ext cx="5946478" cy="86042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200" b="0" i="1" smtClean="0">
                          <a:solidFill>
                            <a:srgbClr val="FF0000"/>
                          </a:solidFill>
                          <a:latin typeface="Cambria Math" panose="02040503050406030204" pitchFamily="18" charset="0"/>
                        </a:rPr>
                        <m:t>𝐸</m:t>
                      </m:r>
                      <m:d>
                        <m:dPr>
                          <m:ctrlPr>
                            <a:rPr lang="zh-CN" altLang="en-US" sz="2200" i="1">
                              <a:solidFill>
                                <a:srgbClr val="FF0000"/>
                              </a:solidFill>
                              <a:latin typeface="Cambria Math" panose="02040503050406030204" pitchFamily="18" charset="0"/>
                            </a:rPr>
                          </m:ctrlPr>
                        </m:dPr>
                        <m:e>
                          <m:r>
                            <a:rPr lang="zh-CN" altLang="en-US" sz="2200" b="0" i="1">
                              <a:solidFill>
                                <a:srgbClr val="FF0000"/>
                              </a:solidFill>
                              <a:latin typeface="Cambria Math" panose="02040503050406030204" pitchFamily="18" charset="0"/>
                            </a:rPr>
                            <m:t>𝑋</m:t>
                          </m:r>
                        </m:e>
                      </m:d>
                      <m:r>
                        <a:rPr lang="zh-CN" altLang="en-US" sz="2200" b="0">
                          <a:solidFill>
                            <a:srgbClr val="FF0000"/>
                          </a:solidFill>
                          <a:latin typeface="Cambria Math" panose="02040503050406030204" pitchFamily="18" charset="0"/>
                        </a:rPr>
                        <m:t>=</m:t>
                      </m:r>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m:t>
                          </m:r>
                        </m:sub>
                        <m:sup>
                          <m:r>
                            <a:rPr lang="zh-CN" altLang="en-US" sz="2200">
                              <a:latin typeface="Cambria Math" panose="02040503050406030204" pitchFamily="18" charset="0"/>
                            </a:rPr>
                            <m:t>∞</m:t>
                          </m:r>
                        </m:sup>
                        <m:e>
                          <m:r>
                            <a:rPr lang="zh-CN" altLang="en-US" sz="2200" i="1">
                              <a:latin typeface="Cambria Math" panose="02040503050406030204" pitchFamily="18" charset="0"/>
                            </a:rPr>
                            <m:t>𝑥</m:t>
                          </m:r>
                        </m:e>
                      </m:nary>
                      <m:r>
                        <a:rPr lang="zh-CN" altLang="en-US" sz="2200" i="1">
                          <a:latin typeface="Cambria Math" panose="02040503050406030204" pitchFamily="18" charset="0"/>
                        </a:rPr>
                        <m:t>𝑓</m:t>
                      </m:r>
                      <m:d>
                        <m:dPr>
                          <m:ctrlPr>
                            <a:rPr lang="zh-CN" altLang="en-US" sz="2200" i="1">
                              <a:latin typeface="Cambria Math" panose="02040503050406030204" pitchFamily="18" charset="0"/>
                            </a:rPr>
                          </m:ctrlPr>
                        </m:dPr>
                        <m:e>
                          <m:r>
                            <a:rPr lang="zh-CN" altLang="en-US" sz="2200" i="1">
                              <a:latin typeface="Cambria Math" panose="02040503050406030204" pitchFamily="18" charset="0"/>
                            </a:rPr>
                            <m:t>𝑥</m:t>
                          </m:r>
                        </m:e>
                      </m:d>
                      <m:r>
                        <a:rPr lang="zh-CN" altLang="en-US" sz="2200" i="1">
                          <a:latin typeface="Cambria Math" panose="02040503050406030204" pitchFamily="18" charset="0"/>
                        </a:rPr>
                        <m:t>𝑑𝑥</m:t>
                      </m:r>
                      <m:r>
                        <a:rPr lang="zh-CN" altLang="en-US" sz="2200">
                          <a:latin typeface="Cambria Math" panose="02040503050406030204" pitchFamily="18" charset="0"/>
                        </a:rPr>
                        <m:t>=</m:t>
                      </m:r>
                      <m:nary>
                        <m:naryPr>
                          <m:limLoc m:val="subSup"/>
                          <m:grow m:val="on"/>
                          <m:ctrlPr>
                            <a:rPr lang="zh-CN" altLang="en-US" sz="2200" i="1">
                              <a:latin typeface="Cambria Math" panose="02040503050406030204" pitchFamily="18" charset="0"/>
                            </a:rPr>
                          </m:ctrlPr>
                        </m:naryPr>
                        <m:sub>
                          <m:r>
                            <a:rPr lang="zh-CN" altLang="en-US" sz="2200" i="1">
                              <a:latin typeface="Cambria Math" panose="02040503050406030204" pitchFamily="18" charset="0"/>
                            </a:rPr>
                            <m:t>𝑎</m:t>
                          </m:r>
                        </m:sub>
                        <m:sup>
                          <m:r>
                            <a:rPr lang="zh-CN" altLang="en-US" sz="2200" i="1">
                              <a:latin typeface="Cambria Math" panose="02040503050406030204" pitchFamily="18" charset="0"/>
                            </a:rPr>
                            <m:t>𝑏</m:t>
                          </m:r>
                        </m:sup>
                        <m:e>
                          <m:f>
                            <m:fPr>
                              <m:ctrlPr>
                                <a:rPr lang="zh-CN" altLang="en-US" sz="2200" i="1">
                                  <a:solidFill>
                                    <a:srgbClr val="836967"/>
                                  </a:solidFill>
                                  <a:latin typeface="Cambria Math" panose="02040503050406030204" pitchFamily="18" charset="0"/>
                                </a:rPr>
                              </m:ctrlPr>
                            </m:fPr>
                            <m:num>
                              <m:r>
                                <a:rPr lang="zh-CN" altLang="en-US" sz="2200" i="1">
                                  <a:latin typeface="Cambria Math" panose="02040503050406030204" pitchFamily="18" charset="0"/>
                                </a:rPr>
                                <m:t>𝑥</m:t>
                              </m:r>
                            </m:num>
                            <m:den>
                              <m:r>
                                <a:rPr lang="zh-CN" altLang="en-US" sz="2200" i="1">
                                  <a:latin typeface="Cambria Math" panose="02040503050406030204" pitchFamily="18" charset="0"/>
                                </a:rPr>
                                <m:t>𝑏</m:t>
                              </m:r>
                              <m:r>
                                <a:rPr lang="zh-CN" altLang="en-US" sz="2200">
                                  <a:latin typeface="Cambria Math" panose="02040503050406030204" pitchFamily="18" charset="0"/>
                                </a:rPr>
                                <m:t>−</m:t>
                              </m:r>
                              <m:r>
                                <a:rPr lang="zh-CN" altLang="en-US" sz="2200" i="1">
                                  <a:latin typeface="Cambria Math" panose="02040503050406030204" pitchFamily="18" charset="0"/>
                                </a:rPr>
                                <m:t>𝑎</m:t>
                              </m:r>
                            </m:den>
                          </m:f>
                        </m:e>
                      </m:nary>
                      <m:r>
                        <a:rPr lang="zh-CN" altLang="en-US" sz="2200" i="1">
                          <a:latin typeface="Cambria Math" panose="02040503050406030204" pitchFamily="18" charset="0"/>
                        </a:rPr>
                        <m:t>𝑑𝑥</m:t>
                      </m:r>
                      <m:r>
                        <a:rPr lang="zh-CN" altLang="en-US" sz="2200">
                          <a:latin typeface="Cambria Math" panose="02040503050406030204" pitchFamily="18" charset="0"/>
                        </a:rPr>
                        <m:t>=</m:t>
                      </m:r>
                      <m:f>
                        <m:fPr>
                          <m:ctrlPr>
                            <a:rPr lang="zh-CN" altLang="en-US" sz="2200" i="1" smtClean="0">
                              <a:solidFill>
                                <a:srgbClr val="FF0000"/>
                              </a:solidFill>
                              <a:latin typeface="Cambria Math" panose="02040503050406030204" pitchFamily="18" charset="0"/>
                            </a:rPr>
                          </m:ctrlPr>
                        </m:fPr>
                        <m:num>
                          <m:r>
                            <a:rPr lang="zh-CN" altLang="en-US" sz="2200" b="0" i="1">
                              <a:solidFill>
                                <a:srgbClr val="FF0000"/>
                              </a:solidFill>
                              <a:latin typeface="Cambria Math" panose="02040503050406030204" pitchFamily="18" charset="0"/>
                            </a:rPr>
                            <m:t>𝑎</m:t>
                          </m:r>
                          <m:r>
                            <a:rPr lang="zh-CN" altLang="en-US" sz="2200" b="0">
                              <a:solidFill>
                                <a:srgbClr val="FF0000"/>
                              </a:solidFill>
                              <a:latin typeface="Cambria Math" panose="02040503050406030204" pitchFamily="18" charset="0"/>
                            </a:rPr>
                            <m:t>+</m:t>
                          </m:r>
                          <m:r>
                            <a:rPr lang="zh-CN" altLang="en-US" sz="2200" b="0" i="1">
                              <a:solidFill>
                                <a:srgbClr val="FF0000"/>
                              </a:solidFill>
                              <a:latin typeface="Cambria Math" panose="02040503050406030204" pitchFamily="18" charset="0"/>
                            </a:rPr>
                            <m:t>𝑏</m:t>
                          </m:r>
                        </m:num>
                        <m:den>
                          <m:r>
                            <a:rPr lang="zh-CN" altLang="en-US" sz="2200" b="0" i="1">
                              <a:solidFill>
                                <a:srgbClr val="FF0000"/>
                              </a:solidFill>
                              <a:latin typeface="Cambria Math" panose="02040503050406030204" pitchFamily="18" charset="0"/>
                            </a:rPr>
                            <m:t>2</m:t>
                          </m:r>
                        </m:den>
                      </m:f>
                    </m:oMath>
                  </m:oMathPara>
                </a14:m>
                <a:endParaRPr lang="zh-CN" altLang="en-US" sz="2200" dirty="0"/>
              </a:p>
            </p:txBody>
          </p:sp>
        </mc:Choice>
        <mc:Fallback xmlns="">
          <p:sp>
            <p:nvSpPr>
              <p:cNvPr id="15" name="文本框 14">
                <a:extLst>
                  <a:ext uri="{FF2B5EF4-FFF2-40B4-BE49-F238E27FC236}">
                    <a16:creationId xmlns:a16="http://schemas.microsoft.com/office/drawing/2014/main" id="{1B181B46-9AC0-9692-AF63-66415B24BD19}"/>
                  </a:ext>
                </a:extLst>
              </p:cNvPr>
              <p:cNvSpPr txBox="1">
                <a:spLocks noRot="1" noChangeAspect="1" noMove="1" noResize="1" noEditPoints="1" noAdjustHandles="1" noChangeArrowheads="1" noChangeShapeType="1" noTextEdit="1"/>
              </p:cNvSpPr>
              <p:nvPr/>
            </p:nvSpPr>
            <p:spPr>
              <a:xfrm>
                <a:off x="1494954" y="4848378"/>
                <a:ext cx="5946478" cy="860428"/>
              </a:xfrm>
              <a:prstGeom prst="rect">
                <a:avLst/>
              </a:prstGeom>
              <a:blipFill>
                <a:blip r:embed="rId7"/>
                <a:stretch>
                  <a:fillRect t="-152174" b="-227536"/>
                </a:stretch>
              </a:blipFill>
            </p:spPr>
            <p:txBody>
              <a:bodyPr/>
              <a:lstStyle/>
              <a:p>
                <a:r>
                  <a:rPr lang="zh-CN" altLang="en-US">
                    <a:noFill/>
                  </a:rPr>
                  <a:t> </a:t>
                </a:r>
              </a:p>
            </p:txBody>
          </p:sp>
        </mc:Fallback>
      </mc:AlternateContent>
      <p:cxnSp>
        <p:nvCxnSpPr>
          <p:cNvPr id="3" name="直线连接符 2">
            <a:extLst>
              <a:ext uri="{FF2B5EF4-FFF2-40B4-BE49-F238E27FC236}">
                <a16:creationId xmlns:a16="http://schemas.microsoft.com/office/drawing/2014/main" id="{5B44C169-B376-5E1E-FF91-B8DA21C22807}"/>
              </a:ext>
            </a:extLst>
          </p:cNvPr>
          <p:cNvCxnSpPr/>
          <p:nvPr/>
        </p:nvCxnSpPr>
        <p:spPr>
          <a:xfrm>
            <a:off x="0" y="940696"/>
            <a:ext cx="9144000"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EF351038-26F7-24A9-8A6D-51D4A52B68E4}"/>
              </a:ext>
            </a:extLst>
          </p:cNvPr>
          <p:cNvSpPr/>
          <p:nvPr/>
        </p:nvSpPr>
        <p:spPr bwMode="auto">
          <a:xfrm>
            <a:off x="0" y="0"/>
            <a:ext cx="260169" cy="6858000"/>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 name="副标题 2">
            <a:extLst>
              <a:ext uri="{FF2B5EF4-FFF2-40B4-BE49-F238E27FC236}">
                <a16:creationId xmlns:a16="http://schemas.microsoft.com/office/drawing/2014/main" id="{323EC230-DC13-DAB6-32BE-6723932A22B3}"/>
              </a:ext>
            </a:extLst>
          </p:cNvPr>
          <p:cNvSpPr txBox="1">
            <a:spLocks/>
          </p:cNvSpPr>
          <p:nvPr/>
        </p:nvSpPr>
        <p:spPr>
          <a:xfrm>
            <a:off x="1341603" y="25537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#5</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Tree>
    <p:extLst>
      <p:ext uri="{BB962C8B-B14F-4D97-AF65-F5344CB8AC3E}">
        <p14:creationId xmlns:p14="http://schemas.microsoft.com/office/powerpoint/2010/main" val="4254538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1970B069-BBA7-A602-222E-70E6D51DBD38}"/>
                  </a:ext>
                </a:extLst>
              </p:cNvPr>
              <p:cNvSpPr txBox="1"/>
              <p:nvPr/>
            </p:nvSpPr>
            <p:spPr>
              <a:xfrm>
                <a:off x="1904667" y="1728992"/>
                <a:ext cx="6248733" cy="169572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800" i="1">
                          <a:latin typeface="Cambria Math" panose="02040503050406030204" pitchFamily="18" charset="0"/>
                        </a:rPr>
                        <m:t>𝑓</m:t>
                      </m:r>
                      <m:d>
                        <m:dPr>
                          <m:ctrlPr>
                            <a:rPr lang="zh-CN" altLang="en-US" sz="2800" i="1">
                              <a:solidFill>
                                <a:srgbClr val="836967"/>
                              </a:solidFill>
                              <a:latin typeface="Cambria Math" panose="02040503050406030204" pitchFamily="18" charset="0"/>
                            </a:rPr>
                          </m:ctrlPr>
                        </m:dPr>
                        <m:e>
                          <m:r>
                            <a:rPr lang="zh-CN" altLang="en-US" sz="2800" i="1">
                              <a:latin typeface="Cambria Math" panose="02040503050406030204" pitchFamily="18" charset="0"/>
                            </a:rPr>
                            <m:t>𝑥</m:t>
                          </m:r>
                        </m:e>
                      </m:d>
                      <m:r>
                        <a:rPr lang="zh-CN" altLang="en-US" sz="2800">
                          <a:latin typeface="Cambria Math" panose="02040503050406030204" pitchFamily="18" charset="0"/>
                        </a:rPr>
                        <m:t>=</m:t>
                      </m:r>
                      <m:d>
                        <m:dPr>
                          <m:begChr m:val="{"/>
                          <m:endChr m:val=""/>
                          <m:ctrlPr>
                            <a:rPr lang="zh-CN" altLang="en-US" sz="2800" i="1">
                              <a:solidFill>
                                <a:srgbClr val="836967"/>
                              </a:solidFill>
                              <a:latin typeface="Cambria Math" panose="02040503050406030204" pitchFamily="18" charset="0"/>
                            </a:rPr>
                          </m:ctrlPr>
                        </m:dPr>
                        <m:e>
                          <m:eqArr>
                            <m:eqArrPr>
                              <m:ctrlPr>
                                <a:rPr lang="zh-CN" altLang="en-US" sz="2800" i="1">
                                  <a:solidFill>
                                    <a:srgbClr val="836967"/>
                                  </a:solidFill>
                                  <a:latin typeface="Cambria Math" panose="02040503050406030204" pitchFamily="18" charset="0"/>
                                </a:rPr>
                              </m:ctrlPr>
                            </m:eqArrPr>
                            <m:e>
                              <m:r>
                                <a:rPr lang="zh-CN" altLang="en-US" sz="2800">
                                  <a:latin typeface="Cambria Math" panose="02040503050406030204" pitchFamily="18" charset="0"/>
                                </a:rPr>
                                <m:t>&amp;</m:t>
                              </m:r>
                              <m:f>
                                <m:fPr>
                                  <m:ctrlPr>
                                    <a:rPr lang="zh-CN" altLang="en-US" sz="2800" i="1">
                                      <a:solidFill>
                                        <a:srgbClr val="836967"/>
                                      </a:solidFill>
                                      <a:latin typeface="Cambria Math" panose="02040503050406030204" pitchFamily="18" charset="0"/>
                                    </a:rPr>
                                  </m:ctrlPr>
                                </m:fPr>
                                <m:num>
                                  <m:r>
                                    <a:rPr lang="zh-CN" altLang="en-US" sz="2800">
                                      <a:latin typeface="Cambria Math" panose="02040503050406030204" pitchFamily="18" charset="0"/>
                                    </a:rPr>
                                    <m:t>1</m:t>
                                  </m:r>
                                </m:num>
                                <m:den>
                                  <m:r>
                                    <a:rPr lang="zh-CN" altLang="en-US" sz="2800" i="1">
                                      <a:latin typeface="Cambria Math" panose="02040503050406030204" pitchFamily="18" charset="0"/>
                                    </a:rPr>
                                    <m:t>𝜃</m:t>
                                  </m:r>
                                </m:den>
                              </m:f>
                              <m:sSup>
                                <m:sSupPr>
                                  <m:ctrlPr>
                                    <a:rPr lang="zh-CN" altLang="en-US" sz="2800" i="1">
                                      <a:solidFill>
                                        <a:srgbClr val="836967"/>
                                      </a:solidFill>
                                      <a:latin typeface="Cambria Math" panose="02040503050406030204" pitchFamily="18" charset="0"/>
                                    </a:rPr>
                                  </m:ctrlPr>
                                </m:sSupPr>
                                <m:e>
                                  <m:r>
                                    <a:rPr lang="zh-CN" altLang="en-US" sz="2800" i="1">
                                      <a:latin typeface="Cambria Math" panose="02040503050406030204" pitchFamily="18" charset="0"/>
                                    </a:rPr>
                                    <m:t>𝑒</m:t>
                                  </m:r>
                                </m:e>
                                <m:sup>
                                  <m:r>
                                    <a:rPr lang="zh-CN" altLang="en-US" sz="2800">
                                      <a:latin typeface="Cambria Math" panose="02040503050406030204" pitchFamily="18" charset="0"/>
                                    </a:rPr>
                                    <m:t>−</m:t>
                                  </m:r>
                                  <m:f>
                                    <m:fPr>
                                      <m:ctrlPr>
                                        <a:rPr lang="zh-CN" altLang="en-US" sz="2800" i="1">
                                          <a:solidFill>
                                            <a:srgbClr val="836967"/>
                                          </a:solidFill>
                                          <a:latin typeface="Cambria Math" panose="02040503050406030204" pitchFamily="18" charset="0"/>
                                        </a:rPr>
                                      </m:ctrlPr>
                                    </m:fPr>
                                    <m:num>
                                      <m:r>
                                        <a:rPr lang="zh-CN" altLang="en-US" sz="2800" i="1">
                                          <a:latin typeface="Cambria Math" panose="02040503050406030204" pitchFamily="18" charset="0"/>
                                        </a:rPr>
                                        <m:t>𝑥</m:t>
                                      </m:r>
                                    </m:num>
                                    <m:den>
                                      <m:r>
                                        <a:rPr lang="zh-CN" altLang="en-US" sz="2800" i="1">
                                          <a:latin typeface="Cambria Math" panose="02040503050406030204" pitchFamily="18" charset="0"/>
                                        </a:rPr>
                                        <m:t>𝜃</m:t>
                                      </m:r>
                                    </m:den>
                                  </m:f>
                                </m:sup>
                              </m:sSup>
                              <m:r>
                                <a:rPr lang="zh-CN" altLang="en-US" sz="2800">
                                  <a:latin typeface="Cambria Math" panose="02040503050406030204" pitchFamily="18" charset="0"/>
                                </a:rPr>
                                <m:t>，</m:t>
                              </m:r>
                              <m:r>
                                <a:rPr lang="zh-CN" altLang="en-US" sz="2800">
                                  <a:latin typeface="Cambria Math" panose="02040503050406030204" pitchFamily="18" charset="0"/>
                                </a:rPr>
                                <m:t> </m:t>
                              </m:r>
                              <m:r>
                                <a:rPr lang="zh-CN" altLang="en-US" sz="2800" i="1">
                                  <a:latin typeface="Cambria Math" panose="02040503050406030204" pitchFamily="18" charset="0"/>
                                </a:rPr>
                                <m:t>𝑥</m:t>
                              </m:r>
                              <m:r>
                                <a:rPr lang="zh-CN" altLang="en-US" sz="2800">
                                  <a:latin typeface="Cambria Math" panose="02040503050406030204" pitchFamily="18" charset="0"/>
                                </a:rPr>
                                <m:t>&gt;0,</m:t>
                              </m:r>
                            </m:e>
                            <m:e>
                              <m:r>
                                <a:rPr lang="zh-CN" altLang="en-US" sz="2800">
                                  <a:latin typeface="Cambria Math" panose="02040503050406030204" pitchFamily="18" charset="0"/>
                                </a:rPr>
                                <m:t>&amp;</m:t>
                              </m:r>
                            </m:e>
                            <m:e>
                              <m:r>
                                <a:rPr lang="zh-CN" altLang="en-US" sz="2800">
                                  <a:latin typeface="Cambria Math" panose="02040503050406030204" pitchFamily="18" charset="0"/>
                                </a:rPr>
                                <m:t>&amp;0</m:t>
                              </m:r>
                              <m:r>
                                <a:rPr lang="zh-CN" altLang="en-US" sz="2800">
                                  <a:latin typeface="Cambria Math" panose="02040503050406030204" pitchFamily="18" charset="0"/>
                                </a:rPr>
                                <m:t>，</m:t>
                              </m:r>
                              <m:r>
                                <a:rPr lang="zh-CN" altLang="en-US" sz="2800">
                                  <a:latin typeface="Cambria Math" panose="02040503050406030204" pitchFamily="18" charset="0"/>
                                </a:rPr>
                                <m:t>         </m:t>
                              </m:r>
                              <m:r>
                                <a:rPr lang="zh-CN" altLang="en-US" sz="2800" i="1">
                                  <a:latin typeface="Cambria Math" panose="02040503050406030204" pitchFamily="18" charset="0"/>
                                </a:rPr>
                                <m:t>𝑥</m:t>
                              </m:r>
                              <m:r>
                                <a:rPr lang="zh-CN" altLang="en-US" sz="2800">
                                  <a:latin typeface="Cambria Math" panose="02040503050406030204" pitchFamily="18" charset="0"/>
                                </a:rPr>
                                <m:t>≤0,  </m:t>
                              </m:r>
                            </m:e>
                          </m:eqArr>
                        </m:e>
                      </m:d>
                      <m:r>
                        <a:rPr lang="zh-CN" altLang="en-US" sz="2800">
                          <a:latin typeface="Cambria Math" panose="02040503050406030204" pitchFamily="18" charset="0"/>
                        </a:rPr>
                        <m:t>        </m:t>
                      </m:r>
                      <m:r>
                        <a:rPr lang="zh-CN" altLang="en-US" sz="2800" i="1">
                          <a:latin typeface="Cambria Math" panose="02040503050406030204" pitchFamily="18" charset="0"/>
                        </a:rPr>
                        <m:t>𝜃</m:t>
                      </m:r>
                      <m:r>
                        <a:rPr lang="zh-CN" altLang="en-US" sz="2800">
                          <a:latin typeface="Cambria Math" panose="02040503050406030204" pitchFamily="18" charset="0"/>
                        </a:rPr>
                        <m:t>&gt;0</m:t>
                      </m:r>
                    </m:oMath>
                  </m:oMathPara>
                </a14:m>
                <a:endParaRPr lang="zh-CN" altLang="en-US" sz="2800" dirty="0"/>
              </a:p>
            </p:txBody>
          </p:sp>
        </mc:Choice>
        <mc:Fallback xmlns="">
          <p:sp>
            <p:nvSpPr>
              <p:cNvPr id="10" name="文本框 9">
                <a:extLst>
                  <a:ext uri="{FF2B5EF4-FFF2-40B4-BE49-F238E27FC236}">
                    <a16:creationId xmlns:a16="http://schemas.microsoft.com/office/drawing/2014/main" id="{1970B069-BBA7-A602-222E-70E6D51DBD38}"/>
                  </a:ext>
                </a:extLst>
              </p:cNvPr>
              <p:cNvSpPr txBox="1">
                <a:spLocks noRot="1" noChangeAspect="1" noMove="1" noResize="1" noEditPoints="1" noAdjustHandles="1" noChangeArrowheads="1" noChangeShapeType="1" noTextEdit="1"/>
              </p:cNvSpPr>
              <p:nvPr/>
            </p:nvSpPr>
            <p:spPr>
              <a:xfrm>
                <a:off x="1904667" y="1728992"/>
                <a:ext cx="6248733" cy="1695721"/>
              </a:xfrm>
              <a:prstGeom prst="rect">
                <a:avLst/>
              </a:prstGeom>
              <a:blipFill>
                <a:blip r:embed="rId2"/>
                <a:stretch>
                  <a:fillRect b="-44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89DF04E-A55C-E6D9-FBAE-021E759AEA2B}"/>
                  </a:ext>
                </a:extLst>
              </p:cNvPr>
              <p:cNvSpPr txBox="1"/>
              <p:nvPr/>
            </p:nvSpPr>
            <p:spPr>
              <a:xfrm>
                <a:off x="1703603" y="4213008"/>
                <a:ext cx="7242516" cy="675185"/>
              </a:xfrm>
              <a:prstGeom prst="rect">
                <a:avLst/>
              </a:prstGeom>
              <a:noFill/>
            </p:spPr>
            <p:txBody>
              <a:bodyPr wrap="square" lIns="0" tIns="0" rIns="0" bIns="0" rtlCol="0">
                <a:spAutoFit/>
              </a:bodyPr>
              <a:lstStyle/>
              <a:p>
                <a14:m>
                  <m:oMath xmlns:m="http://schemas.openxmlformats.org/officeDocument/2006/math">
                    <m:r>
                      <a:rPr kumimoji="1" lang="en-US" altLang="zh-CN" sz="2800" b="0" i="1" smtClean="0">
                        <a:latin typeface="Cambria Math" panose="02040503050406030204" pitchFamily="18" charset="0"/>
                      </a:rPr>
                      <m:t>𝐸</m:t>
                    </m:r>
                    <m:d>
                      <m:dPr>
                        <m:ctrlPr>
                          <a:rPr kumimoji="1" lang="en-US" altLang="zh-CN" sz="2800" i="1" smtClean="0">
                            <a:latin typeface="Cambria Math" panose="02040503050406030204" pitchFamily="18" charset="0"/>
                          </a:rPr>
                        </m:ctrlPr>
                      </m:dPr>
                      <m:e>
                        <m:r>
                          <a:rPr kumimoji="1" lang="en-US" altLang="zh-CN" sz="2800" b="0" i="1" smtClean="0">
                            <a:latin typeface="Cambria Math" panose="02040503050406030204" pitchFamily="18" charset="0"/>
                          </a:rPr>
                          <m:t>𝑋</m:t>
                        </m:r>
                      </m:e>
                    </m:d>
                    <m:r>
                      <a:rPr kumimoji="1" lang="en-US" altLang="zh-CN" sz="2800" b="0" i="1" smtClean="0">
                        <a:latin typeface="Cambria Math" panose="02040503050406030204" pitchFamily="18" charset="0"/>
                      </a:rPr>
                      <m:t>=</m:t>
                    </m:r>
                    <m:nary>
                      <m:naryPr>
                        <m:limLoc m:val="subSup"/>
                        <m:grow m:val="on"/>
                        <m:ctrlPr>
                          <a:rPr lang="zh-CN" altLang="en-US" sz="2800" i="1">
                            <a:latin typeface="Cambria Math" panose="02040503050406030204" pitchFamily="18" charset="0"/>
                          </a:rPr>
                        </m:ctrlPr>
                      </m:naryPr>
                      <m:sub>
                        <m:r>
                          <a:rPr lang="zh-CN" altLang="en-US" sz="2800" b="0">
                            <a:latin typeface="Cambria Math" panose="02040503050406030204" pitchFamily="18" charset="0"/>
                          </a:rPr>
                          <m:t>−∞</m:t>
                        </m:r>
                      </m:sub>
                      <m:sup>
                        <m:r>
                          <a:rPr lang="zh-CN" altLang="en-US" sz="2800" b="0">
                            <a:latin typeface="Cambria Math" panose="02040503050406030204" pitchFamily="18" charset="0"/>
                          </a:rPr>
                          <m:t>∞</m:t>
                        </m:r>
                      </m:sup>
                      <m:e>
                        <m:r>
                          <a:rPr lang="zh-CN" altLang="en-US" sz="2800" b="0" i="1">
                            <a:latin typeface="Cambria Math" panose="02040503050406030204" pitchFamily="18" charset="0"/>
                          </a:rPr>
                          <m:t>𝑥</m:t>
                        </m:r>
                      </m:e>
                    </m:nary>
                    <m:r>
                      <a:rPr lang="zh-CN" altLang="en-US" sz="2800" b="0" i="1">
                        <a:latin typeface="Cambria Math" panose="02040503050406030204" pitchFamily="18" charset="0"/>
                      </a:rPr>
                      <m:t>𝑓</m:t>
                    </m:r>
                    <m:d>
                      <m:dPr>
                        <m:ctrlPr>
                          <a:rPr lang="zh-CN" altLang="en-US" sz="2800" i="1">
                            <a:latin typeface="Cambria Math" panose="02040503050406030204" pitchFamily="18" charset="0"/>
                          </a:rPr>
                        </m:ctrlPr>
                      </m:dPr>
                      <m:e>
                        <m:r>
                          <a:rPr lang="zh-CN" altLang="en-US" sz="2800" b="0" i="1">
                            <a:latin typeface="Cambria Math" panose="02040503050406030204" pitchFamily="18" charset="0"/>
                          </a:rPr>
                          <m:t>𝑥</m:t>
                        </m:r>
                      </m:e>
                    </m:d>
                    <m:r>
                      <a:rPr lang="zh-CN" altLang="en-US" sz="2800" b="0" i="1">
                        <a:latin typeface="Cambria Math" panose="02040503050406030204" pitchFamily="18" charset="0"/>
                      </a:rPr>
                      <m:t>𝑑𝑥</m:t>
                    </m:r>
                  </m:oMath>
                </a14:m>
                <a:r>
                  <a:rPr kumimoji="1" lang="en-US" altLang="zh-CN" sz="2800" dirty="0"/>
                  <a:t>=</a:t>
                </a:r>
                <a:r>
                  <a:rPr lang="zh-CN" altLang="en-US" sz="2800" dirty="0"/>
                  <a:t> </a:t>
                </a:r>
                <a14:m>
                  <m:oMath xmlns:m="http://schemas.openxmlformats.org/officeDocument/2006/math">
                    <m:nary>
                      <m:naryPr>
                        <m:limLoc m:val="subSup"/>
                        <m:grow m:val="on"/>
                        <m:ctrlPr>
                          <a:rPr lang="zh-CN" altLang="en-US" sz="2800" i="1">
                            <a:latin typeface="Cambria Math" panose="02040503050406030204" pitchFamily="18" charset="0"/>
                          </a:rPr>
                        </m:ctrlPr>
                      </m:naryPr>
                      <m:sub>
                        <m:r>
                          <a:rPr lang="zh-CN" altLang="en-US" sz="2800" b="0">
                            <a:latin typeface="Cambria Math" panose="02040503050406030204" pitchFamily="18" charset="0"/>
                          </a:rPr>
                          <m:t>−∞</m:t>
                        </m:r>
                      </m:sub>
                      <m:sup>
                        <m:r>
                          <a:rPr lang="zh-CN" altLang="en-US" sz="2800" b="0">
                            <a:latin typeface="Cambria Math" panose="02040503050406030204" pitchFamily="18" charset="0"/>
                          </a:rPr>
                          <m:t>∞</m:t>
                        </m:r>
                      </m:sup>
                      <m:e>
                        <m:r>
                          <a:rPr lang="zh-CN" altLang="en-US" sz="2800" b="0" i="1">
                            <a:latin typeface="Cambria Math" panose="02040503050406030204" pitchFamily="18" charset="0"/>
                          </a:rPr>
                          <m:t>𝑥</m:t>
                        </m:r>
                      </m:e>
                    </m:nary>
                    <m:f>
                      <m:fPr>
                        <m:ctrlPr>
                          <a:rPr lang="zh-CN" altLang="en-US" sz="2800" i="1">
                            <a:solidFill>
                              <a:srgbClr val="836967"/>
                            </a:solidFill>
                            <a:latin typeface="Cambria Math" panose="02040503050406030204" pitchFamily="18" charset="0"/>
                          </a:rPr>
                        </m:ctrlPr>
                      </m:fPr>
                      <m:num>
                        <m:r>
                          <a:rPr lang="zh-CN" altLang="en-US" sz="2800" b="0" i="1">
                            <a:latin typeface="Cambria Math" panose="02040503050406030204" pitchFamily="18" charset="0"/>
                          </a:rPr>
                          <m:t>1</m:t>
                        </m:r>
                      </m:num>
                      <m:den>
                        <m:r>
                          <a:rPr lang="zh-CN" altLang="en-US" sz="2800" b="0" i="1">
                            <a:latin typeface="Cambria Math" panose="02040503050406030204" pitchFamily="18" charset="0"/>
                          </a:rPr>
                          <m:t>𝜃</m:t>
                        </m:r>
                      </m:den>
                    </m:f>
                    <m:sSup>
                      <m:sSupPr>
                        <m:ctrlPr>
                          <a:rPr lang="zh-CN" altLang="en-US" sz="2800" i="1">
                            <a:solidFill>
                              <a:srgbClr val="836967"/>
                            </a:solidFill>
                            <a:latin typeface="Cambria Math" panose="02040503050406030204" pitchFamily="18" charset="0"/>
                          </a:rPr>
                        </m:ctrlPr>
                      </m:sSupPr>
                      <m:e>
                        <m:r>
                          <a:rPr lang="zh-CN" altLang="en-US" sz="2800" b="0" i="1">
                            <a:latin typeface="Cambria Math" panose="02040503050406030204" pitchFamily="18" charset="0"/>
                          </a:rPr>
                          <m:t>𝑒</m:t>
                        </m:r>
                      </m:e>
                      <m:sup>
                        <m:r>
                          <a:rPr lang="zh-CN" altLang="en-US" sz="2800" b="0">
                            <a:latin typeface="Cambria Math" panose="02040503050406030204" pitchFamily="18" charset="0"/>
                          </a:rPr>
                          <m:t>−</m:t>
                        </m:r>
                        <m:f>
                          <m:fPr>
                            <m:ctrlPr>
                              <a:rPr lang="zh-CN" altLang="en-US" sz="2800" i="1">
                                <a:solidFill>
                                  <a:srgbClr val="836967"/>
                                </a:solidFill>
                                <a:latin typeface="Cambria Math" panose="02040503050406030204" pitchFamily="18" charset="0"/>
                              </a:rPr>
                            </m:ctrlPr>
                          </m:fPr>
                          <m:num>
                            <m:r>
                              <a:rPr lang="zh-CN" altLang="en-US" sz="2800" b="0" i="1">
                                <a:latin typeface="Cambria Math" panose="02040503050406030204" pitchFamily="18" charset="0"/>
                              </a:rPr>
                              <m:t>𝑥</m:t>
                            </m:r>
                          </m:num>
                          <m:den>
                            <m:r>
                              <a:rPr lang="zh-CN" altLang="en-US" sz="2800" b="0" i="1">
                                <a:latin typeface="Cambria Math" panose="02040503050406030204" pitchFamily="18" charset="0"/>
                              </a:rPr>
                              <m:t>𝜃</m:t>
                            </m:r>
                          </m:den>
                        </m:f>
                      </m:sup>
                    </m:sSup>
                    <m:r>
                      <a:rPr lang="zh-CN" altLang="en-US" sz="2800" b="0" i="1">
                        <a:latin typeface="Cambria Math" panose="02040503050406030204" pitchFamily="18" charset="0"/>
                      </a:rPr>
                      <m:t>𝑑𝑥</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𝜃</m:t>
                    </m:r>
                  </m:oMath>
                </a14:m>
                <a:endParaRPr kumimoji="1" lang="zh-CN" altLang="en-US" sz="2800" dirty="0"/>
              </a:p>
            </p:txBody>
          </p:sp>
        </mc:Choice>
        <mc:Fallback xmlns="">
          <p:sp>
            <p:nvSpPr>
              <p:cNvPr id="2" name="文本框 1">
                <a:extLst>
                  <a:ext uri="{FF2B5EF4-FFF2-40B4-BE49-F238E27FC236}">
                    <a16:creationId xmlns:a16="http://schemas.microsoft.com/office/drawing/2014/main" id="{489DF04E-A55C-E6D9-FBAE-021E759AEA2B}"/>
                  </a:ext>
                </a:extLst>
              </p:cNvPr>
              <p:cNvSpPr txBox="1">
                <a:spLocks noRot="1" noChangeAspect="1" noMove="1" noResize="1" noEditPoints="1" noAdjustHandles="1" noChangeArrowheads="1" noChangeShapeType="1" noTextEdit="1"/>
              </p:cNvSpPr>
              <p:nvPr/>
            </p:nvSpPr>
            <p:spPr>
              <a:xfrm>
                <a:off x="1703603" y="4213008"/>
                <a:ext cx="7242516" cy="675185"/>
              </a:xfrm>
              <a:prstGeom prst="rect">
                <a:avLst/>
              </a:prstGeom>
              <a:blipFill>
                <a:blip r:embed="rId3"/>
                <a:stretch>
                  <a:fillRect l="-1573" t="-112963" b="-1796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85E10AF-C057-051A-144E-DD8A2F6E9CD4}"/>
                  </a:ext>
                </a:extLst>
              </p:cNvPr>
              <p:cNvSpPr txBox="1"/>
              <p:nvPr/>
            </p:nvSpPr>
            <p:spPr>
              <a:xfrm>
                <a:off x="3378048" y="5701860"/>
                <a:ext cx="1830524"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zh-CN" sz="2800" b="0" i="1" smtClean="0">
                          <a:solidFill>
                            <a:srgbClr val="FF0000"/>
                          </a:solidFill>
                          <a:latin typeface="Cambria Math" panose="02040503050406030204" pitchFamily="18" charset="0"/>
                        </a:rPr>
                        <m:t>𝐸</m:t>
                      </m:r>
                      <m:d>
                        <m:dPr>
                          <m:ctrlPr>
                            <a:rPr kumimoji="1" lang="en-US" altLang="zh-CN" sz="2800" i="1">
                              <a:solidFill>
                                <a:srgbClr val="FF0000"/>
                              </a:solidFill>
                              <a:latin typeface="Cambria Math" panose="02040503050406030204" pitchFamily="18" charset="0"/>
                            </a:rPr>
                          </m:ctrlPr>
                        </m:dPr>
                        <m:e>
                          <m:r>
                            <a:rPr kumimoji="1" lang="en-US" altLang="zh-CN" sz="2800" b="0" i="1">
                              <a:solidFill>
                                <a:srgbClr val="FF0000"/>
                              </a:solidFill>
                              <a:latin typeface="Cambria Math" panose="02040503050406030204" pitchFamily="18" charset="0"/>
                            </a:rPr>
                            <m:t>𝑋</m:t>
                          </m:r>
                        </m:e>
                      </m:d>
                      <m:r>
                        <a:rPr kumimoji="1" lang="en-US" altLang="zh-CN" sz="2800" b="0" i="1">
                          <a:solidFill>
                            <a:srgbClr val="FF0000"/>
                          </a:solidFill>
                          <a:latin typeface="Cambria Math" panose="02040503050406030204" pitchFamily="18" charset="0"/>
                        </a:rPr>
                        <m:t>=</m:t>
                      </m:r>
                      <m:r>
                        <a:rPr kumimoji="1" lang="en-US" altLang="zh-CN" sz="2800" b="0" i="1" smtClean="0">
                          <a:solidFill>
                            <a:srgbClr val="FF0000"/>
                          </a:solidFill>
                          <a:latin typeface="Cambria Math" panose="02040503050406030204" pitchFamily="18" charset="0"/>
                          <a:ea typeface="Cambria Math" panose="02040503050406030204" pitchFamily="18" charset="0"/>
                        </a:rPr>
                        <m:t>𝜃</m:t>
                      </m:r>
                    </m:oMath>
                  </m:oMathPara>
                </a14:m>
                <a:endParaRPr kumimoji="1" lang="zh-CN" altLang="en-US" sz="2800" dirty="0">
                  <a:solidFill>
                    <a:srgbClr val="FF0000"/>
                  </a:solidFill>
                </a:endParaRPr>
              </a:p>
            </p:txBody>
          </p:sp>
        </mc:Choice>
        <mc:Fallback xmlns="">
          <p:sp>
            <p:nvSpPr>
              <p:cNvPr id="3" name="文本框 2">
                <a:extLst>
                  <a:ext uri="{FF2B5EF4-FFF2-40B4-BE49-F238E27FC236}">
                    <a16:creationId xmlns:a16="http://schemas.microsoft.com/office/drawing/2014/main" id="{285E10AF-C057-051A-144E-DD8A2F6E9CD4}"/>
                  </a:ext>
                </a:extLst>
              </p:cNvPr>
              <p:cNvSpPr txBox="1">
                <a:spLocks noRot="1" noChangeAspect="1" noMove="1" noResize="1" noEditPoints="1" noAdjustHandles="1" noChangeArrowheads="1" noChangeShapeType="1" noTextEdit="1"/>
              </p:cNvSpPr>
              <p:nvPr/>
            </p:nvSpPr>
            <p:spPr>
              <a:xfrm>
                <a:off x="3378048" y="5701860"/>
                <a:ext cx="1830524" cy="430887"/>
              </a:xfrm>
              <a:prstGeom prst="rect">
                <a:avLst/>
              </a:prstGeom>
              <a:blipFill>
                <a:blip r:embed="rId4"/>
                <a:stretch>
                  <a:fillRect b="-5714"/>
                </a:stretch>
              </a:blipFill>
            </p:spPr>
            <p:txBody>
              <a:bodyPr/>
              <a:lstStyle/>
              <a:p>
                <a:r>
                  <a:rPr lang="zh-CN" altLang="en-US">
                    <a:noFill/>
                  </a:rPr>
                  <a:t> </a:t>
                </a:r>
              </a:p>
            </p:txBody>
          </p:sp>
        </mc:Fallback>
      </mc:AlternateContent>
      <p:cxnSp>
        <p:nvCxnSpPr>
          <p:cNvPr id="5" name="直线连接符 4">
            <a:extLst>
              <a:ext uri="{FF2B5EF4-FFF2-40B4-BE49-F238E27FC236}">
                <a16:creationId xmlns:a16="http://schemas.microsoft.com/office/drawing/2014/main" id="{206E9C22-0C36-71AE-C0FC-9152F5D1EE0E}"/>
              </a:ext>
            </a:extLst>
          </p:cNvPr>
          <p:cNvCxnSpPr/>
          <p:nvPr/>
        </p:nvCxnSpPr>
        <p:spPr>
          <a:xfrm>
            <a:off x="0" y="94069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79002ADF-E41F-A9FF-C6A5-D1B385F729EA}"/>
              </a:ext>
            </a:extLst>
          </p:cNvPr>
          <p:cNvSpPr/>
          <p:nvPr/>
        </p:nvSpPr>
        <p:spPr bwMode="auto">
          <a:xfrm>
            <a:off x="0" y="0"/>
            <a:ext cx="260169" cy="6858000"/>
          </a:xfrm>
          <a:prstGeom prst="rect">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 name="副标题 2">
            <a:extLst>
              <a:ext uri="{FF2B5EF4-FFF2-40B4-BE49-F238E27FC236}">
                <a16:creationId xmlns:a16="http://schemas.microsoft.com/office/drawing/2014/main" id="{B5F43B24-2EED-982F-49E5-471596AE7ABB}"/>
              </a:ext>
            </a:extLst>
          </p:cNvPr>
          <p:cNvSpPr txBox="1">
            <a:spLocks/>
          </p:cNvSpPr>
          <p:nvPr/>
        </p:nvSpPr>
        <p:spPr>
          <a:xfrm>
            <a:off x="1341603" y="25537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#6</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Tree>
    <p:extLst>
      <p:ext uri="{BB962C8B-B14F-4D97-AF65-F5344CB8AC3E}">
        <p14:creationId xmlns:p14="http://schemas.microsoft.com/office/powerpoint/2010/main" val="83106567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D700060-50BB-6DED-F254-11114CAE9EFA}"/>
                  </a:ext>
                </a:extLst>
              </p:cNvPr>
              <p:cNvSpPr txBox="1"/>
              <p:nvPr/>
            </p:nvSpPr>
            <p:spPr>
              <a:xfrm>
                <a:off x="4572000" y="1036693"/>
                <a:ext cx="1787412" cy="523220"/>
              </a:xfrm>
              <a:prstGeom prst="rect">
                <a:avLst/>
              </a:prstGeom>
              <a:noFill/>
            </p:spPr>
            <p:txBody>
              <a:bodyPr wrap="none" lIns="0" rtlCol="0">
                <a:spAutoFit/>
              </a:bodyPr>
              <a:lstStyle/>
              <a:p>
                <a:pPr/>
                <a14:m>
                  <m:oMathPara xmlns:m="http://schemas.openxmlformats.org/officeDocument/2006/math">
                    <m:oMathParaPr>
                      <m:jc m:val="left"/>
                    </m:oMathParaPr>
                    <m:oMath xmlns:m="http://schemas.openxmlformats.org/officeDocument/2006/math">
                      <m:r>
                        <a:rPr kumimoji="1" lang="en-US" altLang="zh-CN" sz="2800" b="0" i="1" dirty="0" smtClean="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𝐸</m:t>
                      </m:r>
                      <m:r>
                        <a:rPr kumimoji="1" lang="en-US" altLang="zh-CN" sz="2800" b="0" i="1" dirty="0" smtClean="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m:t>
                      </m:r>
                      <m:r>
                        <a:rPr kumimoji="1" lang="en-US" altLang="zh-CN" sz="2800" b="0" i="1" dirty="0" smtClean="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𝑋</m:t>
                      </m:r>
                      <m:r>
                        <a:rPr kumimoji="1" lang="en-US" altLang="zh-CN" sz="2800" b="0" i="1" dirty="0" smtClean="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 = </m:t>
                      </m:r>
                      <m:r>
                        <a:rPr kumimoji="1" lang="en-US" altLang="zh-CN" sz="2800" b="0" i="1" dirty="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𝑝</m:t>
                      </m:r>
                    </m:oMath>
                  </m:oMathPara>
                </a14:m>
                <a:endParaRPr kumimoji="1" lang="zh-CN" altLang="en-US" sz="2800" i="1" dirty="0">
                  <a:solidFill>
                    <a:srgbClr val="FF0000"/>
                  </a:solidFill>
                  <a:latin typeface="Times New Roman" panose="02020603050405020304" pitchFamily="18" charset="0"/>
                  <a:ea typeface="Microsoft YaHei" panose="020B0503020204020204" pitchFamily="34" charset="-122"/>
                  <a:cs typeface="Times New Roman" panose="02020603050405020304" pitchFamily="18" charset="0"/>
                </a:endParaRPr>
              </a:p>
            </p:txBody>
          </p:sp>
        </mc:Choice>
        <mc:Fallback xmlns="">
          <p:sp>
            <p:nvSpPr>
              <p:cNvPr id="2" name="文本框 1">
                <a:extLst>
                  <a:ext uri="{FF2B5EF4-FFF2-40B4-BE49-F238E27FC236}">
                    <a16:creationId xmlns:a16="http://schemas.microsoft.com/office/drawing/2014/main" id="{6D700060-50BB-6DED-F254-11114CAE9EFA}"/>
                  </a:ext>
                </a:extLst>
              </p:cNvPr>
              <p:cNvSpPr txBox="1">
                <a:spLocks noRot="1" noChangeAspect="1" noMove="1" noResize="1" noEditPoints="1" noAdjustHandles="1" noChangeArrowheads="1" noChangeShapeType="1" noTextEdit="1"/>
              </p:cNvSpPr>
              <p:nvPr/>
            </p:nvSpPr>
            <p:spPr>
              <a:xfrm>
                <a:off x="4572000" y="1036693"/>
                <a:ext cx="1787412" cy="523220"/>
              </a:xfrm>
              <a:prstGeom prst="rect">
                <a:avLst/>
              </a:prstGeom>
              <a:blipFill>
                <a:blip r:embed="rId2"/>
                <a:stretch>
                  <a:fillRect l="-7092" b="-238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A9A0CE9-FCC7-17D3-B4FE-8B50C9241AA6}"/>
                  </a:ext>
                </a:extLst>
              </p:cNvPr>
              <p:cNvSpPr txBox="1"/>
              <p:nvPr/>
            </p:nvSpPr>
            <p:spPr>
              <a:xfrm>
                <a:off x="4572000" y="2040374"/>
                <a:ext cx="4572000" cy="523220"/>
              </a:xfrm>
              <a:prstGeom prst="rect">
                <a:avLst/>
              </a:prstGeom>
              <a:noFill/>
            </p:spPr>
            <p:txBody>
              <a:bodyPr wrap="square" lIns="0">
                <a:spAutoFit/>
              </a:bodyPr>
              <a:lstStyle/>
              <a:p>
                <a14:m>
                  <m:oMath xmlns:m="http://schemas.openxmlformats.org/officeDocument/2006/math">
                    <m:r>
                      <a:rPr lang="en-US" altLang="zh-CN" sz="2800" i="1">
                        <a:solidFill>
                          <a:srgbClr val="FF0000"/>
                        </a:solidFill>
                        <a:latin typeface="Cambria Math" panose="02040503050406030204" pitchFamily="18" charset="0"/>
                        <a:cs typeface="Times New Roman" panose="02020603050405020304" pitchFamily="18" charset="0"/>
                      </a:rPr>
                      <m:t>𝐸</m:t>
                    </m:r>
                    <m:r>
                      <a:rPr lang="en-US" altLang="zh-CN" sz="2800" i="1">
                        <a:solidFill>
                          <a:srgbClr val="FF0000"/>
                        </a:solidFill>
                        <a:latin typeface="Cambria Math" panose="02040503050406030204" pitchFamily="18" charset="0"/>
                        <a:cs typeface="Times New Roman" panose="02020603050405020304" pitchFamily="18" charset="0"/>
                      </a:rPr>
                      <m:t>(</m:t>
                    </m:r>
                    <m:r>
                      <a:rPr lang="en-US" altLang="zh-CN" sz="2800" i="1">
                        <a:solidFill>
                          <a:srgbClr val="FF0000"/>
                        </a:solidFill>
                        <a:latin typeface="Cambria Math" panose="02040503050406030204" pitchFamily="18" charset="0"/>
                        <a:cs typeface="Times New Roman" panose="02020603050405020304" pitchFamily="18" charset="0"/>
                      </a:rPr>
                      <m:t>𝑋</m:t>
                    </m:r>
                    <m:r>
                      <a:rPr lang="en-US" altLang="zh-CN" sz="2800" i="1">
                        <a:solidFill>
                          <a:srgbClr val="FF0000"/>
                        </a:solidFill>
                        <a:latin typeface="Cambria Math" panose="02040503050406030204" pitchFamily="18" charset="0"/>
                        <a:cs typeface="Times New Roman" panose="02020603050405020304" pitchFamily="18" charset="0"/>
                      </a:rPr>
                      <m:t>) </m:t>
                    </m:r>
                  </m:oMath>
                </a14:m>
                <a:r>
                  <a:rPr lang="en-US" altLang="zh-CN" sz="2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l-GR" altLang="zh-CN" sz="2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λ</a:t>
                </a:r>
                <a:endParaRPr lang="zh-CN" altLang="en-US" sz="2800" dirty="0"/>
              </a:p>
            </p:txBody>
          </p:sp>
        </mc:Choice>
        <mc:Fallback xmlns="">
          <p:sp>
            <p:nvSpPr>
              <p:cNvPr id="4" name="文本框 3">
                <a:extLst>
                  <a:ext uri="{FF2B5EF4-FFF2-40B4-BE49-F238E27FC236}">
                    <a16:creationId xmlns:a16="http://schemas.microsoft.com/office/drawing/2014/main" id="{BA9A0CE9-FCC7-17D3-B4FE-8B50C9241AA6}"/>
                  </a:ext>
                </a:extLst>
              </p:cNvPr>
              <p:cNvSpPr txBox="1">
                <a:spLocks noRot="1" noChangeAspect="1" noMove="1" noResize="1" noEditPoints="1" noAdjustHandles="1" noChangeArrowheads="1" noChangeShapeType="1" noTextEdit="1"/>
              </p:cNvSpPr>
              <p:nvPr/>
            </p:nvSpPr>
            <p:spPr>
              <a:xfrm>
                <a:off x="4572000" y="2040374"/>
                <a:ext cx="4572000" cy="523220"/>
              </a:xfrm>
              <a:prstGeom prst="rect">
                <a:avLst/>
              </a:prstGeom>
              <a:blipFill>
                <a:blip r:embed="rId3"/>
                <a:stretch>
                  <a:fillRect l="-2778" t="-13953" b="-279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9A92392-B3A6-D0DF-46C6-654BCF587E4E}"/>
                  </a:ext>
                </a:extLst>
              </p:cNvPr>
              <p:cNvSpPr txBox="1"/>
              <p:nvPr/>
            </p:nvSpPr>
            <p:spPr>
              <a:xfrm>
                <a:off x="4572000" y="2937125"/>
                <a:ext cx="5946478" cy="907556"/>
              </a:xfrm>
              <a:prstGeom prst="rect">
                <a:avLst/>
              </a:prstGeom>
              <a:noFill/>
            </p:spPr>
            <p:txBody>
              <a:bodyPr wrap="square" lIns="0">
                <a:sp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FF0000"/>
                          </a:solidFill>
                          <a:latin typeface="Cambria Math" panose="02040503050406030204" pitchFamily="18" charset="0"/>
                        </a:rPr>
                        <m:t>𝐸</m:t>
                      </m:r>
                      <m:d>
                        <m:dPr>
                          <m:ctrlPr>
                            <a:rPr lang="zh-CN" altLang="en-US" sz="2800" i="1">
                              <a:solidFill>
                                <a:srgbClr val="FF0000"/>
                              </a:solidFill>
                              <a:latin typeface="Cambria Math" panose="02040503050406030204" pitchFamily="18" charset="0"/>
                            </a:rPr>
                          </m:ctrlPr>
                        </m:dPr>
                        <m:e>
                          <m:r>
                            <a:rPr lang="zh-CN" altLang="en-US" sz="2800" b="0" i="1">
                              <a:solidFill>
                                <a:srgbClr val="FF0000"/>
                              </a:solidFill>
                              <a:latin typeface="Cambria Math" panose="02040503050406030204" pitchFamily="18" charset="0"/>
                            </a:rPr>
                            <m:t>𝑋</m:t>
                          </m:r>
                        </m:e>
                      </m:d>
                      <m:r>
                        <a:rPr lang="zh-CN" altLang="en-US" sz="2800" b="0">
                          <a:solidFill>
                            <a:srgbClr val="FF0000"/>
                          </a:solidFill>
                          <a:latin typeface="Cambria Math" panose="02040503050406030204" pitchFamily="18" charset="0"/>
                        </a:rPr>
                        <m:t>=</m:t>
                      </m:r>
                      <m:f>
                        <m:fPr>
                          <m:ctrlPr>
                            <a:rPr lang="zh-CN" altLang="en-US" sz="2800" i="1" smtClean="0">
                              <a:solidFill>
                                <a:srgbClr val="FF0000"/>
                              </a:solidFill>
                              <a:latin typeface="Cambria Math" panose="02040503050406030204" pitchFamily="18" charset="0"/>
                            </a:rPr>
                          </m:ctrlPr>
                        </m:fPr>
                        <m:num>
                          <m:r>
                            <a:rPr lang="zh-CN" altLang="en-US" sz="2800" b="0" i="1">
                              <a:solidFill>
                                <a:srgbClr val="FF0000"/>
                              </a:solidFill>
                              <a:latin typeface="Cambria Math" panose="02040503050406030204" pitchFamily="18" charset="0"/>
                            </a:rPr>
                            <m:t>𝑎</m:t>
                          </m:r>
                          <m:r>
                            <a:rPr lang="zh-CN" altLang="en-US" sz="2800" b="0">
                              <a:solidFill>
                                <a:srgbClr val="FF0000"/>
                              </a:solidFill>
                              <a:latin typeface="Cambria Math" panose="02040503050406030204" pitchFamily="18" charset="0"/>
                            </a:rPr>
                            <m:t>+</m:t>
                          </m:r>
                          <m:r>
                            <a:rPr lang="zh-CN" altLang="en-US" sz="2800" b="0" i="1">
                              <a:solidFill>
                                <a:srgbClr val="FF0000"/>
                              </a:solidFill>
                              <a:latin typeface="Cambria Math" panose="02040503050406030204" pitchFamily="18" charset="0"/>
                            </a:rPr>
                            <m:t>𝑏</m:t>
                          </m:r>
                        </m:num>
                        <m:den>
                          <m:r>
                            <a:rPr lang="zh-CN" altLang="en-US" sz="2800" b="0" i="1">
                              <a:solidFill>
                                <a:srgbClr val="FF0000"/>
                              </a:solidFill>
                              <a:latin typeface="Cambria Math" panose="02040503050406030204" pitchFamily="18" charset="0"/>
                            </a:rPr>
                            <m:t>2</m:t>
                          </m:r>
                        </m:den>
                      </m:f>
                    </m:oMath>
                  </m:oMathPara>
                </a14:m>
                <a:endParaRPr lang="zh-CN" altLang="en-US" sz="2800" dirty="0"/>
              </a:p>
            </p:txBody>
          </p:sp>
        </mc:Choice>
        <mc:Fallback xmlns="">
          <p:sp>
            <p:nvSpPr>
              <p:cNvPr id="5" name="文本框 4">
                <a:extLst>
                  <a:ext uri="{FF2B5EF4-FFF2-40B4-BE49-F238E27FC236}">
                    <a16:creationId xmlns:a16="http://schemas.microsoft.com/office/drawing/2014/main" id="{79A92392-B3A6-D0DF-46C6-654BCF587E4E}"/>
                  </a:ext>
                </a:extLst>
              </p:cNvPr>
              <p:cNvSpPr txBox="1">
                <a:spLocks noRot="1" noChangeAspect="1" noMove="1" noResize="1" noEditPoints="1" noAdjustHandles="1" noChangeArrowheads="1" noChangeShapeType="1" noTextEdit="1"/>
              </p:cNvSpPr>
              <p:nvPr/>
            </p:nvSpPr>
            <p:spPr>
              <a:xfrm>
                <a:off x="4572000" y="2937125"/>
                <a:ext cx="5946478" cy="907556"/>
              </a:xfrm>
              <a:prstGeom prst="rect">
                <a:avLst/>
              </a:prstGeom>
              <a:blipFill>
                <a:blip r:embed="rId4"/>
                <a:stretch>
                  <a:fillRect l="-2132"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24EE681-B1BB-807C-A06C-8B947D41BB44}"/>
                  </a:ext>
                </a:extLst>
              </p:cNvPr>
              <p:cNvSpPr txBox="1"/>
              <p:nvPr/>
            </p:nvSpPr>
            <p:spPr>
              <a:xfrm>
                <a:off x="4572000" y="4306111"/>
                <a:ext cx="1573952" cy="430887"/>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kumimoji="1" lang="en-US" altLang="zh-CN" sz="2800" b="0" i="1" smtClean="0">
                          <a:solidFill>
                            <a:srgbClr val="FF0000"/>
                          </a:solidFill>
                          <a:latin typeface="Cambria Math" panose="02040503050406030204" pitchFamily="18" charset="0"/>
                        </a:rPr>
                        <m:t>𝐸</m:t>
                      </m:r>
                      <m:d>
                        <m:dPr>
                          <m:ctrlPr>
                            <a:rPr kumimoji="1" lang="en-US" altLang="zh-CN" sz="2800" i="1">
                              <a:solidFill>
                                <a:srgbClr val="FF0000"/>
                              </a:solidFill>
                              <a:latin typeface="Cambria Math" panose="02040503050406030204" pitchFamily="18" charset="0"/>
                            </a:rPr>
                          </m:ctrlPr>
                        </m:dPr>
                        <m:e>
                          <m:r>
                            <a:rPr kumimoji="1" lang="en-US" altLang="zh-CN" sz="2800" b="0" i="1">
                              <a:solidFill>
                                <a:srgbClr val="FF0000"/>
                              </a:solidFill>
                              <a:latin typeface="Cambria Math" panose="02040503050406030204" pitchFamily="18" charset="0"/>
                            </a:rPr>
                            <m:t>𝑋</m:t>
                          </m:r>
                        </m:e>
                      </m:d>
                      <m:r>
                        <a:rPr kumimoji="1" lang="en-US" altLang="zh-CN" sz="2800" b="0" i="1">
                          <a:solidFill>
                            <a:srgbClr val="FF0000"/>
                          </a:solidFill>
                          <a:latin typeface="Cambria Math" panose="02040503050406030204" pitchFamily="18" charset="0"/>
                        </a:rPr>
                        <m:t>=</m:t>
                      </m:r>
                      <m:r>
                        <a:rPr kumimoji="1" lang="en-US" altLang="zh-CN" sz="2800" b="0" i="1" smtClean="0">
                          <a:solidFill>
                            <a:srgbClr val="FF0000"/>
                          </a:solidFill>
                          <a:latin typeface="Cambria Math" panose="02040503050406030204" pitchFamily="18" charset="0"/>
                          <a:ea typeface="Cambria Math" panose="02040503050406030204" pitchFamily="18" charset="0"/>
                        </a:rPr>
                        <m:t>𝜃</m:t>
                      </m:r>
                    </m:oMath>
                  </m:oMathPara>
                </a14:m>
                <a:endParaRPr kumimoji="1" lang="zh-CN" altLang="en-US" sz="2800" dirty="0">
                  <a:solidFill>
                    <a:srgbClr val="FF0000"/>
                  </a:solidFill>
                </a:endParaRPr>
              </a:p>
            </p:txBody>
          </p:sp>
        </mc:Choice>
        <mc:Fallback xmlns="">
          <p:sp>
            <p:nvSpPr>
              <p:cNvPr id="6" name="文本框 5">
                <a:extLst>
                  <a:ext uri="{FF2B5EF4-FFF2-40B4-BE49-F238E27FC236}">
                    <a16:creationId xmlns:a16="http://schemas.microsoft.com/office/drawing/2014/main" id="{724EE681-B1BB-807C-A06C-8B947D41BB44}"/>
                  </a:ext>
                </a:extLst>
              </p:cNvPr>
              <p:cNvSpPr txBox="1">
                <a:spLocks noRot="1" noChangeAspect="1" noMove="1" noResize="1" noEditPoints="1" noAdjustHandles="1" noChangeArrowheads="1" noChangeShapeType="1" noTextEdit="1"/>
              </p:cNvSpPr>
              <p:nvPr/>
            </p:nvSpPr>
            <p:spPr>
              <a:xfrm>
                <a:off x="4572000" y="4306111"/>
                <a:ext cx="1573952" cy="430887"/>
              </a:xfrm>
              <a:prstGeom prst="rect">
                <a:avLst/>
              </a:prstGeom>
              <a:blipFill>
                <a:blip r:embed="rId5"/>
                <a:stretch>
                  <a:fillRect l="-8065" b="-5714"/>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766517B1-AD13-5D97-2BAD-5147A06A85DD}"/>
              </a:ext>
            </a:extLst>
          </p:cNvPr>
          <p:cNvSpPr txBox="1"/>
          <p:nvPr/>
        </p:nvSpPr>
        <p:spPr>
          <a:xfrm>
            <a:off x="2287439" y="1098248"/>
            <a:ext cx="1787412" cy="461665"/>
          </a:xfrm>
          <a:prstGeom prst="rect">
            <a:avLst/>
          </a:prstGeom>
          <a:noFill/>
        </p:spPr>
        <p:txBody>
          <a:bodyPr wrap="square">
            <a:spAutoFit/>
          </a:bodyPr>
          <a:lstStyle/>
          <a:p>
            <a:r>
              <a:rPr kumimoji="1" lang="en-US" altLang="zh-CN" sz="2400" b="0" i="0" u="none" strike="noStrike" kern="1200" cap="none" spc="0" normalizeH="0" baseline="0" noProof="0" dirty="0">
                <a:ln>
                  <a:noFill/>
                </a:ln>
                <a:solidFill>
                  <a:srgbClr val="0000FF"/>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(0-1)</a:t>
            </a:r>
            <a:r>
              <a:rPr kumimoji="1" lang="zh-CN" altLang="en-US" sz="2400" b="0" i="0" u="none" strike="noStrike" kern="1200" cap="none" spc="0" normalizeH="0" baseline="0" noProof="0" dirty="0">
                <a:ln>
                  <a:noFill/>
                </a:ln>
                <a:solidFill>
                  <a:srgbClr val="0000FF"/>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分布</a:t>
            </a:r>
            <a:endParaRPr lang="zh-CN" altLang="en-US" dirty="0"/>
          </a:p>
        </p:txBody>
      </p:sp>
      <p:sp>
        <p:nvSpPr>
          <p:cNvPr id="10" name="文本框 9">
            <a:extLst>
              <a:ext uri="{FF2B5EF4-FFF2-40B4-BE49-F238E27FC236}">
                <a16:creationId xmlns:a16="http://schemas.microsoft.com/office/drawing/2014/main" id="{BA9CDE11-D923-8591-AF56-E789C10498F2}"/>
              </a:ext>
            </a:extLst>
          </p:cNvPr>
          <p:cNvSpPr txBox="1"/>
          <p:nvPr/>
        </p:nvSpPr>
        <p:spPr>
          <a:xfrm>
            <a:off x="2287439" y="2142814"/>
            <a:ext cx="1812121" cy="461665"/>
          </a:xfrm>
          <a:prstGeom prst="rect">
            <a:avLst/>
          </a:prstGeom>
          <a:noFill/>
        </p:spPr>
        <p:txBody>
          <a:bodyPr wrap="square">
            <a:spAutoFit/>
          </a:bodyPr>
          <a:lstStyle/>
          <a:p>
            <a:r>
              <a:rPr kumimoji="1" lang="zh-CN" altLang="en-US" sz="2400" b="0" i="0" u="none" strike="noStrike" kern="1200" cap="none" spc="0" normalizeH="0" baseline="0" noProof="0" dirty="0">
                <a:ln>
                  <a:noFill/>
                </a:ln>
                <a:solidFill>
                  <a:srgbClr val="0000FF"/>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泊松分布</a:t>
            </a:r>
            <a:endParaRPr lang="zh-CN" altLang="en-US" dirty="0"/>
          </a:p>
        </p:txBody>
      </p:sp>
      <p:sp>
        <p:nvSpPr>
          <p:cNvPr id="11" name="文本框 10">
            <a:extLst>
              <a:ext uri="{FF2B5EF4-FFF2-40B4-BE49-F238E27FC236}">
                <a16:creationId xmlns:a16="http://schemas.microsoft.com/office/drawing/2014/main" id="{C64C584D-AE3C-006C-A0A2-77155F16784C}"/>
              </a:ext>
            </a:extLst>
          </p:cNvPr>
          <p:cNvSpPr txBox="1"/>
          <p:nvPr/>
        </p:nvSpPr>
        <p:spPr>
          <a:xfrm>
            <a:off x="2287439" y="3211834"/>
            <a:ext cx="1812121" cy="461665"/>
          </a:xfrm>
          <a:prstGeom prst="rect">
            <a:avLst/>
          </a:prstGeom>
          <a:noFill/>
        </p:spPr>
        <p:txBody>
          <a:bodyPr wrap="square">
            <a:spAutoFit/>
          </a:bodyPr>
          <a:lstStyle/>
          <a:p>
            <a:r>
              <a:rPr kumimoji="1" lang="zh-CN" altLang="en-US" sz="2400" dirty="0">
                <a:solidFill>
                  <a:srgbClr val="0000FF"/>
                </a:solidFill>
                <a:latin typeface="Times New Roman" panose="02020603050405020304" pitchFamily="18" charset="0"/>
                <a:ea typeface="Microsoft YaHei" panose="020B0503020204020204" pitchFamily="34" charset="-122"/>
                <a:cs typeface="Times New Roman" panose="02020603050405020304" pitchFamily="18" charset="0"/>
              </a:rPr>
              <a:t>均匀</a:t>
            </a:r>
            <a:r>
              <a:rPr kumimoji="1" lang="zh-CN" altLang="en-US" sz="2400" b="0" i="0" u="none" strike="noStrike" kern="1200" cap="none" spc="0" normalizeH="0" baseline="0" noProof="0" dirty="0">
                <a:ln>
                  <a:noFill/>
                </a:ln>
                <a:solidFill>
                  <a:srgbClr val="0000FF"/>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分布</a:t>
            </a:r>
            <a:endParaRPr lang="zh-CN" altLang="en-US" dirty="0"/>
          </a:p>
        </p:txBody>
      </p:sp>
      <p:sp>
        <p:nvSpPr>
          <p:cNvPr id="12" name="文本框 11">
            <a:extLst>
              <a:ext uri="{FF2B5EF4-FFF2-40B4-BE49-F238E27FC236}">
                <a16:creationId xmlns:a16="http://schemas.microsoft.com/office/drawing/2014/main" id="{97C8C065-E3B1-CD52-7928-C7589109398B}"/>
              </a:ext>
            </a:extLst>
          </p:cNvPr>
          <p:cNvSpPr txBox="1"/>
          <p:nvPr/>
        </p:nvSpPr>
        <p:spPr>
          <a:xfrm>
            <a:off x="2287439" y="4306111"/>
            <a:ext cx="1812121" cy="461665"/>
          </a:xfrm>
          <a:prstGeom prst="rect">
            <a:avLst/>
          </a:prstGeom>
          <a:noFill/>
        </p:spPr>
        <p:txBody>
          <a:bodyPr wrap="square">
            <a:spAutoFit/>
          </a:bodyPr>
          <a:lstStyle/>
          <a:p>
            <a:r>
              <a:rPr kumimoji="1" lang="zh-CN" altLang="en-US" sz="2400" b="0" i="0" u="none" strike="noStrike" kern="1200" cap="none" spc="0" normalizeH="0" baseline="0" noProof="0" dirty="0">
                <a:ln>
                  <a:noFill/>
                </a:ln>
                <a:solidFill>
                  <a:srgbClr val="0000FF"/>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指数分布</a:t>
            </a:r>
            <a:endParaRPr lang="zh-CN" altLang="en-US" dirty="0"/>
          </a:p>
        </p:txBody>
      </p:sp>
    </p:spTree>
    <p:extLst>
      <p:ext uri="{BB962C8B-B14F-4D97-AF65-F5344CB8AC3E}">
        <p14:creationId xmlns:p14="http://schemas.microsoft.com/office/powerpoint/2010/main" val="221955666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9" grpId="0"/>
      <p:bldP spid="10" grpId="0"/>
      <p:bldP spid="11"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2C520F68-2AB9-6CEC-ADDA-CC1D26B1EEB1}"/>
                  </a:ext>
                </a:extLst>
              </p:cNvPr>
              <p:cNvSpPr txBox="1"/>
              <p:nvPr/>
            </p:nvSpPr>
            <p:spPr>
              <a:xfrm>
                <a:off x="548146" y="1447800"/>
                <a:ext cx="8047705" cy="1698542"/>
              </a:xfrm>
              <a:prstGeom prst="rect">
                <a:avLst/>
              </a:prstGeom>
              <a:noFill/>
            </p:spPr>
            <p:txBody>
              <a:bodyPr wrap="square" rtlCol="0">
                <a:spAutoFit/>
              </a:bodyPr>
              <a:lstStyle/>
              <a:p>
                <a:pPr>
                  <a:lnSpc>
                    <a:spcPct val="150000"/>
                  </a:lnSpc>
                </a:pPr>
                <a14:m>
                  <m:oMath xmlns:m="http://schemas.openxmlformats.org/officeDocument/2006/math">
                    <m:r>
                      <a:rPr kumimoji="1" lang="en-US" altLang="zh-CN" sz="2400" i="1" dirty="0" smtClean="0">
                        <a:latin typeface="Cambria Math" panose="02040503050406030204" pitchFamily="18" charset="0"/>
                        <a:cs typeface="Times New Roman" panose="02020603050405020304" pitchFamily="18" charset="0"/>
                      </a:rPr>
                      <m:t>𝑋</m:t>
                    </m:r>
                    <m:r>
                      <a:rPr kumimoji="1" lang="en-US" altLang="zh-CN" sz="2400" i="1" dirty="0" smtClean="0">
                        <a:latin typeface="Cambria Math" panose="02040503050406030204" pitchFamily="18" charset="0"/>
                        <a:cs typeface="Times New Roman" panose="02020603050405020304" pitchFamily="18" charset="0"/>
                      </a:rPr>
                      <m:t>~</m:t>
                    </m:r>
                    <m:r>
                      <a:rPr kumimoji="1" lang="en-US" altLang="zh-CN" sz="2400" i="1" dirty="0" smtClean="0">
                        <a:latin typeface="Cambria Math" panose="02040503050406030204" pitchFamily="18" charset="0"/>
                        <a:cs typeface="Times New Roman" panose="02020603050405020304" pitchFamily="18" charset="0"/>
                      </a:rPr>
                      <m:t>𝑏</m:t>
                    </m:r>
                    <m:r>
                      <a:rPr kumimoji="1" lang="en-US" altLang="zh-CN" sz="2400" i="1" dirty="0" smtClean="0">
                        <a:latin typeface="Cambria Math" panose="02040503050406030204" pitchFamily="18" charset="0"/>
                        <a:cs typeface="Times New Roman" panose="02020603050405020304" pitchFamily="18" charset="0"/>
                      </a:rPr>
                      <m:t>(</m:t>
                    </m:r>
                    <m:r>
                      <a:rPr kumimoji="1" lang="en-US" altLang="zh-CN" sz="2400" i="1" dirty="0" err="1" smtClean="0">
                        <a:latin typeface="Cambria Math" panose="02040503050406030204" pitchFamily="18" charset="0"/>
                        <a:cs typeface="Times New Roman" panose="02020603050405020304" pitchFamily="18" charset="0"/>
                      </a:rPr>
                      <m:t>𝑛</m:t>
                    </m:r>
                    <m:r>
                      <a:rPr kumimoji="1" lang="en-US" altLang="zh-CN" sz="2400" i="1" dirty="0" err="1" smtClean="0">
                        <a:latin typeface="Cambria Math" panose="02040503050406030204" pitchFamily="18" charset="0"/>
                        <a:cs typeface="Times New Roman" panose="02020603050405020304" pitchFamily="18" charset="0"/>
                      </a:rPr>
                      <m:t>,</m:t>
                    </m:r>
                    <m:r>
                      <a:rPr kumimoji="1" lang="en-US" altLang="zh-CN" sz="2400" i="1" dirty="0" err="1" smtClean="0">
                        <a:latin typeface="Cambria Math" panose="02040503050406030204" pitchFamily="18" charset="0"/>
                        <a:cs typeface="Times New Roman" panose="02020603050405020304" pitchFamily="18" charset="0"/>
                      </a:rPr>
                      <m:t>𝑝</m:t>
                    </m:r>
                    <m:r>
                      <a:rPr kumimoji="1" lang="en-US" altLang="zh-CN" sz="2400" i="1" dirty="0" smtClean="0">
                        <a:latin typeface="Cambria Math" panose="02040503050406030204" pitchFamily="18" charset="0"/>
                        <a:cs typeface="Times New Roman" panose="02020603050405020304" pitchFamily="18" charset="0"/>
                      </a:rPr>
                      <m:t>)</m:t>
                    </m:r>
                  </m:oMath>
                </a14:m>
                <a:r>
                  <a:rPr kumimoji="1" lang="en-US" altLang="zh-CN" sz="2400" dirty="0">
                    <a:latin typeface="Times New Roman" panose="02020603050405020304" pitchFamily="18" charset="0"/>
                    <a:cs typeface="Times New Roman" panose="02020603050405020304" pitchFamily="18" charset="0"/>
                  </a:rPr>
                  <a:t>,</a:t>
                </a:r>
                <a:r>
                  <a:rPr kumimoji="1" lang="zh-CN" altLang="en-US" sz="2400" dirty="0">
                    <a:latin typeface="Times New Roman" panose="02020603050405020304" pitchFamily="18" charset="0"/>
                    <a:cs typeface="Times New Roman" panose="02020603050405020304" pitchFamily="18" charset="0"/>
                  </a:rPr>
                  <a:t> </a:t>
                </a:r>
                <a:endParaRPr kumimoji="1" lang="en-US" altLang="zh-CN" sz="2400" dirty="0">
                  <a:latin typeface="Times New Roman" panose="02020603050405020304" pitchFamily="18"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zh-CN" altLang="en-US" sz="2400" b="0" i="1">
                          <a:solidFill>
                            <a:srgbClr val="FF0000"/>
                          </a:solidFill>
                          <a:latin typeface="Cambria Math" panose="02040503050406030204" pitchFamily="18" charset="0"/>
                        </a:rPr>
                        <m:t>𝑃</m:t>
                      </m:r>
                      <m:r>
                        <a:rPr lang="zh-CN" altLang="en-US" sz="2400" b="0" i="1">
                          <a:solidFill>
                            <a:srgbClr val="FF0000"/>
                          </a:solidFill>
                          <a:latin typeface="Cambria Math" panose="02040503050406030204" pitchFamily="18" charset="0"/>
                        </a:rPr>
                        <m:t>{</m:t>
                      </m:r>
                      <m:r>
                        <a:rPr lang="zh-CN" altLang="en-US" sz="2400" b="0" i="1">
                          <a:solidFill>
                            <a:srgbClr val="FF0000"/>
                          </a:solidFill>
                          <a:latin typeface="Cambria Math" panose="02040503050406030204" pitchFamily="18" charset="0"/>
                        </a:rPr>
                        <m:t>𝑋</m:t>
                      </m:r>
                      <m:r>
                        <a:rPr lang="zh-CN" altLang="en-US" sz="2400" b="0" i="1">
                          <a:solidFill>
                            <a:srgbClr val="FF0000"/>
                          </a:solidFill>
                          <a:latin typeface="Cambria Math" panose="02040503050406030204" pitchFamily="18" charset="0"/>
                        </a:rPr>
                        <m:t>=</m:t>
                      </m:r>
                      <m:r>
                        <a:rPr lang="zh-CN" altLang="en-US" sz="2400" b="0" i="1">
                          <a:solidFill>
                            <a:srgbClr val="FF0000"/>
                          </a:solidFill>
                          <a:latin typeface="Cambria Math" panose="02040503050406030204" pitchFamily="18" charset="0"/>
                        </a:rPr>
                        <m:t>𝑘</m:t>
                      </m:r>
                      <m:r>
                        <a:rPr lang="zh-CN" altLang="en-US" sz="2400" b="0" i="1">
                          <a:solidFill>
                            <a:srgbClr val="FF0000"/>
                          </a:solidFill>
                          <a:latin typeface="Cambria Math" panose="02040503050406030204" pitchFamily="18" charset="0"/>
                        </a:rPr>
                        <m:t>}=</m:t>
                      </m:r>
                      <m:sSubSup>
                        <m:sSubSupPr>
                          <m:ctrlPr>
                            <a:rPr lang="zh-CN" altLang="en-US" sz="2400" i="1">
                              <a:solidFill>
                                <a:srgbClr val="FF0000"/>
                              </a:solidFill>
                              <a:latin typeface="Cambria Math" panose="02040503050406030204" pitchFamily="18" charset="0"/>
                            </a:rPr>
                          </m:ctrlPr>
                        </m:sSubSupPr>
                        <m:e>
                          <m:r>
                            <a:rPr lang="zh-CN" altLang="en-US" sz="2400" b="0" i="1">
                              <a:solidFill>
                                <a:srgbClr val="FF0000"/>
                              </a:solidFill>
                              <a:latin typeface="Cambria Math" panose="02040503050406030204" pitchFamily="18" charset="0"/>
                            </a:rPr>
                            <m:t>𝐶</m:t>
                          </m:r>
                        </m:e>
                        <m:sub>
                          <m:r>
                            <a:rPr lang="zh-CN" altLang="en-US" sz="2400" b="0" i="1">
                              <a:solidFill>
                                <a:srgbClr val="FF0000"/>
                              </a:solidFill>
                              <a:latin typeface="Cambria Math" panose="02040503050406030204" pitchFamily="18" charset="0"/>
                            </a:rPr>
                            <m:t>𝑛</m:t>
                          </m:r>
                        </m:sub>
                        <m:sup>
                          <m:r>
                            <a:rPr lang="zh-CN" altLang="en-US" sz="2400" b="0" i="1">
                              <a:solidFill>
                                <a:srgbClr val="FF0000"/>
                              </a:solidFill>
                              <a:latin typeface="Cambria Math" panose="02040503050406030204" pitchFamily="18" charset="0"/>
                            </a:rPr>
                            <m:t>𝑘</m:t>
                          </m:r>
                        </m:sup>
                      </m:sSubSup>
                      <m:sSup>
                        <m:sSupPr>
                          <m:ctrlPr>
                            <a:rPr lang="zh-CN" altLang="en-US" sz="2400" i="1">
                              <a:solidFill>
                                <a:srgbClr val="FF0000"/>
                              </a:solidFill>
                              <a:latin typeface="Cambria Math" panose="02040503050406030204" pitchFamily="18" charset="0"/>
                            </a:rPr>
                          </m:ctrlPr>
                        </m:sSupPr>
                        <m:e>
                          <m:r>
                            <a:rPr lang="zh-CN" altLang="en-US" sz="2400" b="0" i="1">
                              <a:solidFill>
                                <a:srgbClr val="FF0000"/>
                              </a:solidFill>
                              <a:latin typeface="Cambria Math" panose="02040503050406030204" pitchFamily="18" charset="0"/>
                            </a:rPr>
                            <m:t>𝑝</m:t>
                          </m:r>
                        </m:e>
                        <m:sup>
                          <m:r>
                            <a:rPr lang="zh-CN" altLang="en-US" sz="2400" b="0" i="1">
                              <a:solidFill>
                                <a:srgbClr val="FF0000"/>
                              </a:solidFill>
                              <a:latin typeface="Cambria Math" panose="02040503050406030204" pitchFamily="18" charset="0"/>
                            </a:rPr>
                            <m:t>𝑘</m:t>
                          </m:r>
                        </m:sup>
                      </m:sSup>
                      <m:r>
                        <a:rPr lang="zh-CN" altLang="en-US" sz="2400" b="0" i="1">
                          <a:solidFill>
                            <a:srgbClr val="FF0000"/>
                          </a:solidFill>
                          <a:latin typeface="Cambria Math" panose="02040503050406030204" pitchFamily="18" charset="0"/>
                        </a:rPr>
                        <m:t>(1−</m:t>
                      </m:r>
                      <m:r>
                        <a:rPr lang="zh-CN" altLang="en-US" sz="2400" b="0" i="1">
                          <a:solidFill>
                            <a:srgbClr val="FF0000"/>
                          </a:solidFill>
                          <a:latin typeface="Cambria Math" panose="02040503050406030204" pitchFamily="18" charset="0"/>
                        </a:rPr>
                        <m:t>𝑝</m:t>
                      </m:r>
                      <m:sSup>
                        <m:sSupPr>
                          <m:ctrlPr>
                            <a:rPr lang="zh-CN" altLang="en-US" sz="2400" i="1">
                              <a:solidFill>
                                <a:srgbClr val="FF0000"/>
                              </a:solidFill>
                              <a:latin typeface="Cambria Math" panose="02040503050406030204" pitchFamily="18" charset="0"/>
                            </a:rPr>
                          </m:ctrlPr>
                        </m:sSupPr>
                        <m:e>
                          <m:r>
                            <a:rPr lang="zh-CN" altLang="en-US" sz="2400" b="0" i="1">
                              <a:solidFill>
                                <a:srgbClr val="FF0000"/>
                              </a:solidFill>
                              <a:latin typeface="Cambria Math" panose="02040503050406030204" pitchFamily="18" charset="0"/>
                            </a:rPr>
                            <m:t>)</m:t>
                          </m:r>
                        </m:e>
                        <m:sup>
                          <m:r>
                            <a:rPr lang="zh-CN" altLang="en-US" sz="2400" b="0" i="1">
                              <a:solidFill>
                                <a:srgbClr val="FF0000"/>
                              </a:solidFill>
                              <a:latin typeface="Cambria Math" panose="02040503050406030204" pitchFamily="18" charset="0"/>
                            </a:rPr>
                            <m:t>𝑛</m:t>
                          </m:r>
                          <m:r>
                            <a:rPr lang="zh-CN" altLang="en-US" sz="2400" b="0" i="1">
                              <a:solidFill>
                                <a:srgbClr val="FF0000"/>
                              </a:solidFill>
                              <a:latin typeface="Cambria Math" panose="02040503050406030204" pitchFamily="18" charset="0"/>
                            </a:rPr>
                            <m:t>−</m:t>
                          </m:r>
                          <m:r>
                            <a:rPr lang="zh-CN" altLang="en-US" sz="2400" b="0" i="1">
                              <a:solidFill>
                                <a:srgbClr val="FF0000"/>
                              </a:solidFill>
                              <a:latin typeface="Cambria Math" panose="02040503050406030204" pitchFamily="18" charset="0"/>
                            </a:rPr>
                            <m:t>𝑘</m:t>
                          </m:r>
                        </m:sup>
                      </m:sSup>
                      <m:r>
                        <a:rPr lang="zh-CN" altLang="en-US" sz="2400" b="0" i="1">
                          <a:solidFill>
                            <a:srgbClr val="FF0000"/>
                          </a:solidFill>
                          <a:latin typeface="Cambria Math" panose="02040503050406030204" pitchFamily="18" charset="0"/>
                        </a:rPr>
                        <m:t>，</m:t>
                      </m:r>
                      <m:r>
                        <a:rPr lang="zh-CN" altLang="en-US" sz="2400" b="0" i="1">
                          <a:solidFill>
                            <a:srgbClr val="FF0000"/>
                          </a:solidFill>
                          <a:latin typeface="Cambria Math" panose="02040503050406030204" pitchFamily="18" charset="0"/>
                        </a:rPr>
                        <m:t>𝑘</m:t>
                      </m:r>
                      <m:r>
                        <a:rPr lang="zh-CN" altLang="en-US" sz="2400" b="0" i="1">
                          <a:solidFill>
                            <a:srgbClr val="FF0000"/>
                          </a:solidFill>
                          <a:latin typeface="Cambria Math" panose="02040503050406030204" pitchFamily="18" charset="0"/>
                        </a:rPr>
                        <m:t>=0,1,2...,</m:t>
                      </m:r>
                      <m:r>
                        <a:rPr lang="zh-CN" altLang="en-US" sz="2400" b="0" i="1">
                          <a:solidFill>
                            <a:srgbClr val="FF0000"/>
                          </a:solidFill>
                          <a:latin typeface="Cambria Math" panose="02040503050406030204" pitchFamily="18" charset="0"/>
                        </a:rPr>
                        <m:t>𝑛</m:t>
                      </m:r>
                    </m:oMath>
                  </m:oMathPara>
                </a14:m>
                <a:endParaRPr kumimoji="1" lang="en-US" altLang="zh-CN" sz="2400" dirty="0">
                  <a:latin typeface="Times New Roman" panose="02020603050405020304" pitchFamily="18" charset="0"/>
                  <a:cs typeface="Times New Roman" panose="02020603050405020304" pitchFamily="18" charset="0"/>
                </a:endParaRPr>
              </a:p>
              <a:p>
                <a:pPr>
                  <a:lnSpc>
                    <a:spcPct val="150000"/>
                  </a:lnSpc>
                </a:pPr>
                <a:endParaRPr kumimoji="1" lang="en-US" altLang="zh-CN" sz="2400" dirty="0">
                  <a:latin typeface="Times New Roman" panose="02020603050405020304" pitchFamily="18" charset="0"/>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2C520F68-2AB9-6CEC-ADDA-CC1D26B1EEB1}"/>
                  </a:ext>
                </a:extLst>
              </p:cNvPr>
              <p:cNvSpPr txBox="1">
                <a:spLocks noRot="1" noChangeAspect="1" noMove="1" noResize="1" noEditPoints="1" noAdjustHandles="1" noChangeArrowheads="1" noChangeShapeType="1" noTextEdit="1"/>
              </p:cNvSpPr>
              <p:nvPr/>
            </p:nvSpPr>
            <p:spPr>
              <a:xfrm>
                <a:off x="548146" y="1447800"/>
                <a:ext cx="8047705" cy="1698542"/>
              </a:xfrm>
              <a:prstGeom prst="rect">
                <a:avLst/>
              </a:prstGeom>
              <a:blipFill>
                <a:blip r:embed="rId2"/>
                <a:stretch>
                  <a:fillRect l="-158"/>
                </a:stretch>
              </a:blipFill>
            </p:spPr>
            <p:txBody>
              <a:bodyPr/>
              <a:lstStyle/>
              <a:p>
                <a:r>
                  <a:rPr lang="zh-CN" altLang="en-US">
                    <a:noFill/>
                  </a:rPr>
                  <a:t> </a:t>
                </a:r>
              </a:p>
            </p:txBody>
          </p:sp>
        </mc:Fallback>
      </mc:AlternateContent>
      <p:sp>
        <p:nvSpPr>
          <p:cNvPr id="2" name="副标题 2">
            <a:extLst>
              <a:ext uri="{FF2B5EF4-FFF2-40B4-BE49-F238E27FC236}">
                <a16:creationId xmlns:a16="http://schemas.microsoft.com/office/drawing/2014/main" id="{4EE68ACF-6DF8-4992-9A51-871DB6B078FA}"/>
              </a:ext>
            </a:extLst>
          </p:cNvPr>
          <p:cNvSpPr txBox="1">
            <a:spLocks/>
          </p:cNvSpPr>
          <p:nvPr/>
        </p:nvSpPr>
        <p:spPr>
          <a:xfrm>
            <a:off x="1341603" y="25537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4000" b="1" dirty="0">
                <a:solidFill>
                  <a:srgbClr val="FF0000"/>
                </a:solidFill>
                <a:latin typeface="STXinwei" panose="02010800040101010101" pitchFamily="2" charset="-122"/>
                <a:ea typeface="STXinwei" panose="02010800040101010101" pitchFamily="2" charset="-122"/>
              </a:rPr>
              <a:t>数学期望：二项分布</a:t>
            </a:r>
          </a:p>
        </p:txBody>
      </p:sp>
      <p:cxnSp>
        <p:nvCxnSpPr>
          <p:cNvPr id="3" name="直线连接符 2">
            <a:extLst>
              <a:ext uri="{FF2B5EF4-FFF2-40B4-BE49-F238E27FC236}">
                <a16:creationId xmlns:a16="http://schemas.microsoft.com/office/drawing/2014/main" id="{24F92FE4-FFEC-4C10-4CD1-4D63546BEF46}"/>
              </a:ext>
            </a:extLst>
          </p:cNvPr>
          <p:cNvCxnSpPr/>
          <p:nvPr/>
        </p:nvCxnSpPr>
        <p:spPr>
          <a:xfrm>
            <a:off x="0" y="94069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798D360-818C-FD79-D853-9A094E4AD835}"/>
                  </a:ext>
                </a:extLst>
              </p:cNvPr>
              <p:cNvSpPr txBox="1"/>
              <p:nvPr/>
            </p:nvSpPr>
            <p:spPr>
              <a:xfrm>
                <a:off x="548146" y="3059484"/>
                <a:ext cx="8196461" cy="3531288"/>
              </a:xfrm>
              <a:prstGeom prst="rect">
                <a:avLst/>
              </a:prstGeom>
              <a:noFill/>
            </p:spPr>
            <p:txBody>
              <a:bodyPr wrap="square">
                <a:spAutoFit/>
              </a:bodyPr>
              <a:lstStyle/>
              <a:p>
                <a:pPr lvl="0">
                  <a:lnSpc>
                    <a:spcPct val="150000"/>
                  </a:lnSpc>
                </a:pPr>
                <a:r>
                  <a:rPr kumimoji="1" lang="zh-CN" altLang="en-US" sz="2400" dirty="0">
                    <a:solidFill>
                      <a:prstClr val="black"/>
                    </a:solidFill>
                    <a:latin typeface="Times New Roman" panose="02020603050405020304" pitchFamily="18" charset="0"/>
                    <a:cs typeface="Times New Roman" panose="02020603050405020304" pitchFamily="18" charset="0"/>
                  </a:rPr>
                  <a:t>随机变量</a:t>
                </a:r>
                <a14:m>
                  <m:oMath xmlns:m="http://schemas.openxmlformats.org/officeDocument/2006/math">
                    <m:r>
                      <a:rPr kumimoji="1" lang="en-US" altLang="zh-CN" sz="2400" i="1" dirty="0">
                        <a:solidFill>
                          <a:prstClr val="black"/>
                        </a:solidFill>
                        <a:latin typeface="Cambria Math" panose="02040503050406030204" pitchFamily="18" charset="0"/>
                        <a:cs typeface="Times New Roman" panose="02020603050405020304" pitchFamily="18" charset="0"/>
                      </a:rPr>
                      <m:t>𝑋</m:t>
                    </m:r>
                  </m:oMath>
                </a14:m>
                <a:r>
                  <a:rPr kumimoji="1" lang="zh-CN" altLang="en-US" sz="2400" dirty="0">
                    <a:solidFill>
                      <a:prstClr val="black"/>
                    </a:solidFill>
                    <a:latin typeface="Times New Roman" panose="02020603050405020304" pitchFamily="18" charset="0"/>
                    <a:cs typeface="Times New Roman" panose="02020603050405020304" pitchFamily="18" charset="0"/>
                  </a:rPr>
                  <a:t>是</a:t>
                </a:r>
                <a14:m>
                  <m:oMath xmlns:m="http://schemas.openxmlformats.org/officeDocument/2006/math">
                    <m:r>
                      <a:rPr kumimoji="1" lang="en-US" altLang="zh-CN" sz="2400" i="1" dirty="0">
                        <a:solidFill>
                          <a:prstClr val="black"/>
                        </a:solidFill>
                        <a:latin typeface="Cambria Math" panose="02040503050406030204" pitchFamily="18" charset="0"/>
                        <a:cs typeface="Times New Roman" panose="02020603050405020304" pitchFamily="18" charset="0"/>
                      </a:rPr>
                      <m:t>𝑛</m:t>
                    </m:r>
                  </m:oMath>
                </a14:m>
                <a:r>
                  <a:rPr kumimoji="1" lang="zh-CN" altLang="en-US" sz="2400" dirty="0">
                    <a:solidFill>
                      <a:prstClr val="black"/>
                    </a:solidFill>
                    <a:latin typeface="Times New Roman" panose="02020603050405020304" pitchFamily="18" charset="0"/>
                    <a:cs typeface="Times New Roman" panose="02020603050405020304" pitchFamily="18" charset="0"/>
                  </a:rPr>
                  <a:t>重独立伯努利试验中事件</a:t>
                </a:r>
                <a14:m>
                  <m:oMath xmlns:m="http://schemas.openxmlformats.org/officeDocument/2006/math">
                    <m:r>
                      <a:rPr kumimoji="1" lang="en-US" altLang="zh-CN" sz="2400" i="1" dirty="0">
                        <a:solidFill>
                          <a:prstClr val="black"/>
                        </a:solidFill>
                        <a:latin typeface="Cambria Math" panose="02040503050406030204" pitchFamily="18" charset="0"/>
                        <a:cs typeface="Times New Roman" panose="02020603050405020304" pitchFamily="18" charset="0"/>
                      </a:rPr>
                      <m:t>𝐴</m:t>
                    </m:r>
                  </m:oMath>
                </a14:m>
                <a:r>
                  <a:rPr kumimoji="1" lang="zh-CN" altLang="en-US" sz="2400" dirty="0">
                    <a:solidFill>
                      <a:prstClr val="black"/>
                    </a:solidFill>
                    <a:latin typeface="Times New Roman" panose="02020603050405020304" pitchFamily="18" charset="0"/>
                    <a:cs typeface="Times New Roman" panose="02020603050405020304" pitchFamily="18" charset="0"/>
                  </a:rPr>
                  <a:t>发生的次数，且在每次试验中</a:t>
                </a:r>
                <a14:m>
                  <m:oMath xmlns:m="http://schemas.openxmlformats.org/officeDocument/2006/math">
                    <m:r>
                      <a:rPr kumimoji="1" lang="en-US" altLang="zh-CN" sz="2400" i="1" dirty="0">
                        <a:solidFill>
                          <a:prstClr val="black"/>
                        </a:solidFill>
                        <a:latin typeface="Cambria Math" panose="02040503050406030204" pitchFamily="18" charset="0"/>
                        <a:cs typeface="Times New Roman" panose="02020603050405020304" pitchFamily="18" charset="0"/>
                      </a:rPr>
                      <m:t>𝐴</m:t>
                    </m:r>
                  </m:oMath>
                </a14:m>
                <a:r>
                  <a:rPr kumimoji="1" lang="zh-CN" altLang="en-US" sz="2400" dirty="0">
                    <a:solidFill>
                      <a:prstClr val="black"/>
                    </a:solidFill>
                    <a:latin typeface="Times New Roman" panose="02020603050405020304" pitchFamily="18" charset="0"/>
                    <a:cs typeface="Times New Roman" panose="02020603050405020304" pitchFamily="18" charset="0"/>
                  </a:rPr>
                  <a:t>发生的概率为</a:t>
                </a:r>
                <a14:m>
                  <m:oMath xmlns:m="http://schemas.openxmlformats.org/officeDocument/2006/math">
                    <m:r>
                      <a:rPr kumimoji="1" lang="en-US" altLang="zh-CN" sz="2400" i="1" dirty="0">
                        <a:solidFill>
                          <a:prstClr val="black"/>
                        </a:solidFill>
                        <a:latin typeface="Cambria Math" panose="02040503050406030204" pitchFamily="18" charset="0"/>
                        <a:cs typeface="Times New Roman" panose="02020603050405020304" pitchFamily="18" charset="0"/>
                      </a:rPr>
                      <m:t>𝑝</m:t>
                    </m:r>
                  </m:oMath>
                </a14:m>
                <a:r>
                  <a:rPr kumimoji="1" lang="zh-CN" altLang="en-US" sz="2400" dirty="0">
                    <a:solidFill>
                      <a:prstClr val="black"/>
                    </a:solidFill>
                    <a:latin typeface="Times New Roman" panose="02020603050405020304" pitchFamily="18" charset="0"/>
                    <a:cs typeface="Times New Roman" panose="02020603050405020304" pitchFamily="18" charset="0"/>
                  </a:rPr>
                  <a:t>，引入随机变量</a:t>
                </a:r>
                <a:endParaRPr kumimoji="1" lang="en-US" altLang="zh-CN" sz="2400" dirty="0">
                  <a:solidFill>
                    <a:prstClr val="black"/>
                  </a:solidFill>
                  <a:latin typeface="Times New Roman" panose="02020603050405020304" pitchFamily="18" charset="0"/>
                  <a:cs typeface="Times New Roman" panose="02020603050405020304" pitchFamily="18" charset="0"/>
                </a:endParaRPr>
              </a:p>
              <a:p>
                <a:pPr lvl="0">
                  <a:lnSpc>
                    <a:spcPct val="150000"/>
                  </a:lnSpc>
                </a:pPr>
                <a14:m>
                  <m:oMath xmlns:m="http://schemas.openxmlformats.org/officeDocument/2006/math">
                    <m:r>
                      <a:rPr kumimoji="1" lang="en-US" altLang="zh-CN" sz="2400" i="1" dirty="0">
                        <a:solidFill>
                          <a:prstClr val="black"/>
                        </a:solidFill>
                        <a:latin typeface="Cambria Math" panose="02040503050406030204" pitchFamily="18" charset="0"/>
                        <a:cs typeface="Times New Roman" panose="02020603050405020304" pitchFamily="18" charset="0"/>
                      </a:rPr>
                      <m:t>𝑋</m:t>
                    </m:r>
                    <m:r>
                      <a:rPr kumimoji="1" lang="en-US" altLang="zh-CN" sz="2400" i="1" baseline="-25000" dirty="0">
                        <a:solidFill>
                          <a:prstClr val="black"/>
                        </a:solidFill>
                        <a:latin typeface="Cambria Math" panose="02040503050406030204" pitchFamily="18" charset="0"/>
                        <a:cs typeface="Times New Roman" panose="02020603050405020304" pitchFamily="18" charset="0"/>
                      </a:rPr>
                      <m:t>𝑘</m:t>
                    </m:r>
                    <m:r>
                      <a:rPr kumimoji="1" lang="en-US" altLang="zh-CN" sz="2400" i="1" dirty="0">
                        <a:solidFill>
                          <a:prstClr val="black"/>
                        </a:solidFill>
                        <a:latin typeface="Cambria Math" panose="02040503050406030204" pitchFamily="18" charset="0"/>
                        <a:cs typeface="Times New Roman" panose="02020603050405020304" pitchFamily="18" charset="0"/>
                      </a:rPr>
                      <m:t>=</m:t>
                    </m:r>
                    <m:d>
                      <m:dPr>
                        <m:begChr m:val="{"/>
                        <m:endChr m:val=""/>
                        <m:ctrlPr>
                          <a:rPr kumimoji="1" lang="en-US" altLang="zh-CN" sz="2400" i="1">
                            <a:solidFill>
                              <a:prstClr val="black"/>
                            </a:solidFill>
                            <a:latin typeface="Cambria Math" panose="02040503050406030204" pitchFamily="18" charset="0"/>
                          </a:rPr>
                        </m:ctrlPr>
                      </m:dPr>
                      <m:e>
                        <m:eqArr>
                          <m:eqArrPr>
                            <m:ctrlPr>
                              <a:rPr kumimoji="1" lang="en-US" altLang="zh-CN" sz="2400" i="1">
                                <a:solidFill>
                                  <a:prstClr val="black"/>
                                </a:solidFill>
                                <a:latin typeface="Cambria Math" panose="02040503050406030204" pitchFamily="18" charset="0"/>
                              </a:rPr>
                            </m:ctrlPr>
                          </m:eqArrPr>
                          <m:e>
                            <m:r>
                              <a:rPr kumimoji="1" lang="en-US" altLang="zh-CN" sz="2400" i="1">
                                <a:solidFill>
                                  <a:prstClr val="black"/>
                                </a:solidFill>
                                <a:latin typeface="Cambria Math" panose="02040503050406030204" pitchFamily="18" charset="0"/>
                              </a:rPr>
                              <m:t>0,</m:t>
                            </m:r>
                            <m:r>
                              <a:rPr kumimoji="1" lang="zh-CN" altLang="en-US" sz="2400" i="1">
                                <a:solidFill>
                                  <a:prstClr val="black"/>
                                </a:solidFill>
                                <a:latin typeface="Cambria Math" panose="02040503050406030204" pitchFamily="18" charset="0"/>
                              </a:rPr>
                              <m:t>    </m:t>
                            </m:r>
                            <m:r>
                              <a:rPr kumimoji="1" lang="en-US" altLang="zh-CN" sz="2400" i="1">
                                <a:solidFill>
                                  <a:prstClr val="black"/>
                                </a:solidFill>
                                <a:latin typeface="Cambria Math" panose="02040503050406030204" pitchFamily="18" charset="0"/>
                              </a:rPr>
                              <m:t>𝐴</m:t>
                            </m:r>
                            <m:r>
                              <a:rPr kumimoji="1" lang="zh-CN" altLang="en-US" sz="2400" i="1">
                                <a:solidFill>
                                  <a:prstClr val="black"/>
                                </a:solidFill>
                                <a:latin typeface="Cambria Math" panose="02040503050406030204" pitchFamily="18" charset="0"/>
                              </a:rPr>
                              <m:t>在第</m:t>
                            </m:r>
                            <m:r>
                              <a:rPr kumimoji="1" lang="en-US" altLang="zh-CN" sz="2400" i="1">
                                <a:solidFill>
                                  <a:prstClr val="black"/>
                                </a:solidFill>
                                <a:latin typeface="Cambria Math" panose="02040503050406030204" pitchFamily="18" charset="0"/>
                              </a:rPr>
                              <m:t>𝑘</m:t>
                            </m:r>
                            <m:r>
                              <a:rPr kumimoji="1" lang="zh-CN" altLang="en-US" sz="2400" i="1">
                                <a:solidFill>
                                  <a:prstClr val="black"/>
                                </a:solidFill>
                                <a:latin typeface="Cambria Math" panose="02040503050406030204" pitchFamily="18" charset="0"/>
                              </a:rPr>
                              <m:t>次试验中发生</m:t>
                            </m:r>
                          </m:e>
                          <m:e>
                            <m:r>
                              <a:rPr kumimoji="1" lang="en-US" altLang="zh-CN" sz="2400" i="1">
                                <a:solidFill>
                                  <a:prstClr val="black"/>
                                </a:solidFill>
                                <a:latin typeface="Cambria Math" panose="02040503050406030204" pitchFamily="18" charset="0"/>
                              </a:rPr>
                              <m:t>1,</m:t>
                            </m:r>
                            <m:r>
                              <a:rPr kumimoji="1" lang="zh-CN" altLang="en-US" sz="2400" i="1">
                                <a:solidFill>
                                  <a:prstClr val="black"/>
                                </a:solidFill>
                                <a:latin typeface="Cambria Math" panose="02040503050406030204" pitchFamily="18" charset="0"/>
                              </a:rPr>
                              <m:t> </m:t>
                            </m:r>
                            <m:r>
                              <a:rPr kumimoji="1" lang="en-US" altLang="zh-CN" sz="2400" i="1">
                                <a:solidFill>
                                  <a:prstClr val="black"/>
                                </a:solidFill>
                                <a:latin typeface="Cambria Math" panose="02040503050406030204" pitchFamily="18" charset="0"/>
                              </a:rPr>
                              <m:t>𝐴</m:t>
                            </m:r>
                            <m:r>
                              <a:rPr kumimoji="1" lang="zh-CN" altLang="en-US" sz="2400" i="1">
                                <a:solidFill>
                                  <a:prstClr val="black"/>
                                </a:solidFill>
                                <a:latin typeface="Cambria Math" panose="02040503050406030204" pitchFamily="18" charset="0"/>
                              </a:rPr>
                              <m:t>在第</m:t>
                            </m:r>
                            <m:r>
                              <a:rPr kumimoji="1" lang="en-US" altLang="zh-CN" sz="2400" i="1">
                                <a:solidFill>
                                  <a:prstClr val="black"/>
                                </a:solidFill>
                                <a:latin typeface="Cambria Math" panose="02040503050406030204" pitchFamily="18" charset="0"/>
                              </a:rPr>
                              <m:t>𝑘</m:t>
                            </m:r>
                            <m:r>
                              <a:rPr kumimoji="1" lang="zh-CN" altLang="en-US" sz="2400" i="1">
                                <a:solidFill>
                                  <a:prstClr val="black"/>
                                </a:solidFill>
                                <a:latin typeface="Cambria Math" panose="02040503050406030204" pitchFamily="18" charset="0"/>
                              </a:rPr>
                              <m:t>次试验中不发生</m:t>
                            </m:r>
                          </m:e>
                        </m:eqArr>
                      </m:e>
                    </m:d>
                  </m:oMath>
                </a14:m>
                <a:r>
                  <a:rPr kumimoji="1" lang="en-US" altLang="zh-CN" sz="2400" dirty="0">
                    <a:solidFill>
                      <a:prstClr val="black"/>
                    </a:solidFill>
                    <a:latin typeface="Times New Roman" panose="02020603050405020304" pitchFamily="18" charset="0"/>
                    <a:cs typeface="Times New Roman" panose="02020603050405020304" pitchFamily="18" charset="0"/>
                  </a:rPr>
                  <a:t>,</a:t>
                </a:r>
                <a:r>
                  <a:rPr kumimoji="1" lang="zh-CN" altLang="en-US" sz="2400" dirty="0">
                    <a:solidFill>
                      <a:prstClr val="black"/>
                    </a:solidFill>
                    <a:latin typeface="Times New Roman" panose="02020603050405020304" pitchFamily="18" charset="0"/>
                    <a:cs typeface="Times New Roman" panose="02020603050405020304" pitchFamily="18" charset="0"/>
                  </a:rPr>
                  <a:t>     </a:t>
                </a:r>
                <a14:m>
                  <m:oMath xmlns:m="http://schemas.openxmlformats.org/officeDocument/2006/math">
                    <m:r>
                      <a:rPr kumimoji="1" lang="en-US" altLang="zh-CN" sz="2400" i="1" dirty="0">
                        <a:solidFill>
                          <a:prstClr val="black"/>
                        </a:solidFill>
                        <a:latin typeface="Cambria Math" panose="02040503050406030204" pitchFamily="18" charset="0"/>
                        <a:cs typeface="Times New Roman" panose="02020603050405020304" pitchFamily="18" charset="0"/>
                      </a:rPr>
                      <m:t>𝑘</m:t>
                    </m:r>
                    <m:r>
                      <a:rPr kumimoji="1" lang="en-US" altLang="zh-CN" sz="2400" i="1" dirty="0">
                        <a:solidFill>
                          <a:prstClr val="black"/>
                        </a:solidFill>
                        <a:latin typeface="Cambria Math" panose="02040503050406030204" pitchFamily="18" charset="0"/>
                        <a:cs typeface="Times New Roman" panose="02020603050405020304" pitchFamily="18" charset="0"/>
                      </a:rPr>
                      <m:t>=1,2,…,</m:t>
                    </m:r>
                    <m:r>
                      <a:rPr kumimoji="1" lang="en-US" altLang="zh-CN" sz="2400" i="1" dirty="0">
                        <a:solidFill>
                          <a:prstClr val="black"/>
                        </a:solidFill>
                        <a:latin typeface="Cambria Math" panose="02040503050406030204" pitchFamily="18" charset="0"/>
                        <a:cs typeface="Times New Roman" panose="02020603050405020304" pitchFamily="18" charset="0"/>
                      </a:rPr>
                      <m:t>𝑛</m:t>
                    </m:r>
                  </m:oMath>
                </a14:m>
                <a:endParaRPr kumimoji="1" lang="en-US" altLang="zh-CN" sz="2400" dirty="0">
                  <a:solidFill>
                    <a:prstClr val="black"/>
                  </a:solidFill>
                  <a:latin typeface="Times New Roman" panose="02020603050405020304" pitchFamily="18" charset="0"/>
                  <a:cs typeface="Times New Roman" panose="02020603050405020304" pitchFamily="18" charset="0"/>
                </a:endParaRPr>
              </a:p>
              <a:p>
                <a:pPr lvl="0">
                  <a:lnSpc>
                    <a:spcPct val="150000"/>
                  </a:lnSpc>
                </a:pPr>
                <a:endParaRPr kumimoji="1" lang="en-US" altLang="zh-CN" sz="2400" dirty="0">
                  <a:solidFill>
                    <a:prstClr val="black"/>
                  </a:solidFill>
                  <a:latin typeface="Times New Roman" panose="02020603050405020304" pitchFamily="18" charset="0"/>
                  <a:cs typeface="Times New Roman" panose="02020603050405020304" pitchFamily="18" charset="0"/>
                </a:endParaRPr>
              </a:p>
              <a:p>
                <a:pPr lvl="0">
                  <a:lnSpc>
                    <a:spcPct val="150000"/>
                  </a:lnSpc>
                </a:pPr>
                <a14:m>
                  <m:oMathPara xmlns:m="http://schemas.openxmlformats.org/officeDocument/2006/math">
                    <m:oMathParaPr>
                      <m:jc m:val="centerGroup"/>
                    </m:oMathParaPr>
                    <m:oMath xmlns:m="http://schemas.openxmlformats.org/officeDocument/2006/math">
                      <m:r>
                        <a:rPr kumimoji="1" lang="en-US" altLang="zh-CN" sz="2400" i="1" dirty="0">
                          <a:solidFill>
                            <a:srgbClr val="FF0000"/>
                          </a:solidFill>
                          <a:latin typeface="Cambria Math" panose="02040503050406030204" pitchFamily="18" charset="0"/>
                          <a:cs typeface="Times New Roman" panose="02020603050405020304" pitchFamily="18" charset="0"/>
                        </a:rPr>
                        <m:t>𝑋</m:t>
                      </m:r>
                      <m:r>
                        <a:rPr kumimoji="1" lang="en-US" altLang="zh-CN" sz="2400" i="1" dirty="0">
                          <a:solidFill>
                            <a:srgbClr val="FF0000"/>
                          </a:solidFill>
                          <a:latin typeface="Cambria Math" panose="02040503050406030204" pitchFamily="18" charset="0"/>
                          <a:cs typeface="Times New Roman" panose="02020603050405020304" pitchFamily="18" charset="0"/>
                        </a:rPr>
                        <m:t>=</m:t>
                      </m:r>
                      <m:r>
                        <a:rPr kumimoji="1" lang="en-US" altLang="zh-CN" sz="2400" i="1" dirty="0">
                          <a:solidFill>
                            <a:srgbClr val="FF0000"/>
                          </a:solidFill>
                          <a:latin typeface="Cambria Math" panose="02040503050406030204" pitchFamily="18" charset="0"/>
                          <a:cs typeface="Times New Roman" panose="02020603050405020304" pitchFamily="18" charset="0"/>
                        </a:rPr>
                        <m:t>𝑋</m:t>
                      </m:r>
                      <m:r>
                        <a:rPr kumimoji="1" lang="en-US" altLang="zh-CN" sz="2400" i="1" baseline="-25000" dirty="0">
                          <a:solidFill>
                            <a:srgbClr val="FF0000"/>
                          </a:solidFill>
                          <a:latin typeface="Cambria Math" panose="02040503050406030204" pitchFamily="18" charset="0"/>
                          <a:cs typeface="Times New Roman" panose="02020603050405020304" pitchFamily="18" charset="0"/>
                        </a:rPr>
                        <m:t>1</m:t>
                      </m:r>
                      <m:r>
                        <a:rPr kumimoji="1" lang="en-US" altLang="zh-CN" sz="2400" i="1" dirty="0">
                          <a:solidFill>
                            <a:srgbClr val="FF0000"/>
                          </a:solidFill>
                          <a:latin typeface="Cambria Math" panose="02040503050406030204" pitchFamily="18" charset="0"/>
                          <a:cs typeface="Times New Roman" panose="02020603050405020304" pitchFamily="18" charset="0"/>
                        </a:rPr>
                        <m:t>+</m:t>
                      </m:r>
                      <m:r>
                        <a:rPr kumimoji="1" lang="en-US" altLang="zh-CN" sz="2400" i="1" dirty="0">
                          <a:solidFill>
                            <a:srgbClr val="FF0000"/>
                          </a:solidFill>
                          <a:latin typeface="Cambria Math" panose="02040503050406030204" pitchFamily="18" charset="0"/>
                          <a:cs typeface="Times New Roman" panose="02020603050405020304" pitchFamily="18" charset="0"/>
                        </a:rPr>
                        <m:t>𝑋</m:t>
                      </m:r>
                      <m:r>
                        <a:rPr kumimoji="1" lang="en-US" altLang="zh-CN" sz="2400" i="1" baseline="-25000" dirty="0">
                          <a:solidFill>
                            <a:srgbClr val="FF0000"/>
                          </a:solidFill>
                          <a:latin typeface="Cambria Math" panose="02040503050406030204" pitchFamily="18" charset="0"/>
                          <a:cs typeface="Times New Roman" panose="02020603050405020304" pitchFamily="18" charset="0"/>
                        </a:rPr>
                        <m:t>2</m:t>
                      </m:r>
                      <m:r>
                        <a:rPr kumimoji="1" lang="en-US" altLang="zh-CN" sz="2400" i="1" dirty="0">
                          <a:solidFill>
                            <a:srgbClr val="FF0000"/>
                          </a:solidFill>
                          <a:latin typeface="Cambria Math" panose="02040503050406030204" pitchFamily="18" charset="0"/>
                          <a:cs typeface="Times New Roman" panose="02020603050405020304" pitchFamily="18" charset="0"/>
                        </a:rPr>
                        <m:t>+…+</m:t>
                      </m:r>
                      <m:r>
                        <a:rPr kumimoji="1" lang="en-US" altLang="zh-CN" sz="2400" i="1" dirty="0" err="1">
                          <a:solidFill>
                            <a:srgbClr val="FF0000"/>
                          </a:solidFill>
                          <a:latin typeface="Cambria Math" panose="02040503050406030204" pitchFamily="18" charset="0"/>
                          <a:cs typeface="Times New Roman" panose="02020603050405020304" pitchFamily="18" charset="0"/>
                        </a:rPr>
                        <m:t>𝑋</m:t>
                      </m:r>
                      <m:r>
                        <a:rPr kumimoji="1" lang="en-US" altLang="zh-CN" sz="2400" i="1" baseline="-25000" dirty="0" err="1">
                          <a:solidFill>
                            <a:srgbClr val="FF0000"/>
                          </a:solidFill>
                          <a:latin typeface="Cambria Math" panose="02040503050406030204" pitchFamily="18" charset="0"/>
                          <a:cs typeface="Times New Roman" panose="02020603050405020304" pitchFamily="18" charset="0"/>
                        </a:rPr>
                        <m:t>𝑛</m:t>
                      </m:r>
                    </m:oMath>
                  </m:oMathPara>
                </a14:m>
                <a:endParaRPr kumimoji="1" lang="zh-CN" altLang="en-US" sz="2400" baseline="-25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0798D360-818C-FD79-D853-9A094E4AD835}"/>
                  </a:ext>
                </a:extLst>
              </p:cNvPr>
              <p:cNvSpPr txBox="1">
                <a:spLocks noRot="1" noChangeAspect="1" noMove="1" noResize="1" noEditPoints="1" noAdjustHandles="1" noChangeArrowheads="1" noChangeShapeType="1" noTextEdit="1"/>
              </p:cNvSpPr>
              <p:nvPr/>
            </p:nvSpPr>
            <p:spPr>
              <a:xfrm>
                <a:off x="548146" y="3059484"/>
                <a:ext cx="8196461" cy="3531288"/>
              </a:xfrm>
              <a:prstGeom prst="rect">
                <a:avLst/>
              </a:prstGeom>
              <a:blipFill>
                <a:blip r:embed="rId3"/>
                <a:stretch>
                  <a:fillRect l="-9133" t="-12186" b="-41219"/>
                </a:stretch>
              </a:blipFill>
            </p:spPr>
            <p:txBody>
              <a:bodyPr/>
              <a:lstStyle/>
              <a:p>
                <a:r>
                  <a:rPr lang="zh-CN" altLang="en-US">
                    <a:noFill/>
                  </a:rPr>
                  <a:t> </a:t>
                </a:r>
              </a:p>
            </p:txBody>
          </p:sp>
        </mc:Fallback>
      </mc:AlternateContent>
      <p:pic>
        <p:nvPicPr>
          <p:cNvPr id="8" name="图形 7" descr="问号 纯色填充">
            <a:extLst>
              <a:ext uri="{FF2B5EF4-FFF2-40B4-BE49-F238E27FC236}">
                <a16:creationId xmlns:a16="http://schemas.microsoft.com/office/drawing/2014/main" id="{75E7EFD9-B348-48FE-66CD-E607C03AA2D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3794233" y="3585342"/>
            <a:ext cx="1566043" cy="1566043"/>
          </a:xfrm>
          <a:prstGeom prst="rect">
            <a:avLst/>
          </a:prstGeom>
        </p:spPr>
      </p:pic>
    </p:spTree>
    <p:extLst>
      <p:ext uri="{BB962C8B-B14F-4D97-AF65-F5344CB8AC3E}">
        <p14:creationId xmlns:p14="http://schemas.microsoft.com/office/powerpoint/2010/main" val="3316456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xit" presetSubtype="10" fill="hold" nodeType="clickEffect">
                                  <p:stCondLst>
                                    <p:cond delay="0"/>
                                  </p:stCondLst>
                                  <p:childTnLst>
                                    <p:animEffect transition="out" filter="blinds(horizontal)">
                                      <p:cBhvr>
                                        <p:cTn id="10" dur="500"/>
                                        <p:tgtEl>
                                          <p:spTgt spid="8"/>
                                        </p:tgtEl>
                                      </p:cBhvr>
                                    </p:animEffect>
                                    <p:set>
                                      <p:cBhvr>
                                        <p:cTn id="11" dur="1" fill="hold">
                                          <p:stCondLst>
                                            <p:cond delay="499"/>
                                          </p:stCondLst>
                                        </p:cTn>
                                        <p:tgtEl>
                                          <p:spTgt spid="8"/>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图表&#10;&#10;描述已自动生成">
            <a:extLst>
              <a:ext uri="{FF2B5EF4-FFF2-40B4-BE49-F238E27FC236}">
                <a16:creationId xmlns:a16="http://schemas.microsoft.com/office/drawing/2014/main" id="{857BA6B8-1A54-3D60-4BCC-73F64B5D6369}"/>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t="44969"/>
          <a:stretch/>
        </p:blipFill>
        <p:spPr>
          <a:xfrm>
            <a:off x="582987" y="1329791"/>
            <a:ext cx="8238195" cy="2417156"/>
          </a:xfrm>
          <a:prstGeom prst="rect">
            <a:avLst/>
          </a:prstGeom>
        </p:spPr>
      </p:pic>
      <p:sp>
        <p:nvSpPr>
          <p:cNvPr id="2" name="文本框 1">
            <a:extLst>
              <a:ext uri="{FF2B5EF4-FFF2-40B4-BE49-F238E27FC236}">
                <a16:creationId xmlns:a16="http://schemas.microsoft.com/office/drawing/2014/main" id="{7489AEDC-0556-833F-6147-8D0922C685B6}"/>
              </a:ext>
            </a:extLst>
          </p:cNvPr>
          <p:cNvSpPr txBox="1"/>
          <p:nvPr/>
        </p:nvSpPr>
        <p:spPr>
          <a:xfrm>
            <a:off x="675481" y="4060556"/>
            <a:ext cx="1943733" cy="480447"/>
          </a:xfrm>
          <a:prstGeom prst="rect">
            <a:avLst/>
          </a:prstGeom>
          <a:solidFill>
            <a:schemeClr val="bg1"/>
          </a:solidFill>
        </p:spPr>
        <p:txBody>
          <a:bodyPr wrap="square" rtlCol="0">
            <a:spAutoFit/>
          </a:bodyPr>
          <a:lstStyle/>
          <a:p>
            <a:endParaRPr kumimoji="1" lang="zh-CN" altLang="en-US" dirty="0"/>
          </a:p>
        </p:txBody>
      </p:sp>
      <p:cxnSp>
        <p:nvCxnSpPr>
          <p:cNvPr id="5" name="直线连接符 4">
            <a:extLst>
              <a:ext uri="{FF2B5EF4-FFF2-40B4-BE49-F238E27FC236}">
                <a16:creationId xmlns:a16="http://schemas.microsoft.com/office/drawing/2014/main" id="{AA11E888-85BB-97A5-2064-98B580068526}"/>
              </a:ext>
            </a:extLst>
          </p:cNvPr>
          <p:cNvCxnSpPr/>
          <p:nvPr/>
        </p:nvCxnSpPr>
        <p:spPr>
          <a:xfrm>
            <a:off x="0" y="94069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副标题 2">
            <a:extLst>
              <a:ext uri="{FF2B5EF4-FFF2-40B4-BE49-F238E27FC236}">
                <a16:creationId xmlns:a16="http://schemas.microsoft.com/office/drawing/2014/main" id="{E63D1DAF-F573-9A56-0E01-338EBB1FDC77}"/>
              </a:ext>
            </a:extLst>
          </p:cNvPr>
          <p:cNvSpPr txBox="1">
            <a:spLocks/>
          </p:cNvSpPr>
          <p:nvPr/>
        </p:nvSpPr>
        <p:spPr>
          <a:xfrm>
            <a:off x="1341603" y="25537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3600" b="1" dirty="0">
                <a:solidFill>
                  <a:srgbClr val="FF0000"/>
                </a:solidFill>
                <a:latin typeface="STXinwei" panose="02010800040101010101" pitchFamily="2" charset="-122"/>
                <a:ea typeface="STXinwei" panose="02010800040101010101" pitchFamily="2" charset="-122"/>
              </a:rPr>
              <a:t>数学期望：正态分布</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AE719AC-18E7-9480-43DB-6A095ACB9A96}"/>
                  </a:ext>
                </a:extLst>
              </p:cNvPr>
              <p:cNvSpPr txBox="1"/>
              <p:nvPr/>
            </p:nvSpPr>
            <p:spPr>
              <a:xfrm>
                <a:off x="582987" y="4060556"/>
                <a:ext cx="6437788" cy="2332754"/>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𝑍</m:t>
                      </m:r>
                      <m:r>
                        <a:rPr kumimoji="1" lang="en-US" altLang="zh-CN" sz="2400" b="0" i="1" smtClean="0">
                          <a:latin typeface="Cambria Math" panose="02040503050406030204" pitchFamily="18" charset="0"/>
                        </a:rPr>
                        <m:t>=</m:t>
                      </m:r>
                      <m:f>
                        <m:fPr>
                          <m:ctrlPr>
                            <a:rPr kumimoji="1" lang="en-US" altLang="zh-CN" sz="2400" b="0" i="1" smtClean="0">
                              <a:latin typeface="Cambria Math" panose="02040503050406030204" pitchFamily="18" charset="0"/>
                            </a:rPr>
                          </m:ctrlPr>
                        </m:fPr>
                        <m:num>
                          <m:r>
                            <a:rPr kumimoji="1" lang="en-US" altLang="zh-CN" sz="2400" b="0" i="1" smtClean="0">
                              <a:latin typeface="Cambria Math" panose="02040503050406030204" pitchFamily="18" charset="0"/>
                            </a:rPr>
                            <m:t>𝑋</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𝜇</m:t>
                          </m:r>
                        </m:num>
                        <m:den>
                          <m:r>
                            <a:rPr kumimoji="1" lang="en-US" altLang="zh-CN" sz="2400" b="0" i="1" smtClean="0">
                              <a:latin typeface="Cambria Math" panose="02040503050406030204" pitchFamily="18" charset="0"/>
                              <a:ea typeface="Cambria Math" panose="02040503050406030204" pitchFamily="18" charset="0"/>
                            </a:rPr>
                            <m:t>𝜎</m:t>
                          </m:r>
                        </m:den>
                      </m:f>
                    </m:oMath>
                  </m:oMathPara>
                </a14:m>
                <a:endParaRPr kumimoji="1" lang="en-US" altLang="zh-CN" sz="2400" dirty="0"/>
              </a:p>
              <a:p>
                <a:pPr/>
                <a14:m>
                  <m:oMathPara xmlns:m="http://schemas.openxmlformats.org/officeDocument/2006/math">
                    <m:oMathParaPr>
                      <m:jc m:val="left"/>
                    </m:oMathParaPr>
                    <m:oMath xmlns:m="http://schemas.openxmlformats.org/officeDocument/2006/math">
                      <m:r>
                        <a:rPr kumimoji="1" lang="en-US" altLang="zh-CN" sz="2400" i="1" dirty="0" smtClean="0">
                          <a:latin typeface="Cambria Math" panose="02040503050406030204" pitchFamily="18" charset="0"/>
                        </a:rPr>
                        <m:t>𝐸</m:t>
                      </m:r>
                      <m:d>
                        <m:dPr>
                          <m:ctrlPr>
                            <a:rPr kumimoji="1" lang="en-US" altLang="zh-CN" sz="2400" i="1" dirty="0" smtClean="0">
                              <a:latin typeface="Cambria Math" panose="02040503050406030204" pitchFamily="18" charset="0"/>
                            </a:rPr>
                          </m:ctrlPr>
                        </m:dPr>
                        <m:e>
                          <m:r>
                            <a:rPr kumimoji="1" lang="en-US" altLang="zh-CN" sz="2400" i="1" dirty="0" smtClean="0">
                              <a:latin typeface="Cambria Math" panose="02040503050406030204" pitchFamily="18" charset="0"/>
                            </a:rPr>
                            <m:t>𝑍</m:t>
                          </m:r>
                        </m:e>
                      </m:d>
                      <m:r>
                        <a:rPr kumimoji="1" lang="en-US" altLang="zh-CN" sz="2400" i="1" dirty="0" smtClean="0">
                          <a:latin typeface="Cambria Math" panose="02040503050406030204" pitchFamily="18" charset="0"/>
                        </a:rPr>
                        <m:t>=</m:t>
                      </m:r>
                      <m:f>
                        <m:fPr>
                          <m:ctrlPr>
                            <a:rPr kumimoji="1" lang="en-US" altLang="zh-CN" sz="2400" i="1" dirty="0" smtClean="0">
                              <a:latin typeface="Cambria Math" panose="02040503050406030204" pitchFamily="18" charset="0"/>
                            </a:rPr>
                          </m:ctrlPr>
                        </m:fPr>
                        <m:num>
                          <m:r>
                            <a:rPr kumimoji="1" lang="en-US" altLang="zh-CN" sz="2400" b="0" i="1" dirty="0" smtClean="0">
                              <a:latin typeface="Cambria Math" panose="02040503050406030204" pitchFamily="18" charset="0"/>
                            </a:rPr>
                            <m:t>1</m:t>
                          </m:r>
                        </m:num>
                        <m:den>
                          <m:rad>
                            <m:radPr>
                              <m:degHide m:val="on"/>
                              <m:ctrlPr>
                                <a:rPr kumimoji="1" lang="en-US" altLang="zh-CN" sz="2400" i="1" dirty="0" smtClean="0">
                                  <a:latin typeface="Cambria Math" panose="02040503050406030204" pitchFamily="18" charset="0"/>
                                </a:rPr>
                              </m:ctrlPr>
                            </m:radPr>
                            <m:deg/>
                            <m:e>
                              <m:r>
                                <a:rPr kumimoji="1" lang="en-US" altLang="zh-CN" sz="2400" b="0" i="1" dirty="0" smtClean="0">
                                  <a:latin typeface="Cambria Math" panose="02040503050406030204" pitchFamily="18" charset="0"/>
                                </a:rPr>
                                <m:t>2</m:t>
                              </m:r>
                              <m:r>
                                <a:rPr kumimoji="1" lang="en-US" altLang="zh-CN" sz="2400" b="0" i="1" dirty="0" smtClean="0">
                                  <a:latin typeface="Cambria Math" panose="02040503050406030204" pitchFamily="18" charset="0"/>
                                  <a:ea typeface="Cambria Math" panose="02040503050406030204" pitchFamily="18" charset="0"/>
                                </a:rPr>
                                <m:t>𝜋</m:t>
                              </m:r>
                            </m:e>
                          </m:rad>
                        </m:den>
                      </m:f>
                      <m:nary>
                        <m:naryPr>
                          <m:ctrlPr>
                            <a:rPr kumimoji="1" lang="en-US" altLang="zh-CN" sz="2400" i="1" dirty="0" smtClean="0">
                              <a:latin typeface="Cambria Math" panose="02040503050406030204" pitchFamily="18" charset="0"/>
                            </a:rPr>
                          </m:ctrlPr>
                        </m:naryPr>
                        <m:sub>
                          <m:r>
                            <m:rPr>
                              <m:brk m:alnAt="23"/>
                            </m:rPr>
                            <a:rPr kumimoji="1" lang="en-US" altLang="zh-CN" sz="2400" b="0" i="1" dirty="0" smtClean="0">
                              <a:latin typeface="Cambria Math" panose="02040503050406030204" pitchFamily="18" charset="0"/>
                            </a:rPr>
                            <m:t>−</m:t>
                          </m:r>
                          <m:r>
                            <a:rPr kumimoji="1" lang="en-US" altLang="zh-CN" sz="2400" b="0" i="1" dirty="0" smtClean="0">
                              <a:latin typeface="Cambria Math" panose="02040503050406030204" pitchFamily="18" charset="0"/>
                              <a:ea typeface="Cambria Math" panose="02040503050406030204" pitchFamily="18" charset="0"/>
                            </a:rPr>
                            <m:t>∞</m:t>
                          </m:r>
                        </m:sub>
                        <m:sup>
                          <m:r>
                            <a:rPr kumimoji="1" lang="en-US" altLang="zh-CN" sz="2400" i="1" dirty="0" smtClean="0">
                              <a:latin typeface="Cambria Math" panose="02040503050406030204" pitchFamily="18" charset="0"/>
                              <a:ea typeface="Cambria Math" panose="02040503050406030204" pitchFamily="18" charset="0"/>
                            </a:rPr>
                            <m:t>∞</m:t>
                          </m:r>
                        </m:sup>
                        <m:e>
                          <m:r>
                            <a:rPr kumimoji="1" lang="en-US" altLang="zh-CN" sz="2400" b="0" i="1" dirty="0" smtClean="0">
                              <a:latin typeface="Cambria Math" panose="02040503050406030204" pitchFamily="18" charset="0"/>
                            </a:rPr>
                            <m:t>𝑡</m:t>
                          </m:r>
                          <m:sSup>
                            <m:sSupPr>
                              <m:ctrlPr>
                                <a:rPr kumimoji="1" lang="en-US" altLang="zh-CN" sz="2400" b="0" i="1" dirty="0" smtClean="0">
                                  <a:latin typeface="Cambria Math" panose="02040503050406030204" pitchFamily="18" charset="0"/>
                                </a:rPr>
                              </m:ctrlPr>
                            </m:sSupPr>
                            <m:e>
                              <m:r>
                                <a:rPr kumimoji="1" lang="en-US" altLang="zh-CN" sz="2400" b="0" i="1" dirty="0" smtClean="0">
                                  <a:latin typeface="Cambria Math" panose="02040503050406030204" pitchFamily="18" charset="0"/>
                                </a:rPr>
                                <m:t>𝑒</m:t>
                              </m:r>
                            </m:e>
                            <m:sup>
                              <m:r>
                                <a:rPr kumimoji="1" lang="en-US" altLang="zh-CN" sz="2400" b="0" i="1" dirty="0" smtClean="0">
                                  <a:latin typeface="Cambria Math" panose="02040503050406030204" pitchFamily="18" charset="0"/>
                                </a:rPr>
                                <m:t>−</m:t>
                              </m:r>
                              <m:f>
                                <m:fPr>
                                  <m:ctrlPr>
                                    <a:rPr kumimoji="1" lang="en-US" altLang="zh-CN" sz="2400" b="0" i="1" dirty="0" smtClean="0">
                                      <a:latin typeface="Cambria Math" panose="02040503050406030204" pitchFamily="18" charset="0"/>
                                    </a:rPr>
                                  </m:ctrlPr>
                                </m:fPr>
                                <m:num>
                                  <m:sSup>
                                    <m:sSupPr>
                                      <m:ctrlPr>
                                        <a:rPr kumimoji="1" lang="en-US" altLang="zh-CN" sz="2400" b="0" i="1" dirty="0" smtClean="0">
                                          <a:latin typeface="Cambria Math" panose="02040503050406030204" pitchFamily="18" charset="0"/>
                                        </a:rPr>
                                      </m:ctrlPr>
                                    </m:sSupPr>
                                    <m:e>
                                      <m:r>
                                        <a:rPr kumimoji="1" lang="en-US" altLang="zh-CN" sz="2400" b="0" i="1" dirty="0" smtClean="0">
                                          <a:latin typeface="Cambria Math" panose="02040503050406030204" pitchFamily="18" charset="0"/>
                                        </a:rPr>
                                        <m:t>𝑡</m:t>
                                      </m:r>
                                    </m:e>
                                    <m:sup>
                                      <m:r>
                                        <a:rPr kumimoji="1" lang="en-US" altLang="zh-CN" sz="2400" b="0" i="1" dirty="0" smtClean="0">
                                          <a:latin typeface="Cambria Math" panose="02040503050406030204" pitchFamily="18" charset="0"/>
                                        </a:rPr>
                                        <m:t>2</m:t>
                                      </m:r>
                                    </m:sup>
                                  </m:sSup>
                                </m:num>
                                <m:den>
                                  <m:r>
                                    <a:rPr kumimoji="1" lang="en-US" altLang="zh-CN" sz="2400" b="0" i="1" dirty="0" smtClean="0">
                                      <a:latin typeface="Cambria Math" panose="02040503050406030204" pitchFamily="18" charset="0"/>
                                    </a:rPr>
                                    <m:t>2</m:t>
                                  </m:r>
                                </m:den>
                              </m:f>
                            </m:sup>
                          </m:sSup>
                        </m:e>
                      </m:nary>
                      <m:r>
                        <a:rPr kumimoji="1" lang="en-US" altLang="zh-CN" sz="2400" b="0" i="1" dirty="0" smtClean="0">
                          <a:latin typeface="Cambria Math" panose="02040503050406030204" pitchFamily="18" charset="0"/>
                        </a:rPr>
                        <m:t>𝑑𝑡</m:t>
                      </m:r>
                      <m:r>
                        <a:rPr kumimoji="1" lang="en-US" altLang="zh-CN" sz="2400" b="0" i="1" dirty="0" smtClean="0">
                          <a:latin typeface="Cambria Math" panose="02040503050406030204" pitchFamily="18" charset="0"/>
                        </a:rPr>
                        <m:t>=</m:t>
                      </m:r>
                      <m:f>
                        <m:fPr>
                          <m:ctrlPr>
                            <a:rPr kumimoji="1" lang="en-US" altLang="zh-CN" sz="2400" i="1" dirty="0">
                              <a:latin typeface="Cambria Math" panose="02040503050406030204" pitchFamily="18" charset="0"/>
                            </a:rPr>
                          </m:ctrlPr>
                        </m:fPr>
                        <m:num>
                          <m:r>
                            <a:rPr kumimoji="1" lang="en-US" altLang="zh-CN" sz="2400" b="0" i="1" dirty="0" smtClean="0">
                              <a:latin typeface="Cambria Math" panose="02040503050406030204" pitchFamily="18" charset="0"/>
                            </a:rPr>
                            <m:t>−</m:t>
                          </m:r>
                          <m:r>
                            <a:rPr kumimoji="1" lang="en-US" altLang="zh-CN" sz="2400" i="1" dirty="0">
                              <a:latin typeface="Cambria Math" panose="02040503050406030204" pitchFamily="18" charset="0"/>
                            </a:rPr>
                            <m:t>1</m:t>
                          </m:r>
                        </m:num>
                        <m:den>
                          <m:rad>
                            <m:radPr>
                              <m:degHide m:val="on"/>
                              <m:ctrlPr>
                                <a:rPr kumimoji="1" lang="en-US" altLang="zh-CN" sz="2400" i="1" dirty="0">
                                  <a:latin typeface="Cambria Math" panose="02040503050406030204" pitchFamily="18" charset="0"/>
                                </a:rPr>
                              </m:ctrlPr>
                            </m:radPr>
                            <m:deg/>
                            <m:e>
                              <m:r>
                                <a:rPr kumimoji="1" lang="en-US" altLang="zh-CN" sz="2400" i="1" dirty="0">
                                  <a:latin typeface="Cambria Math" panose="02040503050406030204" pitchFamily="18" charset="0"/>
                                </a:rPr>
                                <m:t>2</m:t>
                              </m:r>
                              <m:r>
                                <a:rPr kumimoji="1" lang="en-US" altLang="zh-CN" sz="2400" i="1" dirty="0">
                                  <a:latin typeface="Cambria Math" panose="02040503050406030204" pitchFamily="18" charset="0"/>
                                  <a:ea typeface="Cambria Math" panose="02040503050406030204" pitchFamily="18" charset="0"/>
                                </a:rPr>
                                <m:t>𝜋</m:t>
                              </m:r>
                            </m:e>
                          </m:rad>
                        </m:den>
                      </m:f>
                      <m:sSup>
                        <m:sSupPr>
                          <m:ctrlPr>
                            <a:rPr kumimoji="1" lang="en-US" altLang="zh-CN" sz="2400" i="1" dirty="0">
                              <a:latin typeface="Cambria Math" panose="02040503050406030204" pitchFamily="18" charset="0"/>
                            </a:rPr>
                          </m:ctrlPr>
                        </m:sSupPr>
                        <m:e>
                          <m:r>
                            <a:rPr kumimoji="1" lang="en-US" altLang="zh-CN" sz="2400" i="1" dirty="0">
                              <a:latin typeface="Cambria Math" panose="02040503050406030204" pitchFamily="18" charset="0"/>
                            </a:rPr>
                            <m:t>𝑒</m:t>
                          </m:r>
                        </m:e>
                        <m:sup>
                          <m:r>
                            <a:rPr kumimoji="1" lang="en-US" altLang="zh-CN" sz="2400" i="1" dirty="0">
                              <a:latin typeface="Cambria Math" panose="02040503050406030204" pitchFamily="18" charset="0"/>
                            </a:rPr>
                            <m:t>−</m:t>
                          </m:r>
                          <m:f>
                            <m:fPr>
                              <m:ctrlPr>
                                <a:rPr kumimoji="1" lang="en-US" altLang="zh-CN" sz="2400" i="1" dirty="0">
                                  <a:latin typeface="Cambria Math" panose="02040503050406030204" pitchFamily="18" charset="0"/>
                                </a:rPr>
                              </m:ctrlPr>
                            </m:fPr>
                            <m:num>
                              <m:sSup>
                                <m:sSupPr>
                                  <m:ctrlPr>
                                    <a:rPr kumimoji="1" lang="en-US" altLang="zh-CN" sz="2400" i="1" dirty="0">
                                      <a:latin typeface="Cambria Math" panose="02040503050406030204" pitchFamily="18" charset="0"/>
                                    </a:rPr>
                                  </m:ctrlPr>
                                </m:sSupPr>
                                <m:e>
                                  <m:r>
                                    <a:rPr kumimoji="1" lang="en-US" altLang="zh-CN" sz="2400" i="1" dirty="0">
                                      <a:latin typeface="Cambria Math" panose="02040503050406030204" pitchFamily="18" charset="0"/>
                                    </a:rPr>
                                    <m:t>𝑡</m:t>
                                  </m:r>
                                </m:e>
                                <m:sup>
                                  <m:r>
                                    <a:rPr kumimoji="1" lang="en-US" altLang="zh-CN" sz="2400" i="1" dirty="0">
                                      <a:latin typeface="Cambria Math" panose="02040503050406030204" pitchFamily="18" charset="0"/>
                                    </a:rPr>
                                    <m:t>2</m:t>
                                  </m:r>
                                </m:sup>
                              </m:sSup>
                            </m:num>
                            <m:den>
                              <m:r>
                                <a:rPr kumimoji="1" lang="en-US" altLang="zh-CN" sz="2400" i="1" dirty="0">
                                  <a:latin typeface="Cambria Math" panose="02040503050406030204" pitchFamily="18" charset="0"/>
                                </a:rPr>
                                <m:t>2</m:t>
                              </m:r>
                            </m:den>
                          </m:f>
                        </m:sup>
                      </m:sSup>
                      <m:d>
                        <m:dPr>
                          <m:begChr m:val="|"/>
                          <m:endChr m:val=""/>
                          <m:ctrlPr>
                            <a:rPr kumimoji="1" lang="en-US" altLang="zh-CN" sz="2400" i="1" dirty="0" smtClean="0">
                              <a:latin typeface="Cambria Math" panose="02040503050406030204" pitchFamily="18" charset="0"/>
                            </a:rPr>
                          </m:ctrlPr>
                        </m:dPr>
                        <m:e>
                          <m:eqArr>
                            <m:eqArrPr>
                              <m:ctrlPr>
                                <a:rPr kumimoji="1" lang="en-US" altLang="zh-CN" sz="2400" i="1" dirty="0" smtClean="0">
                                  <a:latin typeface="Cambria Math" panose="02040503050406030204" pitchFamily="18" charset="0"/>
                                  <a:ea typeface="Cambria Math" panose="02040503050406030204" pitchFamily="18" charset="0"/>
                                </a:rPr>
                              </m:ctrlPr>
                            </m:eqArrPr>
                            <m:e>
                              <m:r>
                                <a:rPr kumimoji="1" lang="en-US" altLang="zh-CN" sz="2400" i="1" dirty="0" smtClean="0">
                                  <a:latin typeface="Cambria Math" panose="02040503050406030204" pitchFamily="18" charset="0"/>
                                  <a:ea typeface="Cambria Math" panose="02040503050406030204" pitchFamily="18" charset="0"/>
                                </a:rPr>
                                <m:t>∞</m:t>
                              </m:r>
                            </m:e>
                            <m:e>
                              <m:r>
                                <a:rPr kumimoji="1" lang="en-US" altLang="zh-CN" sz="2400" b="0" i="1" dirty="0" smtClean="0">
                                  <a:latin typeface="Cambria Math" panose="02040503050406030204" pitchFamily="18" charset="0"/>
                                  <a:ea typeface="Cambria Math" panose="02040503050406030204" pitchFamily="18" charset="0"/>
                                </a:rPr>
                                <m:t>−∞</m:t>
                              </m:r>
                            </m:e>
                          </m:eqArr>
                        </m:e>
                      </m:d>
                      <m:r>
                        <a:rPr kumimoji="1" lang="en-US" altLang="zh-CN" sz="2400" b="0" i="1" dirty="0" smtClean="0">
                          <a:latin typeface="Cambria Math" panose="02040503050406030204" pitchFamily="18" charset="0"/>
                        </a:rPr>
                        <m:t>=0</m:t>
                      </m:r>
                    </m:oMath>
                  </m:oMathPara>
                </a14:m>
                <a:endParaRPr kumimoji="1" lang="en-US" altLang="zh-CN" sz="2400" dirty="0"/>
              </a:p>
              <a:p>
                <a:endParaRPr kumimoji="1" lang="en-US" altLang="zh-CN" sz="24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kumimoji="1" lang="en-US" altLang="zh-CN" sz="2400" i="1" dirty="0" smtClean="0">
                          <a:latin typeface="Cambria Math" panose="02040503050406030204" pitchFamily="18" charset="0"/>
                        </a:rPr>
                        <m:t>𝐸</m:t>
                      </m:r>
                      <m:d>
                        <m:dPr>
                          <m:ctrlPr>
                            <a:rPr kumimoji="1" lang="en-US" altLang="zh-CN" sz="2400" i="1" dirty="0" smtClean="0">
                              <a:latin typeface="Cambria Math" panose="02040503050406030204" pitchFamily="18" charset="0"/>
                            </a:rPr>
                          </m:ctrlPr>
                        </m:dPr>
                        <m:e>
                          <m:r>
                            <a:rPr kumimoji="1" lang="en-US" altLang="zh-CN" sz="2400" i="1" dirty="0" smtClean="0">
                              <a:latin typeface="Cambria Math" panose="02040503050406030204" pitchFamily="18" charset="0"/>
                            </a:rPr>
                            <m:t>𝑋</m:t>
                          </m:r>
                        </m:e>
                      </m:d>
                      <m:r>
                        <a:rPr kumimoji="1" lang="en-US" altLang="zh-CN" sz="2400" i="1" dirty="0" smtClean="0">
                          <a:latin typeface="Cambria Math" panose="02040503050406030204" pitchFamily="18" charset="0"/>
                        </a:rPr>
                        <m:t>=</m:t>
                      </m:r>
                      <m:r>
                        <a:rPr kumimoji="1" lang="en-US" altLang="zh-CN" sz="2400" b="0" i="1" dirty="0" smtClean="0">
                          <a:latin typeface="Cambria Math" panose="02040503050406030204" pitchFamily="18" charset="0"/>
                        </a:rPr>
                        <m:t>𝐸</m:t>
                      </m:r>
                      <m:d>
                        <m:dPr>
                          <m:ctrlPr>
                            <a:rPr kumimoji="1" lang="en-US" altLang="zh-CN" sz="2400" b="0" i="1" dirty="0" smtClean="0">
                              <a:latin typeface="Cambria Math" panose="02040503050406030204" pitchFamily="18" charset="0"/>
                            </a:rPr>
                          </m:ctrlPr>
                        </m:dPr>
                        <m:e>
                          <m:r>
                            <a:rPr kumimoji="1" lang="en-US" altLang="zh-CN" sz="2400" b="0" i="1" dirty="0" smtClean="0">
                              <a:latin typeface="Cambria Math" panose="02040503050406030204" pitchFamily="18" charset="0"/>
                              <a:ea typeface="Cambria Math" panose="02040503050406030204" pitchFamily="18" charset="0"/>
                            </a:rPr>
                            <m:t>𝜇</m:t>
                          </m:r>
                          <m:r>
                            <a:rPr kumimoji="1" lang="en-US" altLang="zh-CN" sz="2400" b="0" i="1" dirty="0" smtClean="0">
                              <a:latin typeface="Cambria Math" panose="02040503050406030204" pitchFamily="18" charset="0"/>
                              <a:ea typeface="Cambria Math" panose="02040503050406030204" pitchFamily="18" charset="0"/>
                            </a:rPr>
                            <m:t>+</m:t>
                          </m:r>
                          <m:r>
                            <a:rPr kumimoji="1" lang="en-US" altLang="zh-CN" sz="2400" b="0" i="1" dirty="0" smtClean="0">
                              <a:latin typeface="Cambria Math" panose="02040503050406030204" pitchFamily="18" charset="0"/>
                              <a:ea typeface="Cambria Math" panose="02040503050406030204" pitchFamily="18" charset="0"/>
                            </a:rPr>
                            <m:t>𝜎</m:t>
                          </m:r>
                          <m:r>
                            <a:rPr kumimoji="1" lang="en-US" altLang="zh-CN" sz="2400" b="0" i="1" dirty="0" smtClean="0">
                              <a:latin typeface="Cambria Math" panose="02040503050406030204" pitchFamily="18" charset="0"/>
                              <a:ea typeface="Cambria Math" panose="02040503050406030204" pitchFamily="18" charset="0"/>
                            </a:rPr>
                            <m:t>𝑍</m:t>
                          </m:r>
                        </m:e>
                      </m:d>
                      <m:r>
                        <a:rPr kumimoji="1" lang="en-US" altLang="zh-CN" sz="2400" b="0" i="1" dirty="0" smtClean="0">
                          <a:latin typeface="Cambria Math" panose="02040503050406030204" pitchFamily="18" charset="0"/>
                        </a:rPr>
                        <m:t>=</m:t>
                      </m:r>
                    </m:oMath>
                  </m:oMathPara>
                </a14:m>
                <a:endParaRPr kumimoji="1" lang="en-US" altLang="zh-CN" sz="2400" dirty="0"/>
              </a:p>
            </p:txBody>
          </p:sp>
        </mc:Choice>
        <mc:Fallback xmlns="">
          <p:sp>
            <p:nvSpPr>
              <p:cNvPr id="4" name="文本框 3">
                <a:extLst>
                  <a:ext uri="{FF2B5EF4-FFF2-40B4-BE49-F238E27FC236}">
                    <a16:creationId xmlns:a16="http://schemas.microsoft.com/office/drawing/2014/main" id="{0AE719AC-18E7-9480-43DB-6A095ACB9A96}"/>
                  </a:ext>
                </a:extLst>
              </p:cNvPr>
              <p:cNvSpPr txBox="1">
                <a:spLocks noRot="1" noChangeAspect="1" noMove="1" noResize="1" noEditPoints="1" noAdjustHandles="1" noChangeArrowheads="1" noChangeShapeType="1" noTextEdit="1"/>
              </p:cNvSpPr>
              <p:nvPr/>
            </p:nvSpPr>
            <p:spPr>
              <a:xfrm>
                <a:off x="582987" y="4060556"/>
                <a:ext cx="6437788" cy="2332754"/>
              </a:xfrm>
              <a:prstGeom prst="rect">
                <a:avLst/>
              </a:prstGeom>
              <a:blipFill>
                <a:blip r:embed="rId4"/>
                <a:stretch>
                  <a:fillRect l="-394" t="-35676" b="-62162"/>
                </a:stretch>
              </a:blipFill>
            </p:spPr>
            <p:txBody>
              <a:bodyPr/>
              <a:lstStyle/>
              <a:p>
                <a:r>
                  <a:rPr lang="zh-CN" altLang="en-US">
                    <a:noFill/>
                  </a:rPr>
                  <a:t> </a:t>
                </a:r>
              </a:p>
            </p:txBody>
          </p:sp>
        </mc:Fallback>
      </mc:AlternateContent>
      <p:pic>
        <p:nvPicPr>
          <p:cNvPr id="3" name="图形 2" descr="问号 纯色填充">
            <a:extLst>
              <a:ext uri="{FF2B5EF4-FFF2-40B4-BE49-F238E27FC236}">
                <a16:creationId xmlns:a16="http://schemas.microsoft.com/office/drawing/2014/main" id="{F13CE9DA-4838-6F49-3D2F-558B0D05721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3794233" y="3585342"/>
            <a:ext cx="1566043" cy="1566043"/>
          </a:xfrm>
          <a:prstGeom prst="rect">
            <a:avLst/>
          </a:prstGeom>
        </p:spPr>
      </p:pic>
    </p:spTree>
    <p:extLst>
      <p:ext uri="{BB962C8B-B14F-4D97-AF65-F5344CB8AC3E}">
        <p14:creationId xmlns:p14="http://schemas.microsoft.com/office/powerpoint/2010/main" val="619925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副标题 2">
                <a:extLst>
                  <a:ext uri="{FF2B5EF4-FFF2-40B4-BE49-F238E27FC236}">
                    <a16:creationId xmlns:a16="http://schemas.microsoft.com/office/drawing/2014/main" id="{53ED282F-8338-413B-ADB5-E7C0D048A32E}"/>
                  </a:ext>
                </a:extLst>
              </p:cNvPr>
              <p:cNvSpPr txBox="1">
                <a:spLocks/>
              </p:cNvSpPr>
              <p:nvPr/>
            </p:nvSpPr>
            <p:spPr>
              <a:xfrm>
                <a:off x="287451" y="2286266"/>
                <a:ext cx="8569096" cy="1346343"/>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342900" algn="l">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我们经常需要</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求随机变量</a:t>
                </a:r>
                <a14:m>
                  <m:oMath xmlns:m="http://schemas.openxmlformats.org/officeDocument/2006/math">
                    <m:r>
                      <a:rPr lang="en-US" altLang="zh-CN"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的函数</a:t>
                </a:r>
                <a14:m>
                  <m:oMath xmlns:m="http://schemas.openxmlformats.org/officeDocument/2006/math">
                    <m:r>
                      <a:rPr lang="en-US" altLang="zh-CN"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𝑌</m:t>
                    </m:r>
                  </m:oMath>
                </a14:m>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的数学期望</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indent="342900" algn="l">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因为</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𝑌</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的随机性是由</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决定的，</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a:p>
                <a:pPr indent="342900" algn="l">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所以可以由</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的分布，（</a:t>
                </a: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不用计算出</a:t>
                </a:r>
                <a14:m>
                  <m:oMath xmlns:m="http://schemas.openxmlformats.org/officeDocument/2006/math">
                    <m:r>
                      <a:rPr lang="en-US" altLang="zh-CN" i="1"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𝑌</m:t>
                    </m:r>
                  </m:oMath>
                </a14:m>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的分布</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），算得</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𝑌</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的数学期望。</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4" name="副标题 2">
                <a:extLst>
                  <a:ext uri="{FF2B5EF4-FFF2-40B4-BE49-F238E27FC236}">
                    <a16:creationId xmlns:a16="http://schemas.microsoft.com/office/drawing/2014/main" id="{53ED282F-8338-413B-ADB5-E7C0D048A32E}"/>
                  </a:ext>
                </a:extLst>
              </p:cNvPr>
              <p:cNvSpPr txBox="1">
                <a:spLocks noRot="1" noChangeAspect="1" noMove="1" noResize="1" noEditPoints="1" noAdjustHandles="1" noChangeArrowheads="1" noChangeShapeType="1" noTextEdit="1"/>
              </p:cNvSpPr>
              <p:nvPr/>
            </p:nvSpPr>
            <p:spPr>
              <a:xfrm>
                <a:off x="287451" y="2286266"/>
                <a:ext cx="8569096" cy="1346343"/>
              </a:xfrm>
              <a:prstGeom prst="rect">
                <a:avLst/>
              </a:prstGeom>
              <a:blipFill>
                <a:blip r:embed="rId2"/>
                <a:stretch>
                  <a:fillRect l="-1331" b="-92523"/>
                </a:stretch>
              </a:blipFill>
            </p:spPr>
            <p:txBody>
              <a:bodyPr/>
              <a:lstStyle/>
              <a:p>
                <a:r>
                  <a:rPr lang="zh-CN" altLang="en-US">
                    <a:noFill/>
                  </a:rPr>
                  <a:t> </a:t>
                </a:r>
              </a:p>
            </p:txBody>
          </p:sp>
        </mc:Fallback>
      </mc:AlternateContent>
      <p:sp>
        <p:nvSpPr>
          <p:cNvPr id="12" name="Text Box 12">
            <a:extLst>
              <a:ext uri="{FF2B5EF4-FFF2-40B4-BE49-F238E27FC236}">
                <a16:creationId xmlns:a16="http://schemas.microsoft.com/office/drawing/2014/main" id="{B4285FE8-42E5-DFA6-8A93-84FFEDF1AE1D}"/>
              </a:ext>
            </a:extLst>
          </p:cNvPr>
          <p:cNvSpPr txBox="1">
            <a:spLocks noChangeArrowheads="1"/>
          </p:cNvSpPr>
          <p:nvPr/>
        </p:nvSpPr>
        <p:spPr bwMode="auto">
          <a:xfrm>
            <a:off x="1385855" y="190887"/>
            <a:ext cx="637228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1pPr>
            <a:lvl2pPr marL="742950" indent="-28575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2pPr>
            <a:lvl3pPr marL="11430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3pPr>
            <a:lvl4pPr marL="16002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4pPr>
            <a:lvl5pPr marL="2057400" indent="-228600">
              <a:spcBef>
                <a:spcPct val="50000"/>
              </a:spcBef>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50000"/>
              </a:spcBef>
              <a:spcAft>
                <a:spcPct val="0"/>
              </a:spcAft>
              <a:buClr>
                <a:schemeClr val="accent2"/>
              </a:buClr>
              <a:buFont typeface="Wingdings" pitchFamily="2" charset="2"/>
              <a:defRPr sz="2800" b="1">
                <a:solidFill>
                  <a:schemeClr val="tx1"/>
                </a:solidFill>
                <a:latin typeface="Verdana" panose="020B0604030504040204" pitchFamily="34" charset="0"/>
                <a:ea typeface="宋体" panose="02010600030101010101" pitchFamily="2" charset="-122"/>
              </a:defRPr>
            </a:lvl9pPr>
          </a:lstStyle>
          <a:p>
            <a:pPr algn="ctr" eaLnBrk="1" hangingPunct="1">
              <a:buClrTx/>
              <a:buFontTx/>
              <a:buNone/>
            </a:pPr>
            <a:r>
              <a:rPr kumimoji="1" lang="zh-CN" altLang="en-US" sz="4000" dirty="0">
                <a:solidFill>
                  <a:srgbClr val="FF0000"/>
                </a:solidFill>
                <a:latin typeface="Times New Roman" panose="02020603050405020304" pitchFamily="18" charset="0"/>
                <a:ea typeface="华文新魏" panose="02010800040101010101" pitchFamily="2" charset="-122"/>
              </a:rPr>
              <a:t>随机变量函数的数学期望</a:t>
            </a:r>
          </a:p>
        </p:txBody>
      </p:sp>
      <p:cxnSp>
        <p:nvCxnSpPr>
          <p:cNvPr id="2" name="直线连接符 1">
            <a:extLst>
              <a:ext uri="{FF2B5EF4-FFF2-40B4-BE49-F238E27FC236}">
                <a16:creationId xmlns:a16="http://schemas.microsoft.com/office/drawing/2014/main" id="{7ECC0EB9-045D-0C1E-85C0-58C7EDE8705E}"/>
              </a:ext>
            </a:extLst>
          </p:cNvPr>
          <p:cNvCxnSpPr/>
          <p:nvPr/>
        </p:nvCxnSpPr>
        <p:spPr>
          <a:xfrm>
            <a:off x="0" y="94069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496857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副标题 2">
                <a:extLst>
                  <a:ext uri="{FF2B5EF4-FFF2-40B4-BE49-F238E27FC236}">
                    <a16:creationId xmlns:a16="http://schemas.microsoft.com/office/drawing/2014/main" id="{D84EDB0C-EE6A-467C-A08E-A9A1E187096D}"/>
                  </a:ext>
                </a:extLst>
              </p:cNvPr>
              <p:cNvSpPr txBox="1">
                <a:spLocks/>
              </p:cNvSpPr>
              <p:nvPr/>
            </p:nvSpPr>
            <p:spPr>
              <a:xfrm>
                <a:off x="105626" y="1332162"/>
                <a:ext cx="8932748" cy="1480461"/>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定理      设</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𝑌</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是随机变量</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的函数：</a:t>
                </a:r>
                <a14:m>
                  <m:oMath xmlns:m="http://schemas.openxmlformats.org/officeDocument/2006/math">
                    <m:r>
                      <a:rPr lang="zh-CN" altLang="zh-CN" i="1">
                        <a:latin typeface="Cambria Math" panose="02040503050406030204" pitchFamily="18" charset="0"/>
                        <a:ea typeface="Cambria Math" panose="02040503050406030204" pitchFamily="18" charset="0"/>
                        <a:cs typeface="Times New Roman" panose="02020603050405020304" pitchFamily="18" charset="0"/>
                      </a:rPr>
                      <m:t> </m:t>
                    </m:r>
                    <m:r>
                      <a:rPr lang="en-US" altLang="zh-CN"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𝑌</m:t>
                    </m:r>
                    <m:r>
                      <a:rPr lang="en-US" altLang="zh-CN"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altLang="zh-CN" i="1"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𝑔</m:t>
                    </m:r>
                    <m:d>
                      <m:dPr>
                        <m:ctrlPr>
                          <a:rPr lang="en-US" altLang="zh-CN"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𝑋</m:t>
                        </m:r>
                      </m:e>
                    </m:d>
                    <m:r>
                      <a:rPr lang="en-US" altLang="zh-CN" i="1">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    </m:t>
                    </m:r>
                  </m:oMath>
                </a14:m>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i="1">
                        <a:latin typeface="Cambria Math" panose="02040503050406030204" pitchFamily="18" charset="0"/>
                        <a:ea typeface="Cambria Math" panose="02040503050406030204" pitchFamily="18" charset="0"/>
                        <a:cs typeface="Times New Roman" panose="02020603050405020304" pitchFamily="18" charset="0"/>
                      </a:rPr>
                      <m:t>𝑔</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是连续函数</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algn="l">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err="1">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）如果</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是离散型随机变量，它的分布律为</a:t>
                </a:r>
                <a14:m>
                  <m:oMath xmlns:m="http://schemas.openxmlformats.org/officeDocument/2006/math">
                    <m:r>
                      <a:rPr lang="en-US" altLang="zh-CN" i="1" kern="100">
                        <a:latin typeface="Cambria Math" panose="02040503050406030204" pitchFamily="18" charset="0"/>
                        <a:ea typeface="等线" panose="02010600030101010101" pitchFamily="2" charset="-122"/>
                        <a:cs typeface="Times New Roman" panose="02020603050405020304" pitchFamily="18" charset="0"/>
                      </a:rPr>
                      <m:t>𝑃</m:t>
                    </m:r>
                    <m:r>
                      <a:rPr lang="en-US" altLang="zh-CN"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latin typeface="Cambria Math" panose="02040503050406030204" pitchFamily="18" charset="0"/>
                        <a:ea typeface="等线" panose="02010600030101010101" pitchFamily="2" charset="-122"/>
                        <a:cs typeface="Times New Roman" panose="02020603050405020304" pitchFamily="18" charset="0"/>
                      </a:rPr>
                      <m:t>𝑋</m:t>
                    </m:r>
                    <m:r>
                      <a:rPr lang="en-US" altLang="zh-CN"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i="1" kern="100">
                            <a:latin typeface="Cambria Math" panose="02040503050406030204" pitchFamily="18" charset="0"/>
                            <a:ea typeface="等线" panose="02010600030101010101" pitchFamily="2" charset="-122"/>
                            <a:cs typeface="Times New Roman" panose="02020603050405020304" pitchFamily="18" charset="0"/>
                          </a:rPr>
                          <m:t>𝑘</m:t>
                        </m:r>
                      </m:sub>
                    </m:sSub>
                    <m:r>
                      <a:rPr lang="en-US" altLang="zh-CN"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等线" panose="02010600030101010101" pitchFamily="2" charset="-122"/>
                            <a:cs typeface="Times New Roman" panose="02020603050405020304" pitchFamily="18" charset="0"/>
                          </a:rPr>
                          <m:t>𝑝</m:t>
                        </m:r>
                      </m:e>
                      <m:sub>
                        <m:r>
                          <a:rPr lang="en-US" altLang="zh-CN" i="1" kern="100">
                            <a:latin typeface="Cambria Math" panose="02040503050406030204" pitchFamily="18" charset="0"/>
                            <a:ea typeface="等线" panose="02010600030101010101" pitchFamily="2" charset="-122"/>
                            <a:cs typeface="Times New Roman" panose="02020603050405020304" pitchFamily="18" charset="0"/>
                          </a:rPr>
                          <m:t>𝑘</m:t>
                        </m:r>
                      </m:sub>
                    </m:sSub>
                    <m:r>
                      <a:rPr lang="en-US" altLang="zh-CN"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latin typeface="Cambria Math" panose="02040503050406030204" pitchFamily="18" charset="0"/>
                        <a:ea typeface="等线" panose="02010600030101010101" pitchFamily="2" charset="-122"/>
                        <a:cs typeface="Times New Roman" panose="02020603050405020304" pitchFamily="18" charset="0"/>
                      </a:rPr>
                      <m:t>𝑘</m:t>
                    </m:r>
                    <m:r>
                      <a:rPr lang="en-US" altLang="zh-CN" i="1" kern="100">
                        <a:latin typeface="Cambria Math" panose="02040503050406030204" pitchFamily="18" charset="0"/>
                        <a:ea typeface="等线" panose="02010600030101010101" pitchFamily="2" charset="-122"/>
                        <a:cs typeface="Times New Roman" panose="02020603050405020304" pitchFamily="18" charset="0"/>
                      </a:rPr>
                      <m:t>=1,2,⋯</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，若</a:t>
                </a:r>
                <a14:m>
                  <m:oMath xmlns:m="http://schemas.openxmlformats.org/officeDocument/2006/math">
                    <m:nary>
                      <m:naryPr>
                        <m:chr m:val="∑"/>
                        <m:limLoc m:val="undOvr"/>
                        <m:grow m:val="on"/>
                        <m:ctrlPr>
                          <a:rPr lang="zh-CN" altLang="zh-CN" i="1">
                            <a:latin typeface="Cambria Math" panose="02040503050406030204" pitchFamily="18" charset="0"/>
                          </a:rPr>
                        </m:ctrlPr>
                      </m:naryPr>
                      <m:sub>
                        <m:r>
                          <a:rPr lang="en-US" altLang="zh-CN" i="1">
                            <a:latin typeface="Cambria Math" panose="02040503050406030204" pitchFamily="18" charset="0"/>
                          </a:rPr>
                          <m:t>𝑘</m:t>
                        </m:r>
                        <m:r>
                          <a:rPr lang="en-US" altLang="zh-CN" i="1">
                            <a:latin typeface="Cambria Math" panose="02040503050406030204" pitchFamily="18" charset="0"/>
                          </a:rPr>
                          <m:t>=1</m:t>
                        </m:r>
                      </m:sub>
                      <m:sup>
                        <m:r>
                          <a:rPr lang="en-US" altLang="zh-CN">
                            <a:latin typeface="Cambria Math" panose="02040503050406030204" pitchFamily="18" charset="0"/>
                          </a:rPr>
                          <m:t>∞</m:t>
                        </m:r>
                      </m:sup>
                      <m:e>
                        <m:r>
                          <a:rPr lang="en-US" altLang="zh-CN" i="1">
                            <a:latin typeface="Cambria Math" panose="02040503050406030204" pitchFamily="18" charset="0"/>
                          </a:rPr>
                          <m:t>𝑔</m:t>
                        </m:r>
                      </m:e>
                    </m:nary>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𝑘</m:t>
                        </m:r>
                      </m:sub>
                    </m:sSub>
                    <m:r>
                      <a:rPr lang="en-US" altLang="zh-CN" i="1">
                        <a:latin typeface="Cambria Math" panose="02040503050406030204" pitchFamily="18" charset="0"/>
                      </a:rPr>
                      <m:t>)</m:t>
                    </m:r>
                    <m:sSub>
                      <m:sSubPr>
                        <m:ctrlPr>
                          <a:rPr lang="zh-CN"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i="1">
                            <a:latin typeface="Cambria Math" panose="02040503050406030204" pitchFamily="18" charset="0"/>
                          </a:rPr>
                          <m:t>𝑘</m:t>
                        </m:r>
                      </m:sub>
                    </m:sSub>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绝对收敛，则有</a:t>
                </a:r>
              </a:p>
            </p:txBody>
          </p:sp>
        </mc:Choice>
        <mc:Fallback xmlns="">
          <p:sp>
            <p:nvSpPr>
              <p:cNvPr id="5" name="副标题 2">
                <a:extLst>
                  <a:ext uri="{FF2B5EF4-FFF2-40B4-BE49-F238E27FC236}">
                    <a16:creationId xmlns:a16="http://schemas.microsoft.com/office/drawing/2014/main" id="{D84EDB0C-EE6A-467C-A08E-A9A1E187096D}"/>
                  </a:ext>
                </a:extLst>
              </p:cNvPr>
              <p:cNvSpPr txBox="1">
                <a:spLocks noRot="1" noChangeAspect="1" noMove="1" noResize="1" noEditPoints="1" noAdjustHandles="1" noChangeArrowheads="1" noChangeShapeType="1" noTextEdit="1"/>
              </p:cNvSpPr>
              <p:nvPr/>
            </p:nvSpPr>
            <p:spPr>
              <a:xfrm>
                <a:off x="105626" y="1332162"/>
                <a:ext cx="8932748" cy="1480461"/>
              </a:xfrm>
              <a:prstGeom prst="rect">
                <a:avLst/>
              </a:prstGeom>
              <a:blipFill>
                <a:blip r:embed="rId2"/>
                <a:stretch>
                  <a:fillRect l="-1278" b="-820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副标题 2">
                <a:extLst>
                  <a:ext uri="{FF2B5EF4-FFF2-40B4-BE49-F238E27FC236}">
                    <a16:creationId xmlns:a16="http://schemas.microsoft.com/office/drawing/2014/main" id="{9C53C49E-8284-4DA1-BDD6-C475A1808E44}"/>
                  </a:ext>
                </a:extLst>
              </p:cNvPr>
              <p:cNvSpPr txBox="1">
                <a:spLocks/>
              </p:cNvSpPr>
              <p:nvPr/>
            </p:nvSpPr>
            <p:spPr>
              <a:xfrm>
                <a:off x="105626" y="4306154"/>
                <a:ext cx="8932748" cy="918261"/>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ii</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）如果</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是连续型随机变量，它的概率密度为</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𝑓</m:t>
                    </m:r>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𝑥</m:t>
                    </m:r>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，若</a:t>
                </a:r>
                <a14:m>
                  <m:oMath xmlns:m="http://schemas.openxmlformats.org/officeDocument/2006/math">
                    <m:nary>
                      <m:naryPr>
                        <m:limLoc m:val="subSup"/>
                        <m:grow m:val="on"/>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naryPr>
                      <m:sub>
                        <m:r>
                          <a:rPr lang="en-US" altLang="zh-CN"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kern="100">
                            <a:latin typeface="Cambria Math" panose="02040503050406030204" pitchFamily="18" charset="0"/>
                            <a:ea typeface="等线" panose="02010600030101010101" pitchFamily="2" charset="-122"/>
                            <a:cs typeface="Times New Roman" panose="02020603050405020304" pitchFamily="18" charset="0"/>
                          </a:rPr>
                          <m:t>∞</m:t>
                        </m:r>
                      </m:sub>
                      <m:sup>
                        <m:r>
                          <a:rPr lang="en-US" altLang="zh-CN" kern="100">
                            <a:latin typeface="Cambria Math" panose="02040503050406030204" pitchFamily="18" charset="0"/>
                            <a:ea typeface="等线" panose="02010600030101010101" pitchFamily="2" charset="-122"/>
                            <a:cs typeface="Times New Roman" panose="02020603050405020304" pitchFamily="18" charset="0"/>
                          </a:rPr>
                          <m:t>∞</m:t>
                        </m:r>
                      </m:sup>
                      <m:e>
                        <m:r>
                          <a:rPr lang="en-US" altLang="zh-CN" i="1" kern="100">
                            <a:latin typeface="Cambria Math" panose="02040503050406030204" pitchFamily="18" charset="0"/>
                            <a:ea typeface="等线" panose="02010600030101010101" pitchFamily="2" charset="-122"/>
                            <a:cs typeface="Times New Roman" panose="02020603050405020304" pitchFamily="18" charset="0"/>
                          </a:rPr>
                          <m:t>𝑔</m:t>
                        </m:r>
                      </m:e>
                    </m:nary>
                    <m:r>
                      <a:rPr lang="en-US" altLang="zh-CN"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latin typeface="Cambria Math" panose="02040503050406030204" pitchFamily="18" charset="0"/>
                        <a:ea typeface="等线" panose="02010600030101010101" pitchFamily="2" charset="-122"/>
                        <a:cs typeface="Times New Roman" panose="02020603050405020304" pitchFamily="18" charset="0"/>
                      </a:rPr>
                      <m:t>𝑥</m:t>
                    </m:r>
                    <m:r>
                      <a:rPr lang="en-US" altLang="zh-CN"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latin typeface="Cambria Math" panose="02040503050406030204" pitchFamily="18" charset="0"/>
                        <a:ea typeface="等线" panose="02010600030101010101" pitchFamily="2" charset="-122"/>
                        <a:cs typeface="Times New Roman" panose="02020603050405020304" pitchFamily="18" charset="0"/>
                      </a:rPr>
                      <m:t>𝑓</m:t>
                    </m:r>
                    <m:r>
                      <a:rPr lang="en-US" altLang="zh-CN"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latin typeface="Cambria Math" panose="02040503050406030204" pitchFamily="18" charset="0"/>
                        <a:ea typeface="等线" panose="02010600030101010101" pitchFamily="2" charset="-122"/>
                        <a:cs typeface="Times New Roman" panose="02020603050405020304" pitchFamily="18" charset="0"/>
                      </a:rPr>
                      <m:t>𝑥</m:t>
                    </m:r>
                    <m:r>
                      <a:rPr lang="en-US" altLang="zh-CN"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i="1" kern="100">
                        <a:latin typeface="Cambria Math" panose="02040503050406030204" pitchFamily="18" charset="0"/>
                        <a:ea typeface="等线" panose="02010600030101010101" pitchFamily="2" charset="-122"/>
                        <a:cs typeface="Times New Roman" panose="02020603050405020304" pitchFamily="18" charset="0"/>
                      </a:rPr>
                      <m:t>𝑑𝑥</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绝对收敛，则有</a:t>
                </a:r>
              </a:p>
            </p:txBody>
          </p:sp>
        </mc:Choice>
        <mc:Fallback xmlns="">
          <p:sp>
            <p:nvSpPr>
              <p:cNvPr id="7" name="副标题 2">
                <a:extLst>
                  <a:ext uri="{FF2B5EF4-FFF2-40B4-BE49-F238E27FC236}">
                    <a16:creationId xmlns:a16="http://schemas.microsoft.com/office/drawing/2014/main" id="{9C53C49E-8284-4DA1-BDD6-C475A1808E44}"/>
                  </a:ext>
                </a:extLst>
              </p:cNvPr>
              <p:cNvSpPr txBox="1">
                <a:spLocks noRot="1" noChangeAspect="1" noMove="1" noResize="1" noEditPoints="1" noAdjustHandles="1" noChangeArrowheads="1" noChangeShapeType="1" noTextEdit="1"/>
              </p:cNvSpPr>
              <p:nvPr/>
            </p:nvSpPr>
            <p:spPr>
              <a:xfrm>
                <a:off x="105626" y="4306154"/>
                <a:ext cx="8932748" cy="918261"/>
              </a:xfrm>
              <a:prstGeom prst="rect">
                <a:avLst/>
              </a:prstGeom>
              <a:blipFill>
                <a:blip r:embed="rId3"/>
                <a:stretch>
                  <a:fillRect l="-6676" b="-1513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CD79FAB-C40C-D07D-9951-4EF46E6B744E}"/>
                  </a:ext>
                </a:extLst>
              </p:cNvPr>
              <p:cNvSpPr txBox="1"/>
              <p:nvPr/>
            </p:nvSpPr>
            <p:spPr>
              <a:xfrm>
                <a:off x="1867115" y="3071951"/>
                <a:ext cx="4690175" cy="10993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solidFill>
                            <a:srgbClr val="FF0000"/>
                          </a:solidFill>
                          <a:latin typeface="Cambria Math" panose="02040503050406030204" pitchFamily="18" charset="0"/>
                        </a:rPr>
                        <m:t>𝐸</m:t>
                      </m:r>
                      <m:d>
                        <m:dPr>
                          <m:ctrlPr>
                            <a:rPr lang="zh-CN" altLang="en-US" sz="2400" i="1">
                              <a:solidFill>
                                <a:srgbClr val="FF0000"/>
                              </a:solidFill>
                              <a:latin typeface="Cambria Math" panose="02040503050406030204" pitchFamily="18" charset="0"/>
                            </a:rPr>
                          </m:ctrlPr>
                        </m:dPr>
                        <m:e>
                          <m:r>
                            <a:rPr lang="zh-CN" altLang="en-US" sz="2400" i="1">
                              <a:solidFill>
                                <a:srgbClr val="FF0000"/>
                              </a:solidFill>
                              <a:latin typeface="Cambria Math" panose="02040503050406030204" pitchFamily="18" charset="0"/>
                            </a:rPr>
                            <m:t>𝑌</m:t>
                          </m:r>
                        </m:e>
                      </m:d>
                      <m:r>
                        <a:rPr lang="zh-CN" altLang="en-US" sz="2400">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𝐸</m:t>
                      </m:r>
                      <m:d>
                        <m:dPr>
                          <m:begChr m:val="["/>
                          <m:endChr m:val="]"/>
                          <m:ctrlPr>
                            <a:rPr lang="zh-CN" altLang="en-US" sz="2400" i="1">
                              <a:solidFill>
                                <a:srgbClr val="FF0000"/>
                              </a:solidFill>
                              <a:latin typeface="Cambria Math" panose="02040503050406030204" pitchFamily="18" charset="0"/>
                            </a:rPr>
                          </m:ctrlPr>
                        </m:dPr>
                        <m:e>
                          <m:r>
                            <a:rPr lang="zh-CN" altLang="en-US" sz="2400" i="1">
                              <a:solidFill>
                                <a:srgbClr val="FF0000"/>
                              </a:solidFill>
                              <a:latin typeface="Cambria Math" panose="02040503050406030204" pitchFamily="18" charset="0"/>
                            </a:rPr>
                            <m:t>𝑔</m:t>
                          </m:r>
                          <m:d>
                            <m:dPr>
                              <m:ctrlPr>
                                <a:rPr lang="zh-CN" altLang="en-US" sz="2400" i="1">
                                  <a:solidFill>
                                    <a:srgbClr val="FF0000"/>
                                  </a:solidFill>
                                  <a:latin typeface="Cambria Math" panose="02040503050406030204" pitchFamily="18" charset="0"/>
                                </a:rPr>
                              </m:ctrlPr>
                            </m:dPr>
                            <m:e>
                              <m:r>
                                <a:rPr lang="zh-CN" altLang="en-US" sz="2400" i="1">
                                  <a:solidFill>
                                    <a:srgbClr val="FF0000"/>
                                  </a:solidFill>
                                  <a:latin typeface="Cambria Math" panose="02040503050406030204" pitchFamily="18" charset="0"/>
                                </a:rPr>
                                <m:t>𝑋</m:t>
                              </m:r>
                            </m:e>
                          </m:d>
                        </m:e>
                      </m:d>
                      <m:r>
                        <a:rPr lang="zh-CN" altLang="en-US" sz="2400">
                          <a:solidFill>
                            <a:srgbClr val="FF0000"/>
                          </a:solidFill>
                          <a:latin typeface="Cambria Math" panose="02040503050406030204" pitchFamily="18" charset="0"/>
                        </a:rPr>
                        <m:t>=</m:t>
                      </m:r>
                      <m:nary>
                        <m:naryPr>
                          <m:chr m:val="∑"/>
                          <m:limLoc m:val="undOvr"/>
                          <m:grow m:val="on"/>
                          <m:ctrlPr>
                            <a:rPr lang="zh-CN" altLang="en-US" sz="2400" i="1">
                              <a:solidFill>
                                <a:srgbClr val="FF0000"/>
                              </a:solidFill>
                              <a:latin typeface="Cambria Math" panose="02040503050406030204" pitchFamily="18" charset="0"/>
                            </a:rPr>
                          </m:ctrlPr>
                        </m:naryPr>
                        <m:sub>
                          <m:r>
                            <a:rPr lang="zh-CN" altLang="en-US" sz="2400" i="1">
                              <a:solidFill>
                                <a:srgbClr val="FF0000"/>
                              </a:solidFill>
                              <a:latin typeface="Cambria Math" panose="02040503050406030204" pitchFamily="18" charset="0"/>
                            </a:rPr>
                            <m:t>𝑘</m:t>
                          </m:r>
                          <m:r>
                            <a:rPr lang="zh-CN" altLang="en-US" sz="2400">
                              <a:solidFill>
                                <a:srgbClr val="FF0000"/>
                              </a:solidFill>
                              <a:latin typeface="Cambria Math" panose="02040503050406030204" pitchFamily="18" charset="0"/>
                            </a:rPr>
                            <m:t>=1</m:t>
                          </m:r>
                        </m:sub>
                        <m:sup>
                          <m:r>
                            <a:rPr lang="zh-CN" altLang="en-US" sz="2400">
                              <a:solidFill>
                                <a:srgbClr val="FF0000"/>
                              </a:solidFill>
                              <a:latin typeface="Cambria Math" panose="02040503050406030204" pitchFamily="18" charset="0"/>
                            </a:rPr>
                            <m:t>∞</m:t>
                          </m:r>
                        </m:sup>
                        <m:e>
                          <m:r>
                            <a:rPr lang="zh-CN" altLang="en-US" sz="2400" i="1">
                              <a:solidFill>
                                <a:srgbClr val="FF0000"/>
                              </a:solidFill>
                              <a:latin typeface="Cambria Math" panose="02040503050406030204" pitchFamily="18" charset="0"/>
                            </a:rPr>
                            <m:t>𝑔</m:t>
                          </m:r>
                        </m:e>
                      </m:nary>
                      <m:d>
                        <m:dPr>
                          <m:ctrlPr>
                            <a:rPr lang="zh-CN" altLang="en-US" sz="2400" i="1">
                              <a:solidFill>
                                <a:srgbClr val="FF0000"/>
                              </a:solidFill>
                              <a:latin typeface="Cambria Math" panose="02040503050406030204" pitchFamily="18" charset="0"/>
                            </a:rPr>
                          </m:ctrlPr>
                        </m:dPr>
                        <m:e>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𝑥</m:t>
                              </m:r>
                            </m:e>
                            <m:sub>
                              <m:r>
                                <a:rPr lang="zh-CN" altLang="en-US" sz="2400" i="1">
                                  <a:solidFill>
                                    <a:srgbClr val="FF0000"/>
                                  </a:solidFill>
                                  <a:latin typeface="Cambria Math" panose="02040503050406030204" pitchFamily="18" charset="0"/>
                                </a:rPr>
                                <m:t>𝑘</m:t>
                              </m:r>
                            </m:sub>
                          </m:sSub>
                        </m:e>
                      </m:d>
                      <m:sSub>
                        <m:sSubPr>
                          <m:ctrlPr>
                            <a:rPr lang="zh-CN" altLang="en-US" sz="2400" i="1">
                              <a:solidFill>
                                <a:srgbClr val="FF0000"/>
                              </a:solidFill>
                              <a:latin typeface="Cambria Math" panose="02040503050406030204" pitchFamily="18" charset="0"/>
                            </a:rPr>
                          </m:ctrlPr>
                        </m:sSubPr>
                        <m:e>
                          <m:r>
                            <a:rPr lang="zh-CN" altLang="en-US" sz="2400" i="1">
                              <a:solidFill>
                                <a:srgbClr val="FF0000"/>
                              </a:solidFill>
                              <a:latin typeface="Cambria Math" panose="02040503050406030204" pitchFamily="18" charset="0"/>
                            </a:rPr>
                            <m:t>𝑝</m:t>
                          </m:r>
                        </m:e>
                        <m:sub>
                          <m:r>
                            <a:rPr lang="zh-CN" altLang="en-US" sz="2400" i="1">
                              <a:solidFill>
                                <a:srgbClr val="FF0000"/>
                              </a:solidFill>
                              <a:latin typeface="Cambria Math" panose="02040503050406030204" pitchFamily="18" charset="0"/>
                            </a:rPr>
                            <m:t>𝑘</m:t>
                          </m:r>
                        </m:sub>
                      </m:sSub>
                    </m:oMath>
                  </m:oMathPara>
                </a14:m>
                <a:endParaRPr lang="zh-CN" altLang="en-US" sz="2400" dirty="0"/>
              </a:p>
            </p:txBody>
          </p:sp>
        </mc:Choice>
        <mc:Fallback xmlns="">
          <p:sp>
            <p:nvSpPr>
              <p:cNvPr id="8" name="文本框 7">
                <a:extLst>
                  <a:ext uri="{FF2B5EF4-FFF2-40B4-BE49-F238E27FC236}">
                    <a16:creationId xmlns:a16="http://schemas.microsoft.com/office/drawing/2014/main" id="{BCD79FAB-C40C-D07D-9951-4EF46E6B744E}"/>
                  </a:ext>
                </a:extLst>
              </p:cNvPr>
              <p:cNvSpPr txBox="1">
                <a:spLocks noRot="1" noChangeAspect="1" noMove="1" noResize="1" noEditPoints="1" noAdjustHandles="1" noChangeArrowheads="1" noChangeShapeType="1" noTextEdit="1"/>
              </p:cNvSpPr>
              <p:nvPr/>
            </p:nvSpPr>
            <p:spPr>
              <a:xfrm>
                <a:off x="1867115" y="3071951"/>
                <a:ext cx="4690175" cy="1099340"/>
              </a:xfrm>
              <a:prstGeom prst="rect">
                <a:avLst/>
              </a:prstGeom>
              <a:blipFill>
                <a:blip r:embed="rId4"/>
                <a:stretch>
                  <a:fillRect t="-105682" b="-1613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40FA7CE-3B45-05D3-AD6D-52A010812803}"/>
                  </a:ext>
                </a:extLst>
              </p:cNvPr>
              <p:cNvSpPr txBox="1"/>
              <p:nvPr/>
            </p:nvSpPr>
            <p:spPr>
              <a:xfrm>
                <a:off x="1143000" y="5637824"/>
                <a:ext cx="6171381" cy="8891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smtClean="0">
                          <a:solidFill>
                            <a:srgbClr val="FF0000"/>
                          </a:solidFill>
                          <a:latin typeface="Cambria Math" panose="02040503050406030204" pitchFamily="18" charset="0"/>
                        </a:rPr>
                        <m:t>𝐸</m:t>
                      </m:r>
                      <m:d>
                        <m:dPr>
                          <m:ctrlPr>
                            <a:rPr lang="zh-CN" altLang="en-US" sz="2400" i="1">
                              <a:solidFill>
                                <a:srgbClr val="FF0000"/>
                              </a:solidFill>
                              <a:latin typeface="Cambria Math" panose="02040503050406030204" pitchFamily="18" charset="0"/>
                            </a:rPr>
                          </m:ctrlPr>
                        </m:dPr>
                        <m:e>
                          <m:r>
                            <a:rPr lang="zh-CN" altLang="en-US" sz="2400" i="1">
                              <a:solidFill>
                                <a:srgbClr val="FF0000"/>
                              </a:solidFill>
                              <a:latin typeface="Cambria Math" panose="02040503050406030204" pitchFamily="18" charset="0"/>
                            </a:rPr>
                            <m:t>𝑌</m:t>
                          </m:r>
                        </m:e>
                      </m:d>
                      <m:r>
                        <a:rPr lang="zh-CN" altLang="en-US" sz="2400">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𝐸</m:t>
                      </m:r>
                      <m:d>
                        <m:dPr>
                          <m:begChr m:val="["/>
                          <m:endChr m:val="]"/>
                          <m:ctrlPr>
                            <a:rPr lang="zh-CN" altLang="en-US" sz="2400" i="1">
                              <a:solidFill>
                                <a:srgbClr val="FF0000"/>
                              </a:solidFill>
                              <a:latin typeface="Cambria Math" panose="02040503050406030204" pitchFamily="18" charset="0"/>
                            </a:rPr>
                          </m:ctrlPr>
                        </m:dPr>
                        <m:e>
                          <m:r>
                            <a:rPr lang="zh-CN" altLang="en-US" sz="2400" i="1">
                              <a:solidFill>
                                <a:srgbClr val="FF0000"/>
                              </a:solidFill>
                              <a:latin typeface="Cambria Math" panose="02040503050406030204" pitchFamily="18" charset="0"/>
                            </a:rPr>
                            <m:t>𝑔</m:t>
                          </m:r>
                          <m:d>
                            <m:dPr>
                              <m:ctrlPr>
                                <a:rPr lang="zh-CN" altLang="en-US" sz="2400" i="1">
                                  <a:solidFill>
                                    <a:srgbClr val="FF0000"/>
                                  </a:solidFill>
                                  <a:latin typeface="Cambria Math" panose="02040503050406030204" pitchFamily="18" charset="0"/>
                                </a:rPr>
                              </m:ctrlPr>
                            </m:dPr>
                            <m:e>
                              <m:r>
                                <a:rPr lang="zh-CN" altLang="en-US" sz="2400" i="1">
                                  <a:solidFill>
                                    <a:srgbClr val="FF0000"/>
                                  </a:solidFill>
                                  <a:latin typeface="Cambria Math" panose="02040503050406030204" pitchFamily="18" charset="0"/>
                                </a:rPr>
                                <m:t>𝑋</m:t>
                              </m:r>
                            </m:e>
                          </m:d>
                        </m:e>
                      </m:d>
                      <m:r>
                        <a:rPr lang="zh-CN" altLang="en-US" sz="2400">
                          <a:solidFill>
                            <a:srgbClr val="FF0000"/>
                          </a:solidFill>
                          <a:latin typeface="Cambria Math" panose="02040503050406030204" pitchFamily="18" charset="0"/>
                        </a:rPr>
                        <m:t>=</m:t>
                      </m:r>
                      <m:nary>
                        <m:naryPr>
                          <m:limLoc m:val="subSup"/>
                          <m:grow m:val="on"/>
                          <m:ctrlPr>
                            <a:rPr lang="zh-CN" altLang="zh-CN" sz="2400" i="1">
                              <a:solidFill>
                                <a:srgbClr val="FF0000"/>
                              </a:solidFill>
                              <a:latin typeface="Cambria Math" panose="02040503050406030204" pitchFamily="18" charset="0"/>
                            </a:rPr>
                          </m:ctrlPr>
                        </m:naryPr>
                        <m:sub>
                          <m:r>
                            <a:rPr lang="en-US" altLang="zh-CN" sz="2400" i="1">
                              <a:solidFill>
                                <a:srgbClr val="FF0000"/>
                              </a:solidFill>
                              <a:latin typeface="Cambria Math" panose="02040503050406030204" pitchFamily="18" charset="0"/>
                            </a:rPr>
                            <m:t>−</m:t>
                          </m:r>
                          <m:r>
                            <a:rPr lang="en-US" altLang="zh-CN" sz="2400">
                              <a:solidFill>
                                <a:srgbClr val="FF0000"/>
                              </a:solidFill>
                              <a:latin typeface="Cambria Math" panose="02040503050406030204" pitchFamily="18" charset="0"/>
                            </a:rPr>
                            <m:t>∞</m:t>
                          </m:r>
                        </m:sub>
                        <m:sup>
                          <m:r>
                            <a:rPr lang="en-US" altLang="zh-CN" sz="2400">
                              <a:solidFill>
                                <a:srgbClr val="FF0000"/>
                              </a:solidFill>
                              <a:latin typeface="Cambria Math" panose="02040503050406030204" pitchFamily="18" charset="0"/>
                            </a:rPr>
                            <m:t>∞</m:t>
                          </m:r>
                        </m:sup>
                        <m:e>
                          <m:r>
                            <a:rPr lang="en-US" altLang="zh-CN" sz="2400" i="1">
                              <a:solidFill>
                                <a:srgbClr val="FF0000"/>
                              </a:solidFill>
                              <a:latin typeface="Cambria Math" panose="02040503050406030204" pitchFamily="18" charset="0"/>
                            </a:rPr>
                            <m:t>𝑔</m:t>
                          </m:r>
                        </m:e>
                      </m:nary>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𝑥</m:t>
                      </m:r>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𝑓</m:t>
                      </m:r>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𝑥</m:t>
                      </m:r>
                      <m:r>
                        <a:rPr lang="en-US" altLang="zh-CN" sz="2400" i="1">
                          <a:solidFill>
                            <a:srgbClr val="FF0000"/>
                          </a:solidFill>
                          <a:latin typeface="Cambria Math" panose="02040503050406030204" pitchFamily="18" charset="0"/>
                        </a:rPr>
                        <m:t>)</m:t>
                      </m:r>
                      <m:r>
                        <a:rPr lang="en-US" altLang="zh-CN" sz="2400" i="1">
                          <a:solidFill>
                            <a:srgbClr val="FF0000"/>
                          </a:solidFill>
                          <a:latin typeface="Cambria Math" panose="02040503050406030204" pitchFamily="18" charset="0"/>
                        </a:rPr>
                        <m:t>𝑑𝑥</m:t>
                      </m:r>
                    </m:oMath>
                  </m:oMathPara>
                </a14:m>
                <a:endParaRPr lang="zh-CN" altLang="zh-CN" sz="2400" dirty="0">
                  <a:solidFill>
                    <a:srgbClr val="FF0000"/>
                  </a:solidFill>
                </a:endParaRPr>
              </a:p>
            </p:txBody>
          </p:sp>
        </mc:Choice>
        <mc:Fallback xmlns="">
          <p:sp>
            <p:nvSpPr>
              <p:cNvPr id="9" name="文本框 8">
                <a:extLst>
                  <a:ext uri="{FF2B5EF4-FFF2-40B4-BE49-F238E27FC236}">
                    <a16:creationId xmlns:a16="http://schemas.microsoft.com/office/drawing/2014/main" id="{D40FA7CE-3B45-05D3-AD6D-52A010812803}"/>
                  </a:ext>
                </a:extLst>
              </p:cNvPr>
              <p:cNvSpPr txBox="1">
                <a:spLocks noRot="1" noChangeAspect="1" noMove="1" noResize="1" noEditPoints="1" noAdjustHandles="1" noChangeArrowheads="1" noChangeShapeType="1" noTextEdit="1"/>
              </p:cNvSpPr>
              <p:nvPr/>
            </p:nvSpPr>
            <p:spPr>
              <a:xfrm>
                <a:off x="1143000" y="5637824"/>
                <a:ext cx="6171381" cy="889154"/>
              </a:xfrm>
              <a:prstGeom prst="rect">
                <a:avLst/>
              </a:prstGeom>
              <a:blipFill>
                <a:blip r:embed="rId5"/>
                <a:stretch>
                  <a:fillRect t="-170423" b="-243662"/>
                </a:stretch>
              </a:blipFill>
            </p:spPr>
            <p:txBody>
              <a:bodyPr/>
              <a:lstStyle/>
              <a:p>
                <a:r>
                  <a:rPr lang="zh-CN" altLang="en-US">
                    <a:noFill/>
                  </a:rPr>
                  <a:t> </a:t>
                </a:r>
              </a:p>
            </p:txBody>
          </p:sp>
        </mc:Fallback>
      </mc:AlternateContent>
      <p:sp>
        <p:nvSpPr>
          <p:cNvPr id="2" name="副标题 2">
            <a:extLst>
              <a:ext uri="{FF2B5EF4-FFF2-40B4-BE49-F238E27FC236}">
                <a16:creationId xmlns:a16="http://schemas.microsoft.com/office/drawing/2014/main" id="{73B5A6D8-2B18-D363-6371-DD612D4FC8E1}"/>
              </a:ext>
            </a:extLst>
          </p:cNvPr>
          <p:cNvSpPr txBox="1">
            <a:spLocks/>
          </p:cNvSpPr>
          <p:nvPr/>
        </p:nvSpPr>
        <p:spPr>
          <a:xfrm>
            <a:off x="1341603" y="25537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4000" b="1" dirty="0">
                <a:solidFill>
                  <a:srgbClr val="FF0000"/>
                </a:solidFill>
                <a:latin typeface="STXinwei" panose="02010800040101010101" pitchFamily="2" charset="-122"/>
                <a:ea typeface="STXinwei" panose="02010800040101010101" pitchFamily="2" charset="-122"/>
              </a:rPr>
              <a:t>随机变量函数的数学期望</a:t>
            </a:r>
          </a:p>
        </p:txBody>
      </p:sp>
      <p:cxnSp>
        <p:nvCxnSpPr>
          <p:cNvPr id="3" name="直线连接符 2">
            <a:extLst>
              <a:ext uri="{FF2B5EF4-FFF2-40B4-BE49-F238E27FC236}">
                <a16:creationId xmlns:a16="http://schemas.microsoft.com/office/drawing/2014/main" id="{5A16D203-BE34-4A95-A216-8843678D107F}"/>
              </a:ext>
            </a:extLst>
          </p:cNvPr>
          <p:cNvCxnSpPr/>
          <p:nvPr/>
        </p:nvCxnSpPr>
        <p:spPr>
          <a:xfrm>
            <a:off x="0" y="94069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561948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a:extLst>
              <a:ext uri="{FF2B5EF4-FFF2-40B4-BE49-F238E27FC236}">
                <a16:creationId xmlns:a16="http://schemas.microsoft.com/office/drawing/2014/main" id="{53ED282F-8338-413B-ADB5-E7C0D048A32E}"/>
              </a:ext>
            </a:extLst>
          </p:cNvPr>
          <p:cNvSpPr txBox="1">
            <a:spLocks/>
          </p:cNvSpPr>
          <p:nvPr/>
        </p:nvSpPr>
        <p:spPr>
          <a:xfrm>
            <a:off x="36299" y="1182127"/>
            <a:ext cx="8722046" cy="705626"/>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342900" algn="l">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上述定理还可以推广到两个或两个以上随机变量的函数的情况。</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副标题 2">
            <a:extLst>
              <a:ext uri="{FF2B5EF4-FFF2-40B4-BE49-F238E27FC236}">
                <a16:creationId xmlns:a16="http://schemas.microsoft.com/office/drawing/2014/main" id="{9C53C49E-8284-4DA1-BDD6-C475A1808E44}"/>
              </a:ext>
            </a:extLst>
          </p:cNvPr>
          <p:cNvSpPr txBox="1">
            <a:spLocks/>
          </p:cNvSpPr>
          <p:nvPr/>
        </p:nvSpPr>
        <p:spPr>
          <a:xfrm>
            <a:off x="402237" y="6264140"/>
            <a:ext cx="6440525" cy="870045"/>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这里设上式右边的积分和级数绝对收敛。</a:t>
            </a:r>
          </a:p>
        </p:txBody>
      </p:sp>
      <mc:AlternateContent xmlns:mc="http://schemas.openxmlformats.org/markup-compatibility/2006" xmlns:a14="http://schemas.microsoft.com/office/drawing/2010/main">
        <mc:Choice Requires="a14">
          <p:sp>
            <p:nvSpPr>
              <p:cNvPr id="8" name="副标题 2">
                <a:extLst>
                  <a:ext uri="{FF2B5EF4-FFF2-40B4-BE49-F238E27FC236}">
                    <a16:creationId xmlns:a16="http://schemas.microsoft.com/office/drawing/2014/main" id="{E5791070-861A-8EC1-537C-250D6C21CD75}"/>
                  </a:ext>
                </a:extLst>
              </p:cNvPr>
              <p:cNvSpPr txBox="1">
                <a:spLocks/>
              </p:cNvSpPr>
              <p:nvPr/>
            </p:nvSpPr>
            <p:spPr>
              <a:xfrm>
                <a:off x="71517" y="4292949"/>
                <a:ext cx="8686828" cy="870045"/>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342900" algn="l">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又若</a:t>
                </a:r>
                <a14:m>
                  <m:oMath xmlns:m="http://schemas.openxmlformats.org/officeDocument/2006/math">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𝑋</m:t>
                    </m:r>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𝑌</m:t>
                    </m:r>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为离散型随机变量，其分布律为</a:t>
                </a:r>
                <a14:m>
                  <m:oMath xmlns:m="http://schemas.openxmlformats.org/officeDocument/2006/math">
                    <m:r>
                      <a:rPr lang="en-US" altLang="zh-CN" sz="2200" i="1">
                        <a:latin typeface="Cambria Math" panose="02040503050406030204" pitchFamily="18" charset="0"/>
                      </a:rPr>
                      <m:t>𝑃</m:t>
                    </m:r>
                    <m:r>
                      <a:rPr lang="en-US" altLang="zh-CN" sz="2200" i="1">
                        <a:latin typeface="Cambria Math" panose="02040503050406030204" pitchFamily="18" charset="0"/>
                      </a:rPr>
                      <m:t>{</m:t>
                    </m:r>
                    <m:r>
                      <a:rPr lang="en-US" altLang="zh-CN" sz="2200" i="1">
                        <a:latin typeface="Cambria Math" panose="02040503050406030204" pitchFamily="18" charset="0"/>
                      </a:rPr>
                      <m:t>𝑋</m:t>
                    </m:r>
                    <m:r>
                      <a:rPr lang="en-US" altLang="zh-CN" sz="2200" i="1">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𝑥</m:t>
                        </m:r>
                      </m:e>
                      <m:sub>
                        <m:r>
                          <a:rPr lang="en-US" altLang="zh-CN" sz="2200" i="1">
                            <a:latin typeface="Cambria Math" panose="02040503050406030204" pitchFamily="18" charset="0"/>
                          </a:rPr>
                          <m:t>𝑖</m:t>
                        </m:r>
                      </m:sub>
                    </m:sSub>
                    <m:r>
                      <a:rPr lang="en-US" altLang="zh-CN" sz="2200" i="1">
                        <a:latin typeface="Cambria Math" panose="02040503050406030204" pitchFamily="18" charset="0"/>
                      </a:rPr>
                      <m:t>,</m:t>
                    </m:r>
                    <m:r>
                      <a:rPr lang="en-US" altLang="zh-CN" sz="2200" i="1">
                        <a:latin typeface="Cambria Math" panose="02040503050406030204" pitchFamily="18" charset="0"/>
                      </a:rPr>
                      <m:t>𝑌</m:t>
                    </m:r>
                    <m:r>
                      <a:rPr lang="en-US" altLang="zh-CN" sz="2200" i="1">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𝑦</m:t>
                        </m:r>
                      </m:e>
                      <m:sub>
                        <m:r>
                          <a:rPr lang="en-US" altLang="zh-CN" sz="2200" i="1">
                            <a:latin typeface="Cambria Math" panose="02040503050406030204" pitchFamily="18" charset="0"/>
                          </a:rPr>
                          <m:t>𝑗</m:t>
                        </m:r>
                      </m:sub>
                    </m:sSub>
                    <m:r>
                      <a:rPr lang="en-US" altLang="zh-CN" sz="2200" i="1">
                        <a:latin typeface="Cambria Math" panose="02040503050406030204" pitchFamily="18" charset="0"/>
                      </a:rPr>
                      <m:t>}=</m:t>
                    </m:r>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𝑝</m:t>
                        </m:r>
                      </m:e>
                      <m:sub>
                        <m:r>
                          <a:rPr lang="en-US" altLang="zh-CN" sz="2200" i="1">
                            <a:latin typeface="Cambria Math" panose="02040503050406030204" pitchFamily="18" charset="0"/>
                          </a:rPr>
                          <m:t>𝑖𝑗</m:t>
                        </m:r>
                      </m:sub>
                    </m:sSub>
                    <m:r>
                      <a:rPr lang="en-US" altLang="zh-CN" sz="2200" i="1">
                        <a:latin typeface="Cambria Math" panose="02040503050406030204" pitchFamily="18" charset="0"/>
                      </a:rPr>
                      <m:t>,</m:t>
                    </m:r>
                    <m:r>
                      <a:rPr lang="en-US" altLang="zh-CN" sz="2200" i="1">
                        <a:latin typeface="Cambria Math" panose="02040503050406030204" pitchFamily="18" charset="0"/>
                      </a:rPr>
                      <m:t>𝑖</m:t>
                    </m:r>
                    <m:r>
                      <a:rPr lang="en-US" altLang="zh-CN" sz="2200" i="1">
                        <a:latin typeface="Cambria Math" panose="02040503050406030204" pitchFamily="18" charset="0"/>
                      </a:rPr>
                      <m:t>,</m:t>
                    </m:r>
                    <m:r>
                      <a:rPr lang="en-US" altLang="zh-CN" sz="2200" i="1">
                        <a:latin typeface="Cambria Math" panose="02040503050406030204" pitchFamily="18" charset="0"/>
                      </a:rPr>
                      <m:t>𝑗</m:t>
                    </m:r>
                    <m:r>
                      <a:rPr lang="en-US" altLang="zh-CN" sz="2200" i="1">
                        <a:latin typeface="Cambria Math" panose="02040503050406030204" pitchFamily="18" charset="0"/>
                      </a:rPr>
                      <m:t>=1,2,⋯</m:t>
                    </m:r>
                  </m:oMath>
                </a14:m>
                <a:r>
                  <a:rPr lang="zh-CN" altLang="en-US" sz="2200" dirty="0">
                    <a:latin typeface="微软雅黑" panose="020B0503020204020204" pitchFamily="34" charset="-122"/>
                    <a:ea typeface="微软雅黑" panose="020B0503020204020204" pitchFamily="34" charset="-122"/>
                  </a:rPr>
                  <a:t>，</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则有</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8" name="副标题 2">
                <a:extLst>
                  <a:ext uri="{FF2B5EF4-FFF2-40B4-BE49-F238E27FC236}">
                    <a16:creationId xmlns:a16="http://schemas.microsoft.com/office/drawing/2014/main" id="{E5791070-861A-8EC1-537C-250D6C21CD75}"/>
                  </a:ext>
                </a:extLst>
              </p:cNvPr>
              <p:cNvSpPr txBox="1">
                <a:spLocks noRot="1" noChangeAspect="1" noMove="1" noResize="1" noEditPoints="1" noAdjustHandles="1" noChangeArrowheads="1" noChangeShapeType="1" noTextEdit="1"/>
              </p:cNvSpPr>
              <p:nvPr/>
            </p:nvSpPr>
            <p:spPr>
              <a:xfrm>
                <a:off x="71517" y="4292949"/>
                <a:ext cx="8686828" cy="870045"/>
              </a:xfrm>
              <a:prstGeom prst="rect">
                <a:avLst/>
              </a:prstGeom>
              <a:blipFill>
                <a:blip r:embed="rId2"/>
                <a:stretch>
                  <a:fillRect l="-292" b="-371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副标题 2">
                <a:extLst>
                  <a:ext uri="{FF2B5EF4-FFF2-40B4-BE49-F238E27FC236}">
                    <a16:creationId xmlns:a16="http://schemas.microsoft.com/office/drawing/2014/main" id="{2F61E76C-5180-DF16-A28D-3F7AC5727829}"/>
                  </a:ext>
                </a:extLst>
              </p:cNvPr>
              <p:cNvSpPr txBox="1">
                <a:spLocks/>
              </p:cNvSpPr>
              <p:nvPr/>
            </p:nvSpPr>
            <p:spPr>
              <a:xfrm>
                <a:off x="18690" y="2008701"/>
                <a:ext cx="8757265" cy="949220"/>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indent="342900" algn="l">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设</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Z</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是随机变量</a:t>
                </a:r>
                <a14:m>
                  <m:oMath xmlns:m="http://schemas.openxmlformats.org/officeDocument/2006/math">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𝑋</m:t>
                    </m:r>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m:t>
                    </m:r>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𝑌</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的函数</a:t>
                </a:r>
                <a14:m>
                  <m:oMath xmlns:m="http://schemas.openxmlformats.org/officeDocument/2006/math">
                    <m:r>
                      <a:rPr lang="en-US" altLang="zh-CN" sz="2200" i="1">
                        <a:latin typeface="Cambria Math" panose="02040503050406030204" pitchFamily="18" charset="0"/>
                      </a:rPr>
                      <m:t>𝑍</m:t>
                    </m:r>
                    <m:r>
                      <a:rPr lang="en-US" altLang="zh-CN" sz="2200" i="1">
                        <a:latin typeface="Cambria Math" panose="02040503050406030204" pitchFamily="18" charset="0"/>
                      </a:rPr>
                      <m:t>=</m:t>
                    </m:r>
                    <m:r>
                      <a:rPr lang="en-US" altLang="zh-CN" sz="2200" i="1">
                        <a:latin typeface="Cambria Math" panose="02040503050406030204" pitchFamily="18" charset="0"/>
                      </a:rPr>
                      <m:t>𝑔</m:t>
                    </m:r>
                    <m:r>
                      <a:rPr lang="en-US" altLang="zh-CN" sz="2200" i="1">
                        <a:latin typeface="Cambria Math" panose="02040503050406030204" pitchFamily="18" charset="0"/>
                      </a:rPr>
                      <m:t>(</m:t>
                    </m:r>
                    <m:r>
                      <a:rPr lang="en-US" altLang="zh-CN" sz="2200" i="1">
                        <a:latin typeface="Cambria Math" panose="02040503050406030204" pitchFamily="18" charset="0"/>
                      </a:rPr>
                      <m:t>𝑋</m:t>
                    </m:r>
                    <m:r>
                      <a:rPr lang="en-US" altLang="zh-CN" sz="2200" i="1">
                        <a:latin typeface="Cambria Math" panose="02040503050406030204" pitchFamily="18" charset="0"/>
                      </a:rPr>
                      <m:t>,</m:t>
                    </m:r>
                    <m:r>
                      <a:rPr lang="en-US" altLang="zh-CN" sz="2200" i="1">
                        <a:latin typeface="Cambria Math" panose="02040503050406030204" pitchFamily="18" charset="0"/>
                      </a:rPr>
                      <m:t>𝑌</m:t>
                    </m:r>
                    <m:r>
                      <a:rPr lang="en-US" altLang="zh-CN" sz="2200" i="1">
                        <a:latin typeface="Cambria Math" panose="02040503050406030204" pitchFamily="18" charset="0"/>
                      </a:rPr>
                      <m:t>) </m:t>
                    </m:r>
                  </m:oMath>
                </a14:m>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是连续函数</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，那么，</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Z</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是一个一维随机变量。若二维随机变量</a:t>
                </a:r>
                <a14:m>
                  <m:oMath xmlns:m="http://schemas.openxmlformats.org/officeDocument/2006/math">
                    <m:r>
                      <a:rPr lang="en-US" altLang="zh-CN" sz="2200" i="1">
                        <a:latin typeface="Cambria Math" panose="02040503050406030204" pitchFamily="18" charset="0"/>
                      </a:rPr>
                      <m:t>(</m:t>
                    </m:r>
                    <m:r>
                      <a:rPr lang="en-US" altLang="zh-CN" sz="2200" i="1">
                        <a:latin typeface="Cambria Math" panose="02040503050406030204" pitchFamily="18" charset="0"/>
                      </a:rPr>
                      <m:t>𝑋</m:t>
                    </m:r>
                    <m:r>
                      <a:rPr lang="en-US" altLang="zh-CN" sz="2200" i="1">
                        <a:latin typeface="Cambria Math" panose="02040503050406030204" pitchFamily="18" charset="0"/>
                      </a:rPr>
                      <m:t>,</m:t>
                    </m:r>
                    <m:r>
                      <a:rPr lang="en-US" altLang="zh-CN" sz="2200" i="1">
                        <a:latin typeface="Cambria Math" panose="02040503050406030204" pitchFamily="18" charset="0"/>
                      </a:rPr>
                      <m:t>𝑌</m:t>
                    </m:r>
                    <m:r>
                      <a:rPr lang="en-US" altLang="zh-CN" sz="2200" i="1">
                        <a:latin typeface="Cambria Math" panose="02040503050406030204" pitchFamily="18" charset="0"/>
                      </a:rPr>
                      <m:t>)</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的概率密度为</a:t>
                </a:r>
                <a14:m>
                  <m:oMath xmlns:m="http://schemas.openxmlformats.org/officeDocument/2006/math">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𝑓</m:t>
                    </m:r>
                    <m:d>
                      <m:dPr>
                        <m:ctrlPr>
                          <a:rPr lang="en-US" altLang="zh-CN" sz="2200" i="1" kern="100">
                            <a:latin typeface="Cambria Math" panose="02040503050406030204" pitchFamily="18" charset="0"/>
                            <a:ea typeface="等线" panose="02010600030101010101" pitchFamily="2" charset="-122"/>
                            <a:cs typeface="Times New Roman" panose="02020603050405020304" pitchFamily="18" charset="0"/>
                          </a:rPr>
                        </m:ctrlPr>
                      </m:dPr>
                      <m:e>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𝑥</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200" i="1" kern="100">
                            <a:latin typeface="Cambria Math" panose="02040503050406030204" pitchFamily="18" charset="0"/>
                            <a:ea typeface="等线" panose="02010600030101010101" pitchFamily="2" charset="-122"/>
                            <a:cs typeface="Times New Roman" panose="02020603050405020304" pitchFamily="18" charset="0"/>
                          </a:rPr>
                          <m:t>𝑦</m:t>
                        </m:r>
                      </m:e>
                    </m:d>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，则有</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0" name="副标题 2">
                <a:extLst>
                  <a:ext uri="{FF2B5EF4-FFF2-40B4-BE49-F238E27FC236}">
                    <a16:creationId xmlns:a16="http://schemas.microsoft.com/office/drawing/2014/main" id="{2F61E76C-5180-DF16-A28D-3F7AC5727829}"/>
                  </a:ext>
                </a:extLst>
              </p:cNvPr>
              <p:cNvSpPr txBox="1">
                <a:spLocks noRot="1" noChangeAspect="1" noMove="1" noResize="1" noEditPoints="1" noAdjustHandles="1" noChangeArrowheads="1" noChangeShapeType="1" noTextEdit="1"/>
              </p:cNvSpPr>
              <p:nvPr/>
            </p:nvSpPr>
            <p:spPr>
              <a:xfrm>
                <a:off x="18690" y="2008701"/>
                <a:ext cx="8757265" cy="949220"/>
              </a:xfrm>
              <a:prstGeom prst="rect">
                <a:avLst/>
              </a:prstGeom>
              <a:blipFill>
                <a:blip r:embed="rId3"/>
                <a:stretch>
                  <a:fillRect l="-1158" r="-145" b="-21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FF604D6-324D-E15E-DAFA-837B03E1A253}"/>
                  </a:ext>
                </a:extLst>
              </p:cNvPr>
              <p:cNvSpPr txBox="1"/>
              <p:nvPr/>
            </p:nvSpPr>
            <p:spPr>
              <a:xfrm>
                <a:off x="1358439" y="3157511"/>
                <a:ext cx="6440525" cy="8228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200" i="1" smtClean="0">
                          <a:solidFill>
                            <a:srgbClr val="FF0000"/>
                          </a:solidFill>
                          <a:latin typeface="Cambria Math" panose="02040503050406030204" pitchFamily="18" charset="0"/>
                        </a:rPr>
                        <m:t>𝐸</m:t>
                      </m:r>
                      <m:d>
                        <m:dPr>
                          <m:ctrlPr>
                            <a:rPr lang="zh-CN" altLang="en-US" sz="2200" i="1">
                              <a:solidFill>
                                <a:srgbClr val="FF0000"/>
                              </a:solidFill>
                              <a:latin typeface="Cambria Math" panose="02040503050406030204" pitchFamily="18" charset="0"/>
                            </a:rPr>
                          </m:ctrlPr>
                        </m:dPr>
                        <m:e>
                          <m:r>
                            <a:rPr lang="zh-CN" altLang="en-US" sz="2200" i="1">
                              <a:solidFill>
                                <a:srgbClr val="FF0000"/>
                              </a:solidFill>
                              <a:latin typeface="Cambria Math" panose="02040503050406030204" pitchFamily="18" charset="0"/>
                            </a:rPr>
                            <m:t>𝑍</m:t>
                          </m:r>
                        </m:e>
                      </m:d>
                      <m:r>
                        <a:rPr lang="zh-CN" altLang="en-US" sz="2200">
                          <a:solidFill>
                            <a:srgbClr val="FF0000"/>
                          </a:solidFill>
                          <a:latin typeface="Cambria Math" panose="02040503050406030204" pitchFamily="18" charset="0"/>
                        </a:rPr>
                        <m:t>=</m:t>
                      </m:r>
                      <m:r>
                        <a:rPr lang="zh-CN" altLang="en-US" sz="2200" i="1">
                          <a:solidFill>
                            <a:srgbClr val="FF0000"/>
                          </a:solidFill>
                          <a:latin typeface="Cambria Math" panose="02040503050406030204" pitchFamily="18" charset="0"/>
                        </a:rPr>
                        <m:t>𝐸</m:t>
                      </m:r>
                      <m:d>
                        <m:dPr>
                          <m:begChr m:val="["/>
                          <m:endChr m:val="]"/>
                          <m:ctrlPr>
                            <a:rPr lang="zh-CN" altLang="en-US" sz="2200" i="1">
                              <a:solidFill>
                                <a:srgbClr val="FF0000"/>
                              </a:solidFill>
                              <a:latin typeface="Cambria Math" panose="02040503050406030204" pitchFamily="18" charset="0"/>
                            </a:rPr>
                          </m:ctrlPr>
                        </m:dPr>
                        <m:e>
                          <m:r>
                            <a:rPr lang="zh-CN" altLang="en-US" sz="2200" i="1">
                              <a:solidFill>
                                <a:srgbClr val="FF0000"/>
                              </a:solidFill>
                              <a:latin typeface="Cambria Math" panose="02040503050406030204" pitchFamily="18" charset="0"/>
                            </a:rPr>
                            <m:t>𝑔</m:t>
                          </m:r>
                          <m:r>
                            <a:rPr lang="en-US" altLang="zh-CN" sz="2200" i="1">
                              <a:solidFill>
                                <a:srgbClr val="FF0000"/>
                              </a:solidFill>
                              <a:latin typeface="Cambria Math" panose="02040503050406030204" pitchFamily="18" charset="0"/>
                              <a:ea typeface="Cambria Math" panose="02040503050406030204" pitchFamily="18" charset="0"/>
                            </a:rPr>
                            <m:t>(</m:t>
                          </m:r>
                          <m:r>
                            <a:rPr lang="en-US" altLang="zh-CN" sz="2200" i="1">
                              <a:solidFill>
                                <a:srgbClr val="FF0000"/>
                              </a:solidFill>
                              <a:latin typeface="Cambria Math" panose="02040503050406030204" pitchFamily="18" charset="0"/>
                              <a:ea typeface="Cambria Math" panose="02040503050406030204" pitchFamily="18" charset="0"/>
                            </a:rPr>
                            <m:t>𝑋</m:t>
                          </m:r>
                          <m:r>
                            <a:rPr lang="en-US" altLang="zh-CN" sz="2200" i="1">
                              <a:solidFill>
                                <a:srgbClr val="FF0000"/>
                              </a:solidFill>
                              <a:latin typeface="Cambria Math" panose="02040503050406030204" pitchFamily="18" charset="0"/>
                              <a:ea typeface="Cambria Math" panose="02040503050406030204" pitchFamily="18" charset="0"/>
                            </a:rPr>
                            <m:t>,</m:t>
                          </m:r>
                          <m:r>
                            <a:rPr lang="en-US" altLang="zh-CN" sz="2200" i="1">
                              <a:solidFill>
                                <a:srgbClr val="FF0000"/>
                              </a:solidFill>
                              <a:latin typeface="Cambria Math" panose="02040503050406030204" pitchFamily="18" charset="0"/>
                              <a:ea typeface="Cambria Math" panose="02040503050406030204" pitchFamily="18" charset="0"/>
                            </a:rPr>
                            <m:t>𝑌</m:t>
                          </m:r>
                          <m:r>
                            <a:rPr lang="en-US" altLang="zh-CN" sz="2200" i="1">
                              <a:solidFill>
                                <a:srgbClr val="FF0000"/>
                              </a:solidFill>
                              <a:latin typeface="Cambria Math" panose="02040503050406030204" pitchFamily="18" charset="0"/>
                              <a:ea typeface="Cambria Math" panose="02040503050406030204" pitchFamily="18" charset="0"/>
                            </a:rPr>
                            <m:t>)</m:t>
                          </m:r>
                        </m:e>
                      </m:d>
                      <m:r>
                        <a:rPr lang="zh-CN" altLang="en-US" sz="2200">
                          <a:solidFill>
                            <a:srgbClr val="FF0000"/>
                          </a:solidFill>
                          <a:latin typeface="Cambria Math" panose="02040503050406030204" pitchFamily="18" charset="0"/>
                        </a:rPr>
                        <m:t>=</m:t>
                      </m:r>
                      <m:nary>
                        <m:naryPr>
                          <m:limLoc m:val="subSup"/>
                          <m:grow m:val="on"/>
                          <m:ctrlPr>
                            <a:rPr lang="zh-CN" altLang="en-US" sz="2200" i="1">
                              <a:solidFill>
                                <a:srgbClr val="FF0000"/>
                              </a:solidFill>
                              <a:latin typeface="Cambria Math" panose="02040503050406030204" pitchFamily="18" charset="0"/>
                            </a:rPr>
                          </m:ctrlPr>
                        </m:naryPr>
                        <m:sub>
                          <m:r>
                            <a:rPr lang="zh-CN" altLang="en-US" sz="2200">
                              <a:solidFill>
                                <a:srgbClr val="FF0000"/>
                              </a:solidFill>
                              <a:latin typeface="Cambria Math" panose="02040503050406030204" pitchFamily="18" charset="0"/>
                            </a:rPr>
                            <m:t>−∞</m:t>
                          </m:r>
                        </m:sub>
                        <m:sup>
                          <m:r>
                            <a:rPr lang="zh-CN" altLang="en-US" sz="2200">
                              <a:solidFill>
                                <a:srgbClr val="FF0000"/>
                              </a:solidFill>
                              <a:latin typeface="Cambria Math" panose="02040503050406030204" pitchFamily="18" charset="0"/>
                            </a:rPr>
                            <m:t>∞</m:t>
                          </m:r>
                        </m:sup>
                        <m:e>
                          <m:r>
                            <a:rPr lang="zh-CN" altLang="en-US" sz="2200">
                              <a:solidFill>
                                <a:srgbClr val="FF0000"/>
                              </a:solidFill>
                              <a:latin typeface="Cambria Math" panose="02040503050406030204" pitchFamily="18" charset="0"/>
                            </a:rPr>
                            <m:t> </m:t>
                          </m:r>
                        </m:e>
                      </m:nary>
                      <m:nary>
                        <m:naryPr>
                          <m:limLoc m:val="subSup"/>
                          <m:grow m:val="on"/>
                          <m:ctrlPr>
                            <a:rPr lang="zh-CN" altLang="en-US" sz="2200" i="1">
                              <a:solidFill>
                                <a:srgbClr val="FF0000"/>
                              </a:solidFill>
                              <a:latin typeface="Cambria Math" panose="02040503050406030204" pitchFamily="18" charset="0"/>
                            </a:rPr>
                          </m:ctrlPr>
                        </m:naryPr>
                        <m:sub>
                          <m:r>
                            <a:rPr lang="zh-CN" altLang="en-US" sz="2200">
                              <a:solidFill>
                                <a:srgbClr val="FF0000"/>
                              </a:solidFill>
                              <a:latin typeface="Cambria Math" panose="02040503050406030204" pitchFamily="18" charset="0"/>
                            </a:rPr>
                            <m:t>−∞</m:t>
                          </m:r>
                        </m:sub>
                        <m:sup>
                          <m:r>
                            <a:rPr lang="zh-CN" altLang="en-US" sz="2200">
                              <a:solidFill>
                                <a:srgbClr val="FF0000"/>
                              </a:solidFill>
                              <a:latin typeface="Cambria Math" panose="02040503050406030204" pitchFamily="18" charset="0"/>
                            </a:rPr>
                            <m:t>∞</m:t>
                          </m:r>
                        </m:sup>
                        <m:e>
                          <m:r>
                            <a:rPr lang="zh-CN" altLang="en-US" sz="2200" i="1">
                              <a:solidFill>
                                <a:srgbClr val="FF0000"/>
                              </a:solidFill>
                              <a:latin typeface="Cambria Math" panose="02040503050406030204" pitchFamily="18" charset="0"/>
                            </a:rPr>
                            <m:t>𝑔</m:t>
                          </m:r>
                        </m:e>
                      </m:nary>
                      <m:r>
                        <a:rPr lang="en-US" altLang="zh-CN" sz="2200" i="1">
                          <a:solidFill>
                            <a:srgbClr val="FF0000"/>
                          </a:solidFill>
                          <a:latin typeface="Cambria Math" panose="02040503050406030204" pitchFamily="18" charset="0"/>
                          <a:ea typeface="Cambria Math" panose="02040503050406030204" pitchFamily="18" charset="0"/>
                        </a:rPr>
                        <m:t>(</m:t>
                      </m:r>
                      <m:r>
                        <a:rPr lang="en-US" altLang="zh-CN" sz="2200" i="1">
                          <a:solidFill>
                            <a:srgbClr val="FF0000"/>
                          </a:solidFill>
                          <a:latin typeface="Cambria Math" panose="02040503050406030204" pitchFamily="18" charset="0"/>
                          <a:ea typeface="Cambria Math" panose="02040503050406030204" pitchFamily="18" charset="0"/>
                        </a:rPr>
                        <m:t>𝑥</m:t>
                      </m:r>
                      <m:r>
                        <a:rPr lang="en-US" altLang="zh-CN" sz="2200" i="1">
                          <a:solidFill>
                            <a:srgbClr val="FF0000"/>
                          </a:solidFill>
                          <a:latin typeface="Cambria Math" panose="02040503050406030204" pitchFamily="18" charset="0"/>
                          <a:ea typeface="Cambria Math" panose="02040503050406030204" pitchFamily="18" charset="0"/>
                        </a:rPr>
                        <m:t>,</m:t>
                      </m:r>
                      <m:r>
                        <a:rPr lang="en-US" altLang="zh-CN" sz="2200" i="1">
                          <a:solidFill>
                            <a:srgbClr val="FF0000"/>
                          </a:solidFill>
                          <a:latin typeface="Cambria Math" panose="02040503050406030204" pitchFamily="18" charset="0"/>
                          <a:ea typeface="Cambria Math" panose="02040503050406030204" pitchFamily="18" charset="0"/>
                        </a:rPr>
                        <m:t>𝑦</m:t>
                      </m:r>
                      <m:r>
                        <a:rPr lang="en-US" altLang="zh-CN" sz="2200" i="1">
                          <a:solidFill>
                            <a:srgbClr val="FF0000"/>
                          </a:solidFill>
                          <a:latin typeface="Cambria Math" panose="02040503050406030204" pitchFamily="18" charset="0"/>
                          <a:ea typeface="Cambria Math" panose="02040503050406030204" pitchFamily="18" charset="0"/>
                        </a:rPr>
                        <m:t>)</m:t>
                      </m:r>
                      <m:r>
                        <a:rPr lang="zh-CN" altLang="en-US" sz="2200" i="1">
                          <a:solidFill>
                            <a:srgbClr val="FF0000"/>
                          </a:solidFill>
                          <a:latin typeface="Cambria Math" panose="02040503050406030204" pitchFamily="18" charset="0"/>
                        </a:rPr>
                        <m:t>𝑓</m:t>
                      </m:r>
                      <m:r>
                        <a:rPr lang="en-US" altLang="zh-CN" sz="2200" i="1">
                          <a:solidFill>
                            <a:srgbClr val="FF0000"/>
                          </a:solidFill>
                          <a:latin typeface="Cambria Math" panose="02040503050406030204" pitchFamily="18" charset="0"/>
                          <a:ea typeface="Cambria Math" panose="02040503050406030204" pitchFamily="18" charset="0"/>
                        </a:rPr>
                        <m:t>(</m:t>
                      </m:r>
                      <m:r>
                        <a:rPr lang="en-US" altLang="zh-CN" sz="2200" i="1">
                          <a:solidFill>
                            <a:srgbClr val="FF0000"/>
                          </a:solidFill>
                          <a:latin typeface="Cambria Math" panose="02040503050406030204" pitchFamily="18" charset="0"/>
                          <a:ea typeface="Cambria Math" panose="02040503050406030204" pitchFamily="18" charset="0"/>
                        </a:rPr>
                        <m:t>𝑥</m:t>
                      </m:r>
                      <m:r>
                        <a:rPr lang="en-US" altLang="zh-CN" sz="2200" i="1">
                          <a:solidFill>
                            <a:srgbClr val="FF0000"/>
                          </a:solidFill>
                          <a:latin typeface="Cambria Math" panose="02040503050406030204" pitchFamily="18" charset="0"/>
                          <a:ea typeface="Cambria Math" panose="02040503050406030204" pitchFamily="18" charset="0"/>
                        </a:rPr>
                        <m:t>,</m:t>
                      </m:r>
                      <m:r>
                        <a:rPr lang="en-US" altLang="zh-CN" sz="2200" i="1">
                          <a:solidFill>
                            <a:srgbClr val="FF0000"/>
                          </a:solidFill>
                          <a:latin typeface="Cambria Math" panose="02040503050406030204" pitchFamily="18" charset="0"/>
                          <a:ea typeface="Cambria Math" panose="02040503050406030204" pitchFamily="18" charset="0"/>
                        </a:rPr>
                        <m:t>𝑦</m:t>
                      </m:r>
                      <m:r>
                        <a:rPr lang="en-US" altLang="zh-CN" sz="2200" i="1">
                          <a:solidFill>
                            <a:srgbClr val="FF0000"/>
                          </a:solidFill>
                          <a:latin typeface="Cambria Math" panose="02040503050406030204" pitchFamily="18" charset="0"/>
                          <a:ea typeface="Cambria Math" panose="02040503050406030204" pitchFamily="18" charset="0"/>
                        </a:rPr>
                        <m:t>)</m:t>
                      </m:r>
                      <m:r>
                        <a:rPr lang="zh-CN" altLang="en-US" sz="2200" i="1">
                          <a:solidFill>
                            <a:srgbClr val="FF0000"/>
                          </a:solidFill>
                          <a:latin typeface="Cambria Math" panose="02040503050406030204" pitchFamily="18" charset="0"/>
                        </a:rPr>
                        <m:t>𝑑𝑥𝑑𝑦</m:t>
                      </m:r>
                    </m:oMath>
                  </m:oMathPara>
                </a14:m>
                <a:endParaRPr lang="zh-CN" altLang="en-US" sz="2200" dirty="0">
                  <a:solidFill>
                    <a:srgbClr val="FF0000"/>
                  </a:solidFill>
                  <a:latin typeface="Cambria Math" panose="02040503050406030204" pitchFamily="18" charset="0"/>
                </a:endParaRPr>
              </a:p>
            </p:txBody>
          </p:sp>
        </mc:Choice>
        <mc:Fallback xmlns="">
          <p:sp>
            <p:nvSpPr>
              <p:cNvPr id="11" name="文本框 10">
                <a:extLst>
                  <a:ext uri="{FF2B5EF4-FFF2-40B4-BE49-F238E27FC236}">
                    <a16:creationId xmlns:a16="http://schemas.microsoft.com/office/drawing/2014/main" id="{AFF604D6-324D-E15E-DAFA-837B03E1A253}"/>
                  </a:ext>
                </a:extLst>
              </p:cNvPr>
              <p:cNvSpPr txBox="1">
                <a:spLocks noRot="1" noChangeAspect="1" noMove="1" noResize="1" noEditPoints="1" noAdjustHandles="1" noChangeArrowheads="1" noChangeShapeType="1" noTextEdit="1"/>
              </p:cNvSpPr>
              <p:nvPr/>
            </p:nvSpPr>
            <p:spPr>
              <a:xfrm>
                <a:off x="1358439" y="3157511"/>
                <a:ext cx="6440525" cy="822854"/>
              </a:xfrm>
              <a:prstGeom prst="rect">
                <a:avLst/>
              </a:prstGeom>
              <a:blipFill>
                <a:blip r:embed="rId4"/>
                <a:stretch>
                  <a:fillRect t="-162121" b="-2378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57835F87-BFC9-4AAE-8D79-0F4AFBC42010}"/>
                  </a:ext>
                </a:extLst>
              </p:cNvPr>
              <p:cNvSpPr/>
              <p:nvPr/>
            </p:nvSpPr>
            <p:spPr>
              <a:xfrm>
                <a:off x="2010756" y="5210454"/>
                <a:ext cx="5135893" cy="105368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200" i="1" smtClean="0">
                          <a:solidFill>
                            <a:srgbClr val="FF0000"/>
                          </a:solidFill>
                          <a:latin typeface="Cambria Math" panose="02040503050406030204" pitchFamily="18" charset="0"/>
                        </a:rPr>
                        <m:t>𝐸</m:t>
                      </m:r>
                      <m:r>
                        <a:rPr lang="zh-CN" altLang="en-US" sz="2200">
                          <a:solidFill>
                            <a:srgbClr val="FF0000"/>
                          </a:solidFill>
                          <a:latin typeface="Cambria Math" panose="02040503050406030204" pitchFamily="18" charset="0"/>
                        </a:rPr>
                        <m:t>(</m:t>
                      </m:r>
                      <m:r>
                        <a:rPr lang="zh-CN" altLang="en-US" sz="2200" i="1">
                          <a:solidFill>
                            <a:srgbClr val="FF0000"/>
                          </a:solidFill>
                          <a:latin typeface="Cambria Math" panose="02040503050406030204" pitchFamily="18" charset="0"/>
                        </a:rPr>
                        <m:t>𝑍</m:t>
                      </m:r>
                      <m:r>
                        <a:rPr lang="zh-CN" altLang="en-US" sz="2200">
                          <a:solidFill>
                            <a:srgbClr val="FF0000"/>
                          </a:solidFill>
                          <a:latin typeface="Cambria Math" panose="02040503050406030204" pitchFamily="18" charset="0"/>
                        </a:rPr>
                        <m:t>)=</m:t>
                      </m:r>
                      <m:r>
                        <a:rPr lang="zh-CN" altLang="en-US" sz="2200" i="1">
                          <a:solidFill>
                            <a:srgbClr val="FF0000"/>
                          </a:solidFill>
                          <a:latin typeface="Cambria Math" panose="02040503050406030204" pitchFamily="18" charset="0"/>
                        </a:rPr>
                        <m:t>𝐸</m:t>
                      </m:r>
                      <m:r>
                        <a:rPr lang="zh-CN" altLang="en-US" sz="2200">
                          <a:solidFill>
                            <a:srgbClr val="FF0000"/>
                          </a:solidFill>
                          <a:latin typeface="Cambria Math" panose="02040503050406030204" pitchFamily="18" charset="0"/>
                        </a:rPr>
                        <m:t>[</m:t>
                      </m:r>
                      <m:r>
                        <a:rPr lang="zh-CN" altLang="en-US" sz="2200" i="1">
                          <a:solidFill>
                            <a:srgbClr val="FF0000"/>
                          </a:solidFill>
                          <a:latin typeface="Cambria Math" panose="02040503050406030204" pitchFamily="18" charset="0"/>
                        </a:rPr>
                        <m:t>𝑔</m:t>
                      </m:r>
                      <m:r>
                        <a:rPr lang="zh-CN" altLang="en-US" sz="2200">
                          <a:solidFill>
                            <a:srgbClr val="FF0000"/>
                          </a:solidFill>
                          <a:latin typeface="Cambria Math" panose="02040503050406030204" pitchFamily="18" charset="0"/>
                        </a:rPr>
                        <m:t>(</m:t>
                      </m:r>
                      <m:r>
                        <a:rPr lang="zh-CN" altLang="en-US" sz="2200" i="1">
                          <a:solidFill>
                            <a:srgbClr val="FF0000"/>
                          </a:solidFill>
                          <a:latin typeface="Cambria Math" panose="02040503050406030204" pitchFamily="18" charset="0"/>
                        </a:rPr>
                        <m:t>𝑋</m:t>
                      </m:r>
                      <m:r>
                        <a:rPr lang="zh-CN" altLang="en-US" sz="2200">
                          <a:solidFill>
                            <a:srgbClr val="FF0000"/>
                          </a:solidFill>
                          <a:latin typeface="Cambria Math" panose="02040503050406030204" pitchFamily="18" charset="0"/>
                        </a:rPr>
                        <m:t>,</m:t>
                      </m:r>
                      <m:r>
                        <a:rPr lang="zh-CN" altLang="en-US" sz="2200" i="1">
                          <a:solidFill>
                            <a:srgbClr val="FF0000"/>
                          </a:solidFill>
                          <a:latin typeface="Cambria Math" panose="02040503050406030204" pitchFamily="18" charset="0"/>
                        </a:rPr>
                        <m:t>𝑌</m:t>
                      </m:r>
                      <m:r>
                        <a:rPr lang="zh-CN" altLang="en-US" sz="2200">
                          <a:solidFill>
                            <a:srgbClr val="FF0000"/>
                          </a:solidFill>
                          <a:latin typeface="Cambria Math" panose="02040503050406030204" pitchFamily="18" charset="0"/>
                        </a:rPr>
                        <m:t>)]=</m:t>
                      </m:r>
                      <m:nary>
                        <m:naryPr>
                          <m:chr m:val="∑"/>
                          <m:limLoc m:val="undOvr"/>
                          <m:grow m:val="on"/>
                          <m:ctrlPr>
                            <a:rPr lang="zh-CN" altLang="en-US" sz="2200" i="1">
                              <a:solidFill>
                                <a:srgbClr val="FF0000"/>
                              </a:solidFill>
                              <a:latin typeface="Cambria Math" panose="02040503050406030204" pitchFamily="18" charset="0"/>
                            </a:rPr>
                          </m:ctrlPr>
                        </m:naryPr>
                        <m:sub>
                          <m:r>
                            <a:rPr lang="zh-CN" altLang="en-US" sz="2200" i="1">
                              <a:solidFill>
                                <a:srgbClr val="FF0000"/>
                              </a:solidFill>
                              <a:latin typeface="Cambria Math" panose="02040503050406030204" pitchFamily="18" charset="0"/>
                            </a:rPr>
                            <m:t>𝑗</m:t>
                          </m:r>
                          <m:r>
                            <a:rPr lang="zh-CN" altLang="en-US" sz="2200">
                              <a:solidFill>
                                <a:srgbClr val="FF0000"/>
                              </a:solidFill>
                              <a:latin typeface="Cambria Math" panose="02040503050406030204" pitchFamily="18" charset="0"/>
                            </a:rPr>
                            <m:t>=1</m:t>
                          </m:r>
                        </m:sub>
                        <m:sup>
                          <m:r>
                            <a:rPr lang="zh-CN" altLang="en-US" sz="2200">
                              <a:solidFill>
                                <a:srgbClr val="FF0000"/>
                              </a:solidFill>
                              <a:latin typeface="Cambria Math" panose="02040503050406030204" pitchFamily="18" charset="0"/>
                            </a:rPr>
                            <m:t>∞</m:t>
                          </m:r>
                        </m:sup>
                        <m:e>
                          <m:r>
                            <a:rPr lang="zh-CN" altLang="en-US" sz="2200">
                              <a:solidFill>
                                <a:srgbClr val="FF0000"/>
                              </a:solidFill>
                              <a:latin typeface="Cambria Math" panose="02040503050406030204" pitchFamily="18" charset="0"/>
                            </a:rPr>
                            <m:t> </m:t>
                          </m:r>
                        </m:e>
                      </m:nary>
                      <m:nary>
                        <m:naryPr>
                          <m:chr m:val="∑"/>
                          <m:limLoc m:val="undOvr"/>
                          <m:grow m:val="on"/>
                          <m:ctrlPr>
                            <a:rPr lang="zh-CN" altLang="en-US" sz="2200" i="1">
                              <a:solidFill>
                                <a:srgbClr val="FF0000"/>
                              </a:solidFill>
                              <a:latin typeface="Cambria Math" panose="02040503050406030204" pitchFamily="18" charset="0"/>
                            </a:rPr>
                          </m:ctrlPr>
                        </m:naryPr>
                        <m:sub>
                          <m:r>
                            <a:rPr lang="zh-CN" altLang="en-US" sz="2200" i="1">
                              <a:solidFill>
                                <a:srgbClr val="FF0000"/>
                              </a:solidFill>
                              <a:latin typeface="Cambria Math" panose="02040503050406030204" pitchFamily="18" charset="0"/>
                            </a:rPr>
                            <m:t>𝑖</m:t>
                          </m:r>
                          <m:r>
                            <a:rPr lang="zh-CN" altLang="en-US" sz="2200">
                              <a:solidFill>
                                <a:srgbClr val="FF0000"/>
                              </a:solidFill>
                              <a:latin typeface="Cambria Math" panose="02040503050406030204" pitchFamily="18" charset="0"/>
                            </a:rPr>
                            <m:t>=1</m:t>
                          </m:r>
                        </m:sub>
                        <m:sup>
                          <m:r>
                            <a:rPr lang="zh-CN" altLang="en-US" sz="2200">
                              <a:solidFill>
                                <a:srgbClr val="FF0000"/>
                              </a:solidFill>
                              <a:latin typeface="Cambria Math" panose="02040503050406030204" pitchFamily="18" charset="0"/>
                            </a:rPr>
                            <m:t>∞</m:t>
                          </m:r>
                        </m:sup>
                        <m:e>
                          <m:r>
                            <a:rPr lang="zh-CN" altLang="en-US" sz="2200" i="1">
                              <a:solidFill>
                                <a:srgbClr val="FF0000"/>
                              </a:solidFill>
                              <a:latin typeface="Cambria Math" panose="02040503050406030204" pitchFamily="18" charset="0"/>
                            </a:rPr>
                            <m:t>𝑔</m:t>
                          </m:r>
                          <m:r>
                            <a:rPr lang="zh-CN" altLang="en-US" sz="2200">
                              <a:solidFill>
                                <a:srgbClr val="FF0000"/>
                              </a:solidFill>
                              <a:latin typeface="Cambria Math" panose="02040503050406030204" pitchFamily="18" charset="0"/>
                            </a:rPr>
                            <m:t>(</m:t>
                          </m:r>
                          <m:sSub>
                            <m:sSubPr>
                              <m:ctrlPr>
                                <a:rPr lang="zh-CN" altLang="en-US" sz="2200" i="1">
                                  <a:solidFill>
                                    <a:srgbClr val="FF0000"/>
                                  </a:solidFill>
                                  <a:latin typeface="Cambria Math" panose="02040503050406030204" pitchFamily="18" charset="0"/>
                                </a:rPr>
                              </m:ctrlPr>
                            </m:sSubPr>
                            <m:e>
                              <m:r>
                                <a:rPr lang="zh-CN" altLang="en-US" sz="2200" i="1">
                                  <a:solidFill>
                                    <a:srgbClr val="FF0000"/>
                                  </a:solidFill>
                                  <a:latin typeface="Cambria Math" panose="02040503050406030204" pitchFamily="18" charset="0"/>
                                </a:rPr>
                                <m:t>𝑥</m:t>
                              </m:r>
                            </m:e>
                            <m:sub>
                              <m:r>
                                <a:rPr lang="zh-CN" altLang="en-US" sz="2200" i="1">
                                  <a:solidFill>
                                    <a:srgbClr val="FF0000"/>
                                  </a:solidFill>
                                  <a:latin typeface="Cambria Math" panose="02040503050406030204" pitchFamily="18" charset="0"/>
                                </a:rPr>
                                <m:t>𝑖</m:t>
                              </m:r>
                            </m:sub>
                          </m:sSub>
                          <m:r>
                            <a:rPr lang="zh-CN" altLang="en-US" sz="2200">
                              <a:solidFill>
                                <a:srgbClr val="FF0000"/>
                              </a:solidFill>
                              <a:latin typeface="Cambria Math" panose="02040503050406030204" pitchFamily="18" charset="0"/>
                            </a:rPr>
                            <m:t>,</m:t>
                          </m:r>
                          <m:sSub>
                            <m:sSubPr>
                              <m:ctrlPr>
                                <a:rPr lang="zh-CN" altLang="en-US" sz="2200" i="1">
                                  <a:solidFill>
                                    <a:srgbClr val="FF0000"/>
                                  </a:solidFill>
                                  <a:latin typeface="Cambria Math" panose="02040503050406030204" pitchFamily="18" charset="0"/>
                                </a:rPr>
                              </m:ctrlPr>
                            </m:sSubPr>
                            <m:e>
                              <m:r>
                                <a:rPr lang="zh-CN" altLang="en-US" sz="2200" i="1">
                                  <a:solidFill>
                                    <a:srgbClr val="FF0000"/>
                                  </a:solidFill>
                                  <a:latin typeface="Cambria Math" panose="02040503050406030204" pitchFamily="18" charset="0"/>
                                </a:rPr>
                                <m:t>𝑦</m:t>
                              </m:r>
                            </m:e>
                            <m:sub>
                              <m:r>
                                <a:rPr lang="zh-CN" altLang="en-US" sz="2200" i="1">
                                  <a:solidFill>
                                    <a:srgbClr val="FF0000"/>
                                  </a:solidFill>
                                  <a:latin typeface="Cambria Math" panose="02040503050406030204" pitchFamily="18" charset="0"/>
                                </a:rPr>
                                <m:t>𝑗</m:t>
                              </m:r>
                            </m:sub>
                          </m:sSub>
                          <m:r>
                            <a:rPr lang="zh-CN" altLang="en-US" sz="2200">
                              <a:solidFill>
                                <a:srgbClr val="FF0000"/>
                              </a:solidFill>
                              <a:latin typeface="Cambria Math" panose="02040503050406030204" pitchFamily="18" charset="0"/>
                            </a:rPr>
                            <m:t>)</m:t>
                          </m:r>
                          <m:sSub>
                            <m:sSubPr>
                              <m:ctrlPr>
                                <a:rPr lang="zh-CN" altLang="en-US" sz="2200" i="1">
                                  <a:solidFill>
                                    <a:srgbClr val="FF0000"/>
                                  </a:solidFill>
                                  <a:latin typeface="Cambria Math" panose="02040503050406030204" pitchFamily="18" charset="0"/>
                                </a:rPr>
                              </m:ctrlPr>
                            </m:sSubPr>
                            <m:e>
                              <m:r>
                                <a:rPr lang="zh-CN" altLang="en-US" sz="2200" i="1">
                                  <a:solidFill>
                                    <a:srgbClr val="FF0000"/>
                                  </a:solidFill>
                                  <a:latin typeface="Cambria Math" panose="02040503050406030204" pitchFamily="18" charset="0"/>
                                </a:rPr>
                                <m:t>𝑝</m:t>
                              </m:r>
                            </m:e>
                            <m:sub>
                              <m:r>
                                <a:rPr lang="zh-CN" altLang="en-US" sz="2200" i="1">
                                  <a:solidFill>
                                    <a:srgbClr val="FF0000"/>
                                  </a:solidFill>
                                  <a:latin typeface="Cambria Math" panose="02040503050406030204" pitchFamily="18" charset="0"/>
                                </a:rPr>
                                <m:t>𝑖𝑗</m:t>
                              </m:r>
                            </m:sub>
                          </m:sSub>
                        </m:e>
                      </m:nary>
                    </m:oMath>
                  </m:oMathPara>
                </a14:m>
                <a:endParaRPr lang="zh-CN" altLang="en-US" sz="2200" dirty="0">
                  <a:solidFill>
                    <a:srgbClr val="FF0000"/>
                  </a:solidFill>
                </a:endParaRPr>
              </a:p>
            </p:txBody>
          </p:sp>
        </mc:Choice>
        <mc:Fallback xmlns="">
          <p:sp>
            <p:nvSpPr>
              <p:cNvPr id="2" name="矩形 1">
                <a:extLst>
                  <a:ext uri="{FF2B5EF4-FFF2-40B4-BE49-F238E27FC236}">
                    <a16:creationId xmlns:a16="http://schemas.microsoft.com/office/drawing/2014/main" id="{57835F87-BFC9-4AAE-8D79-0F4AFBC42010}"/>
                  </a:ext>
                </a:extLst>
              </p:cNvPr>
              <p:cNvSpPr>
                <a:spLocks noRot="1" noChangeAspect="1" noMove="1" noResize="1" noEditPoints="1" noAdjustHandles="1" noChangeArrowheads="1" noChangeShapeType="1" noTextEdit="1"/>
              </p:cNvSpPr>
              <p:nvPr/>
            </p:nvSpPr>
            <p:spPr>
              <a:xfrm>
                <a:off x="2010756" y="5210454"/>
                <a:ext cx="5135893" cy="1053686"/>
              </a:xfrm>
              <a:prstGeom prst="rect">
                <a:avLst/>
              </a:prstGeom>
              <a:blipFill>
                <a:blip r:embed="rId5"/>
                <a:stretch>
                  <a:fillRect t="-101190" b="-151190"/>
                </a:stretch>
              </a:blipFill>
            </p:spPr>
            <p:txBody>
              <a:bodyPr/>
              <a:lstStyle/>
              <a:p>
                <a:r>
                  <a:rPr lang="zh-CN" altLang="en-US">
                    <a:noFill/>
                  </a:rPr>
                  <a:t> </a:t>
                </a:r>
              </a:p>
            </p:txBody>
          </p:sp>
        </mc:Fallback>
      </mc:AlternateContent>
      <p:sp>
        <p:nvSpPr>
          <p:cNvPr id="3" name="副标题 2">
            <a:extLst>
              <a:ext uri="{FF2B5EF4-FFF2-40B4-BE49-F238E27FC236}">
                <a16:creationId xmlns:a16="http://schemas.microsoft.com/office/drawing/2014/main" id="{2A20D783-3671-73D8-1116-F5BA42680441}"/>
              </a:ext>
            </a:extLst>
          </p:cNvPr>
          <p:cNvSpPr txBox="1">
            <a:spLocks/>
          </p:cNvSpPr>
          <p:nvPr/>
        </p:nvSpPr>
        <p:spPr>
          <a:xfrm>
            <a:off x="1341603" y="25537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4000" b="1" dirty="0">
                <a:solidFill>
                  <a:srgbClr val="FF0000"/>
                </a:solidFill>
                <a:latin typeface="STXinwei" panose="02010800040101010101" pitchFamily="2" charset="-122"/>
                <a:ea typeface="STXinwei" panose="02010800040101010101" pitchFamily="2" charset="-122"/>
              </a:rPr>
              <a:t>随机变量函数的数学期望</a:t>
            </a:r>
          </a:p>
        </p:txBody>
      </p:sp>
      <p:cxnSp>
        <p:nvCxnSpPr>
          <p:cNvPr id="5" name="直线连接符 4">
            <a:extLst>
              <a:ext uri="{FF2B5EF4-FFF2-40B4-BE49-F238E27FC236}">
                <a16:creationId xmlns:a16="http://schemas.microsoft.com/office/drawing/2014/main" id="{9C31049C-937A-AAC3-F234-EA1A9E45A5A7}"/>
              </a:ext>
            </a:extLst>
          </p:cNvPr>
          <p:cNvCxnSpPr/>
          <p:nvPr/>
        </p:nvCxnSpPr>
        <p:spPr>
          <a:xfrm>
            <a:off x="0" y="94069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419016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2CE701F-1F1D-4765-9CD5-03D38460DB86}"/>
                  </a:ext>
                </a:extLst>
              </p:cNvPr>
              <p:cNvSpPr txBox="1"/>
              <p:nvPr/>
            </p:nvSpPr>
            <p:spPr>
              <a:xfrm>
                <a:off x="118926" y="1447892"/>
                <a:ext cx="9025074" cy="5110630"/>
              </a:xfrm>
              <a:prstGeom prst="rect">
                <a:avLst/>
              </a:prstGeom>
              <a:noFill/>
            </p:spPr>
            <p:txBody>
              <a:bodyPr wrap="square">
                <a:spAutoFit/>
              </a:bodyPr>
              <a:lstStyle/>
              <a:p>
                <a:pPr indent="342900">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（以下设所遇到的随机变量的数学期望存在）</a:t>
                </a:r>
              </a:p>
              <a:p>
                <a:pPr indent="342900">
                  <a:lnSpc>
                    <a:spcPct val="150000"/>
                  </a:lnSpc>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设</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是常数，则有</a:t>
                </a:r>
                <a14:m>
                  <m:oMath xmlns:m="http://schemas.openxmlformats.org/officeDocument/2006/math">
                    <m:r>
                      <a:rPr lang="en-US" altLang="zh-CN" sz="2200" i="1" smtClean="0">
                        <a:solidFill>
                          <a:srgbClr val="FF0000"/>
                        </a:solidFill>
                        <a:latin typeface="Cambria Math" panose="02040503050406030204" pitchFamily="18" charset="0"/>
                      </a:rPr>
                      <m:t>𝐸</m:t>
                    </m:r>
                    <m:d>
                      <m:dPr>
                        <m:ctrlPr>
                          <a:rPr lang="en-US" altLang="zh-CN" sz="2200" i="1">
                            <a:solidFill>
                              <a:srgbClr val="FF0000"/>
                            </a:solidFill>
                            <a:latin typeface="Cambria Math" panose="02040503050406030204" pitchFamily="18" charset="0"/>
                          </a:rPr>
                        </m:ctrlPr>
                      </m:dPr>
                      <m:e>
                        <m:r>
                          <a:rPr lang="en-US" altLang="zh-CN" sz="2200" i="1">
                            <a:solidFill>
                              <a:srgbClr val="FF0000"/>
                            </a:solidFill>
                            <a:latin typeface="Cambria Math" panose="02040503050406030204" pitchFamily="18" charset="0"/>
                          </a:rPr>
                          <m:t>𝐶</m:t>
                        </m:r>
                      </m:e>
                    </m:d>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𝐶</m:t>
                    </m:r>
                  </m:oMath>
                </a14:m>
                <a:r>
                  <a:rPr lang="en-US" altLang="zh-CN" sz="2200" i="1" dirty="0">
                    <a:latin typeface="Times New Roman" panose="02020603050405020304" pitchFamily="18" charset="0"/>
                    <a:ea typeface="微软雅黑" panose="020B0503020204020204" pitchFamily="34" charset="-122"/>
                    <a:cs typeface="Times New Roman" panose="02020603050405020304" pitchFamily="18" charset="0"/>
                  </a:rPr>
                  <a:t>.</a:t>
                </a:r>
              </a:p>
              <a:p>
                <a:pPr indent="342900">
                  <a:lnSpc>
                    <a:spcPct val="150000"/>
                  </a:lnSpc>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设</a:t>
                </a:r>
                <a14:m>
                  <m:oMath xmlns:m="http://schemas.openxmlformats.org/officeDocument/2006/math">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是一个随机变量，</a:t>
                </a: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是常数，则有</a:t>
                </a:r>
              </a:p>
              <a:p>
                <a:pPr algn="ctr">
                  <a:lnSpc>
                    <a:spcPct val="150000"/>
                  </a:lnSpc>
                </a:pPr>
                <a14:m>
                  <m:oMath xmlns:m="http://schemas.openxmlformats.org/officeDocument/2006/math">
                    <m:r>
                      <a:rPr lang="en-US" altLang="zh-CN" sz="2200" i="1" smtClean="0">
                        <a:solidFill>
                          <a:srgbClr val="FF0000"/>
                        </a:solidFill>
                        <a:latin typeface="Cambria Math" panose="02040503050406030204" pitchFamily="18" charset="0"/>
                      </a:rPr>
                      <m:t>𝐸</m:t>
                    </m:r>
                    <m:d>
                      <m:dPr>
                        <m:ctrlPr>
                          <a:rPr lang="en-US" altLang="zh-CN" sz="2200" i="1">
                            <a:solidFill>
                              <a:srgbClr val="FF0000"/>
                            </a:solidFill>
                            <a:latin typeface="Cambria Math" panose="02040503050406030204" pitchFamily="18" charset="0"/>
                          </a:rPr>
                        </m:ctrlPr>
                      </m:dPr>
                      <m:e>
                        <m:r>
                          <a:rPr lang="en-US" altLang="zh-CN" sz="2200" i="1">
                            <a:solidFill>
                              <a:srgbClr val="FF0000"/>
                            </a:solidFill>
                            <a:latin typeface="Cambria Math" panose="02040503050406030204" pitchFamily="18" charset="0"/>
                          </a:rPr>
                          <m:t>𝐶𝑋</m:t>
                        </m:r>
                      </m:e>
                    </m:d>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𝐶𝐸</m:t>
                    </m:r>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𝑋</m:t>
                    </m:r>
                    <m:r>
                      <a:rPr lang="en-US" altLang="zh-CN" sz="2200" i="1">
                        <a:solidFill>
                          <a:srgbClr val="FF0000"/>
                        </a:solidFill>
                        <a:latin typeface="Cambria Math" panose="02040503050406030204" pitchFamily="18" charset="0"/>
                      </a:rPr>
                      <m:t>)</m:t>
                    </m:r>
                  </m:oMath>
                </a14:m>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p>
              <a:p>
                <a:pPr indent="342900">
                  <a:lnSpc>
                    <a:spcPct val="150000"/>
                  </a:lnSpc>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设</a:t>
                </a:r>
                <a14:m>
                  <m:oMath xmlns:m="http://schemas.openxmlformats.org/officeDocument/2006/math">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𝑋</m:t>
                    </m:r>
                  </m:oMath>
                </a14:m>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𝑌</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是两个随机变量，则有</a:t>
                </a:r>
              </a:p>
              <a:p>
                <a:pPr algn="ctr">
                  <a:lnSpc>
                    <a:spcPct val="150000"/>
                  </a:lnSpc>
                </a:pPr>
                <a14:m>
                  <m:oMath xmlns:m="http://schemas.openxmlformats.org/officeDocument/2006/math">
                    <m:r>
                      <a:rPr lang="en-US" altLang="zh-CN" sz="2200" i="1" smtClean="0">
                        <a:solidFill>
                          <a:srgbClr val="FF0000"/>
                        </a:solidFill>
                        <a:latin typeface="Cambria Math" panose="02040503050406030204" pitchFamily="18" charset="0"/>
                      </a:rPr>
                      <m:t>𝐸</m:t>
                    </m:r>
                    <m:d>
                      <m:dPr>
                        <m:ctrlPr>
                          <a:rPr lang="en-US" altLang="zh-CN" sz="2200" i="1">
                            <a:solidFill>
                              <a:srgbClr val="FF0000"/>
                            </a:solidFill>
                            <a:latin typeface="Cambria Math" panose="02040503050406030204" pitchFamily="18" charset="0"/>
                          </a:rPr>
                        </m:ctrlPr>
                      </m:dPr>
                      <m:e>
                        <m:r>
                          <a:rPr lang="en-US" altLang="zh-CN" sz="2200" i="1">
                            <a:solidFill>
                              <a:srgbClr val="FF0000"/>
                            </a:solidFill>
                            <a:latin typeface="Cambria Math" panose="02040503050406030204" pitchFamily="18" charset="0"/>
                          </a:rPr>
                          <m:t>𝑋</m:t>
                        </m:r>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𝑌</m:t>
                        </m:r>
                      </m:e>
                    </m:d>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𝐸</m:t>
                    </m:r>
                    <m:d>
                      <m:dPr>
                        <m:ctrlPr>
                          <a:rPr lang="en-US" altLang="zh-CN" sz="2200" i="1">
                            <a:solidFill>
                              <a:srgbClr val="FF0000"/>
                            </a:solidFill>
                            <a:latin typeface="Cambria Math" panose="02040503050406030204" pitchFamily="18" charset="0"/>
                          </a:rPr>
                        </m:ctrlPr>
                      </m:dPr>
                      <m:e>
                        <m:r>
                          <a:rPr lang="en-US" altLang="zh-CN" sz="2200" i="1">
                            <a:solidFill>
                              <a:srgbClr val="FF0000"/>
                            </a:solidFill>
                            <a:latin typeface="Cambria Math" panose="02040503050406030204" pitchFamily="18" charset="0"/>
                          </a:rPr>
                          <m:t>𝑋</m:t>
                        </m:r>
                      </m:e>
                    </m:d>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𝐸</m:t>
                    </m:r>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𝑌</m:t>
                    </m:r>
                    <m:r>
                      <a:rPr lang="en-US" altLang="zh-CN" sz="2200" i="1">
                        <a:solidFill>
                          <a:srgbClr val="FF0000"/>
                        </a:solidFill>
                        <a:latin typeface="Cambria Math" panose="02040503050406030204" pitchFamily="18" charset="0"/>
                      </a:rPr>
                      <m:t>)</m:t>
                    </m:r>
                  </m:oMath>
                </a14:m>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          这一性质可以推广到任意有限个随机变量之和的情况。</a:t>
                </a:r>
              </a:p>
              <a:p>
                <a:pPr indent="342900">
                  <a:lnSpc>
                    <a:spcPct val="150000"/>
                  </a:lnSpc>
                </a:pPr>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设</a:t>
                </a:r>
                <a14:m>
                  <m:oMath xmlns:m="http://schemas.openxmlformats.org/officeDocument/2006/math">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𝑋</m:t>
                    </m:r>
                  </m:oMath>
                </a14:m>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14:m>
                  <m:oMath xmlns:m="http://schemas.openxmlformats.org/officeDocument/2006/math">
                    <m:r>
                      <a:rPr lang="en-US" altLang="zh-CN" sz="2200" i="1" dirty="0" smtClean="0">
                        <a:latin typeface="Cambria Math" panose="02040503050406030204" pitchFamily="18" charset="0"/>
                        <a:ea typeface="微软雅黑" panose="020B0503020204020204" pitchFamily="34" charset="-122"/>
                        <a:cs typeface="Times New Roman" panose="02020603050405020304" pitchFamily="18" charset="0"/>
                      </a:rPr>
                      <m:t>𝑌</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是相互独立的随机变量，则有</a:t>
                </a:r>
              </a:p>
              <a:p>
                <a:pPr algn="ctr">
                  <a:lnSpc>
                    <a:spcPct val="150000"/>
                  </a:lnSpc>
                </a:pPr>
                <a14:m>
                  <m:oMath xmlns:m="http://schemas.openxmlformats.org/officeDocument/2006/math">
                    <m:r>
                      <a:rPr lang="en-US" altLang="zh-CN" sz="2200" i="1" smtClean="0">
                        <a:solidFill>
                          <a:srgbClr val="FF0000"/>
                        </a:solidFill>
                        <a:latin typeface="Cambria Math" panose="02040503050406030204" pitchFamily="18" charset="0"/>
                      </a:rPr>
                      <m:t>𝐸</m:t>
                    </m:r>
                    <m:d>
                      <m:dPr>
                        <m:ctrlPr>
                          <a:rPr lang="en-US" altLang="zh-CN" sz="2200" i="1">
                            <a:solidFill>
                              <a:srgbClr val="FF0000"/>
                            </a:solidFill>
                            <a:latin typeface="Cambria Math" panose="02040503050406030204" pitchFamily="18" charset="0"/>
                          </a:rPr>
                        </m:ctrlPr>
                      </m:dPr>
                      <m:e>
                        <m:r>
                          <a:rPr lang="en-US" altLang="zh-CN" sz="2200" i="1">
                            <a:solidFill>
                              <a:srgbClr val="FF0000"/>
                            </a:solidFill>
                            <a:latin typeface="Cambria Math" panose="02040503050406030204" pitchFamily="18" charset="0"/>
                          </a:rPr>
                          <m:t>𝑋𝑌</m:t>
                        </m:r>
                      </m:e>
                    </m:d>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𝐸</m:t>
                    </m:r>
                    <m:d>
                      <m:dPr>
                        <m:ctrlPr>
                          <a:rPr lang="en-US" altLang="zh-CN" sz="2200" i="1">
                            <a:solidFill>
                              <a:srgbClr val="FF0000"/>
                            </a:solidFill>
                            <a:latin typeface="Cambria Math" panose="02040503050406030204" pitchFamily="18" charset="0"/>
                          </a:rPr>
                        </m:ctrlPr>
                      </m:dPr>
                      <m:e>
                        <m:r>
                          <a:rPr lang="en-US" altLang="zh-CN" sz="2200" i="1">
                            <a:solidFill>
                              <a:srgbClr val="FF0000"/>
                            </a:solidFill>
                            <a:latin typeface="Cambria Math" panose="02040503050406030204" pitchFamily="18" charset="0"/>
                          </a:rPr>
                          <m:t>𝑋</m:t>
                        </m:r>
                      </m:e>
                    </m:d>
                    <m:r>
                      <a:rPr lang="en-US" altLang="zh-CN" sz="2200" i="1">
                        <a:solidFill>
                          <a:srgbClr val="FF0000"/>
                        </a:solidFill>
                        <a:latin typeface="Cambria Math" panose="02040503050406030204" pitchFamily="18" charset="0"/>
                      </a:rPr>
                      <m:t>𝐸</m:t>
                    </m:r>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𝑌</m:t>
                    </m:r>
                    <m:r>
                      <a:rPr lang="en-US" altLang="zh-CN" sz="2200" i="1">
                        <a:solidFill>
                          <a:srgbClr val="FF0000"/>
                        </a:solidFill>
                        <a:latin typeface="Cambria Math" panose="02040503050406030204" pitchFamily="18" charset="0"/>
                      </a:rPr>
                      <m:t>)</m:t>
                    </m:r>
                  </m:oMath>
                </a14:m>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          这一性质可以推广到任意有限个相互独立的随机变量之积的情况。</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02CE701F-1F1D-4765-9CD5-03D38460DB86}"/>
                  </a:ext>
                </a:extLst>
              </p:cNvPr>
              <p:cNvSpPr txBox="1">
                <a:spLocks noRot="1" noChangeAspect="1" noMove="1" noResize="1" noEditPoints="1" noAdjustHandles="1" noChangeArrowheads="1" noChangeShapeType="1" noTextEdit="1"/>
              </p:cNvSpPr>
              <p:nvPr/>
            </p:nvSpPr>
            <p:spPr>
              <a:xfrm>
                <a:off x="118926" y="1447892"/>
                <a:ext cx="9025074" cy="5110630"/>
              </a:xfrm>
              <a:prstGeom prst="rect">
                <a:avLst/>
              </a:prstGeom>
              <a:blipFill>
                <a:blip r:embed="rId2"/>
                <a:stretch>
                  <a:fillRect r="-422" b="-1241"/>
                </a:stretch>
              </a:blipFill>
            </p:spPr>
            <p:txBody>
              <a:bodyPr/>
              <a:lstStyle/>
              <a:p>
                <a:r>
                  <a:rPr lang="zh-CN" altLang="en-US">
                    <a:noFill/>
                  </a:rPr>
                  <a:t> </a:t>
                </a:r>
              </a:p>
            </p:txBody>
          </p:sp>
        </mc:Fallback>
      </mc:AlternateContent>
      <p:sp>
        <p:nvSpPr>
          <p:cNvPr id="2" name="副标题 2">
            <a:extLst>
              <a:ext uri="{FF2B5EF4-FFF2-40B4-BE49-F238E27FC236}">
                <a16:creationId xmlns:a16="http://schemas.microsoft.com/office/drawing/2014/main" id="{FDC032E1-FCDA-CC95-20E3-002625858C76}"/>
              </a:ext>
            </a:extLst>
          </p:cNvPr>
          <p:cNvSpPr txBox="1">
            <a:spLocks/>
          </p:cNvSpPr>
          <p:nvPr/>
        </p:nvSpPr>
        <p:spPr>
          <a:xfrm>
            <a:off x="1341603" y="25537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4000" b="1" dirty="0">
                <a:solidFill>
                  <a:srgbClr val="FF0000"/>
                </a:solidFill>
                <a:latin typeface="STXinwei" panose="02010800040101010101" pitchFamily="2" charset="-122"/>
                <a:ea typeface="STXinwei" panose="02010800040101010101" pitchFamily="2" charset="-122"/>
              </a:rPr>
              <a:t>数学期望的性质</a:t>
            </a:r>
          </a:p>
        </p:txBody>
      </p:sp>
      <p:cxnSp>
        <p:nvCxnSpPr>
          <p:cNvPr id="3" name="直线连接符 2">
            <a:extLst>
              <a:ext uri="{FF2B5EF4-FFF2-40B4-BE49-F238E27FC236}">
                <a16:creationId xmlns:a16="http://schemas.microsoft.com/office/drawing/2014/main" id="{D213528F-0A64-C98E-657F-D6F102ADD7E3}"/>
              </a:ext>
            </a:extLst>
          </p:cNvPr>
          <p:cNvCxnSpPr/>
          <p:nvPr/>
        </p:nvCxnSpPr>
        <p:spPr>
          <a:xfrm>
            <a:off x="0" y="94069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701143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02CE701F-1F1D-4765-9CD5-03D38460DB86}"/>
              </a:ext>
            </a:extLst>
          </p:cNvPr>
          <p:cNvSpPr txBox="1"/>
          <p:nvPr/>
        </p:nvSpPr>
        <p:spPr>
          <a:xfrm>
            <a:off x="124838" y="1062282"/>
            <a:ext cx="6492793" cy="580865"/>
          </a:xfrm>
          <a:prstGeom prst="rect">
            <a:avLst/>
          </a:prstGeom>
          <a:noFill/>
        </p:spPr>
        <p:txBody>
          <a:bodyPr wrap="square">
            <a:spAutoFit/>
          </a:bodyPr>
          <a:lstStyle/>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证</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7FD08DE-B201-4279-8E5A-7B0B5968960D}"/>
                  </a:ext>
                </a:extLst>
              </p:cNvPr>
              <p:cNvSpPr txBox="1"/>
              <p:nvPr/>
            </p:nvSpPr>
            <p:spPr>
              <a:xfrm>
                <a:off x="610061" y="1058255"/>
                <a:ext cx="8469093" cy="1133965"/>
              </a:xfrm>
              <a:prstGeom prst="rect">
                <a:avLst/>
              </a:prstGeom>
              <a:noFill/>
            </p:spPr>
            <p:txBody>
              <a:bodyPr wrap="square">
                <a:spAutoFit/>
              </a:bodyPr>
              <a:lstStyle/>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设二维随机变量</a:t>
                </a:r>
                <a14:m>
                  <m:oMath xmlns:m="http://schemas.openxmlformats.org/officeDocument/2006/math">
                    <m:r>
                      <a:rPr lang="en-US" altLang="zh-CN" sz="2400" i="1">
                        <a:latin typeface="Cambria Math" panose="02040503050406030204" pitchFamily="18" charset="0"/>
                      </a:rPr>
                      <m:t>(</m:t>
                    </m:r>
                    <m:r>
                      <a:rPr lang="en-US" altLang="zh-CN" sz="2400" i="1">
                        <a:latin typeface="Cambria Math" panose="02040503050406030204" pitchFamily="18" charset="0"/>
                      </a:rPr>
                      <m:t>𝑋</m:t>
                    </m:r>
                    <m:r>
                      <a:rPr lang="en-US" altLang="zh-CN" sz="2400" i="1">
                        <a:latin typeface="Cambria Math" panose="02040503050406030204" pitchFamily="18" charset="0"/>
                      </a:rPr>
                      <m:t>,</m:t>
                    </m:r>
                    <m:r>
                      <a:rPr lang="en-US" altLang="zh-CN" sz="2400" i="1">
                        <a:latin typeface="Cambria Math" panose="02040503050406030204" pitchFamily="18" charset="0"/>
                      </a:rPr>
                      <m:t>𝑌</m:t>
                    </m:r>
                    <m:r>
                      <a:rPr lang="en-US" altLang="zh-CN" sz="2400" i="1">
                        <a:latin typeface="Cambria Math" panose="02040503050406030204" pitchFamily="18" charset="0"/>
                      </a:rPr>
                      <m:t>)</m:t>
                    </m:r>
                  </m:oMath>
                </a14:m>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的概率密度为</a:t>
                </a:r>
                <a14:m>
                  <m:oMath xmlns:m="http://schemas.openxmlformats.org/officeDocument/2006/math">
                    <m:r>
                      <a:rPr lang="en-US" altLang="zh-CN" sz="2400" i="1">
                        <a:latin typeface="Cambria Math" panose="02040503050406030204" pitchFamily="18" charset="0"/>
                      </a:rPr>
                      <m:t>𝑓</m:t>
                    </m:r>
                    <m:r>
                      <a:rPr lang="en-US" altLang="zh-CN" sz="2400" i="1">
                        <a:latin typeface="Cambria Math" panose="02040503050406030204" pitchFamily="18" charset="0"/>
                      </a:rPr>
                      <m:t>(</m:t>
                    </m:r>
                    <m:r>
                      <a:rPr lang="en-US" altLang="zh-CN" sz="2400" i="1">
                        <a:latin typeface="Cambria Math" panose="02040503050406030204" pitchFamily="18" charset="0"/>
                      </a:rPr>
                      <m:t>𝑥</m:t>
                    </m:r>
                    <m:r>
                      <a:rPr lang="en-US" altLang="zh-CN" sz="2400" i="1">
                        <a:latin typeface="Cambria Math" panose="02040503050406030204" pitchFamily="18" charset="0"/>
                      </a:rPr>
                      <m:t>,</m:t>
                    </m:r>
                    <m:r>
                      <a:rPr lang="en-US" altLang="zh-CN" sz="2400" i="1">
                        <a:latin typeface="Cambria Math" panose="02040503050406030204" pitchFamily="18" charset="0"/>
                      </a:rPr>
                      <m:t>𝑦</m:t>
                    </m:r>
                    <m:r>
                      <a:rPr lang="en-US" altLang="zh-CN" sz="2400" i="1">
                        <a:latin typeface="Cambria Math" panose="02040503050406030204" pitchFamily="18" charset="0"/>
                      </a:rPr>
                      <m:t>)</m:t>
                    </m:r>
                  </m:oMath>
                </a14:m>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其边缘概率密度为</a:t>
                </a:r>
                <a14:m>
                  <m:oMath xmlns:m="http://schemas.openxmlformats.org/officeDocument/2006/math">
                    <m:sSub>
                      <m:sSubPr>
                        <m:ctrlPr>
                          <a:rPr lang="zh-CN" altLang="zh-CN" sz="2400" i="1">
                            <a:latin typeface="Cambria Math" panose="02040503050406030204" pitchFamily="18" charset="0"/>
                          </a:rPr>
                        </m:ctrlPr>
                      </m:sSub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i="1">
                                <a:latin typeface="Cambria Math" panose="02040503050406030204" pitchFamily="18" charset="0"/>
                              </a:rPr>
                              <m:t>𝑋</m:t>
                            </m:r>
                          </m:sub>
                        </m:sSub>
                        <m:d>
                          <m:dPr>
                            <m:ctrlPr>
                              <a:rPr lang="zh-CN" altLang="zh-CN" sz="2400" i="1">
                                <a:latin typeface="Cambria Math" panose="02040503050406030204" pitchFamily="18" charset="0"/>
                              </a:rPr>
                            </m:ctrlPr>
                          </m:dPr>
                          <m:e>
                            <m:r>
                              <a:rPr lang="en-US" altLang="zh-CN" sz="2400" i="1">
                                <a:latin typeface="Cambria Math" panose="02040503050406030204" pitchFamily="18" charset="0"/>
                              </a:rPr>
                              <m:t>𝑥</m:t>
                            </m:r>
                          </m:e>
                        </m:d>
                        <m:r>
                          <a:rPr lang="en-US" altLang="zh-CN" sz="2400" i="1">
                            <a:latin typeface="Cambria Math" panose="02040503050406030204" pitchFamily="18" charset="0"/>
                          </a:rPr>
                          <m:t>,</m:t>
                        </m:r>
                        <m:r>
                          <a:rPr lang="en-US" altLang="zh-CN" sz="2400" i="1">
                            <a:latin typeface="Cambria Math" panose="02040503050406030204" pitchFamily="18" charset="0"/>
                          </a:rPr>
                          <m:t>𝑓</m:t>
                        </m:r>
                      </m:e>
                      <m:sub>
                        <m:r>
                          <a:rPr lang="en-US" altLang="zh-CN" sz="2400" i="1">
                            <a:latin typeface="Cambria Math" panose="02040503050406030204" pitchFamily="18" charset="0"/>
                          </a:rPr>
                          <m:t>𝑌</m:t>
                        </m:r>
                      </m:sub>
                    </m:sSub>
                    <m:d>
                      <m:dPr>
                        <m:ctrlPr>
                          <a:rPr lang="zh-CN" altLang="zh-CN" sz="2400" i="1">
                            <a:latin typeface="Cambria Math" panose="02040503050406030204" pitchFamily="18" charset="0"/>
                          </a:rPr>
                        </m:ctrlPr>
                      </m:dPr>
                      <m:e>
                        <m:r>
                          <a:rPr lang="en-US" altLang="zh-CN" sz="2400" i="1">
                            <a:latin typeface="Cambria Math" panose="02040503050406030204" pitchFamily="18" charset="0"/>
                          </a:rPr>
                          <m:t>𝑦</m:t>
                        </m:r>
                      </m:e>
                    </m:d>
                  </m:oMath>
                </a14:m>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12" name="文本框 11">
                <a:extLst>
                  <a:ext uri="{FF2B5EF4-FFF2-40B4-BE49-F238E27FC236}">
                    <a16:creationId xmlns:a16="http://schemas.microsoft.com/office/drawing/2014/main" id="{67FD08DE-B201-4279-8E5A-7B0B5968960D}"/>
                  </a:ext>
                </a:extLst>
              </p:cNvPr>
              <p:cNvSpPr txBox="1">
                <a:spLocks noRot="1" noChangeAspect="1" noMove="1" noResize="1" noEditPoints="1" noAdjustHandles="1" noChangeArrowheads="1" noChangeShapeType="1" noTextEdit="1"/>
              </p:cNvSpPr>
              <p:nvPr/>
            </p:nvSpPr>
            <p:spPr>
              <a:xfrm>
                <a:off x="610061" y="1058255"/>
                <a:ext cx="8469093" cy="1133965"/>
              </a:xfrm>
              <a:prstGeom prst="rect">
                <a:avLst/>
              </a:prstGeom>
              <a:blipFill>
                <a:blip r:embed="rId2"/>
                <a:stretch>
                  <a:fillRect l="-1199" b="-12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8CCF9999-ACBF-4940-8282-0A44F3ED9823}"/>
                  </a:ext>
                </a:extLst>
              </p:cNvPr>
              <p:cNvSpPr txBox="1"/>
              <p:nvPr/>
            </p:nvSpPr>
            <p:spPr>
              <a:xfrm>
                <a:off x="610061" y="4151724"/>
                <a:ext cx="3466493" cy="580865"/>
              </a:xfrm>
              <a:prstGeom prst="rect">
                <a:avLst/>
              </a:prstGeom>
              <a:noFill/>
            </p:spPr>
            <p:txBody>
              <a:bodyPr wrap="square">
                <a:spAutoFit/>
              </a:bodyPr>
              <a:lstStyle/>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又若</a:t>
                </a:r>
                <a14:m>
                  <m:oMath xmlns:m="http://schemas.openxmlformats.org/officeDocument/2006/math">
                    <m:r>
                      <a:rPr lang="en-US" altLang="zh-CN" sz="2400" i="1">
                        <a:latin typeface="Cambria Math" panose="02040503050406030204" pitchFamily="18" charset="0"/>
                      </a:rPr>
                      <m:t>𝑋</m:t>
                    </m:r>
                  </m:oMath>
                </a14:m>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和</a:t>
                </a:r>
                <a14:m>
                  <m:oMath xmlns:m="http://schemas.openxmlformats.org/officeDocument/2006/math">
                    <m:r>
                      <a:rPr lang="en-US" altLang="zh-CN" sz="2400" i="1">
                        <a:latin typeface="Cambria Math" panose="02040503050406030204" pitchFamily="18" charset="0"/>
                      </a:rPr>
                      <m:t>𝑌</m:t>
                    </m:r>
                  </m:oMath>
                </a14:m>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相互独立，</a:t>
                </a:r>
              </a:p>
            </p:txBody>
          </p:sp>
        </mc:Choice>
        <mc:Fallback xmlns="">
          <p:sp>
            <p:nvSpPr>
              <p:cNvPr id="15" name="文本框 14">
                <a:extLst>
                  <a:ext uri="{FF2B5EF4-FFF2-40B4-BE49-F238E27FC236}">
                    <a16:creationId xmlns:a16="http://schemas.microsoft.com/office/drawing/2014/main" id="{8CCF9999-ACBF-4940-8282-0A44F3ED9823}"/>
                  </a:ext>
                </a:extLst>
              </p:cNvPr>
              <p:cNvSpPr txBox="1">
                <a:spLocks noRot="1" noChangeAspect="1" noMove="1" noResize="1" noEditPoints="1" noAdjustHandles="1" noChangeArrowheads="1" noChangeShapeType="1" noTextEdit="1"/>
              </p:cNvSpPr>
              <p:nvPr/>
            </p:nvSpPr>
            <p:spPr>
              <a:xfrm>
                <a:off x="610061" y="4151724"/>
                <a:ext cx="3466493" cy="580865"/>
              </a:xfrm>
              <a:prstGeom prst="rect">
                <a:avLst/>
              </a:prstGeom>
              <a:blipFill>
                <a:blip r:embed="rId3"/>
                <a:stretch>
                  <a:fillRect l="-2920" b="-234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339395B5-11C0-4474-93E9-6FD91DC0C1E1}"/>
                  </a:ext>
                </a:extLst>
              </p:cNvPr>
              <p:cNvSpPr/>
              <p:nvPr/>
            </p:nvSpPr>
            <p:spPr>
              <a:xfrm>
                <a:off x="481614" y="2283006"/>
                <a:ext cx="5174301" cy="8228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200" i="1" smtClean="0">
                          <a:solidFill>
                            <a:srgbClr val="FF0000"/>
                          </a:solidFill>
                          <a:latin typeface="Cambria Math" panose="02040503050406030204" pitchFamily="18" charset="0"/>
                        </a:rPr>
                        <m:t>𝐸</m:t>
                      </m:r>
                      <m:d>
                        <m:dPr>
                          <m:ctrlPr>
                            <a:rPr lang="zh-CN" altLang="en-US" sz="2200" i="1">
                              <a:solidFill>
                                <a:srgbClr val="FF0000"/>
                              </a:solidFill>
                              <a:latin typeface="Cambria Math" panose="02040503050406030204" pitchFamily="18" charset="0"/>
                            </a:rPr>
                          </m:ctrlPr>
                        </m:dPr>
                        <m:e>
                          <m:r>
                            <a:rPr lang="en-US" altLang="zh-CN" sz="2200" i="1">
                              <a:solidFill>
                                <a:srgbClr val="FF0000"/>
                              </a:solidFill>
                              <a:latin typeface="Cambria Math" panose="02040503050406030204" pitchFamily="18" charset="0"/>
                            </a:rPr>
                            <m:t>𝑋</m:t>
                          </m:r>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𝑌</m:t>
                          </m:r>
                        </m:e>
                      </m:d>
                      <m:r>
                        <a:rPr lang="zh-CN" altLang="en-US" sz="2200" smtClean="0">
                          <a:solidFill>
                            <a:srgbClr val="FF0000"/>
                          </a:solidFill>
                          <a:latin typeface="Cambria Math" panose="02040503050406030204" pitchFamily="18" charset="0"/>
                        </a:rPr>
                        <m:t>=</m:t>
                      </m:r>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m:t>
                          </m:r>
                        </m:sub>
                        <m:sup>
                          <m:r>
                            <a:rPr lang="zh-CN" altLang="en-US" sz="2200">
                              <a:latin typeface="Cambria Math" panose="02040503050406030204" pitchFamily="18" charset="0"/>
                            </a:rPr>
                            <m:t>∞</m:t>
                          </m:r>
                        </m:sup>
                        <m:e>
                          <m:r>
                            <a:rPr lang="zh-CN" altLang="en-US" sz="2200">
                              <a:latin typeface="Cambria Math" panose="02040503050406030204" pitchFamily="18" charset="0"/>
                            </a:rPr>
                            <m:t> </m:t>
                          </m:r>
                        </m:e>
                      </m:nary>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m:t>
                          </m:r>
                        </m:sub>
                        <m:sup>
                          <m:r>
                            <a:rPr lang="zh-CN" altLang="en-US" sz="2200">
                              <a:latin typeface="Cambria Math" panose="02040503050406030204" pitchFamily="18" charset="0"/>
                            </a:rPr>
                            <m:t>∞</m:t>
                          </m:r>
                        </m:sup>
                        <m:e>
                          <m:r>
                            <a:rPr lang="en-US" altLang="zh-CN" sz="2200" i="1">
                              <a:latin typeface="Cambria Math" panose="02040503050406030204" pitchFamily="18" charset="0"/>
                            </a:rPr>
                            <m:t>(</m:t>
                          </m:r>
                          <m:r>
                            <a:rPr lang="en-US" altLang="zh-CN" sz="2200" i="1">
                              <a:latin typeface="Cambria Math" panose="02040503050406030204" pitchFamily="18" charset="0"/>
                            </a:rPr>
                            <m:t>𝑥</m:t>
                          </m:r>
                          <m:r>
                            <a:rPr lang="en-US" altLang="zh-CN" sz="2200" i="1">
                              <a:latin typeface="Cambria Math" panose="02040503050406030204" pitchFamily="18" charset="0"/>
                            </a:rPr>
                            <m:t>+</m:t>
                          </m:r>
                          <m:r>
                            <a:rPr lang="en-US" altLang="zh-CN" sz="2200" i="1">
                              <a:latin typeface="Cambria Math" panose="02040503050406030204" pitchFamily="18" charset="0"/>
                            </a:rPr>
                            <m:t>𝑦</m:t>
                          </m:r>
                          <m:r>
                            <a:rPr lang="en-US" altLang="zh-CN" sz="2200" i="1">
                              <a:latin typeface="Cambria Math" panose="02040503050406030204" pitchFamily="18" charset="0"/>
                            </a:rPr>
                            <m:t>)</m:t>
                          </m:r>
                        </m:e>
                      </m:nary>
                      <m:r>
                        <a:rPr lang="zh-CN" altLang="en-US" sz="2200" i="1">
                          <a:latin typeface="Cambria Math" panose="02040503050406030204" pitchFamily="18" charset="0"/>
                        </a:rPr>
                        <m:t>𝑓</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𝑥</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m:t>
                      </m:r>
                      <m:r>
                        <a:rPr lang="zh-CN" altLang="en-US" sz="2200" i="1">
                          <a:latin typeface="Cambria Math" panose="02040503050406030204" pitchFamily="18" charset="0"/>
                        </a:rPr>
                        <m:t>𝑑𝑥𝑑𝑦</m:t>
                      </m:r>
                    </m:oMath>
                  </m:oMathPara>
                </a14:m>
                <a:endParaRPr lang="zh-CN" altLang="en-US" sz="2200" dirty="0">
                  <a:latin typeface="Cambria Math" panose="02040503050406030204" pitchFamily="18" charset="0"/>
                </a:endParaRPr>
              </a:p>
            </p:txBody>
          </p:sp>
        </mc:Choice>
        <mc:Fallback xmlns="">
          <p:sp>
            <p:nvSpPr>
              <p:cNvPr id="2" name="矩形 1">
                <a:extLst>
                  <a:ext uri="{FF2B5EF4-FFF2-40B4-BE49-F238E27FC236}">
                    <a16:creationId xmlns:a16="http://schemas.microsoft.com/office/drawing/2014/main" id="{339395B5-11C0-4474-93E9-6FD91DC0C1E1}"/>
                  </a:ext>
                </a:extLst>
              </p:cNvPr>
              <p:cNvSpPr>
                <a:spLocks noRot="1" noChangeAspect="1" noMove="1" noResize="1" noEditPoints="1" noAdjustHandles="1" noChangeArrowheads="1" noChangeShapeType="1" noTextEdit="1"/>
              </p:cNvSpPr>
              <p:nvPr/>
            </p:nvSpPr>
            <p:spPr>
              <a:xfrm>
                <a:off x="481614" y="2283006"/>
                <a:ext cx="5174301" cy="822854"/>
              </a:xfrm>
              <a:prstGeom prst="rect">
                <a:avLst/>
              </a:prstGeom>
              <a:blipFill>
                <a:blip r:embed="rId4"/>
                <a:stretch>
                  <a:fillRect t="-166154" b="-24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3232A64A-298A-49CB-BAB9-138B80B2005C}"/>
                  </a:ext>
                </a:extLst>
              </p:cNvPr>
              <p:cNvSpPr/>
              <p:nvPr/>
            </p:nvSpPr>
            <p:spPr>
              <a:xfrm>
                <a:off x="481614" y="3066531"/>
                <a:ext cx="6398418" cy="8228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200">
                          <a:latin typeface="Cambria Math" panose="02040503050406030204" pitchFamily="18" charset="0"/>
                        </a:rPr>
                        <m:t>=</m:t>
                      </m:r>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m:t>
                          </m:r>
                        </m:sub>
                        <m:sup>
                          <m:r>
                            <a:rPr lang="zh-CN" altLang="en-US" sz="2200">
                              <a:latin typeface="Cambria Math" panose="02040503050406030204" pitchFamily="18" charset="0"/>
                            </a:rPr>
                            <m:t>∞</m:t>
                          </m:r>
                        </m:sup>
                        <m:e>
                          <m:r>
                            <a:rPr lang="zh-CN" altLang="en-US" sz="2200">
                              <a:latin typeface="Cambria Math" panose="02040503050406030204" pitchFamily="18" charset="0"/>
                            </a:rPr>
                            <m:t> </m:t>
                          </m:r>
                        </m:e>
                      </m:nary>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m:t>
                          </m:r>
                        </m:sub>
                        <m:sup>
                          <m:r>
                            <a:rPr lang="zh-CN" altLang="en-US" sz="2200">
                              <a:latin typeface="Cambria Math" panose="02040503050406030204" pitchFamily="18" charset="0"/>
                            </a:rPr>
                            <m:t>∞</m:t>
                          </m:r>
                        </m:sup>
                        <m:e>
                          <m:r>
                            <a:rPr lang="zh-CN" altLang="en-US" sz="2200">
                              <a:latin typeface="Cambria Math" panose="02040503050406030204" pitchFamily="18" charset="0"/>
                            </a:rPr>
                            <m:t> </m:t>
                          </m:r>
                        </m:e>
                      </m:nary>
                      <m:r>
                        <a:rPr lang="zh-CN" altLang="en-US" sz="2200" i="1">
                          <a:latin typeface="Cambria Math" panose="02040503050406030204" pitchFamily="18" charset="0"/>
                        </a:rPr>
                        <m:t>𝑥𝑓</m:t>
                      </m:r>
                      <m:r>
                        <a:rPr lang="zh-CN" altLang="en-US" sz="2200">
                          <a:latin typeface="Cambria Math" panose="02040503050406030204" pitchFamily="18" charset="0"/>
                        </a:rPr>
                        <m:t>(</m:t>
                      </m:r>
                      <m:r>
                        <a:rPr lang="zh-CN" altLang="en-US" sz="2200" i="1">
                          <a:latin typeface="Cambria Math" panose="02040503050406030204" pitchFamily="18" charset="0"/>
                        </a:rPr>
                        <m:t>𝑥</m:t>
                      </m:r>
                      <m:r>
                        <a:rPr lang="zh-CN" altLang="en-US" sz="2200">
                          <a:latin typeface="Cambria Math" panose="02040503050406030204" pitchFamily="18" charset="0"/>
                        </a:rPr>
                        <m:t>,</m:t>
                      </m:r>
                      <m:r>
                        <a:rPr lang="zh-CN" altLang="en-US" sz="2200" i="1">
                          <a:latin typeface="Cambria Math" panose="02040503050406030204" pitchFamily="18" charset="0"/>
                        </a:rPr>
                        <m:t>𝑦</m:t>
                      </m:r>
                      <m:r>
                        <a:rPr lang="zh-CN" altLang="en-US" sz="2200">
                          <a:latin typeface="Cambria Math" panose="02040503050406030204" pitchFamily="18" charset="0"/>
                        </a:rPr>
                        <m:t>)</m:t>
                      </m:r>
                      <m:r>
                        <a:rPr lang="zh-CN" altLang="en-US" sz="2200" i="1">
                          <a:latin typeface="Cambria Math" panose="02040503050406030204" pitchFamily="18" charset="0"/>
                        </a:rPr>
                        <m:t>𝑑𝑥𝑑𝑦</m:t>
                      </m:r>
                      <m:r>
                        <a:rPr lang="zh-CN" altLang="en-US" sz="2200">
                          <a:latin typeface="Cambria Math" panose="02040503050406030204" pitchFamily="18" charset="0"/>
                        </a:rPr>
                        <m:t>+</m:t>
                      </m:r>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m:t>
                          </m:r>
                        </m:sub>
                        <m:sup>
                          <m:r>
                            <a:rPr lang="zh-CN" altLang="en-US" sz="2200">
                              <a:latin typeface="Cambria Math" panose="02040503050406030204" pitchFamily="18" charset="0"/>
                            </a:rPr>
                            <m:t>∞</m:t>
                          </m:r>
                        </m:sup>
                        <m:e>
                          <m:r>
                            <a:rPr lang="zh-CN" altLang="en-US" sz="2200">
                              <a:latin typeface="Cambria Math" panose="02040503050406030204" pitchFamily="18" charset="0"/>
                            </a:rPr>
                            <m:t> </m:t>
                          </m:r>
                        </m:e>
                      </m:nary>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m:t>
                          </m:r>
                        </m:sub>
                        <m:sup>
                          <m:r>
                            <a:rPr lang="zh-CN" altLang="en-US" sz="2200">
                              <a:latin typeface="Cambria Math" panose="02040503050406030204" pitchFamily="18" charset="0"/>
                            </a:rPr>
                            <m:t>∞</m:t>
                          </m:r>
                        </m:sup>
                        <m:e>
                          <m:r>
                            <a:rPr lang="zh-CN" altLang="en-US" sz="2200">
                              <a:latin typeface="Cambria Math" panose="02040503050406030204" pitchFamily="18" charset="0"/>
                            </a:rPr>
                            <m:t> </m:t>
                          </m:r>
                        </m:e>
                      </m:nary>
                      <m:r>
                        <a:rPr lang="zh-CN" altLang="en-US" sz="2200" i="1">
                          <a:latin typeface="Cambria Math" panose="02040503050406030204" pitchFamily="18" charset="0"/>
                        </a:rPr>
                        <m:t>𝑦𝑓</m:t>
                      </m:r>
                      <m:r>
                        <a:rPr lang="zh-CN" altLang="en-US" sz="2200">
                          <a:latin typeface="Cambria Math" panose="02040503050406030204" pitchFamily="18" charset="0"/>
                        </a:rPr>
                        <m:t>(</m:t>
                      </m:r>
                      <m:r>
                        <a:rPr lang="zh-CN" altLang="en-US" sz="2200" i="1">
                          <a:latin typeface="Cambria Math" panose="02040503050406030204" pitchFamily="18" charset="0"/>
                        </a:rPr>
                        <m:t>𝑥</m:t>
                      </m:r>
                      <m:r>
                        <a:rPr lang="zh-CN" altLang="en-US" sz="2200">
                          <a:latin typeface="Cambria Math" panose="02040503050406030204" pitchFamily="18" charset="0"/>
                        </a:rPr>
                        <m:t>,</m:t>
                      </m:r>
                      <m:r>
                        <a:rPr lang="zh-CN" altLang="en-US" sz="2200" i="1">
                          <a:latin typeface="Cambria Math" panose="02040503050406030204" pitchFamily="18" charset="0"/>
                        </a:rPr>
                        <m:t>𝑦</m:t>
                      </m:r>
                      <m:r>
                        <a:rPr lang="zh-CN" altLang="en-US" sz="2200">
                          <a:latin typeface="Cambria Math" panose="02040503050406030204" pitchFamily="18" charset="0"/>
                        </a:rPr>
                        <m:t>)</m:t>
                      </m:r>
                      <m:r>
                        <a:rPr lang="zh-CN" altLang="en-US" sz="2200" i="1">
                          <a:latin typeface="Cambria Math" panose="02040503050406030204" pitchFamily="18" charset="0"/>
                        </a:rPr>
                        <m:t>𝑑𝑥𝑑𝑦</m:t>
                      </m:r>
                    </m:oMath>
                  </m:oMathPara>
                </a14:m>
                <a:endParaRPr lang="zh-CN" altLang="en-US" sz="2200" dirty="0"/>
              </a:p>
            </p:txBody>
          </p:sp>
        </mc:Choice>
        <mc:Fallback xmlns="">
          <p:sp>
            <p:nvSpPr>
              <p:cNvPr id="5" name="矩形 4">
                <a:extLst>
                  <a:ext uri="{FF2B5EF4-FFF2-40B4-BE49-F238E27FC236}">
                    <a16:creationId xmlns:a16="http://schemas.microsoft.com/office/drawing/2014/main" id="{3232A64A-298A-49CB-BAB9-138B80B2005C}"/>
                  </a:ext>
                </a:extLst>
              </p:cNvPr>
              <p:cNvSpPr>
                <a:spLocks noRot="1" noChangeAspect="1" noMove="1" noResize="1" noEditPoints="1" noAdjustHandles="1" noChangeArrowheads="1" noChangeShapeType="1" noTextEdit="1"/>
              </p:cNvSpPr>
              <p:nvPr/>
            </p:nvSpPr>
            <p:spPr>
              <a:xfrm>
                <a:off x="481614" y="3066531"/>
                <a:ext cx="6398418" cy="822854"/>
              </a:xfrm>
              <a:prstGeom prst="rect">
                <a:avLst/>
              </a:prstGeom>
              <a:blipFill>
                <a:blip r:embed="rId5"/>
                <a:stretch>
                  <a:fillRect l="-11683" t="-163636" b="-2378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A4BBFD9D-7A24-4DF6-A9E8-894A5CBEE2FD}"/>
                  </a:ext>
                </a:extLst>
              </p:cNvPr>
              <p:cNvSpPr/>
              <p:nvPr/>
            </p:nvSpPr>
            <p:spPr>
              <a:xfrm>
                <a:off x="6896893" y="3262514"/>
                <a:ext cx="2088264" cy="430887"/>
              </a:xfrm>
              <a:prstGeom prst="rect">
                <a:avLst/>
              </a:prstGeom>
            </p:spPr>
            <p:txBody>
              <a:bodyPr wrap="none">
                <a:spAutoFit/>
              </a:bodyPr>
              <a:lstStyle/>
              <a:p>
                <a14:m>
                  <m:oMath xmlns:m="http://schemas.openxmlformats.org/officeDocument/2006/math">
                    <m:r>
                      <a:rPr lang="en-US" altLang="zh-CN" sz="2200" i="1" smtClean="0">
                        <a:solidFill>
                          <a:srgbClr val="FF0000"/>
                        </a:solidFill>
                        <a:latin typeface="Cambria Math" panose="02040503050406030204" pitchFamily="18" charset="0"/>
                      </a:rPr>
                      <m:t>=</m:t>
                    </m:r>
                    <m:r>
                      <a:rPr lang="en-US" altLang="zh-CN" sz="2200" i="1" smtClean="0">
                        <a:solidFill>
                          <a:srgbClr val="FF0000"/>
                        </a:solidFill>
                        <a:latin typeface="Cambria Math" panose="02040503050406030204" pitchFamily="18" charset="0"/>
                      </a:rPr>
                      <m:t>𝐸</m:t>
                    </m:r>
                    <m:d>
                      <m:dPr>
                        <m:ctrlPr>
                          <a:rPr lang="en-US" altLang="zh-CN" sz="2200" i="1">
                            <a:solidFill>
                              <a:srgbClr val="FF0000"/>
                            </a:solidFill>
                            <a:latin typeface="Cambria Math" panose="02040503050406030204" pitchFamily="18" charset="0"/>
                          </a:rPr>
                        </m:ctrlPr>
                      </m:dPr>
                      <m:e>
                        <m:r>
                          <a:rPr lang="en-US" altLang="zh-CN" sz="2200" i="1">
                            <a:solidFill>
                              <a:srgbClr val="FF0000"/>
                            </a:solidFill>
                            <a:latin typeface="Cambria Math" panose="02040503050406030204" pitchFamily="18" charset="0"/>
                          </a:rPr>
                          <m:t>𝑋</m:t>
                        </m:r>
                      </m:e>
                    </m:d>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𝐸</m:t>
                    </m:r>
                    <m:r>
                      <a:rPr lang="en-US" altLang="zh-CN" sz="2200" i="1">
                        <a:solidFill>
                          <a:srgbClr val="FF0000"/>
                        </a:solidFill>
                        <a:latin typeface="Cambria Math" panose="02040503050406030204" pitchFamily="18" charset="0"/>
                      </a:rPr>
                      <m:t>(</m:t>
                    </m:r>
                    <m:r>
                      <a:rPr lang="en-US" altLang="zh-CN" sz="2200" i="1">
                        <a:solidFill>
                          <a:srgbClr val="FF0000"/>
                        </a:solidFill>
                        <a:latin typeface="Cambria Math" panose="02040503050406030204" pitchFamily="18" charset="0"/>
                      </a:rPr>
                      <m:t>𝑌</m:t>
                    </m:r>
                    <m:r>
                      <a:rPr lang="en-US" altLang="zh-CN" sz="2200" i="1">
                        <a:solidFill>
                          <a:srgbClr val="FF0000"/>
                        </a:solidFill>
                        <a:latin typeface="Cambria Math" panose="02040503050406030204" pitchFamily="18" charset="0"/>
                      </a:rPr>
                      <m:t>)</m:t>
                    </m:r>
                  </m:oMath>
                </a14:m>
                <a:r>
                  <a:rPr lang="en-US" altLang="zh-CN" sz="22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200" dirty="0"/>
              </a:p>
            </p:txBody>
          </p:sp>
        </mc:Choice>
        <mc:Fallback xmlns="">
          <p:sp>
            <p:nvSpPr>
              <p:cNvPr id="6" name="矩形 5">
                <a:extLst>
                  <a:ext uri="{FF2B5EF4-FFF2-40B4-BE49-F238E27FC236}">
                    <a16:creationId xmlns:a16="http://schemas.microsoft.com/office/drawing/2014/main" id="{A4BBFD9D-7A24-4DF6-A9E8-894A5CBEE2FD}"/>
                  </a:ext>
                </a:extLst>
              </p:cNvPr>
              <p:cNvSpPr>
                <a:spLocks noRot="1" noChangeAspect="1" noMove="1" noResize="1" noEditPoints="1" noAdjustHandles="1" noChangeArrowheads="1" noChangeShapeType="1" noTextEdit="1"/>
              </p:cNvSpPr>
              <p:nvPr/>
            </p:nvSpPr>
            <p:spPr>
              <a:xfrm>
                <a:off x="6896893" y="3262514"/>
                <a:ext cx="2088264" cy="430887"/>
              </a:xfrm>
              <a:prstGeom prst="rect">
                <a:avLst/>
              </a:prstGeom>
              <a:blipFill>
                <a:blip r:embed="rId6"/>
                <a:stretch>
                  <a:fillRect t="-8571" r="-2410" b="-257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8A0D3E6B-F5C8-4A6D-BCE2-222F423877AB}"/>
                  </a:ext>
                </a:extLst>
              </p:cNvPr>
              <p:cNvSpPr/>
              <p:nvPr/>
            </p:nvSpPr>
            <p:spPr>
              <a:xfrm>
                <a:off x="499954" y="4851528"/>
                <a:ext cx="8023157" cy="8228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200" i="1" smtClean="0">
                          <a:solidFill>
                            <a:srgbClr val="FF0000"/>
                          </a:solidFill>
                          <a:latin typeface="Cambria Math" panose="02040503050406030204" pitchFamily="18" charset="0"/>
                        </a:rPr>
                        <m:t>𝐸</m:t>
                      </m:r>
                      <m:d>
                        <m:dPr>
                          <m:ctrlPr>
                            <a:rPr lang="zh-CN" altLang="en-US" sz="2200" i="1">
                              <a:solidFill>
                                <a:srgbClr val="FF0000"/>
                              </a:solidFill>
                              <a:latin typeface="Cambria Math" panose="02040503050406030204" pitchFamily="18" charset="0"/>
                            </a:rPr>
                          </m:ctrlPr>
                        </m:dPr>
                        <m:e>
                          <m:r>
                            <a:rPr lang="en-US" altLang="zh-CN" sz="2200" i="1">
                              <a:solidFill>
                                <a:srgbClr val="FF0000"/>
                              </a:solidFill>
                              <a:latin typeface="Cambria Math" panose="02040503050406030204" pitchFamily="18" charset="0"/>
                            </a:rPr>
                            <m:t>𝑋𝑌</m:t>
                          </m:r>
                        </m:e>
                      </m:d>
                      <m:r>
                        <a:rPr lang="zh-CN" altLang="en-US" sz="2200">
                          <a:solidFill>
                            <a:srgbClr val="FF0000"/>
                          </a:solidFill>
                          <a:latin typeface="Cambria Math" panose="02040503050406030204" pitchFamily="18" charset="0"/>
                        </a:rPr>
                        <m:t>=</m:t>
                      </m:r>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m:t>
                          </m:r>
                        </m:sub>
                        <m:sup>
                          <m:r>
                            <a:rPr lang="zh-CN" altLang="en-US" sz="2200">
                              <a:latin typeface="Cambria Math" panose="02040503050406030204" pitchFamily="18" charset="0"/>
                            </a:rPr>
                            <m:t>∞</m:t>
                          </m:r>
                        </m:sup>
                        <m:e>
                          <m:r>
                            <a:rPr lang="zh-CN" altLang="en-US" sz="2200">
                              <a:latin typeface="Cambria Math" panose="02040503050406030204" pitchFamily="18" charset="0"/>
                            </a:rPr>
                            <m:t> </m:t>
                          </m:r>
                        </m:e>
                      </m:nary>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m:t>
                          </m:r>
                        </m:sub>
                        <m:sup>
                          <m:r>
                            <a:rPr lang="zh-CN" altLang="en-US" sz="2200">
                              <a:latin typeface="Cambria Math" panose="02040503050406030204" pitchFamily="18" charset="0"/>
                            </a:rPr>
                            <m:t>∞</m:t>
                          </m:r>
                        </m:sup>
                        <m:e>
                          <m:r>
                            <a:rPr lang="en-US" altLang="zh-CN" sz="2200" i="1">
                              <a:latin typeface="Cambria Math" panose="02040503050406030204" pitchFamily="18" charset="0"/>
                            </a:rPr>
                            <m:t>𝑥𝑦</m:t>
                          </m:r>
                        </m:e>
                      </m:nary>
                      <m:r>
                        <a:rPr lang="zh-CN" altLang="en-US" sz="2200" i="1">
                          <a:latin typeface="Cambria Math" panose="02040503050406030204" pitchFamily="18" charset="0"/>
                        </a:rPr>
                        <m:t>𝑓</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𝑥</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𝑦</m:t>
                      </m:r>
                      <m:r>
                        <a:rPr lang="en-US" altLang="zh-CN" sz="2200" i="1">
                          <a:latin typeface="Cambria Math" panose="02040503050406030204" pitchFamily="18" charset="0"/>
                          <a:ea typeface="Cambria Math" panose="02040503050406030204" pitchFamily="18" charset="0"/>
                        </a:rPr>
                        <m:t>)</m:t>
                      </m:r>
                      <m:r>
                        <a:rPr lang="zh-CN" altLang="en-US" sz="2200" i="1">
                          <a:latin typeface="Cambria Math" panose="02040503050406030204" pitchFamily="18" charset="0"/>
                        </a:rPr>
                        <m:t>𝑑𝑥𝑑𝑦</m:t>
                      </m:r>
                      <m:r>
                        <a:rPr lang="zh-CN" altLang="en-US" sz="2200">
                          <a:latin typeface="Cambria Math" panose="02040503050406030204" pitchFamily="18" charset="0"/>
                        </a:rPr>
                        <m:t>=</m:t>
                      </m:r>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m:t>
                          </m:r>
                        </m:sub>
                        <m:sup>
                          <m:r>
                            <a:rPr lang="zh-CN" altLang="en-US" sz="2200">
                              <a:latin typeface="Cambria Math" panose="02040503050406030204" pitchFamily="18" charset="0"/>
                            </a:rPr>
                            <m:t>∞</m:t>
                          </m:r>
                        </m:sup>
                        <m:e>
                          <m:r>
                            <a:rPr lang="zh-CN" altLang="en-US" sz="2200">
                              <a:latin typeface="Cambria Math" panose="02040503050406030204" pitchFamily="18" charset="0"/>
                            </a:rPr>
                            <m:t> </m:t>
                          </m:r>
                        </m:e>
                      </m:nary>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m:t>
                          </m:r>
                        </m:sub>
                        <m:sup>
                          <m:r>
                            <a:rPr lang="zh-CN" altLang="en-US" sz="2200">
                              <a:latin typeface="Cambria Math" panose="02040503050406030204" pitchFamily="18" charset="0"/>
                            </a:rPr>
                            <m:t>∞</m:t>
                          </m:r>
                        </m:sup>
                        <m:e>
                          <m:r>
                            <a:rPr lang="zh-CN" altLang="en-US" sz="2200">
                              <a:latin typeface="Cambria Math" panose="02040503050406030204" pitchFamily="18" charset="0"/>
                            </a:rPr>
                            <m:t> </m:t>
                          </m:r>
                        </m:e>
                      </m:nary>
                      <m:sSub>
                        <m:sSubPr>
                          <m:ctrlPr>
                            <a:rPr lang="zh-CN" altLang="zh-CN" sz="2200" i="1">
                              <a:latin typeface="Cambria Math" panose="02040503050406030204" pitchFamily="18" charset="0"/>
                            </a:rPr>
                          </m:ctrlPr>
                        </m:sSubPr>
                        <m:e>
                          <m:sSub>
                            <m:sSubPr>
                              <m:ctrlPr>
                                <a:rPr lang="zh-CN" altLang="zh-CN" sz="2200" i="1">
                                  <a:latin typeface="Cambria Math" panose="02040503050406030204" pitchFamily="18" charset="0"/>
                                </a:rPr>
                              </m:ctrlPr>
                            </m:sSubPr>
                            <m:e>
                              <m:r>
                                <a:rPr lang="en-US" altLang="zh-CN" sz="2200" i="1">
                                  <a:latin typeface="Cambria Math" panose="02040503050406030204" pitchFamily="18" charset="0"/>
                                </a:rPr>
                                <m:t>𝑥𝑦𝑓</m:t>
                              </m:r>
                            </m:e>
                            <m:sub>
                              <m:r>
                                <a:rPr lang="en-US" altLang="zh-CN" sz="2200" i="1">
                                  <a:latin typeface="Cambria Math" panose="02040503050406030204" pitchFamily="18" charset="0"/>
                                </a:rPr>
                                <m:t>𝑋</m:t>
                              </m:r>
                            </m:sub>
                          </m:sSub>
                          <m:d>
                            <m:dPr>
                              <m:ctrlPr>
                                <a:rPr lang="zh-CN" altLang="zh-CN" sz="2200" i="1">
                                  <a:latin typeface="Cambria Math" panose="02040503050406030204" pitchFamily="18" charset="0"/>
                                </a:rPr>
                              </m:ctrlPr>
                            </m:dPr>
                            <m:e>
                              <m:r>
                                <a:rPr lang="en-US" altLang="zh-CN" sz="2200" i="1">
                                  <a:latin typeface="Cambria Math" panose="02040503050406030204" pitchFamily="18" charset="0"/>
                                </a:rPr>
                                <m:t>𝑥</m:t>
                              </m:r>
                            </m:e>
                          </m:d>
                          <m:r>
                            <a:rPr lang="en-US" altLang="zh-CN" sz="2200" i="1">
                              <a:latin typeface="Cambria Math" panose="02040503050406030204" pitchFamily="18" charset="0"/>
                            </a:rPr>
                            <m:t>𝑓</m:t>
                          </m:r>
                        </m:e>
                        <m:sub>
                          <m:r>
                            <a:rPr lang="en-US" altLang="zh-CN" sz="2200" i="1">
                              <a:latin typeface="Cambria Math" panose="02040503050406030204" pitchFamily="18" charset="0"/>
                            </a:rPr>
                            <m:t>𝑌</m:t>
                          </m:r>
                        </m:sub>
                      </m:sSub>
                      <m:d>
                        <m:dPr>
                          <m:ctrlPr>
                            <a:rPr lang="zh-CN" altLang="zh-CN" sz="2200" i="1">
                              <a:latin typeface="Cambria Math" panose="02040503050406030204" pitchFamily="18" charset="0"/>
                            </a:rPr>
                          </m:ctrlPr>
                        </m:dPr>
                        <m:e>
                          <m:r>
                            <a:rPr lang="en-US" altLang="zh-CN" sz="2200" i="1">
                              <a:latin typeface="Cambria Math" panose="02040503050406030204" pitchFamily="18" charset="0"/>
                            </a:rPr>
                            <m:t>𝑦</m:t>
                          </m:r>
                        </m:e>
                      </m:d>
                      <m:r>
                        <a:rPr lang="zh-CN" altLang="en-US" sz="2200" i="1">
                          <a:latin typeface="Cambria Math" panose="02040503050406030204" pitchFamily="18" charset="0"/>
                        </a:rPr>
                        <m:t>𝑑𝑥𝑑𝑦</m:t>
                      </m:r>
                    </m:oMath>
                  </m:oMathPara>
                </a14:m>
                <a:endParaRPr lang="zh-CN" altLang="en-US" sz="2200" dirty="0">
                  <a:latin typeface="Cambria Math" panose="02040503050406030204" pitchFamily="18" charset="0"/>
                </a:endParaRPr>
              </a:p>
            </p:txBody>
          </p:sp>
        </mc:Choice>
        <mc:Fallback xmlns="">
          <p:sp>
            <p:nvSpPr>
              <p:cNvPr id="18" name="矩形 17">
                <a:extLst>
                  <a:ext uri="{FF2B5EF4-FFF2-40B4-BE49-F238E27FC236}">
                    <a16:creationId xmlns:a16="http://schemas.microsoft.com/office/drawing/2014/main" id="{8A0D3E6B-F5C8-4A6D-BCE2-222F423877AB}"/>
                  </a:ext>
                </a:extLst>
              </p:cNvPr>
              <p:cNvSpPr>
                <a:spLocks noRot="1" noChangeAspect="1" noMove="1" noResize="1" noEditPoints="1" noAdjustHandles="1" noChangeArrowheads="1" noChangeShapeType="1" noTextEdit="1"/>
              </p:cNvSpPr>
              <p:nvPr/>
            </p:nvSpPr>
            <p:spPr>
              <a:xfrm>
                <a:off x="499954" y="4851528"/>
                <a:ext cx="8023157" cy="822854"/>
              </a:xfrm>
              <a:prstGeom prst="rect">
                <a:avLst/>
              </a:prstGeom>
              <a:blipFill>
                <a:blip r:embed="rId7"/>
                <a:stretch>
                  <a:fillRect t="-166154" b="-24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9754062D-0F3E-4C1C-9E87-9E8AA0FE5FFA}"/>
                  </a:ext>
                </a:extLst>
              </p:cNvPr>
              <p:cNvSpPr/>
              <p:nvPr/>
            </p:nvSpPr>
            <p:spPr>
              <a:xfrm>
                <a:off x="2713572" y="5765168"/>
                <a:ext cx="5809539" cy="8228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200">
                          <a:latin typeface="Cambria Math" panose="02040503050406030204" pitchFamily="18" charset="0"/>
                        </a:rPr>
                        <m:t>=[</m:t>
                      </m:r>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m:t>
                          </m:r>
                        </m:sub>
                        <m:sup>
                          <m:r>
                            <a:rPr lang="zh-CN" altLang="en-US" sz="2200">
                              <a:latin typeface="Cambria Math" panose="02040503050406030204" pitchFamily="18" charset="0"/>
                            </a:rPr>
                            <m:t>∞</m:t>
                          </m:r>
                        </m:sup>
                        <m:e>
                          <m:r>
                            <a:rPr lang="zh-CN" altLang="en-US" sz="2200" i="1">
                              <a:latin typeface="Cambria Math" panose="02040503050406030204" pitchFamily="18" charset="0"/>
                            </a:rPr>
                            <m:t>𝑥</m:t>
                          </m:r>
                        </m:e>
                      </m:nary>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𝑓</m:t>
                          </m:r>
                        </m:e>
                        <m:sub>
                          <m:r>
                            <a:rPr lang="zh-CN" altLang="en-US" sz="2200" i="1">
                              <a:latin typeface="Cambria Math" panose="02040503050406030204" pitchFamily="18" charset="0"/>
                            </a:rPr>
                            <m:t>𝑋</m:t>
                          </m:r>
                        </m:sub>
                      </m:sSub>
                      <m:r>
                        <a:rPr lang="zh-CN" altLang="en-US" sz="2200">
                          <a:latin typeface="Cambria Math" panose="02040503050406030204" pitchFamily="18" charset="0"/>
                        </a:rPr>
                        <m:t>(</m:t>
                      </m:r>
                      <m:r>
                        <a:rPr lang="zh-CN" altLang="en-US" sz="2200" i="1">
                          <a:latin typeface="Cambria Math" panose="02040503050406030204" pitchFamily="18" charset="0"/>
                        </a:rPr>
                        <m:t>𝑥</m:t>
                      </m:r>
                      <m:r>
                        <a:rPr lang="zh-CN" altLang="en-US" sz="2200">
                          <a:latin typeface="Cambria Math" panose="02040503050406030204" pitchFamily="18" charset="0"/>
                        </a:rPr>
                        <m:t>)</m:t>
                      </m:r>
                      <m:r>
                        <a:rPr lang="zh-CN" altLang="en-US" sz="2200" i="1">
                          <a:latin typeface="Cambria Math" panose="02040503050406030204" pitchFamily="18" charset="0"/>
                        </a:rPr>
                        <m:t>𝑑𝑥</m:t>
                      </m:r>
                      <m:r>
                        <a:rPr lang="zh-CN" altLang="en-US" sz="2200">
                          <a:latin typeface="Cambria Math" panose="02040503050406030204" pitchFamily="18" charset="0"/>
                        </a:rPr>
                        <m:t>][</m:t>
                      </m:r>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m:t>
                          </m:r>
                        </m:sub>
                        <m:sup>
                          <m:r>
                            <a:rPr lang="zh-CN" altLang="en-US" sz="2200">
                              <a:latin typeface="Cambria Math" panose="02040503050406030204" pitchFamily="18" charset="0"/>
                            </a:rPr>
                            <m:t>∞</m:t>
                          </m:r>
                        </m:sup>
                        <m:e>
                          <m:r>
                            <a:rPr lang="zh-CN" altLang="en-US" sz="2200" i="1">
                              <a:latin typeface="Cambria Math" panose="02040503050406030204" pitchFamily="18" charset="0"/>
                            </a:rPr>
                            <m:t>𝑦</m:t>
                          </m:r>
                        </m:e>
                      </m:nary>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𝑓</m:t>
                          </m:r>
                        </m:e>
                        <m:sub>
                          <m:r>
                            <a:rPr lang="zh-CN" altLang="en-US" sz="2200" i="1">
                              <a:latin typeface="Cambria Math" panose="02040503050406030204" pitchFamily="18" charset="0"/>
                            </a:rPr>
                            <m:t>𝑌</m:t>
                          </m:r>
                        </m:sub>
                      </m:sSub>
                      <m:r>
                        <a:rPr lang="zh-CN" altLang="en-US" sz="2200">
                          <a:latin typeface="Cambria Math" panose="02040503050406030204" pitchFamily="18" charset="0"/>
                        </a:rPr>
                        <m:t>(</m:t>
                      </m:r>
                      <m:r>
                        <a:rPr lang="zh-CN" altLang="en-US" sz="2200" i="1">
                          <a:latin typeface="Cambria Math" panose="02040503050406030204" pitchFamily="18" charset="0"/>
                        </a:rPr>
                        <m:t>𝑦</m:t>
                      </m:r>
                      <m:r>
                        <a:rPr lang="zh-CN" altLang="en-US" sz="2200">
                          <a:latin typeface="Cambria Math" panose="02040503050406030204" pitchFamily="18" charset="0"/>
                        </a:rPr>
                        <m:t>)</m:t>
                      </m:r>
                      <m:r>
                        <a:rPr lang="zh-CN" altLang="en-US" sz="2200" i="1">
                          <a:latin typeface="Cambria Math" panose="02040503050406030204" pitchFamily="18" charset="0"/>
                        </a:rPr>
                        <m:t>𝑑𝑦</m:t>
                      </m:r>
                      <m:r>
                        <a:rPr lang="zh-CN" altLang="en-US" sz="2200">
                          <a:latin typeface="Cambria Math" panose="02040503050406030204" pitchFamily="18" charset="0"/>
                        </a:rPr>
                        <m:t>]</m:t>
                      </m:r>
                      <m:r>
                        <a:rPr lang="zh-CN" altLang="en-US" sz="2200" smtClean="0">
                          <a:solidFill>
                            <a:srgbClr val="FF0000"/>
                          </a:solidFill>
                          <a:latin typeface="Cambria Math" panose="02040503050406030204" pitchFamily="18" charset="0"/>
                        </a:rPr>
                        <m:t>=</m:t>
                      </m:r>
                      <m:r>
                        <a:rPr lang="zh-CN" altLang="en-US" sz="2200" i="1">
                          <a:solidFill>
                            <a:srgbClr val="FF0000"/>
                          </a:solidFill>
                          <a:latin typeface="Cambria Math" panose="02040503050406030204" pitchFamily="18" charset="0"/>
                        </a:rPr>
                        <m:t>𝐸</m:t>
                      </m:r>
                      <m:r>
                        <a:rPr lang="zh-CN" altLang="en-US" sz="2200">
                          <a:solidFill>
                            <a:srgbClr val="FF0000"/>
                          </a:solidFill>
                          <a:latin typeface="Cambria Math" panose="02040503050406030204" pitchFamily="18" charset="0"/>
                        </a:rPr>
                        <m:t>(</m:t>
                      </m:r>
                      <m:r>
                        <a:rPr lang="zh-CN" altLang="en-US" sz="2200" i="1">
                          <a:solidFill>
                            <a:srgbClr val="FF0000"/>
                          </a:solidFill>
                          <a:latin typeface="Cambria Math" panose="02040503050406030204" pitchFamily="18" charset="0"/>
                        </a:rPr>
                        <m:t>𝑋</m:t>
                      </m:r>
                      <m:r>
                        <a:rPr lang="zh-CN" altLang="en-US" sz="2200">
                          <a:solidFill>
                            <a:srgbClr val="FF0000"/>
                          </a:solidFill>
                          <a:latin typeface="Cambria Math" panose="02040503050406030204" pitchFamily="18" charset="0"/>
                        </a:rPr>
                        <m:t>)</m:t>
                      </m:r>
                      <m:r>
                        <a:rPr lang="zh-CN" altLang="en-US" sz="2200" i="1">
                          <a:solidFill>
                            <a:srgbClr val="FF0000"/>
                          </a:solidFill>
                          <a:latin typeface="Cambria Math" panose="02040503050406030204" pitchFamily="18" charset="0"/>
                        </a:rPr>
                        <m:t>𝐸</m:t>
                      </m:r>
                      <m:r>
                        <a:rPr lang="zh-CN" altLang="en-US" sz="2200">
                          <a:solidFill>
                            <a:srgbClr val="FF0000"/>
                          </a:solidFill>
                          <a:latin typeface="Cambria Math" panose="02040503050406030204" pitchFamily="18" charset="0"/>
                        </a:rPr>
                        <m:t>(</m:t>
                      </m:r>
                      <m:r>
                        <a:rPr lang="zh-CN" altLang="en-US" sz="2200" i="1">
                          <a:solidFill>
                            <a:srgbClr val="FF0000"/>
                          </a:solidFill>
                          <a:latin typeface="Cambria Math" panose="02040503050406030204" pitchFamily="18" charset="0"/>
                        </a:rPr>
                        <m:t>𝑌</m:t>
                      </m:r>
                      <m:r>
                        <a:rPr lang="en-US" altLang="zh-CN" sz="2200" i="1">
                          <a:solidFill>
                            <a:srgbClr val="FF0000"/>
                          </a:solidFill>
                          <a:latin typeface="Cambria Math" panose="02040503050406030204" pitchFamily="18" charset="0"/>
                        </a:rPr>
                        <m:t>)</m:t>
                      </m:r>
                    </m:oMath>
                  </m:oMathPara>
                </a14:m>
                <a:endParaRPr lang="zh-CN" altLang="en-US" sz="2200" dirty="0"/>
              </a:p>
            </p:txBody>
          </p:sp>
        </mc:Choice>
        <mc:Fallback xmlns="">
          <p:sp>
            <p:nvSpPr>
              <p:cNvPr id="11" name="矩形 10">
                <a:extLst>
                  <a:ext uri="{FF2B5EF4-FFF2-40B4-BE49-F238E27FC236}">
                    <a16:creationId xmlns:a16="http://schemas.microsoft.com/office/drawing/2014/main" id="{9754062D-0F3E-4C1C-9E87-9E8AA0FE5FFA}"/>
                  </a:ext>
                </a:extLst>
              </p:cNvPr>
              <p:cNvSpPr>
                <a:spLocks noRot="1" noChangeAspect="1" noMove="1" noResize="1" noEditPoints="1" noAdjustHandles="1" noChangeArrowheads="1" noChangeShapeType="1" noTextEdit="1"/>
              </p:cNvSpPr>
              <p:nvPr/>
            </p:nvSpPr>
            <p:spPr>
              <a:xfrm>
                <a:off x="2713572" y="5765168"/>
                <a:ext cx="5809539" cy="822854"/>
              </a:xfrm>
              <a:prstGeom prst="rect">
                <a:avLst/>
              </a:prstGeom>
              <a:blipFill>
                <a:blip r:embed="rId8"/>
                <a:stretch>
                  <a:fillRect l="-11329" t="-166154" b="-241538"/>
                </a:stretch>
              </a:blipFill>
            </p:spPr>
            <p:txBody>
              <a:bodyPr/>
              <a:lstStyle/>
              <a:p>
                <a:r>
                  <a:rPr lang="zh-CN" altLang="en-US">
                    <a:noFill/>
                  </a:rPr>
                  <a:t> </a:t>
                </a:r>
              </a:p>
            </p:txBody>
          </p:sp>
        </mc:Fallback>
      </mc:AlternateContent>
      <p:sp>
        <p:nvSpPr>
          <p:cNvPr id="3" name="副标题 2">
            <a:extLst>
              <a:ext uri="{FF2B5EF4-FFF2-40B4-BE49-F238E27FC236}">
                <a16:creationId xmlns:a16="http://schemas.microsoft.com/office/drawing/2014/main" id="{BC291452-25C2-5582-7343-A4AD3BE2783A}"/>
              </a:ext>
            </a:extLst>
          </p:cNvPr>
          <p:cNvSpPr txBox="1">
            <a:spLocks/>
          </p:cNvSpPr>
          <p:nvPr/>
        </p:nvSpPr>
        <p:spPr>
          <a:xfrm>
            <a:off x="1341603" y="25537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4000" b="1" dirty="0">
                <a:solidFill>
                  <a:srgbClr val="FF0000"/>
                </a:solidFill>
                <a:latin typeface="STXinwei" panose="02010800040101010101" pitchFamily="2" charset="-122"/>
                <a:ea typeface="STXinwei" panose="02010800040101010101" pitchFamily="2" charset="-122"/>
              </a:rPr>
              <a:t>数学期望的性质</a:t>
            </a:r>
          </a:p>
        </p:txBody>
      </p:sp>
      <p:cxnSp>
        <p:nvCxnSpPr>
          <p:cNvPr id="4" name="直线连接符 3">
            <a:extLst>
              <a:ext uri="{FF2B5EF4-FFF2-40B4-BE49-F238E27FC236}">
                <a16:creationId xmlns:a16="http://schemas.microsoft.com/office/drawing/2014/main" id="{3999B2BE-6EEF-7B61-5479-9988683287F9}"/>
              </a:ext>
            </a:extLst>
          </p:cNvPr>
          <p:cNvCxnSpPr/>
          <p:nvPr/>
        </p:nvCxnSpPr>
        <p:spPr>
          <a:xfrm>
            <a:off x="0" y="94069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47024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图表&#10;&#10;描述已自动生成">
            <a:extLst>
              <a:ext uri="{FF2B5EF4-FFF2-40B4-BE49-F238E27FC236}">
                <a16:creationId xmlns:a16="http://schemas.microsoft.com/office/drawing/2014/main" id="{857BA6B8-1A54-3D60-4BCC-73F64B5D6369}"/>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t="44969"/>
          <a:stretch/>
        </p:blipFill>
        <p:spPr>
          <a:xfrm>
            <a:off x="582987" y="1329791"/>
            <a:ext cx="8238195" cy="2417156"/>
          </a:xfrm>
          <a:prstGeom prst="rect">
            <a:avLst/>
          </a:prstGeom>
        </p:spPr>
      </p:pic>
      <p:sp>
        <p:nvSpPr>
          <p:cNvPr id="2" name="文本框 1">
            <a:extLst>
              <a:ext uri="{FF2B5EF4-FFF2-40B4-BE49-F238E27FC236}">
                <a16:creationId xmlns:a16="http://schemas.microsoft.com/office/drawing/2014/main" id="{7489AEDC-0556-833F-6147-8D0922C685B6}"/>
              </a:ext>
            </a:extLst>
          </p:cNvPr>
          <p:cNvSpPr txBox="1"/>
          <p:nvPr/>
        </p:nvSpPr>
        <p:spPr>
          <a:xfrm>
            <a:off x="675481" y="4060556"/>
            <a:ext cx="1943733" cy="480447"/>
          </a:xfrm>
          <a:prstGeom prst="rect">
            <a:avLst/>
          </a:prstGeom>
          <a:solidFill>
            <a:schemeClr val="bg1"/>
          </a:solidFill>
        </p:spPr>
        <p:txBody>
          <a:bodyPr wrap="square" rtlCol="0">
            <a:spAutoFit/>
          </a:bodyPr>
          <a:lstStyle/>
          <a:p>
            <a:endParaRPr kumimoji="1" lang="zh-CN" altLang="en-US" dirty="0"/>
          </a:p>
        </p:txBody>
      </p:sp>
      <p:cxnSp>
        <p:nvCxnSpPr>
          <p:cNvPr id="5" name="直线连接符 4">
            <a:extLst>
              <a:ext uri="{FF2B5EF4-FFF2-40B4-BE49-F238E27FC236}">
                <a16:creationId xmlns:a16="http://schemas.microsoft.com/office/drawing/2014/main" id="{AA11E888-85BB-97A5-2064-98B580068526}"/>
              </a:ext>
            </a:extLst>
          </p:cNvPr>
          <p:cNvCxnSpPr/>
          <p:nvPr/>
        </p:nvCxnSpPr>
        <p:spPr>
          <a:xfrm>
            <a:off x="0" y="94069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BD179D45-3996-B5B3-7806-B16D56FB8A7B}"/>
              </a:ext>
            </a:extLst>
          </p:cNvPr>
          <p:cNvSpPr/>
          <p:nvPr/>
        </p:nvSpPr>
        <p:spPr bwMode="auto">
          <a:xfrm>
            <a:off x="0" y="0"/>
            <a:ext cx="260169" cy="6858000"/>
          </a:xfrm>
          <a:prstGeom prst="rect">
            <a:avLst/>
          </a:prstGeom>
          <a:solidFill>
            <a:srgbClr val="00B05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 name="副标题 2">
            <a:extLst>
              <a:ext uri="{FF2B5EF4-FFF2-40B4-BE49-F238E27FC236}">
                <a16:creationId xmlns:a16="http://schemas.microsoft.com/office/drawing/2014/main" id="{E63D1DAF-F573-9A56-0E01-338EBB1FDC77}"/>
              </a:ext>
            </a:extLst>
          </p:cNvPr>
          <p:cNvSpPr txBox="1">
            <a:spLocks/>
          </p:cNvSpPr>
          <p:nvPr/>
        </p:nvSpPr>
        <p:spPr>
          <a:xfrm>
            <a:off x="1341603" y="25537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#1</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AE719AC-18E7-9480-43DB-6A095ACB9A96}"/>
                  </a:ext>
                </a:extLst>
              </p:cNvPr>
              <p:cNvSpPr txBox="1"/>
              <p:nvPr/>
            </p:nvSpPr>
            <p:spPr>
              <a:xfrm>
                <a:off x="582987" y="4060556"/>
                <a:ext cx="6437788" cy="2332754"/>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kumimoji="1" lang="en-US" altLang="zh-CN" sz="2400" b="0" i="1" smtClean="0">
                          <a:latin typeface="Cambria Math" panose="02040503050406030204" pitchFamily="18" charset="0"/>
                        </a:rPr>
                        <m:t>𝑍</m:t>
                      </m:r>
                      <m:r>
                        <a:rPr kumimoji="1" lang="en-US" altLang="zh-CN" sz="2400" b="0" i="1" smtClean="0">
                          <a:latin typeface="Cambria Math" panose="02040503050406030204" pitchFamily="18" charset="0"/>
                        </a:rPr>
                        <m:t>=</m:t>
                      </m:r>
                      <m:f>
                        <m:fPr>
                          <m:ctrlPr>
                            <a:rPr kumimoji="1" lang="en-US" altLang="zh-CN" sz="2400" b="0" i="1" smtClean="0">
                              <a:latin typeface="Cambria Math" panose="02040503050406030204" pitchFamily="18" charset="0"/>
                            </a:rPr>
                          </m:ctrlPr>
                        </m:fPr>
                        <m:num>
                          <m:r>
                            <a:rPr kumimoji="1" lang="en-US" altLang="zh-CN" sz="2400" b="0" i="1" smtClean="0">
                              <a:latin typeface="Cambria Math" panose="02040503050406030204" pitchFamily="18" charset="0"/>
                            </a:rPr>
                            <m:t>𝑋</m:t>
                          </m:r>
                          <m:r>
                            <a:rPr kumimoji="1" lang="en-US" altLang="zh-CN" sz="2400" b="0" i="1" smtClean="0">
                              <a:latin typeface="Cambria Math" panose="02040503050406030204" pitchFamily="18" charset="0"/>
                            </a:rPr>
                            <m:t>−</m:t>
                          </m:r>
                          <m:r>
                            <a:rPr kumimoji="1" lang="en-US" altLang="zh-CN" sz="2400" b="0" i="1" smtClean="0">
                              <a:latin typeface="Cambria Math" panose="02040503050406030204" pitchFamily="18" charset="0"/>
                              <a:ea typeface="Cambria Math" panose="02040503050406030204" pitchFamily="18" charset="0"/>
                            </a:rPr>
                            <m:t>𝜇</m:t>
                          </m:r>
                        </m:num>
                        <m:den>
                          <m:r>
                            <a:rPr kumimoji="1" lang="en-US" altLang="zh-CN" sz="2400" b="0" i="1" smtClean="0">
                              <a:latin typeface="Cambria Math" panose="02040503050406030204" pitchFamily="18" charset="0"/>
                              <a:ea typeface="Cambria Math" panose="02040503050406030204" pitchFamily="18" charset="0"/>
                            </a:rPr>
                            <m:t>𝜎</m:t>
                          </m:r>
                        </m:den>
                      </m:f>
                    </m:oMath>
                  </m:oMathPara>
                </a14:m>
                <a:endParaRPr kumimoji="1" lang="en-US" altLang="zh-CN" sz="2400" dirty="0"/>
              </a:p>
              <a:p>
                <a:pPr/>
                <a14:m>
                  <m:oMathPara xmlns:m="http://schemas.openxmlformats.org/officeDocument/2006/math">
                    <m:oMathParaPr>
                      <m:jc m:val="left"/>
                    </m:oMathParaPr>
                    <m:oMath xmlns:m="http://schemas.openxmlformats.org/officeDocument/2006/math">
                      <m:r>
                        <a:rPr kumimoji="1" lang="en-US" altLang="zh-CN" sz="2400" i="1" dirty="0" smtClean="0">
                          <a:latin typeface="Cambria Math" panose="02040503050406030204" pitchFamily="18" charset="0"/>
                        </a:rPr>
                        <m:t>𝐸</m:t>
                      </m:r>
                      <m:d>
                        <m:dPr>
                          <m:ctrlPr>
                            <a:rPr kumimoji="1" lang="en-US" altLang="zh-CN" sz="2400" i="1" dirty="0" smtClean="0">
                              <a:latin typeface="Cambria Math" panose="02040503050406030204" pitchFamily="18" charset="0"/>
                            </a:rPr>
                          </m:ctrlPr>
                        </m:dPr>
                        <m:e>
                          <m:r>
                            <a:rPr kumimoji="1" lang="en-US" altLang="zh-CN" sz="2400" i="1" dirty="0" smtClean="0">
                              <a:latin typeface="Cambria Math" panose="02040503050406030204" pitchFamily="18" charset="0"/>
                            </a:rPr>
                            <m:t>𝑍</m:t>
                          </m:r>
                        </m:e>
                      </m:d>
                      <m:r>
                        <a:rPr kumimoji="1" lang="en-US" altLang="zh-CN" sz="2400" i="1" dirty="0" smtClean="0">
                          <a:latin typeface="Cambria Math" panose="02040503050406030204" pitchFamily="18" charset="0"/>
                        </a:rPr>
                        <m:t>=</m:t>
                      </m:r>
                      <m:f>
                        <m:fPr>
                          <m:ctrlPr>
                            <a:rPr kumimoji="1" lang="en-US" altLang="zh-CN" sz="2400" i="1" dirty="0" smtClean="0">
                              <a:latin typeface="Cambria Math" panose="02040503050406030204" pitchFamily="18" charset="0"/>
                            </a:rPr>
                          </m:ctrlPr>
                        </m:fPr>
                        <m:num>
                          <m:r>
                            <a:rPr kumimoji="1" lang="en-US" altLang="zh-CN" sz="2400" b="0" i="1" dirty="0" smtClean="0">
                              <a:latin typeface="Cambria Math" panose="02040503050406030204" pitchFamily="18" charset="0"/>
                            </a:rPr>
                            <m:t>1</m:t>
                          </m:r>
                        </m:num>
                        <m:den>
                          <m:rad>
                            <m:radPr>
                              <m:degHide m:val="on"/>
                              <m:ctrlPr>
                                <a:rPr kumimoji="1" lang="en-US" altLang="zh-CN" sz="2400" i="1" dirty="0" smtClean="0">
                                  <a:latin typeface="Cambria Math" panose="02040503050406030204" pitchFamily="18" charset="0"/>
                                </a:rPr>
                              </m:ctrlPr>
                            </m:radPr>
                            <m:deg/>
                            <m:e>
                              <m:r>
                                <a:rPr kumimoji="1" lang="en-US" altLang="zh-CN" sz="2400" b="0" i="1" dirty="0" smtClean="0">
                                  <a:latin typeface="Cambria Math" panose="02040503050406030204" pitchFamily="18" charset="0"/>
                                </a:rPr>
                                <m:t>2</m:t>
                              </m:r>
                              <m:r>
                                <a:rPr kumimoji="1" lang="en-US" altLang="zh-CN" sz="2400" b="0" i="1" dirty="0" smtClean="0">
                                  <a:latin typeface="Cambria Math" panose="02040503050406030204" pitchFamily="18" charset="0"/>
                                  <a:ea typeface="Cambria Math" panose="02040503050406030204" pitchFamily="18" charset="0"/>
                                </a:rPr>
                                <m:t>𝜋</m:t>
                              </m:r>
                            </m:e>
                          </m:rad>
                        </m:den>
                      </m:f>
                      <m:nary>
                        <m:naryPr>
                          <m:ctrlPr>
                            <a:rPr kumimoji="1" lang="en-US" altLang="zh-CN" sz="2400" i="1" dirty="0" smtClean="0">
                              <a:latin typeface="Cambria Math" panose="02040503050406030204" pitchFamily="18" charset="0"/>
                            </a:rPr>
                          </m:ctrlPr>
                        </m:naryPr>
                        <m:sub>
                          <m:r>
                            <m:rPr>
                              <m:brk m:alnAt="23"/>
                            </m:rPr>
                            <a:rPr kumimoji="1" lang="en-US" altLang="zh-CN" sz="2400" b="0" i="1" dirty="0" smtClean="0">
                              <a:latin typeface="Cambria Math" panose="02040503050406030204" pitchFamily="18" charset="0"/>
                            </a:rPr>
                            <m:t>−</m:t>
                          </m:r>
                          <m:r>
                            <a:rPr kumimoji="1" lang="en-US" altLang="zh-CN" sz="2400" b="0" i="1" dirty="0" smtClean="0">
                              <a:latin typeface="Cambria Math" panose="02040503050406030204" pitchFamily="18" charset="0"/>
                              <a:ea typeface="Cambria Math" panose="02040503050406030204" pitchFamily="18" charset="0"/>
                            </a:rPr>
                            <m:t>∞</m:t>
                          </m:r>
                        </m:sub>
                        <m:sup>
                          <m:r>
                            <a:rPr kumimoji="1" lang="en-US" altLang="zh-CN" sz="2400" i="1" dirty="0" smtClean="0">
                              <a:latin typeface="Cambria Math" panose="02040503050406030204" pitchFamily="18" charset="0"/>
                              <a:ea typeface="Cambria Math" panose="02040503050406030204" pitchFamily="18" charset="0"/>
                            </a:rPr>
                            <m:t>∞</m:t>
                          </m:r>
                        </m:sup>
                        <m:e>
                          <m:r>
                            <a:rPr kumimoji="1" lang="en-US" altLang="zh-CN" sz="2400" b="0" i="1" dirty="0" smtClean="0">
                              <a:latin typeface="Cambria Math" panose="02040503050406030204" pitchFamily="18" charset="0"/>
                            </a:rPr>
                            <m:t>𝑡</m:t>
                          </m:r>
                          <m:sSup>
                            <m:sSupPr>
                              <m:ctrlPr>
                                <a:rPr kumimoji="1" lang="en-US" altLang="zh-CN" sz="2400" b="0" i="1" dirty="0" smtClean="0">
                                  <a:latin typeface="Cambria Math" panose="02040503050406030204" pitchFamily="18" charset="0"/>
                                </a:rPr>
                              </m:ctrlPr>
                            </m:sSupPr>
                            <m:e>
                              <m:r>
                                <a:rPr kumimoji="1" lang="en-US" altLang="zh-CN" sz="2400" b="0" i="1" dirty="0" smtClean="0">
                                  <a:latin typeface="Cambria Math" panose="02040503050406030204" pitchFamily="18" charset="0"/>
                                </a:rPr>
                                <m:t>𝑒</m:t>
                              </m:r>
                            </m:e>
                            <m:sup>
                              <m:r>
                                <a:rPr kumimoji="1" lang="en-US" altLang="zh-CN" sz="2400" b="0" i="1" dirty="0" smtClean="0">
                                  <a:latin typeface="Cambria Math" panose="02040503050406030204" pitchFamily="18" charset="0"/>
                                </a:rPr>
                                <m:t>−</m:t>
                              </m:r>
                              <m:f>
                                <m:fPr>
                                  <m:ctrlPr>
                                    <a:rPr kumimoji="1" lang="en-US" altLang="zh-CN" sz="2400" b="0" i="1" dirty="0" smtClean="0">
                                      <a:latin typeface="Cambria Math" panose="02040503050406030204" pitchFamily="18" charset="0"/>
                                    </a:rPr>
                                  </m:ctrlPr>
                                </m:fPr>
                                <m:num>
                                  <m:sSup>
                                    <m:sSupPr>
                                      <m:ctrlPr>
                                        <a:rPr kumimoji="1" lang="en-US" altLang="zh-CN" sz="2400" b="0" i="1" dirty="0" smtClean="0">
                                          <a:latin typeface="Cambria Math" panose="02040503050406030204" pitchFamily="18" charset="0"/>
                                        </a:rPr>
                                      </m:ctrlPr>
                                    </m:sSupPr>
                                    <m:e>
                                      <m:r>
                                        <a:rPr kumimoji="1" lang="en-US" altLang="zh-CN" sz="2400" b="0" i="1" dirty="0" smtClean="0">
                                          <a:latin typeface="Cambria Math" panose="02040503050406030204" pitchFamily="18" charset="0"/>
                                        </a:rPr>
                                        <m:t>𝑡</m:t>
                                      </m:r>
                                    </m:e>
                                    <m:sup>
                                      <m:r>
                                        <a:rPr kumimoji="1" lang="en-US" altLang="zh-CN" sz="2400" b="0" i="1" dirty="0" smtClean="0">
                                          <a:latin typeface="Cambria Math" panose="02040503050406030204" pitchFamily="18" charset="0"/>
                                        </a:rPr>
                                        <m:t>2</m:t>
                                      </m:r>
                                    </m:sup>
                                  </m:sSup>
                                </m:num>
                                <m:den>
                                  <m:r>
                                    <a:rPr kumimoji="1" lang="en-US" altLang="zh-CN" sz="2400" b="0" i="1" dirty="0" smtClean="0">
                                      <a:latin typeface="Cambria Math" panose="02040503050406030204" pitchFamily="18" charset="0"/>
                                    </a:rPr>
                                    <m:t>2</m:t>
                                  </m:r>
                                </m:den>
                              </m:f>
                            </m:sup>
                          </m:sSup>
                        </m:e>
                      </m:nary>
                      <m:r>
                        <a:rPr kumimoji="1" lang="en-US" altLang="zh-CN" sz="2400" b="0" i="1" dirty="0" smtClean="0">
                          <a:latin typeface="Cambria Math" panose="02040503050406030204" pitchFamily="18" charset="0"/>
                        </a:rPr>
                        <m:t>𝑑𝑡</m:t>
                      </m:r>
                      <m:r>
                        <a:rPr kumimoji="1" lang="en-US" altLang="zh-CN" sz="2400" b="0" i="1" dirty="0" smtClean="0">
                          <a:latin typeface="Cambria Math" panose="02040503050406030204" pitchFamily="18" charset="0"/>
                        </a:rPr>
                        <m:t>=</m:t>
                      </m:r>
                      <m:f>
                        <m:fPr>
                          <m:ctrlPr>
                            <a:rPr kumimoji="1" lang="en-US" altLang="zh-CN" sz="2400" i="1" dirty="0">
                              <a:latin typeface="Cambria Math" panose="02040503050406030204" pitchFamily="18" charset="0"/>
                            </a:rPr>
                          </m:ctrlPr>
                        </m:fPr>
                        <m:num>
                          <m:r>
                            <a:rPr kumimoji="1" lang="en-US" altLang="zh-CN" sz="2400" b="0" i="1" dirty="0" smtClean="0">
                              <a:latin typeface="Cambria Math" panose="02040503050406030204" pitchFamily="18" charset="0"/>
                            </a:rPr>
                            <m:t>−</m:t>
                          </m:r>
                          <m:r>
                            <a:rPr kumimoji="1" lang="en-US" altLang="zh-CN" sz="2400" i="1" dirty="0">
                              <a:latin typeface="Cambria Math" panose="02040503050406030204" pitchFamily="18" charset="0"/>
                            </a:rPr>
                            <m:t>1</m:t>
                          </m:r>
                        </m:num>
                        <m:den>
                          <m:rad>
                            <m:radPr>
                              <m:degHide m:val="on"/>
                              <m:ctrlPr>
                                <a:rPr kumimoji="1" lang="en-US" altLang="zh-CN" sz="2400" i="1" dirty="0">
                                  <a:latin typeface="Cambria Math" panose="02040503050406030204" pitchFamily="18" charset="0"/>
                                </a:rPr>
                              </m:ctrlPr>
                            </m:radPr>
                            <m:deg/>
                            <m:e>
                              <m:r>
                                <a:rPr kumimoji="1" lang="en-US" altLang="zh-CN" sz="2400" i="1" dirty="0">
                                  <a:latin typeface="Cambria Math" panose="02040503050406030204" pitchFamily="18" charset="0"/>
                                </a:rPr>
                                <m:t>2</m:t>
                              </m:r>
                              <m:r>
                                <a:rPr kumimoji="1" lang="en-US" altLang="zh-CN" sz="2400" i="1" dirty="0">
                                  <a:latin typeface="Cambria Math" panose="02040503050406030204" pitchFamily="18" charset="0"/>
                                  <a:ea typeface="Cambria Math" panose="02040503050406030204" pitchFamily="18" charset="0"/>
                                </a:rPr>
                                <m:t>𝜋</m:t>
                              </m:r>
                            </m:e>
                          </m:rad>
                        </m:den>
                      </m:f>
                      <m:sSup>
                        <m:sSupPr>
                          <m:ctrlPr>
                            <a:rPr kumimoji="1" lang="en-US" altLang="zh-CN" sz="2400" i="1" dirty="0">
                              <a:latin typeface="Cambria Math" panose="02040503050406030204" pitchFamily="18" charset="0"/>
                            </a:rPr>
                          </m:ctrlPr>
                        </m:sSupPr>
                        <m:e>
                          <m:r>
                            <a:rPr kumimoji="1" lang="en-US" altLang="zh-CN" sz="2400" i="1" dirty="0">
                              <a:latin typeface="Cambria Math" panose="02040503050406030204" pitchFamily="18" charset="0"/>
                            </a:rPr>
                            <m:t>𝑒</m:t>
                          </m:r>
                        </m:e>
                        <m:sup>
                          <m:r>
                            <a:rPr kumimoji="1" lang="en-US" altLang="zh-CN" sz="2400" i="1" dirty="0">
                              <a:latin typeface="Cambria Math" panose="02040503050406030204" pitchFamily="18" charset="0"/>
                            </a:rPr>
                            <m:t>−</m:t>
                          </m:r>
                          <m:f>
                            <m:fPr>
                              <m:ctrlPr>
                                <a:rPr kumimoji="1" lang="en-US" altLang="zh-CN" sz="2400" i="1" dirty="0">
                                  <a:latin typeface="Cambria Math" panose="02040503050406030204" pitchFamily="18" charset="0"/>
                                </a:rPr>
                              </m:ctrlPr>
                            </m:fPr>
                            <m:num>
                              <m:sSup>
                                <m:sSupPr>
                                  <m:ctrlPr>
                                    <a:rPr kumimoji="1" lang="en-US" altLang="zh-CN" sz="2400" i="1" dirty="0">
                                      <a:latin typeface="Cambria Math" panose="02040503050406030204" pitchFamily="18" charset="0"/>
                                    </a:rPr>
                                  </m:ctrlPr>
                                </m:sSupPr>
                                <m:e>
                                  <m:r>
                                    <a:rPr kumimoji="1" lang="en-US" altLang="zh-CN" sz="2400" i="1" dirty="0">
                                      <a:latin typeface="Cambria Math" panose="02040503050406030204" pitchFamily="18" charset="0"/>
                                    </a:rPr>
                                    <m:t>𝑡</m:t>
                                  </m:r>
                                </m:e>
                                <m:sup>
                                  <m:r>
                                    <a:rPr kumimoji="1" lang="en-US" altLang="zh-CN" sz="2400" i="1" dirty="0">
                                      <a:latin typeface="Cambria Math" panose="02040503050406030204" pitchFamily="18" charset="0"/>
                                    </a:rPr>
                                    <m:t>2</m:t>
                                  </m:r>
                                </m:sup>
                              </m:sSup>
                            </m:num>
                            <m:den>
                              <m:r>
                                <a:rPr kumimoji="1" lang="en-US" altLang="zh-CN" sz="2400" i="1" dirty="0">
                                  <a:latin typeface="Cambria Math" panose="02040503050406030204" pitchFamily="18" charset="0"/>
                                </a:rPr>
                                <m:t>2</m:t>
                              </m:r>
                            </m:den>
                          </m:f>
                        </m:sup>
                      </m:sSup>
                      <m:d>
                        <m:dPr>
                          <m:begChr m:val="|"/>
                          <m:endChr m:val=""/>
                          <m:ctrlPr>
                            <a:rPr kumimoji="1" lang="en-US" altLang="zh-CN" sz="2400" i="1" dirty="0" smtClean="0">
                              <a:latin typeface="Cambria Math" panose="02040503050406030204" pitchFamily="18" charset="0"/>
                            </a:rPr>
                          </m:ctrlPr>
                        </m:dPr>
                        <m:e>
                          <m:eqArr>
                            <m:eqArrPr>
                              <m:ctrlPr>
                                <a:rPr kumimoji="1" lang="en-US" altLang="zh-CN" sz="2400" i="1" dirty="0" smtClean="0">
                                  <a:latin typeface="Cambria Math" panose="02040503050406030204" pitchFamily="18" charset="0"/>
                                  <a:ea typeface="Cambria Math" panose="02040503050406030204" pitchFamily="18" charset="0"/>
                                </a:rPr>
                              </m:ctrlPr>
                            </m:eqArrPr>
                            <m:e>
                              <m:r>
                                <a:rPr kumimoji="1" lang="en-US" altLang="zh-CN" sz="2400" i="1" dirty="0" smtClean="0">
                                  <a:latin typeface="Cambria Math" panose="02040503050406030204" pitchFamily="18" charset="0"/>
                                  <a:ea typeface="Cambria Math" panose="02040503050406030204" pitchFamily="18" charset="0"/>
                                </a:rPr>
                                <m:t>∞</m:t>
                              </m:r>
                            </m:e>
                            <m:e>
                              <m:r>
                                <a:rPr kumimoji="1" lang="en-US" altLang="zh-CN" sz="2400" b="0" i="1" dirty="0" smtClean="0">
                                  <a:latin typeface="Cambria Math" panose="02040503050406030204" pitchFamily="18" charset="0"/>
                                  <a:ea typeface="Cambria Math" panose="02040503050406030204" pitchFamily="18" charset="0"/>
                                </a:rPr>
                                <m:t>−∞</m:t>
                              </m:r>
                            </m:e>
                          </m:eqArr>
                        </m:e>
                      </m:d>
                      <m:r>
                        <a:rPr kumimoji="1" lang="en-US" altLang="zh-CN" sz="2400" b="0" i="1" dirty="0" smtClean="0">
                          <a:latin typeface="Cambria Math" panose="02040503050406030204" pitchFamily="18" charset="0"/>
                        </a:rPr>
                        <m:t>=0</m:t>
                      </m:r>
                    </m:oMath>
                  </m:oMathPara>
                </a14:m>
                <a:endParaRPr kumimoji="1" lang="en-US" altLang="zh-CN" sz="2400" dirty="0"/>
              </a:p>
              <a:p>
                <a:endParaRPr kumimoji="1" lang="en-US" altLang="zh-CN" sz="24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kumimoji="1" lang="en-US" altLang="zh-CN" sz="2400" i="1" dirty="0" smtClean="0">
                          <a:latin typeface="Cambria Math" panose="02040503050406030204" pitchFamily="18" charset="0"/>
                        </a:rPr>
                        <m:t>𝐸</m:t>
                      </m:r>
                      <m:d>
                        <m:dPr>
                          <m:ctrlPr>
                            <a:rPr kumimoji="1" lang="en-US" altLang="zh-CN" sz="2400" i="1" dirty="0" smtClean="0">
                              <a:latin typeface="Cambria Math" panose="02040503050406030204" pitchFamily="18" charset="0"/>
                            </a:rPr>
                          </m:ctrlPr>
                        </m:dPr>
                        <m:e>
                          <m:r>
                            <a:rPr kumimoji="1" lang="en-US" altLang="zh-CN" sz="2400" i="1" dirty="0" smtClean="0">
                              <a:latin typeface="Cambria Math" panose="02040503050406030204" pitchFamily="18" charset="0"/>
                            </a:rPr>
                            <m:t>𝑋</m:t>
                          </m:r>
                        </m:e>
                      </m:d>
                      <m:r>
                        <a:rPr kumimoji="1" lang="en-US" altLang="zh-CN" sz="2400" i="1" dirty="0" smtClean="0">
                          <a:latin typeface="Cambria Math" panose="02040503050406030204" pitchFamily="18" charset="0"/>
                        </a:rPr>
                        <m:t>=</m:t>
                      </m:r>
                      <m:r>
                        <a:rPr kumimoji="1" lang="en-US" altLang="zh-CN" sz="2400" b="0" i="1" dirty="0" smtClean="0">
                          <a:latin typeface="Cambria Math" panose="02040503050406030204" pitchFamily="18" charset="0"/>
                        </a:rPr>
                        <m:t>𝐸</m:t>
                      </m:r>
                      <m:d>
                        <m:dPr>
                          <m:ctrlPr>
                            <a:rPr kumimoji="1" lang="en-US" altLang="zh-CN" sz="2400" b="0" i="1" dirty="0" smtClean="0">
                              <a:latin typeface="Cambria Math" panose="02040503050406030204" pitchFamily="18" charset="0"/>
                            </a:rPr>
                          </m:ctrlPr>
                        </m:dPr>
                        <m:e>
                          <m:r>
                            <a:rPr kumimoji="1" lang="en-US" altLang="zh-CN" sz="2400" b="0" i="1" dirty="0" smtClean="0">
                              <a:latin typeface="Cambria Math" panose="02040503050406030204" pitchFamily="18" charset="0"/>
                              <a:ea typeface="Cambria Math" panose="02040503050406030204" pitchFamily="18" charset="0"/>
                            </a:rPr>
                            <m:t>𝜇</m:t>
                          </m:r>
                          <m:r>
                            <a:rPr kumimoji="1" lang="en-US" altLang="zh-CN" sz="2400" b="0" i="1" dirty="0" smtClean="0">
                              <a:latin typeface="Cambria Math" panose="02040503050406030204" pitchFamily="18" charset="0"/>
                              <a:ea typeface="Cambria Math" panose="02040503050406030204" pitchFamily="18" charset="0"/>
                            </a:rPr>
                            <m:t>+</m:t>
                          </m:r>
                          <m:r>
                            <a:rPr kumimoji="1" lang="en-US" altLang="zh-CN" sz="2400" b="0" i="1" dirty="0" smtClean="0">
                              <a:latin typeface="Cambria Math" panose="02040503050406030204" pitchFamily="18" charset="0"/>
                              <a:ea typeface="Cambria Math" panose="02040503050406030204" pitchFamily="18" charset="0"/>
                            </a:rPr>
                            <m:t>𝜎</m:t>
                          </m:r>
                          <m:r>
                            <a:rPr kumimoji="1" lang="en-US" altLang="zh-CN" sz="2400" b="0" i="1" dirty="0" smtClean="0">
                              <a:latin typeface="Cambria Math" panose="02040503050406030204" pitchFamily="18" charset="0"/>
                              <a:ea typeface="Cambria Math" panose="02040503050406030204" pitchFamily="18" charset="0"/>
                            </a:rPr>
                            <m:t>𝑍</m:t>
                          </m:r>
                        </m:e>
                      </m:d>
                      <m:r>
                        <a:rPr kumimoji="1" lang="en-US" altLang="zh-CN" sz="2400" b="0" i="1" dirty="0" smtClean="0">
                          <a:latin typeface="Cambria Math" panose="02040503050406030204" pitchFamily="18" charset="0"/>
                        </a:rPr>
                        <m:t>=</m:t>
                      </m:r>
                      <m:r>
                        <a:rPr kumimoji="1" lang="en-US" altLang="zh-CN" sz="2400" i="1" dirty="0">
                          <a:latin typeface="Cambria Math" panose="02040503050406030204" pitchFamily="18" charset="0"/>
                          <a:ea typeface="Cambria Math" panose="02040503050406030204" pitchFamily="18" charset="0"/>
                        </a:rPr>
                        <m:t>𝜇</m:t>
                      </m:r>
                    </m:oMath>
                  </m:oMathPara>
                </a14:m>
                <a:endParaRPr kumimoji="1" lang="en-US" altLang="zh-CN" sz="2400" dirty="0"/>
              </a:p>
            </p:txBody>
          </p:sp>
        </mc:Choice>
        <mc:Fallback xmlns="">
          <p:sp>
            <p:nvSpPr>
              <p:cNvPr id="4" name="文本框 3">
                <a:extLst>
                  <a:ext uri="{FF2B5EF4-FFF2-40B4-BE49-F238E27FC236}">
                    <a16:creationId xmlns:a16="http://schemas.microsoft.com/office/drawing/2014/main" id="{0AE719AC-18E7-9480-43DB-6A095ACB9A96}"/>
                  </a:ext>
                </a:extLst>
              </p:cNvPr>
              <p:cNvSpPr txBox="1">
                <a:spLocks noRot="1" noChangeAspect="1" noMove="1" noResize="1" noEditPoints="1" noAdjustHandles="1" noChangeArrowheads="1" noChangeShapeType="1" noTextEdit="1"/>
              </p:cNvSpPr>
              <p:nvPr/>
            </p:nvSpPr>
            <p:spPr>
              <a:xfrm>
                <a:off x="582987" y="4060556"/>
                <a:ext cx="6437788" cy="2332754"/>
              </a:xfrm>
              <a:prstGeom prst="rect">
                <a:avLst/>
              </a:prstGeom>
              <a:blipFill>
                <a:blip r:embed="rId4"/>
                <a:stretch>
                  <a:fillRect l="-394" t="-35676" b="-621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6F5480D-1F02-F625-E2F8-ECBE25190B28}"/>
                  </a:ext>
                </a:extLst>
              </p:cNvPr>
              <p:cNvSpPr txBox="1"/>
              <p:nvPr/>
            </p:nvSpPr>
            <p:spPr>
              <a:xfrm>
                <a:off x="5626905" y="5837193"/>
                <a:ext cx="171668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kumimoji="1" lang="en-US" altLang="zh-CN" sz="2800" b="0" i="1" dirty="0" smtClean="0">
                          <a:solidFill>
                            <a:srgbClr val="FF0000"/>
                          </a:solidFill>
                          <a:latin typeface="Cambria Math" panose="02040503050406030204" pitchFamily="18" charset="0"/>
                        </a:rPr>
                        <m:t>𝐸</m:t>
                      </m:r>
                      <m:r>
                        <a:rPr kumimoji="1" lang="en-US" altLang="zh-CN" sz="2800" b="0" i="1" dirty="0" smtClean="0">
                          <a:solidFill>
                            <a:srgbClr val="FF0000"/>
                          </a:solidFill>
                          <a:latin typeface="Cambria Math" panose="02040503050406030204" pitchFamily="18" charset="0"/>
                        </a:rPr>
                        <m:t>(</m:t>
                      </m:r>
                      <m:r>
                        <a:rPr kumimoji="1" lang="en-US" altLang="zh-CN" sz="2800" b="0" i="1" dirty="0" smtClean="0">
                          <a:solidFill>
                            <a:srgbClr val="FF0000"/>
                          </a:solidFill>
                          <a:latin typeface="Cambria Math" panose="02040503050406030204" pitchFamily="18" charset="0"/>
                        </a:rPr>
                        <m:t>𝑋</m:t>
                      </m:r>
                      <m:r>
                        <a:rPr kumimoji="1" lang="en-US" altLang="zh-CN" sz="2800" b="0" i="1" dirty="0" smtClean="0">
                          <a:solidFill>
                            <a:srgbClr val="FF0000"/>
                          </a:solidFill>
                          <a:latin typeface="Cambria Math" panose="02040503050406030204" pitchFamily="18" charset="0"/>
                        </a:rPr>
                        <m:t>)=</m:t>
                      </m:r>
                      <m:r>
                        <a:rPr kumimoji="1" lang="en-US" altLang="zh-CN" sz="2800" b="0" i="1" smtClean="0">
                          <a:solidFill>
                            <a:srgbClr val="FF0000"/>
                          </a:solidFill>
                          <a:latin typeface="Cambria Math" panose="02040503050406030204" pitchFamily="18" charset="0"/>
                          <a:ea typeface="Cambria Math" panose="02040503050406030204" pitchFamily="18" charset="0"/>
                        </a:rPr>
                        <m:t>𝜇</m:t>
                      </m:r>
                    </m:oMath>
                  </m:oMathPara>
                </a14:m>
                <a:endParaRPr kumimoji="1" lang="zh-CN" altLang="en-US" sz="2800" dirty="0">
                  <a:solidFill>
                    <a:srgbClr val="FF0000"/>
                  </a:solidFill>
                </a:endParaRPr>
              </a:p>
            </p:txBody>
          </p:sp>
        </mc:Choice>
        <mc:Fallback xmlns="">
          <p:sp>
            <p:nvSpPr>
              <p:cNvPr id="8" name="文本框 7">
                <a:extLst>
                  <a:ext uri="{FF2B5EF4-FFF2-40B4-BE49-F238E27FC236}">
                    <a16:creationId xmlns:a16="http://schemas.microsoft.com/office/drawing/2014/main" id="{A6F5480D-1F02-F625-E2F8-ECBE25190B28}"/>
                  </a:ext>
                </a:extLst>
              </p:cNvPr>
              <p:cNvSpPr txBox="1">
                <a:spLocks noRot="1" noChangeAspect="1" noMove="1" noResize="1" noEditPoints="1" noAdjustHandles="1" noChangeArrowheads="1" noChangeShapeType="1" noTextEdit="1"/>
              </p:cNvSpPr>
              <p:nvPr/>
            </p:nvSpPr>
            <p:spPr>
              <a:xfrm>
                <a:off x="5626905" y="5837193"/>
                <a:ext cx="1716688" cy="523220"/>
              </a:xfrm>
              <a:prstGeom prst="rect">
                <a:avLst/>
              </a:prstGeom>
              <a:blipFill>
                <a:blip r:embed="rId5"/>
                <a:stretch>
                  <a:fillRect b="-190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01945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线连接符 5">
            <a:extLst>
              <a:ext uri="{FF2B5EF4-FFF2-40B4-BE49-F238E27FC236}">
                <a16:creationId xmlns:a16="http://schemas.microsoft.com/office/drawing/2014/main" id="{C3565373-AE41-438D-426C-19915019A8FE}"/>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D2C03F16-548B-3658-761F-30B9938285BB}"/>
              </a:ext>
            </a:extLst>
          </p:cNvPr>
          <p:cNvSpPr/>
          <p:nvPr/>
        </p:nvSpPr>
        <p:spPr bwMode="auto">
          <a:xfrm>
            <a:off x="0" y="0"/>
            <a:ext cx="260169" cy="6858000"/>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 name="副标题 2">
            <a:extLst>
              <a:ext uri="{FF2B5EF4-FFF2-40B4-BE49-F238E27FC236}">
                <a16:creationId xmlns:a16="http://schemas.microsoft.com/office/drawing/2014/main" id="{283C007A-32CA-DF75-60AF-090EEBF65305}"/>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#2</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4864850-1398-6694-CB81-846D237D77BC}"/>
                  </a:ext>
                </a:extLst>
              </p:cNvPr>
              <p:cNvSpPr txBox="1"/>
              <p:nvPr/>
            </p:nvSpPr>
            <p:spPr>
              <a:xfrm>
                <a:off x="548146" y="1447800"/>
                <a:ext cx="8047705" cy="5214954"/>
              </a:xfrm>
              <a:prstGeom prst="rect">
                <a:avLst/>
              </a:prstGeom>
              <a:noFill/>
            </p:spPr>
            <p:txBody>
              <a:bodyPr wrap="square" rtlCol="0">
                <a:spAutoFit/>
              </a:bodyPr>
              <a:lstStyle/>
              <a:p>
                <a:pPr>
                  <a:lnSpc>
                    <a:spcPct val="150000"/>
                  </a:lnSpc>
                </a:pPr>
                <a14:m>
                  <m:oMath xmlns:m="http://schemas.openxmlformats.org/officeDocument/2006/math">
                    <m:r>
                      <a:rPr kumimoji="1" lang="en-US" altLang="zh-CN" sz="2400" i="1" dirty="0" smtClean="0">
                        <a:latin typeface="Cambria Math" panose="02040503050406030204" pitchFamily="18" charset="0"/>
                        <a:cs typeface="Times New Roman" panose="02020603050405020304" pitchFamily="18" charset="0"/>
                      </a:rPr>
                      <m:t>𝑋</m:t>
                    </m:r>
                    <m:r>
                      <a:rPr kumimoji="1" lang="en-US" altLang="zh-CN" sz="2400" i="1" dirty="0" smtClean="0">
                        <a:latin typeface="Cambria Math" panose="02040503050406030204" pitchFamily="18" charset="0"/>
                        <a:cs typeface="Times New Roman" panose="02020603050405020304" pitchFamily="18" charset="0"/>
                      </a:rPr>
                      <m:t>~</m:t>
                    </m:r>
                    <m:r>
                      <a:rPr kumimoji="1" lang="en-US" altLang="zh-CN" sz="2400" i="1" dirty="0" smtClean="0">
                        <a:latin typeface="Cambria Math" panose="02040503050406030204" pitchFamily="18" charset="0"/>
                        <a:cs typeface="Times New Roman" panose="02020603050405020304" pitchFamily="18" charset="0"/>
                      </a:rPr>
                      <m:t>𝑏</m:t>
                    </m:r>
                    <m:r>
                      <a:rPr kumimoji="1" lang="en-US" altLang="zh-CN" sz="2400" i="1" dirty="0" smtClean="0">
                        <a:latin typeface="Cambria Math" panose="02040503050406030204" pitchFamily="18" charset="0"/>
                        <a:cs typeface="Times New Roman" panose="02020603050405020304" pitchFamily="18" charset="0"/>
                      </a:rPr>
                      <m:t>(</m:t>
                    </m:r>
                    <m:r>
                      <a:rPr kumimoji="1" lang="en-US" altLang="zh-CN" sz="2400" i="1" dirty="0" err="1" smtClean="0">
                        <a:latin typeface="Cambria Math" panose="02040503050406030204" pitchFamily="18" charset="0"/>
                        <a:cs typeface="Times New Roman" panose="02020603050405020304" pitchFamily="18" charset="0"/>
                      </a:rPr>
                      <m:t>𝑛</m:t>
                    </m:r>
                    <m:r>
                      <a:rPr kumimoji="1" lang="en-US" altLang="zh-CN" sz="2400" i="1" dirty="0" err="1" smtClean="0">
                        <a:latin typeface="Cambria Math" panose="02040503050406030204" pitchFamily="18" charset="0"/>
                        <a:cs typeface="Times New Roman" panose="02020603050405020304" pitchFamily="18" charset="0"/>
                      </a:rPr>
                      <m:t>,</m:t>
                    </m:r>
                    <m:r>
                      <a:rPr kumimoji="1" lang="en-US" altLang="zh-CN" sz="2400" i="1" dirty="0" err="1" smtClean="0">
                        <a:latin typeface="Cambria Math" panose="02040503050406030204" pitchFamily="18" charset="0"/>
                        <a:cs typeface="Times New Roman" panose="02020603050405020304" pitchFamily="18" charset="0"/>
                      </a:rPr>
                      <m:t>𝑝</m:t>
                    </m:r>
                    <m:r>
                      <a:rPr kumimoji="1" lang="en-US" altLang="zh-CN" sz="2400" i="1" dirty="0" smtClean="0">
                        <a:latin typeface="Cambria Math" panose="02040503050406030204" pitchFamily="18" charset="0"/>
                        <a:cs typeface="Times New Roman" panose="02020603050405020304" pitchFamily="18" charset="0"/>
                      </a:rPr>
                      <m:t>)</m:t>
                    </m:r>
                  </m:oMath>
                </a14:m>
                <a:r>
                  <a:rPr kumimoji="1" lang="en-US" altLang="zh-CN" sz="2400" dirty="0">
                    <a:latin typeface="Times New Roman" panose="02020603050405020304" pitchFamily="18" charset="0"/>
                    <a:cs typeface="Times New Roman" panose="02020603050405020304" pitchFamily="18" charset="0"/>
                  </a:rPr>
                  <a:t>,</a:t>
                </a:r>
                <a:r>
                  <a:rPr kumimoji="1" lang="zh-CN" altLang="en-US" sz="2400" dirty="0">
                    <a:latin typeface="Times New Roman" panose="02020603050405020304" pitchFamily="18" charset="0"/>
                    <a:cs typeface="Times New Roman" panose="02020603050405020304" pitchFamily="18" charset="0"/>
                  </a:rPr>
                  <a:t> </a:t>
                </a:r>
                <a:endParaRPr kumimoji="1" lang="en-US" altLang="zh-CN" sz="2400" dirty="0">
                  <a:latin typeface="Times New Roman" panose="02020603050405020304" pitchFamily="18"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zh-CN" altLang="en-US" sz="2400" b="0" i="1">
                          <a:solidFill>
                            <a:srgbClr val="FF0000"/>
                          </a:solidFill>
                          <a:latin typeface="Cambria Math" panose="02040503050406030204" pitchFamily="18" charset="0"/>
                        </a:rPr>
                        <m:t>𝑃</m:t>
                      </m:r>
                      <m:r>
                        <a:rPr lang="zh-CN" altLang="en-US" sz="2400" b="0" i="1">
                          <a:solidFill>
                            <a:srgbClr val="FF0000"/>
                          </a:solidFill>
                          <a:latin typeface="Cambria Math" panose="02040503050406030204" pitchFamily="18" charset="0"/>
                        </a:rPr>
                        <m:t>{</m:t>
                      </m:r>
                      <m:r>
                        <a:rPr lang="zh-CN" altLang="en-US" sz="2400" b="0" i="1">
                          <a:solidFill>
                            <a:srgbClr val="FF0000"/>
                          </a:solidFill>
                          <a:latin typeface="Cambria Math" panose="02040503050406030204" pitchFamily="18" charset="0"/>
                        </a:rPr>
                        <m:t>𝑋</m:t>
                      </m:r>
                      <m:r>
                        <a:rPr lang="zh-CN" altLang="en-US" sz="2400" b="0" i="1">
                          <a:solidFill>
                            <a:srgbClr val="FF0000"/>
                          </a:solidFill>
                          <a:latin typeface="Cambria Math" panose="02040503050406030204" pitchFamily="18" charset="0"/>
                        </a:rPr>
                        <m:t>=</m:t>
                      </m:r>
                      <m:r>
                        <a:rPr lang="zh-CN" altLang="en-US" sz="2400" b="0" i="1">
                          <a:solidFill>
                            <a:srgbClr val="FF0000"/>
                          </a:solidFill>
                          <a:latin typeface="Cambria Math" panose="02040503050406030204" pitchFamily="18" charset="0"/>
                        </a:rPr>
                        <m:t>𝑘</m:t>
                      </m:r>
                      <m:r>
                        <a:rPr lang="zh-CN" altLang="en-US" sz="2400" b="0" i="1">
                          <a:solidFill>
                            <a:srgbClr val="FF0000"/>
                          </a:solidFill>
                          <a:latin typeface="Cambria Math" panose="02040503050406030204" pitchFamily="18" charset="0"/>
                        </a:rPr>
                        <m:t>}=</m:t>
                      </m:r>
                      <m:sSubSup>
                        <m:sSubSupPr>
                          <m:ctrlPr>
                            <a:rPr lang="zh-CN" altLang="en-US" sz="2400" i="1">
                              <a:solidFill>
                                <a:srgbClr val="FF0000"/>
                              </a:solidFill>
                              <a:latin typeface="Cambria Math" panose="02040503050406030204" pitchFamily="18" charset="0"/>
                            </a:rPr>
                          </m:ctrlPr>
                        </m:sSubSupPr>
                        <m:e>
                          <m:r>
                            <a:rPr lang="zh-CN" altLang="en-US" sz="2400" b="0" i="1">
                              <a:solidFill>
                                <a:srgbClr val="FF0000"/>
                              </a:solidFill>
                              <a:latin typeface="Cambria Math" panose="02040503050406030204" pitchFamily="18" charset="0"/>
                            </a:rPr>
                            <m:t>𝐶</m:t>
                          </m:r>
                        </m:e>
                        <m:sub>
                          <m:r>
                            <a:rPr lang="zh-CN" altLang="en-US" sz="2400" b="0" i="1">
                              <a:solidFill>
                                <a:srgbClr val="FF0000"/>
                              </a:solidFill>
                              <a:latin typeface="Cambria Math" panose="02040503050406030204" pitchFamily="18" charset="0"/>
                            </a:rPr>
                            <m:t>𝑛</m:t>
                          </m:r>
                        </m:sub>
                        <m:sup>
                          <m:r>
                            <a:rPr lang="zh-CN" altLang="en-US" sz="2400" b="0" i="1">
                              <a:solidFill>
                                <a:srgbClr val="FF0000"/>
                              </a:solidFill>
                              <a:latin typeface="Cambria Math" panose="02040503050406030204" pitchFamily="18" charset="0"/>
                            </a:rPr>
                            <m:t>𝑘</m:t>
                          </m:r>
                        </m:sup>
                      </m:sSubSup>
                      <m:sSup>
                        <m:sSupPr>
                          <m:ctrlPr>
                            <a:rPr lang="zh-CN" altLang="en-US" sz="2400" i="1">
                              <a:solidFill>
                                <a:srgbClr val="FF0000"/>
                              </a:solidFill>
                              <a:latin typeface="Cambria Math" panose="02040503050406030204" pitchFamily="18" charset="0"/>
                            </a:rPr>
                          </m:ctrlPr>
                        </m:sSupPr>
                        <m:e>
                          <m:r>
                            <a:rPr lang="zh-CN" altLang="en-US" sz="2400" b="0" i="1">
                              <a:solidFill>
                                <a:srgbClr val="FF0000"/>
                              </a:solidFill>
                              <a:latin typeface="Cambria Math" panose="02040503050406030204" pitchFamily="18" charset="0"/>
                            </a:rPr>
                            <m:t>𝑝</m:t>
                          </m:r>
                        </m:e>
                        <m:sup>
                          <m:r>
                            <a:rPr lang="zh-CN" altLang="en-US" sz="2400" b="0" i="1">
                              <a:solidFill>
                                <a:srgbClr val="FF0000"/>
                              </a:solidFill>
                              <a:latin typeface="Cambria Math" panose="02040503050406030204" pitchFamily="18" charset="0"/>
                            </a:rPr>
                            <m:t>𝑘</m:t>
                          </m:r>
                        </m:sup>
                      </m:sSup>
                      <m:r>
                        <a:rPr lang="zh-CN" altLang="en-US" sz="2400" b="0" i="1">
                          <a:solidFill>
                            <a:srgbClr val="FF0000"/>
                          </a:solidFill>
                          <a:latin typeface="Cambria Math" panose="02040503050406030204" pitchFamily="18" charset="0"/>
                        </a:rPr>
                        <m:t>(1−</m:t>
                      </m:r>
                      <m:r>
                        <a:rPr lang="zh-CN" altLang="en-US" sz="2400" b="0" i="1">
                          <a:solidFill>
                            <a:srgbClr val="FF0000"/>
                          </a:solidFill>
                          <a:latin typeface="Cambria Math" panose="02040503050406030204" pitchFamily="18" charset="0"/>
                        </a:rPr>
                        <m:t>𝑝</m:t>
                      </m:r>
                      <m:sSup>
                        <m:sSupPr>
                          <m:ctrlPr>
                            <a:rPr lang="zh-CN" altLang="en-US" sz="2400" i="1">
                              <a:solidFill>
                                <a:srgbClr val="FF0000"/>
                              </a:solidFill>
                              <a:latin typeface="Cambria Math" panose="02040503050406030204" pitchFamily="18" charset="0"/>
                            </a:rPr>
                          </m:ctrlPr>
                        </m:sSupPr>
                        <m:e>
                          <m:r>
                            <a:rPr lang="zh-CN" altLang="en-US" sz="2400" b="0" i="1">
                              <a:solidFill>
                                <a:srgbClr val="FF0000"/>
                              </a:solidFill>
                              <a:latin typeface="Cambria Math" panose="02040503050406030204" pitchFamily="18" charset="0"/>
                            </a:rPr>
                            <m:t>)</m:t>
                          </m:r>
                        </m:e>
                        <m:sup>
                          <m:r>
                            <a:rPr lang="zh-CN" altLang="en-US" sz="2400" b="0" i="1">
                              <a:solidFill>
                                <a:srgbClr val="FF0000"/>
                              </a:solidFill>
                              <a:latin typeface="Cambria Math" panose="02040503050406030204" pitchFamily="18" charset="0"/>
                            </a:rPr>
                            <m:t>𝑛</m:t>
                          </m:r>
                          <m:r>
                            <a:rPr lang="zh-CN" altLang="en-US" sz="2400" b="0" i="1">
                              <a:solidFill>
                                <a:srgbClr val="FF0000"/>
                              </a:solidFill>
                              <a:latin typeface="Cambria Math" panose="02040503050406030204" pitchFamily="18" charset="0"/>
                            </a:rPr>
                            <m:t>−</m:t>
                          </m:r>
                          <m:r>
                            <a:rPr lang="zh-CN" altLang="en-US" sz="2400" b="0" i="1">
                              <a:solidFill>
                                <a:srgbClr val="FF0000"/>
                              </a:solidFill>
                              <a:latin typeface="Cambria Math" panose="02040503050406030204" pitchFamily="18" charset="0"/>
                            </a:rPr>
                            <m:t>𝑘</m:t>
                          </m:r>
                        </m:sup>
                      </m:sSup>
                      <m:r>
                        <a:rPr lang="zh-CN" altLang="en-US" sz="2400" b="0" i="1">
                          <a:solidFill>
                            <a:srgbClr val="FF0000"/>
                          </a:solidFill>
                          <a:latin typeface="Cambria Math" panose="02040503050406030204" pitchFamily="18" charset="0"/>
                        </a:rPr>
                        <m:t>，</m:t>
                      </m:r>
                      <m:r>
                        <a:rPr lang="zh-CN" altLang="en-US" sz="2400" b="0" i="1">
                          <a:solidFill>
                            <a:srgbClr val="FF0000"/>
                          </a:solidFill>
                          <a:latin typeface="Cambria Math" panose="02040503050406030204" pitchFamily="18" charset="0"/>
                        </a:rPr>
                        <m:t>𝑘</m:t>
                      </m:r>
                      <m:r>
                        <a:rPr lang="zh-CN" altLang="en-US" sz="2400" b="0" i="1">
                          <a:solidFill>
                            <a:srgbClr val="FF0000"/>
                          </a:solidFill>
                          <a:latin typeface="Cambria Math" panose="02040503050406030204" pitchFamily="18" charset="0"/>
                        </a:rPr>
                        <m:t>=0,1,2...,</m:t>
                      </m:r>
                      <m:r>
                        <a:rPr lang="zh-CN" altLang="en-US" sz="2400" b="0" i="1">
                          <a:solidFill>
                            <a:srgbClr val="FF0000"/>
                          </a:solidFill>
                          <a:latin typeface="Cambria Math" panose="02040503050406030204" pitchFamily="18" charset="0"/>
                        </a:rPr>
                        <m:t>𝑛</m:t>
                      </m:r>
                    </m:oMath>
                  </m:oMathPara>
                </a14:m>
                <a:endParaRPr kumimoji="1" lang="en-US" altLang="zh-CN" sz="2400" dirty="0">
                  <a:latin typeface="Times New Roman" panose="02020603050405020304" pitchFamily="18" charset="0"/>
                  <a:cs typeface="Times New Roman" panose="02020603050405020304" pitchFamily="18" charset="0"/>
                </a:endParaRPr>
              </a:p>
              <a:p>
                <a:pPr>
                  <a:lnSpc>
                    <a:spcPct val="150000"/>
                  </a:lnSpc>
                </a:pPr>
                <a:endParaRPr kumimoji="1" lang="en-US" altLang="zh-CN" sz="2400" dirty="0">
                  <a:latin typeface="Times New Roman" panose="02020603050405020304" pitchFamily="18" charset="0"/>
                  <a:cs typeface="Times New Roman" panose="02020603050405020304" pitchFamily="18" charset="0"/>
                </a:endParaRPr>
              </a:p>
              <a:p>
                <a:pPr>
                  <a:lnSpc>
                    <a:spcPct val="150000"/>
                  </a:lnSpc>
                </a:pPr>
                <a:r>
                  <a:rPr kumimoji="1" lang="zh-CN" altLang="en-US" sz="2400" dirty="0">
                    <a:latin typeface="Times New Roman" panose="02020603050405020304" pitchFamily="18" charset="0"/>
                    <a:cs typeface="Times New Roman" panose="02020603050405020304" pitchFamily="18" charset="0"/>
                  </a:rPr>
                  <a:t>随机变量</a:t>
                </a:r>
                <a14:m>
                  <m:oMath xmlns:m="http://schemas.openxmlformats.org/officeDocument/2006/math">
                    <m:r>
                      <a:rPr kumimoji="1" lang="en-US" altLang="zh-CN" sz="2400" i="1" dirty="0" smtClean="0">
                        <a:latin typeface="Cambria Math" panose="02040503050406030204" pitchFamily="18" charset="0"/>
                        <a:cs typeface="Times New Roman" panose="02020603050405020304" pitchFamily="18" charset="0"/>
                      </a:rPr>
                      <m:t>𝑋</m:t>
                    </m:r>
                  </m:oMath>
                </a14:m>
                <a:r>
                  <a:rPr kumimoji="1" lang="zh-CN" altLang="en-US" sz="2400" dirty="0">
                    <a:latin typeface="Times New Roman" panose="02020603050405020304" pitchFamily="18" charset="0"/>
                    <a:cs typeface="Times New Roman" panose="02020603050405020304" pitchFamily="18" charset="0"/>
                  </a:rPr>
                  <a:t>是</a:t>
                </a:r>
                <a14:m>
                  <m:oMath xmlns:m="http://schemas.openxmlformats.org/officeDocument/2006/math">
                    <m:r>
                      <a:rPr kumimoji="1" lang="en-US" altLang="zh-CN" sz="2400" i="1" dirty="0" smtClean="0">
                        <a:latin typeface="Cambria Math" panose="02040503050406030204" pitchFamily="18" charset="0"/>
                        <a:cs typeface="Times New Roman" panose="02020603050405020304" pitchFamily="18" charset="0"/>
                      </a:rPr>
                      <m:t>𝑛</m:t>
                    </m:r>
                  </m:oMath>
                </a14:m>
                <a:r>
                  <a:rPr kumimoji="1" lang="zh-CN" altLang="en-US" sz="2400" dirty="0">
                    <a:latin typeface="Times New Roman" panose="02020603050405020304" pitchFamily="18" charset="0"/>
                    <a:cs typeface="Times New Roman" panose="02020603050405020304" pitchFamily="18" charset="0"/>
                  </a:rPr>
                  <a:t>重独立伯努利试验中事件</a:t>
                </a:r>
                <a14:m>
                  <m:oMath xmlns:m="http://schemas.openxmlformats.org/officeDocument/2006/math">
                    <m:r>
                      <a:rPr kumimoji="1" lang="en-US" altLang="zh-CN" sz="2400" i="1" dirty="0" smtClean="0">
                        <a:latin typeface="Cambria Math" panose="02040503050406030204" pitchFamily="18" charset="0"/>
                        <a:cs typeface="Times New Roman" panose="02020603050405020304" pitchFamily="18" charset="0"/>
                      </a:rPr>
                      <m:t>𝐴</m:t>
                    </m:r>
                  </m:oMath>
                </a14:m>
                <a:r>
                  <a:rPr kumimoji="1" lang="zh-CN" altLang="en-US" sz="2400" dirty="0">
                    <a:latin typeface="Times New Roman" panose="02020603050405020304" pitchFamily="18" charset="0"/>
                    <a:cs typeface="Times New Roman" panose="02020603050405020304" pitchFamily="18" charset="0"/>
                  </a:rPr>
                  <a:t>发生的次数，且在每次试验中</a:t>
                </a:r>
                <a14:m>
                  <m:oMath xmlns:m="http://schemas.openxmlformats.org/officeDocument/2006/math">
                    <m:r>
                      <a:rPr kumimoji="1" lang="en-US" altLang="zh-CN" sz="2400" i="1" dirty="0">
                        <a:latin typeface="Cambria Math" panose="02040503050406030204" pitchFamily="18" charset="0"/>
                        <a:cs typeface="Times New Roman" panose="02020603050405020304" pitchFamily="18" charset="0"/>
                      </a:rPr>
                      <m:t>𝐴</m:t>
                    </m:r>
                  </m:oMath>
                </a14:m>
                <a:r>
                  <a:rPr kumimoji="1" lang="zh-CN" altLang="en-US" sz="2400" dirty="0">
                    <a:latin typeface="Times New Roman" panose="02020603050405020304" pitchFamily="18" charset="0"/>
                    <a:cs typeface="Times New Roman" panose="02020603050405020304" pitchFamily="18" charset="0"/>
                  </a:rPr>
                  <a:t>发生的概率为</a:t>
                </a:r>
                <a14:m>
                  <m:oMath xmlns:m="http://schemas.openxmlformats.org/officeDocument/2006/math">
                    <m:r>
                      <a:rPr kumimoji="1" lang="en-US" altLang="zh-CN" sz="2400" i="1" dirty="0" smtClean="0">
                        <a:latin typeface="Cambria Math" panose="02040503050406030204" pitchFamily="18" charset="0"/>
                        <a:cs typeface="Times New Roman" panose="02020603050405020304" pitchFamily="18" charset="0"/>
                      </a:rPr>
                      <m:t>𝑝</m:t>
                    </m:r>
                  </m:oMath>
                </a14:m>
                <a:r>
                  <a:rPr kumimoji="1" lang="zh-CN" altLang="en-US" sz="2400" dirty="0">
                    <a:latin typeface="Times New Roman" panose="02020603050405020304" pitchFamily="18" charset="0"/>
                    <a:cs typeface="Times New Roman" panose="02020603050405020304" pitchFamily="18" charset="0"/>
                  </a:rPr>
                  <a:t>，引入随机变量</a:t>
                </a:r>
                <a:endParaRPr kumimoji="1" lang="en-US" altLang="zh-CN" sz="2400" dirty="0">
                  <a:latin typeface="Times New Roman" panose="02020603050405020304" pitchFamily="18" charset="0"/>
                  <a:cs typeface="Times New Roman" panose="02020603050405020304" pitchFamily="18" charset="0"/>
                </a:endParaRPr>
              </a:p>
              <a:p>
                <a:pPr>
                  <a:lnSpc>
                    <a:spcPct val="150000"/>
                  </a:lnSpc>
                </a:pPr>
                <a14:m>
                  <m:oMath xmlns:m="http://schemas.openxmlformats.org/officeDocument/2006/math">
                    <m:r>
                      <a:rPr kumimoji="1" lang="en-US" altLang="zh-CN" sz="2400" i="1" dirty="0" smtClean="0">
                        <a:latin typeface="Cambria Math" panose="02040503050406030204" pitchFamily="18" charset="0"/>
                        <a:cs typeface="Times New Roman" panose="02020603050405020304" pitchFamily="18" charset="0"/>
                      </a:rPr>
                      <m:t>𝑋</m:t>
                    </m:r>
                    <m:r>
                      <a:rPr kumimoji="1" lang="en-US" altLang="zh-CN" sz="2400" i="1" baseline="-25000" dirty="0" smtClean="0">
                        <a:latin typeface="Cambria Math" panose="02040503050406030204" pitchFamily="18" charset="0"/>
                        <a:cs typeface="Times New Roman" panose="02020603050405020304" pitchFamily="18" charset="0"/>
                      </a:rPr>
                      <m:t>𝑘</m:t>
                    </m:r>
                    <m:r>
                      <a:rPr kumimoji="1" lang="en-US" altLang="zh-CN" sz="2400" i="1" dirty="0" smtClean="0">
                        <a:latin typeface="Cambria Math" panose="02040503050406030204" pitchFamily="18" charset="0"/>
                        <a:cs typeface="Times New Roman" panose="02020603050405020304" pitchFamily="18" charset="0"/>
                      </a:rPr>
                      <m:t>=</m:t>
                    </m:r>
                    <m:d>
                      <m:dPr>
                        <m:begChr m:val="{"/>
                        <m:endChr m:val=""/>
                        <m:ctrlPr>
                          <a:rPr kumimoji="1" lang="en-US" altLang="zh-CN" sz="2400" i="1" smtClean="0">
                            <a:latin typeface="Cambria Math" panose="02040503050406030204" pitchFamily="18" charset="0"/>
                          </a:rPr>
                        </m:ctrlPr>
                      </m:dPr>
                      <m:e>
                        <m:eqArr>
                          <m:eqArrPr>
                            <m:ctrlPr>
                              <a:rPr kumimoji="1" lang="en-US" altLang="zh-CN" sz="2400" b="0" i="1" smtClean="0">
                                <a:latin typeface="Cambria Math" panose="02040503050406030204" pitchFamily="18" charset="0"/>
                              </a:rPr>
                            </m:ctrlPr>
                          </m:eqArrPr>
                          <m:e>
                            <m:r>
                              <a:rPr kumimoji="1" lang="en-US" altLang="zh-CN" sz="2400" b="0" i="1" smtClean="0">
                                <a:latin typeface="Cambria Math" panose="02040503050406030204" pitchFamily="18" charset="0"/>
                              </a:rPr>
                              <m:t>0,</m:t>
                            </m:r>
                            <m:r>
                              <a:rPr kumimoji="1" lang="zh-CN" altLang="en-US" sz="2400" b="0" i="1" smtClean="0">
                                <a:latin typeface="Cambria Math" panose="02040503050406030204" pitchFamily="18" charset="0"/>
                              </a:rPr>
                              <m:t>    </m:t>
                            </m:r>
                            <m:r>
                              <a:rPr kumimoji="1" lang="en-US" altLang="zh-CN" sz="2400" b="0" i="1" smtClean="0">
                                <a:latin typeface="Cambria Math" panose="02040503050406030204" pitchFamily="18" charset="0"/>
                              </a:rPr>
                              <m:t>𝐴</m:t>
                            </m:r>
                            <m:r>
                              <a:rPr kumimoji="1" lang="zh-CN" altLang="en-US" sz="2400" i="1">
                                <a:latin typeface="Cambria Math" panose="02040503050406030204" pitchFamily="18" charset="0"/>
                              </a:rPr>
                              <m:t>在</m:t>
                            </m:r>
                            <m:r>
                              <a:rPr kumimoji="1" lang="zh-CN" altLang="en-US" sz="2400" i="1" smtClean="0">
                                <a:latin typeface="Cambria Math" panose="02040503050406030204" pitchFamily="18" charset="0"/>
                              </a:rPr>
                              <m:t>第</m:t>
                            </m:r>
                            <m:r>
                              <a:rPr kumimoji="1" lang="en-US" altLang="zh-CN" sz="2400" b="0" i="1" smtClean="0">
                                <a:latin typeface="Cambria Math" panose="02040503050406030204" pitchFamily="18" charset="0"/>
                              </a:rPr>
                              <m:t>𝑘</m:t>
                            </m:r>
                            <m:r>
                              <a:rPr kumimoji="1" lang="zh-CN" altLang="en-US" sz="2400" i="1" smtClean="0">
                                <a:latin typeface="Cambria Math" panose="02040503050406030204" pitchFamily="18" charset="0"/>
                              </a:rPr>
                              <m:t>次</m:t>
                            </m:r>
                            <m:r>
                              <a:rPr kumimoji="1" lang="zh-CN" altLang="en-US" sz="2400" i="1">
                                <a:latin typeface="Cambria Math" panose="02040503050406030204" pitchFamily="18" charset="0"/>
                              </a:rPr>
                              <m:t>试验</m:t>
                            </m:r>
                            <m:r>
                              <a:rPr kumimoji="1" lang="zh-CN" altLang="en-US" sz="2400" i="1" smtClean="0">
                                <a:latin typeface="Cambria Math" panose="02040503050406030204" pitchFamily="18" charset="0"/>
                              </a:rPr>
                              <m:t>中</m:t>
                            </m:r>
                            <m:r>
                              <a:rPr kumimoji="1" lang="zh-CN" altLang="en-US" sz="2400" i="1">
                                <a:latin typeface="Cambria Math" panose="02040503050406030204" pitchFamily="18" charset="0"/>
                              </a:rPr>
                              <m:t>发生</m:t>
                            </m:r>
                          </m:e>
                          <m:e>
                            <m:r>
                              <a:rPr kumimoji="1" lang="en-US" altLang="zh-CN" sz="2400" b="0" i="1" smtClean="0">
                                <a:latin typeface="Cambria Math" panose="02040503050406030204" pitchFamily="18" charset="0"/>
                              </a:rPr>
                              <m:t>1,</m:t>
                            </m:r>
                            <m:r>
                              <a:rPr kumimoji="1" lang="zh-CN" altLang="en-US" sz="2400" b="0" i="1" smtClean="0">
                                <a:latin typeface="Cambria Math" panose="02040503050406030204" pitchFamily="18" charset="0"/>
                              </a:rPr>
                              <m:t> </m:t>
                            </m:r>
                            <m:r>
                              <a:rPr kumimoji="1" lang="en-US" altLang="zh-CN" sz="2400" b="0" i="1" smtClean="0">
                                <a:latin typeface="Cambria Math" panose="02040503050406030204" pitchFamily="18" charset="0"/>
                              </a:rPr>
                              <m:t>𝐴</m:t>
                            </m:r>
                            <m:r>
                              <a:rPr kumimoji="1" lang="zh-CN" altLang="en-US" sz="2400" i="1">
                                <a:latin typeface="Cambria Math" panose="02040503050406030204" pitchFamily="18" charset="0"/>
                              </a:rPr>
                              <m:t>在</m:t>
                            </m:r>
                            <m:r>
                              <a:rPr kumimoji="1" lang="zh-CN" altLang="en-US" sz="2400" i="1" smtClean="0">
                                <a:latin typeface="Cambria Math" panose="02040503050406030204" pitchFamily="18" charset="0"/>
                              </a:rPr>
                              <m:t>第</m:t>
                            </m:r>
                            <m:r>
                              <a:rPr kumimoji="1" lang="en-US" altLang="zh-CN" sz="2400" b="0" i="1" smtClean="0">
                                <a:latin typeface="Cambria Math" panose="02040503050406030204" pitchFamily="18" charset="0"/>
                              </a:rPr>
                              <m:t>𝑘</m:t>
                            </m:r>
                            <m:r>
                              <a:rPr kumimoji="1" lang="zh-CN" altLang="en-US" sz="2400" i="1" smtClean="0">
                                <a:latin typeface="Cambria Math" panose="02040503050406030204" pitchFamily="18" charset="0"/>
                              </a:rPr>
                              <m:t>次</m:t>
                            </m:r>
                            <m:r>
                              <a:rPr kumimoji="1" lang="zh-CN" altLang="en-US" sz="2400" i="1">
                                <a:latin typeface="Cambria Math" panose="02040503050406030204" pitchFamily="18" charset="0"/>
                              </a:rPr>
                              <m:t>试验</m:t>
                            </m:r>
                            <m:r>
                              <a:rPr kumimoji="1" lang="zh-CN" altLang="en-US" sz="2400" i="1" smtClean="0">
                                <a:latin typeface="Cambria Math" panose="02040503050406030204" pitchFamily="18" charset="0"/>
                              </a:rPr>
                              <m:t>中</m:t>
                            </m:r>
                            <m:r>
                              <a:rPr kumimoji="1" lang="zh-CN" altLang="en-US" sz="2400" i="1">
                                <a:latin typeface="Cambria Math" panose="02040503050406030204" pitchFamily="18" charset="0"/>
                              </a:rPr>
                              <m:t>不发生</m:t>
                            </m:r>
                          </m:e>
                        </m:eqArr>
                      </m:e>
                    </m:d>
                  </m:oMath>
                </a14:m>
                <a:r>
                  <a:rPr kumimoji="1" lang="en-US" altLang="zh-CN" sz="2400" dirty="0">
                    <a:latin typeface="Times New Roman" panose="02020603050405020304" pitchFamily="18" charset="0"/>
                    <a:cs typeface="Times New Roman" panose="02020603050405020304" pitchFamily="18" charset="0"/>
                  </a:rPr>
                  <a:t>,</a:t>
                </a:r>
                <a:r>
                  <a:rPr kumimoji="1" lang="zh-CN" altLang="en-US" sz="2400" dirty="0">
                    <a:latin typeface="Times New Roman" panose="02020603050405020304" pitchFamily="18" charset="0"/>
                    <a:cs typeface="Times New Roman" panose="02020603050405020304" pitchFamily="18" charset="0"/>
                  </a:rPr>
                  <a:t>     </a:t>
                </a:r>
                <a14:m>
                  <m:oMath xmlns:m="http://schemas.openxmlformats.org/officeDocument/2006/math">
                    <m:r>
                      <a:rPr kumimoji="1" lang="en-US" altLang="zh-CN" sz="2400" i="1" dirty="0" smtClean="0">
                        <a:latin typeface="Cambria Math" panose="02040503050406030204" pitchFamily="18" charset="0"/>
                        <a:cs typeface="Times New Roman" panose="02020603050405020304" pitchFamily="18" charset="0"/>
                      </a:rPr>
                      <m:t>𝑘</m:t>
                    </m:r>
                    <m:r>
                      <a:rPr kumimoji="1" lang="en-US" altLang="zh-CN" sz="2400" i="1" dirty="0" smtClean="0">
                        <a:latin typeface="Cambria Math" panose="02040503050406030204" pitchFamily="18" charset="0"/>
                        <a:cs typeface="Times New Roman" panose="02020603050405020304" pitchFamily="18" charset="0"/>
                      </a:rPr>
                      <m:t>=1,2,…,</m:t>
                    </m:r>
                    <m:r>
                      <a:rPr kumimoji="1" lang="en-US" altLang="zh-CN" sz="2400" i="1" dirty="0" smtClean="0">
                        <a:latin typeface="Cambria Math" panose="02040503050406030204" pitchFamily="18" charset="0"/>
                        <a:cs typeface="Times New Roman" panose="02020603050405020304" pitchFamily="18" charset="0"/>
                      </a:rPr>
                      <m:t>𝑛</m:t>
                    </m:r>
                  </m:oMath>
                </a14:m>
                <a:endParaRPr kumimoji="1" lang="en-US" altLang="zh-CN" sz="2400" dirty="0">
                  <a:latin typeface="Times New Roman" panose="02020603050405020304" pitchFamily="18" charset="0"/>
                  <a:cs typeface="Times New Roman" panose="02020603050405020304" pitchFamily="18" charset="0"/>
                </a:endParaRPr>
              </a:p>
              <a:p>
                <a:pPr>
                  <a:lnSpc>
                    <a:spcPct val="150000"/>
                  </a:lnSpc>
                </a:pPr>
                <a:endParaRPr kumimoji="1" lang="en-US" altLang="zh-CN" sz="2400" dirty="0">
                  <a:latin typeface="Times New Roman" panose="02020603050405020304" pitchFamily="18"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r>
                        <a:rPr kumimoji="1" lang="en-US" altLang="zh-CN" sz="2400" b="0" i="1" dirty="0" smtClean="0">
                          <a:solidFill>
                            <a:srgbClr val="FF0000"/>
                          </a:solidFill>
                          <a:latin typeface="Cambria Math" panose="02040503050406030204" pitchFamily="18" charset="0"/>
                          <a:cs typeface="Times New Roman" panose="02020603050405020304" pitchFamily="18" charset="0"/>
                        </a:rPr>
                        <m:t>𝑋</m:t>
                      </m:r>
                      <m:r>
                        <a:rPr kumimoji="1" lang="en-US" altLang="zh-CN" sz="2400" b="0" i="1" dirty="0" smtClean="0">
                          <a:solidFill>
                            <a:srgbClr val="FF0000"/>
                          </a:solidFill>
                          <a:latin typeface="Cambria Math" panose="02040503050406030204" pitchFamily="18" charset="0"/>
                          <a:cs typeface="Times New Roman" panose="02020603050405020304" pitchFamily="18" charset="0"/>
                        </a:rPr>
                        <m:t>=</m:t>
                      </m:r>
                      <m:r>
                        <a:rPr kumimoji="1" lang="en-US" altLang="zh-CN" sz="2400" b="0" i="1" dirty="0" smtClean="0">
                          <a:solidFill>
                            <a:srgbClr val="FF0000"/>
                          </a:solidFill>
                          <a:latin typeface="Cambria Math" panose="02040503050406030204" pitchFamily="18" charset="0"/>
                          <a:cs typeface="Times New Roman" panose="02020603050405020304" pitchFamily="18" charset="0"/>
                        </a:rPr>
                        <m:t>𝑋</m:t>
                      </m:r>
                      <m:r>
                        <a:rPr kumimoji="1" lang="en-US" altLang="zh-CN" sz="2400" b="0" i="1" baseline="-25000" dirty="0" smtClean="0">
                          <a:solidFill>
                            <a:srgbClr val="FF0000"/>
                          </a:solidFill>
                          <a:latin typeface="Cambria Math" panose="02040503050406030204" pitchFamily="18" charset="0"/>
                          <a:cs typeface="Times New Roman" panose="02020603050405020304" pitchFamily="18" charset="0"/>
                        </a:rPr>
                        <m:t>1</m:t>
                      </m:r>
                      <m:r>
                        <a:rPr kumimoji="1" lang="en-US" altLang="zh-CN" sz="2400" b="0" i="1" dirty="0" smtClean="0">
                          <a:solidFill>
                            <a:srgbClr val="FF0000"/>
                          </a:solidFill>
                          <a:latin typeface="Cambria Math" panose="02040503050406030204" pitchFamily="18" charset="0"/>
                          <a:cs typeface="Times New Roman" panose="02020603050405020304" pitchFamily="18" charset="0"/>
                        </a:rPr>
                        <m:t>+</m:t>
                      </m:r>
                      <m:r>
                        <a:rPr kumimoji="1" lang="en-US" altLang="zh-CN" sz="2400" b="0" i="1" dirty="0" smtClean="0">
                          <a:solidFill>
                            <a:srgbClr val="FF0000"/>
                          </a:solidFill>
                          <a:latin typeface="Cambria Math" panose="02040503050406030204" pitchFamily="18" charset="0"/>
                          <a:cs typeface="Times New Roman" panose="02020603050405020304" pitchFamily="18" charset="0"/>
                        </a:rPr>
                        <m:t>𝑋</m:t>
                      </m:r>
                      <m:r>
                        <a:rPr kumimoji="1" lang="en-US" altLang="zh-CN" sz="2400" b="0" i="1" baseline="-25000" dirty="0" smtClean="0">
                          <a:solidFill>
                            <a:srgbClr val="FF0000"/>
                          </a:solidFill>
                          <a:latin typeface="Cambria Math" panose="02040503050406030204" pitchFamily="18" charset="0"/>
                          <a:cs typeface="Times New Roman" panose="02020603050405020304" pitchFamily="18" charset="0"/>
                        </a:rPr>
                        <m:t>2</m:t>
                      </m:r>
                      <m:r>
                        <a:rPr kumimoji="1" lang="en-US" altLang="zh-CN" sz="2400" b="0" i="1" dirty="0" smtClean="0">
                          <a:solidFill>
                            <a:srgbClr val="FF0000"/>
                          </a:solidFill>
                          <a:latin typeface="Cambria Math" panose="02040503050406030204" pitchFamily="18" charset="0"/>
                          <a:cs typeface="Times New Roman" panose="02020603050405020304" pitchFamily="18" charset="0"/>
                        </a:rPr>
                        <m:t>+…+</m:t>
                      </m:r>
                      <m:r>
                        <a:rPr kumimoji="1" lang="en-US" altLang="zh-CN" sz="2400" b="0" i="1" dirty="0" err="1" smtClean="0">
                          <a:solidFill>
                            <a:srgbClr val="FF0000"/>
                          </a:solidFill>
                          <a:latin typeface="Cambria Math" panose="02040503050406030204" pitchFamily="18" charset="0"/>
                          <a:cs typeface="Times New Roman" panose="02020603050405020304" pitchFamily="18" charset="0"/>
                        </a:rPr>
                        <m:t>𝑋</m:t>
                      </m:r>
                      <m:r>
                        <a:rPr kumimoji="1" lang="en-US" altLang="zh-CN" sz="2400" b="0" i="1" baseline="-25000" dirty="0" err="1" smtClean="0">
                          <a:solidFill>
                            <a:srgbClr val="FF0000"/>
                          </a:solidFill>
                          <a:latin typeface="Cambria Math" panose="02040503050406030204" pitchFamily="18" charset="0"/>
                          <a:cs typeface="Times New Roman" panose="02020603050405020304" pitchFamily="18" charset="0"/>
                        </a:rPr>
                        <m:t>𝑛</m:t>
                      </m:r>
                    </m:oMath>
                  </m:oMathPara>
                </a14:m>
                <a:endParaRPr kumimoji="1" lang="zh-CN" altLang="en-US" sz="2400" baseline="-250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84864850-1398-6694-CB81-846D237D77BC}"/>
                  </a:ext>
                </a:extLst>
              </p:cNvPr>
              <p:cNvSpPr txBox="1">
                <a:spLocks noRot="1" noChangeAspect="1" noMove="1" noResize="1" noEditPoints="1" noAdjustHandles="1" noChangeArrowheads="1" noChangeShapeType="1" noTextEdit="1"/>
              </p:cNvSpPr>
              <p:nvPr/>
            </p:nvSpPr>
            <p:spPr>
              <a:xfrm>
                <a:off x="548146" y="1447800"/>
                <a:ext cx="8047705" cy="5214954"/>
              </a:xfrm>
              <a:prstGeom prst="rect">
                <a:avLst/>
              </a:prstGeom>
              <a:blipFill>
                <a:blip r:embed="rId2"/>
                <a:stretch>
                  <a:fillRect l="-9306" b="-2749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0577190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线连接符 16">
            <a:extLst>
              <a:ext uri="{FF2B5EF4-FFF2-40B4-BE49-F238E27FC236}">
                <a16:creationId xmlns:a16="http://schemas.microsoft.com/office/drawing/2014/main" id="{F2A51E10-F36B-388B-6F19-B108276AD757}"/>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2" name="Group 4">
            <a:extLst>
              <a:ext uri="{FF2B5EF4-FFF2-40B4-BE49-F238E27FC236}">
                <a16:creationId xmlns:a16="http://schemas.microsoft.com/office/drawing/2014/main" id="{B6145199-8358-3A05-7F5C-B57E005985DB}"/>
              </a:ext>
            </a:extLst>
          </p:cNvPr>
          <p:cNvGrpSpPr>
            <a:grpSpLocks/>
          </p:cNvGrpSpPr>
          <p:nvPr/>
        </p:nvGrpSpPr>
        <p:grpSpPr bwMode="auto">
          <a:xfrm>
            <a:off x="2590799" y="1785303"/>
            <a:ext cx="3962400" cy="838200"/>
            <a:chOff x="960" y="2976"/>
            <a:chExt cx="3840" cy="1056"/>
          </a:xfrm>
        </p:grpSpPr>
        <p:sp>
          <p:nvSpPr>
            <p:cNvPr id="3" name="Rectangle 5">
              <a:extLst>
                <a:ext uri="{FF2B5EF4-FFF2-40B4-BE49-F238E27FC236}">
                  <a16:creationId xmlns:a16="http://schemas.microsoft.com/office/drawing/2014/main" id="{F210E5BE-7DB3-F67C-978B-421D1C656276}"/>
                </a:ext>
              </a:extLst>
            </p:cNvPr>
            <p:cNvSpPr>
              <a:spLocks noChangeArrowheads="1"/>
            </p:cNvSpPr>
            <p:nvPr/>
          </p:nvSpPr>
          <p:spPr bwMode="auto">
            <a:xfrm>
              <a:off x="1872" y="3504"/>
              <a:ext cx="2928" cy="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      1－</a:t>
              </a:r>
              <a:r>
                <a:rPr kumimoji="1"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p</a:t>
              </a: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               </a:t>
              </a:r>
              <a:r>
                <a:rPr kumimoji="1"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 </a:t>
              </a:r>
              <a:r>
                <a:rPr kumimoji="1" lang="en-US" altLang="zh-CN" sz="2400" i="1" u="none" strike="noStrike" kern="1200" cap="none" spc="0" normalizeH="0" baseline="0" noProof="0" dirty="0" err="1">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p</a:t>
              </a:r>
              <a:r>
                <a:rPr kumimoji="1"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 </a:t>
              </a:r>
            </a:p>
          </p:txBody>
        </p:sp>
        <p:sp>
          <p:nvSpPr>
            <p:cNvPr id="4" name="Rectangle 6">
              <a:extLst>
                <a:ext uri="{FF2B5EF4-FFF2-40B4-BE49-F238E27FC236}">
                  <a16:creationId xmlns:a16="http://schemas.microsoft.com/office/drawing/2014/main" id="{715708B9-F6CC-A5F2-6929-7BDC74F93A31}"/>
                </a:ext>
              </a:extLst>
            </p:cNvPr>
            <p:cNvSpPr>
              <a:spLocks noChangeArrowheads="1"/>
            </p:cNvSpPr>
            <p:nvPr/>
          </p:nvSpPr>
          <p:spPr bwMode="auto">
            <a:xfrm>
              <a:off x="960" y="3504"/>
              <a:ext cx="912" cy="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    </a:t>
              </a:r>
              <a:r>
                <a:rPr kumimoji="1"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p</a:t>
              </a:r>
              <a:r>
                <a:rPr kumimoji="1" lang="en-US" altLang="zh-CN" sz="2400" i="1" u="none" strike="noStrike" kern="1200" cap="none" spc="0" normalizeH="0" baseline="-2500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k</a:t>
              </a:r>
            </a:p>
          </p:txBody>
        </p:sp>
        <p:sp>
          <p:nvSpPr>
            <p:cNvPr id="5" name="Rectangle 7">
              <a:extLst>
                <a:ext uri="{FF2B5EF4-FFF2-40B4-BE49-F238E27FC236}">
                  <a16:creationId xmlns:a16="http://schemas.microsoft.com/office/drawing/2014/main" id="{30700937-B0D7-CE29-8040-3B9A9F2243F9}"/>
                </a:ext>
              </a:extLst>
            </p:cNvPr>
            <p:cNvSpPr>
              <a:spLocks noChangeArrowheads="1"/>
            </p:cNvSpPr>
            <p:nvPr/>
          </p:nvSpPr>
          <p:spPr bwMode="auto">
            <a:xfrm>
              <a:off x="1872" y="2976"/>
              <a:ext cx="2928" cy="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         0                 1</a:t>
              </a:r>
            </a:p>
          </p:txBody>
        </p:sp>
        <p:sp>
          <p:nvSpPr>
            <p:cNvPr id="6" name="Rectangle 8">
              <a:extLst>
                <a:ext uri="{FF2B5EF4-FFF2-40B4-BE49-F238E27FC236}">
                  <a16:creationId xmlns:a16="http://schemas.microsoft.com/office/drawing/2014/main" id="{A8A4CCA9-98D6-3E93-FE9C-7D2D05002CD5}"/>
                </a:ext>
              </a:extLst>
            </p:cNvPr>
            <p:cNvSpPr>
              <a:spLocks noChangeArrowheads="1"/>
            </p:cNvSpPr>
            <p:nvPr/>
          </p:nvSpPr>
          <p:spPr bwMode="auto">
            <a:xfrm>
              <a:off x="960" y="2976"/>
              <a:ext cx="912" cy="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i="0"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    </a:t>
              </a:r>
              <a:r>
                <a:rPr kumimoji="1" lang="en-US" altLang="zh-CN" sz="2400" i="1" u="none" strike="noStrike" kern="1200" cap="none" spc="0" normalizeH="0" baseline="0" noProof="0" dirty="0" err="1">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X</a:t>
              </a:r>
              <a:r>
                <a:rPr kumimoji="1" lang="en-US" altLang="zh-CN" sz="2400" i="1" u="none" strike="noStrike" kern="1200" cap="none" spc="0" normalizeH="0" baseline="-25000" noProof="0" dirty="0" err="1">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k</a:t>
              </a:r>
              <a:endParaRPr kumimoji="1" lang="en-US" altLang="zh-CN" sz="2400" i="1" u="none" strike="noStrike" kern="1200" cap="none" spc="0" normalizeH="0" baseline="-2500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7" name="Line 9">
              <a:extLst>
                <a:ext uri="{FF2B5EF4-FFF2-40B4-BE49-F238E27FC236}">
                  <a16:creationId xmlns:a16="http://schemas.microsoft.com/office/drawing/2014/main" id="{20FC59C7-3143-4454-FEE2-F1A600D42098}"/>
                </a:ext>
              </a:extLst>
            </p:cNvPr>
            <p:cNvSpPr>
              <a:spLocks noChangeShapeType="1"/>
            </p:cNvSpPr>
            <p:nvPr/>
          </p:nvSpPr>
          <p:spPr bwMode="auto">
            <a:xfrm>
              <a:off x="960" y="2976"/>
              <a:ext cx="3840" cy="0"/>
            </a:xfrm>
            <a:prstGeom prst="line">
              <a:avLst/>
            </a:prstGeom>
            <a:noFill/>
            <a:ln w="28575" cap="sq">
              <a:solidFill>
                <a:schemeClr val="bg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i="0" u="none" strike="noStrike" kern="1200" cap="none" spc="0" normalizeH="0" baseline="0" noProof="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8" name="Line 10">
              <a:extLst>
                <a:ext uri="{FF2B5EF4-FFF2-40B4-BE49-F238E27FC236}">
                  <a16:creationId xmlns:a16="http://schemas.microsoft.com/office/drawing/2014/main" id="{21E18D74-8C74-F0B1-1E16-657D76B23ED1}"/>
                </a:ext>
              </a:extLst>
            </p:cNvPr>
            <p:cNvSpPr>
              <a:spLocks noChangeShapeType="1"/>
            </p:cNvSpPr>
            <p:nvPr/>
          </p:nvSpPr>
          <p:spPr bwMode="auto">
            <a:xfrm>
              <a:off x="960" y="3504"/>
              <a:ext cx="3840" cy="0"/>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i="0" u="none" strike="noStrike" kern="1200" cap="none" spc="0" normalizeH="0" baseline="0" noProof="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9" name="Line 11">
              <a:extLst>
                <a:ext uri="{FF2B5EF4-FFF2-40B4-BE49-F238E27FC236}">
                  <a16:creationId xmlns:a16="http://schemas.microsoft.com/office/drawing/2014/main" id="{12327882-794C-6135-AAF2-46B9B066B6D0}"/>
                </a:ext>
              </a:extLst>
            </p:cNvPr>
            <p:cNvSpPr>
              <a:spLocks noChangeShapeType="1"/>
            </p:cNvSpPr>
            <p:nvPr/>
          </p:nvSpPr>
          <p:spPr bwMode="auto">
            <a:xfrm>
              <a:off x="960" y="4032"/>
              <a:ext cx="3840" cy="0"/>
            </a:xfrm>
            <a:prstGeom prst="line">
              <a:avLst/>
            </a:prstGeom>
            <a:noFill/>
            <a:ln w="28575" cap="sq">
              <a:solidFill>
                <a:schemeClr val="bg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i="0" u="none" strike="noStrike" kern="1200" cap="none" spc="0" normalizeH="0" baseline="0" noProof="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0" name="Line 12">
              <a:extLst>
                <a:ext uri="{FF2B5EF4-FFF2-40B4-BE49-F238E27FC236}">
                  <a16:creationId xmlns:a16="http://schemas.microsoft.com/office/drawing/2014/main" id="{52828937-0CD8-7FBF-AE25-A36233BE8F9D}"/>
                </a:ext>
              </a:extLst>
            </p:cNvPr>
            <p:cNvSpPr>
              <a:spLocks noChangeShapeType="1"/>
            </p:cNvSpPr>
            <p:nvPr/>
          </p:nvSpPr>
          <p:spPr bwMode="auto">
            <a:xfrm>
              <a:off x="960" y="2976"/>
              <a:ext cx="0" cy="1056"/>
            </a:xfrm>
            <a:prstGeom prst="line">
              <a:avLst/>
            </a:prstGeom>
            <a:noFill/>
            <a:ln w="28575" cap="sq">
              <a:solidFill>
                <a:schemeClr val="bg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i="0" u="none" strike="noStrike" kern="1200" cap="none" spc="0" normalizeH="0" baseline="0" noProof="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1" name="Line 13">
              <a:extLst>
                <a:ext uri="{FF2B5EF4-FFF2-40B4-BE49-F238E27FC236}">
                  <a16:creationId xmlns:a16="http://schemas.microsoft.com/office/drawing/2014/main" id="{52490CCD-0E86-F982-FCB3-5EFBDBD18376}"/>
                </a:ext>
              </a:extLst>
            </p:cNvPr>
            <p:cNvSpPr>
              <a:spLocks noChangeShapeType="1"/>
            </p:cNvSpPr>
            <p:nvPr/>
          </p:nvSpPr>
          <p:spPr bwMode="auto">
            <a:xfrm>
              <a:off x="1872" y="2976"/>
              <a:ext cx="0" cy="1056"/>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i="0" u="none" strike="noStrike" kern="1200" cap="none" spc="0" normalizeH="0" baseline="0" noProof="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2" name="Line 14">
              <a:extLst>
                <a:ext uri="{FF2B5EF4-FFF2-40B4-BE49-F238E27FC236}">
                  <a16:creationId xmlns:a16="http://schemas.microsoft.com/office/drawing/2014/main" id="{DC0E610D-05F3-F588-BCE5-CDD67D973E86}"/>
                </a:ext>
              </a:extLst>
            </p:cNvPr>
            <p:cNvSpPr>
              <a:spLocks noChangeShapeType="1"/>
            </p:cNvSpPr>
            <p:nvPr/>
          </p:nvSpPr>
          <p:spPr bwMode="auto">
            <a:xfrm>
              <a:off x="4800" y="2976"/>
              <a:ext cx="0" cy="1056"/>
            </a:xfrm>
            <a:prstGeom prst="line">
              <a:avLst/>
            </a:prstGeom>
            <a:noFill/>
            <a:ln w="28575" cap="sq">
              <a:solidFill>
                <a:schemeClr val="bg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i="0" u="none" strike="noStrike" kern="1200" cap="none" spc="0" normalizeH="0" baseline="0" noProof="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92C790B6-9F7E-2159-6679-060B189EED7E}"/>
                  </a:ext>
                </a:extLst>
              </p:cNvPr>
              <p:cNvSpPr txBox="1"/>
              <p:nvPr/>
            </p:nvSpPr>
            <p:spPr>
              <a:xfrm>
                <a:off x="350520" y="3687672"/>
                <a:ext cx="8671557" cy="26776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2400" i="1" u="none" strike="noStrike" kern="1200" cap="none" spc="0" normalizeH="0" baseline="0" noProof="0" dirty="0" smtClean="0">
                          <a:ln>
                            <a:noFill/>
                          </a:ln>
                          <a:solidFill>
                            <a:srgbClr val="000000"/>
                          </a:solidFill>
                          <a:effectLst/>
                          <a:uLnTx/>
                          <a:uFillTx/>
                          <a:latin typeface="Cambria Math" panose="02040503050406030204" pitchFamily="18" charset="0"/>
                          <a:ea typeface="Microsoft YaHei" panose="020B0503020204020204" pitchFamily="34" charset="-122"/>
                          <a:cs typeface="Times New Roman" panose="02020603050405020304" pitchFamily="18" charset="0"/>
                        </a:rPr>
                        <m:t>𝐸</m:t>
                      </m:r>
                      <m:r>
                        <a:rPr kumimoji="1" lang="en-US" altLang="zh-CN" sz="2400" i="1" u="none" strike="noStrike" kern="1200" cap="none" spc="0" normalizeH="0" baseline="0" noProof="0" dirty="0" smtClean="0">
                          <a:ln>
                            <a:noFill/>
                          </a:ln>
                          <a:solidFill>
                            <a:srgbClr val="000000"/>
                          </a:solidFill>
                          <a:effectLst/>
                          <a:uLnTx/>
                          <a:uFillTx/>
                          <a:latin typeface="Cambria Math" panose="02040503050406030204" pitchFamily="18" charset="0"/>
                          <a:ea typeface="Microsoft YaHei" panose="020B0503020204020204" pitchFamily="34" charset="-122"/>
                          <a:cs typeface="Times New Roman" panose="02020603050405020304" pitchFamily="18" charset="0"/>
                        </a:rPr>
                        <m:t>(</m:t>
                      </m:r>
                      <m:r>
                        <a:rPr kumimoji="1" lang="en-US" altLang="zh-CN" sz="2400" i="1" u="none" strike="noStrike" kern="1200" cap="none" spc="0" normalizeH="0" baseline="0" noProof="0" dirty="0" err="1" smtClean="0">
                          <a:ln>
                            <a:noFill/>
                          </a:ln>
                          <a:solidFill>
                            <a:srgbClr val="000000"/>
                          </a:solidFill>
                          <a:effectLst/>
                          <a:uLnTx/>
                          <a:uFillTx/>
                          <a:latin typeface="Cambria Math" panose="02040503050406030204" pitchFamily="18" charset="0"/>
                          <a:ea typeface="Microsoft YaHei" panose="020B0503020204020204" pitchFamily="34" charset="-122"/>
                          <a:cs typeface="Times New Roman" panose="02020603050405020304" pitchFamily="18" charset="0"/>
                        </a:rPr>
                        <m:t>𝑋</m:t>
                      </m:r>
                      <m:r>
                        <a:rPr kumimoji="1" lang="en-US" altLang="zh-CN" sz="2400" i="1" u="none" strike="noStrike" kern="1200" cap="none" spc="0" normalizeH="0" baseline="-25000" noProof="0" dirty="0" err="1" smtClean="0">
                          <a:ln>
                            <a:noFill/>
                          </a:ln>
                          <a:solidFill>
                            <a:srgbClr val="000000"/>
                          </a:solidFill>
                          <a:effectLst/>
                          <a:uLnTx/>
                          <a:uFillTx/>
                          <a:latin typeface="Cambria Math" panose="02040503050406030204" pitchFamily="18" charset="0"/>
                          <a:ea typeface="Microsoft YaHei" panose="020B0503020204020204" pitchFamily="34" charset="-122"/>
                          <a:cs typeface="Times New Roman" panose="02020603050405020304" pitchFamily="18" charset="0"/>
                        </a:rPr>
                        <m:t>𝑘</m:t>
                      </m:r>
                      <m:r>
                        <a:rPr kumimoji="1" lang="en-US" altLang="zh-CN" sz="2400" i="1" u="none" strike="noStrike" kern="1200" cap="none" spc="0" normalizeH="0" baseline="0" noProof="0" dirty="0" smtClean="0">
                          <a:ln>
                            <a:noFill/>
                          </a:ln>
                          <a:solidFill>
                            <a:srgbClr val="000000"/>
                          </a:solidFill>
                          <a:effectLst/>
                          <a:uLnTx/>
                          <a:uFillTx/>
                          <a:latin typeface="Cambria Math" panose="02040503050406030204" pitchFamily="18" charset="0"/>
                          <a:ea typeface="Microsoft YaHei" panose="020B0503020204020204" pitchFamily="34" charset="-122"/>
                          <a:cs typeface="Times New Roman" panose="02020603050405020304" pitchFamily="18" charset="0"/>
                        </a:rPr>
                        <m:t>)</m:t>
                      </m:r>
                      <m:r>
                        <a:rPr kumimoji="1" lang="zh-CN" altLang="en-US" sz="2400" i="1" u="none" strike="noStrike" kern="1200" cap="none" spc="0" normalizeH="0" baseline="0" noProof="0" dirty="0" smtClean="0">
                          <a:ln>
                            <a:noFill/>
                          </a:ln>
                          <a:solidFill>
                            <a:srgbClr val="000000"/>
                          </a:solidFill>
                          <a:effectLst/>
                          <a:uLnTx/>
                          <a:uFillTx/>
                          <a:latin typeface="Cambria Math" panose="02040503050406030204" pitchFamily="18" charset="0"/>
                          <a:ea typeface="Microsoft YaHei" panose="020B0503020204020204" pitchFamily="34" charset="-122"/>
                          <a:cs typeface="Times New Roman" panose="02020603050405020304" pitchFamily="18" charset="0"/>
                        </a:rPr>
                        <m:t> </m:t>
                      </m:r>
                      <m:r>
                        <a:rPr kumimoji="1" lang="en-US" altLang="zh-CN" sz="2400" i="1" u="none" strike="noStrike" kern="1200" cap="none" spc="0" normalizeH="0" baseline="0" noProof="0" dirty="0" smtClean="0">
                          <a:ln>
                            <a:noFill/>
                          </a:ln>
                          <a:solidFill>
                            <a:srgbClr val="000000"/>
                          </a:solidFill>
                          <a:effectLst/>
                          <a:uLnTx/>
                          <a:uFillTx/>
                          <a:latin typeface="Cambria Math" panose="02040503050406030204" pitchFamily="18" charset="0"/>
                          <a:ea typeface="Microsoft YaHei" panose="020B0503020204020204" pitchFamily="34" charset="-122"/>
                          <a:cs typeface="Times New Roman" panose="02020603050405020304" pitchFamily="18" charset="0"/>
                        </a:rPr>
                        <m:t>=</m:t>
                      </m:r>
                      <m:r>
                        <a:rPr kumimoji="1" lang="zh-CN" altLang="en-US" sz="2400" i="1" u="none" strike="noStrike" kern="1200" cap="none" spc="0" normalizeH="0" baseline="0" noProof="0" dirty="0" smtClean="0">
                          <a:ln>
                            <a:noFill/>
                          </a:ln>
                          <a:solidFill>
                            <a:srgbClr val="000000"/>
                          </a:solidFill>
                          <a:effectLst/>
                          <a:uLnTx/>
                          <a:uFillTx/>
                          <a:latin typeface="Cambria Math" panose="02040503050406030204" pitchFamily="18" charset="0"/>
                          <a:ea typeface="Microsoft YaHei" panose="020B0503020204020204" pitchFamily="34" charset="-122"/>
                          <a:cs typeface="Times New Roman" panose="02020603050405020304" pitchFamily="18" charset="0"/>
                        </a:rPr>
                        <m:t> </m:t>
                      </m:r>
                      <m:r>
                        <a:rPr kumimoji="1" lang="en-US" altLang="zh-CN" sz="2400" i="1" u="none" strike="noStrike" kern="1200" cap="none" spc="0" normalizeH="0" baseline="0" noProof="0" dirty="0" smtClean="0">
                          <a:ln>
                            <a:noFill/>
                          </a:ln>
                          <a:solidFill>
                            <a:srgbClr val="000000"/>
                          </a:solidFill>
                          <a:effectLst/>
                          <a:uLnTx/>
                          <a:uFillTx/>
                          <a:latin typeface="Cambria Math" panose="02040503050406030204" pitchFamily="18" charset="0"/>
                          <a:ea typeface="Microsoft YaHei" panose="020B0503020204020204" pitchFamily="34" charset="-122"/>
                          <a:cs typeface="Times New Roman" panose="02020603050405020304" pitchFamily="18" charset="0"/>
                        </a:rPr>
                        <m:t>𝑝</m:t>
                      </m:r>
                    </m:oMath>
                  </m:oMathPara>
                </a14:m>
                <a:endParaRPr kumimoji="1"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a:p>
                <a:endParaRPr kumimoji="1"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a:p>
                <a:endParaRPr kumimoji="1" lang="en-US" altLang="zh-CN" sz="2400" i="1" u="none" strike="noStrike" kern="1200" cap="none" spc="0" normalizeH="0" baseline="0" noProof="0" dirty="0">
                  <a:ln>
                    <a:noFill/>
                  </a:ln>
                  <a:solidFill>
                    <a:srgbClr val="000000"/>
                  </a:solidFill>
                  <a:effectLst/>
                  <a:uLnTx/>
                  <a:uFillTx/>
                  <a:latin typeface="Times New Roman" panose="02020603050405020304" pitchFamily="18" charset="0"/>
                  <a:ea typeface="Microsoft YaHei" panose="020B0503020204020204" pitchFamily="34" charset="-122"/>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kumimoji="1" lang="en-US" altLang="zh-CN" sz="2400" i="1" dirty="0" smtClean="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𝐸</m:t>
                      </m:r>
                      <m:d>
                        <m:dPr>
                          <m:ctrlPr>
                            <a:rPr kumimoji="1" lang="en-US" altLang="zh-CN" sz="2400" i="1" dirty="0" smtClean="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ctrlPr>
                        </m:dPr>
                        <m:e>
                          <m:r>
                            <a:rPr kumimoji="1" lang="en-US" altLang="zh-CN" sz="2400" i="1" dirty="0" smtClean="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𝑋</m:t>
                          </m:r>
                        </m:e>
                      </m:d>
                      <m:r>
                        <a:rPr kumimoji="1" lang="en-US" altLang="zh-CN" sz="2400" i="1" dirty="0" smtClean="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m:t>
                      </m:r>
                      <m:r>
                        <a:rPr kumimoji="1" lang="en-US" altLang="zh-CN" sz="2400" i="1" dirty="0" smtClean="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𝐸</m:t>
                      </m:r>
                      <m:d>
                        <m:dPr>
                          <m:ctrlPr>
                            <a:rPr kumimoji="1" lang="en-US" altLang="zh-CN" sz="2400" i="1" dirty="0" smtClean="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ctrlPr>
                        </m:dPr>
                        <m:e>
                          <m:r>
                            <a:rPr kumimoji="1" lang="en-US" altLang="zh-CN" sz="2400" i="1" dirty="0" smtClean="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𝑋</m:t>
                          </m:r>
                          <m:r>
                            <a:rPr kumimoji="1" lang="en-US" altLang="zh-CN" sz="2400" i="1" baseline="-25000" dirty="0" smtClean="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1</m:t>
                          </m:r>
                          <m:r>
                            <a:rPr kumimoji="1" lang="en-US" altLang="zh-CN" sz="2400" i="1" dirty="0" smtClean="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m:t>
                          </m:r>
                          <m:r>
                            <a:rPr kumimoji="1" lang="en-US" altLang="zh-CN" sz="2400" i="1" dirty="0" smtClean="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𝑋</m:t>
                          </m:r>
                          <m:r>
                            <a:rPr kumimoji="1" lang="en-US" altLang="zh-CN" sz="2400" i="1" baseline="-25000" dirty="0" smtClean="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2</m:t>
                          </m:r>
                          <m:r>
                            <a:rPr kumimoji="1" lang="en-US" altLang="zh-CN" sz="2400" i="1" dirty="0" smtClean="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m:t>
                          </m:r>
                          <m:r>
                            <a:rPr kumimoji="1" lang="en-US" altLang="zh-CN" sz="2400" i="1" dirty="0" err="1" smtClean="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𝑋</m:t>
                          </m:r>
                          <m:r>
                            <a:rPr kumimoji="1" lang="en-US" altLang="zh-CN" sz="2400" i="1" baseline="-25000" dirty="0" err="1" smtClean="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𝑛</m:t>
                          </m:r>
                        </m:e>
                      </m:d>
                      <m:r>
                        <a:rPr kumimoji="1" lang="en-US" altLang="zh-CN" sz="2400" i="1" dirty="0" smtClean="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m:t>
                      </m:r>
                      <m:r>
                        <a:rPr kumimoji="1" lang="en-US" altLang="zh-CN" sz="2400" i="1" dirty="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𝐸</m:t>
                      </m:r>
                      <m:d>
                        <m:dPr>
                          <m:ctrlPr>
                            <a:rPr kumimoji="1" lang="en-US" altLang="zh-CN" sz="2400" i="1" dirty="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ctrlPr>
                        </m:dPr>
                        <m:e>
                          <m:r>
                            <a:rPr kumimoji="1" lang="en-US" altLang="zh-CN" sz="2400" i="1" dirty="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𝑋</m:t>
                          </m:r>
                          <m:r>
                            <a:rPr kumimoji="1" lang="en-US" altLang="zh-CN" sz="2400" i="1" baseline="-25000" dirty="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1</m:t>
                          </m:r>
                        </m:e>
                      </m:d>
                      <m:r>
                        <a:rPr kumimoji="1" lang="en-US" altLang="zh-CN" sz="2400" i="1" dirty="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m:t>
                      </m:r>
                      <m:r>
                        <a:rPr kumimoji="1" lang="en-US" altLang="zh-CN" sz="2400" i="1" dirty="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𝐸</m:t>
                      </m:r>
                      <m:d>
                        <m:dPr>
                          <m:ctrlPr>
                            <a:rPr kumimoji="1" lang="en-US" altLang="zh-CN" sz="2400" i="1" dirty="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ctrlPr>
                        </m:dPr>
                        <m:e>
                          <m:r>
                            <a:rPr kumimoji="1" lang="en-US" altLang="zh-CN" sz="2400" i="1" dirty="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𝑋</m:t>
                          </m:r>
                          <m:r>
                            <a:rPr kumimoji="1" lang="en-US" altLang="zh-CN" sz="2400" i="1" baseline="-25000" dirty="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2</m:t>
                          </m:r>
                        </m:e>
                      </m:d>
                      <m:r>
                        <a:rPr kumimoji="1" lang="en-US" altLang="zh-CN" sz="2400" i="1" dirty="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m:t>
                      </m:r>
                      <m:r>
                        <a:rPr kumimoji="1" lang="en-US" altLang="zh-CN" sz="2400" i="1" dirty="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𝐸</m:t>
                      </m:r>
                      <m:d>
                        <m:dPr>
                          <m:ctrlPr>
                            <a:rPr kumimoji="1" lang="en-US" altLang="zh-CN" sz="2400" i="1" dirty="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ctrlPr>
                        </m:dPr>
                        <m:e>
                          <m:r>
                            <a:rPr kumimoji="1" lang="en-US" altLang="zh-CN" sz="2400" i="1" dirty="0" err="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𝑋</m:t>
                          </m:r>
                          <m:r>
                            <a:rPr kumimoji="1" lang="en-US" altLang="zh-CN" sz="2400" i="1" baseline="-25000" dirty="0" err="1">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𝑛</m:t>
                          </m:r>
                        </m:e>
                      </m:d>
                    </m:oMath>
                  </m:oMathPara>
                </a14:m>
                <a:endParaRPr kumimoji="1" lang="en-US" altLang="zh-CN" sz="2400" i="1" dirty="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endParaRPr>
              </a:p>
              <a:p>
                <a:r>
                  <a:rPr kumimoji="1" lang="zh-CN" altLang="en-US" sz="2400" dirty="0">
                    <a:solidFill>
                      <a:srgbClr val="000000"/>
                    </a:solidFill>
                    <a:ea typeface="Microsoft YaHei" panose="020B0503020204020204" pitchFamily="34" charset="-122"/>
                    <a:cs typeface="Times New Roman" panose="02020603050405020304" pitchFamily="18" charset="0"/>
                  </a:rPr>
                  <a:t>                                                              </a:t>
                </a:r>
                <a14:m>
                  <m:oMath xmlns:m="http://schemas.openxmlformats.org/officeDocument/2006/math">
                    <m:r>
                      <a:rPr kumimoji="1" lang="en-US" altLang="zh-CN" sz="2400" i="1" dirty="0">
                        <a:solidFill>
                          <a:srgbClr val="000000"/>
                        </a:solidFill>
                        <a:latin typeface="Cambria Math" panose="02040503050406030204" pitchFamily="18" charset="0"/>
                        <a:ea typeface="Microsoft YaHei" panose="020B0503020204020204" pitchFamily="34" charset="-122"/>
                        <a:cs typeface="Times New Roman" panose="02020603050405020304" pitchFamily="18" charset="0"/>
                      </a:rPr>
                      <m:t>=</m:t>
                    </m:r>
                  </m:oMath>
                </a14:m>
                <a:r>
                  <a:rPr lang="zh-CN" altLang="en-US" sz="2400" dirty="0"/>
                  <a:t> </a:t>
                </a:r>
                <a14:m>
                  <m:oMath xmlns:m="http://schemas.openxmlformats.org/officeDocument/2006/math">
                    <m:r>
                      <a:rPr lang="en-US" altLang="zh-CN" sz="2400" i="1" dirty="0" smtClean="0">
                        <a:latin typeface="Cambria Math" panose="02040503050406030204" pitchFamily="18" charset="0"/>
                      </a:rPr>
                      <m:t>𝑛𝑝</m:t>
                    </m:r>
                  </m:oMath>
                </a14:m>
                <a:endParaRPr lang="en-US" altLang="zh-CN" sz="2400" dirty="0"/>
              </a:p>
              <a:p>
                <a:endParaRPr lang="en-US" altLang="zh-CN" sz="2400" dirty="0"/>
              </a:p>
              <a:p>
                <a:pPr/>
                <a14:m>
                  <m:oMathPara xmlns:m="http://schemas.openxmlformats.org/officeDocument/2006/math">
                    <m:oMathParaPr>
                      <m:jc m:val="centerGroup"/>
                    </m:oMathParaPr>
                    <m:oMath xmlns:m="http://schemas.openxmlformats.org/officeDocument/2006/math">
                      <m:r>
                        <a:rPr kumimoji="1" lang="en-US" altLang="zh-CN" sz="2400" i="1" dirty="0" smtClean="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𝐸</m:t>
                      </m:r>
                      <m:r>
                        <a:rPr kumimoji="1" lang="en-US" altLang="zh-CN" sz="2400" i="1" dirty="0" smtClean="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m:t>
                      </m:r>
                      <m:r>
                        <a:rPr kumimoji="1" lang="en-US" altLang="zh-CN" sz="2400" i="1" dirty="0" err="1">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𝑋</m:t>
                      </m:r>
                      <m:r>
                        <a:rPr kumimoji="1" lang="en-US" altLang="zh-CN" sz="2400" i="1" dirty="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m:t>
                      </m:r>
                      <m:r>
                        <a:rPr kumimoji="1" lang="zh-CN" altLang="en-US" sz="2400" i="1" dirty="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 </m:t>
                      </m:r>
                      <m:r>
                        <a:rPr kumimoji="1" lang="en-US" altLang="zh-CN" sz="2400" i="1" dirty="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m:t>
                      </m:r>
                      <m:r>
                        <a:rPr kumimoji="1" lang="en-US" altLang="zh-CN" sz="2400" b="0" i="1" dirty="0" smtClean="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𝑛</m:t>
                      </m:r>
                      <m:r>
                        <a:rPr kumimoji="1" lang="en-US" altLang="zh-CN" sz="2400" i="1" dirty="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𝑝</m:t>
                      </m:r>
                    </m:oMath>
                  </m:oMathPara>
                </a14:m>
                <a:endParaRPr kumimoji="1" lang="en-US" altLang="zh-CN" sz="2400" i="1" dirty="0">
                  <a:solidFill>
                    <a:srgbClr val="FF0000"/>
                  </a:solidFill>
                  <a:latin typeface="Times New Roman" panose="02020603050405020304" pitchFamily="18" charset="0"/>
                  <a:ea typeface="Microsoft YaHei" panose="020B0503020204020204" pitchFamily="34" charset="-122"/>
                  <a:cs typeface="Times New Roman" panose="02020603050405020304" pitchFamily="18" charset="0"/>
                </a:endParaRPr>
              </a:p>
            </p:txBody>
          </p:sp>
        </mc:Choice>
        <mc:Fallback xmlns="">
          <p:sp>
            <p:nvSpPr>
              <p:cNvPr id="14" name="文本框 13">
                <a:extLst>
                  <a:ext uri="{FF2B5EF4-FFF2-40B4-BE49-F238E27FC236}">
                    <a16:creationId xmlns:a16="http://schemas.microsoft.com/office/drawing/2014/main" id="{92C790B6-9F7E-2159-6679-060B189EED7E}"/>
                  </a:ext>
                </a:extLst>
              </p:cNvPr>
              <p:cNvSpPr txBox="1">
                <a:spLocks noRot="1" noChangeAspect="1" noMove="1" noResize="1" noEditPoints="1" noAdjustHandles="1" noChangeArrowheads="1" noChangeShapeType="1" noTextEdit="1"/>
              </p:cNvSpPr>
              <p:nvPr/>
            </p:nvSpPr>
            <p:spPr>
              <a:xfrm>
                <a:off x="350520" y="3687672"/>
                <a:ext cx="8671557" cy="2677656"/>
              </a:xfrm>
              <a:prstGeom prst="rect">
                <a:avLst/>
              </a:prstGeom>
              <a:blipFill>
                <a:blip r:embed="rId2"/>
                <a:stretch>
                  <a:fillRect b="-2830"/>
                </a:stretch>
              </a:blipFill>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1F9FD487-501D-279E-D6AC-9C5CA40BABFF}"/>
              </a:ext>
            </a:extLst>
          </p:cNvPr>
          <p:cNvSpPr/>
          <p:nvPr/>
        </p:nvSpPr>
        <p:spPr bwMode="auto">
          <a:xfrm>
            <a:off x="0" y="0"/>
            <a:ext cx="260169" cy="6858000"/>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8" name="副标题 2">
            <a:extLst>
              <a:ext uri="{FF2B5EF4-FFF2-40B4-BE49-F238E27FC236}">
                <a16:creationId xmlns:a16="http://schemas.microsoft.com/office/drawing/2014/main" id="{17CE7B47-2297-ACC4-E948-F9A3C67FE368}"/>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#2</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Tree>
    <p:extLst>
      <p:ext uri="{BB962C8B-B14F-4D97-AF65-F5344CB8AC3E}">
        <p14:creationId xmlns:p14="http://schemas.microsoft.com/office/powerpoint/2010/main" val="76141345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6D700060-50BB-6DED-F254-11114CAE9EFA}"/>
                  </a:ext>
                </a:extLst>
              </p:cNvPr>
              <p:cNvSpPr txBox="1"/>
              <p:nvPr/>
            </p:nvSpPr>
            <p:spPr>
              <a:xfrm>
                <a:off x="4572000" y="670933"/>
                <a:ext cx="1787412" cy="523220"/>
              </a:xfrm>
              <a:prstGeom prst="rect">
                <a:avLst/>
              </a:prstGeom>
              <a:noFill/>
            </p:spPr>
            <p:txBody>
              <a:bodyPr wrap="none" lIns="0" rtlCol="0">
                <a:spAutoFit/>
              </a:bodyPr>
              <a:lstStyle/>
              <a:p>
                <a:pPr/>
                <a14:m>
                  <m:oMathPara xmlns:m="http://schemas.openxmlformats.org/officeDocument/2006/math">
                    <m:oMathParaPr>
                      <m:jc m:val="left"/>
                    </m:oMathParaPr>
                    <m:oMath xmlns:m="http://schemas.openxmlformats.org/officeDocument/2006/math">
                      <m:r>
                        <a:rPr kumimoji="1" lang="en-US" altLang="zh-CN" sz="2800" b="0" i="1" dirty="0" smtClean="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𝐸</m:t>
                      </m:r>
                      <m:r>
                        <a:rPr kumimoji="1" lang="en-US" altLang="zh-CN" sz="2800" b="0" i="1" dirty="0" smtClean="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m:t>
                      </m:r>
                      <m:r>
                        <a:rPr kumimoji="1" lang="en-US" altLang="zh-CN" sz="2800" b="0" i="1" dirty="0" smtClean="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𝑋</m:t>
                      </m:r>
                      <m:r>
                        <a:rPr kumimoji="1" lang="en-US" altLang="zh-CN" sz="2800" b="0" i="1" dirty="0" smtClean="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 = </m:t>
                      </m:r>
                      <m:r>
                        <a:rPr kumimoji="1" lang="en-US" altLang="zh-CN" sz="2800" b="0" i="1" dirty="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𝑝</m:t>
                      </m:r>
                    </m:oMath>
                  </m:oMathPara>
                </a14:m>
                <a:endParaRPr kumimoji="1" lang="zh-CN" altLang="en-US" sz="2800" i="1" dirty="0">
                  <a:solidFill>
                    <a:srgbClr val="FF0000"/>
                  </a:solidFill>
                  <a:latin typeface="Times New Roman" panose="02020603050405020304" pitchFamily="18" charset="0"/>
                  <a:ea typeface="Microsoft YaHei" panose="020B0503020204020204" pitchFamily="34" charset="-122"/>
                  <a:cs typeface="Times New Roman" panose="02020603050405020304" pitchFamily="18" charset="0"/>
                </a:endParaRPr>
              </a:p>
            </p:txBody>
          </p:sp>
        </mc:Choice>
        <mc:Fallback xmlns="">
          <p:sp>
            <p:nvSpPr>
              <p:cNvPr id="2" name="文本框 1">
                <a:extLst>
                  <a:ext uri="{FF2B5EF4-FFF2-40B4-BE49-F238E27FC236}">
                    <a16:creationId xmlns:a16="http://schemas.microsoft.com/office/drawing/2014/main" id="{6D700060-50BB-6DED-F254-11114CAE9EFA}"/>
                  </a:ext>
                </a:extLst>
              </p:cNvPr>
              <p:cNvSpPr txBox="1">
                <a:spLocks noRot="1" noChangeAspect="1" noMove="1" noResize="1" noEditPoints="1" noAdjustHandles="1" noChangeArrowheads="1" noChangeShapeType="1" noTextEdit="1"/>
              </p:cNvSpPr>
              <p:nvPr/>
            </p:nvSpPr>
            <p:spPr>
              <a:xfrm>
                <a:off x="4572000" y="670933"/>
                <a:ext cx="1787412" cy="523220"/>
              </a:xfrm>
              <a:prstGeom prst="rect">
                <a:avLst/>
              </a:prstGeom>
              <a:blipFill>
                <a:blip r:embed="rId2"/>
                <a:stretch>
                  <a:fillRect l="-7092" b="-209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A9A0CE9-FCC7-17D3-B4FE-8B50C9241AA6}"/>
                  </a:ext>
                </a:extLst>
              </p:cNvPr>
              <p:cNvSpPr txBox="1"/>
              <p:nvPr/>
            </p:nvSpPr>
            <p:spPr>
              <a:xfrm>
                <a:off x="4572000" y="1674614"/>
                <a:ext cx="4572000" cy="523220"/>
              </a:xfrm>
              <a:prstGeom prst="rect">
                <a:avLst/>
              </a:prstGeom>
              <a:noFill/>
            </p:spPr>
            <p:txBody>
              <a:bodyPr wrap="square" lIns="0">
                <a:spAutoFit/>
              </a:bodyPr>
              <a:lstStyle/>
              <a:p>
                <a14:m>
                  <m:oMath xmlns:m="http://schemas.openxmlformats.org/officeDocument/2006/math">
                    <m:r>
                      <a:rPr lang="en-US" altLang="zh-CN" sz="2800" i="1">
                        <a:solidFill>
                          <a:srgbClr val="FF0000"/>
                        </a:solidFill>
                        <a:latin typeface="Cambria Math" panose="02040503050406030204" pitchFamily="18" charset="0"/>
                        <a:cs typeface="Times New Roman" panose="02020603050405020304" pitchFamily="18" charset="0"/>
                      </a:rPr>
                      <m:t>𝐸</m:t>
                    </m:r>
                    <m:r>
                      <a:rPr lang="en-US" altLang="zh-CN" sz="2800" i="1">
                        <a:solidFill>
                          <a:srgbClr val="FF0000"/>
                        </a:solidFill>
                        <a:latin typeface="Cambria Math" panose="02040503050406030204" pitchFamily="18" charset="0"/>
                        <a:cs typeface="Times New Roman" panose="02020603050405020304" pitchFamily="18" charset="0"/>
                      </a:rPr>
                      <m:t>(</m:t>
                    </m:r>
                    <m:r>
                      <a:rPr lang="en-US" altLang="zh-CN" sz="2800" i="1">
                        <a:solidFill>
                          <a:srgbClr val="FF0000"/>
                        </a:solidFill>
                        <a:latin typeface="Cambria Math" panose="02040503050406030204" pitchFamily="18" charset="0"/>
                        <a:cs typeface="Times New Roman" panose="02020603050405020304" pitchFamily="18" charset="0"/>
                      </a:rPr>
                      <m:t>𝑋</m:t>
                    </m:r>
                    <m:r>
                      <a:rPr lang="en-US" altLang="zh-CN" sz="2800" i="1">
                        <a:solidFill>
                          <a:srgbClr val="FF0000"/>
                        </a:solidFill>
                        <a:latin typeface="Cambria Math" panose="02040503050406030204" pitchFamily="18" charset="0"/>
                        <a:cs typeface="Times New Roman" panose="02020603050405020304" pitchFamily="18" charset="0"/>
                      </a:rPr>
                      <m:t>) </m:t>
                    </m:r>
                  </m:oMath>
                </a14:m>
                <a:r>
                  <a:rPr lang="en-US" altLang="zh-CN" sz="2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l-GR" altLang="zh-CN" sz="28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λ</a:t>
                </a:r>
                <a:endParaRPr lang="zh-CN" altLang="en-US" sz="2800" dirty="0"/>
              </a:p>
            </p:txBody>
          </p:sp>
        </mc:Choice>
        <mc:Fallback xmlns="">
          <p:sp>
            <p:nvSpPr>
              <p:cNvPr id="4" name="文本框 3">
                <a:extLst>
                  <a:ext uri="{FF2B5EF4-FFF2-40B4-BE49-F238E27FC236}">
                    <a16:creationId xmlns:a16="http://schemas.microsoft.com/office/drawing/2014/main" id="{BA9A0CE9-FCC7-17D3-B4FE-8B50C9241AA6}"/>
                  </a:ext>
                </a:extLst>
              </p:cNvPr>
              <p:cNvSpPr txBox="1">
                <a:spLocks noRot="1" noChangeAspect="1" noMove="1" noResize="1" noEditPoints="1" noAdjustHandles="1" noChangeArrowheads="1" noChangeShapeType="1" noTextEdit="1"/>
              </p:cNvSpPr>
              <p:nvPr/>
            </p:nvSpPr>
            <p:spPr>
              <a:xfrm>
                <a:off x="4572000" y="1674614"/>
                <a:ext cx="4572000" cy="523220"/>
              </a:xfrm>
              <a:prstGeom prst="rect">
                <a:avLst/>
              </a:prstGeom>
              <a:blipFill>
                <a:blip r:embed="rId3"/>
                <a:stretch>
                  <a:fillRect l="-2778" t="-16667" b="-2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9A92392-B3A6-D0DF-46C6-654BCF587E4E}"/>
                  </a:ext>
                </a:extLst>
              </p:cNvPr>
              <p:cNvSpPr txBox="1"/>
              <p:nvPr/>
            </p:nvSpPr>
            <p:spPr>
              <a:xfrm>
                <a:off x="4572000" y="2571365"/>
                <a:ext cx="5946478" cy="907556"/>
              </a:xfrm>
              <a:prstGeom prst="rect">
                <a:avLst/>
              </a:prstGeom>
              <a:noFill/>
            </p:spPr>
            <p:txBody>
              <a:bodyPr wrap="square" lIns="0">
                <a:spAutoFit/>
              </a:bodyPr>
              <a:lstStyle/>
              <a:p>
                <a:pPr/>
                <a14:m>
                  <m:oMathPara xmlns:m="http://schemas.openxmlformats.org/officeDocument/2006/math">
                    <m:oMathParaPr>
                      <m:jc m:val="left"/>
                    </m:oMathParaPr>
                    <m:oMath xmlns:m="http://schemas.openxmlformats.org/officeDocument/2006/math">
                      <m:r>
                        <a:rPr lang="zh-CN" altLang="en-US" sz="2800" b="0" i="1" smtClean="0">
                          <a:solidFill>
                            <a:srgbClr val="FF0000"/>
                          </a:solidFill>
                          <a:latin typeface="Cambria Math" panose="02040503050406030204" pitchFamily="18" charset="0"/>
                        </a:rPr>
                        <m:t>𝐸</m:t>
                      </m:r>
                      <m:d>
                        <m:dPr>
                          <m:ctrlPr>
                            <a:rPr lang="zh-CN" altLang="en-US" sz="2800" i="1">
                              <a:solidFill>
                                <a:srgbClr val="FF0000"/>
                              </a:solidFill>
                              <a:latin typeface="Cambria Math" panose="02040503050406030204" pitchFamily="18" charset="0"/>
                            </a:rPr>
                          </m:ctrlPr>
                        </m:dPr>
                        <m:e>
                          <m:r>
                            <a:rPr lang="zh-CN" altLang="en-US" sz="2800" b="0" i="1">
                              <a:solidFill>
                                <a:srgbClr val="FF0000"/>
                              </a:solidFill>
                              <a:latin typeface="Cambria Math" panose="02040503050406030204" pitchFamily="18" charset="0"/>
                            </a:rPr>
                            <m:t>𝑋</m:t>
                          </m:r>
                        </m:e>
                      </m:d>
                      <m:r>
                        <a:rPr lang="zh-CN" altLang="en-US" sz="2800" b="0">
                          <a:solidFill>
                            <a:srgbClr val="FF0000"/>
                          </a:solidFill>
                          <a:latin typeface="Cambria Math" panose="02040503050406030204" pitchFamily="18" charset="0"/>
                        </a:rPr>
                        <m:t>=</m:t>
                      </m:r>
                      <m:f>
                        <m:fPr>
                          <m:ctrlPr>
                            <a:rPr lang="zh-CN" altLang="en-US" sz="2800" i="1" smtClean="0">
                              <a:solidFill>
                                <a:srgbClr val="FF0000"/>
                              </a:solidFill>
                              <a:latin typeface="Cambria Math" panose="02040503050406030204" pitchFamily="18" charset="0"/>
                            </a:rPr>
                          </m:ctrlPr>
                        </m:fPr>
                        <m:num>
                          <m:r>
                            <a:rPr lang="zh-CN" altLang="en-US" sz="2800" b="0" i="1">
                              <a:solidFill>
                                <a:srgbClr val="FF0000"/>
                              </a:solidFill>
                              <a:latin typeface="Cambria Math" panose="02040503050406030204" pitchFamily="18" charset="0"/>
                            </a:rPr>
                            <m:t>𝑎</m:t>
                          </m:r>
                          <m:r>
                            <a:rPr lang="zh-CN" altLang="en-US" sz="2800" b="0">
                              <a:solidFill>
                                <a:srgbClr val="FF0000"/>
                              </a:solidFill>
                              <a:latin typeface="Cambria Math" panose="02040503050406030204" pitchFamily="18" charset="0"/>
                            </a:rPr>
                            <m:t>+</m:t>
                          </m:r>
                          <m:r>
                            <a:rPr lang="zh-CN" altLang="en-US" sz="2800" b="0" i="1">
                              <a:solidFill>
                                <a:srgbClr val="FF0000"/>
                              </a:solidFill>
                              <a:latin typeface="Cambria Math" panose="02040503050406030204" pitchFamily="18" charset="0"/>
                            </a:rPr>
                            <m:t>𝑏</m:t>
                          </m:r>
                        </m:num>
                        <m:den>
                          <m:r>
                            <a:rPr lang="zh-CN" altLang="en-US" sz="2800" b="0" i="1">
                              <a:solidFill>
                                <a:srgbClr val="FF0000"/>
                              </a:solidFill>
                              <a:latin typeface="Cambria Math" panose="02040503050406030204" pitchFamily="18" charset="0"/>
                            </a:rPr>
                            <m:t>2</m:t>
                          </m:r>
                        </m:den>
                      </m:f>
                    </m:oMath>
                  </m:oMathPara>
                </a14:m>
                <a:endParaRPr lang="zh-CN" altLang="en-US" sz="2800" dirty="0"/>
              </a:p>
            </p:txBody>
          </p:sp>
        </mc:Choice>
        <mc:Fallback xmlns="">
          <p:sp>
            <p:nvSpPr>
              <p:cNvPr id="5" name="文本框 4">
                <a:extLst>
                  <a:ext uri="{FF2B5EF4-FFF2-40B4-BE49-F238E27FC236}">
                    <a16:creationId xmlns:a16="http://schemas.microsoft.com/office/drawing/2014/main" id="{79A92392-B3A6-D0DF-46C6-654BCF587E4E}"/>
                  </a:ext>
                </a:extLst>
              </p:cNvPr>
              <p:cNvSpPr txBox="1">
                <a:spLocks noRot="1" noChangeAspect="1" noMove="1" noResize="1" noEditPoints="1" noAdjustHandles="1" noChangeArrowheads="1" noChangeShapeType="1" noTextEdit="1"/>
              </p:cNvSpPr>
              <p:nvPr/>
            </p:nvSpPr>
            <p:spPr>
              <a:xfrm>
                <a:off x="4572000" y="2571365"/>
                <a:ext cx="5946478" cy="907556"/>
              </a:xfrm>
              <a:prstGeom prst="rect">
                <a:avLst/>
              </a:prstGeom>
              <a:blipFill>
                <a:blip r:embed="rId4"/>
                <a:stretch>
                  <a:fillRect l="-2132" b="-68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24EE681-B1BB-807C-A06C-8B947D41BB44}"/>
                  </a:ext>
                </a:extLst>
              </p:cNvPr>
              <p:cNvSpPr txBox="1"/>
              <p:nvPr/>
            </p:nvSpPr>
            <p:spPr>
              <a:xfrm>
                <a:off x="4572000" y="3803191"/>
                <a:ext cx="1573952" cy="430887"/>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r>
                        <a:rPr kumimoji="1" lang="en-US" altLang="zh-CN" sz="2800" b="0" i="1" smtClean="0">
                          <a:solidFill>
                            <a:srgbClr val="FF0000"/>
                          </a:solidFill>
                          <a:latin typeface="Cambria Math" panose="02040503050406030204" pitchFamily="18" charset="0"/>
                        </a:rPr>
                        <m:t>𝐸</m:t>
                      </m:r>
                      <m:d>
                        <m:dPr>
                          <m:ctrlPr>
                            <a:rPr kumimoji="1" lang="en-US" altLang="zh-CN" sz="2800" i="1">
                              <a:solidFill>
                                <a:srgbClr val="FF0000"/>
                              </a:solidFill>
                              <a:latin typeface="Cambria Math" panose="02040503050406030204" pitchFamily="18" charset="0"/>
                            </a:rPr>
                          </m:ctrlPr>
                        </m:dPr>
                        <m:e>
                          <m:r>
                            <a:rPr kumimoji="1" lang="en-US" altLang="zh-CN" sz="2800" b="0" i="1">
                              <a:solidFill>
                                <a:srgbClr val="FF0000"/>
                              </a:solidFill>
                              <a:latin typeface="Cambria Math" panose="02040503050406030204" pitchFamily="18" charset="0"/>
                            </a:rPr>
                            <m:t>𝑋</m:t>
                          </m:r>
                        </m:e>
                      </m:d>
                      <m:r>
                        <a:rPr kumimoji="1" lang="en-US" altLang="zh-CN" sz="2800" b="0" i="1">
                          <a:solidFill>
                            <a:srgbClr val="FF0000"/>
                          </a:solidFill>
                          <a:latin typeface="Cambria Math" panose="02040503050406030204" pitchFamily="18" charset="0"/>
                        </a:rPr>
                        <m:t>=</m:t>
                      </m:r>
                      <m:r>
                        <a:rPr kumimoji="1" lang="en-US" altLang="zh-CN" sz="2800" b="0" i="1" smtClean="0">
                          <a:solidFill>
                            <a:srgbClr val="FF0000"/>
                          </a:solidFill>
                          <a:latin typeface="Cambria Math" panose="02040503050406030204" pitchFamily="18" charset="0"/>
                          <a:ea typeface="Cambria Math" panose="02040503050406030204" pitchFamily="18" charset="0"/>
                        </a:rPr>
                        <m:t>𝜃</m:t>
                      </m:r>
                    </m:oMath>
                  </m:oMathPara>
                </a14:m>
                <a:endParaRPr kumimoji="1" lang="zh-CN" altLang="en-US" sz="2800" dirty="0">
                  <a:solidFill>
                    <a:srgbClr val="FF0000"/>
                  </a:solidFill>
                </a:endParaRPr>
              </a:p>
            </p:txBody>
          </p:sp>
        </mc:Choice>
        <mc:Fallback xmlns="">
          <p:sp>
            <p:nvSpPr>
              <p:cNvPr id="6" name="文本框 5">
                <a:extLst>
                  <a:ext uri="{FF2B5EF4-FFF2-40B4-BE49-F238E27FC236}">
                    <a16:creationId xmlns:a16="http://schemas.microsoft.com/office/drawing/2014/main" id="{724EE681-B1BB-807C-A06C-8B947D41BB44}"/>
                  </a:ext>
                </a:extLst>
              </p:cNvPr>
              <p:cNvSpPr txBox="1">
                <a:spLocks noRot="1" noChangeAspect="1" noMove="1" noResize="1" noEditPoints="1" noAdjustHandles="1" noChangeArrowheads="1" noChangeShapeType="1" noTextEdit="1"/>
              </p:cNvSpPr>
              <p:nvPr/>
            </p:nvSpPr>
            <p:spPr>
              <a:xfrm>
                <a:off x="4572000" y="3803191"/>
                <a:ext cx="1573952" cy="430887"/>
              </a:xfrm>
              <a:prstGeom prst="rect">
                <a:avLst/>
              </a:prstGeom>
              <a:blipFill>
                <a:blip r:embed="rId5"/>
                <a:stretch>
                  <a:fillRect l="-8065" b="-571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FE94538E-25FD-FF40-83C3-1AD0C7A1ABC6}"/>
                  </a:ext>
                </a:extLst>
              </p:cNvPr>
              <p:cNvSpPr txBox="1"/>
              <p:nvPr/>
            </p:nvSpPr>
            <p:spPr>
              <a:xfrm>
                <a:off x="4572000" y="4756468"/>
                <a:ext cx="1624355" cy="523220"/>
              </a:xfrm>
              <a:prstGeom prst="rect">
                <a:avLst/>
              </a:prstGeom>
              <a:noFill/>
            </p:spPr>
            <p:txBody>
              <a:bodyPr wrap="none" lIns="0" rtlCol="0">
                <a:spAutoFit/>
              </a:bodyPr>
              <a:lstStyle/>
              <a:p>
                <a:pPr/>
                <a14:m>
                  <m:oMathPara xmlns:m="http://schemas.openxmlformats.org/officeDocument/2006/math">
                    <m:oMathParaPr>
                      <m:jc m:val="left"/>
                    </m:oMathParaPr>
                    <m:oMath xmlns:m="http://schemas.openxmlformats.org/officeDocument/2006/math">
                      <m:r>
                        <a:rPr kumimoji="1" lang="en-US" altLang="zh-CN" sz="2800" b="0" i="1" dirty="0" smtClean="0">
                          <a:solidFill>
                            <a:srgbClr val="FF0000"/>
                          </a:solidFill>
                          <a:latin typeface="Cambria Math" panose="02040503050406030204" pitchFamily="18" charset="0"/>
                        </a:rPr>
                        <m:t>𝐸</m:t>
                      </m:r>
                      <m:r>
                        <a:rPr kumimoji="1" lang="en-US" altLang="zh-CN" sz="2800" b="0" i="1" dirty="0" smtClean="0">
                          <a:solidFill>
                            <a:srgbClr val="FF0000"/>
                          </a:solidFill>
                          <a:latin typeface="Cambria Math" panose="02040503050406030204" pitchFamily="18" charset="0"/>
                        </a:rPr>
                        <m:t>(</m:t>
                      </m:r>
                      <m:r>
                        <a:rPr kumimoji="1" lang="en-US" altLang="zh-CN" sz="2800" b="0" i="1" dirty="0" smtClean="0">
                          <a:solidFill>
                            <a:srgbClr val="FF0000"/>
                          </a:solidFill>
                          <a:latin typeface="Cambria Math" panose="02040503050406030204" pitchFamily="18" charset="0"/>
                        </a:rPr>
                        <m:t>𝑋</m:t>
                      </m:r>
                      <m:r>
                        <a:rPr kumimoji="1" lang="en-US" altLang="zh-CN" sz="2800" b="0" i="1" dirty="0" smtClean="0">
                          <a:solidFill>
                            <a:srgbClr val="FF0000"/>
                          </a:solidFill>
                          <a:latin typeface="Cambria Math" panose="02040503050406030204" pitchFamily="18" charset="0"/>
                        </a:rPr>
                        <m:t>)=</m:t>
                      </m:r>
                      <m:r>
                        <a:rPr kumimoji="1" lang="en-US" altLang="zh-CN" sz="2800" b="0" i="1" smtClean="0">
                          <a:solidFill>
                            <a:srgbClr val="FF0000"/>
                          </a:solidFill>
                          <a:latin typeface="Cambria Math" panose="02040503050406030204" pitchFamily="18" charset="0"/>
                          <a:ea typeface="Cambria Math" panose="02040503050406030204" pitchFamily="18" charset="0"/>
                        </a:rPr>
                        <m:t>𝜇</m:t>
                      </m:r>
                    </m:oMath>
                  </m:oMathPara>
                </a14:m>
                <a:endParaRPr kumimoji="1" lang="zh-CN" altLang="en-US" sz="2800" dirty="0">
                  <a:solidFill>
                    <a:srgbClr val="FF0000"/>
                  </a:solidFill>
                </a:endParaRPr>
              </a:p>
            </p:txBody>
          </p:sp>
        </mc:Choice>
        <mc:Fallback xmlns="">
          <p:sp>
            <p:nvSpPr>
              <p:cNvPr id="7" name="文本框 6">
                <a:extLst>
                  <a:ext uri="{FF2B5EF4-FFF2-40B4-BE49-F238E27FC236}">
                    <a16:creationId xmlns:a16="http://schemas.microsoft.com/office/drawing/2014/main" id="{FE94538E-25FD-FF40-83C3-1AD0C7A1ABC6}"/>
                  </a:ext>
                </a:extLst>
              </p:cNvPr>
              <p:cNvSpPr txBox="1">
                <a:spLocks noRot="1" noChangeAspect="1" noMove="1" noResize="1" noEditPoints="1" noAdjustHandles="1" noChangeArrowheads="1" noChangeShapeType="1" noTextEdit="1"/>
              </p:cNvSpPr>
              <p:nvPr/>
            </p:nvSpPr>
            <p:spPr>
              <a:xfrm>
                <a:off x="4572000" y="4756468"/>
                <a:ext cx="1624355" cy="523220"/>
              </a:xfrm>
              <a:prstGeom prst="rect">
                <a:avLst/>
              </a:prstGeom>
              <a:blipFill>
                <a:blip r:embed="rId6"/>
                <a:stretch>
                  <a:fillRect l="-7813" b="-19048"/>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766517B1-AD13-5D97-2BAD-5147A06A85DD}"/>
              </a:ext>
            </a:extLst>
          </p:cNvPr>
          <p:cNvSpPr txBox="1"/>
          <p:nvPr/>
        </p:nvSpPr>
        <p:spPr>
          <a:xfrm>
            <a:off x="2287439" y="732488"/>
            <a:ext cx="1787412" cy="461665"/>
          </a:xfrm>
          <a:prstGeom prst="rect">
            <a:avLst/>
          </a:prstGeom>
          <a:noFill/>
        </p:spPr>
        <p:txBody>
          <a:bodyPr wrap="square">
            <a:spAutoFit/>
          </a:bodyPr>
          <a:lstStyle/>
          <a:p>
            <a:r>
              <a:rPr kumimoji="1" lang="en-US" altLang="zh-CN" sz="2400" b="0" i="0" u="none" strike="noStrike" kern="1200" cap="none" spc="0" normalizeH="0" baseline="0" noProof="0" dirty="0">
                <a:ln>
                  <a:noFill/>
                </a:ln>
                <a:solidFill>
                  <a:srgbClr val="0000FF"/>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(0-1)</a:t>
            </a:r>
            <a:r>
              <a:rPr kumimoji="1" lang="zh-CN" altLang="en-US" sz="2400" b="0" i="0" u="none" strike="noStrike" kern="1200" cap="none" spc="0" normalizeH="0" baseline="0" noProof="0" dirty="0">
                <a:ln>
                  <a:noFill/>
                </a:ln>
                <a:solidFill>
                  <a:srgbClr val="0000FF"/>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分布</a:t>
            </a:r>
            <a:endParaRPr lang="zh-CN" altLang="en-US" dirty="0"/>
          </a:p>
        </p:txBody>
      </p:sp>
      <p:sp>
        <p:nvSpPr>
          <p:cNvPr id="10" name="文本框 9">
            <a:extLst>
              <a:ext uri="{FF2B5EF4-FFF2-40B4-BE49-F238E27FC236}">
                <a16:creationId xmlns:a16="http://schemas.microsoft.com/office/drawing/2014/main" id="{BA9CDE11-D923-8591-AF56-E789C10498F2}"/>
              </a:ext>
            </a:extLst>
          </p:cNvPr>
          <p:cNvSpPr txBox="1"/>
          <p:nvPr/>
        </p:nvSpPr>
        <p:spPr>
          <a:xfrm>
            <a:off x="2287439" y="1777054"/>
            <a:ext cx="1812121" cy="461665"/>
          </a:xfrm>
          <a:prstGeom prst="rect">
            <a:avLst/>
          </a:prstGeom>
          <a:noFill/>
        </p:spPr>
        <p:txBody>
          <a:bodyPr wrap="square">
            <a:spAutoFit/>
          </a:bodyPr>
          <a:lstStyle/>
          <a:p>
            <a:r>
              <a:rPr kumimoji="1" lang="zh-CN" altLang="en-US" sz="2400" b="0" i="0" u="none" strike="noStrike" kern="1200" cap="none" spc="0" normalizeH="0" baseline="0" noProof="0" dirty="0">
                <a:ln>
                  <a:noFill/>
                </a:ln>
                <a:solidFill>
                  <a:srgbClr val="0000FF"/>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泊松分布</a:t>
            </a:r>
            <a:endParaRPr lang="zh-CN" altLang="en-US" dirty="0"/>
          </a:p>
        </p:txBody>
      </p:sp>
      <p:sp>
        <p:nvSpPr>
          <p:cNvPr id="11" name="文本框 10">
            <a:extLst>
              <a:ext uri="{FF2B5EF4-FFF2-40B4-BE49-F238E27FC236}">
                <a16:creationId xmlns:a16="http://schemas.microsoft.com/office/drawing/2014/main" id="{C64C584D-AE3C-006C-A0A2-77155F16784C}"/>
              </a:ext>
            </a:extLst>
          </p:cNvPr>
          <p:cNvSpPr txBox="1"/>
          <p:nvPr/>
        </p:nvSpPr>
        <p:spPr>
          <a:xfrm>
            <a:off x="2287439" y="2846074"/>
            <a:ext cx="1812121" cy="461665"/>
          </a:xfrm>
          <a:prstGeom prst="rect">
            <a:avLst/>
          </a:prstGeom>
          <a:noFill/>
        </p:spPr>
        <p:txBody>
          <a:bodyPr wrap="square">
            <a:spAutoFit/>
          </a:bodyPr>
          <a:lstStyle/>
          <a:p>
            <a:r>
              <a:rPr kumimoji="1" lang="zh-CN" altLang="en-US" sz="2400" dirty="0">
                <a:solidFill>
                  <a:srgbClr val="0000FF"/>
                </a:solidFill>
                <a:latin typeface="Times New Roman" panose="02020603050405020304" pitchFamily="18" charset="0"/>
                <a:ea typeface="Microsoft YaHei" panose="020B0503020204020204" pitchFamily="34" charset="-122"/>
                <a:cs typeface="Times New Roman" panose="02020603050405020304" pitchFamily="18" charset="0"/>
              </a:rPr>
              <a:t>均匀</a:t>
            </a:r>
            <a:r>
              <a:rPr kumimoji="1" lang="zh-CN" altLang="en-US" sz="2400" b="0" i="0" u="none" strike="noStrike" kern="1200" cap="none" spc="0" normalizeH="0" baseline="0" noProof="0" dirty="0">
                <a:ln>
                  <a:noFill/>
                </a:ln>
                <a:solidFill>
                  <a:srgbClr val="0000FF"/>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分布</a:t>
            </a:r>
            <a:endParaRPr lang="zh-CN" altLang="en-US" dirty="0"/>
          </a:p>
        </p:txBody>
      </p:sp>
      <p:sp>
        <p:nvSpPr>
          <p:cNvPr id="12" name="文本框 11">
            <a:extLst>
              <a:ext uri="{FF2B5EF4-FFF2-40B4-BE49-F238E27FC236}">
                <a16:creationId xmlns:a16="http://schemas.microsoft.com/office/drawing/2014/main" id="{97C8C065-E3B1-CD52-7928-C7589109398B}"/>
              </a:ext>
            </a:extLst>
          </p:cNvPr>
          <p:cNvSpPr txBox="1"/>
          <p:nvPr/>
        </p:nvSpPr>
        <p:spPr>
          <a:xfrm>
            <a:off x="2287439" y="3803191"/>
            <a:ext cx="1812121" cy="461665"/>
          </a:xfrm>
          <a:prstGeom prst="rect">
            <a:avLst/>
          </a:prstGeom>
          <a:noFill/>
        </p:spPr>
        <p:txBody>
          <a:bodyPr wrap="square">
            <a:spAutoFit/>
          </a:bodyPr>
          <a:lstStyle/>
          <a:p>
            <a:r>
              <a:rPr kumimoji="1" lang="zh-CN" altLang="en-US" sz="2400" b="0" i="0" u="none" strike="noStrike" kern="1200" cap="none" spc="0" normalizeH="0" baseline="0" noProof="0" dirty="0">
                <a:ln>
                  <a:noFill/>
                </a:ln>
                <a:solidFill>
                  <a:srgbClr val="0000FF"/>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指数分布</a:t>
            </a:r>
            <a:endParaRPr lang="zh-CN" altLang="en-US" dirty="0"/>
          </a:p>
        </p:txBody>
      </p:sp>
      <p:sp>
        <p:nvSpPr>
          <p:cNvPr id="13" name="文本框 12">
            <a:extLst>
              <a:ext uri="{FF2B5EF4-FFF2-40B4-BE49-F238E27FC236}">
                <a16:creationId xmlns:a16="http://schemas.microsoft.com/office/drawing/2014/main" id="{5DF02DCE-D3EE-6CD7-C05D-87CEE52F4A2D}"/>
              </a:ext>
            </a:extLst>
          </p:cNvPr>
          <p:cNvSpPr txBox="1"/>
          <p:nvPr/>
        </p:nvSpPr>
        <p:spPr>
          <a:xfrm>
            <a:off x="2287439" y="4795167"/>
            <a:ext cx="1812121" cy="461665"/>
          </a:xfrm>
          <a:prstGeom prst="rect">
            <a:avLst/>
          </a:prstGeom>
          <a:noFill/>
        </p:spPr>
        <p:txBody>
          <a:bodyPr wrap="square">
            <a:spAutoFit/>
          </a:bodyPr>
          <a:lstStyle/>
          <a:p>
            <a:r>
              <a:rPr kumimoji="1" lang="zh-CN" altLang="en-US" sz="2400" dirty="0">
                <a:solidFill>
                  <a:srgbClr val="0000FF"/>
                </a:solidFill>
                <a:latin typeface="Times New Roman" panose="02020603050405020304" pitchFamily="18" charset="0"/>
                <a:ea typeface="Microsoft YaHei" panose="020B0503020204020204" pitchFamily="34" charset="-122"/>
                <a:cs typeface="Times New Roman" panose="02020603050405020304" pitchFamily="18" charset="0"/>
              </a:rPr>
              <a:t>正态</a:t>
            </a:r>
            <a:r>
              <a:rPr kumimoji="1" lang="zh-CN" altLang="en-US" sz="2400" b="0" i="0" u="none" strike="noStrike" kern="1200" cap="none" spc="0" normalizeH="0" baseline="0" noProof="0" dirty="0">
                <a:ln>
                  <a:noFill/>
                </a:ln>
                <a:solidFill>
                  <a:srgbClr val="0000FF"/>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分布</a:t>
            </a:r>
            <a:endParaRPr lang="zh-CN" altLang="en-US" dirty="0"/>
          </a:p>
        </p:txBody>
      </p:sp>
      <p:sp>
        <p:nvSpPr>
          <p:cNvPr id="3" name="文本框 2">
            <a:extLst>
              <a:ext uri="{FF2B5EF4-FFF2-40B4-BE49-F238E27FC236}">
                <a16:creationId xmlns:a16="http://schemas.microsoft.com/office/drawing/2014/main" id="{BF48B48C-2BC0-E715-562F-FA12008A93B4}"/>
              </a:ext>
            </a:extLst>
          </p:cNvPr>
          <p:cNvSpPr txBox="1"/>
          <p:nvPr/>
        </p:nvSpPr>
        <p:spPr>
          <a:xfrm>
            <a:off x="2287439" y="5801007"/>
            <a:ext cx="1812121" cy="461665"/>
          </a:xfrm>
          <a:prstGeom prst="rect">
            <a:avLst/>
          </a:prstGeom>
          <a:noFill/>
        </p:spPr>
        <p:txBody>
          <a:bodyPr wrap="square">
            <a:spAutoFit/>
          </a:bodyPr>
          <a:lstStyle/>
          <a:p>
            <a:r>
              <a:rPr kumimoji="1" lang="zh-CN" altLang="en-US" sz="2400" noProof="0" dirty="0">
                <a:solidFill>
                  <a:srgbClr val="0000FF"/>
                </a:solidFill>
                <a:latin typeface="Times New Roman" panose="02020603050405020304" pitchFamily="18" charset="0"/>
                <a:ea typeface="Microsoft YaHei" panose="020B0503020204020204" pitchFamily="34" charset="-122"/>
                <a:cs typeface="Times New Roman" panose="02020603050405020304" pitchFamily="18" charset="0"/>
              </a:rPr>
              <a:t>二项</a:t>
            </a:r>
            <a:r>
              <a:rPr kumimoji="1" lang="zh-CN" altLang="en-US" sz="2400" b="0" i="0" u="none" strike="noStrike" kern="1200" cap="none" spc="0" normalizeH="0" baseline="0" noProof="0" dirty="0">
                <a:ln>
                  <a:noFill/>
                </a:ln>
                <a:solidFill>
                  <a:srgbClr val="0000FF"/>
                </a:solidFill>
                <a:effectLst/>
                <a:uLnTx/>
                <a:uFillTx/>
                <a:latin typeface="Times New Roman" panose="02020603050405020304" pitchFamily="18" charset="0"/>
                <a:ea typeface="Microsoft YaHei" panose="020B0503020204020204" pitchFamily="34" charset="-122"/>
                <a:cs typeface="Times New Roman" panose="02020603050405020304" pitchFamily="18" charset="0"/>
              </a:rPr>
              <a:t>分布</a:t>
            </a:r>
            <a:endParaRPr lang="zh-CN" altLang="en-US" dirty="0"/>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2DA93BC8-19D1-043E-1E54-F93610B91427}"/>
                  </a:ext>
                </a:extLst>
              </p:cNvPr>
              <p:cNvSpPr txBox="1"/>
              <p:nvPr/>
            </p:nvSpPr>
            <p:spPr>
              <a:xfrm>
                <a:off x="2755277" y="5770229"/>
                <a:ext cx="5257800" cy="523220"/>
              </a:xfrm>
              <a:prstGeom prst="rect">
                <a:avLst/>
              </a:prstGeom>
              <a:noFill/>
            </p:spPr>
            <p:txBody>
              <a:bodyPr wrap="square">
                <a:spAutoFit/>
              </a:bodyPr>
              <a:lstStyle/>
              <a:p>
                <a:pPr lvl="0"/>
                <a14:m>
                  <m:oMathPara xmlns:m="http://schemas.openxmlformats.org/officeDocument/2006/math">
                    <m:oMathParaPr>
                      <m:jc m:val="centerGroup"/>
                    </m:oMathParaPr>
                    <m:oMath xmlns:m="http://schemas.openxmlformats.org/officeDocument/2006/math">
                      <m:r>
                        <a:rPr kumimoji="1" lang="en-US" altLang="zh-CN" sz="2800" i="1" dirty="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𝐸</m:t>
                      </m:r>
                      <m:r>
                        <a:rPr kumimoji="1" lang="en-US" altLang="zh-CN" sz="2800" i="1" dirty="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m:t>
                      </m:r>
                      <m:r>
                        <a:rPr kumimoji="1" lang="en-US" altLang="zh-CN" sz="2800" i="1" dirty="0" err="1">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𝑋</m:t>
                      </m:r>
                      <m:r>
                        <a:rPr kumimoji="1" lang="en-US" altLang="zh-CN" sz="2800" i="1" dirty="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m:t>
                      </m:r>
                      <m:r>
                        <a:rPr kumimoji="1" lang="zh-CN" altLang="en-US" sz="2800" i="1" dirty="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 </m:t>
                      </m:r>
                      <m:r>
                        <a:rPr kumimoji="1" lang="en-US" altLang="zh-CN" sz="2800" i="1" dirty="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m:t>
                      </m:r>
                      <m:r>
                        <a:rPr kumimoji="1" lang="en-US" altLang="zh-CN" sz="2800" i="1" dirty="0">
                          <a:solidFill>
                            <a:srgbClr val="FF0000"/>
                          </a:solidFill>
                          <a:latin typeface="Cambria Math" panose="02040503050406030204" pitchFamily="18" charset="0"/>
                          <a:ea typeface="Microsoft YaHei" panose="020B0503020204020204" pitchFamily="34" charset="-122"/>
                          <a:cs typeface="Times New Roman" panose="02020603050405020304" pitchFamily="18" charset="0"/>
                        </a:rPr>
                        <m:t>𝑛𝑝</m:t>
                      </m:r>
                    </m:oMath>
                  </m:oMathPara>
                </a14:m>
                <a:endParaRPr kumimoji="1" lang="en-US" altLang="zh-CN" sz="2800" i="1" dirty="0">
                  <a:solidFill>
                    <a:srgbClr val="FF0000"/>
                  </a:solidFill>
                  <a:latin typeface="Times New Roman" panose="02020603050405020304" pitchFamily="18" charset="0"/>
                  <a:ea typeface="Microsoft YaHei" panose="020B0503020204020204" pitchFamily="34" charset="-122"/>
                  <a:cs typeface="Times New Roman" panose="02020603050405020304" pitchFamily="18" charset="0"/>
                </a:endParaRPr>
              </a:p>
            </p:txBody>
          </p:sp>
        </mc:Choice>
        <mc:Fallback xmlns="">
          <p:sp>
            <p:nvSpPr>
              <p:cNvPr id="14" name="文本框 13">
                <a:extLst>
                  <a:ext uri="{FF2B5EF4-FFF2-40B4-BE49-F238E27FC236}">
                    <a16:creationId xmlns:a16="http://schemas.microsoft.com/office/drawing/2014/main" id="{2DA93BC8-19D1-043E-1E54-F93610B91427}"/>
                  </a:ext>
                </a:extLst>
              </p:cNvPr>
              <p:cNvSpPr txBox="1">
                <a:spLocks noRot="1" noChangeAspect="1" noMove="1" noResize="1" noEditPoints="1" noAdjustHandles="1" noChangeArrowheads="1" noChangeShapeType="1" noTextEdit="1"/>
              </p:cNvSpPr>
              <p:nvPr/>
            </p:nvSpPr>
            <p:spPr>
              <a:xfrm>
                <a:off x="2755277" y="5770229"/>
                <a:ext cx="5257800" cy="523220"/>
              </a:xfrm>
              <a:prstGeom prst="rect">
                <a:avLst/>
              </a:prstGeom>
              <a:blipFill>
                <a:blip r:embed="rId7"/>
                <a:stretch>
                  <a:fillRect b="-238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4339139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51F8CCC-588E-7EBB-E6AE-00802E65446A}"/>
              </a:ext>
            </a:extLst>
          </p:cNvPr>
          <p:cNvSpPr txBox="1"/>
          <p:nvPr/>
        </p:nvSpPr>
        <p:spPr>
          <a:xfrm>
            <a:off x="2057400" y="2575560"/>
            <a:ext cx="4809330" cy="1384995"/>
          </a:xfrm>
          <a:prstGeom prst="rect">
            <a:avLst/>
          </a:prstGeom>
          <a:noFill/>
        </p:spPr>
        <p:txBody>
          <a:bodyPr wrap="none" rtlCol="0">
            <a:spAutoFit/>
          </a:bodyPr>
          <a:lstStyle/>
          <a:p>
            <a:r>
              <a:rPr kumimoji="1" lang="zh-CN" altLang="en-US" sz="2800" dirty="0">
                <a:latin typeface="Microsoft YaHei" panose="020B0503020204020204" pitchFamily="34" charset="-122"/>
                <a:ea typeface="Microsoft YaHei" panose="020B0503020204020204" pitchFamily="34" charset="-122"/>
              </a:rPr>
              <a:t>附表</a:t>
            </a:r>
            <a:r>
              <a:rPr kumimoji="1" lang="en-US" altLang="zh-CN" sz="2800" dirty="0">
                <a:latin typeface="Microsoft YaHei" panose="020B0503020204020204" pitchFamily="34" charset="-122"/>
                <a:ea typeface="Microsoft YaHei" panose="020B0503020204020204" pitchFamily="34" charset="-122"/>
              </a:rPr>
              <a:t>1</a:t>
            </a:r>
            <a:r>
              <a:rPr kumimoji="1" lang="zh-CN" altLang="en-US" sz="2800" dirty="0">
                <a:latin typeface="Microsoft YaHei" panose="020B0503020204020204" pitchFamily="34" charset="-122"/>
                <a:ea typeface="Microsoft YaHei" panose="020B0503020204020204" pitchFamily="34" charset="-122"/>
              </a:rPr>
              <a:t> 几种常用的概率分布表</a:t>
            </a:r>
            <a:endParaRPr kumimoji="1" lang="en-US" altLang="zh-CN" sz="2800" dirty="0">
              <a:latin typeface="Microsoft YaHei" panose="020B0503020204020204" pitchFamily="34" charset="-122"/>
              <a:ea typeface="Microsoft YaHei" panose="020B0503020204020204" pitchFamily="34" charset="-122"/>
            </a:endParaRPr>
          </a:p>
          <a:p>
            <a:endParaRPr kumimoji="1" lang="en-US" altLang="zh-CN" sz="2800" dirty="0">
              <a:latin typeface="Microsoft YaHei" panose="020B0503020204020204" pitchFamily="34" charset="-122"/>
              <a:ea typeface="Microsoft YaHei" panose="020B0503020204020204" pitchFamily="34" charset="-122"/>
            </a:endParaRPr>
          </a:p>
          <a:p>
            <a:r>
              <a:rPr kumimoji="1" lang="en-US" altLang="zh-CN" sz="2800" dirty="0">
                <a:latin typeface="Microsoft YaHei" panose="020B0503020204020204" pitchFamily="34" charset="-122"/>
                <a:ea typeface="Microsoft YaHei" panose="020B0503020204020204" pitchFamily="34" charset="-122"/>
              </a:rPr>
              <a:t>P394</a:t>
            </a:r>
            <a:endParaRPr kumimoji="1" lang="zh-CN" altLang="en-US" sz="28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88697130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线连接符 6">
            <a:extLst>
              <a:ext uri="{FF2B5EF4-FFF2-40B4-BE49-F238E27FC236}">
                <a16:creationId xmlns:a16="http://schemas.microsoft.com/office/drawing/2014/main" id="{7B875E83-614A-B86C-FC43-B7AD7A8C687A}"/>
              </a:ext>
            </a:extLst>
          </p:cNvPr>
          <p:cNvCxnSpPr/>
          <p:nvPr/>
        </p:nvCxnSpPr>
        <p:spPr>
          <a:xfrm>
            <a:off x="0" y="94069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副标题 2">
                <a:extLst>
                  <a:ext uri="{FF2B5EF4-FFF2-40B4-BE49-F238E27FC236}">
                    <a16:creationId xmlns:a16="http://schemas.microsoft.com/office/drawing/2014/main" id="{9C5CAF33-0BC2-4633-85E5-21B2ACD15FC7}"/>
                  </a:ext>
                </a:extLst>
              </p:cNvPr>
              <p:cNvSpPr txBox="1">
                <a:spLocks/>
              </p:cNvSpPr>
              <p:nvPr/>
            </p:nvSpPr>
            <p:spPr>
              <a:xfrm>
                <a:off x="355967" y="1101471"/>
                <a:ext cx="8788033" cy="640950"/>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设风速</a:t>
                </a:r>
                <a14:m>
                  <m:oMath xmlns:m="http://schemas.openxmlformats.org/officeDocument/2006/math">
                    <m:r>
                      <a:rPr lang="en-US" altLang="zh-CN" i="1" kern="100">
                        <a:latin typeface="Cambria Math" panose="02040503050406030204" pitchFamily="18" charset="0"/>
                        <a:cs typeface="Times New Roman" panose="02020603050405020304" pitchFamily="18" charset="0"/>
                      </a:rPr>
                      <m:t>𝑉</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在</a:t>
                </a:r>
                <a14:m>
                  <m:oMath xmlns:m="http://schemas.openxmlformats.org/officeDocument/2006/math">
                    <m:r>
                      <a:rPr lang="en-US" altLang="zh-CN" i="1">
                        <a:latin typeface="Cambria Math" panose="02040503050406030204" pitchFamily="18" charset="0"/>
                      </a:rPr>
                      <m:t>(0,</m:t>
                    </m:r>
                    <m:r>
                      <a:rPr lang="en-US" altLang="zh-CN" i="1">
                        <a:latin typeface="Cambria Math" panose="02040503050406030204" pitchFamily="18" charset="0"/>
                      </a:rPr>
                      <m:t>𝑎</m:t>
                    </m:r>
                    <m:r>
                      <a:rPr lang="en-US" altLang="zh-CN" i="1">
                        <a:latin typeface="Cambria Math" panose="02040503050406030204" pitchFamily="18" charset="0"/>
                      </a:rPr>
                      <m:t>)</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上服从均匀分布，即具有概率密度</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5" name="副标题 2">
                <a:extLst>
                  <a:ext uri="{FF2B5EF4-FFF2-40B4-BE49-F238E27FC236}">
                    <a16:creationId xmlns:a16="http://schemas.microsoft.com/office/drawing/2014/main" id="{9C5CAF33-0BC2-4633-85E5-21B2ACD15FC7}"/>
                  </a:ext>
                </a:extLst>
              </p:cNvPr>
              <p:cNvSpPr txBox="1">
                <a:spLocks noRot="1" noChangeAspect="1" noMove="1" noResize="1" noEditPoints="1" noAdjustHandles="1" noChangeArrowheads="1" noChangeShapeType="1" noTextEdit="1"/>
              </p:cNvSpPr>
              <p:nvPr/>
            </p:nvSpPr>
            <p:spPr>
              <a:xfrm>
                <a:off x="355967" y="1101471"/>
                <a:ext cx="8788033" cy="640950"/>
              </a:xfrm>
              <a:prstGeom prst="rect">
                <a:avLst/>
              </a:prstGeom>
              <a:blipFill>
                <a:blip r:embed="rId2"/>
                <a:stretch>
                  <a:fillRect l="-1299" b="-9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AADEEF6-B802-9A09-D1C3-9C8704108189}"/>
                  </a:ext>
                </a:extLst>
              </p:cNvPr>
              <p:cNvSpPr txBox="1"/>
              <p:nvPr/>
            </p:nvSpPr>
            <p:spPr>
              <a:xfrm>
                <a:off x="975361" y="3309618"/>
                <a:ext cx="8168639" cy="1135054"/>
              </a:xfrm>
              <a:prstGeom prst="rect">
                <a:avLst/>
              </a:prstGeom>
              <a:noFill/>
            </p:spPr>
            <p:txBody>
              <a:bodyPr wrap="square">
                <a:spAutoFit/>
              </a:bodyPr>
              <a:lstStyle/>
              <a:p>
                <a:pPr>
                  <a:lnSpc>
                    <a:spcPct val="150000"/>
                  </a:lnSpc>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又设飞机机翼受到的正压力</a:t>
                </a:r>
                <a14:m>
                  <m:oMath xmlns:m="http://schemas.openxmlformats.org/officeDocument/2006/math">
                    <m:r>
                      <a:rPr lang="en-US" altLang="zh-CN" sz="2400" i="1" kern="100">
                        <a:latin typeface="Cambria Math" panose="02040503050406030204" pitchFamily="18" charset="0"/>
                        <a:cs typeface="Times New Roman" panose="02020603050405020304" pitchFamily="18" charset="0"/>
                      </a:rPr>
                      <m:t>𝑊</m:t>
                    </m:r>
                  </m:oMath>
                </a14:m>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是</a:t>
                </a:r>
                <a14:m>
                  <m:oMath xmlns:m="http://schemas.openxmlformats.org/officeDocument/2006/math">
                    <m:r>
                      <a:rPr lang="en-US" altLang="zh-CN" sz="2400" i="1" kern="100">
                        <a:latin typeface="Cambria Math" panose="02040503050406030204" pitchFamily="18" charset="0"/>
                        <a:cs typeface="Times New Roman" panose="02020603050405020304" pitchFamily="18" charset="0"/>
                      </a:rPr>
                      <m:t>𝑉</m:t>
                    </m:r>
                  </m:oMath>
                </a14:m>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的函数：</a:t>
                </a:r>
                <a14:m>
                  <m:oMath xmlns:m="http://schemas.openxmlformats.org/officeDocument/2006/math">
                    <m:r>
                      <a:rPr lang="en-US" altLang="zh-CN" sz="2400" i="1" kern="100">
                        <a:latin typeface="Cambria Math" panose="02040503050406030204" pitchFamily="18" charset="0"/>
                        <a:cs typeface="Times New Roman" panose="02020603050405020304" pitchFamily="18" charset="0"/>
                      </a:rPr>
                      <m:t>𝑊</m:t>
                    </m:r>
                    <m:r>
                      <a:rPr lang="en-US" altLang="zh-CN" sz="2400" i="1" kern="100">
                        <a:latin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cs typeface="Times New Roman" panose="02020603050405020304" pitchFamily="18" charset="0"/>
                      </a:rPr>
                      <m:t>𝑘</m:t>
                    </m:r>
                    <m:sSup>
                      <m:sSup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latin typeface="Cambria Math" panose="02040503050406030204" pitchFamily="18" charset="0"/>
                            <a:cs typeface="Times New Roman" panose="02020603050405020304" pitchFamily="18" charset="0"/>
                          </a:rPr>
                          <m:t>𝑉</m:t>
                        </m:r>
                      </m:e>
                      <m:sup>
                        <m:r>
                          <a:rPr lang="en-US" altLang="zh-CN" sz="2400" i="1" kern="100">
                            <a:latin typeface="Cambria Math" panose="02040503050406030204" pitchFamily="18" charset="0"/>
                            <a:cs typeface="Times New Roman" panose="02020603050405020304" pitchFamily="18" charset="0"/>
                          </a:rPr>
                          <m:t>2</m:t>
                        </m:r>
                      </m:sup>
                    </m:sSup>
                  </m:oMath>
                </a14:m>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a:t>
                </a:r>
                <a14:m>
                  <m:oMath xmlns:m="http://schemas.openxmlformats.org/officeDocument/2006/math">
                    <m:r>
                      <a:rPr lang="en-US" altLang="zh-CN" sz="2400" i="1" dirty="0" smtClean="0">
                        <a:latin typeface="Cambria Math" panose="02040503050406030204" pitchFamily="18" charset="0"/>
                        <a:ea typeface="微软雅黑" panose="020B0503020204020204" pitchFamily="34" charset="-122"/>
                        <a:cs typeface="Times New Roman" panose="02020603050405020304" pitchFamily="18" charset="0"/>
                      </a:rPr>
                      <m:t>𝑘</m:t>
                    </m:r>
                    <m:r>
                      <a:rPr lang="en-US" altLang="zh-CN" sz="2400" i="1" dirty="0" smtClean="0">
                        <a:latin typeface="Cambria Math" panose="02040503050406030204" pitchFamily="18" charset="0"/>
                        <a:ea typeface="微软雅黑" panose="020B0503020204020204" pitchFamily="34" charset="-122"/>
                        <a:cs typeface="Times New Roman" panose="02020603050405020304" pitchFamily="18" charset="0"/>
                      </a:rPr>
                      <m:t>&gt;0</m:t>
                    </m:r>
                  </m:oMath>
                </a14:m>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常数</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，求</a:t>
                </a:r>
                <a14:m>
                  <m:oMath xmlns:m="http://schemas.openxmlformats.org/officeDocument/2006/math">
                    <m:r>
                      <a:rPr lang="en-US" altLang="zh-CN" sz="2400" i="1" kern="100">
                        <a:latin typeface="Cambria Math" panose="02040503050406030204" pitchFamily="18" charset="0"/>
                        <a:cs typeface="Times New Roman" panose="02020603050405020304" pitchFamily="18" charset="0"/>
                      </a:rPr>
                      <m:t>𝑊</m:t>
                    </m:r>
                  </m:oMath>
                </a14:m>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的数学期望。</a:t>
                </a:r>
              </a:p>
            </p:txBody>
          </p:sp>
        </mc:Choice>
        <mc:Fallback xmlns="">
          <p:sp>
            <p:nvSpPr>
              <p:cNvPr id="8" name="文本框 7">
                <a:extLst>
                  <a:ext uri="{FF2B5EF4-FFF2-40B4-BE49-F238E27FC236}">
                    <a16:creationId xmlns:a16="http://schemas.microsoft.com/office/drawing/2014/main" id="{8AADEEF6-B802-9A09-D1C3-9C8704108189}"/>
                  </a:ext>
                </a:extLst>
              </p:cNvPr>
              <p:cNvSpPr txBox="1">
                <a:spLocks noRot="1" noChangeAspect="1" noMove="1" noResize="1" noEditPoints="1" noAdjustHandles="1" noChangeArrowheads="1" noChangeShapeType="1" noTextEdit="1"/>
              </p:cNvSpPr>
              <p:nvPr/>
            </p:nvSpPr>
            <p:spPr>
              <a:xfrm>
                <a:off x="975361" y="3309618"/>
                <a:ext cx="8168639" cy="1135054"/>
              </a:xfrm>
              <a:prstGeom prst="rect">
                <a:avLst/>
              </a:prstGeom>
              <a:blipFill>
                <a:blip r:embed="rId3"/>
                <a:stretch>
                  <a:fillRect l="-1087" b="-12222"/>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ACE9C7AB-327A-E7A7-F057-4DA55BD00B7E}"/>
              </a:ext>
            </a:extLst>
          </p:cNvPr>
          <p:cNvSpPr txBox="1"/>
          <p:nvPr/>
        </p:nvSpPr>
        <p:spPr>
          <a:xfrm>
            <a:off x="355966" y="5314400"/>
            <a:ext cx="6492793" cy="580865"/>
          </a:xfrm>
          <a:prstGeom prst="rect">
            <a:avLst/>
          </a:prstGeom>
          <a:noFill/>
        </p:spPr>
        <p:txBody>
          <a:bodyPr wrap="square">
            <a:spAutoFit/>
          </a:bodyPr>
          <a:lstStyle/>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解</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350FEFA-88C0-4E6C-8656-22BFA75F861D}"/>
                  </a:ext>
                </a:extLst>
              </p:cNvPr>
              <p:cNvSpPr txBox="1"/>
              <p:nvPr/>
            </p:nvSpPr>
            <p:spPr>
              <a:xfrm>
                <a:off x="1476756" y="1644768"/>
                <a:ext cx="4573937" cy="14668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𝑓</m:t>
                      </m:r>
                      <m:d>
                        <m:dPr>
                          <m:ctrlPr>
                            <a:rPr lang="zh-CN" altLang="en-US" sz="2400" i="1">
                              <a:latin typeface="Cambria Math" panose="02040503050406030204" pitchFamily="18" charset="0"/>
                            </a:rPr>
                          </m:ctrlPr>
                        </m:dPr>
                        <m:e>
                          <m:r>
                            <m:rPr>
                              <m:sty m:val="p"/>
                            </m:rPr>
                            <a:rPr lang="en-US" altLang="zh-CN" sz="2400" i="1">
                              <a:latin typeface="Cambria Math" panose="02040503050406030204" pitchFamily="18" charset="0"/>
                            </a:rPr>
                            <m:t>v</m:t>
                          </m:r>
                        </m:e>
                      </m:d>
                      <m:r>
                        <a:rPr lang="zh-CN" altLang="en-US" sz="2400">
                          <a:latin typeface="Cambria Math" panose="02040503050406030204" pitchFamily="18" charset="0"/>
                        </a:rPr>
                        <m:t>=</m:t>
                      </m:r>
                      <m:d>
                        <m:dPr>
                          <m:begChr m:val="{"/>
                          <m:endChr m:val=""/>
                          <m:ctrlPr>
                            <a:rPr lang="zh-CN" altLang="en-US" sz="2400" i="1">
                              <a:solidFill>
                                <a:srgbClr val="836967"/>
                              </a:solidFill>
                              <a:latin typeface="Cambria Math" panose="02040503050406030204" pitchFamily="18" charset="0"/>
                            </a:rPr>
                          </m:ctrlPr>
                        </m:dPr>
                        <m:e>
                          <m:eqArr>
                            <m:eqArrPr>
                              <m:ctrlPr>
                                <a:rPr lang="zh-CN" altLang="en-US" sz="2400" i="1">
                                  <a:solidFill>
                                    <a:srgbClr val="836967"/>
                                  </a:solidFill>
                                  <a:latin typeface="Cambria Math" panose="02040503050406030204" pitchFamily="18" charset="0"/>
                                </a:rPr>
                              </m:ctrlPr>
                            </m:eqArrPr>
                            <m:e>
                              <m:r>
                                <a:rPr lang="zh-CN" altLang="en-US" sz="2400">
                                  <a:latin typeface="Cambria Math" panose="02040503050406030204" pitchFamily="18" charset="0"/>
                                </a:rPr>
                                <m:t>&amp;</m:t>
                              </m:r>
                              <m:f>
                                <m:fPr>
                                  <m:ctrlPr>
                                    <a:rPr lang="zh-CN" altLang="en-US" sz="2400" i="1">
                                      <a:solidFill>
                                        <a:srgbClr val="836967"/>
                                      </a:solidFill>
                                      <a:latin typeface="Cambria Math" panose="02040503050406030204" pitchFamily="18" charset="0"/>
                                    </a:rPr>
                                  </m:ctrlPr>
                                </m:fPr>
                                <m:num>
                                  <m:r>
                                    <a:rPr lang="zh-CN" altLang="en-US" sz="2400">
                                      <a:latin typeface="Cambria Math" panose="02040503050406030204" pitchFamily="18" charset="0"/>
                                    </a:rPr>
                                    <m:t>1</m:t>
                                  </m:r>
                                </m:num>
                                <m:den>
                                  <m:r>
                                    <a:rPr lang="zh-CN" altLang="en-US" sz="2400" i="1">
                                      <a:latin typeface="Cambria Math" panose="02040503050406030204" pitchFamily="18" charset="0"/>
                                    </a:rPr>
                                    <m:t>𝑎</m:t>
                                  </m:r>
                                </m:den>
                              </m:f>
                              <m:r>
                                <a:rPr lang="zh-CN" altLang="en-US" sz="2400">
                                  <a:latin typeface="Cambria Math" panose="02040503050406030204" pitchFamily="18" charset="0"/>
                                </a:rPr>
                                <m:t>,  </m:t>
                              </m:r>
                              <m:r>
                                <a:rPr lang="en-US" altLang="zh-CN" sz="2400">
                                  <a:latin typeface="Cambria Math" panose="02040503050406030204" pitchFamily="18" charset="0"/>
                                </a:rPr>
                                <m:t>0</m:t>
                              </m:r>
                              <m:r>
                                <a:rPr lang="zh-CN" altLang="en-US" sz="2400">
                                  <a:latin typeface="Cambria Math" panose="02040503050406030204" pitchFamily="18" charset="0"/>
                                </a:rPr>
                                <m:t>&lt;</m:t>
                              </m:r>
                              <m:r>
                                <m:rPr>
                                  <m:sty m:val="p"/>
                                </m:rPr>
                                <a:rPr lang="en-US" altLang="zh-CN" sz="2400">
                                  <a:latin typeface="Cambria Math" panose="02040503050406030204" pitchFamily="18" charset="0"/>
                                </a:rPr>
                                <m:t>v</m:t>
                              </m:r>
                              <m:r>
                                <a:rPr lang="zh-CN" altLang="en-US" sz="2400">
                                  <a:latin typeface="Cambria Math" panose="02040503050406030204" pitchFamily="18" charset="0"/>
                                </a:rPr>
                                <m:t>&lt;</m:t>
                              </m:r>
                              <m:r>
                                <a:rPr lang="en-US" altLang="zh-CN" sz="2400" i="1">
                                  <a:latin typeface="Cambria Math" panose="02040503050406030204" pitchFamily="18" charset="0"/>
                                </a:rPr>
                                <m:t>𝑎</m:t>
                              </m:r>
                            </m:e>
                            <m:e>
                              <m:r>
                                <a:rPr lang="en-US" altLang="zh-CN" sz="2400" i="1">
                                  <a:latin typeface="Cambria Math" panose="02040503050406030204" pitchFamily="18" charset="0"/>
                                </a:rPr>
                                <m:t> </m:t>
                              </m:r>
                            </m:e>
                            <m:e>
                              <m:r>
                                <a:rPr lang="zh-CN" altLang="en-US" sz="2400">
                                  <a:latin typeface="Cambria Math" panose="02040503050406030204" pitchFamily="18" charset="0"/>
                                </a:rPr>
                                <m:t>&amp;0,           </m:t>
                              </m:r>
                              <m:r>
                                <a:rPr lang="en-US" altLang="zh-CN" sz="2400">
                                  <a:latin typeface="Cambria Math" panose="02040503050406030204" pitchFamily="18" charset="0"/>
                                </a:rPr>
                                <m:t> </m:t>
                              </m:r>
                              <m:r>
                                <a:rPr lang="zh-CN" altLang="en-US" sz="2400">
                                  <a:latin typeface="Cambria Math" panose="02040503050406030204" pitchFamily="18" charset="0"/>
                                </a:rPr>
                                <m:t>其他</m:t>
                              </m:r>
                            </m:e>
                          </m:eqArr>
                        </m:e>
                      </m:d>
                    </m:oMath>
                  </m:oMathPara>
                </a14:m>
                <a:endParaRPr lang="zh-CN" altLang="en-US" sz="2400" dirty="0"/>
              </a:p>
            </p:txBody>
          </p:sp>
        </mc:Choice>
        <mc:Fallback xmlns="">
          <p:sp>
            <p:nvSpPr>
              <p:cNvPr id="12" name="文本框 11">
                <a:extLst>
                  <a:ext uri="{FF2B5EF4-FFF2-40B4-BE49-F238E27FC236}">
                    <a16:creationId xmlns:a16="http://schemas.microsoft.com/office/drawing/2014/main" id="{6350FEFA-88C0-4E6C-8656-22BFA75F861D}"/>
                  </a:ext>
                </a:extLst>
              </p:cNvPr>
              <p:cNvSpPr txBox="1">
                <a:spLocks noRot="1" noChangeAspect="1" noMove="1" noResize="1" noEditPoints="1" noAdjustHandles="1" noChangeArrowheads="1" noChangeShapeType="1" noTextEdit="1"/>
              </p:cNvSpPr>
              <p:nvPr/>
            </p:nvSpPr>
            <p:spPr>
              <a:xfrm>
                <a:off x="1476756" y="1644768"/>
                <a:ext cx="4573937" cy="1466876"/>
              </a:xfrm>
              <a:prstGeom prst="rect">
                <a:avLst/>
              </a:prstGeom>
              <a:blipFill>
                <a:blip r:embed="rId4"/>
                <a:stretch>
                  <a:fillRect b="-43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68A6D8AA-155F-4471-A7DC-096C25CFB4DD}"/>
                  </a:ext>
                </a:extLst>
              </p:cNvPr>
              <p:cNvSpPr/>
              <p:nvPr/>
            </p:nvSpPr>
            <p:spPr>
              <a:xfrm>
                <a:off x="1476756" y="5213232"/>
                <a:ext cx="6690614" cy="89268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𝐸</m:t>
                      </m:r>
                      <m:r>
                        <a:rPr lang="zh-CN" altLang="en-US" sz="2400">
                          <a:latin typeface="Cambria Math" panose="02040503050406030204" pitchFamily="18" charset="0"/>
                        </a:rPr>
                        <m:t>(</m:t>
                      </m:r>
                      <m:r>
                        <a:rPr lang="zh-CN" altLang="en-US" sz="2400" i="1">
                          <a:latin typeface="Cambria Math" panose="02040503050406030204" pitchFamily="18" charset="0"/>
                        </a:rPr>
                        <m:t>𝑊</m:t>
                      </m:r>
                      <m:r>
                        <a:rPr lang="zh-CN" altLang="en-US" sz="2400">
                          <a:latin typeface="Cambria Math" panose="02040503050406030204" pitchFamily="18" charset="0"/>
                        </a:rPr>
                        <m:t>)=</m:t>
                      </m:r>
                      <m:nary>
                        <m:naryPr>
                          <m:limLoc m:val="subSup"/>
                          <m:grow m:val="on"/>
                          <m:ctrlPr>
                            <a:rPr lang="zh-CN" altLang="en-US" sz="2400" i="1">
                              <a:latin typeface="Cambria Math" panose="02040503050406030204" pitchFamily="18" charset="0"/>
                            </a:rPr>
                          </m:ctrlPr>
                        </m:naryPr>
                        <m:sub>
                          <m:r>
                            <a:rPr lang="zh-CN" altLang="en-US" sz="2400">
                              <a:latin typeface="Cambria Math" panose="02040503050406030204" pitchFamily="18" charset="0"/>
                            </a:rPr>
                            <m:t>−∞</m:t>
                          </m:r>
                        </m:sub>
                        <m:sup>
                          <m:r>
                            <a:rPr lang="zh-CN" altLang="en-US" sz="2400">
                              <a:latin typeface="Cambria Math" panose="02040503050406030204" pitchFamily="18" charset="0"/>
                            </a:rPr>
                            <m:t>∞</m:t>
                          </m:r>
                        </m:sup>
                        <m:e>
                          <m:r>
                            <a:rPr lang="zh-CN" altLang="en-US" sz="2400">
                              <a:latin typeface="Cambria Math" panose="02040503050406030204" pitchFamily="18" charset="0"/>
                            </a:rPr>
                            <m:t> </m:t>
                          </m:r>
                        </m:e>
                      </m:nary>
                      <m:r>
                        <a:rPr lang="zh-CN" altLang="en-US" sz="2400" i="1">
                          <a:latin typeface="Cambria Math" panose="02040503050406030204" pitchFamily="18" charset="0"/>
                        </a:rPr>
                        <m:t>𝑘</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𝑣</m:t>
                          </m:r>
                        </m:e>
                        <m:sup>
                          <m:r>
                            <a:rPr lang="zh-CN" altLang="en-US" sz="2400">
                              <a:latin typeface="Cambria Math" panose="02040503050406030204" pitchFamily="18" charset="0"/>
                            </a:rPr>
                            <m:t>2</m:t>
                          </m:r>
                        </m:sup>
                      </m:sSup>
                      <m:r>
                        <a:rPr lang="zh-CN" altLang="en-US" sz="2400" i="1">
                          <a:latin typeface="Cambria Math" panose="02040503050406030204" pitchFamily="18" charset="0"/>
                        </a:rPr>
                        <m:t>𝑓</m:t>
                      </m:r>
                      <m:r>
                        <a:rPr lang="zh-CN" altLang="en-US" sz="2400">
                          <a:latin typeface="Cambria Math" panose="02040503050406030204" pitchFamily="18" charset="0"/>
                        </a:rPr>
                        <m:t>(</m:t>
                      </m:r>
                      <m:r>
                        <a:rPr lang="zh-CN" altLang="en-US" sz="2400" i="1">
                          <a:latin typeface="Cambria Math" panose="02040503050406030204" pitchFamily="18" charset="0"/>
                        </a:rPr>
                        <m:t>𝑣</m:t>
                      </m:r>
                      <m:r>
                        <a:rPr lang="zh-CN" altLang="en-US" sz="2400">
                          <a:latin typeface="Cambria Math" panose="02040503050406030204" pitchFamily="18" charset="0"/>
                        </a:rPr>
                        <m:t>)</m:t>
                      </m:r>
                      <m:r>
                        <a:rPr lang="zh-CN" altLang="en-US" sz="2400" i="1">
                          <a:latin typeface="Cambria Math" panose="02040503050406030204" pitchFamily="18" charset="0"/>
                        </a:rPr>
                        <m:t>𝑑𝑣</m:t>
                      </m:r>
                      <m:r>
                        <a:rPr lang="zh-CN" altLang="en-US" sz="2400">
                          <a:latin typeface="Cambria Math" panose="02040503050406030204" pitchFamily="18" charset="0"/>
                        </a:rPr>
                        <m:t>=</m:t>
                      </m:r>
                      <m:nary>
                        <m:naryPr>
                          <m:limLoc m:val="subSup"/>
                          <m:grow m:val="on"/>
                          <m:ctrlPr>
                            <a:rPr lang="zh-CN" altLang="en-US" sz="2400" i="1">
                              <a:latin typeface="Cambria Math" panose="02040503050406030204" pitchFamily="18" charset="0"/>
                            </a:rPr>
                          </m:ctrlPr>
                        </m:naryPr>
                        <m:sub>
                          <m:r>
                            <a:rPr lang="zh-CN" altLang="en-US" sz="2400">
                              <a:latin typeface="Cambria Math" panose="02040503050406030204" pitchFamily="18" charset="0"/>
                            </a:rPr>
                            <m:t>0</m:t>
                          </m:r>
                        </m:sub>
                        <m:sup>
                          <m:r>
                            <a:rPr lang="zh-CN" altLang="en-US" sz="2400" i="1">
                              <a:latin typeface="Cambria Math" panose="02040503050406030204" pitchFamily="18" charset="0"/>
                            </a:rPr>
                            <m:t>𝑎</m:t>
                          </m:r>
                        </m:sup>
                        <m:e>
                          <m:r>
                            <a:rPr lang="zh-CN" altLang="en-US" sz="2400">
                              <a:latin typeface="Cambria Math" panose="02040503050406030204" pitchFamily="18" charset="0"/>
                            </a:rPr>
                            <m:t> </m:t>
                          </m:r>
                        </m:e>
                      </m:nary>
                      <m:r>
                        <a:rPr lang="zh-CN" altLang="en-US" sz="2400" i="1">
                          <a:latin typeface="Cambria Math" panose="02040503050406030204" pitchFamily="18" charset="0"/>
                        </a:rPr>
                        <m:t>𝑘</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𝑣</m:t>
                          </m:r>
                        </m:e>
                        <m:sup>
                          <m:r>
                            <a:rPr lang="zh-CN" altLang="en-US" sz="2400">
                              <a:latin typeface="Cambria Math" panose="02040503050406030204" pitchFamily="18" charset="0"/>
                            </a:rPr>
                            <m:t>2</m:t>
                          </m:r>
                        </m:sup>
                      </m:sSup>
                      <m:f>
                        <m:fPr>
                          <m:ctrlPr>
                            <a:rPr lang="zh-CN" altLang="en-US" sz="2400" i="1">
                              <a:latin typeface="Cambria Math" panose="02040503050406030204" pitchFamily="18" charset="0"/>
                            </a:rPr>
                          </m:ctrlPr>
                        </m:fPr>
                        <m:num>
                          <m:r>
                            <a:rPr lang="zh-CN" altLang="en-US" sz="2400">
                              <a:latin typeface="Cambria Math" panose="02040503050406030204" pitchFamily="18" charset="0"/>
                            </a:rPr>
                            <m:t>1</m:t>
                          </m:r>
                        </m:num>
                        <m:den>
                          <m:r>
                            <a:rPr lang="zh-CN" altLang="en-US" sz="2400" i="1">
                              <a:latin typeface="Cambria Math" panose="02040503050406030204" pitchFamily="18" charset="0"/>
                            </a:rPr>
                            <m:t>𝑎</m:t>
                          </m:r>
                        </m:den>
                      </m:f>
                      <m:r>
                        <a:rPr lang="zh-CN" altLang="en-US" sz="2400" i="1">
                          <a:latin typeface="Cambria Math" panose="02040503050406030204" pitchFamily="18" charset="0"/>
                        </a:rPr>
                        <m:t>𝑑𝑣</m:t>
                      </m:r>
                      <m:r>
                        <a:rPr lang="zh-CN" altLang="en-US" sz="240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a:latin typeface="Cambria Math" panose="02040503050406030204" pitchFamily="18" charset="0"/>
                            </a:rPr>
                            <m:t>1</m:t>
                          </m:r>
                        </m:num>
                        <m:den>
                          <m:r>
                            <a:rPr lang="zh-CN" altLang="en-US" sz="2400">
                              <a:latin typeface="Cambria Math" panose="02040503050406030204" pitchFamily="18" charset="0"/>
                            </a:rPr>
                            <m:t>3</m:t>
                          </m:r>
                        </m:den>
                      </m:f>
                      <m:r>
                        <a:rPr lang="zh-CN" altLang="en-US" sz="2400" i="1">
                          <a:latin typeface="Cambria Math" panose="02040503050406030204" pitchFamily="18" charset="0"/>
                        </a:rPr>
                        <m:t>𝑘</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𝑎</m:t>
                          </m:r>
                        </m:e>
                        <m:sup>
                          <m:r>
                            <a:rPr lang="zh-CN" altLang="en-US" sz="2400">
                              <a:latin typeface="Cambria Math" panose="02040503050406030204" pitchFamily="18" charset="0"/>
                            </a:rPr>
                            <m:t>2</m:t>
                          </m:r>
                        </m:sup>
                      </m:sSup>
                    </m:oMath>
                  </m:oMathPara>
                </a14:m>
                <a:endParaRPr lang="zh-CN" altLang="en-US" sz="2400" dirty="0"/>
              </a:p>
            </p:txBody>
          </p:sp>
        </mc:Choice>
        <mc:Fallback xmlns="">
          <p:sp>
            <p:nvSpPr>
              <p:cNvPr id="2" name="矩形 1">
                <a:extLst>
                  <a:ext uri="{FF2B5EF4-FFF2-40B4-BE49-F238E27FC236}">
                    <a16:creationId xmlns:a16="http://schemas.microsoft.com/office/drawing/2014/main" id="{68A6D8AA-155F-4471-A7DC-096C25CFB4DD}"/>
                  </a:ext>
                </a:extLst>
              </p:cNvPr>
              <p:cNvSpPr>
                <a:spLocks noRot="1" noChangeAspect="1" noMove="1" noResize="1" noEditPoints="1" noAdjustHandles="1" noChangeArrowheads="1" noChangeShapeType="1" noTextEdit="1"/>
              </p:cNvSpPr>
              <p:nvPr/>
            </p:nvSpPr>
            <p:spPr>
              <a:xfrm>
                <a:off x="1476756" y="5213232"/>
                <a:ext cx="6690614" cy="892680"/>
              </a:xfrm>
              <a:prstGeom prst="rect">
                <a:avLst/>
              </a:prstGeom>
              <a:blipFill>
                <a:blip r:embed="rId5"/>
                <a:stretch>
                  <a:fillRect l="-189" t="-169014" b="-246479"/>
                </a:stretch>
              </a:blipFill>
            </p:spPr>
            <p:txBody>
              <a:bodyPr/>
              <a:lstStyle/>
              <a:p>
                <a:r>
                  <a:rPr lang="zh-CN" altLang="en-US">
                    <a:noFill/>
                  </a:rPr>
                  <a:t> </a:t>
                </a:r>
              </a:p>
            </p:txBody>
          </p:sp>
        </mc:Fallback>
      </mc:AlternateContent>
      <p:sp>
        <p:nvSpPr>
          <p:cNvPr id="9" name="副标题 2">
            <a:extLst>
              <a:ext uri="{FF2B5EF4-FFF2-40B4-BE49-F238E27FC236}">
                <a16:creationId xmlns:a16="http://schemas.microsoft.com/office/drawing/2014/main" id="{24122DD9-3843-7C4C-B42F-31360D3D5DA6}"/>
              </a:ext>
            </a:extLst>
          </p:cNvPr>
          <p:cNvSpPr txBox="1">
            <a:spLocks/>
          </p:cNvSpPr>
          <p:nvPr/>
        </p:nvSpPr>
        <p:spPr>
          <a:xfrm>
            <a:off x="1341603" y="25537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#2</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
        <p:nvSpPr>
          <p:cNvPr id="3" name="矩形 2">
            <a:extLst>
              <a:ext uri="{FF2B5EF4-FFF2-40B4-BE49-F238E27FC236}">
                <a16:creationId xmlns:a16="http://schemas.microsoft.com/office/drawing/2014/main" id="{FC7B4787-CE20-BAE9-52B8-5469CE46C6CF}"/>
              </a:ext>
            </a:extLst>
          </p:cNvPr>
          <p:cNvSpPr/>
          <p:nvPr/>
        </p:nvSpPr>
        <p:spPr bwMode="auto">
          <a:xfrm>
            <a:off x="0" y="0"/>
            <a:ext cx="260169" cy="6858000"/>
          </a:xfrm>
          <a:prstGeom prst="rect">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27178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直线连接符 12">
            <a:extLst>
              <a:ext uri="{FF2B5EF4-FFF2-40B4-BE49-F238E27FC236}">
                <a16:creationId xmlns:a16="http://schemas.microsoft.com/office/drawing/2014/main" id="{A879F5CC-2F76-F4F1-436C-BBCFABE88A0B}"/>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副标题 2">
                <a:extLst>
                  <a:ext uri="{FF2B5EF4-FFF2-40B4-BE49-F238E27FC236}">
                    <a16:creationId xmlns:a16="http://schemas.microsoft.com/office/drawing/2014/main" id="{9C5CAF33-0BC2-4633-85E5-21B2ACD15FC7}"/>
                  </a:ext>
                </a:extLst>
              </p:cNvPr>
              <p:cNvSpPr txBox="1">
                <a:spLocks/>
              </p:cNvSpPr>
              <p:nvPr/>
            </p:nvSpPr>
            <p:spPr>
              <a:xfrm>
                <a:off x="570882" y="842554"/>
                <a:ext cx="8788033" cy="640950"/>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设随机变量</a:t>
                </a:r>
                <a14:m>
                  <m:oMath xmlns:m="http://schemas.openxmlformats.org/officeDocument/2006/math">
                    <m:r>
                      <a:rPr lang="en-US" altLang="zh-CN" sz="2200" i="1">
                        <a:latin typeface="Cambria Math" panose="02040503050406030204" pitchFamily="18" charset="0"/>
                      </a:rPr>
                      <m:t>(</m:t>
                    </m:r>
                    <m:r>
                      <a:rPr lang="en-US" altLang="zh-CN" sz="2200" i="1">
                        <a:latin typeface="Cambria Math" panose="02040503050406030204" pitchFamily="18" charset="0"/>
                      </a:rPr>
                      <m:t>𝑋</m:t>
                    </m:r>
                    <m:r>
                      <a:rPr lang="en-US" altLang="zh-CN" sz="2200" i="1">
                        <a:latin typeface="Cambria Math" panose="02040503050406030204" pitchFamily="18" charset="0"/>
                      </a:rPr>
                      <m:t>,</m:t>
                    </m:r>
                    <m:r>
                      <a:rPr lang="en-US" altLang="zh-CN" sz="2200" i="1">
                        <a:latin typeface="Cambria Math" panose="02040503050406030204" pitchFamily="18" charset="0"/>
                      </a:rPr>
                      <m:t>𝑌</m:t>
                    </m:r>
                    <m:r>
                      <a:rPr lang="en-US" altLang="zh-CN" sz="2200" i="1">
                        <a:latin typeface="Cambria Math" panose="02040503050406030204" pitchFamily="18" charset="0"/>
                      </a:rPr>
                      <m:t>)</m:t>
                    </m:r>
                  </m:oMath>
                </a14:m>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的概率密度</a:t>
                </a:r>
                <a:endParaRPr lang="en-US" altLang="zh-CN" sz="22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5" name="副标题 2">
                <a:extLst>
                  <a:ext uri="{FF2B5EF4-FFF2-40B4-BE49-F238E27FC236}">
                    <a16:creationId xmlns:a16="http://schemas.microsoft.com/office/drawing/2014/main" id="{9C5CAF33-0BC2-4633-85E5-21B2ACD15FC7}"/>
                  </a:ext>
                </a:extLst>
              </p:cNvPr>
              <p:cNvSpPr txBox="1">
                <a:spLocks noRot="1" noChangeAspect="1" noMove="1" noResize="1" noEditPoints="1" noAdjustHandles="1" noChangeArrowheads="1" noChangeShapeType="1" noTextEdit="1"/>
              </p:cNvSpPr>
              <p:nvPr/>
            </p:nvSpPr>
            <p:spPr>
              <a:xfrm>
                <a:off x="570882" y="842554"/>
                <a:ext cx="8788033" cy="640950"/>
              </a:xfrm>
              <a:prstGeom prst="rect">
                <a:avLst/>
              </a:prstGeom>
              <a:blipFill>
                <a:blip r:embed="rId2"/>
                <a:stretch>
                  <a:fillRect l="-1301" b="-19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AADEEF6-B802-9A09-D1C3-9C8704108189}"/>
                  </a:ext>
                </a:extLst>
              </p:cNvPr>
              <p:cNvSpPr txBox="1"/>
              <p:nvPr/>
            </p:nvSpPr>
            <p:spPr>
              <a:xfrm>
                <a:off x="1239123" y="2394996"/>
                <a:ext cx="8467806" cy="749692"/>
              </a:xfrm>
              <a:prstGeom prst="rect">
                <a:avLst/>
              </a:prstGeom>
              <a:noFill/>
            </p:spPr>
            <p:txBody>
              <a:bodyPr wrap="square">
                <a:spAutoFit/>
              </a:bodyPr>
              <a:lstStyle/>
              <a:p>
                <a:pPr>
                  <a:lnSpc>
                    <a:spcPct val="150000"/>
                  </a:lnSpc>
                </a:pPr>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求数学期望</a:t>
                </a:r>
                <a14:m>
                  <m:oMath xmlns:m="http://schemas.openxmlformats.org/officeDocument/2006/math">
                    <m:r>
                      <a:rPr lang="zh-CN" altLang="en-US" sz="2200" i="1">
                        <a:latin typeface="Cambria Math" panose="02040503050406030204" pitchFamily="18" charset="0"/>
                      </a:rPr>
                      <m:t>𝐸</m:t>
                    </m:r>
                    <m:d>
                      <m:dPr>
                        <m:ctrlPr>
                          <a:rPr lang="zh-CN" altLang="en-US" sz="2200" i="1">
                            <a:latin typeface="Cambria Math" panose="02040503050406030204" pitchFamily="18" charset="0"/>
                          </a:rPr>
                        </m:ctrlPr>
                      </m:dPr>
                      <m:e>
                        <m:r>
                          <a:rPr lang="en-US" altLang="zh-CN" sz="2200" i="1">
                            <a:latin typeface="Cambria Math" panose="02040503050406030204" pitchFamily="18" charset="0"/>
                          </a:rPr>
                          <m:t>𝑌</m:t>
                        </m:r>
                      </m:e>
                    </m:d>
                    <m:r>
                      <a:rPr lang="en-US" altLang="zh-CN" sz="2200" i="1">
                        <a:latin typeface="Cambria Math" panose="02040503050406030204" pitchFamily="18" charset="0"/>
                      </a:rPr>
                      <m:t>,</m:t>
                    </m:r>
                    <m:r>
                      <a:rPr lang="en-US" altLang="zh-CN" sz="2200" i="1">
                        <a:latin typeface="Cambria Math" panose="02040503050406030204" pitchFamily="18" charset="0"/>
                      </a:rPr>
                      <m:t>𝐸</m:t>
                    </m:r>
                    <m:r>
                      <a:rPr lang="en-US" altLang="zh-CN" sz="2200" i="1">
                        <a:latin typeface="Cambria Math" panose="02040503050406030204" pitchFamily="18" charset="0"/>
                      </a:rPr>
                      <m:t>(</m:t>
                    </m:r>
                    <m:f>
                      <m:fPr>
                        <m:ctrlPr>
                          <a:rPr lang="zh-CN" altLang="zh-CN" sz="2200" i="1">
                            <a:latin typeface="Cambria Math" panose="02040503050406030204" pitchFamily="18" charset="0"/>
                          </a:rPr>
                        </m:ctrlPr>
                      </m:fPr>
                      <m:num>
                        <m:r>
                          <a:rPr lang="en-US" altLang="zh-CN" sz="2200" i="1">
                            <a:latin typeface="Cambria Math" panose="02040503050406030204" pitchFamily="18" charset="0"/>
                          </a:rPr>
                          <m:t>1</m:t>
                        </m:r>
                      </m:num>
                      <m:den>
                        <m:r>
                          <a:rPr lang="en-US" altLang="zh-CN" sz="2200" i="1">
                            <a:latin typeface="Cambria Math" panose="02040503050406030204" pitchFamily="18" charset="0"/>
                          </a:rPr>
                          <m:t>𝑋𝑌</m:t>
                        </m:r>
                      </m:den>
                    </m:f>
                    <m:r>
                      <a:rPr lang="en-US" altLang="zh-CN" sz="2200" i="1">
                        <a:latin typeface="Cambria Math" panose="02040503050406030204" pitchFamily="18" charset="0"/>
                      </a:rPr>
                      <m:t>)</m:t>
                    </m:r>
                  </m:oMath>
                </a14:m>
                <a:r>
                  <a:rPr lang="zh-CN" altLang="en-US" sz="2200" dirty="0">
                    <a:latin typeface="微软雅黑" panose="020B0503020204020204" pitchFamily="34" charset="-122"/>
                    <a:ea typeface="微软雅黑" panose="020B0503020204020204" pitchFamily="34" charset="-122"/>
                    <a:cs typeface="Times New Roman" panose="02020603050405020304" pitchFamily="18" charset="0"/>
                  </a:rPr>
                  <a:t>。</a:t>
                </a:r>
              </a:p>
            </p:txBody>
          </p:sp>
        </mc:Choice>
        <mc:Fallback xmlns="">
          <p:sp>
            <p:nvSpPr>
              <p:cNvPr id="8" name="文本框 7">
                <a:extLst>
                  <a:ext uri="{FF2B5EF4-FFF2-40B4-BE49-F238E27FC236}">
                    <a16:creationId xmlns:a16="http://schemas.microsoft.com/office/drawing/2014/main" id="{8AADEEF6-B802-9A09-D1C3-9C8704108189}"/>
                  </a:ext>
                </a:extLst>
              </p:cNvPr>
              <p:cNvSpPr txBox="1">
                <a:spLocks noRot="1" noChangeAspect="1" noMove="1" noResize="1" noEditPoints="1" noAdjustHandles="1" noChangeArrowheads="1" noChangeShapeType="1" noTextEdit="1"/>
              </p:cNvSpPr>
              <p:nvPr/>
            </p:nvSpPr>
            <p:spPr>
              <a:xfrm>
                <a:off x="1239123" y="2394996"/>
                <a:ext cx="8467806" cy="749692"/>
              </a:xfrm>
              <a:prstGeom prst="rect">
                <a:avLst/>
              </a:prstGeom>
              <a:blipFill>
                <a:blip r:embed="rId3"/>
                <a:stretch>
                  <a:fillRect l="-898" b="-5000"/>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ACE9C7AB-327A-E7A7-F057-4DA55BD00B7E}"/>
              </a:ext>
            </a:extLst>
          </p:cNvPr>
          <p:cNvSpPr txBox="1"/>
          <p:nvPr/>
        </p:nvSpPr>
        <p:spPr>
          <a:xfrm>
            <a:off x="570882" y="3206799"/>
            <a:ext cx="6492793" cy="540148"/>
          </a:xfrm>
          <a:prstGeom prst="rect">
            <a:avLst/>
          </a:prstGeom>
          <a:noFill/>
        </p:spPr>
        <p:txBody>
          <a:bodyPr wrap="square">
            <a:spAutoFit/>
          </a:bodyPr>
          <a:lstStyle/>
          <a:p>
            <a:pPr>
              <a:lnSpc>
                <a:spcPct val="150000"/>
              </a:lnSpc>
            </a:pPr>
            <a:r>
              <a:rPr lang="zh-CN" altLang="en-US" sz="2200" dirty="0">
                <a:latin typeface="Times New Roman" panose="02020603050405020304" pitchFamily="18" charset="0"/>
                <a:ea typeface="微软雅黑" panose="020B0503020204020204" pitchFamily="34" charset="-122"/>
                <a:cs typeface="Times New Roman" panose="02020603050405020304" pitchFamily="18" charset="0"/>
              </a:rPr>
              <a:t>解</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350FEFA-88C0-4E6C-8656-22BFA75F861D}"/>
                  </a:ext>
                </a:extLst>
              </p:cNvPr>
              <p:cNvSpPr txBox="1"/>
              <p:nvPr/>
            </p:nvSpPr>
            <p:spPr>
              <a:xfrm>
                <a:off x="1499365" y="1320710"/>
                <a:ext cx="6151115" cy="13611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200" i="1">
                          <a:latin typeface="Cambria Math" panose="02040503050406030204" pitchFamily="18" charset="0"/>
                        </a:rPr>
                        <m:t>𝑓</m:t>
                      </m:r>
                      <m:d>
                        <m:dPr>
                          <m:ctrlPr>
                            <a:rPr lang="zh-CN" altLang="en-US" sz="2200" i="1">
                              <a:latin typeface="Cambria Math" panose="02040503050406030204" pitchFamily="18" charset="0"/>
                            </a:rPr>
                          </m:ctrlPr>
                        </m:dPr>
                        <m:e>
                          <m:r>
                            <a:rPr lang="en-US" altLang="zh-CN" sz="2200" i="1">
                              <a:latin typeface="Cambria Math" panose="02040503050406030204" pitchFamily="18" charset="0"/>
                            </a:rPr>
                            <m:t>𝑥</m:t>
                          </m:r>
                          <m:r>
                            <a:rPr lang="en-US" altLang="zh-CN" sz="2200" i="1">
                              <a:latin typeface="Cambria Math" panose="02040503050406030204" pitchFamily="18" charset="0"/>
                            </a:rPr>
                            <m:t>,</m:t>
                          </m:r>
                          <m:r>
                            <a:rPr lang="en-US" altLang="zh-CN" sz="2200" i="1">
                              <a:latin typeface="Cambria Math" panose="02040503050406030204" pitchFamily="18" charset="0"/>
                            </a:rPr>
                            <m:t>𝑦</m:t>
                          </m:r>
                        </m:e>
                      </m:d>
                      <m:r>
                        <a:rPr lang="zh-CN" altLang="en-US" sz="2200">
                          <a:latin typeface="Cambria Math" panose="02040503050406030204" pitchFamily="18" charset="0"/>
                        </a:rPr>
                        <m:t>=</m:t>
                      </m:r>
                      <m:d>
                        <m:dPr>
                          <m:begChr m:val="{"/>
                          <m:endChr m:val=""/>
                          <m:ctrlPr>
                            <a:rPr lang="zh-CN" altLang="en-US" sz="2200" i="1">
                              <a:solidFill>
                                <a:srgbClr val="836967"/>
                              </a:solidFill>
                              <a:latin typeface="Cambria Math" panose="02040503050406030204" pitchFamily="18" charset="0"/>
                            </a:rPr>
                          </m:ctrlPr>
                        </m:dPr>
                        <m:e>
                          <m:eqArr>
                            <m:eqArrPr>
                              <m:ctrlPr>
                                <a:rPr lang="zh-CN" altLang="en-US" sz="2200" i="1">
                                  <a:solidFill>
                                    <a:srgbClr val="836967"/>
                                  </a:solidFill>
                                  <a:latin typeface="Cambria Math" panose="02040503050406030204" pitchFamily="18" charset="0"/>
                                </a:rPr>
                              </m:ctrlPr>
                            </m:eqArrPr>
                            <m:e>
                              <m:r>
                                <a:rPr lang="zh-CN" altLang="en-US" sz="2200">
                                  <a:latin typeface="Cambria Math" panose="02040503050406030204" pitchFamily="18" charset="0"/>
                                </a:rPr>
                                <m:t>&amp;</m:t>
                              </m:r>
                              <m:f>
                                <m:fPr>
                                  <m:ctrlPr>
                                    <a:rPr lang="zh-CN" altLang="en-US" sz="2200" i="1">
                                      <a:latin typeface="Cambria Math" panose="02040503050406030204" pitchFamily="18" charset="0"/>
                                    </a:rPr>
                                  </m:ctrlPr>
                                </m:fPr>
                                <m:num>
                                  <m:r>
                                    <a:rPr lang="en-US" altLang="zh-CN" sz="2200" i="1">
                                      <a:latin typeface="Cambria Math" panose="02040503050406030204" pitchFamily="18" charset="0"/>
                                    </a:rPr>
                                    <m:t>3</m:t>
                                  </m:r>
                                </m:num>
                                <m:den>
                                  <m:r>
                                    <a:rPr lang="en-US" altLang="zh-CN" sz="2200" i="1">
                                      <a:latin typeface="Cambria Math" panose="02040503050406030204" pitchFamily="18" charset="0"/>
                                    </a:rPr>
                                    <m:t>2</m:t>
                                  </m:r>
                                  <m:sSup>
                                    <m:sSupPr>
                                      <m:ctrlPr>
                                        <a:rPr lang="zh-CN" altLang="en-US" sz="2200" i="1">
                                          <a:latin typeface="Cambria Math" panose="02040503050406030204" pitchFamily="18" charset="0"/>
                                        </a:rPr>
                                      </m:ctrlPr>
                                    </m:sSupPr>
                                    <m:e>
                                      <m:r>
                                        <a:rPr lang="en-US" altLang="zh-CN" sz="2200" i="1">
                                          <a:latin typeface="Cambria Math" panose="02040503050406030204" pitchFamily="18" charset="0"/>
                                        </a:rPr>
                                        <m:t>𝑥</m:t>
                                      </m:r>
                                    </m:e>
                                    <m:sup>
                                      <m:r>
                                        <a:rPr lang="en-US" altLang="zh-CN" sz="2200" i="1">
                                          <a:latin typeface="Cambria Math" panose="02040503050406030204" pitchFamily="18" charset="0"/>
                                        </a:rPr>
                                        <m:t>3</m:t>
                                      </m:r>
                                    </m:sup>
                                  </m:sSup>
                                  <m:sSup>
                                    <m:sSupPr>
                                      <m:ctrlPr>
                                        <a:rPr lang="zh-CN" altLang="en-US" sz="2200" i="1">
                                          <a:latin typeface="Cambria Math" panose="02040503050406030204" pitchFamily="18" charset="0"/>
                                        </a:rPr>
                                      </m:ctrlPr>
                                    </m:sSupPr>
                                    <m:e>
                                      <m:r>
                                        <a:rPr lang="en-US" altLang="zh-CN" sz="2200" i="1">
                                          <a:latin typeface="Cambria Math" panose="02040503050406030204" pitchFamily="18" charset="0"/>
                                        </a:rPr>
                                        <m:t>𝑦</m:t>
                                      </m:r>
                                    </m:e>
                                    <m:sup>
                                      <m:r>
                                        <a:rPr lang="en-US" altLang="zh-CN" sz="2200" i="1">
                                          <a:latin typeface="Cambria Math" panose="02040503050406030204" pitchFamily="18" charset="0"/>
                                        </a:rPr>
                                        <m:t>2</m:t>
                                      </m:r>
                                    </m:sup>
                                  </m:sSup>
                                </m:den>
                              </m:f>
                              <m:r>
                                <a:rPr lang="en-US" altLang="zh-CN" sz="2200" i="1">
                                  <a:latin typeface="Cambria Math" panose="02040503050406030204" pitchFamily="18" charset="0"/>
                                </a:rPr>
                                <m:t>,  </m:t>
                              </m:r>
                              <m:f>
                                <m:fPr>
                                  <m:ctrlPr>
                                    <a:rPr lang="zh-CN" altLang="en-US" sz="2200" i="1">
                                      <a:latin typeface="Cambria Math" panose="02040503050406030204" pitchFamily="18" charset="0"/>
                                    </a:rPr>
                                  </m:ctrlPr>
                                </m:fPr>
                                <m:num>
                                  <m:r>
                                    <a:rPr lang="en-US" altLang="zh-CN" sz="2200" i="1">
                                      <a:latin typeface="Cambria Math" panose="02040503050406030204" pitchFamily="18" charset="0"/>
                                    </a:rPr>
                                    <m:t>1</m:t>
                                  </m:r>
                                </m:num>
                                <m:den>
                                  <m:r>
                                    <a:rPr lang="en-US" altLang="zh-CN" sz="2200" i="1">
                                      <a:latin typeface="Cambria Math" panose="02040503050406030204" pitchFamily="18" charset="0"/>
                                    </a:rPr>
                                    <m:t>𝑥</m:t>
                                  </m:r>
                                </m:den>
                              </m:f>
                              <m:r>
                                <a:rPr lang="en-US" altLang="zh-CN" sz="2200" i="1">
                                  <a:latin typeface="Cambria Math" panose="02040503050406030204" pitchFamily="18" charset="0"/>
                                </a:rPr>
                                <m:t>&lt;</m:t>
                              </m:r>
                              <m:r>
                                <a:rPr lang="en-US" altLang="zh-CN" sz="2200" i="1">
                                  <a:latin typeface="Cambria Math" panose="02040503050406030204" pitchFamily="18" charset="0"/>
                                </a:rPr>
                                <m:t>𝑦</m:t>
                              </m:r>
                              <m:r>
                                <a:rPr lang="en-US" altLang="zh-CN" sz="2200" i="1">
                                  <a:latin typeface="Cambria Math" panose="02040503050406030204" pitchFamily="18" charset="0"/>
                                </a:rPr>
                                <m:t>&lt;</m:t>
                              </m:r>
                              <m:r>
                                <a:rPr lang="en-US" altLang="zh-CN" sz="2200" i="1">
                                  <a:latin typeface="Cambria Math" panose="02040503050406030204" pitchFamily="18" charset="0"/>
                                </a:rPr>
                                <m:t>𝑥</m:t>
                              </m:r>
                              <m:r>
                                <a:rPr lang="en-US" altLang="zh-CN" sz="2200" i="1">
                                  <a:latin typeface="Cambria Math" panose="02040503050406030204" pitchFamily="18" charset="0"/>
                                </a:rPr>
                                <m:t>,</m:t>
                              </m:r>
                              <m:r>
                                <a:rPr lang="en-US" altLang="zh-CN" sz="2200" i="1">
                                  <a:latin typeface="Cambria Math" panose="02040503050406030204" pitchFamily="18" charset="0"/>
                                </a:rPr>
                                <m:t>𝑥</m:t>
                              </m:r>
                              <m:r>
                                <a:rPr lang="en-US" altLang="zh-CN" sz="2200" i="1">
                                  <a:latin typeface="Cambria Math" panose="02040503050406030204" pitchFamily="18" charset="0"/>
                                </a:rPr>
                                <m:t>&gt;1</m:t>
                              </m:r>
                            </m:e>
                            <m:e>
                              <m:r>
                                <a:rPr lang="en-US" altLang="zh-CN" sz="2200" i="1">
                                  <a:latin typeface="Cambria Math" panose="02040503050406030204" pitchFamily="18" charset="0"/>
                                </a:rPr>
                                <m:t> </m:t>
                              </m:r>
                            </m:e>
                            <m:e>
                              <m:r>
                                <a:rPr lang="zh-CN" altLang="en-US" sz="2200">
                                  <a:latin typeface="Cambria Math" panose="02040503050406030204" pitchFamily="18" charset="0"/>
                                </a:rPr>
                                <m:t>&amp;0,           </m:t>
                              </m:r>
                              <m:r>
                                <a:rPr lang="en-US" altLang="zh-CN" sz="2200">
                                  <a:latin typeface="Cambria Math" panose="02040503050406030204" pitchFamily="18" charset="0"/>
                                </a:rPr>
                                <m:t>  </m:t>
                              </m:r>
                              <m:r>
                                <a:rPr lang="zh-CN" altLang="en-US" sz="2200">
                                  <a:latin typeface="Cambria Math" panose="02040503050406030204" pitchFamily="18" charset="0"/>
                                </a:rPr>
                                <m:t>其他</m:t>
                              </m:r>
                            </m:e>
                          </m:eqArr>
                        </m:e>
                      </m:d>
                    </m:oMath>
                  </m:oMathPara>
                </a14:m>
                <a:endParaRPr lang="zh-CN" altLang="en-US" sz="2200" dirty="0"/>
              </a:p>
            </p:txBody>
          </p:sp>
        </mc:Choice>
        <mc:Fallback xmlns="">
          <p:sp>
            <p:nvSpPr>
              <p:cNvPr id="12" name="文本框 11">
                <a:extLst>
                  <a:ext uri="{FF2B5EF4-FFF2-40B4-BE49-F238E27FC236}">
                    <a16:creationId xmlns:a16="http://schemas.microsoft.com/office/drawing/2014/main" id="{6350FEFA-88C0-4E6C-8656-22BFA75F861D}"/>
                  </a:ext>
                </a:extLst>
              </p:cNvPr>
              <p:cNvSpPr txBox="1">
                <a:spLocks noRot="1" noChangeAspect="1" noMove="1" noResize="1" noEditPoints="1" noAdjustHandles="1" noChangeArrowheads="1" noChangeShapeType="1" noTextEdit="1"/>
              </p:cNvSpPr>
              <p:nvPr/>
            </p:nvSpPr>
            <p:spPr>
              <a:xfrm>
                <a:off x="1499365" y="1320710"/>
                <a:ext cx="6151115" cy="1361142"/>
              </a:xfrm>
              <a:prstGeom prst="rect">
                <a:avLst/>
              </a:prstGeom>
              <a:blipFill>
                <a:blip r:embed="rId4"/>
                <a:stretch>
                  <a:fillRect b="-2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5EC66B4D-A3DD-4EC4-9BC7-AD90A43C9998}"/>
                  </a:ext>
                </a:extLst>
              </p:cNvPr>
              <p:cNvSpPr/>
              <p:nvPr/>
            </p:nvSpPr>
            <p:spPr>
              <a:xfrm>
                <a:off x="2002289" y="3192434"/>
                <a:ext cx="6017865" cy="8532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𝐸</m:t>
                      </m:r>
                      <m:r>
                        <a:rPr lang="zh-CN" altLang="en-US" sz="2000">
                          <a:latin typeface="Cambria Math" panose="02040503050406030204" pitchFamily="18" charset="0"/>
                        </a:rPr>
                        <m:t>(</m:t>
                      </m:r>
                      <m:r>
                        <a:rPr lang="zh-CN" altLang="en-US" sz="2000" i="1">
                          <a:latin typeface="Cambria Math" panose="02040503050406030204" pitchFamily="18" charset="0"/>
                        </a:rPr>
                        <m:t>𝑌</m:t>
                      </m:r>
                      <m:r>
                        <a:rPr lang="zh-CN" altLang="en-US" sz="2000">
                          <a:latin typeface="Cambria Math" panose="02040503050406030204" pitchFamily="18" charset="0"/>
                        </a:rPr>
                        <m:t>)=</m:t>
                      </m:r>
                      <m:nary>
                        <m:naryPr>
                          <m:limLoc m:val="subSup"/>
                          <m:grow m:val="on"/>
                          <m:ctrlPr>
                            <a:rPr lang="zh-CN" altLang="en-US" sz="2000" i="1">
                              <a:latin typeface="Cambria Math" panose="02040503050406030204" pitchFamily="18" charset="0"/>
                            </a:rPr>
                          </m:ctrlPr>
                        </m:naryPr>
                        <m:sub>
                          <m:r>
                            <a:rPr lang="zh-CN" altLang="en-US" sz="2000">
                              <a:latin typeface="Cambria Math" panose="02040503050406030204" pitchFamily="18" charset="0"/>
                            </a:rPr>
                            <m:t>−∞</m:t>
                          </m:r>
                        </m:sub>
                        <m:sup>
                          <m:r>
                            <a:rPr lang="zh-CN" altLang="en-US" sz="2000">
                              <a:latin typeface="Cambria Math" panose="02040503050406030204" pitchFamily="18" charset="0"/>
                            </a:rPr>
                            <m:t>∞</m:t>
                          </m:r>
                        </m:sup>
                        <m:e>
                          <m:r>
                            <a:rPr lang="zh-CN" altLang="en-US" sz="2000">
                              <a:latin typeface="Cambria Math" panose="02040503050406030204" pitchFamily="18" charset="0"/>
                            </a:rPr>
                            <m:t> </m:t>
                          </m:r>
                        </m:e>
                      </m:nary>
                      <m:nary>
                        <m:naryPr>
                          <m:limLoc m:val="subSup"/>
                          <m:grow m:val="on"/>
                          <m:ctrlPr>
                            <a:rPr lang="zh-CN" altLang="en-US" sz="2000" i="1">
                              <a:latin typeface="Cambria Math" panose="02040503050406030204" pitchFamily="18" charset="0"/>
                            </a:rPr>
                          </m:ctrlPr>
                        </m:naryPr>
                        <m:sub>
                          <m:r>
                            <a:rPr lang="zh-CN" altLang="en-US" sz="2000">
                              <a:latin typeface="Cambria Math" panose="02040503050406030204" pitchFamily="18" charset="0"/>
                            </a:rPr>
                            <m:t>−∞</m:t>
                          </m:r>
                        </m:sub>
                        <m:sup>
                          <m:r>
                            <a:rPr lang="zh-CN" altLang="en-US" sz="2000">
                              <a:latin typeface="Cambria Math" panose="02040503050406030204" pitchFamily="18" charset="0"/>
                            </a:rPr>
                            <m:t>∞</m:t>
                          </m:r>
                        </m:sup>
                        <m:e>
                          <m:r>
                            <a:rPr lang="zh-CN" altLang="en-US" sz="2000" i="1">
                              <a:latin typeface="Cambria Math" panose="02040503050406030204" pitchFamily="18" charset="0"/>
                            </a:rPr>
                            <m:t>𝑦</m:t>
                          </m:r>
                        </m:e>
                      </m:nary>
                      <m:r>
                        <a:rPr lang="zh-CN" altLang="en-US" sz="2000" i="1">
                          <a:latin typeface="Cambria Math" panose="02040503050406030204" pitchFamily="18" charset="0"/>
                        </a:rPr>
                        <m:t>𝑓</m:t>
                      </m:r>
                      <m:r>
                        <a:rPr lang="zh-CN" altLang="en-US" sz="2000">
                          <a:latin typeface="Cambria Math" panose="02040503050406030204" pitchFamily="18" charset="0"/>
                        </a:rPr>
                        <m:t>(</m:t>
                      </m:r>
                      <m:r>
                        <a:rPr lang="zh-CN" altLang="en-US" sz="2000" i="1">
                          <a:latin typeface="Cambria Math" panose="02040503050406030204" pitchFamily="18" charset="0"/>
                        </a:rPr>
                        <m:t>𝑥</m:t>
                      </m:r>
                      <m:r>
                        <a:rPr lang="zh-CN" altLang="en-US" sz="2000">
                          <a:latin typeface="Cambria Math" panose="02040503050406030204" pitchFamily="18" charset="0"/>
                        </a:rPr>
                        <m:t>,</m:t>
                      </m:r>
                      <m:r>
                        <a:rPr lang="zh-CN" altLang="en-US" sz="2000" i="1">
                          <a:latin typeface="Cambria Math" panose="02040503050406030204" pitchFamily="18" charset="0"/>
                        </a:rPr>
                        <m:t>𝑦</m:t>
                      </m:r>
                      <m:r>
                        <a:rPr lang="zh-CN" altLang="en-US" sz="2000">
                          <a:latin typeface="Cambria Math" panose="02040503050406030204" pitchFamily="18" charset="0"/>
                        </a:rPr>
                        <m:t>)</m:t>
                      </m:r>
                      <m:r>
                        <a:rPr lang="zh-CN" altLang="en-US" sz="2000" i="1">
                          <a:latin typeface="Cambria Math" panose="02040503050406030204" pitchFamily="18" charset="0"/>
                        </a:rPr>
                        <m:t>𝑑𝑦𝑑𝑥</m:t>
                      </m:r>
                      <m:r>
                        <a:rPr lang="zh-CN" altLang="en-US" sz="2000">
                          <a:latin typeface="Cambria Math" panose="02040503050406030204" pitchFamily="18" charset="0"/>
                        </a:rPr>
                        <m:t>=</m:t>
                      </m:r>
                      <m:nary>
                        <m:naryPr>
                          <m:limLoc m:val="subSup"/>
                          <m:grow m:val="on"/>
                          <m:ctrlPr>
                            <a:rPr lang="zh-CN" altLang="en-US" sz="2000" i="1">
                              <a:latin typeface="Cambria Math" panose="02040503050406030204" pitchFamily="18" charset="0"/>
                            </a:rPr>
                          </m:ctrlPr>
                        </m:naryPr>
                        <m:sub>
                          <m:r>
                            <a:rPr lang="zh-CN" altLang="en-US" sz="2000">
                              <a:latin typeface="Cambria Math" panose="02040503050406030204" pitchFamily="18" charset="0"/>
                            </a:rPr>
                            <m:t>1</m:t>
                          </m:r>
                        </m:sub>
                        <m:sup>
                          <m:r>
                            <a:rPr lang="zh-CN" altLang="en-US" sz="2000">
                              <a:latin typeface="Cambria Math" panose="02040503050406030204" pitchFamily="18" charset="0"/>
                            </a:rPr>
                            <m:t>∞</m:t>
                          </m:r>
                        </m:sup>
                        <m:e>
                          <m:r>
                            <a:rPr lang="zh-CN" altLang="en-US" sz="2000">
                              <a:latin typeface="Cambria Math" panose="02040503050406030204" pitchFamily="18" charset="0"/>
                            </a:rPr>
                            <m:t> </m:t>
                          </m:r>
                        </m:e>
                      </m:nary>
                      <m:nary>
                        <m:naryPr>
                          <m:limLoc m:val="subSup"/>
                          <m:grow m:val="on"/>
                          <m:ctrlPr>
                            <a:rPr lang="zh-CN" altLang="en-US" sz="2000" i="1">
                              <a:latin typeface="Cambria Math" panose="02040503050406030204" pitchFamily="18" charset="0"/>
                            </a:rPr>
                          </m:ctrlPr>
                        </m:naryPr>
                        <m:sub>
                          <m:f>
                            <m:fPr>
                              <m:ctrlPr>
                                <a:rPr lang="zh-CN" altLang="en-US" sz="2000" i="1">
                                  <a:latin typeface="Cambria Math" panose="02040503050406030204" pitchFamily="18" charset="0"/>
                                </a:rPr>
                              </m:ctrlPr>
                            </m:fPr>
                            <m:num>
                              <m:r>
                                <a:rPr lang="zh-CN" altLang="en-US" sz="2000">
                                  <a:latin typeface="Cambria Math" panose="02040503050406030204" pitchFamily="18" charset="0"/>
                                </a:rPr>
                                <m:t>1</m:t>
                              </m:r>
                            </m:num>
                            <m:den>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a:latin typeface="Cambria Math" panose="02040503050406030204" pitchFamily="18" charset="0"/>
                                    </a:rPr>
                                    <m:t> </m:t>
                                  </m:r>
                                </m:sup>
                              </m:sSup>
                            </m:den>
                          </m:f>
                        </m:sub>
                        <m:sup>
                          <m:r>
                            <a:rPr lang="zh-CN" altLang="en-US" sz="2000" i="1">
                              <a:latin typeface="Cambria Math" panose="02040503050406030204" pitchFamily="18" charset="0"/>
                            </a:rPr>
                            <m:t>𝑥</m:t>
                          </m:r>
                        </m:sup>
                        <m:e>
                          <m:f>
                            <m:fPr>
                              <m:ctrlPr>
                                <a:rPr lang="zh-CN" altLang="en-US" sz="2000" i="1">
                                  <a:latin typeface="Cambria Math" panose="02040503050406030204" pitchFamily="18" charset="0"/>
                                </a:rPr>
                              </m:ctrlPr>
                            </m:fPr>
                            <m:num>
                              <m:r>
                                <a:rPr lang="zh-CN" altLang="en-US" sz="2000">
                                  <a:latin typeface="Cambria Math" panose="02040503050406030204" pitchFamily="18" charset="0"/>
                                </a:rPr>
                                <m:t>3</m:t>
                              </m:r>
                            </m:num>
                            <m:den>
                              <m:r>
                                <a:rPr lang="zh-CN" altLang="en-US" sz="2000">
                                  <a:latin typeface="Cambria Math" panose="02040503050406030204" pitchFamily="18" charset="0"/>
                                </a:rPr>
                                <m:t>2</m:t>
                              </m:r>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a:latin typeface="Cambria Math" panose="02040503050406030204" pitchFamily="18" charset="0"/>
                                    </a:rPr>
                                    <m:t>3</m:t>
                                  </m:r>
                                </m:sup>
                              </m:sSup>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𝑦</m:t>
                                  </m:r>
                                </m:e>
                                <m:sup>
                                  <m:r>
                                    <a:rPr lang="zh-CN" altLang="en-US" sz="2000">
                                      <a:latin typeface="Cambria Math" panose="02040503050406030204" pitchFamily="18" charset="0"/>
                                    </a:rPr>
                                    <m:t> </m:t>
                                  </m:r>
                                </m:sup>
                              </m:sSup>
                            </m:den>
                          </m:f>
                        </m:e>
                      </m:nary>
                      <m:r>
                        <a:rPr lang="zh-CN" altLang="en-US" sz="2000" i="1">
                          <a:latin typeface="Cambria Math" panose="02040503050406030204" pitchFamily="18" charset="0"/>
                        </a:rPr>
                        <m:t>𝑑𝑦𝑑𝑥</m:t>
                      </m:r>
                    </m:oMath>
                  </m:oMathPara>
                </a14:m>
                <a:endParaRPr lang="zh-CN" altLang="en-US" sz="2000" dirty="0"/>
              </a:p>
            </p:txBody>
          </p:sp>
        </mc:Choice>
        <mc:Fallback xmlns="">
          <p:sp>
            <p:nvSpPr>
              <p:cNvPr id="3" name="矩形 2">
                <a:extLst>
                  <a:ext uri="{FF2B5EF4-FFF2-40B4-BE49-F238E27FC236}">
                    <a16:creationId xmlns:a16="http://schemas.microsoft.com/office/drawing/2014/main" id="{5EC66B4D-A3DD-4EC4-9BC7-AD90A43C9998}"/>
                  </a:ext>
                </a:extLst>
              </p:cNvPr>
              <p:cNvSpPr>
                <a:spLocks noRot="1" noChangeAspect="1" noMove="1" noResize="1" noEditPoints="1" noAdjustHandles="1" noChangeArrowheads="1" noChangeShapeType="1" noTextEdit="1"/>
              </p:cNvSpPr>
              <p:nvPr/>
            </p:nvSpPr>
            <p:spPr>
              <a:xfrm>
                <a:off x="2002289" y="3192434"/>
                <a:ext cx="6017865" cy="853247"/>
              </a:xfrm>
              <a:prstGeom prst="rect">
                <a:avLst/>
              </a:prstGeom>
              <a:blipFill>
                <a:blip r:embed="rId5"/>
                <a:stretch>
                  <a:fillRect l="-1263" t="-144118" b="-2014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7CE2EB2F-D255-4AD7-9CFB-D467D9A0146E}"/>
                  </a:ext>
                </a:extLst>
              </p:cNvPr>
              <p:cNvSpPr/>
              <p:nvPr/>
            </p:nvSpPr>
            <p:spPr>
              <a:xfrm>
                <a:off x="2548897" y="4081742"/>
                <a:ext cx="4272900" cy="7564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a:latin typeface="Cambria Math" panose="02040503050406030204" pitchFamily="18" charset="0"/>
                            </a:rPr>
                            <m:t>3</m:t>
                          </m:r>
                        </m:num>
                        <m:den>
                          <m:r>
                            <a:rPr lang="zh-CN" altLang="en-US" sz="2000">
                              <a:latin typeface="Cambria Math" panose="02040503050406030204" pitchFamily="18" charset="0"/>
                            </a:rPr>
                            <m:t>2</m:t>
                          </m:r>
                        </m:den>
                      </m:f>
                      <m:nary>
                        <m:naryPr>
                          <m:limLoc m:val="subSup"/>
                          <m:grow m:val="on"/>
                          <m:ctrlPr>
                            <a:rPr lang="zh-CN" altLang="en-US" sz="2000" i="1">
                              <a:latin typeface="Cambria Math" panose="02040503050406030204" pitchFamily="18" charset="0"/>
                            </a:rPr>
                          </m:ctrlPr>
                        </m:naryPr>
                        <m:sub>
                          <m:r>
                            <a:rPr lang="zh-CN" altLang="en-US" sz="2000">
                              <a:latin typeface="Cambria Math" panose="02040503050406030204" pitchFamily="18" charset="0"/>
                            </a:rPr>
                            <m:t>1</m:t>
                          </m:r>
                        </m:sub>
                        <m:sup>
                          <m:r>
                            <a:rPr lang="zh-CN" altLang="en-US" sz="2000">
                              <a:latin typeface="Cambria Math" panose="02040503050406030204" pitchFamily="18" charset="0"/>
                            </a:rPr>
                            <m:t>∞</m:t>
                          </m:r>
                        </m:sup>
                        <m:e>
                          <m:f>
                            <m:fPr>
                              <m:ctrlPr>
                                <a:rPr lang="zh-CN" altLang="en-US" sz="2000" i="1">
                                  <a:latin typeface="Cambria Math" panose="02040503050406030204" pitchFamily="18" charset="0"/>
                                </a:rPr>
                              </m:ctrlPr>
                            </m:fPr>
                            <m:num>
                              <m:r>
                                <a:rPr lang="zh-CN" altLang="en-US" sz="2000">
                                  <a:latin typeface="Cambria Math" panose="02040503050406030204" pitchFamily="18" charset="0"/>
                                </a:rPr>
                                <m:t>1</m:t>
                              </m:r>
                            </m:num>
                            <m:den>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a:latin typeface="Cambria Math" panose="02040503050406030204" pitchFamily="18" charset="0"/>
                                    </a:rPr>
                                    <m:t>3</m:t>
                                  </m:r>
                                </m:sup>
                              </m:sSup>
                            </m:den>
                          </m:f>
                        </m:e>
                      </m:nary>
                      <m:r>
                        <a:rPr lang="zh-CN" altLang="en-US" sz="2000">
                          <a:latin typeface="Cambria Math" panose="02040503050406030204" pitchFamily="18" charset="0"/>
                        </a:rPr>
                        <m:t>[</m:t>
                      </m:r>
                      <m:r>
                        <a:rPr lang="zh-CN" altLang="en-US" sz="2000" i="1">
                          <a:latin typeface="Cambria Math" panose="02040503050406030204" pitchFamily="18" charset="0"/>
                        </a:rPr>
                        <m:t>𝑙𝑛𝑦</m:t>
                      </m:r>
                      <m:sSubSup>
                        <m:sSubSupPr>
                          <m:ctrlPr>
                            <a:rPr lang="zh-CN" altLang="en-US" sz="2000" i="1">
                              <a:latin typeface="Cambria Math" panose="02040503050406030204" pitchFamily="18" charset="0"/>
                            </a:rPr>
                          </m:ctrlPr>
                        </m:sSubSupPr>
                        <m:e>
                          <m:d>
                            <m:dPr>
                              <m:begChr m:val="]"/>
                              <m:endChr m:val=""/>
                              <m:ctrlPr>
                                <a:rPr lang="zh-CN" altLang="en-US" sz="2000" i="1">
                                  <a:latin typeface="Cambria Math" panose="02040503050406030204" pitchFamily="18" charset="0"/>
                                </a:rPr>
                              </m:ctrlPr>
                            </m:dPr>
                            <m:e>
                              <m:r>
                                <a:rPr lang="en-US" altLang="zh-CN" sz="2000" i="1">
                                  <a:latin typeface="Cambria Math" panose="02040503050406030204" pitchFamily="18" charset="0"/>
                                </a:rPr>
                                <m:t> </m:t>
                              </m:r>
                            </m:e>
                          </m:d>
                        </m:e>
                        <m:sub>
                          <m:f>
                            <m:fPr>
                              <m:ctrlPr>
                                <a:rPr lang="zh-CN" altLang="en-US" sz="2000" i="1">
                                  <a:latin typeface="Cambria Math" panose="02040503050406030204" pitchFamily="18" charset="0"/>
                                </a:rPr>
                              </m:ctrlPr>
                            </m:fPr>
                            <m:num>
                              <m:r>
                                <a:rPr lang="zh-CN" altLang="en-US" sz="2000">
                                  <a:latin typeface="Cambria Math" panose="02040503050406030204" pitchFamily="18" charset="0"/>
                                </a:rPr>
                                <m:t>1</m:t>
                              </m:r>
                            </m:num>
                            <m:den>
                              <m:r>
                                <a:rPr lang="zh-CN" altLang="en-US" sz="2000" i="1">
                                  <a:latin typeface="Cambria Math" panose="02040503050406030204" pitchFamily="18" charset="0"/>
                                </a:rPr>
                                <m:t>𝑥</m:t>
                              </m:r>
                            </m:den>
                          </m:f>
                        </m:sub>
                        <m:sup>
                          <m:r>
                            <a:rPr lang="zh-CN" altLang="en-US" sz="2000" i="1">
                              <a:latin typeface="Cambria Math" panose="02040503050406030204" pitchFamily="18" charset="0"/>
                            </a:rPr>
                            <m:t>𝑥</m:t>
                          </m:r>
                        </m:sup>
                      </m:sSubSup>
                      <m:r>
                        <a:rPr lang="zh-CN" altLang="en-US" sz="2000" i="1">
                          <a:latin typeface="Cambria Math" panose="02040503050406030204" pitchFamily="18" charset="0"/>
                        </a:rPr>
                        <m:t>𝑑𝑥</m:t>
                      </m:r>
                      <m:r>
                        <a:rPr lang="zh-CN" altLang="en-US" sz="2000">
                          <a:latin typeface="Cambria Math" panose="02040503050406030204" pitchFamily="18" charset="0"/>
                        </a:rPr>
                        <m:t>=3</m:t>
                      </m:r>
                      <m:nary>
                        <m:naryPr>
                          <m:limLoc m:val="subSup"/>
                          <m:grow m:val="on"/>
                          <m:ctrlPr>
                            <a:rPr lang="zh-CN" altLang="en-US" sz="2000" i="1">
                              <a:latin typeface="Cambria Math" panose="02040503050406030204" pitchFamily="18" charset="0"/>
                            </a:rPr>
                          </m:ctrlPr>
                        </m:naryPr>
                        <m:sub>
                          <m:r>
                            <a:rPr lang="zh-CN" altLang="en-US" sz="2000">
                              <a:latin typeface="Cambria Math" panose="02040503050406030204" pitchFamily="18" charset="0"/>
                            </a:rPr>
                            <m:t>1</m:t>
                          </m:r>
                        </m:sub>
                        <m:sup>
                          <m:r>
                            <a:rPr lang="zh-CN" altLang="en-US" sz="2000">
                              <a:latin typeface="Cambria Math" panose="02040503050406030204" pitchFamily="18" charset="0"/>
                            </a:rPr>
                            <m:t>∞</m:t>
                          </m:r>
                        </m:sup>
                        <m:e>
                          <m:r>
                            <a:rPr lang="zh-CN" altLang="en-US" sz="2000">
                              <a:latin typeface="Cambria Math" panose="02040503050406030204" pitchFamily="18" charset="0"/>
                            </a:rPr>
                            <m:t> </m:t>
                          </m:r>
                        </m:e>
                      </m:nary>
                      <m:f>
                        <m:fPr>
                          <m:ctrlPr>
                            <a:rPr lang="zh-CN" altLang="en-US" sz="2000" i="1">
                              <a:latin typeface="Cambria Math" panose="02040503050406030204" pitchFamily="18" charset="0"/>
                            </a:rPr>
                          </m:ctrlPr>
                        </m:fPr>
                        <m:num>
                          <m:func>
                            <m:funcPr>
                              <m:ctrlPr>
                                <a:rPr lang="zh-CN" altLang="en-US" sz="2000" i="1">
                                  <a:latin typeface="Cambria Math" panose="02040503050406030204" pitchFamily="18" charset="0"/>
                                </a:rPr>
                              </m:ctrlPr>
                            </m:funcPr>
                            <m:fName>
                              <m:r>
                                <a:rPr lang="en-US" altLang="zh-CN" sz="2000" i="1">
                                  <a:latin typeface="Cambria Math" panose="02040503050406030204" pitchFamily="18" charset="0"/>
                                </a:rPr>
                                <m:t>𝑙𝑛𝑥</m:t>
                              </m:r>
                            </m:fName>
                            <m:e>
                              <m:r>
                                <a:rPr lang="en-US" altLang="zh-CN" sz="2000" i="1">
                                  <a:latin typeface="Cambria Math" panose="02040503050406030204" pitchFamily="18" charset="0"/>
                                </a:rPr>
                                <m:t> </m:t>
                              </m:r>
                            </m:e>
                          </m:func>
                        </m:num>
                        <m:den>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a:latin typeface="Cambria Math" panose="02040503050406030204" pitchFamily="18" charset="0"/>
                                </a:rPr>
                                <m:t>3</m:t>
                              </m:r>
                            </m:sup>
                          </m:sSup>
                        </m:den>
                      </m:f>
                      <m:r>
                        <a:rPr lang="zh-CN" altLang="en-US" sz="2000" i="1">
                          <a:latin typeface="Cambria Math" panose="02040503050406030204" pitchFamily="18" charset="0"/>
                        </a:rPr>
                        <m:t>𝑑𝑥</m:t>
                      </m:r>
                    </m:oMath>
                  </m:oMathPara>
                </a14:m>
                <a:endParaRPr lang="zh-CN" altLang="en-US" sz="2000" dirty="0"/>
              </a:p>
            </p:txBody>
          </p:sp>
        </mc:Choice>
        <mc:Fallback xmlns="">
          <p:sp>
            <p:nvSpPr>
              <p:cNvPr id="4" name="矩形 3">
                <a:extLst>
                  <a:ext uri="{FF2B5EF4-FFF2-40B4-BE49-F238E27FC236}">
                    <a16:creationId xmlns:a16="http://schemas.microsoft.com/office/drawing/2014/main" id="{7CE2EB2F-D255-4AD7-9CFB-D467D9A0146E}"/>
                  </a:ext>
                </a:extLst>
              </p:cNvPr>
              <p:cNvSpPr>
                <a:spLocks noRot="1" noChangeAspect="1" noMove="1" noResize="1" noEditPoints="1" noAdjustHandles="1" noChangeArrowheads="1" noChangeShapeType="1" noTextEdit="1"/>
              </p:cNvSpPr>
              <p:nvPr/>
            </p:nvSpPr>
            <p:spPr>
              <a:xfrm>
                <a:off x="2548897" y="4081742"/>
                <a:ext cx="4272900" cy="756426"/>
              </a:xfrm>
              <a:prstGeom prst="rect">
                <a:avLst/>
              </a:prstGeom>
              <a:blipFill>
                <a:blip r:embed="rId6"/>
                <a:stretch>
                  <a:fillRect l="-11834" t="-160656" b="-23606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1961392F-626B-4C7D-A1A9-19699199BA50}"/>
                  </a:ext>
                </a:extLst>
              </p:cNvPr>
              <p:cNvSpPr/>
              <p:nvPr/>
            </p:nvSpPr>
            <p:spPr>
              <a:xfrm>
                <a:off x="2563969" y="4976300"/>
                <a:ext cx="3785011" cy="7564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a:latin typeface="Cambria Math" panose="02040503050406030204" pitchFamily="18" charset="0"/>
                            </a:rPr>
                            <m:t>3</m:t>
                          </m:r>
                        </m:num>
                        <m:den>
                          <m:r>
                            <a:rPr lang="zh-CN" altLang="en-US" sz="2000">
                              <a:latin typeface="Cambria Math" panose="02040503050406030204" pitchFamily="18" charset="0"/>
                            </a:rPr>
                            <m:t>2</m:t>
                          </m:r>
                        </m:den>
                      </m:f>
                      <m:f>
                        <m:fPr>
                          <m:ctrlPr>
                            <a:rPr lang="zh-CN" altLang="en-US" sz="2000" i="1">
                              <a:latin typeface="Cambria Math" panose="02040503050406030204" pitchFamily="18" charset="0"/>
                            </a:rPr>
                          </m:ctrlPr>
                        </m:fPr>
                        <m:num>
                          <m:func>
                            <m:funcPr>
                              <m:ctrlPr>
                                <a:rPr lang="zh-CN" altLang="en-US" sz="2000" i="1">
                                  <a:latin typeface="Cambria Math" panose="02040503050406030204" pitchFamily="18" charset="0"/>
                                </a:rPr>
                              </m:ctrlPr>
                            </m:funcPr>
                            <m:fName>
                              <m:r>
                                <m:rPr>
                                  <m:sty m:val="p"/>
                                </m:rPr>
                                <a:rPr lang="zh-CN" altLang="en-US" sz="2000">
                                  <a:latin typeface="Cambria Math" panose="02040503050406030204" pitchFamily="18" charset="0"/>
                                </a:rPr>
                                <m:t>ln</m:t>
                              </m:r>
                            </m:fName>
                            <m:e>
                              <m:r>
                                <a:rPr lang="zh-CN" altLang="en-US" sz="2000" i="1">
                                  <a:latin typeface="Cambria Math" panose="02040503050406030204" pitchFamily="18" charset="0"/>
                                </a:rPr>
                                <m:t>𝑥</m:t>
                              </m:r>
                            </m:e>
                          </m:func>
                        </m:num>
                        <m:den>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a:latin typeface="Cambria Math" panose="02040503050406030204" pitchFamily="18" charset="0"/>
                                </a:rPr>
                                <m:t>2</m:t>
                              </m:r>
                            </m:sup>
                          </m:sSup>
                        </m:den>
                      </m:f>
                      <m:sSubSup>
                        <m:sSubSupPr>
                          <m:ctrlPr>
                            <a:rPr lang="zh-CN" altLang="en-US" sz="2000" i="1">
                              <a:latin typeface="Cambria Math" panose="02040503050406030204" pitchFamily="18" charset="0"/>
                            </a:rPr>
                          </m:ctrlPr>
                        </m:sSubSupPr>
                        <m:e>
                          <m:d>
                            <m:dPr>
                              <m:begChr m:val="]"/>
                              <m:endChr m:val=""/>
                              <m:ctrlPr>
                                <a:rPr lang="zh-CN" altLang="en-US" sz="2000" i="1">
                                  <a:latin typeface="Cambria Math" panose="02040503050406030204" pitchFamily="18" charset="0"/>
                                </a:rPr>
                              </m:ctrlPr>
                            </m:dPr>
                            <m:e>
                              <m:r>
                                <a:rPr lang="en-US" altLang="zh-CN" sz="2000" i="1">
                                  <a:latin typeface="Cambria Math" panose="02040503050406030204" pitchFamily="18" charset="0"/>
                                </a:rPr>
                                <m:t> </m:t>
                              </m:r>
                            </m:e>
                          </m:d>
                        </m:e>
                        <m:sub>
                          <m:r>
                            <a:rPr lang="zh-CN" altLang="en-US" sz="2000">
                              <a:latin typeface="Cambria Math" panose="02040503050406030204" pitchFamily="18" charset="0"/>
                            </a:rPr>
                            <m:t>1</m:t>
                          </m:r>
                        </m:sub>
                        <m:sup>
                          <m:r>
                            <a:rPr lang="zh-CN" altLang="en-US" sz="2000">
                              <a:latin typeface="Cambria Math" panose="02040503050406030204" pitchFamily="18" charset="0"/>
                            </a:rPr>
                            <m:t>∞</m:t>
                          </m:r>
                        </m:sup>
                      </m:sSubSup>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a:latin typeface="Cambria Math" panose="02040503050406030204" pitchFamily="18" charset="0"/>
                            </a:rPr>
                            <m:t>3</m:t>
                          </m:r>
                        </m:num>
                        <m:den>
                          <m:r>
                            <a:rPr lang="zh-CN" altLang="en-US" sz="2000">
                              <a:latin typeface="Cambria Math" panose="02040503050406030204" pitchFamily="18" charset="0"/>
                            </a:rPr>
                            <m:t>2</m:t>
                          </m:r>
                        </m:den>
                      </m:f>
                      <m:nary>
                        <m:naryPr>
                          <m:limLoc m:val="subSup"/>
                          <m:grow m:val="on"/>
                          <m:ctrlPr>
                            <a:rPr lang="zh-CN" altLang="en-US" sz="2000" i="1">
                              <a:latin typeface="Cambria Math" panose="02040503050406030204" pitchFamily="18" charset="0"/>
                            </a:rPr>
                          </m:ctrlPr>
                        </m:naryPr>
                        <m:sub>
                          <m:r>
                            <a:rPr lang="zh-CN" altLang="en-US" sz="2000">
                              <a:latin typeface="Cambria Math" panose="02040503050406030204" pitchFamily="18" charset="0"/>
                            </a:rPr>
                            <m:t>1</m:t>
                          </m:r>
                        </m:sub>
                        <m:sup>
                          <m:r>
                            <a:rPr lang="zh-CN" altLang="en-US" sz="2000">
                              <a:latin typeface="Cambria Math" panose="02040503050406030204" pitchFamily="18" charset="0"/>
                            </a:rPr>
                            <m:t>∞</m:t>
                          </m:r>
                        </m:sup>
                        <m:e>
                          <m:f>
                            <m:fPr>
                              <m:ctrlPr>
                                <a:rPr lang="zh-CN" altLang="en-US" sz="2000" i="1">
                                  <a:latin typeface="Cambria Math" panose="02040503050406030204" pitchFamily="18" charset="0"/>
                                </a:rPr>
                              </m:ctrlPr>
                            </m:fPr>
                            <m:num>
                              <m:r>
                                <a:rPr lang="zh-CN" altLang="en-US" sz="2000">
                                  <a:latin typeface="Cambria Math" panose="02040503050406030204" pitchFamily="18" charset="0"/>
                                </a:rPr>
                                <m:t>1</m:t>
                              </m:r>
                            </m:num>
                            <m:den>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a:latin typeface="Cambria Math" panose="02040503050406030204" pitchFamily="18" charset="0"/>
                                    </a:rPr>
                                    <m:t>3</m:t>
                                  </m:r>
                                </m:sup>
                              </m:sSup>
                            </m:den>
                          </m:f>
                        </m:e>
                      </m:nary>
                      <m:r>
                        <a:rPr lang="zh-CN" altLang="en-US" sz="2000" i="1">
                          <a:latin typeface="Cambria Math" panose="02040503050406030204" pitchFamily="18" charset="0"/>
                        </a:rPr>
                        <m:t>𝑑𝑥</m:t>
                      </m:r>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a:latin typeface="Cambria Math" panose="02040503050406030204" pitchFamily="18" charset="0"/>
                            </a:rPr>
                            <m:t>3</m:t>
                          </m:r>
                        </m:num>
                        <m:den>
                          <m:r>
                            <a:rPr lang="zh-CN" altLang="en-US" sz="2000">
                              <a:latin typeface="Cambria Math" panose="02040503050406030204" pitchFamily="18" charset="0"/>
                            </a:rPr>
                            <m:t>4</m:t>
                          </m:r>
                        </m:den>
                      </m:f>
                    </m:oMath>
                  </m:oMathPara>
                </a14:m>
                <a:endParaRPr lang="zh-CN" altLang="en-US" sz="2000" dirty="0"/>
              </a:p>
            </p:txBody>
          </p:sp>
        </mc:Choice>
        <mc:Fallback xmlns="">
          <p:sp>
            <p:nvSpPr>
              <p:cNvPr id="6" name="矩形 5">
                <a:extLst>
                  <a:ext uri="{FF2B5EF4-FFF2-40B4-BE49-F238E27FC236}">
                    <a16:creationId xmlns:a16="http://schemas.microsoft.com/office/drawing/2014/main" id="{1961392F-626B-4C7D-A1A9-19699199BA50}"/>
                  </a:ext>
                </a:extLst>
              </p:cNvPr>
              <p:cNvSpPr>
                <a:spLocks noRot="1" noChangeAspect="1" noMove="1" noResize="1" noEditPoints="1" noAdjustHandles="1" noChangeArrowheads="1" noChangeShapeType="1" noTextEdit="1"/>
              </p:cNvSpPr>
              <p:nvPr/>
            </p:nvSpPr>
            <p:spPr>
              <a:xfrm>
                <a:off x="2563969" y="4976300"/>
                <a:ext cx="3785011" cy="756426"/>
              </a:xfrm>
              <a:prstGeom prst="rect">
                <a:avLst/>
              </a:prstGeom>
              <a:blipFill>
                <a:blip r:embed="rId7"/>
                <a:stretch>
                  <a:fillRect t="-159016" b="-23606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615B517F-A345-4650-A0C4-FA421A95F499}"/>
                  </a:ext>
                </a:extLst>
              </p:cNvPr>
              <p:cNvSpPr/>
              <p:nvPr/>
            </p:nvSpPr>
            <p:spPr>
              <a:xfrm>
                <a:off x="690000" y="5874826"/>
                <a:ext cx="7532947" cy="85324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𝐸</m:t>
                      </m:r>
                      <m:d>
                        <m:dPr>
                          <m:ctrlPr>
                            <a:rPr lang="zh-CN" altLang="en-US" sz="2000" i="1">
                              <a:latin typeface="Cambria Math" panose="02040503050406030204" pitchFamily="18" charset="0"/>
                            </a:rPr>
                          </m:ctrlPr>
                        </m:dPr>
                        <m:e>
                          <m:f>
                            <m:fPr>
                              <m:ctrlPr>
                                <a:rPr lang="zh-CN" altLang="en-US" sz="2000" i="1">
                                  <a:latin typeface="Cambria Math" panose="02040503050406030204" pitchFamily="18" charset="0"/>
                                </a:rPr>
                              </m:ctrlPr>
                            </m:fPr>
                            <m:num>
                              <m:r>
                                <a:rPr lang="zh-CN" altLang="en-US" sz="2000">
                                  <a:latin typeface="Cambria Math" panose="02040503050406030204" pitchFamily="18" charset="0"/>
                                </a:rPr>
                                <m:t>1</m:t>
                              </m:r>
                            </m:num>
                            <m:den>
                              <m:r>
                                <a:rPr lang="zh-CN" altLang="en-US" sz="2000" i="1">
                                  <a:latin typeface="Cambria Math" panose="02040503050406030204" pitchFamily="18" charset="0"/>
                                </a:rPr>
                                <m:t>𝑋𝑌</m:t>
                              </m:r>
                            </m:den>
                          </m:f>
                        </m:e>
                      </m:d>
                      <m:r>
                        <a:rPr lang="zh-CN" altLang="en-US" sz="2000">
                          <a:latin typeface="Cambria Math" panose="02040503050406030204" pitchFamily="18" charset="0"/>
                        </a:rPr>
                        <m:t>=</m:t>
                      </m:r>
                      <m:nary>
                        <m:naryPr>
                          <m:limLoc m:val="subSup"/>
                          <m:grow m:val="on"/>
                          <m:ctrlPr>
                            <a:rPr lang="zh-CN" altLang="en-US" sz="2000" i="1">
                              <a:latin typeface="Cambria Math" panose="02040503050406030204" pitchFamily="18" charset="0"/>
                            </a:rPr>
                          </m:ctrlPr>
                        </m:naryPr>
                        <m:sub>
                          <m:r>
                            <a:rPr lang="zh-CN" altLang="en-US" sz="2000">
                              <a:latin typeface="Cambria Math" panose="02040503050406030204" pitchFamily="18" charset="0"/>
                            </a:rPr>
                            <m:t>−∞</m:t>
                          </m:r>
                        </m:sub>
                        <m:sup>
                          <m:r>
                            <a:rPr lang="zh-CN" altLang="en-US" sz="2000">
                              <a:latin typeface="Cambria Math" panose="02040503050406030204" pitchFamily="18" charset="0"/>
                            </a:rPr>
                            <m:t>∞</m:t>
                          </m:r>
                        </m:sup>
                        <m:e>
                          <m:r>
                            <a:rPr lang="zh-CN" altLang="en-US" sz="2000">
                              <a:latin typeface="Cambria Math" panose="02040503050406030204" pitchFamily="18" charset="0"/>
                            </a:rPr>
                            <m:t> </m:t>
                          </m:r>
                        </m:e>
                      </m:nary>
                      <m:nary>
                        <m:naryPr>
                          <m:limLoc m:val="subSup"/>
                          <m:grow m:val="on"/>
                          <m:ctrlPr>
                            <a:rPr lang="zh-CN" altLang="en-US" sz="2000" i="1">
                              <a:latin typeface="Cambria Math" panose="02040503050406030204" pitchFamily="18" charset="0"/>
                            </a:rPr>
                          </m:ctrlPr>
                        </m:naryPr>
                        <m:sub>
                          <m:r>
                            <a:rPr lang="zh-CN" altLang="en-US" sz="2000">
                              <a:latin typeface="Cambria Math" panose="02040503050406030204" pitchFamily="18" charset="0"/>
                            </a:rPr>
                            <m:t>−∞</m:t>
                          </m:r>
                        </m:sub>
                        <m:sup>
                          <m:r>
                            <a:rPr lang="zh-CN" altLang="en-US" sz="2000">
                              <a:latin typeface="Cambria Math" panose="02040503050406030204" pitchFamily="18" charset="0"/>
                            </a:rPr>
                            <m:t>∞</m:t>
                          </m:r>
                        </m:sup>
                        <m:e>
                          <m:f>
                            <m:fPr>
                              <m:ctrlPr>
                                <a:rPr lang="zh-CN" altLang="en-US" sz="2000" i="1">
                                  <a:latin typeface="Cambria Math" panose="02040503050406030204" pitchFamily="18" charset="0"/>
                                </a:rPr>
                              </m:ctrlPr>
                            </m:fPr>
                            <m:num>
                              <m:r>
                                <a:rPr lang="zh-CN" altLang="en-US" sz="2000">
                                  <a:latin typeface="Cambria Math" panose="02040503050406030204" pitchFamily="18" charset="0"/>
                                </a:rPr>
                                <m:t>1</m:t>
                              </m:r>
                            </m:num>
                            <m:den>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𝑥𝑦</m:t>
                                  </m:r>
                                </m:e>
                                <m:sup>
                                  <m:r>
                                    <a:rPr lang="zh-CN" altLang="en-US" sz="2000">
                                      <a:latin typeface="Cambria Math" panose="02040503050406030204" pitchFamily="18" charset="0"/>
                                    </a:rPr>
                                    <m:t> </m:t>
                                  </m:r>
                                </m:sup>
                              </m:sSup>
                            </m:den>
                          </m:f>
                        </m:e>
                      </m:nary>
                      <m:r>
                        <a:rPr lang="zh-CN" altLang="en-US" sz="2000" i="1">
                          <a:latin typeface="Cambria Math" panose="02040503050406030204" pitchFamily="18" charset="0"/>
                        </a:rPr>
                        <m:t>𝑓</m:t>
                      </m:r>
                      <m:d>
                        <m:dPr>
                          <m:ctrlPr>
                            <a:rPr lang="zh-CN" altLang="en-US" sz="2000" i="1">
                              <a:latin typeface="Cambria Math" panose="02040503050406030204" pitchFamily="18" charset="0"/>
                            </a:rPr>
                          </m:ctrlPr>
                        </m:dPr>
                        <m:e>
                          <m:r>
                            <a:rPr lang="zh-CN" altLang="en-US" sz="2000" i="1">
                              <a:latin typeface="Cambria Math" panose="02040503050406030204" pitchFamily="18" charset="0"/>
                            </a:rPr>
                            <m:t>𝑥</m:t>
                          </m:r>
                          <m:r>
                            <a:rPr lang="zh-CN" altLang="en-US" sz="2000">
                              <a:latin typeface="Cambria Math" panose="02040503050406030204" pitchFamily="18" charset="0"/>
                            </a:rPr>
                            <m:t>,</m:t>
                          </m:r>
                          <m:r>
                            <a:rPr lang="zh-CN" altLang="en-US" sz="2000" i="1">
                              <a:latin typeface="Cambria Math" panose="02040503050406030204" pitchFamily="18" charset="0"/>
                            </a:rPr>
                            <m:t>𝑦</m:t>
                          </m:r>
                        </m:e>
                      </m:d>
                      <m:r>
                        <a:rPr lang="zh-CN" altLang="en-US" sz="2000" i="1">
                          <a:latin typeface="Cambria Math" panose="02040503050406030204" pitchFamily="18" charset="0"/>
                        </a:rPr>
                        <m:t>𝑑𝑦𝑑𝑥</m:t>
                      </m:r>
                      <m:r>
                        <a:rPr lang="zh-CN" altLang="en-US" sz="2000">
                          <a:latin typeface="Cambria Math" panose="02040503050406030204" pitchFamily="18" charset="0"/>
                        </a:rPr>
                        <m:t>=</m:t>
                      </m:r>
                      <m:nary>
                        <m:naryPr>
                          <m:limLoc m:val="subSup"/>
                          <m:grow m:val="on"/>
                          <m:ctrlPr>
                            <a:rPr lang="zh-CN" altLang="en-US" sz="2000" i="1">
                              <a:latin typeface="Cambria Math" panose="02040503050406030204" pitchFamily="18" charset="0"/>
                            </a:rPr>
                          </m:ctrlPr>
                        </m:naryPr>
                        <m:sub>
                          <m:r>
                            <a:rPr lang="zh-CN" altLang="en-US" sz="2000">
                              <a:latin typeface="Cambria Math" panose="02040503050406030204" pitchFamily="18" charset="0"/>
                            </a:rPr>
                            <m:t>1</m:t>
                          </m:r>
                        </m:sub>
                        <m:sup>
                          <m:r>
                            <a:rPr lang="zh-CN" altLang="en-US" sz="2000">
                              <a:latin typeface="Cambria Math" panose="02040503050406030204" pitchFamily="18" charset="0"/>
                            </a:rPr>
                            <m:t>∞</m:t>
                          </m:r>
                        </m:sup>
                        <m:e>
                          <m:r>
                            <a:rPr lang="zh-CN" altLang="en-US" sz="2000" i="1">
                              <a:latin typeface="Cambria Math" panose="02040503050406030204" pitchFamily="18" charset="0"/>
                            </a:rPr>
                            <m:t>𝑑𝑥</m:t>
                          </m:r>
                        </m:e>
                      </m:nary>
                      <m:nary>
                        <m:naryPr>
                          <m:limLoc m:val="subSup"/>
                          <m:grow m:val="on"/>
                          <m:ctrlPr>
                            <a:rPr lang="zh-CN" altLang="en-US" sz="2000" i="1">
                              <a:latin typeface="Cambria Math" panose="02040503050406030204" pitchFamily="18" charset="0"/>
                            </a:rPr>
                          </m:ctrlPr>
                        </m:naryPr>
                        <m:sub>
                          <m:f>
                            <m:fPr>
                              <m:ctrlPr>
                                <a:rPr lang="zh-CN" altLang="en-US" sz="2000" i="1">
                                  <a:latin typeface="Cambria Math" panose="02040503050406030204" pitchFamily="18" charset="0"/>
                                </a:rPr>
                              </m:ctrlPr>
                            </m:fPr>
                            <m:num>
                              <m:r>
                                <a:rPr lang="zh-CN" altLang="en-US" sz="2000">
                                  <a:latin typeface="Cambria Math" panose="02040503050406030204" pitchFamily="18" charset="0"/>
                                </a:rPr>
                                <m:t>1</m:t>
                              </m:r>
                            </m:num>
                            <m:den>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a:latin typeface="Cambria Math" panose="02040503050406030204" pitchFamily="18" charset="0"/>
                                    </a:rPr>
                                    <m:t> </m:t>
                                  </m:r>
                                </m:sup>
                              </m:sSup>
                            </m:den>
                          </m:f>
                        </m:sub>
                        <m:sup>
                          <m:r>
                            <a:rPr lang="zh-CN" altLang="en-US" sz="2000" i="1">
                              <a:latin typeface="Cambria Math" panose="02040503050406030204" pitchFamily="18" charset="0"/>
                            </a:rPr>
                            <m:t>𝑥</m:t>
                          </m:r>
                        </m:sup>
                        <m:e>
                          <m:f>
                            <m:fPr>
                              <m:ctrlPr>
                                <a:rPr lang="zh-CN" altLang="en-US" sz="2000" i="1">
                                  <a:latin typeface="Cambria Math" panose="02040503050406030204" pitchFamily="18" charset="0"/>
                                </a:rPr>
                              </m:ctrlPr>
                            </m:fPr>
                            <m:num>
                              <m:r>
                                <a:rPr lang="zh-CN" altLang="en-US" sz="2000">
                                  <a:latin typeface="Cambria Math" panose="02040503050406030204" pitchFamily="18" charset="0"/>
                                </a:rPr>
                                <m:t>3</m:t>
                              </m:r>
                            </m:num>
                            <m:den>
                              <m:r>
                                <a:rPr lang="zh-CN" altLang="en-US" sz="2000">
                                  <a:latin typeface="Cambria Math" panose="02040503050406030204" pitchFamily="18" charset="0"/>
                                </a:rPr>
                                <m:t>2</m:t>
                              </m:r>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a:latin typeface="Cambria Math" panose="02040503050406030204" pitchFamily="18" charset="0"/>
                                    </a:rPr>
                                    <m:t>4</m:t>
                                  </m:r>
                                </m:sup>
                              </m:sSup>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𝑦</m:t>
                                  </m:r>
                                </m:e>
                                <m:sup>
                                  <m:r>
                                    <a:rPr lang="zh-CN" altLang="en-US" sz="2000">
                                      <a:latin typeface="Cambria Math" panose="02040503050406030204" pitchFamily="18" charset="0"/>
                                    </a:rPr>
                                    <m:t>3</m:t>
                                  </m:r>
                                </m:sup>
                              </m:sSup>
                            </m:den>
                          </m:f>
                        </m:e>
                      </m:nary>
                      <m:r>
                        <a:rPr lang="zh-CN" altLang="en-US" sz="2000" i="1">
                          <a:latin typeface="Cambria Math" panose="02040503050406030204" pitchFamily="18" charset="0"/>
                        </a:rPr>
                        <m:t>𝑑𝑦</m:t>
                      </m:r>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a:latin typeface="Cambria Math" panose="02040503050406030204" pitchFamily="18" charset="0"/>
                            </a:rPr>
                            <m:t>3</m:t>
                          </m:r>
                        </m:num>
                        <m:den>
                          <m:r>
                            <a:rPr lang="zh-CN" altLang="en-US" sz="2000">
                              <a:latin typeface="Cambria Math" panose="02040503050406030204" pitchFamily="18" charset="0"/>
                            </a:rPr>
                            <m:t>5</m:t>
                          </m:r>
                        </m:den>
                      </m:f>
                    </m:oMath>
                  </m:oMathPara>
                </a14:m>
                <a:endParaRPr lang="zh-CN" altLang="en-US" sz="2000" dirty="0"/>
              </a:p>
            </p:txBody>
          </p:sp>
        </mc:Choice>
        <mc:Fallback xmlns="">
          <p:sp>
            <p:nvSpPr>
              <p:cNvPr id="7" name="矩形 6">
                <a:extLst>
                  <a:ext uri="{FF2B5EF4-FFF2-40B4-BE49-F238E27FC236}">
                    <a16:creationId xmlns:a16="http://schemas.microsoft.com/office/drawing/2014/main" id="{615B517F-A345-4650-A0C4-FA421A95F499}"/>
                  </a:ext>
                </a:extLst>
              </p:cNvPr>
              <p:cNvSpPr>
                <a:spLocks noRot="1" noChangeAspect="1" noMove="1" noResize="1" noEditPoints="1" noAdjustHandles="1" noChangeArrowheads="1" noChangeShapeType="1" noTextEdit="1"/>
              </p:cNvSpPr>
              <p:nvPr/>
            </p:nvSpPr>
            <p:spPr>
              <a:xfrm>
                <a:off x="690000" y="5874826"/>
                <a:ext cx="7532947" cy="853247"/>
              </a:xfrm>
              <a:prstGeom prst="rect">
                <a:avLst/>
              </a:prstGeom>
              <a:blipFill>
                <a:blip r:embed="rId8"/>
                <a:stretch>
                  <a:fillRect t="-144118" b="-201471"/>
                </a:stretch>
              </a:blipFill>
            </p:spPr>
            <p:txBody>
              <a:bodyPr/>
              <a:lstStyle/>
              <a:p>
                <a:r>
                  <a:rPr lang="zh-CN" altLang="en-US">
                    <a:noFill/>
                  </a:rPr>
                  <a:t> </a:t>
                </a:r>
              </a:p>
            </p:txBody>
          </p:sp>
        </mc:Fallback>
      </mc:AlternateContent>
      <p:sp>
        <p:nvSpPr>
          <p:cNvPr id="14" name="副标题 2">
            <a:extLst>
              <a:ext uri="{FF2B5EF4-FFF2-40B4-BE49-F238E27FC236}">
                <a16:creationId xmlns:a16="http://schemas.microsoft.com/office/drawing/2014/main" id="{A821CDB8-46EB-B93E-0DBA-D4D567BC80B9}"/>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#3</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
        <p:nvSpPr>
          <p:cNvPr id="2" name="矩形 1">
            <a:extLst>
              <a:ext uri="{FF2B5EF4-FFF2-40B4-BE49-F238E27FC236}">
                <a16:creationId xmlns:a16="http://schemas.microsoft.com/office/drawing/2014/main" id="{88D5C3F4-C750-5DC9-1D4C-0CC6F91003BE}"/>
              </a:ext>
            </a:extLst>
          </p:cNvPr>
          <p:cNvSpPr/>
          <p:nvPr/>
        </p:nvSpPr>
        <p:spPr bwMode="auto">
          <a:xfrm>
            <a:off x="0" y="0"/>
            <a:ext cx="260169" cy="6858000"/>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878104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 grpId="0"/>
      <p:bldP spid="6" grpId="0"/>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2">
            <a:extLst>
              <a:ext uri="{FF2B5EF4-FFF2-40B4-BE49-F238E27FC236}">
                <a16:creationId xmlns:a16="http://schemas.microsoft.com/office/drawing/2014/main" id="{9C5CAF33-0BC2-4633-85E5-21B2ACD15FC7}"/>
              </a:ext>
            </a:extLst>
          </p:cNvPr>
          <p:cNvSpPr txBox="1">
            <a:spLocks/>
          </p:cNvSpPr>
          <p:nvPr/>
        </p:nvSpPr>
        <p:spPr>
          <a:xfrm>
            <a:off x="459900" y="1105067"/>
            <a:ext cx="8788033" cy="958563"/>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例</a:t>
            </a:r>
            <a:r>
              <a:rPr lang="en-US" altLang="zh-CN" dirty="0">
                <a:solidFill>
                  <a:srgbClr val="FF0000"/>
                </a:solidFill>
                <a:latin typeface="Times New Roman" panose="02020603050405020304" pitchFamily="18" charset="0"/>
                <a:ea typeface="KaiTi" panose="02010609060101010101" pitchFamily="49" charset="-122"/>
                <a:cs typeface="Times New Roman" panose="02020603050405020304" pitchFamily="18" charset="0"/>
              </a:rPr>
              <a:t>     </a:t>
            </a:r>
            <a:r>
              <a:rPr lang="zh-CN" altLang="en-US" dirty="0">
                <a:latin typeface="Times New Roman" panose="02020603050405020304" pitchFamily="18" charset="0"/>
                <a:ea typeface="KaiTi" panose="02010609060101010101" pitchFamily="49" charset="-122"/>
                <a:cs typeface="Times New Roman" panose="02020603050405020304" pitchFamily="18" charset="0"/>
              </a:rPr>
              <a:t>设一电路中电流</a:t>
            </a:r>
            <a:r>
              <a:rPr lang="en-US" altLang="zh-CN" i="1" dirty="0">
                <a:latin typeface="Times New Roman" panose="02020603050405020304" pitchFamily="18" charset="0"/>
                <a:ea typeface="KaiTi" panose="02010609060101010101" pitchFamily="49" charset="-122"/>
                <a:cs typeface="Times New Roman" panose="02020603050405020304" pitchFamily="18" charset="0"/>
              </a:rPr>
              <a:t>I </a:t>
            </a:r>
            <a:r>
              <a:rPr lang="en-US" altLang="zh-CN" dirty="0">
                <a:latin typeface="Times New Roman" panose="02020603050405020304" pitchFamily="18" charset="0"/>
                <a:ea typeface="KaiTi" panose="02010609060101010101" pitchFamily="49" charset="-122"/>
                <a:cs typeface="Times New Roman" panose="02020603050405020304" pitchFamily="18" charset="0"/>
              </a:rPr>
              <a:t>(</a:t>
            </a:r>
            <a:r>
              <a:rPr lang="zh-CN" altLang="en-US" dirty="0">
                <a:latin typeface="Times New Roman" panose="02020603050405020304" pitchFamily="18" charset="0"/>
                <a:ea typeface="KaiTi" panose="02010609060101010101" pitchFamily="49" charset="-122"/>
                <a:cs typeface="Times New Roman" panose="02020603050405020304" pitchFamily="18" charset="0"/>
              </a:rPr>
              <a:t>以</a:t>
            </a:r>
            <a:r>
              <a:rPr lang="en-US" altLang="zh-CN" dirty="0">
                <a:latin typeface="Times New Roman" panose="02020603050405020304" pitchFamily="18" charset="0"/>
                <a:ea typeface="KaiTi" panose="02010609060101010101" pitchFamily="49" charset="-122"/>
                <a:cs typeface="Times New Roman" panose="02020603050405020304" pitchFamily="18" charset="0"/>
              </a:rPr>
              <a:t>A</a:t>
            </a:r>
            <a:r>
              <a:rPr lang="zh-CN" altLang="en-US" dirty="0">
                <a:latin typeface="Times New Roman" panose="02020603050405020304" pitchFamily="18" charset="0"/>
                <a:ea typeface="KaiTi" panose="02010609060101010101" pitchFamily="49" charset="-122"/>
                <a:cs typeface="Times New Roman" panose="02020603050405020304" pitchFamily="18" charset="0"/>
              </a:rPr>
              <a:t>计</a:t>
            </a:r>
            <a:r>
              <a:rPr lang="en-US" altLang="zh-CN" dirty="0">
                <a:latin typeface="Times New Roman" panose="02020603050405020304" pitchFamily="18" charset="0"/>
                <a:ea typeface="KaiTi" panose="02010609060101010101" pitchFamily="49" charset="-122"/>
                <a:cs typeface="Times New Roman" panose="02020603050405020304" pitchFamily="18" charset="0"/>
              </a:rPr>
              <a:t>)</a:t>
            </a:r>
            <a:r>
              <a:rPr lang="zh-CN" altLang="en-US" dirty="0">
                <a:latin typeface="Times New Roman" panose="02020603050405020304" pitchFamily="18" charset="0"/>
                <a:ea typeface="KaiTi" panose="02010609060101010101" pitchFamily="49" charset="-122"/>
                <a:cs typeface="Times New Roman" panose="02020603050405020304" pitchFamily="18" charset="0"/>
              </a:rPr>
              <a:t>与电阻</a:t>
            </a:r>
            <a:r>
              <a:rPr lang="en-US" altLang="zh-CN" i="1" dirty="0">
                <a:latin typeface="Times New Roman" panose="02020603050405020304" pitchFamily="18" charset="0"/>
                <a:ea typeface="KaiTi" panose="02010609060101010101" pitchFamily="49" charset="-122"/>
                <a:cs typeface="Times New Roman" panose="02020603050405020304" pitchFamily="18" charset="0"/>
              </a:rPr>
              <a:t>R </a:t>
            </a:r>
            <a:r>
              <a:rPr lang="en-US" altLang="zh-CN" dirty="0">
                <a:latin typeface="Times New Roman" panose="02020603050405020304" pitchFamily="18" charset="0"/>
                <a:ea typeface="KaiTi" panose="02010609060101010101" pitchFamily="49" charset="-122"/>
                <a:cs typeface="Times New Roman" panose="02020603050405020304" pitchFamily="18" charset="0"/>
              </a:rPr>
              <a:t>(</a:t>
            </a:r>
            <a:r>
              <a:rPr lang="zh-CN" altLang="en-US" dirty="0">
                <a:latin typeface="Times New Roman" panose="02020603050405020304" pitchFamily="18" charset="0"/>
                <a:ea typeface="KaiTi" panose="02010609060101010101" pitchFamily="49" charset="-122"/>
                <a:cs typeface="Times New Roman" panose="02020603050405020304" pitchFamily="18" charset="0"/>
              </a:rPr>
              <a:t>以</a:t>
            </a:r>
            <a:r>
              <a:rPr lang="en-US" altLang="zh-CN" dirty="0">
                <a:latin typeface="Times New Roman" panose="02020603050405020304" pitchFamily="18" charset="0"/>
                <a:ea typeface="KaiTi" panose="02010609060101010101" pitchFamily="49" charset="-122"/>
                <a:cs typeface="Times New Roman" panose="02020603050405020304" pitchFamily="18" charset="0"/>
              </a:rPr>
              <a:t>Ω</a:t>
            </a:r>
            <a:r>
              <a:rPr lang="zh-CN" altLang="en-US" dirty="0">
                <a:latin typeface="Times New Roman" panose="02020603050405020304" pitchFamily="18" charset="0"/>
                <a:ea typeface="KaiTi" panose="02010609060101010101" pitchFamily="49" charset="-122"/>
                <a:cs typeface="Times New Roman" panose="02020603050405020304" pitchFamily="18" charset="0"/>
              </a:rPr>
              <a:t>计</a:t>
            </a:r>
            <a:r>
              <a:rPr lang="en-US" altLang="zh-CN" dirty="0">
                <a:latin typeface="Times New Roman" panose="02020603050405020304" pitchFamily="18" charset="0"/>
                <a:ea typeface="KaiTi" panose="02010609060101010101" pitchFamily="49" charset="-122"/>
                <a:cs typeface="Times New Roman" panose="02020603050405020304" pitchFamily="18" charset="0"/>
              </a:rPr>
              <a:t>)</a:t>
            </a:r>
            <a:r>
              <a:rPr lang="zh-CN" altLang="en-US" dirty="0">
                <a:latin typeface="Times New Roman" panose="02020603050405020304" pitchFamily="18" charset="0"/>
                <a:ea typeface="KaiTi" panose="02010609060101010101" pitchFamily="49" charset="-122"/>
                <a:cs typeface="Times New Roman" panose="02020603050405020304" pitchFamily="18" charset="0"/>
              </a:rPr>
              <a:t>是两个相互独立的随机变量，其概率密度分别为</a:t>
            </a:r>
            <a:endParaRPr lang="en-US" altLang="zh-CN"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11" name="文本框 10">
            <a:extLst>
              <a:ext uri="{FF2B5EF4-FFF2-40B4-BE49-F238E27FC236}">
                <a16:creationId xmlns:a16="http://schemas.microsoft.com/office/drawing/2014/main" id="{ACE9C7AB-327A-E7A7-F057-4DA55BD00B7E}"/>
              </a:ext>
            </a:extLst>
          </p:cNvPr>
          <p:cNvSpPr txBox="1"/>
          <p:nvPr/>
        </p:nvSpPr>
        <p:spPr>
          <a:xfrm>
            <a:off x="409893" y="3992297"/>
            <a:ext cx="7800033" cy="576248"/>
          </a:xfrm>
          <a:prstGeom prst="rect">
            <a:avLst/>
          </a:prstGeom>
          <a:noFill/>
        </p:spPr>
        <p:txBody>
          <a:bodyPr wrap="square">
            <a:spAutoFit/>
          </a:bodyPr>
          <a:lstStyle/>
          <a:p>
            <a:pPr>
              <a:lnSpc>
                <a:spcPct val="150000"/>
              </a:lnSpc>
            </a:pPr>
            <a:r>
              <a:rPr lang="zh-CN" altLang="en-US" sz="2400" dirty="0">
                <a:latin typeface="Times New Roman" panose="02020603050405020304" pitchFamily="18" charset="0"/>
                <a:ea typeface="KaiTi" panose="02010609060101010101" pitchFamily="49" charset="-122"/>
                <a:cs typeface="Times New Roman" panose="02020603050405020304" pitchFamily="18" charset="0"/>
              </a:rPr>
              <a:t>求电压</a:t>
            </a:r>
            <a:r>
              <a:rPr lang="en-US" altLang="zh-CN" sz="2400" i="1" dirty="0">
                <a:latin typeface="Times New Roman" panose="02020603050405020304" pitchFamily="18" charset="0"/>
                <a:ea typeface="KaiTi" panose="02010609060101010101" pitchFamily="49" charset="-122"/>
                <a:cs typeface="Times New Roman" panose="02020603050405020304" pitchFamily="18" charset="0"/>
              </a:rPr>
              <a:t>V=IR </a:t>
            </a:r>
            <a:r>
              <a:rPr lang="zh-CN" altLang="en-US" sz="2400" dirty="0">
                <a:latin typeface="Times New Roman" panose="02020603050405020304" pitchFamily="18" charset="0"/>
                <a:ea typeface="KaiTi" panose="02010609060101010101" pitchFamily="49" charset="-122"/>
                <a:cs typeface="Times New Roman" panose="02020603050405020304" pitchFamily="18" charset="0"/>
              </a:rPr>
              <a:t>的均值。</a:t>
            </a:r>
          </a:p>
        </p:txBody>
      </p:sp>
      <p:sp>
        <p:nvSpPr>
          <p:cNvPr id="10" name="文本框 9">
            <a:extLst>
              <a:ext uri="{FF2B5EF4-FFF2-40B4-BE49-F238E27FC236}">
                <a16:creationId xmlns:a16="http://schemas.microsoft.com/office/drawing/2014/main" id="{D225BBFA-E913-4B29-B469-65B473D31534}"/>
              </a:ext>
            </a:extLst>
          </p:cNvPr>
          <p:cNvSpPr txBox="1"/>
          <p:nvPr/>
        </p:nvSpPr>
        <p:spPr>
          <a:xfrm>
            <a:off x="409893" y="4683399"/>
            <a:ext cx="775493" cy="576248"/>
          </a:xfrm>
          <a:prstGeom prst="rect">
            <a:avLst/>
          </a:prstGeom>
          <a:noFill/>
        </p:spPr>
        <p:txBody>
          <a:bodyPr wrap="square">
            <a:spAutoFit/>
          </a:bodyPr>
          <a:lstStyle/>
          <a:p>
            <a:pPr>
              <a:lnSpc>
                <a:spcPct val="150000"/>
              </a:lnSpc>
            </a:pPr>
            <a:r>
              <a:rPr lang="zh-CN" altLang="en-US" sz="2400" dirty="0">
                <a:latin typeface="Times New Roman" panose="02020603050405020304" pitchFamily="18" charset="0"/>
                <a:ea typeface="KaiTi" panose="02010609060101010101" pitchFamily="49" charset="-122"/>
                <a:cs typeface="Times New Roman" panose="02020603050405020304" pitchFamily="18" charset="0"/>
              </a:rPr>
              <a:t>解</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230FEA75-2B6E-49F8-923A-D29E5CEE5514}"/>
                  </a:ext>
                </a:extLst>
              </p:cNvPr>
              <p:cNvSpPr/>
              <p:nvPr/>
            </p:nvSpPr>
            <p:spPr>
              <a:xfrm>
                <a:off x="1082041" y="4702756"/>
                <a:ext cx="7597144" cy="560346"/>
              </a:xfrm>
              <a:prstGeom prst="rect">
                <a:avLst/>
              </a:prstGeom>
            </p:spPr>
            <p:txBody>
              <a:bodyPr wrap="none">
                <a:spAutoFit/>
              </a:bodyPr>
              <a:lstStyle/>
              <a:p>
                <a14:m>
                  <m:oMath xmlns:m="http://schemas.openxmlformats.org/officeDocument/2006/math">
                    <m:r>
                      <a:rPr lang="zh-CN" altLang="en-US" sz="2400" i="1">
                        <a:latin typeface="Cambria Math" panose="02040503050406030204" pitchFamily="18" charset="0"/>
                      </a:rPr>
                      <m:t>𝐸</m:t>
                    </m:r>
                    <m:r>
                      <a:rPr lang="zh-CN" altLang="en-US" sz="2400">
                        <a:latin typeface="Cambria Math" panose="02040503050406030204" pitchFamily="18" charset="0"/>
                      </a:rPr>
                      <m:t>(</m:t>
                    </m:r>
                    <m:r>
                      <a:rPr lang="zh-CN" altLang="en-US" sz="2400" i="1">
                        <a:latin typeface="Cambria Math" panose="02040503050406030204" pitchFamily="18" charset="0"/>
                      </a:rPr>
                      <m:t>𝑉</m:t>
                    </m:r>
                    <m:r>
                      <a:rPr lang="zh-CN" altLang="en-US" sz="2400">
                        <a:latin typeface="Cambria Math" panose="02040503050406030204" pitchFamily="18" charset="0"/>
                      </a:rPr>
                      <m:t>)=</m:t>
                    </m:r>
                    <m:r>
                      <a:rPr lang="zh-CN" altLang="en-US" sz="2400" i="1">
                        <a:latin typeface="Cambria Math" panose="02040503050406030204" pitchFamily="18" charset="0"/>
                      </a:rPr>
                      <m:t>𝐸</m:t>
                    </m:r>
                    <m:r>
                      <a:rPr lang="zh-CN" altLang="en-US" sz="2400">
                        <a:latin typeface="Cambria Math" panose="02040503050406030204" pitchFamily="18" charset="0"/>
                      </a:rPr>
                      <m:t>(</m:t>
                    </m:r>
                    <m:r>
                      <a:rPr lang="zh-CN" altLang="en-US" sz="2400" i="1">
                        <a:latin typeface="Cambria Math" panose="02040503050406030204" pitchFamily="18" charset="0"/>
                      </a:rPr>
                      <m:t>𝐼𝑅</m:t>
                    </m:r>
                    <m:r>
                      <a:rPr lang="zh-CN" altLang="en-US" sz="2400">
                        <a:latin typeface="Cambria Math" panose="02040503050406030204" pitchFamily="18" charset="0"/>
                      </a:rPr>
                      <m:t>)=</m:t>
                    </m:r>
                    <m:r>
                      <a:rPr lang="zh-CN" altLang="en-US" sz="2400" i="1">
                        <a:latin typeface="Cambria Math" panose="02040503050406030204" pitchFamily="18" charset="0"/>
                      </a:rPr>
                      <m:t>𝐸</m:t>
                    </m:r>
                    <m:r>
                      <a:rPr lang="zh-CN" altLang="en-US" sz="2400">
                        <a:latin typeface="Cambria Math" panose="02040503050406030204" pitchFamily="18" charset="0"/>
                      </a:rPr>
                      <m:t>(</m:t>
                    </m:r>
                    <m:r>
                      <a:rPr lang="zh-CN" altLang="en-US" sz="2400" i="1">
                        <a:latin typeface="Cambria Math" panose="02040503050406030204" pitchFamily="18" charset="0"/>
                      </a:rPr>
                      <m:t>𝐼</m:t>
                    </m:r>
                    <m:r>
                      <a:rPr lang="zh-CN" altLang="en-US" sz="2400">
                        <a:latin typeface="Cambria Math" panose="02040503050406030204" pitchFamily="18" charset="0"/>
                      </a:rPr>
                      <m:t>)</m:t>
                    </m:r>
                    <m:r>
                      <a:rPr lang="zh-CN" altLang="en-US" sz="2400" i="1">
                        <a:latin typeface="Cambria Math" panose="02040503050406030204" pitchFamily="18" charset="0"/>
                      </a:rPr>
                      <m:t>𝐸</m:t>
                    </m:r>
                    <m:r>
                      <a:rPr lang="zh-CN" altLang="en-US" sz="2400">
                        <a:latin typeface="Cambria Math" panose="02040503050406030204" pitchFamily="18" charset="0"/>
                      </a:rPr>
                      <m:t>(</m:t>
                    </m:r>
                    <m:r>
                      <a:rPr lang="zh-CN" altLang="en-US" sz="2400" i="1">
                        <a:latin typeface="Cambria Math" panose="02040503050406030204" pitchFamily="18" charset="0"/>
                      </a:rPr>
                      <m:t>𝑅</m:t>
                    </m:r>
                    <m:r>
                      <a:rPr lang="zh-CN" altLang="en-US" sz="2400">
                        <a:latin typeface="Cambria Math" panose="02040503050406030204" pitchFamily="18" charset="0"/>
                      </a:rPr>
                      <m:t>)=[</m:t>
                    </m:r>
                    <m:nary>
                      <m:naryPr>
                        <m:limLoc m:val="subSup"/>
                        <m:grow m:val="on"/>
                        <m:ctrlPr>
                          <a:rPr lang="zh-CN" altLang="en-US" sz="2400" i="1">
                            <a:latin typeface="Cambria Math" panose="02040503050406030204" pitchFamily="18" charset="0"/>
                          </a:rPr>
                        </m:ctrlPr>
                      </m:naryPr>
                      <m:sub>
                        <m:r>
                          <a:rPr lang="zh-CN" altLang="en-US" sz="2400">
                            <a:latin typeface="Cambria Math" panose="02040503050406030204" pitchFamily="18" charset="0"/>
                          </a:rPr>
                          <m:t>−∞</m:t>
                        </m:r>
                      </m:sub>
                      <m:sup>
                        <m:r>
                          <a:rPr lang="zh-CN" altLang="en-US" sz="2400">
                            <a:latin typeface="Cambria Math" panose="02040503050406030204" pitchFamily="18" charset="0"/>
                          </a:rPr>
                          <m:t>∞</m:t>
                        </m:r>
                      </m:sup>
                      <m:e>
                        <m:r>
                          <a:rPr lang="zh-CN" altLang="en-US" sz="2400" i="1">
                            <a:latin typeface="Cambria Math" panose="02040503050406030204" pitchFamily="18" charset="0"/>
                          </a:rPr>
                          <m:t>𝑖𝑔</m:t>
                        </m:r>
                        <m:r>
                          <a:rPr lang="zh-CN" altLang="en-US" sz="2400">
                            <a:latin typeface="Cambria Math" panose="02040503050406030204" pitchFamily="18" charset="0"/>
                          </a:rPr>
                          <m:t>(</m:t>
                        </m:r>
                        <m:r>
                          <a:rPr lang="zh-CN" altLang="en-US" sz="2400" i="1">
                            <a:latin typeface="Cambria Math" panose="02040503050406030204" pitchFamily="18" charset="0"/>
                          </a:rPr>
                          <m:t>𝑖</m:t>
                        </m:r>
                        <m:r>
                          <a:rPr lang="zh-CN" altLang="en-US" sz="2400">
                            <a:latin typeface="Cambria Math" panose="02040503050406030204" pitchFamily="18" charset="0"/>
                          </a:rPr>
                          <m:t>)</m:t>
                        </m:r>
                        <m:r>
                          <a:rPr lang="zh-CN" altLang="en-US" sz="2400" i="1">
                            <a:latin typeface="Cambria Math" panose="02040503050406030204" pitchFamily="18" charset="0"/>
                          </a:rPr>
                          <m:t>𝑑𝑖</m:t>
                        </m:r>
                      </m:e>
                    </m:nary>
                    <m:r>
                      <a:rPr lang="zh-CN" altLang="en-US" sz="2400">
                        <a:latin typeface="Cambria Math" panose="02040503050406030204" pitchFamily="18" charset="0"/>
                      </a:rPr>
                      <m:t>][</m:t>
                    </m:r>
                    <m:nary>
                      <m:naryPr>
                        <m:limLoc m:val="subSup"/>
                        <m:grow m:val="on"/>
                        <m:ctrlPr>
                          <a:rPr lang="zh-CN" altLang="en-US" sz="2400" i="1">
                            <a:latin typeface="Cambria Math" panose="02040503050406030204" pitchFamily="18" charset="0"/>
                          </a:rPr>
                        </m:ctrlPr>
                      </m:naryPr>
                      <m:sub>
                        <m:r>
                          <a:rPr lang="zh-CN" altLang="en-US" sz="2400">
                            <a:latin typeface="Cambria Math" panose="02040503050406030204" pitchFamily="18" charset="0"/>
                          </a:rPr>
                          <m:t>−∞</m:t>
                        </m:r>
                      </m:sub>
                      <m:sup>
                        <m:r>
                          <a:rPr lang="zh-CN" altLang="en-US" sz="2400">
                            <a:latin typeface="Cambria Math" panose="02040503050406030204" pitchFamily="18" charset="0"/>
                          </a:rPr>
                          <m:t>∞</m:t>
                        </m:r>
                      </m:sup>
                      <m:e>
                        <m:r>
                          <a:rPr lang="zh-CN" altLang="en-US" sz="2400" i="1">
                            <a:latin typeface="Cambria Math" panose="02040503050406030204" pitchFamily="18" charset="0"/>
                          </a:rPr>
                          <m:t>𝑟</m:t>
                        </m:r>
                      </m:e>
                    </m:nary>
                    <m:r>
                      <a:rPr lang="zh-CN" altLang="en-US" sz="2400" i="1">
                        <a:latin typeface="Cambria Math" panose="02040503050406030204" pitchFamily="18" charset="0"/>
                      </a:rPr>
                      <m:t>h</m:t>
                    </m:r>
                    <m:r>
                      <a:rPr lang="zh-CN" altLang="en-US" sz="2400">
                        <a:latin typeface="Cambria Math" panose="02040503050406030204" pitchFamily="18" charset="0"/>
                      </a:rPr>
                      <m:t>(</m:t>
                    </m:r>
                    <m:r>
                      <a:rPr lang="zh-CN" altLang="en-US" sz="2400" i="1">
                        <a:latin typeface="Cambria Math" panose="02040503050406030204" pitchFamily="18" charset="0"/>
                      </a:rPr>
                      <m:t>𝑟</m:t>
                    </m:r>
                    <m:r>
                      <a:rPr lang="zh-CN" altLang="en-US" sz="2400">
                        <a:latin typeface="Cambria Math" panose="02040503050406030204" pitchFamily="18" charset="0"/>
                      </a:rPr>
                      <m:t>)</m:t>
                    </m:r>
                    <m:r>
                      <a:rPr lang="zh-CN" altLang="en-US" sz="2400" i="1">
                        <a:latin typeface="Cambria Math" panose="02040503050406030204" pitchFamily="18" charset="0"/>
                      </a:rPr>
                      <m:t>𝑑𝑟</m:t>
                    </m:r>
                  </m:oMath>
                </a14:m>
                <a:r>
                  <a:rPr lang="en-US" altLang="zh-CN" sz="2400" dirty="0">
                    <a:latin typeface="Times New Roman" panose="02020603050405020304" pitchFamily="18" charset="0"/>
                    <a:ea typeface="KaiTi" panose="02010609060101010101" pitchFamily="49" charset="-122"/>
                    <a:cs typeface="Times New Roman" panose="02020603050405020304" pitchFamily="18" charset="0"/>
                  </a:rPr>
                  <a:t>]</a:t>
                </a:r>
                <a:endParaRPr lang="zh-CN" altLang="en-US" sz="2400" dirty="0">
                  <a:latin typeface="Times New Roman" panose="02020603050405020304" pitchFamily="18" charset="0"/>
                  <a:ea typeface="KaiTi" panose="02010609060101010101" pitchFamily="49" charset="-122"/>
                  <a:cs typeface="Times New Roman" panose="02020603050405020304" pitchFamily="18" charset="0"/>
                </a:endParaRPr>
              </a:p>
            </p:txBody>
          </p:sp>
        </mc:Choice>
        <mc:Fallback xmlns="">
          <p:sp>
            <p:nvSpPr>
              <p:cNvPr id="4" name="矩形 3">
                <a:extLst>
                  <a:ext uri="{FF2B5EF4-FFF2-40B4-BE49-F238E27FC236}">
                    <a16:creationId xmlns:a16="http://schemas.microsoft.com/office/drawing/2014/main" id="{230FEA75-2B6E-49F8-923A-D29E5CEE5514}"/>
                  </a:ext>
                </a:extLst>
              </p:cNvPr>
              <p:cNvSpPr>
                <a:spLocks noRot="1" noChangeAspect="1" noMove="1" noResize="1" noEditPoints="1" noAdjustHandles="1" noChangeArrowheads="1" noChangeShapeType="1" noTextEdit="1"/>
              </p:cNvSpPr>
              <p:nvPr/>
            </p:nvSpPr>
            <p:spPr>
              <a:xfrm>
                <a:off x="1082041" y="4702756"/>
                <a:ext cx="7597144" cy="560346"/>
              </a:xfrm>
              <a:prstGeom prst="rect">
                <a:avLst/>
              </a:prstGeom>
              <a:blipFill>
                <a:blip r:embed="rId2"/>
                <a:stretch>
                  <a:fillRect l="-167" t="-122222" r="-167" b="-18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91916191-50C8-498C-925E-EB35573E3CBF}"/>
                  </a:ext>
                </a:extLst>
              </p:cNvPr>
              <p:cNvSpPr/>
              <p:nvPr/>
            </p:nvSpPr>
            <p:spPr>
              <a:xfrm>
                <a:off x="2444390" y="5397313"/>
                <a:ext cx="4443652" cy="12499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a:latin typeface="Cambria Math" panose="02040503050406030204" pitchFamily="18" charset="0"/>
                        </a:rPr>
                        <m:t>=(</m:t>
                      </m:r>
                      <m:nary>
                        <m:naryPr>
                          <m:limLoc m:val="subSup"/>
                          <m:grow m:val="on"/>
                          <m:ctrlPr>
                            <a:rPr lang="zh-CN" altLang="en-US" sz="2400" i="1">
                              <a:latin typeface="Cambria Math" panose="02040503050406030204" pitchFamily="18" charset="0"/>
                            </a:rPr>
                          </m:ctrlPr>
                        </m:naryPr>
                        <m:sub>
                          <m:r>
                            <a:rPr lang="zh-CN" altLang="en-US" sz="2400">
                              <a:latin typeface="Cambria Math" panose="02040503050406030204" pitchFamily="18" charset="0"/>
                            </a:rPr>
                            <m:t>0</m:t>
                          </m:r>
                        </m:sub>
                        <m:sup>
                          <m:r>
                            <a:rPr lang="zh-CN" altLang="en-US" sz="2400">
                              <a:latin typeface="Cambria Math" panose="02040503050406030204" pitchFamily="18" charset="0"/>
                            </a:rPr>
                            <m:t>1</m:t>
                          </m:r>
                        </m:sup>
                        <m:e>
                          <m:r>
                            <a:rPr lang="zh-CN" altLang="en-US" sz="2400">
                              <a:latin typeface="Cambria Math" panose="02040503050406030204" pitchFamily="18" charset="0"/>
                            </a:rPr>
                            <m:t>2</m:t>
                          </m:r>
                        </m:e>
                      </m:nary>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𝑖</m:t>
                          </m:r>
                        </m:e>
                        <m:sup>
                          <m:r>
                            <a:rPr lang="zh-CN" altLang="en-US" sz="2400">
                              <a:latin typeface="Cambria Math" panose="02040503050406030204" pitchFamily="18" charset="0"/>
                            </a:rPr>
                            <m:t>2</m:t>
                          </m:r>
                        </m:sup>
                      </m:sSup>
                      <m:r>
                        <a:rPr lang="zh-CN" altLang="en-US" sz="2400" i="1">
                          <a:latin typeface="Cambria Math" panose="02040503050406030204" pitchFamily="18" charset="0"/>
                        </a:rPr>
                        <m:t>𝑑𝑖</m:t>
                      </m:r>
                      <m:r>
                        <a:rPr lang="zh-CN" altLang="en-US" sz="2400">
                          <a:latin typeface="Cambria Math" panose="02040503050406030204" pitchFamily="18" charset="0"/>
                        </a:rPr>
                        <m:t>)(</m:t>
                      </m:r>
                      <m:nary>
                        <m:naryPr>
                          <m:limLoc m:val="subSup"/>
                          <m:grow m:val="on"/>
                          <m:ctrlPr>
                            <a:rPr lang="zh-CN" altLang="en-US" sz="2400" i="1">
                              <a:latin typeface="Cambria Math" panose="02040503050406030204" pitchFamily="18" charset="0"/>
                            </a:rPr>
                          </m:ctrlPr>
                        </m:naryPr>
                        <m:sub>
                          <m:r>
                            <a:rPr lang="zh-CN" altLang="en-US" sz="2400">
                              <a:latin typeface="Cambria Math" panose="02040503050406030204" pitchFamily="18" charset="0"/>
                            </a:rPr>
                            <m:t>0</m:t>
                          </m:r>
                        </m:sub>
                        <m:sup>
                          <m:r>
                            <a:rPr lang="zh-CN" altLang="en-US" sz="2400">
                              <a:latin typeface="Cambria Math" panose="02040503050406030204" pitchFamily="18" charset="0"/>
                            </a:rPr>
                            <m:t>3</m:t>
                          </m:r>
                        </m:sup>
                        <m:e>
                          <m:f>
                            <m:fPr>
                              <m:ctrlPr>
                                <a:rPr lang="zh-CN" altLang="en-US" sz="2400" i="1">
                                  <a:latin typeface="Cambria Math" panose="02040503050406030204" pitchFamily="18" charset="0"/>
                                </a:rPr>
                              </m:ctrlPr>
                            </m:fPr>
                            <m:num>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𝑟</m:t>
                                  </m:r>
                                </m:e>
                                <m:sup>
                                  <m:r>
                                    <a:rPr lang="zh-CN" altLang="en-US" sz="2400">
                                      <a:latin typeface="Cambria Math" panose="02040503050406030204" pitchFamily="18" charset="0"/>
                                    </a:rPr>
                                    <m:t>3</m:t>
                                  </m:r>
                                </m:sup>
                              </m:sSup>
                            </m:num>
                            <m:den>
                              <m:r>
                                <a:rPr lang="zh-CN" altLang="en-US" sz="2400">
                                  <a:latin typeface="Cambria Math" panose="02040503050406030204" pitchFamily="18" charset="0"/>
                                </a:rPr>
                                <m:t>9</m:t>
                              </m:r>
                            </m:den>
                          </m:f>
                        </m:e>
                      </m:nary>
                      <m:r>
                        <a:rPr lang="zh-CN" altLang="en-US" sz="2400" i="1">
                          <a:latin typeface="Cambria Math" panose="02040503050406030204" pitchFamily="18" charset="0"/>
                        </a:rPr>
                        <m:t>𝑑𝑟</m:t>
                      </m:r>
                      <m:r>
                        <a:rPr lang="zh-CN" altLang="en-US" sz="240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a:latin typeface="Cambria Math" panose="02040503050406030204" pitchFamily="18" charset="0"/>
                            </a:rPr>
                            <m:t>3</m:t>
                          </m:r>
                        </m:num>
                        <m:den>
                          <m:r>
                            <a:rPr lang="zh-CN" altLang="en-US" sz="2400">
                              <a:latin typeface="Cambria Math" panose="02040503050406030204" pitchFamily="18" charset="0"/>
                            </a:rPr>
                            <m:t>2</m:t>
                          </m:r>
                        </m:den>
                      </m:f>
                      <m:r>
                        <a:rPr lang="zh-CN" altLang="en-US" sz="2400">
                          <a:latin typeface="Cambria Math" panose="02040503050406030204" pitchFamily="18" charset="0"/>
                        </a:rPr>
                        <m:t>(</m:t>
                      </m:r>
                      <m:r>
                        <a:rPr lang="zh-CN" altLang="en-US" sz="2400" i="1">
                          <a:latin typeface="Cambria Math" panose="02040503050406030204" pitchFamily="18" charset="0"/>
                        </a:rPr>
                        <m:t>𝑉</m:t>
                      </m:r>
                      <m:r>
                        <a:rPr lang="en-US" altLang="zh-CN" sz="2400" i="1">
                          <a:latin typeface="Cambria Math" panose="02040503050406030204" pitchFamily="18" charset="0"/>
                        </a:rPr>
                        <m:t>)</m:t>
                      </m:r>
                    </m:oMath>
                  </m:oMathPara>
                </a14:m>
                <a:endParaRPr lang="zh-CN" altLang="en-US" sz="2400" dirty="0">
                  <a:latin typeface="Times New Roman" panose="02020603050405020304" pitchFamily="18" charset="0"/>
                  <a:ea typeface="KaiTi" panose="02010609060101010101" pitchFamily="49" charset="-12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91916191-50C8-498C-925E-EB35573E3CBF}"/>
                  </a:ext>
                </a:extLst>
              </p:cNvPr>
              <p:cNvSpPr>
                <a:spLocks noRot="1" noChangeAspect="1" noMove="1" noResize="1" noEditPoints="1" noAdjustHandles="1" noChangeArrowheads="1" noChangeShapeType="1" noTextEdit="1"/>
              </p:cNvSpPr>
              <p:nvPr/>
            </p:nvSpPr>
            <p:spPr>
              <a:xfrm>
                <a:off x="2444390" y="5397313"/>
                <a:ext cx="4443652" cy="1249958"/>
              </a:xfrm>
              <a:prstGeom prst="rect">
                <a:avLst/>
              </a:prstGeom>
              <a:blipFill>
                <a:blip r:embed="rId3"/>
                <a:stretch>
                  <a:fillRect l="-16524" t="-178000" b="-26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5B87E8C-18BD-4A85-B927-C5559325B744}"/>
                  </a:ext>
                </a:extLst>
              </p:cNvPr>
              <p:cNvSpPr txBox="1"/>
              <p:nvPr/>
            </p:nvSpPr>
            <p:spPr>
              <a:xfrm>
                <a:off x="494381" y="2413497"/>
                <a:ext cx="3900017" cy="12714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𝑔</m:t>
                      </m:r>
                      <m:d>
                        <m:dPr>
                          <m:ctrlPr>
                            <a:rPr lang="zh-CN" altLang="en-US" sz="2400" i="1">
                              <a:latin typeface="Cambria Math" panose="02040503050406030204" pitchFamily="18" charset="0"/>
                            </a:rPr>
                          </m:ctrlPr>
                        </m:dPr>
                        <m:e>
                          <m:r>
                            <a:rPr lang="en-US" altLang="zh-CN" sz="2400" i="1">
                              <a:latin typeface="Cambria Math" panose="02040503050406030204" pitchFamily="18" charset="0"/>
                            </a:rPr>
                            <m:t>𝑖</m:t>
                          </m:r>
                        </m:e>
                      </m:d>
                      <m:r>
                        <a:rPr lang="zh-CN" altLang="en-US" sz="2400">
                          <a:latin typeface="Cambria Math" panose="02040503050406030204" pitchFamily="18" charset="0"/>
                        </a:rPr>
                        <m:t>=</m:t>
                      </m:r>
                      <m:d>
                        <m:dPr>
                          <m:begChr m:val="{"/>
                          <m:endChr m:val=""/>
                          <m:ctrlPr>
                            <a:rPr lang="zh-CN" altLang="en-US" sz="2400" i="1">
                              <a:solidFill>
                                <a:srgbClr val="836967"/>
                              </a:solidFill>
                              <a:latin typeface="Cambria Math" panose="02040503050406030204" pitchFamily="18" charset="0"/>
                            </a:rPr>
                          </m:ctrlPr>
                        </m:dPr>
                        <m:e>
                          <m:eqArr>
                            <m:eqArrPr>
                              <m:ctrlPr>
                                <a:rPr lang="zh-CN" altLang="en-US" sz="2400" i="1">
                                  <a:solidFill>
                                    <a:srgbClr val="836967"/>
                                  </a:solidFill>
                                  <a:latin typeface="Cambria Math" panose="02040503050406030204" pitchFamily="18" charset="0"/>
                                </a:rPr>
                              </m:ctrlPr>
                            </m:eqArrPr>
                            <m:e>
                              <m:r>
                                <a:rPr lang="zh-CN" altLang="en-US" sz="2400">
                                  <a:latin typeface="Cambria Math" panose="02040503050406030204" pitchFamily="18" charset="0"/>
                                </a:rPr>
                                <m:t>&amp;</m:t>
                              </m:r>
                              <m:r>
                                <a:rPr lang="en-US" altLang="zh-CN" sz="2400" i="1">
                                  <a:latin typeface="Cambria Math" panose="02040503050406030204" pitchFamily="18" charset="0"/>
                                </a:rPr>
                                <m:t>2</m:t>
                              </m:r>
                              <m:r>
                                <a:rPr lang="en-US" altLang="zh-CN" sz="2400" i="1">
                                  <a:latin typeface="Cambria Math" panose="02040503050406030204" pitchFamily="18" charset="0"/>
                                </a:rPr>
                                <m:t>𝑖</m:t>
                              </m:r>
                              <m:r>
                                <a:rPr lang="en-US" altLang="zh-CN" sz="2400" i="1">
                                  <a:latin typeface="Cambria Math" panose="02040503050406030204" pitchFamily="18" charset="0"/>
                                </a:rPr>
                                <m:t>,   0≤</m:t>
                              </m:r>
                              <m:r>
                                <a:rPr lang="en-US" altLang="zh-CN" sz="2400" i="1">
                                  <a:latin typeface="Cambria Math" panose="02040503050406030204" pitchFamily="18" charset="0"/>
                                  <a:ea typeface="Cambria Math" panose="02040503050406030204" pitchFamily="18" charset="0"/>
                                </a:rPr>
                                <m:t>𝑖</m:t>
                              </m:r>
                              <m:r>
                                <a:rPr lang="en-US" altLang="zh-CN" sz="2400" i="1">
                                  <a:latin typeface="Cambria Math" panose="02040503050406030204" pitchFamily="18" charset="0"/>
                                </a:rPr>
                                <m:t>≤1,</m:t>
                              </m:r>
                            </m:e>
                            <m:e>
                              <m:r>
                                <a:rPr lang="en-US" altLang="zh-CN" sz="2400" i="1">
                                  <a:latin typeface="Cambria Math" panose="02040503050406030204" pitchFamily="18" charset="0"/>
                                </a:rPr>
                                <m:t> </m:t>
                              </m:r>
                            </m:e>
                            <m:e>
                              <m:r>
                                <a:rPr lang="zh-CN" altLang="en-US" sz="2400">
                                  <a:latin typeface="Cambria Math" panose="02040503050406030204" pitchFamily="18" charset="0"/>
                                </a:rPr>
                                <m:t>&amp;0,           </m:t>
                              </m:r>
                              <m:r>
                                <a:rPr lang="en-US" altLang="zh-CN" sz="2400">
                                  <a:latin typeface="Cambria Math" panose="02040503050406030204" pitchFamily="18" charset="0"/>
                                </a:rPr>
                                <m:t>  </m:t>
                              </m:r>
                              <m:r>
                                <a:rPr lang="zh-CN" altLang="en-US" sz="2400">
                                  <a:latin typeface="Cambria Math" panose="02040503050406030204" pitchFamily="18" charset="0"/>
                                </a:rPr>
                                <m:t>其他</m:t>
                              </m:r>
                              <m:r>
                                <a:rPr lang="en-US" altLang="zh-CN" sz="2400">
                                  <a:latin typeface="Cambria Math" panose="02040503050406030204" pitchFamily="18" charset="0"/>
                                </a:rPr>
                                <m:t>,</m:t>
                              </m:r>
                            </m:e>
                          </m:eqArr>
                        </m:e>
                      </m:d>
                    </m:oMath>
                  </m:oMathPara>
                </a14:m>
                <a:endParaRPr lang="zh-CN" altLang="en-US" sz="2400" dirty="0">
                  <a:latin typeface="Times New Roman" panose="02020603050405020304" pitchFamily="18" charset="0"/>
                  <a:ea typeface="KaiTi" panose="02010609060101010101" pitchFamily="49" charset="-122"/>
                  <a:cs typeface="Times New Roman" panose="02020603050405020304" pitchFamily="18" charset="0"/>
                </a:endParaRPr>
              </a:p>
            </p:txBody>
          </p:sp>
        </mc:Choice>
        <mc:Fallback xmlns="">
          <p:sp>
            <p:nvSpPr>
              <p:cNvPr id="12" name="文本框 11">
                <a:extLst>
                  <a:ext uri="{FF2B5EF4-FFF2-40B4-BE49-F238E27FC236}">
                    <a16:creationId xmlns:a16="http://schemas.microsoft.com/office/drawing/2014/main" id="{25B87E8C-18BD-4A85-B927-C5559325B744}"/>
                  </a:ext>
                </a:extLst>
              </p:cNvPr>
              <p:cNvSpPr txBox="1">
                <a:spLocks noRot="1" noChangeAspect="1" noMove="1" noResize="1" noEditPoints="1" noAdjustHandles="1" noChangeArrowheads="1" noChangeShapeType="1" noTextEdit="1"/>
              </p:cNvSpPr>
              <p:nvPr/>
            </p:nvSpPr>
            <p:spPr>
              <a:xfrm>
                <a:off x="494381" y="2413497"/>
                <a:ext cx="3900017" cy="1271438"/>
              </a:xfrm>
              <a:prstGeom prst="rect">
                <a:avLst/>
              </a:prstGeom>
              <a:blipFill>
                <a:blip r:embed="rId4"/>
                <a:stretch>
                  <a:fillRect l="-26861" t="-213000" b="-30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4FF14228-65FB-4C31-AB13-83222DC3D6E8}"/>
                  </a:ext>
                </a:extLst>
              </p:cNvPr>
              <p:cNvSpPr txBox="1"/>
              <p:nvPr/>
            </p:nvSpPr>
            <p:spPr>
              <a:xfrm>
                <a:off x="4749604" y="2285000"/>
                <a:ext cx="3804632" cy="13999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200" i="1">
                          <a:latin typeface="Cambria Math" panose="02040503050406030204" pitchFamily="18" charset="0"/>
                        </a:rPr>
                        <m:t>h</m:t>
                      </m:r>
                      <m:d>
                        <m:dPr>
                          <m:ctrlPr>
                            <a:rPr lang="zh-CN" altLang="en-US" sz="2200" i="1">
                              <a:latin typeface="Cambria Math" panose="02040503050406030204" pitchFamily="18" charset="0"/>
                            </a:rPr>
                          </m:ctrlPr>
                        </m:dPr>
                        <m:e>
                          <m:r>
                            <a:rPr lang="en-US" altLang="zh-CN" sz="2200" i="1">
                              <a:latin typeface="Cambria Math" panose="02040503050406030204" pitchFamily="18" charset="0"/>
                            </a:rPr>
                            <m:t>𝑟</m:t>
                          </m:r>
                        </m:e>
                      </m:d>
                      <m:r>
                        <a:rPr lang="zh-CN" altLang="en-US" sz="2200">
                          <a:latin typeface="Cambria Math" panose="02040503050406030204" pitchFamily="18" charset="0"/>
                        </a:rPr>
                        <m:t>=</m:t>
                      </m:r>
                      <m:d>
                        <m:dPr>
                          <m:begChr m:val="{"/>
                          <m:endChr m:val=""/>
                          <m:ctrlPr>
                            <a:rPr lang="zh-CN" altLang="en-US" sz="2200" i="1">
                              <a:solidFill>
                                <a:srgbClr val="836967"/>
                              </a:solidFill>
                              <a:latin typeface="Cambria Math" panose="02040503050406030204" pitchFamily="18" charset="0"/>
                            </a:rPr>
                          </m:ctrlPr>
                        </m:dPr>
                        <m:e>
                          <m:eqArr>
                            <m:eqArrPr>
                              <m:ctrlPr>
                                <a:rPr lang="zh-CN" altLang="en-US" sz="2200" i="1">
                                  <a:solidFill>
                                    <a:srgbClr val="836967"/>
                                  </a:solidFill>
                                  <a:latin typeface="Cambria Math" panose="02040503050406030204" pitchFamily="18" charset="0"/>
                                </a:rPr>
                              </m:ctrlPr>
                            </m:eqArrPr>
                            <m:e>
                              <m:r>
                                <a:rPr lang="zh-CN" altLang="en-US" sz="2200">
                                  <a:latin typeface="Cambria Math" panose="02040503050406030204" pitchFamily="18" charset="0"/>
                                </a:rPr>
                                <m:t>&amp;</m:t>
                              </m:r>
                              <m:f>
                                <m:fPr>
                                  <m:ctrlPr>
                                    <a:rPr lang="zh-CN" altLang="en-US" sz="2200" i="1">
                                      <a:latin typeface="Cambria Math" panose="02040503050406030204" pitchFamily="18" charset="0"/>
                                    </a:rPr>
                                  </m:ctrlPr>
                                </m:fPr>
                                <m:num>
                                  <m:sSup>
                                    <m:sSupPr>
                                      <m:ctrlPr>
                                        <a:rPr lang="zh-CN" altLang="en-US" sz="2200" i="1">
                                          <a:latin typeface="Cambria Math" panose="02040503050406030204" pitchFamily="18" charset="0"/>
                                        </a:rPr>
                                      </m:ctrlPr>
                                    </m:sSupPr>
                                    <m:e>
                                      <m:r>
                                        <a:rPr lang="en-US" altLang="zh-CN" sz="2200" i="1">
                                          <a:latin typeface="Cambria Math" panose="02040503050406030204" pitchFamily="18" charset="0"/>
                                        </a:rPr>
                                        <m:t>𝑟</m:t>
                                      </m:r>
                                    </m:e>
                                    <m:sup>
                                      <m:r>
                                        <a:rPr lang="en-US" altLang="zh-CN" sz="2200" i="1">
                                          <a:latin typeface="Cambria Math" panose="02040503050406030204" pitchFamily="18" charset="0"/>
                                        </a:rPr>
                                        <m:t>2</m:t>
                                      </m:r>
                                    </m:sup>
                                  </m:sSup>
                                </m:num>
                                <m:den>
                                  <m:r>
                                    <a:rPr lang="en-US" altLang="zh-CN" sz="2200" i="1">
                                      <a:latin typeface="Cambria Math" panose="02040503050406030204" pitchFamily="18" charset="0"/>
                                    </a:rPr>
                                    <m:t>9</m:t>
                                  </m:r>
                                </m:den>
                              </m:f>
                              <m:r>
                                <a:rPr lang="en-US" altLang="zh-CN" sz="2200" i="1">
                                  <a:latin typeface="Cambria Math" panose="02040503050406030204" pitchFamily="18" charset="0"/>
                                </a:rPr>
                                <m:t>,   0</m:t>
                              </m:r>
                              <m:r>
                                <a:rPr lang="en-US" altLang="zh-CN" sz="2200" i="1">
                                  <a:latin typeface="Cambria Math" panose="02040503050406030204" pitchFamily="18" charset="0"/>
                                  <a:ea typeface="Cambria Math" panose="02040503050406030204" pitchFamily="18" charset="0"/>
                                </a:rPr>
                                <m:t>≤</m:t>
                              </m:r>
                              <m:r>
                                <a:rPr lang="en-US" altLang="zh-CN" sz="2200" i="1">
                                  <a:latin typeface="Cambria Math" panose="02040503050406030204" pitchFamily="18" charset="0"/>
                                  <a:ea typeface="Cambria Math" panose="02040503050406030204" pitchFamily="18" charset="0"/>
                                </a:rPr>
                                <m:t>𝑟</m:t>
                              </m:r>
                              <m:r>
                                <a:rPr lang="en-US" altLang="zh-CN" sz="2200" i="1">
                                  <a:latin typeface="Cambria Math" panose="02040503050406030204" pitchFamily="18" charset="0"/>
                                </a:rPr>
                                <m:t>≤3,</m:t>
                              </m:r>
                            </m:e>
                            <m:e>
                              <m:r>
                                <a:rPr lang="en-US" altLang="zh-CN" sz="2200" i="1">
                                  <a:latin typeface="Cambria Math" panose="02040503050406030204" pitchFamily="18" charset="0"/>
                                </a:rPr>
                                <m:t> </m:t>
                              </m:r>
                            </m:e>
                            <m:e>
                              <m:r>
                                <a:rPr lang="zh-CN" altLang="en-US" sz="2200">
                                  <a:latin typeface="Cambria Math" panose="02040503050406030204" pitchFamily="18" charset="0"/>
                                </a:rPr>
                                <m:t>&amp;0,           </m:t>
                              </m:r>
                              <m:r>
                                <a:rPr lang="en-US" altLang="zh-CN" sz="2200">
                                  <a:latin typeface="Cambria Math" panose="02040503050406030204" pitchFamily="18" charset="0"/>
                                </a:rPr>
                                <m:t>  </m:t>
                              </m:r>
                              <m:r>
                                <a:rPr lang="zh-CN" altLang="en-US" sz="2200">
                                  <a:latin typeface="Cambria Math" panose="02040503050406030204" pitchFamily="18" charset="0"/>
                                </a:rPr>
                                <m:t>其他</m:t>
                              </m:r>
                              <m:r>
                                <a:rPr lang="en-US" altLang="zh-CN" sz="2200">
                                  <a:latin typeface="Cambria Math" panose="02040503050406030204" pitchFamily="18" charset="0"/>
                                </a:rPr>
                                <m:t>.</m:t>
                              </m:r>
                            </m:e>
                          </m:eqArr>
                        </m:e>
                      </m:d>
                    </m:oMath>
                  </m:oMathPara>
                </a14:m>
                <a:endParaRPr lang="zh-CN" altLang="en-US" sz="2200" dirty="0"/>
              </a:p>
            </p:txBody>
          </p:sp>
        </mc:Choice>
        <mc:Fallback xmlns="">
          <p:sp>
            <p:nvSpPr>
              <p:cNvPr id="13" name="文本框 12">
                <a:extLst>
                  <a:ext uri="{FF2B5EF4-FFF2-40B4-BE49-F238E27FC236}">
                    <a16:creationId xmlns:a16="http://schemas.microsoft.com/office/drawing/2014/main" id="{4FF14228-65FB-4C31-AB13-83222DC3D6E8}"/>
                  </a:ext>
                </a:extLst>
              </p:cNvPr>
              <p:cNvSpPr txBox="1">
                <a:spLocks noRot="1" noChangeAspect="1" noMove="1" noResize="1" noEditPoints="1" noAdjustHandles="1" noChangeArrowheads="1" noChangeShapeType="1" noTextEdit="1"/>
              </p:cNvSpPr>
              <p:nvPr/>
            </p:nvSpPr>
            <p:spPr>
              <a:xfrm>
                <a:off x="4749604" y="2285000"/>
                <a:ext cx="3804632" cy="1399935"/>
              </a:xfrm>
              <a:prstGeom prst="rect">
                <a:avLst/>
              </a:prstGeom>
              <a:blipFill>
                <a:blip r:embed="rId5"/>
                <a:stretch>
                  <a:fillRect b="-3636"/>
                </a:stretch>
              </a:blipFill>
            </p:spPr>
            <p:txBody>
              <a:bodyPr/>
              <a:lstStyle/>
              <a:p>
                <a:r>
                  <a:rPr lang="zh-CN" altLang="en-US">
                    <a:noFill/>
                  </a:rPr>
                  <a:t> </a:t>
                </a:r>
              </a:p>
            </p:txBody>
          </p:sp>
        </mc:Fallback>
      </mc:AlternateContent>
      <p:cxnSp>
        <p:nvCxnSpPr>
          <p:cNvPr id="6" name="直线连接符 5">
            <a:extLst>
              <a:ext uri="{FF2B5EF4-FFF2-40B4-BE49-F238E27FC236}">
                <a16:creationId xmlns:a16="http://schemas.microsoft.com/office/drawing/2014/main" id="{80BA128B-2C95-0667-6EA9-AEE691DB436C}"/>
              </a:ext>
            </a:extLst>
          </p:cNvPr>
          <p:cNvCxnSpPr/>
          <p:nvPr/>
        </p:nvCxnSpPr>
        <p:spPr>
          <a:xfrm>
            <a:off x="0" y="94069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副标题 2">
            <a:extLst>
              <a:ext uri="{FF2B5EF4-FFF2-40B4-BE49-F238E27FC236}">
                <a16:creationId xmlns:a16="http://schemas.microsoft.com/office/drawing/2014/main" id="{DB1755EC-336D-AAC9-B501-C61A31D7F1EB}"/>
              </a:ext>
            </a:extLst>
          </p:cNvPr>
          <p:cNvSpPr txBox="1">
            <a:spLocks/>
          </p:cNvSpPr>
          <p:nvPr/>
        </p:nvSpPr>
        <p:spPr>
          <a:xfrm>
            <a:off x="1341603" y="25537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#4</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
        <p:nvSpPr>
          <p:cNvPr id="9" name="矩形 8">
            <a:extLst>
              <a:ext uri="{FF2B5EF4-FFF2-40B4-BE49-F238E27FC236}">
                <a16:creationId xmlns:a16="http://schemas.microsoft.com/office/drawing/2014/main" id="{1CEE9D56-31AA-FB9C-2172-F54F8069BFA9}"/>
              </a:ext>
            </a:extLst>
          </p:cNvPr>
          <p:cNvSpPr/>
          <p:nvPr/>
        </p:nvSpPr>
        <p:spPr bwMode="auto">
          <a:xfrm>
            <a:off x="0" y="0"/>
            <a:ext cx="260169" cy="6858000"/>
          </a:xfrm>
          <a:prstGeom prst="rect">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6072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1EE79074-7DF8-0B4A-B3B3-9E0DBEA65E72}"/>
                  </a:ext>
                </a:extLst>
              </p:cNvPr>
              <p:cNvSpPr/>
              <p:nvPr/>
            </p:nvSpPr>
            <p:spPr>
              <a:xfrm>
                <a:off x="480064" y="1099305"/>
                <a:ext cx="8183872" cy="1785104"/>
              </a:xfrm>
              <a:prstGeom prst="rect">
                <a:avLst/>
              </a:prstGeom>
            </p:spPr>
            <p:txBody>
              <a:bodyPr wrap="square">
                <a:spAutoFit/>
              </a:bodyPr>
              <a:lstStyle/>
              <a:p>
                <a:pPr algn="just" fontAlgn="t">
                  <a:lnSpc>
                    <a:spcPct val="125000"/>
                  </a:lnSpc>
                  <a:buClr>
                    <a:schemeClr val="accent2"/>
                  </a:buClr>
                </a:pPr>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据统计，某一年内健康人的死亡率为千分之二。某保险公司开展生命保险业务，参加者每年支付</a:t>
                </a:r>
                <a:r>
                  <a:rPr lang="en-US" altLang="zh-CN" sz="2200" dirty="0">
                    <a:latin typeface="Microsoft YaHei" panose="020B0503020204020204" pitchFamily="34" charset="-122"/>
                    <a:ea typeface="Microsoft YaHei" panose="020B0503020204020204" pitchFamily="34" charset="-122"/>
                    <a:cs typeface="Times New Roman" panose="02020603050405020304" pitchFamily="18" charset="0"/>
                  </a:rPr>
                  <a:t>1200</a:t>
                </a:r>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元保费，若一年中死亡，则保险公司赔偿</a:t>
                </a:r>
                <a14:m>
                  <m:oMath xmlns:m="http://schemas.openxmlformats.org/officeDocument/2006/math">
                    <m:r>
                      <a:rPr lang="en-US" altLang="zh-CN" sz="2200" i="1" dirty="0" smtClean="0">
                        <a:latin typeface="Cambria Math" panose="02040503050406030204" pitchFamily="18" charset="0"/>
                        <a:ea typeface="Microsoft YaHei" panose="020B0503020204020204" pitchFamily="34" charset="-122"/>
                        <a:cs typeface="Times New Roman" panose="02020603050405020304" pitchFamily="18" charset="0"/>
                      </a:rPr>
                      <m:t>𝐴</m:t>
                    </m:r>
                  </m:oMath>
                </a14:m>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元，那么要使得保险公司获利，赔偿额的范围应为多少？</a:t>
                </a:r>
              </a:p>
            </p:txBody>
          </p:sp>
        </mc:Choice>
        <mc:Fallback xmlns="">
          <p:sp>
            <p:nvSpPr>
              <p:cNvPr id="5" name="矩形 4">
                <a:extLst>
                  <a:ext uri="{FF2B5EF4-FFF2-40B4-BE49-F238E27FC236}">
                    <a16:creationId xmlns:a16="http://schemas.microsoft.com/office/drawing/2014/main" id="{1EE79074-7DF8-0B4A-B3B3-9E0DBEA65E72}"/>
                  </a:ext>
                </a:extLst>
              </p:cNvPr>
              <p:cNvSpPr>
                <a:spLocks noRot="1" noChangeAspect="1" noMove="1" noResize="1" noEditPoints="1" noAdjustHandles="1" noChangeArrowheads="1" noChangeShapeType="1" noTextEdit="1"/>
              </p:cNvSpPr>
              <p:nvPr/>
            </p:nvSpPr>
            <p:spPr>
              <a:xfrm>
                <a:off x="480064" y="1099305"/>
                <a:ext cx="8183872" cy="1785104"/>
              </a:xfrm>
              <a:prstGeom prst="rect">
                <a:avLst/>
              </a:prstGeom>
              <a:blipFill>
                <a:blip r:embed="rId2"/>
                <a:stretch>
                  <a:fillRect l="-929" r="-929" b="-5634"/>
                </a:stretch>
              </a:blipFill>
            </p:spPr>
            <p:txBody>
              <a:bodyPr/>
              <a:lstStyle/>
              <a:p>
                <a:r>
                  <a:rPr lang="zh-CN" altLang="en-US">
                    <a:noFill/>
                  </a:rPr>
                  <a:t> </a:t>
                </a:r>
              </a:p>
            </p:txBody>
          </p:sp>
        </mc:Fallback>
      </mc:AlternateContent>
      <p:grpSp>
        <p:nvGrpSpPr>
          <p:cNvPr id="8" name="Group 4">
            <a:extLst>
              <a:ext uri="{FF2B5EF4-FFF2-40B4-BE49-F238E27FC236}">
                <a16:creationId xmlns:a16="http://schemas.microsoft.com/office/drawing/2014/main" id="{DDF0C73E-ED0A-B146-A209-A9BAF3240547}"/>
              </a:ext>
            </a:extLst>
          </p:cNvPr>
          <p:cNvGrpSpPr>
            <a:grpSpLocks/>
          </p:cNvGrpSpPr>
          <p:nvPr/>
        </p:nvGrpSpPr>
        <p:grpSpPr bwMode="auto">
          <a:xfrm>
            <a:off x="2367467" y="3429000"/>
            <a:ext cx="4669235" cy="839788"/>
            <a:chOff x="960" y="2974"/>
            <a:chExt cx="4525" cy="1058"/>
          </a:xfrm>
        </p:grpSpPr>
        <p:sp>
          <p:nvSpPr>
            <p:cNvPr id="9" name="Rectangle 5">
              <a:extLst>
                <a:ext uri="{FF2B5EF4-FFF2-40B4-BE49-F238E27FC236}">
                  <a16:creationId xmlns:a16="http://schemas.microsoft.com/office/drawing/2014/main" id="{433AB7E0-CA86-5348-93B0-AD9AB3EBDE11}"/>
                </a:ext>
              </a:extLst>
            </p:cNvPr>
            <p:cNvSpPr>
              <a:spLocks noChangeArrowheads="1"/>
            </p:cNvSpPr>
            <p:nvPr/>
          </p:nvSpPr>
          <p:spPr bwMode="auto">
            <a:xfrm>
              <a:off x="1872" y="3504"/>
              <a:ext cx="3613" cy="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KaiTi" panose="02010609060101010101" pitchFamily="49" charset="-122"/>
                  <a:cs typeface="Times New Roman" panose="02020603050405020304" pitchFamily="18" charset="0"/>
                </a:rPr>
                <a:t>      </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KaiTi" panose="02010609060101010101" pitchFamily="49" charset="-122"/>
                  <a:cs typeface="Times New Roman" panose="02020603050405020304" pitchFamily="18" charset="0"/>
                </a:rPr>
                <a:t>2/1000         </a:t>
              </a:r>
              <a:r>
                <a:rPr kumimoji="1" lang="en-US" altLang="zh-CN" sz="2400" b="0" i="1" u="none" strike="noStrike" kern="1200" cap="none" spc="0" normalizeH="0" baseline="0" noProof="0" dirty="0">
                  <a:ln>
                    <a:noFill/>
                  </a:ln>
                  <a:solidFill>
                    <a:srgbClr val="000000"/>
                  </a:solidFill>
                  <a:effectLst/>
                  <a:uLnTx/>
                  <a:uFillTx/>
                  <a:latin typeface="Times New Roman" panose="02020603050405020304" pitchFamily="18" charset="0"/>
                  <a:ea typeface="KaiTi" panose="02010609060101010101" pitchFamily="49" charset="-122"/>
                  <a:cs typeface="Times New Roman" panose="02020603050405020304" pitchFamily="18" charset="0"/>
                </a:rPr>
                <a:t> </a:t>
              </a:r>
              <a:r>
                <a:rPr kumimoji="1" lang="en-US" altLang="zh-CN" sz="2400" b="0" u="none" strike="noStrike" kern="1200" cap="none" spc="0" normalizeH="0" baseline="0" noProof="0" dirty="0">
                  <a:ln>
                    <a:noFill/>
                  </a:ln>
                  <a:solidFill>
                    <a:srgbClr val="000000"/>
                  </a:solidFill>
                  <a:effectLst/>
                  <a:uLnTx/>
                  <a:uFillTx/>
                  <a:latin typeface="Times New Roman" panose="02020603050405020304" pitchFamily="18" charset="0"/>
                  <a:ea typeface="KaiTi" panose="02010609060101010101" pitchFamily="49" charset="-122"/>
                  <a:cs typeface="Times New Roman" panose="02020603050405020304" pitchFamily="18" charset="0"/>
                </a:rPr>
                <a:t>998/1000 </a:t>
              </a:r>
            </a:p>
          </p:txBody>
        </p:sp>
        <p:sp>
          <p:nvSpPr>
            <p:cNvPr id="10" name="Rectangle 6">
              <a:extLst>
                <a:ext uri="{FF2B5EF4-FFF2-40B4-BE49-F238E27FC236}">
                  <a16:creationId xmlns:a16="http://schemas.microsoft.com/office/drawing/2014/main" id="{0B8DD167-1B8B-A547-99FA-CB4DED876E3C}"/>
                </a:ext>
              </a:extLst>
            </p:cNvPr>
            <p:cNvSpPr>
              <a:spLocks noChangeArrowheads="1"/>
            </p:cNvSpPr>
            <p:nvPr/>
          </p:nvSpPr>
          <p:spPr bwMode="auto">
            <a:xfrm>
              <a:off x="960" y="3504"/>
              <a:ext cx="912" cy="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KaiTi" panose="02010609060101010101" pitchFamily="49" charset="-122"/>
                  <a:cs typeface="Times New Roman" panose="02020603050405020304" pitchFamily="18" charset="0"/>
                </a:rPr>
                <a:t>    </a:t>
              </a:r>
              <a:r>
                <a:rPr kumimoji="1" lang="en-US" altLang="zh-CN" sz="2400" b="0" i="1" u="none" strike="noStrike" kern="1200" cap="none" spc="0" normalizeH="0" baseline="0" noProof="0" dirty="0">
                  <a:ln>
                    <a:noFill/>
                  </a:ln>
                  <a:solidFill>
                    <a:srgbClr val="000000"/>
                  </a:solidFill>
                  <a:effectLst/>
                  <a:uLnTx/>
                  <a:uFillTx/>
                  <a:latin typeface="Times New Roman" panose="02020603050405020304" pitchFamily="18" charset="0"/>
                  <a:ea typeface="KaiTi" panose="02010609060101010101" pitchFamily="49" charset="-122"/>
                  <a:cs typeface="Times New Roman" panose="02020603050405020304" pitchFamily="18" charset="0"/>
                </a:rPr>
                <a:t>p</a:t>
              </a:r>
              <a:r>
                <a:rPr kumimoji="1" lang="en-US" altLang="zh-CN" sz="2400" b="0" i="1" u="none" strike="noStrike" kern="1200" cap="none" spc="0" normalizeH="0" baseline="-25000" noProof="0" dirty="0">
                  <a:ln>
                    <a:noFill/>
                  </a:ln>
                  <a:solidFill>
                    <a:srgbClr val="000000"/>
                  </a:solidFill>
                  <a:effectLst/>
                  <a:uLnTx/>
                  <a:uFillTx/>
                  <a:latin typeface="Times New Roman" panose="02020603050405020304" pitchFamily="18" charset="0"/>
                  <a:ea typeface="KaiTi" panose="02010609060101010101" pitchFamily="49" charset="-122"/>
                  <a:cs typeface="Times New Roman" panose="02020603050405020304" pitchFamily="18" charset="0"/>
                </a:rPr>
                <a:t>k</a:t>
              </a:r>
            </a:p>
          </p:txBody>
        </p:sp>
        <p:sp>
          <p:nvSpPr>
            <p:cNvPr id="11" name="Rectangle 7">
              <a:extLst>
                <a:ext uri="{FF2B5EF4-FFF2-40B4-BE49-F238E27FC236}">
                  <a16:creationId xmlns:a16="http://schemas.microsoft.com/office/drawing/2014/main" id="{30F3D46F-4234-1C4B-82C6-234C2560755D}"/>
                </a:ext>
              </a:extLst>
            </p:cNvPr>
            <p:cNvSpPr>
              <a:spLocks noChangeArrowheads="1"/>
            </p:cNvSpPr>
            <p:nvPr/>
          </p:nvSpPr>
          <p:spPr bwMode="auto">
            <a:xfrm>
              <a:off x="1554" y="2974"/>
              <a:ext cx="3931" cy="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KaiTi" panose="02010609060101010101" pitchFamily="49" charset="-122"/>
                  <a:cs typeface="Times New Roman" panose="02020603050405020304" pitchFamily="18" charset="0"/>
                </a:rPr>
                <a:t>         1200</a:t>
              </a:r>
              <a:r>
                <a:rPr kumimoji="1" lang="zh-CN" altLang="en-US" sz="2400" b="0" i="0" u="none" strike="noStrike" kern="1200" cap="none" spc="0" normalizeH="0" baseline="0" noProof="0" dirty="0">
                  <a:ln>
                    <a:noFill/>
                  </a:ln>
                  <a:solidFill>
                    <a:srgbClr val="000000"/>
                  </a:solidFill>
                  <a:effectLst/>
                  <a:uLnTx/>
                  <a:uFillTx/>
                  <a:latin typeface="Times New Roman" panose="02020603050405020304" pitchFamily="18" charset="0"/>
                  <a:ea typeface="KaiTi" panose="02010609060101010101" pitchFamily="49"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KaiTi" panose="02010609060101010101" pitchFamily="49" charset="-122"/>
                  <a:cs typeface="Times New Roman" panose="02020603050405020304" pitchFamily="18" charset="0"/>
                </a:rPr>
                <a:t>A              1200</a:t>
              </a:r>
            </a:p>
          </p:txBody>
        </p:sp>
        <p:sp>
          <p:nvSpPr>
            <p:cNvPr id="12" name="Rectangle 8">
              <a:extLst>
                <a:ext uri="{FF2B5EF4-FFF2-40B4-BE49-F238E27FC236}">
                  <a16:creationId xmlns:a16="http://schemas.microsoft.com/office/drawing/2014/main" id="{3E96D643-F77B-5C46-8FCB-C0AF3A3A335D}"/>
                </a:ext>
              </a:extLst>
            </p:cNvPr>
            <p:cNvSpPr>
              <a:spLocks noChangeArrowheads="1"/>
            </p:cNvSpPr>
            <p:nvPr/>
          </p:nvSpPr>
          <p:spPr bwMode="auto">
            <a:xfrm>
              <a:off x="960" y="2976"/>
              <a:ext cx="912" cy="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Times New Roman" panose="02020603050405020304" pitchFamily="18" charset="0"/>
                  <a:ea typeface="KaiTi" panose="02010609060101010101" pitchFamily="49" charset="-122"/>
                  <a:cs typeface="Times New Roman" panose="02020603050405020304" pitchFamily="18" charset="0"/>
                </a:rPr>
                <a:t>    </a:t>
              </a:r>
              <a:r>
                <a:rPr kumimoji="1" lang="en-US" altLang="zh-CN" sz="2400" b="0" i="1" u="none" strike="noStrike" kern="1200" cap="none" spc="0" normalizeH="0" baseline="0" noProof="0" dirty="0">
                  <a:ln>
                    <a:noFill/>
                  </a:ln>
                  <a:solidFill>
                    <a:srgbClr val="000000"/>
                  </a:solidFill>
                  <a:effectLst/>
                  <a:uLnTx/>
                  <a:uFillTx/>
                  <a:latin typeface="Times New Roman" panose="02020603050405020304" pitchFamily="18" charset="0"/>
                  <a:ea typeface="KaiTi" panose="02010609060101010101" pitchFamily="49" charset="-122"/>
                  <a:cs typeface="Times New Roman" panose="02020603050405020304" pitchFamily="18" charset="0"/>
                </a:rPr>
                <a:t>X</a:t>
              </a:r>
            </a:p>
          </p:txBody>
        </p:sp>
        <p:sp>
          <p:nvSpPr>
            <p:cNvPr id="13" name="Line 9">
              <a:extLst>
                <a:ext uri="{FF2B5EF4-FFF2-40B4-BE49-F238E27FC236}">
                  <a16:creationId xmlns:a16="http://schemas.microsoft.com/office/drawing/2014/main" id="{B83C8D04-238C-6149-BBD7-AFAB6215AC85}"/>
                </a:ext>
              </a:extLst>
            </p:cNvPr>
            <p:cNvSpPr>
              <a:spLocks noChangeShapeType="1"/>
            </p:cNvSpPr>
            <p:nvPr/>
          </p:nvSpPr>
          <p:spPr bwMode="auto">
            <a:xfrm>
              <a:off x="960" y="2976"/>
              <a:ext cx="3840" cy="0"/>
            </a:xfrm>
            <a:prstGeom prst="line">
              <a:avLst/>
            </a:prstGeom>
            <a:noFill/>
            <a:ln w="28575" cap="sq">
              <a:solidFill>
                <a:schemeClr val="bg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KaiTi" panose="02010609060101010101" pitchFamily="49" charset="-122"/>
                <a:cs typeface="Times New Roman" panose="02020603050405020304" pitchFamily="18" charset="0"/>
              </a:endParaRPr>
            </a:p>
          </p:txBody>
        </p:sp>
        <p:sp>
          <p:nvSpPr>
            <p:cNvPr id="14" name="Line 10">
              <a:extLst>
                <a:ext uri="{FF2B5EF4-FFF2-40B4-BE49-F238E27FC236}">
                  <a16:creationId xmlns:a16="http://schemas.microsoft.com/office/drawing/2014/main" id="{489B1D6A-228B-7647-BBB5-A4BBB139395C}"/>
                </a:ext>
              </a:extLst>
            </p:cNvPr>
            <p:cNvSpPr>
              <a:spLocks noChangeShapeType="1"/>
            </p:cNvSpPr>
            <p:nvPr/>
          </p:nvSpPr>
          <p:spPr bwMode="auto">
            <a:xfrm flipV="1">
              <a:off x="960" y="3502"/>
              <a:ext cx="4525" cy="2"/>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KaiTi" panose="02010609060101010101" pitchFamily="49" charset="-122"/>
                <a:cs typeface="Times New Roman" panose="02020603050405020304" pitchFamily="18" charset="0"/>
              </a:endParaRPr>
            </a:p>
          </p:txBody>
        </p:sp>
        <p:sp>
          <p:nvSpPr>
            <p:cNvPr id="15" name="Line 11">
              <a:extLst>
                <a:ext uri="{FF2B5EF4-FFF2-40B4-BE49-F238E27FC236}">
                  <a16:creationId xmlns:a16="http://schemas.microsoft.com/office/drawing/2014/main" id="{68837189-20A4-8F4C-992E-BDB4D18049F3}"/>
                </a:ext>
              </a:extLst>
            </p:cNvPr>
            <p:cNvSpPr>
              <a:spLocks noChangeShapeType="1"/>
            </p:cNvSpPr>
            <p:nvPr/>
          </p:nvSpPr>
          <p:spPr bwMode="auto">
            <a:xfrm>
              <a:off x="960" y="4032"/>
              <a:ext cx="3840" cy="0"/>
            </a:xfrm>
            <a:prstGeom prst="line">
              <a:avLst/>
            </a:prstGeom>
            <a:noFill/>
            <a:ln w="28575" cap="sq">
              <a:solidFill>
                <a:schemeClr val="bg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KaiTi" panose="02010609060101010101" pitchFamily="49" charset="-122"/>
                <a:cs typeface="Times New Roman" panose="02020603050405020304" pitchFamily="18" charset="0"/>
              </a:endParaRPr>
            </a:p>
          </p:txBody>
        </p:sp>
        <p:sp>
          <p:nvSpPr>
            <p:cNvPr id="16" name="Line 12">
              <a:extLst>
                <a:ext uri="{FF2B5EF4-FFF2-40B4-BE49-F238E27FC236}">
                  <a16:creationId xmlns:a16="http://schemas.microsoft.com/office/drawing/2014/main" id="{A1AE0F36-5D38-564E-9B7E-756DEDC06D6E}"/>
                </a:ext>
              </a:extLst>
            </p:cNvPr>
            <p:cNvSpPr>
              <a:spLocks noChangeShapeType="1"/>
            </p:cNvSpPr>
            <p:nvPr/>
          </p:nvSpPr>
          <p:spPr bwMode="auto">
            <a:xfrm>
              <a:off x="960" y="2976"/>
              <a:ext cx="0" cy="1056"/>
            </a:xfrm>
            <a:prstGeom prst="line">
              <a:avLst/>
            </a:prstGeom>
            <a:noFill/>
            <a:ln w="28575" cap="sq">
              <a:solidFill>
                <a:schemeClr val="bg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KaiTi" panose="02010609060101010101" pitchFamily="49" charset="-122"/>
                <a:cs typeface="Times New Roman" panose="02020603050405020304" pitchFamily="18" charset="0"/>
              </a:endParaRPr>
            </a:p>
          </p:txBody>
        </p:sp>
        <p:sp>
          <p:nvSpPr>
            <p:cNvPr id="17" name="Line 13">
              <a:extLst>
                <a:ext uri="{FF2B5EF4-FFF2-40B4-BE49-F238E27FC236}">
                  <a16:creationId xmlns:a16="http://schemas.microsoft.com/office/drawing/2014/main" id="{0973DFF1-D64E-A64F-9662-E1F60A2FF2B0}"/>
                </a:ext>
              </a:extLst>
            </p:cNvPr>
            <p:cNvSpPr>
              <a:spLocks noChangeShapeType="1"/>
            </p:cNvSpPr>
            <p:nvPr/>
          </p:nvSpPr>
          <p:spPr bwMode="auto">
            <a:xfrm>
              <a:off x="1872" y="2976"/>
              <a:ext cx="0" cy="1056"/>
            </a:xfrm>
            <a:prstGeom prst="line">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KaiTi" panose="02010609060101010101" pitchFamily="49" charset="-122"/>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51882826-CAF4-BE4D-93CE-B3134043CDD8}"/>
                  </a:ext>
                </a:extLst>
              </p:cNvPr>
              <p:cNvSpPr/>
              <p:nvPr/>
            </p:nvSpPr>
            <p:spPr>
              <a:xfrm>
                <a:off x="260169" y="4733863"/>
                <a:ext cx="8952002" cy="15248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kumimoji="1" lang="en-US" altLang="zh-CN" sz="2400" i="1" dirty="0" smtClean="0">
                          <a:latin typeface="Cambria Math" panose="02040503050406030204" pitchFamily="18" charset="0"/>
                        </a:rPr>
                        <m:t>𝐸</m:t>
                      </m:r>
                      <m:r>
                        <a:rPr kumimoji="1" lang="en-US" altLang="zh-CN" sz="2400" b="0" i="1" dirty="0" smtClean="0">
                          <a:latin typeface="Cambria Math" panose="02040503050406030204" pitchFamily="18" charset="0"/>
                        </a:rPr>
                        <m:t>(</m:t>
                      </m:r>
                      <m:r>
                        <a:rPr kumimoji="1" lang="en-US" altLang="zh-CN" sz="2400" i="1" dirty="0" smtClean="0">
                          <a:latin typeface="Cambria Math" panose="02040503050406030204" pitchFamily="18" charset="0"/>
                        </a:rPr>
                        <m:t>𝑋</m:t>
                      </m:r>
                      <m:r>
                        <a:rPr kumimoji="1" lang="en-US" altLang="zh-CN" sz="2400" b="0" i="1" dirty="0" smtClean="0">
                          <a:latin typeface="Cambria Math" panose="02040503050406030204" pitchFamily="18" charset="0"/>
                        </a:rPr>
                        <m:t>)</m:t>
                      </m:r>
                      <m:r>
                        <a:rPr kumimoji="1" lang="zh-CN" altLang="en-US" sz="2400" i="1" dirty="0">
                          <a:latin typeface="Cambria Math" panose="02040503050406030204" pitchFamily="18" charset="0"/>
                        </a:rPr>
                        <m:t> </m:t>
                      </m:r>
                      <m:r>
                        <a:rPr kumimoji="1" lang="en-US" altLang="zh-CN" sz="2400" i="1" dirty="0">
                          <a:latin typeface="Cambria Math" panose="02040503050406030204" pitchFamily="18" charset="0"/>
                        </a:rPr>
                        <m:t>=</m:t>
                      </m:r>
                      <m:r>
                        <a:rPr kumimoji="1" lang="zh-CN" altLang="en-US" sz="2400" i="1" dirty="0">
                          <a:latin typeface="Cambria Math" panose="02040503050406030204" pitchFamily="18" charset="0"/>
                        </a:rPr>
                        <m:t> </m:t>
                      </m:r>
                      <m:r>
                        <a:rPr kumimoji="1" lang="en-US" altLang="zh-CN" sz="2400" i="1" dirty="0">
                          <a:latin typeface="Cambria Math" panose="02040503050406030204" pitchFamily="18" charset="0"/>
                        </a:rPr>
                        <m:t>(1200</m:t>
                      </m:r>
                      <m:r>
                        <a:rPr kumimoji="1" lang="zh-CN" altLang="en-US" sz="2400" i="1" dirty="0">
                          <a:solidFill>
                            <a:srgbClr val="000000"/>
                          </a:solidFill>
                          <a:latin typeface="Cambria Math" panose="02040503050406030204" pitchFamily="18" charset="0"/>
                          <a:ea typeface="KaiTi" panose="02010609060101010101" pitchFamily="49" charset="-122"/>
                          <a:cs typeface="Times New Roman" panose="02020603050405020304" pitchFamily="18" charset="0"/>
                        </a:rPr>
                        <m:t> − </m:t>
                      </m:r>
                      <m:r>
                        <a:rPr kumimoji="1" lang="en-US" altLang="zh-CN" sz="2400" i="1" dirty="0">
                          <a:latin typeface="Cambria Math" panose="02040503050406030204" pitchFamily="18" charset="0"/>
                        </a:rPr>
                        <m:t>𝐴</m:t>
                      </m:r>
                      <m:r>
                        <a:rPr kumimoji="1" lang="en-US" altLang="zh-CN" sz="2400" i="1" dirty="0">
                          <a:latin typeface="Cambria Math" panose="02040503050406030204" pitchFamily="18" charset="0"/>
                        </a:rPr>
                        <m:t>)× </m:t>
                      </m:r>
                      <m:f>
                        <m:fPr>
                          <m:ctrlPr>
                            <a:rPr lang="zh-CN" altLang="en-US" sz="2400" i="1">
                              <a:solidFill>
                                <a:srgbClr val="000000"/>
                              </a:solidFill>
                              <a:latin typeface="Cambria Math" panose="02040503050406030204" pitchFamily="18" charset="0"/>
                            </a:rPr>
                          </m:ctrlPr>
                        </m:fPr>
                        <m:num>
                          <m:r>
                            <a:rPr lang="en-US" altLang="zh-CN" sz="2400" b="0" i="1" smtClean="0">
                              <a:solidFill>
                                <a:srgbClr val="000000"/>
                              </a:solidFill>
                              <a:latin typeface="Cambria Math" panose="02040503050406030204" pitchFamily="18" charset="0"/>
                            </a:rPr>
                            <m:t>2</m:t>
                          </m:r>
                        </m:num>
                        <m:den>
                          <m:r>
                            <a:rPr lang="zh-CN" altLang="en-US" sz="2400" i="1">
                              <a:solidFill>
                                <a:srgbClr val="000000"/>
                              </a:solidFill>
                              <a:latin typeface="Cambria Math" panose="02040503050406030204" pitchFamily="18" charset="0"/>
                            </a:rPr>
                            <m:t>1</m:t>
                          </m:r>
                          <m:r>
                            <a:rPr lang="en-US" altLang="zh-CN" sz="2400" b="0" i="1" smtClean="0">
                              <a:solidFill>
                                <a:srgbClr val="000000"/>
                              </a:solidFill>
                              <a:latin typeface="Cambria Math" panose="02040503050406030204" pitchFamily="18" charset="0"/>
                            </a:rPr>
                            <m:t>00</m:t>
                          </m:r>
                          <m:r>
                            <a:rPr lang="zh-CN" altLang="en-US" sz="2400" i="1">
                              <a:solidFill>
                                <a:srgbClr val="000000"/>
                              </a:solidFill>
                              <a:latin typeface="Cambria Math" panose="02040503050406030204" pitchFamily="18" charset="0"/>
                            </a:rPr>
                            <m:t>0</m:t>
                          </m:r>
                        </m:den>
                      </m:f>
                      <m:r>
                        <a:rPr kumimoji="1" lang="zh-CN" altLang="en-US" sz="2400" i="1" dirty="0" smtClean="0">
                          <a:latin typeface="Cambria Math" panose="02040503050406030204" pitchFamily="18" charset="0"/>
                        </a:rPr>
                        <m:t> </m:t>
                      </m:r>
                      <m:r>
                        <a:rPr kumimoji="1" lang="en-US" altLang="zh-CN" sz="2400" i="1" dirty="0">
                          <a:latin typeface="Cambria Math" panose="02040503050406030204" pitchFamily="18" charset="0"/>
                        </a:rPr>
                        <m:t>+ 1200×</m:t>
                      </m:r>
                      <m:r>
                        <a:rPr lang="zh-CN" altLang="en-US" sz="2400" i="1" dirty="0">
                          <a:solidFill>
                            <a:srgbClr val="000000"/>
                          </a:solidFill>
                          <a:latin typeface="Cambria Math" panose="02040503050406030204" pitchFamily="18" charset="0"/>
                        </a:rPr>
                        <m:t> </m:t>
                      </m:r>
                      <m:f>
                        <m:fPr>
                          <m:ctrlPr>
                            <a:rPr lang="zh-CN" altLang="en-US" sz="2400" i="1">
                              <a:solidFill>
                                <a:srgbClr val="000000"/>
                              </a:solidFill>
                              <a:latin typeface="Cambria Math" panose="02040503050406030204" pitchFamily="18" charset="0"/>
                            </a:rPr>
                          </m:ctrlPr>
                        </m:fPr>
                        <m:num>
                          <m:r>
                            <a:rPr lang="en-US" altLang="zh-CN" sz="2400" b="0" i="1" smtClean="0">
                              <a:solidFill>
                                <a:srgbClr val="000000"/>
                              </a:solidFill>
                              <a:latin typeface="Cambria Math" panose="02040503050406030204" pitchFamily="18" charset="0"/>
                            </a:rPr>
                            <m:t>998</m:t>
                          </m:r>
                        </m:num>
                        <m:den>
                          <m:r>
                            <a:rPr lang="en-US" altLang="zh-CN" sz="2400" b="0" i="1" smtClean="0">
                              <a:solidFill>
                                <a:srgbClr val="000000"/>
                              </a:solidFill>
                              <a:latin typeface="Cambria Math" panose="02040503050406030204" pitchFamily="18" charset="0"/>
                            </a:rPr>
                            <m:t>1000</m:t>
                          </m:r>
                        </m:den>
                      </m:f>
                      <m:r>
                        <a:rPr lang="zh-CN" altLang="en-US" sz="2400" i="1" dirty="0" smtClean="0">
                          <a:latin typeface="Cambria Math" panose="02040503050406030204" pitchFamily="18" charset="0"/>
                        </a:rPr>
                        <m:t> </m:t>
                      </m:r>
                      <m:r>
                        <a:rPr lang="en-US" altLang="zh-CN" sz="2400" i="1" dirty="0">
                          <a:latin typeface="Cambria Math" panose="02040503050406030204" pitchFamily="18" charset="0"/>
                        </a:rPr>
                        <m:t>=</m:t>
                      </m:r>
                      <m:r>
                        <a:rPr lang="zh-CN" altLang="en-US" sz="2400" i="1" dirty="0">
                          <a:latin typeface="Cambria Math" panose="02040503050406030204" pitchFamily="18" charset="0"/>
                        </a:rPr>
                        <m:t> </m:t>
                      </m:r>
                      <m:r>
                        <a:rPr lang="en-US" altLang="zh-CN" sz="2400" i="1" dirty="0">
                          <a:latin typeface="Cambria Math" panose="02040503050406030204" pitchFamily="18" charset="0"/>
                        </a:rPr>
                        <m:t>1200</m:t>
                      </m:r>
                      <m:r>
                        <a:rPr kumimoji="1" lang="zh-CN" altLang="en-US" sz="2400" i="1" dirty="0">
                          <a:solidFill>
                            <a:srgbClr val="000000"/>
                          </a:solidFill>
                          <a:latin typeface="Cambria Math" panose="02040503050406030204" pitchFamily="18" charset="0"/>
                          <a:ea typeface="KaiTi" panose="02010609060101010101" pitchFamily="49" charset="-122"/>
                          <a:cs typeface="Times New Roman" panose="02020603050405020304" pitchFamily="18" charset="0"/>
                        </a:rPr>
                        <m:t> − </m:t>
                      </m:r>
                      <m:f>
                        <m:fPr>
                          <m:ctrlPr>
                            <a:rPr lang="zh-CN" altLang="en-US" sz="2400" i="1">
                              <a:solidFill>
                                <a:srgbClr val="000000"/>
                              </a:solidFill>
                              <a:latin typeface="Cambria Math" panose="02040503050406030204" pitchFamily="18" charset="0"/>
                            </a:rPr>
                          </m:ctrlPr>
                        </m:fPr>
                        <m:num>
                          <m:r>
                            <a:rPr lang="en-US" altLang="zh-CN" sz="2400" b="0" i="1" smtClean="0">
                              <a:solidFill>
                                <a:srgbClr val="000000"/>
                              </a:solidFill>
                              <a:latin typeface="Cambria Math" panose="02040503050406030204" pitchFamily="18" charset="0"/>
                            </a:rPr>
                            <m:t>2</m:t>
                          </m:r>
                        </m:num>
                        <m:den>
                          <m:r>
                            <a:rPr lang="en-US" altLang="zh-CN" sz="2400" i="1">
                              <a:solidFill>
                                <a:srgbClr val="000000"/>
                              </a:solidFill>
                              <a:latin typeface="Cambria Math" panose="02040503050406030204" pitchFamily="18" charset="0"/>
                            </a:rPr>
                            <m:t>1000</m:t>
                          </m:r>
                        </m:den>
                      </m:f>
                      <m:r>
                        <a:rPr lang="en-US" altLang="zh-CN" sz="2400" i="1" dirty="0" smtClean="0">
                          <a:latin typeface="Cambria Math" panose="02040503050406030204" pitchFamily="18" charset="0"/>
                        </a:rPr>
                        <m:t>𝐴</m:t>
                      </m:r>
                    </m:oMath>
                  </m:oMathPara>
                </a14:m>
                <a:endParaRPr lang="en-US" altLang="zh-CN" sz="2400" dirty="0"/>
              </a:p>
              <a:p>
                <a:endParaRPr lang="en-US" altLang="zh-CN" sz="2400" dirty="0"/>
              </a:p>
              <a:p>
                <a:r>
                  <a:rPr lang="zh-CN" altLang="en-US" sz="2400" dirty="0"/>
                  <a:t> </a:t>
                </a:r>
                <a14:m>
                  <m:oMath xmlns:m="http://schemas.openxmlformats.org/officeDocument/2006/math">
                    <m:r>
                      <a:rPr lang="zh-CN" altLang="en-US" sz="2400" i="1" dirty="0" smtClean="0">
                        <a:latin typeface="Cambria Math" panose="02040503050406030204" pitchFamily="18" charset="0"/>
                      </a:rPr>
                      <m:t> </m:t>
                    </m:r>
                    <m:r>
                      <a:rPr lang="en-US" altLang="zh-CN" sz="2400" i="1" dirty="0" smtClean="0">
                        <a:latin typeface="Cambria Math" panose="02040503050406030204" pitchFamily="18" charset="0"/>
                      </a:rPr>
                      <m:t>𝐴</m:t>
                    </m:r>
                  </m:oMath>
                </a14:m>
                <a:r>
                  <a:rPr lang="zh-CN" altLang="en-US" sz="2400" dirty="0"/>
                  <a:t>小于</a:t>
                </a:r>
                <a:r>
                  <a:rPr lang="en-US" altLang="zh-CN" sz="2400" dirty="0"/>
                  <a:t>600000</a:t>
                </a:r>
                <a:endParaRPr lang="zh-CN" altLang="en-US" sz="2400" dirty="0"/>
              </a:p>
            </p:txBody>
          </p:sp>
        </mc:Choice>
        <mc:Fallback xmlns="">
          <p:sp>
            <p:nvSpPr>
              <p:cNvPr id="19" name="矩形 18">
                <a:extLst>
                  <a:ext uri="{FF2B5EF4-FFF2-40B4-BE49-F238E27FC236}">
                    <a16:creationId xmlns:a16="http://schemas.microsoft.com/office/drawing/2014/main" id="{51882826-CAF4-BE4D-93CE-B3134043CDD8}"/>
                  </a:ext>
                </a:extLst>
              </p:cNvPr>
              <p:cNvSpPr>
                <a:spLocks noRot="1" noChangeAspect="1" noMove="1" noResize="1" noEditPoints="1" noAdjustHandles="1" noChangeArrowheads="1" noChangeShapeType="1" noTextEdit="1"/>
              </p:cNvSpPr>
              <p:nvPr/>
            </p:nvSpPr>
            <p:spPr>
              <a:xfrm>
                <a:off x="260169" y="4733863"/>
                <a:ext cx="8952002" cy="1524841"/>
              </a:xfrm>
              <a:prstGeom prst="rect">
                <a:avLst/>
              </a:prstGeom>
              <a:blipFill>
                <a:blip r:embed="rId3"/>
                <a:stretch>
                  <a:fillRect b="-8264"/>
                </a:stretch>
              </a:blipFill>
            </p:spPr>
            <p:txBody>
              <a:bodyPr/>
              <a:lstStyle/>
              <a:p>
                <a:r>
                  <a:rPr lang="zh-CN" altLang="en-US">
                    <a:noFill/>
                  </a:rPr>
                  <a:t> </a:t>
                </a:r>
              </a:p>
            </p:txBody>
          </p:sp>
        </mc:Fallback>
      </mc:AlternateContent>
      <p:cxnSp>
        <p:nvCxnSpPr>
          <p:cNvPr id="2" name="直线连接符 1">
            <a:extLst>
              <a:ext uri="{FF2B5EF4-FFF2-40B4-BE49-F238E27FC236}">
                <a16:creationId xmlns:a16="http://schemas.microsoft.com/office/drawing/2014/main" id="{098B37F5-D4D6-8B57-D2C2-71FC577766A1}"/>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副标题 2">
            <a:extLst>
              <a:ext uri="{FF2B5EF4-FFF2-40B4-BE49-F238E27FC236}">
                <a16:creationId xmlns:a16="http://schemas.microsoft.com/office/drawing/2014/main" id="{714BE014-7521-18CB-A231-21BD278ABCFC}"/>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#5</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
        <p:nvSpPr>
          <p:cNvPr id="7" name="矩形 6">
            <a:extLst>
              <a:ext uri="{FF2B5EF4-FFF2-40B4-BE49-F238E27FC236}">
                <a16:creationId xmlns:a16="http://schemas.microsoft.com/office/drawing/2014/main" id="{C3645556-BA5D-0E0E-7BA9-2A815B4C2D84}"/>
              </a:ext>
            </a:extLst>
          </p:cNvPr>
          <p:cNvSpPr/>
          <p:nvPr/>
        </p:nvSpPr>
        <p:spPr bwMode="auto">
          <a:xfrm>
            <a:off x="0" y="0"/>
            <a:ext cx="260169" cy="6858000"/>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82345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线连接符 8">
            <a:extLst>
              <a:ext uri="{FF2B5EF4-FFF2-40B4-BE49-F238E27FC236}">
                <a16:creationId xmlns:a16="http://schemas.microsoft.com/office/drawing/2014/main" id="{B16CAD43-A31C-8DB8-A9C7-58030C1F1C15}"/>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副标题 2">
                <a:extLst>
                  <a:ext uri="{FF2B5EF4-FFF2-40B4-BE49-F238E27FC236}">
                    <a16:creationId xmlns:a16="http://schemas.microsoft.com/office/drawing/2014/main" id="{D84EDB0C-EE6A-467C-A08E-A9A1E187096D}"/>
                  </a:ext>
                </a:extLst>
              </p:cNvPr>
              <p:cNvSpPr txBox="1">
                <a:spLocks/>
              </p:cNvSpPr>
              <p:nvPr/>
            </p:nvSpPr>
            <p:spPr>
              <a:xfrm>
                <a:off x="379946" y="989260"/>
                <a:ext cx="8932748" cy="1074053"/>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有两个相互独立工作的电子装置，它们的寿命</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以</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计</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zh-CN" kern="100" dirty="0">
                    <a:ea typeface="Cambria Math" panose="02040503050406030204" pitchFamily="18" charset="0"/>
                    <a:cs typeface="Times New Roman" panose="02020603050405020304" pitchFamily="18" charset="0"/>
                  </a:rPr>
                  <a:t> </a:t>
                </a:r>
                <a14:m>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i="1" kern="100">
                            <a:latin typeface="Cambria Math" panose="02040503050406030204" pitchFamily="18" charset="0"/>
                            <a:ea typeface="等线" panose="02010600030101010101" pitchFamily="2" charset="-122"/>
                            <a:cs typeface="Times New Roman" panose="02020603050405020304" pitchFamily="18" charset="0"/>
                          </a:rPr>
                          <m:t>𝑘</m:t>
                        </m:r>
                      </m:sub>
                    </m:sSub>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等线" panose="02010600030101010101" pitchFamily="2" charset="-122"/>
                            <a:cs typeface="Times New Roman" panose="02020603050405020304" pitchFamily="18" charset="0"/>
                          </a:rPr>
                          <m:t>𝑘</m:t>
                        </m:r>
                        <m:r>
                          <a:rPr lang="en-US" altLang="zh-CN" i="1" kern="100">
                            <a:latin typeface="Cambria Math" panose="02040503050406030204" pitchFamily="18" charset="0"/>
                            <a:ea typeface="等线" panose="02010600030101010101" pitchFamily="2" charset="-122"/>
                            <a:cs typeface="Times New Roman" panose="02020603050405020304" pitchFamily="18" charset="0"/>
                          </a:rPr>
                          <m:t>=1,2</m:t>
                        </m:r>
                      </m:e>
                    </m:d>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服从同一指数分布，其概率密度为</a:t>
                </a:r>
              </a:p>
              <a:p>
                <a:pPr algn="l">
                  <a:lnSpc>
                    <a:spcPct val="150000"/>
                  </a:lnSpc>
                </a:pP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5" name="副标题 2">
                <a:extLst>
                  <a:ext uri="{FF2B5EF4-FFF2-40B4-BE49-F238E27FC236}">
                    <a16:creationId xmlns:a16="http://schemas.microsoft.com/office/drawing/2014/main" id="{D84EDB0C-EE6A-467C-A08E-A9A1E187096D}"/>
                  </a:ext>
                </a:extLst>
              </p:cNvPr>
              <p:cNvSpPr txBox="1">
                <a:spLocks noRot="1" noChangeAspect="1" noMove="1" noResize="1" noEditPoints="1" noAdjustHandles="1" noChangeArrowheads="1" noChangeShapeType="1" noTextEdit="1"/>
              </p:cNvSpPr>
              <p:nvPr/>
            </p:nvSpPr>
            <p:spPr>
              <a:xfrm>
                <a:off x="379946" y="989260"/>
                <a:ext cx="8932748" cy="1074053"/>
              </a:xfrm>
              <a:prstGeom prst="rect">
                <a:avLst/>
              </a:prstGeom>
              <a:blipFill>
                <a:blip r:embed="rId2"/>
                <a:stretch>
                  <a:fillRect l="-1277" b="-174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副标题 2">
                <a:extLst>
                  <a:ext uri="{FF2B5EF4-FFF2-40B4-BE49-F238E27FC236}">
                    <a16:creationId xmlns:a16="http://schemas.microsoft.com/office/drawing/2014/main" id="{9C53C49E-8284-4DA1-BDD6-C475A1808E44}"/>
                  </a:ext>
                </a:extLst>
              </p:cNvPr>
              <p:cNvSpPr txBox="1">
                <a:spLocks/>
              </p:cNvSpPr>
              <p:nvPr/>
            </p:nvSpPr>
            <p:spPr>
              <a:xfrm>
                <a:off x="379946" y="4222033"/>
                <a:ext cx="8048828" cy="715082"/>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若将这两个电子装置串联连接组成整机，求整机寿命</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以</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计</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ea typeface="微软雅黑" panose="020B0503020204020204" pitchFamily="34" charset="-122"/>
                    <a:cs typeface="Times New Roman" panose="02020603050405020304" pitchFamily="18" charset="0"/>
                  </a:rPr>
                  <a:t> </a:t>
                </a:r>
                <a14:m>
                  <m:oMath xmlns:m="http://schemas.openxmlformats.org/officeDocument/2006/math">
                    <m:r>
                      <a:rPr lang="en-US" altLang="zh-CN">
                        <a:latin typeface="Cambria Math" panose="02040503050406030204" pitchFamily="18" charset="0"/>
                        <a:ea typeface="微软雅黑" panose="020B0503020204020204" pitchFamily="34" charset="-122"/>
                        <a:cs typeface="Times New Roman" panose="02020603050405020304" pitchFamily="18" charset="0"/>
                      </a:rPr>
                      <m:t>𝑁</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的数学期望</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p:txBody>
          </p:sp>
        </mc:Choice>
        <mc:Fallback xmlns="">
          <p:sp>
            <p:nvSpPr>
              <p:cNvPr id="7" name="副标题 2">
                <a:extLst>
                  <a:ext uri="{FF2B5EF4-FFF2-40B4-BE49-F238E27FC236}">
                    <a16:creationId xmlns:a16="http://schemas.microsoft.com/office/drawing/2014/main" id="{9C53C49E-8284-4DA1-BDD6-C475A1808E44}"/>
                  </a:ext>
                </a:extLst>
              </p:cNvPr>
              <p:cNvSpPr txBox="1">
                <a:spLocks noRot="1" noChangeAspect="1" noMove="1" noResize="1" noEditPoints="1" noAdjustHandles="1" noChangeArrowheads="1" noChangeShapeType="1" noTextEdit="1"/>
              </p:cNvSpPr>
              <p:nvPr/>
            </p:nvSpPr>
            <p:spPr>
              <a:xfrm>
                <a:off x="379946" y="4222033"/>
                <a:ext cx="8048828" cy="715082"/>
              </a:xfrm>
              <a:prstGeom prst="rect">
                <a:avLst/>
              </a:prstGeom>
              <a:blipFill>
                <a:blip r:embed="rId3"/>
                <a:stretch>
                  <a:fillRect l="-1417" r="-2362" b="-771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6DB0769-F8C8-81DA-8BF9-8101C13BF104}"/>
                  </a:ext>
                </a:extLst>
              </p:cNvPr>
              <p:cNvSpPr txBox="1"/>
              <p:nvPr/>
            </p:nvSpPr>
            <p:spPr>
              <a:xfrm>
                <a:off x="1749480" y="2409299"/>
                <a:ext cx="5645039" cy="14667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𝑓</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e>
                      </m:d>
                      <m:r>
                        <a:rPr lang="zh-CN" altLang="en-US" sz="2400">
                          <a:latin typeface="Cambria Math" panose="02040503050406030204" pitchFamily="18" charset="0"/>
                        </a:rPr>
                        <m:t>=</m:t>
                      </m:r>
                      <m:d>
                        <m:dPr>
                          <m:begChr m:val="{"/>
                          <m:endChr m:val=""/>
                          <m:ctrlPr>
                            <a:rPr lang="zh-CN" altLang="en-US" sz="2400" i="1">
                              <a:solidFill>
                                <a:srgbClr val="836967"/>
                              </a:solidFill>
                              <a:latin typeface="Cambria Math" panose="02040503050406030204" pitchFamily="18" charset="0"/>
                            </a:rPr>
                          </m:ctrlPr>
                        </m:dPr>
                        <m:e>
                          <m:eqArr>
                            <m:eqArrPr>
                              <m:ctrlPr>
                                <a:rPr lang="zh-CN" altLang="en-US" sz="2400" i="1">
                                  <a:solidFill>
                                    <a:srgbClr val="836967"/>
                                  </a:solidFill>
                                  <a:latin typeface="Cambria Math" panose="02040503050406030204" pitchFamily="18" charset="0"/>
                                </a:rPr>
                              </m:ctrlPr>
                            </m:eqArrPr>
                            <m:e>
                              <m:r>
                                <a:rPr lang="zh-CN" altLang="en-US" sz="2400">
                                  <a:latin typeface="Cambria Math" panose="02040503050406030204" pitchFamily="18" charset="0"/>
                                </a:rPr>
                                <m:t>&amp;</m:t>
                              </m:r>
                              <m:f>
                                <m:fPr>
                                  <m:ctrlPr>
                                    <a:rPr lang="zh-CN" altLang="en-US" sz="2400" i="1">
                                      <a:solidFill>
                                        <a:srgbClr val="836967"/>
                                      </a:solidFill>
                                      <a:latin typeface="Cambria Math" panose="02040503050406030204" pitchFamily="18" charset="0"/>
                                    </a:rPr>
                                  </m:ctrlPr>
                                </m:fPr>
                                <m:num>
                                  <m:r>
                                    <a:rPr lang="zh-CN" altLang="en-US" sz="2400">
                                      <a:latin typeface="Cambria Math" panose="02040503050406030204" pitchFamily="18" charset="0"/>
                                    </a:rPr>
                                    <m:t>1</m:t>
                                  </m:r>
                                </m:num>
                                <m:den>
                                  <m:r>
                                    <a:rPr lang="zh-CN" altLang="en-US" sz="2400" i="1">
                                      <a:latin typeface="Cambria Math" panose="02040503050406030204" pitchFamily="18" charset="0"/>
                                    </a:rPr>
                                    <m:t>𝜃</m:t>
                                  </m:r>
                                </m:den>
                              </m:f>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𝑒</m:t>
                                  </m:r>
                                </m:e>
                                <m:sup>
                                  <m:r>
                                    <a:rPr lang="zh-CN" altLang="en-US" sz="240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i="1">
                                          <a:latin typeface="Cambria Math" panose="02040503050406030204" pitchFamily="18" charset="0"/>
                                        </a:rPr>
                                        <m:t>𝑥</m:t>
                                      </m:r>
                                    </m:num>
                                    <m:den>
                                      <m:r>
                                        <a:rPr lang="zh-CN" altLang="en-US" sz="2400" i="1">
                                          <a:latin typeface="Cambria Math" panose="02040503050406030204" pitchFamily="18" charset="0"/>
                                        </a:rPr>
                                        <m:t>𝜃</m:t>
                                      </m:r>
                                    </m:den>
                                  </m:f>
                                </m:sup>
                              </m:sSup>
                              <m:r>
                                <a:rPr lang="zh-CN" altLang="en-US" sz="2400">
                                  <a:latin typeface="Cambria Math" panose="02040503050406030204" pitchFamily="18" charset="0"/>
                                </a:rPr>
                                <m:t>，</m:t>
                              </m:r>
                              <m:r>
                                <a:rPr lang="zh-CN" altLang="en-US" sz="2400">
                                  <a:latin typeface="Cambria Math" panose="02040503050406030204" pitchFamily="18" charset="0"/>
                                </a:rPr>
                                <m:t> </m:t>
                              </m:r>
                              <m:r>
                                <a:rPr lang="zh-CN" altLang="en-US" sz="2400" i="1">
                                  <a:latin typeface="Cambria Math" panose="02040503050406030204" pitchFamily="18" charset="0"/>
                                </a:rPr>
                                <m:t>𝑥</m:t>
                              </m:r>
                              <m:r>
                                <a:rPr lang="zh-CN" altLang="en-US" sz="2400">
                                  <a:latin typeface="Cambria Math" panose="02040503050406030204" pitchFamily="18" charset="0"/>
                                </a:rPr>
                                <m:t>&gt;0,</m:t>
                              </m:r>
                            </m:e>
                            <m:e>
                              <m:r>
                                <a:rPr lang="zh-CN" altLang="en-US" sz="2400">
                                  <a:latin typeface="Cambria Math" panose="02040503050406030204" pitchFamily="18" charset="0"/>
                                </a:rPr>
                                <m:t>&amp;</m:t>
                              </m:r>
                            </m:e>
                            <m:e>
                              <m:r>
                                <a:rPr lang="zh-CN" altLang="en-US" sz="2400">
                                  <a:latin typeface="Cambria Math" panose="02040503050406030204" pitchFamily="18" charset="0"/>
                                </a:rPr>
                                <m:t>&amp;0</m:t>
                              </m:r>
                              <m:r>
                                <a:rPr lang="zh-CN" altLang="en-US" sz="2400">
                                  <a:latin typeface="Cambria Math" panose="02040503050406030204" pitchFamily="18" charset="0"/>
                                </a:rPr>
                                <m:t>，</m:t>
                              </m:r>
                              <m:r>
                                <a:rPr lang="zh-CN" altLang="en-US" sz="2400">
                                  <a:latin typeface="Cambria Math" panose="02040503050406030204" pitchFamily="18" charset="0"/>
                                </a:rPr>
                                <m:t>         </m:t>
                              </m:r>
                              <m:r>
                                <a:rPr lang="zh-CN" altLang="en-US" sz="2400" i="1">
                                  <a:latin typeface="Cambria Math" panose="02040503050406030204" pitchFamily="18" charset="0"/>
                                </a:rPr>
                                <m:t>𝑥</m:t>
                              </m:r>
                              <m:r>
                                <a:rPr lang="zh-CN" altLang="en-US" sz="2400">
                                  <a:latin typeface="Cambria Math" panose="02040503050406030204" pitchFamily="18" charset="0"/>
                                </a:rPr>
                                <m:t>≤0,  </m:t>
                              </m:r>
                            </m:e>
                          </m:eqArr>
                        </m:e>
                      </m:d>
                      <m:r>
                        <a:rPr lang="zh-CN" altLang="en-US" sz="2400">
                          <a:latin typeface="Cambria Math" panose="02040503050406030204" pitchFamily="18" charset="0"/>
                        </a:rPr>
                        <m:t>        </m:t>
                      </m:r>
                      <m:r>
                        <a:rPr lang="zh-CN" altLang="en-US" sz="2400" i="1">
                          <a:latin typeface="Cambria Math" panose="02040503050406030204" pitchFamily="18" charset="0"/>
                        </a:rPr>
                        <m:t>𝜃</m:t>
                      </m:r>
                      <m:r>
                        <a:rPr lang="zh-CN" altLang="en-US" sz="2400">
                          <a:latin typeface="Cambria Math" panose="02040503050406030204" pitchFamily="18" charset="0"/>
                        </a:rPr>
                        <m:t>&gt;0</m:t>
                      </m:r>
                    </m:oMath>
                  </m:oMathPara>
                </a14:m>
                <a:endParaRPr lang="zh-CN" altLang="en-US" sz="2400" dirty="0"/>
              </a:p>
            </p:txBody>
          </p:sp>
        </mc:Choice>
        <mc:Fallback xmlns="">
          <p:sp>
            <p:nvSpPr>
              <p:cNvPr id="11" name="文本框 10">
                <a:extLst>
                  <a:ext uri="{FF2B5EF4-FFF2-40B4-BE49-F238E27FC236}">
                    <a16:creationId xmlns:a16="http://schemas.microsoft.com/office/drawing/2014/main" id="{26DB0769-F8C8-81DA-8BF9-8101C13BF104}"/>
                  </a:ext>
                </a:extLst>
              </p:cNvPr>
              <p:cNvSpPr txBox="1">
                <a:spLocks noRot="1" noChangeAspect="1" noMove="1" noResize="1" noEditPoints="1" noAdjustHandles="1" noChangeArrowheads="1" noChangeShapeType="1" noTextEdit="1"/>
              </p:cNvSpPr>
              <p:nvPr/>
            </p:nvSpPr>
            <p:spPr>
              <a:xfrm>
                <a:off x="1749480" y="2409299"/>
                <a:ext cx="5645039" cy="1466748"/>
              </a:xfrm>
              <a:prstGeom prst="rect">
                <a:avLst/>
              </a:prstGeom>
              <a:blipFill>
                <a:blip r:embed="rId4"/>
                <a:stretch>
                  <a:fillRect b="-341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E8035C5-B8A1-B474-92F0-4AD57178FCA4}"/>
                  </a:ext>
                </a:extLst>
              </p:cNvPr>
              <p:cNvSpPr txBox="1"/>
              <p:nvPr/>
            </p:nvSpPr>
            <p:spPr>
              <a:xfrm>
                <a:off x="-852386" y="6034767"/>
                <a:ext cx="490728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400" i="1" kern="100" smtClean="0">
                          <a:latin typeface="Cambria Math" panose="02040503050406030204" pitchFamily="18" charset="0"/>
                          <a:ea typeface="等线" panose="02010600030101010101" pitchFamily="2" charset="-122"/>
                          <a:cs typeface="Times New Roman" panose="02020603050405020304" pitchFamily="18" charset="0"/>
                        </a:rPr>
                        <m:t>𝑁</m:t>
                      </m:r>
                      <m:r>
                        <a:rPr lang="en-US" altLang="zh-CN" sz="2400" i="1" kern="100" smtClean="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smtClean="0">
                          <a:latin typeface="Cambria Math" panose="02040503050406030204" pitchFamily="18" charset="0"/>
                          <a:ea typeface="等线" panose="02010600030101010101" pitchFamily="2" charset="-122"/>
                          <a:cs typeface="Times New Roman" panose="02020603050405020304" pitchFamily="18" charset="0"/>
                        </a:rPr>
                        <m:t>𝑚𝑖𝑛</m:t>
                      </m:r>
                      <m:r>
                        <a:rPr lang="en-US" altLang="zh-CN" sz="2400" i="1" kern="100" smtClean="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oMath>
                  </m:oMathPara>
                </a14:m>
                <a:endParaRPr lang="zh-CN" altLang="en-US" sz="2400" dirty="0"/>
              </a:p>
            </p:txBody>
          </p:sp>
        </mc:Choice>
        <mc:Fallback xmlns="">
          <p:sp>
            <p:nvSpPr>
              <p:cNvPr id="6" name="文本框 5">
                <a:extLst>
                  <a:ext uri="{FF2B5EF4-FFF2-40B4-BE49-F238E27FC236}">
                    <a16:creationId xmlns:a16="http://schemas.microsoft.com/office/drawing/2014/main" id="{3E8035C5-B8A1-B474-92F0-4AD57178FCA4}"/>
                  </a:ext>
                </a:extLst>
              </p:cNvPr>
              <p:cNvSpPr txBox="1">
                <a:spLocks noRot="1" noChangeAspect="1" noMove="1" noResize="1" noEditPoints="1" noAdjustHandles="1" noChangeArrowheads="1" noChangeShapeType="1" noTextEdit="1"/>
              </p:cNvSpPr>
              <p:nvPr/>
            </p:nvSpPr>
            <p:spPr>
              <a:xfrm>
                <a:off x="-852386" y="6034767"/>
                <a:ext cx="4907280" cy="461665"/>
              </a:xfrm>
              <a:prstGeom prst="rect">
                <a:avLst/>
              </a:prstGeom>
              <a:blipFill>
                <a:blip r:embed="rId5"/>
                <a:stretch>
                  <a:fillRect b="-162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28A18A43-5AA2-900B-0621-583BDB8C8891}"/>
                  </a:ext>
                </a:extLst>
              </p:cNvPr>
              <p:cNvSpPr txBox="1"/>
              <p:nvPr/>
            </p:nvSpPr>
            <p:spPr>
              <a:xfrm>
                <a:off x="2547838" y="6034767"/>
                <a:ext cx="508254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smtClean="0">
                              <a:solidFill>
                                <a:srgbClr val="836967"/>
                              </a:solidFill>
                              <a:latin typeface="Cambria Math" panose="02040503050406030204" pitchFamily="18" charset="0"/>
                            </a:rPr>
                          </m:ctrlPr>
                        </m:sSubPr>
                        <m:e>
                          <m:r>
                            <a:rPr lang="zh-CN" altLang="en-US" sz="2400" i="1">
                              <a:latin typeface="Cambria Math" panose="02040503050406030204" pitchFamily="18" charset="0"/>
                            </a:rPr>
                            <m:t>𝐹</m:t>
                          </m:r>
                        </m:e>
                        <m:sub>
                          <m:r>
                            <a:rPr lang="zh-CN" altLang="en-US" sz="2400" i="1">
                              <a:latin typeface="Cambria Math" panose="02040503050406030204" pitchFamily="18" charset="0"/>
                            </a:rPr>
                            <m:t>𝑚𝑖𝑛</m:t>
                          </m:r>
                        </m:sub>
                      </m:sSub>
                      <m:d>
                        <m:dPr>
                          <m:ctrlPr>
                            <a:rPr lang="zh-CN" altLang="en-US" sz="2400" i="1">
                              <a:latin typeface="Cambria Math" panose="02040503050406030204" pitchFamily="18" charset="0"/>
                            </a:rPr>
                          </m:ctrlPr>
                        </m:dPr>
                        <m:e>
                          <m:r>
                            <a:rPr lang="zh-CN" altLang="en-US" sz="2400" i="1">
                              <a:latin typeface="Cambria Math" panose="02040503050406030204" pitchFamily="18" charset="0"/>
                            </a:rPr>
                            <m:t>𝑥</m:t>
                          </m:r>
                        </m:e>
                      </m:d>
                      <m:r>
                        <a:rPr lang="en-US" altLang="zh-CN" sz="2400" i="1">
                          <a:latin typeface="Cambria Math" panose="02040503050406030204" pitchFamily="18" charset="0"/>
                        </a:rPr>
                        <m:t>=1−[1−</m:t>
                      </m:r>
                      <m:r>
                        <a:rPr lang="en-US" altLang="zh-CN" sz="2400" i="1">
                          <a:latin typeface="Cambria Math" panose="02040503050406030204" pitchFamily="18" charset="0"/>
                        </a:rPr>
                        <m:t>𝐹</m:t>
                      </m:r>
                      <m:d>
                        <m:dPr>
                          <m:ctrlPr>
                            <a:rPr lang="zh-CN" altLang="zh-CN" sz="2400" i="1">
                              <a:latin typeface="Cambria Math" panose="02040503050406030204" pitchFamily="18" charset="0"/>
                            </a:rPr>
                          </m:ctrlPr>
                        </m:dPr>
                        <m:e>
                          <m:r>
                            <a:rPr lang="en-US" altLang="zh-CN" sz="2400" i="1">
                              <a:latin typeface="Cambria Math" panose="02040503050406030204" pitchFamily="18" charset="0"/>
                            </a:rPr>
                            <m:t>𝑥</m:t>
                          </m:r>
                        </m:e>
                      </m:d>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m:t>
                          </m:r>
                        </m:e>
                        <m:sup>
                          <m:r>
                            <a:rPr lang="en-US" altLang="zh-CN" sz="2400" i="1">
                              <a:latin typeface="Cambria Math" panose="02040503050406030204" pitchFamily="18" charset="0"/>
                            </a:rPr>
                            <m:t>2</m:t>
                          </m:r>
                        </m:sup>
                      </m:sSup>
                    </m:oMath>
                  </m:oMathPara>
                </a14:m>
                <a:endParaRPr lang="zh-CN" altLang="en-US" sz="2400" dirty="0"/>
              </a:p>
            </p:txBody>
          </p:sp>
        </mc:Choice>
        <mc:Fallback xmlns="">
          <p:sp>
            <p:nvSpPr>
              <p:cNvPr id="8" name="文本框 7">
                <a:extLst>
                  <a:ext uri="{FF2B5EF4-FFF2-40B4-BE49-F238E27FC236}">
                    <a16:creationId xmlns:a16="http://schemas.microsoft.com/office/drawing/2014/main" id="{28A18A43-5AA2-900B-0621-583BDB8C8891}"/>
                  </a:ext>
                </a:extLst>
              </p:cNvPr>
              <p:cNvSpPr txBox="1">
                <a:spLocks noRot="1" noChangeAspect="1" noMove="1" noResize="1" noEditPoints="1" noAdjustHandles="1" noChangeArrowheads="1" noChangeShapeType="1" noTextEdit="1"/>
              </p:cNvSpPr>
              <p:nvPr/>
            </p:nvSpPr>
            <p:spPr>
              <a:xfrm>
                <a:off x="2547838" y="6034767"/>
                <a:ext cx="5082540" cy="461665"/>
              </a:xfrm>
              <a:prstGeom prst="rect">
                <a:avLst/>
              </a:prstGeom>
              <a:blipFill>
                <a:blip r:embed="rId6"/>
                <a:stretch>
                  <a:fillRect b="-16216"/>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B904003C-47AF-83B8-14E6-954A4CB55318}"/>
              </a:ext>
            </a:extLst>
          </p:cNvPr>
          <p:cNvSpPr/>
          <p:nvPr/>
        </p:nvSpPr>
        <p:spPr bwMode="auto">
          <a:xfrm>
            <a:off x="0" y="0"/>
            <a:ext cx="260169" cy="6858000"/>
          </a:xfrm>
          <a:prstGeom prst="rect">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 name="副标题 2">
            <a:extLst>
              <a:ext uri="{FF2B5EF4-FFF2-40B4-BE49-F238E27FC236}">
                <a16:creationId xmlns:a16="http://schemas.microsoft.com/office/drawing/2014/main" id="{07FD920C-A061-CC2B-6D06-6AA663A629E0}"/>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#6</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Tree>
    <p:extLst>
      <p:ext uri="{BB962C8B-B14F-4D97-AF65-F5344CB8AC3E}">
        <p14:creationId xmlns:p14="http://schemas.microsoft.com/office/powerpoint/2010/main" val="2303956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副标题 2">
                <a:extLst>
                  <a:ext uri="{FF2B5EF4-FFF2-40B4-BE49-F238E27FC236}">
                    <a16:creationId xmlns:a16="http://schemas.microsoft.com/office/drawing/2014/main" id="{9C5CAF33-0BC2-4633-85E5-21B2ACD15FC7}"/>
                  </a:ext>
                </a:extLst>
              </p:cNvPr>
              <p:cNvSpPr txBox="1">
                <a:spLocks/>
              </p:cNvSpPr>
              <p:nvPr/>
            </p:nvSpPr>
            <p:spPr>
              <a:xfrm>
                <a:off x="640080" y="906602"/>
                <a:ext cx="6021386" cy="506829"/>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解       </a:t>
                </a:r>
                <a14:m>
                  <m:oMath xmlns:m="http://schemas.openxmlformats.org/officeDocument/2006/math">
                    <m:sSub>
                      <m:sSub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latin typeface="Cambria Math" panose="02040503050406030204" pitchFamily="18" charset="0"/>
                            <a:ea typeface="等线" panose="02010600030101010101" pitchFamily="2" charset="-122"/>
                            <a:cs typeface="Times New Roman" panose="02020603050405020304" pitchFamily="18" charset="0"/>
                          </a:rPr>
                          <m:t>𝑋</m:t>
                        </m:r>
                      </m:e>
                      <m:sub>
                        <m:r>
                          <a:rPr lang="en-US" altLang="zh-CN" i="1" kern="100">
                            <a:latin typeface="Cambria Math" panose="02040503050406030204" pitchFamily="18" charset="0"/>
                            <a:ea typeface="等线" panose="02010600030101010101" pitchFamily="2" charset="-122"/>
                            <a:cs typeface="Times New Roman" panose="02020603050405020304" pitchFamily="18" charset="0"/>
                          </a:rPr>
                          <m:t>𝑘</m:t>
                        </m:r>
                      </m:sub>
                    </m:sSub>
                    <m:d>
                      <m:dPr>
                        <m:ctrlPr>
                          <a:rPr lang="zh-CN" altLang="zh-CN"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i="1" kern="100">
                            <a:latin typeface="Cambria Math" panose="02040503050406030204" pitchFamily="18" charset="0"/>
                            <a:ea typeface="等线" panose="02010600030101010101" pitchFamily="2" charset="-122"/>
                            <a:cs typeface="Times New Roman" panose="02020603050405020304" pitchFamily="18" charset="0"/>
                          </a:rPr>
                          <m:t>𝑘</m:t>
                        </m:r>
                        <m:r>
                          <a:rPr lang="en-US" altLang="zh-CN" i="1" kern="100">
                            <a:latin typeface="Cambria Math" panose="02040503050406030204" pitchFamily="18" charset="0"/>
                            <a:ea typeface="等线" panose="02010600030101010101" pitchFamily="2" charset="-122"/>
                            <a:cs typeface="Times New Roman" panose="02020603050405020304" pitchFamily="18" charset="0"/>
                          </a:rPr>
                          <m:t>=1,2</m:t>
                        </m:r>
                      </m:e>
                    </m:d>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的分布函数为</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5" name="副标题 2">
                <a:extLst>
                  <a:ext uri="{FF2B5EF4-FFF2-40B4-BE49-F238E27FC236}">
                    <a16:creationId xmlns:a16="http://schemas.microsoft.com/office/drawing/2014/main" id="{9C5CAF33-0BC2-4633-85E5-21B2ACD15FC7}"/>
                  </a:ext>
                </a:extLst>
              </p:cNvPr>
              <p:cNvSpPr txBox="1">
                <a:spLocks noRot="1" noChangeAspect="1" noMove="1" noResize="1" noEditPoints="1" noAdjustHandles="1" noChangeArrowheads="1" noChangeShapeType="1" noTextEdit="1"/>
              </p:cNvSpPr>
              <p:nvPr/>
            </p:nvSpPr>
            <p:spPr>
              <a:xfrm>
                <a:off x="640080" y="906602"/>
                <a:ext cx="6021386" cy="506829"/>
              </a:xfrm>
              <a:prstGeom prst="rect">
                <a:avLst/>
              </a:prstGeom>
              <a:blipFill>
                <a:blip r:embed="rId2"/>
                <a:stretch>
                  <a:fillRect l="-1895" b="-365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82F30C5-0BDB-9AD8-3FEB-CEF117525CD2}"/>
                  </a:ext>
                </a:extLst>
              </p:cNvPr>
              <p:cNvSpPr txBox="1"/>
              <p:nvPr/>
            </p:nvSpPr>
            <p:spPr>
              <a:xfrm>
                <a:off x="1741101" y="1367816"/>
                <a:ext cx="4570029" cy="1459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𝐹</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e>
                      </m:d>
                      <m:r>
                        <a:rPr lang="zh-CN" altLang="en-US" sz="2400">
                          <a:latin typeface="Cambria Math" panose="02040503050406030204" pitchFamily="18" charset="0"/>
                        </a:rPr>
                        <m:t>=</m:t>
                      </m:r>
                      <m:d>
                        <m:dPr>
                          <m:begChr m:val="{"/>
                          <m:endChr m:val=""/>
                          <m:ctrlPr>
                            <a:rPr lang="zh-CN" altLang="en-US" sz="2400" i="1">
                              <a:solidFill>
                                <a:srgbClr val="836967"/>
                              </a:solidFill>
                              <a:latin typeface="Cambria Math" panose="02040503050406030204" pitchFamily="18" charset="0"/>
                            </a:rPr>
                          </m:ctrlPr>
                        </m:dPr>
                        <m:e>
                          <m:eqArr>
                            <m:eqArrPr>
                              <m:ctrlPr>
                                <a:rPr lang="zh-CN" altLang="en-US" sz="2400" i="1">
                                  <a:solidFill>
                                    <a:srgbClr val="836967"/>
                                  </a:solidFill>
                                  <a:latin typeface="Cambria Math" panose="02040503050406030204" pitchFamily="18" charset="0"/>
                                </a:rPr>
                              </m:ctrlPr>
                            </m:eqArrPr>
                            <m:e>
                              <m:r>
                                <a:rPr lang="zh-CN" altLang="en-US" sz="2400">
                                  <a:latin typeface="Cambria Math" panose="02040503050406030204" pitchFamily="18" charset="0"/>
                                </a:rPr>
                                <m:t>1−</m:t>
                              </m:r>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𝑒</m:t>
                                  </m:r>
                                </m:e>
                                <m:sup>
                                  <m:r>
                                    <a:rPr lang="zh-CN" altLang="en-US" sz="240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i="1">
                                          <a:latin typeface="Cambria Math" panose="02040503050406030204" pitchFamily="18" charset="0"/>
                                        </a:rPr>
                                        <m:t>𝑥</m:t>
                                      </m:r>
                                    </m:num>
                                    <m:den>
                                      <m:r>
                                        <a:rPr lang="zh-CN" altLang="en-US" sz="2400" i="1">
                                          <a:latin typeface="Cambria Math" panose="02040503050406030204" pitchFamily="18" charset="0"/>
                                        </a:rPr>
                                        <m:t>𝜃</m:t>
                                      </m:r>
                                    </m:den>
                                  </m:f>
                                </m:sup>
                              </m:sSup>
                              <m:r>
                                <a:rPr lang="zh-CN" altLang="en-US" sz="2400">
                                  <a:latin typeface="Cambria Math" panose="02040503050406030204" pitchFamily="18" charset="0"/>
                                </a:rPr>
                                <m:t>，</m:t>
                              </m:r>
                              <m:r>
                                <a:rPr lang="zh-CN" altLang="en-US" sz="2400">
                                  <a:latin typeface="Cambria Math" panose="02040503050406030204" pitchFamily="18" charset="0"/>
                                </a:rPr>
                                <m:t> </m:t>
                              </m:r>
                              <m:r>
                                <a:rPr lang="zh-CN" altLang="en-US" sz="2400" i="1">
                                  <a:latin typeface="Cambria Math" panose="02040503050406030204" pitchFamily="18" charset="0"/>
                                </a:rPr>
                                <m:t>𝑥</m:t>
                              </m:r>
                              <m:r>
                                <a:rPr lang="zh-CN" altLang="en-US" sz="2400">
                                  <a:latin typeface="Cambria Math" panose="02040503050406030204" pitchFamily="18" charset="0"/>
                                </a:rPr>
                                <m:t>&gt;0,</m:t>
                              </m:r>
                            </m:e>
                            <m:e>
                              <m:r>
                                <a:rPr lang="en-US" altLang="zh-CN" sz="2400" i="1">
                                  <a:latin typeface="Cambria Math" panose="02040503050406030204" pitchFamily="18" charset="0"/>
                                </a:rPr>
                                <m:t> </m:t>
                              </m:r>
                            </m:e>
                            <m:e>
                              <m:r>
                                <a:rPr lang="zh-CN" altLang="en-US" sz="2400">
                                  <a:latin typeface="Cambria Math" panose="02040503050406030204" pitchFamily="18" charset="0"/>
                                </a:rPr>
                                <m:t>0</m:t>
                              </m:r>
                              <m:r>
                                <a:rPr lang="zh-CN" altLang="en-US" sz="2400">
                                  <a:latin typeface="Cambria Math" panose="02040503050406030204" pitchFamily="18" charset="0"/>
                                </a:rPr>
                                <m:t>，</m:t>
                              </m:r>
                              <m:r>
                                <a:rPr lang="zh-CN" altLang="en-US" sz="2400">
                                  <a:latin typeface="Cambria Math" panose="02040503050406030204" pitchFamily="18" charset="0"/>
                                </a:rPr>
                                <m:t>            </m:t>
                              </m:r>
                              <m:r>
                                <a:rPr lang="zh-CN" altLang="en-US" sz="2400" i="1">
                                  <a:latin typeface="Cambria Math" panose="02040503050406030204" pitchFamily="18" charset="0"/>
                                </a:rPr>
                                <m:t>𝑥</m:t>
                              </m:r>
                              <m:r>
                                <a:rPr lang="zh-CN" altLang="en-US" sz="2400">
                                  <a:latin typeface="Cambria Math" panose="02040503050406030204" pitchFamily="18" charset="0"/>
                                </a:rPr>
                                <m:t>≤0.  </m:t>
                              </m:r>
                            </m:e>
                          </m:eqArr>
                        </m:e>
                      </m:d>
                    </m:oMath>
                  </m:oMathPara>
                </a14:m>
                <a:endParaRPr lang="zh-CN" altLang="en-US" sz="2400" dirty="0"/>
              </a:p>
            </p:txBody>
          </p:sp>
        </mc:Choice>
        <mc:Fallback xmlns="">
          <p:sp>
            <p:nvSpPr>
              <p:cNvPr id="7" name="文本框 6">
                <a:extLst>
                  <a:ext uri="{FF2B5EF4-FFF2-40B4-BE49-F238E27FC236}">
                    <a16:creationId xmlns:a16="http://schemas.microsoft.com/office/drawing/2014/main" id="{382F30C5-0BDB-9AD8-3FEB-CEF117525CD2}"/>
                  </a:ext>
                </a:extLst>
              </p:cNvPr>
              <p:cNvSpPr txBox="1">
                <a:spLocks noRot="1" noChangeAspect="1" noMove="1" noResize="1" noEditPoints="1" noAdjustHandles="1" noChangeArrowheads="1" noChangeShapeType="1" noTextEdit="1"/>
              </p:cNvSpPr>
              <p:nvPr/>
            </p:nvSpPr>
            <p:spPr>
              <a:xfrm>
                <a:off x="1741101" y="1367816"/>
                <a:ext cx="4570029" cy="1459887"/>
              </a:xfrm>
              <a:prstGeom prst="rect">
                <a:avLst/>
              </a:prstGeom>
              <a:blipFill>
                <a:blip r:embed="rId3"/>
                <a:stretch>
                  <a:fillRect l="-22500" t="-215517" b="-3077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AADEEF6-B802-9A09-D1C3-9C8704108189}"/>
                  </a:ext>
                </a:extLst>
              </p:cNvPr>
              <p:cNvSpPr txBox="1"/>
              <p:nvPr/>
            </p:nvSpPr>
            <p:spPr>
              <a:xfrm>
                <a:off x="640080" y="4434886"/>
                <a:ext cx="3125519" cy="581057"/>
              </a:xfrm>
              <a:prstGeom prst="rect">
                <a:avLst/>
              </a:prstGeom>
              <a:noFill/>
            </p:spPr>
            <p:txBody>
              <a:bodyPr wrap="square">
                <a:spAutoFit/>
              </a:bodyPr>
              <a:lstStyle/>
              <a:p>
                <a:pPr>
                  <a:lnSpc>
                    <a:spcPct val="150000"/>
                  </a:lnSpc>
                </a:pPr>
                <a:r>
                  <a:rPr lang="zh-CN" altLang="en-US" sz="2400" kern="100" dirty="0">
                    <a:latin typeface="微软雅黑" panose="020B0503020204020204" pitchFamily="34" charset="-122"/>
                    <a:ea typeface="微软雅黑" panose="020B0503020204020204" pitchFamily="34" charset="-122"/>
                    <a:cs typeface="Times New Roman" panose="02020603050405020304" pitchFamily="18" charset="0"/>
                  </a:rPr>
                  <a:t>因而</a:t>
                </a:r>
                <a14:m>
                  <m:oMath xmlns:m="http://schemas.openxmlformats.org/officeDocument/2006/math">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𝑁</m:t>
                    </m:r>
                    <m:r>
                      <a:rPr lang="zh-CN" altLang="en-US" sz="2400" i="1" kern="100">
                        <a:latin typeface="Cambria Math" panose="02040503050406030204" pitchFamily="18" charset="0"/>
                        <a:ea typeface="等线" panose="02010600030101010101" pitchFamily="2" charset="-122"/>
                        <a:cs typeface="Times New Roman" panose="02020603050405020304" pitchFamily="18" charset="0"/>
                      </a:rPr>
                      <m:t>的</m:t>
                    </m:r>
                  </m:oMath>
                </a14:m>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概率密度为</a:t>
                </a:r>
              </a:p>
            </p:txBody>
          </p:sp>
        </mc:Choice>
        <mc:Fallback xmlns="">
          <p:sp>
            <p:nvSpPr>
              <p:cNvPr id="8" name="文本框 7">
                <a:extLst>
                  <a:ext uri="{FF2B5EF4-FFF2-40B4-BE49-F238E27FC236}">
                    <a16:creationId xmlns:a16="http://schemas.microsoft.com/office/drawing/2014/main" id="{8AADEEF6-B802-9A09-D1C3-9C8704108189}"/>
                  </a:ext>
                </a:extLst>
              </p:cNvPr>
              <p:cNvSpPr txBox="1">
                <a:spLocks noRot="1" noChangeAspect="1" noMove="1" noResize="1" noEditPoints="1" noAdjustHandles="1" noChangeArrowheads="1" noChangeShapeType="1" noTextEdit="1"/>
              </p:cNvSpPr>
              <p:nvPr/>
            </p:nvSpPr>
            <p:spPr>
              <a:xfrm>
                <a:off x="640080" y="4434886"/>
                <a:ext cx="3125519" cy="581057"/>
              </a:xfrm>
              <a:prstGeom prst="rect">
                <a:avLst/>
              </a:prstGeom>
              <a:blipFill>
                <a:blip r:embed="rId4"/>
                <a:stretch>
                  <a:fillRect l="-3239" b="-212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2F64D788-5081-D04A-71BE-21570C00FD54}"/>
                  </a:ext>
                </a:extLst>
              </p:cNvPr>
              <p:cNvSpPr txBox="1"/>
              <p:nvPr/>
            </p:nvSpPr>
            <p:spPr>
              <a:xfrm>
                <a:off x="640080" y="2773215"/>
                <a:ext cx="8205848" cy="1459887"/>
              </a:xfrm>
              <a:prstGeom prst="rect">
                <a:avLst/>
              </a:prstGeom>
              <a:noFill/>
            </p:spPr>
            <p:txBody>
              <a:bodyPr wrap="square">
                <a:spAutoFit/>
              </a:bodyPr>
              <a:lstStyle/>
              <a:p>
                <a14:m>
                  <m:oMath xmlns:m="http://schemas.openxmlformats.org/officeDocument/2006/math">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𝐹</m:t>
                        </m:r>
                      </m:e>
                      <m:sub>
                        <m:r>
                          <a:rPr lang="zh-CN" altLang="en-US" sz="2400" i="1">
                            <a:latin typeface="Cambria Math" panose="02040503050406030204" pitchFamily="18" charset="0"/>
                          </a:rPr>
                          <m:t>𝑚𝑖𝑛</m:t>
                        </m:r>
                      </m:sub>
                    </m:sSub>
                    <m:d>
                      <m:dPr>
                        <m:ctrlPr>
                          <a:rPr lang="zh-CN" altLang="en-US" sz="2400" i="1">
                            <a:latin typeface="Cambria Math" panose="02040503050406030204" pitchFamily="18" charset="0"/>
                          </a:rPr>
                        </m:ctrlPr>
                      </m:dPr>
                      <m:e>
                        <m:r>
                          <a:rPr lang="zh-CN" altLang="en-US" sz="2400" i="1">
                            <a:latin typeface="Cambria Math" panose="02040503050406030204" pitchFamily="18" charset="0"/>
                          </a:rPr>
                          <m:t>𝑥</m:t>
                        </m:r>
                      </m:e>
                    </m:d>
                    <m:r>
                      <a:rPr lang="en-US" altLang="zh-CN" sz="2400" i="1">
                        <a:latin typeface="Cambria Math" panose="02040503050406030204" pitchFamily="18" charset="0"/>
                      </a:rPr>
                      <m:t>=1−[1−</m:t>
                    </m:r>
                    <m:r>
                      <a:rPr lang="en-US" altLang="zh-CN" sz="2400" i="1">
                        <a:latin typeface="Cambria Math" panose="02040503050406030204" pitchFamily="18" charset="0"/>
                      </a:rPr>
                      <m:t>𝐹</m:t>
                    </m:r>
                    <m:d>
                      <m:dPr>
                        <m:ctrlPr>
                          <a:rPr lang="zh-CN" altLang="zh-CN" sz="2400" i="1">
                            <a:latin typeface="Cambria Math" panose="02040503050406030204" pitchFamily="18" charset="0"/>
                          </a:rPr>
                        </m:ctrlPr>
                      </m:dPr>
                      <m:e>
                        <m:r>
                          <a:rPr lang="en-US" altLang="zh-CN" sz="2400" i="1">
                            <a:latin typeface="Cambria Math" panose="02040503050406030204" pitchFamily="18" charset="0"/>
                          </a:rPr>
                          <m:t>𝑥</m:t>
                        </m:r>
                      </m:e>
                    </m:d>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m:t>
                        </m:r>
                      </m:e>
                      <m:sup>
                        <m:r>
                          <a:rPr lang="en-US" altLang="zh-CN" sz="2400" i="1">
                            <a:latin typeface="Cambria Math" panose="02040503050406030204" pitchFamily="18" charset="0"/>
                          </a:rPr>
                          <m:t>2</m:t>
                        </m:r>
                      </m:sup>
                    </m:sSup>
                  </m:oMath>
                </a14:m>
                <a:r>
                  <a:rPr lang="en-US" altLang="zh-CN" sz="2400" dirty="0"/>
                  <a:t> </a:t>
                </a:r>
                <a14:m>
                  <m:oMath xmlns:m="http://schemas.openxmlformats.org/officeDocument/2006/math">
                    <m:r>
                      <a:rPr lang="en-US" altLang="zh-CN" sz="2400" i="1">
                        <a:latin typeface="Cambria Math" panose="02040503050406030204" pitchFamily="18" charset="0"/>
                      </a:rPr>
                      <m:t>=</m:t>
                    </m:r>
                    <m:d>
                      <m:dPr>
                        <m:begChr m:val="{"/>
                        <m:endChr m:val=""/>
                        <m:ctrlPr>
                          <a:rPr lang="zh-CN" altLang="zh-CN" sz="2400" i="1">
                            <a:latin typeface="Cambria Math" panose="02040503050406030204" pitchFamily="18" charset="0"/>
                          </a:rPr>
                        </m:ctrlPr>
                      </m:dPr>
                      <m:e>
                        <m:eqArr>
                          <m:eqArrPr>
                            <m:ctrlPr>
                              <a:rPr lang="zh-CN" altLang="zh-CN" sz="2400" i="1">
                                <a:latin typeface="Cambria Math" panose="02040503050406030204" pitchFamily="18" charset="0"/>
                              </a:rPr>
                            </m:ctrlPr>
                          </m:eqArrPr>
                          <m:e>
                            <m:r>
                              <a:rPr lang="en-US" altLang="zh-CN" sz="2400" i="1">
                                <a:latin typeface="Cambria Math" panose="02040503050406030204" pitchFamily="18" charset="0"/>
                              </a:rPr>
                              <m:t>1</m:t>
                            </m:r>
                            <m:r>
                              <a:rPr lang="zh-CN" altLang="en-US" sz="2400" i="1">
                                <a:latin typeface="Cambria Math" panose="02040503050406030204" pitchFamily="18" charset="0"/>
                              </a:rPr>
                              <m:t>−</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𝑒</m:t>
                                </m:r>
                              </m:e>
                              <m:sup>
                                <m:r>
                                  <a:rPr lang="en-US" altLang="zh-CN" sz="2400" i="1">
                                    <a:latin typeface="Cambria Math" panose="02040503050406030204" pitchFamily="18" charset="0"/>
                                  </a:rPr>
                                  <m:t>−</m:t>
                                </m:r>
                                <m:f>
                                  <m:fPr>
                                    <m:ctrlPr>
                                      <a:rPr lang="zh-CN" altLang="zh-CN" sz="2400" i="1">
                                        <a:latin typeface="Cambria Math" panose="02040503050406030204" pitchFamily="18" charset="0"/>
                                      </a:rPr>
                                    </m:ctrlPr>
                                  </m:fPr>
                                  <m:num>
                                    <m:r>
                                      <a:rPr lang="en-US" altLang="zh-CN" sz="2400" i="1">
                                        <a:latin typeface="Cambria Math" panose="02040503050406030204" pitchFamily="18" charset="0"/>
                                      </a:rPr>
                                      <m:t>2</m:t>
                                    </m:r>
                                    <m:r>
                                      <a:rPr lang="en-US" altLang="zh-CN" sz="2400" i="1">
                                        <a:latin typeface="Cambria Math" panose="02040503050406030204" pitchFamily="18" charset="0"/>
                                      </a:rPr>
                                      <m:t>𝑥</m:t>
                                    </m:r>
                                  </m:num>
                                  <m:den>
                                    <m:r>
                                      <a:rPr lang="en-US" altLang="zh-CN" sz="2400" i="1">
                                        <a:latin typeface="Cambria Math" panose="02040503050406030204" pitchFamily="18" charset="0"/>
                                      </a:rPr>
                                      <m:t>𝜃</m:t>
                                    </m:r>
                                  </m:den>
                                </m:f>
                              </m:sup>
                            </m:sSup>
                            <m:r>
                              <a:rPr lang="zh-CN" altLang="zh-CN" sz="2400" i="1">
                                <a:latin typeface="Cambria Math" panose="02040503050406030204" pitchFamily="18" charset="0"/>
                              </a:rPr>
                              <m:t>，</m:t>
                            </m:r>
                            <m:r>
                              <a:rPr lang="zh-CN" altLang="zh-CN" sz="2400" i="1">
                                <a:latin typeface="Cambria Math" panose="02040503050406030204" pitchFamily="18" charset="0"/>
                              </a:rPr>
                              <m:t> </m:t>
                            </m:r>
                            <m:r>
                              <a:rPr lang="en-US" altLang="zh-CN" sz="2400" i="1">
                                <a:latin typeface="Cambria Math" panose="02040503050406030204" pitchFamily="18" charset="0"/>
                              </a:rPr>
                              <m:t>𝑥</m:t>
                            </m:r>
                            <m:r>
                              <a:rPr lang="en-US" altLang="zh-CN" sz="2400" i="1">
                                <a:latin typeface="Cambria Math" panose="02040503050406030204" pitchFamily="18" charset="0"/>
                              </a:rPr>
                              <m:t>&gt;0,</m:t>
                            </m:r>
                          </m:e>
                          <m:e>
                            <m:r>
                              <a:rPr lang="en-US" altLang="zh-CN" sz="2400" i="1">
                                <a:latin typeface="Cambria Math" panose="02040503050406030204" pitchFamily="18" charset="0"/>
                              </a:rPr>
                              <m:t> </m:t>
                            </m:r>
                          </m:e>
                          <m:e>
                            <m:r>
                              <a:rPr lang="en-US" altLang="zh-CN" sz="2400" i="1">
                                <a:latin typeface="Cambria Math" panose="02040503050406030204" pitchFamily="18" charset="0"/>
                              </a:rPr>
                              <m:t>0</m:t>
                            </m:r>
                            <m:r>
                              <a:rPr lang="zh-CN" altLang="zh-CN" sz="2400" i="1">
                                <a:latin typeface="Cambria Math" panose="02040503050406030204" pitchFamily="18" charset="0"/>
                              </a:rPr>
                              <m:t>，</m:t>
                            </m:r>
                            <m:r>
                              <a:rPr lang="en-US" altLang="zh-CN" sz="2400" i="1">
                                <a:latin typeface="Cambria Math" panose="02040503050406030204" pitchFamily="18" charset="0"/>
                              </a:rPr>
                              <m:t>             </m:t>
                            </m:r>
                            <m:r>
                              <a:rPr lang="en-US" altLang="zh-CN" sz="2400" i="1">
                                <a:latin typeface="Cambria Math" panose="02040503050406030204" pitchFamily="18" charset="0"/>
                              </a:rPr>
                              <m:t>𝑥</m:t>
                            </m:r>
                            <m:r>
                              <a:rPr lang="en-US" altLang="zh-CN" sz="2400" i="1">
                                <a:latin typeface="Cambria Math" panose="02040503050406030204" pitchFamily="18" charset="0"/>
                              </a:rPr>
                              <m:t>≤0.  </m:t>
                            </m:r>
                          </m:e>
                        </m:eqArr>
                      </m:e>
                    </m:d>
                  </m:oMath>
                </a14:m>
                <a:endParaRPr lang="zh-CN" altLang="en-US" sz="2400" dirty="0"/>
              </a:p>
            </p:txBody>
          </p:sp>
        </mc:Choice>
        <mc:Fallback xmlns="">
          <p:sp>
            <p:nvSpPr>
              <p:cNvPr id="10" name="文本框 9">
                <a:extLst>
                  <a:ext uri="{FF2B5EF4-FFF2-40B4-BE49-F238E27FC236}">
                    <a16:creationId xmlns:a16="http://schemas.microsoft.com/office/drawing/2014/main" id="{2F64D788-5081-D04A-71BE-21570C00FD54}"/>
                  </a:ext>
                </a:extLst>
              </p:cNvPr>
              <p:cNvSpPr txBox="1">
                <a:spLocks noRot="1" noChangeAspect="1" noMove="1" noResize="1" noEditPoints="1" noAdjustHandles="1" noChangeArrowheads="1" noChangeShapeType="1" noTextEdit="1"/>
              </p:cNvSpPr>
              <p:nvPr/>
            </p:nvSpPr>
            <p:spPr>
              <a:xfrm>
                <a:off x="640080" y="2773215"/>
                <a:ext cx="8205848" cy="1459887"/>
              </a:xfrm>
              <a:prstGeom prst="rect">
                <a:avLst/>
              </a:prstGeom>
              <a:blipFill>
                <a:blip r:embed="rId5"/>
                <a:stretch>
                  <a:fillRect l="-155" t="-215517" b="-3077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4BBDBBCE-5D77-C510-9FBC-03DBDF553F20}"/>
                  </a:ext>
                </a:extLst>
              </p:cNvPr>
              <p:cNvSpPr txBox="1"/>
              <p:nvPr/>
            </p:nvSpPr>
            <p:spPr>
              <a:xfrm>
                <a:off x="3536404" y="4154953"/>
                <a:ext cx="4570029" cy="14667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en-US" altLang="zh-CN" sz="2400" i="1">
                              <a:latin typeface="Cambria Math" panose="02040503050406030204" pitchFamily="18" charset="0"/>
                            </a:rPr>
                            <m:t>𝑓</m:t>
                          </m:r>
                        </m:e>
                        <m:sub>
                          <m:r>
                            <a:rPr lang="zh-CN" altLang="en-US" sz="2400" i="1">
                              <a:latin typeface="Cambria Math" panose="02040503050406030204" pitchFamily="18" charset="0"/>
                            </a:rPr>
                            <m:t>𝑚𝑖𝑛</m:t>
                          </m:r>
                        </m:sub>
                      </m:sSub>
                      <m:d>
                        <m:dPr>
                          <m:ctrlPr>
                            <a:rPr lang="zh-CN" altLang="en-US" sz="2400" i="1">
                              <a:latin typeface="Cambria Math" panose="02040503050406030204" pitchFamily="18" charset="0"/>
                            </a:rPr>
                          </m:ctrlPr>
                        </m:dPr>
                        <m:e>
                          <m:r>
                            <a:rPr lang="zh-CN" altLang="en-US" sz="2400" i="1">
                              <a:latin typeface="Cambria Math" panose="02040503050406030204" pitchFamily="18" charset="0"/>
                            </a:rPr>
                            <m:t>𝑥</m:t>
                          </m:r>
                        </m:e>
                      </m:d>
                      <m:r>
                        <a:rPr lang="zh-CN" altLang="en-US" sz="2400">
                          <a:latin typeface="Cambria Math" panose="02040503050406030204" pitchFamily="18" charset="0"/>
                        </a:rPr>
                        <m:t>=</m:t>
                      </m:r>
                      <m:d>
                        <m:dPr>
                          <m:begChr m:val="{"/>
                          <m:endChr m:val=""/>
                          <m:ctrlPr>
                            <a:rPr lang="zh-CN" altLang="en-US" sz="2400" i="1">
                              <a:latin typeface="Cambria Math" panose="02040503050406030204" pitchFamily="18" charset="0"/>
                            </a:rPr>
                          </m:ctrlPr>
                        </m:dPr>
                        <m:e>
                          <m:eqArr>
                            <m:eqArrPr>
                              <m:ctrlPr>
                                <a:rPr lang="zh-CN" altLang="en-US" sz="2400" i="1">
                                  <a:latin typeface="Cambria Math" panose="02040503050406030204" pitchFamily="18" charset="0"/>
                                </a:rPr>
                              </m:ctrlPr>
                            </m:eqArrPr>
                            <m:e>
                              <m:r>
                                <a:rPr lang="zh-CN" altLang="en-US" sz="2400">
                                  <a:latin typeface="Cambria Math" panose="02040503050406030204" pitchFamily="18" charset="0"/>
                                </a:rPr>
                                <m:t>&amp;</m:t>
                              </m:r>
                              <m:f>
                                <m:fPr>
                                  <m:ctrlPr>
                                    <a:rPr lang="zh-CN" altLang="en-US" sz="2400" i="1">
                                      <a:latin typeface="Cambria Math" panose="02040503050406030204" pitchFamily="18" charset="0"/>
                                    </a:rPr>
                                  </m:ctrlPr>
                                </m:fPr>
                                <m:num>
                                  <m:r>
                                    <a:rPr lang="en-US" altLang="zh-CN" sz="2400">
                                      <a:latin typeface="Cambria Math" panose="02040503050406030204" pitchFamily="18" charset="0"/>
                                    </a:rPr>
                                    <m:t>2</m:t>
                                  </m:r>
                                </m:num>
                                <m:den>
                                  <m:r>
                                    <a:rPr lang="zh-CN" altLang="en-US" sz="2400" i="1">
                                      <a:latin typeface="Cambria Math" panose="02040503050406030204" pitchFamily="18" charset="0"/>
                                    </a:rPr>
                                    <m:t>𝜃</m:t>
                                  </m:r>
                                </m:den>
                              </m:f>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𝑒</m:t>
                                  </m:r>
                                </m:e>
                                <m:sup>
                                  <m:r>
                                    <a:rPr lang="zh-CN" altLang="en-US" sz="2400">
                                      <a:latin typeface="Cambria Math" panose="02040503050406030204" pitchFamily="18" charset="0"/>
                                    </a:rPr>
                                    <m:t>−</m:t>
                                  </m:r>
                                  <m:f>
                                    <m:fPr>
                                      <m:ctrlPr>
                                        <a:rPr lang="zh-CN" altLang="en-US" sz="2400" i="1">
                                          <a:latin typeface="Cambria Math" panose="02040503050406030204" pitchFamily="18" charset="0"/>
                                        </a:rPr>
                                      </m:ctrlPr>
                                    </m:fPr>
                                    <m:num>
                                      <m:r>
                                        <a:rPr lang="en-US" altLang="zh-CN" sz="2400" i="1">
                                          <a:latin typeface="Cambria Math" panose="02040503050406030204" pitchFamily="18" charset="0"/>
                                        </a:rPr>
                                        <m:t>2</m:t>
                                      </m:r>
                                      <m:r>
                                        <a:rPr lang="zh-CN" altLang="en-US" sz="2400" i="1">
                                          <a:latin typeface="Cambria Math" panose="02040503050406030204" pitchFamily="18" charset="0"/>
                                        </a:rPr>
                                        <m:t>𝑥</m:t>
                                      </m:r>
                                    </m:num>
                                    <m:den>
                                      <m:r>
                                        <a:rPr lang="zh-CN" altLang="en-US" sz="2400" i="1">
                                          <a:latin typeface="Cambria Math" panose="02040503050406030204" pitchFamily="18" charset="0"/>
                                        </a:rPr>
                                        <m:t>𝜃</m:t>
                                      </m:r>
                                    </m:den>
                                  </m:f>
                                </m:sup>
                              </m:sSup>
                              <m:r>
                                <a:rPr lang="zh-CN" altLang="en-US" sz="2400">
                                  <a:latin typeface="Cambria Math" panose="02040503050406030204" pitchFamily="18" charset="0"/>
                                </a:rPr>
                                <m:t>，</m:t>
                              </m:r>
                              <m:r>
                                <a:rPr lang="zh-CN" altLang="en-US" sz="2400">
                                  <a:latin typeface="Cambria Math" panose="02040503050406030204" pitchFamily="18" charset="0"/>
                                </a:rPr>
                                <m:t> </m:t>
                              </m:r>
                              <m:r>
                                <a:rPr lang="zh-CN" altLang="en-US" sz="2400" i="1">
                                  <a:latin typeface="Cambria Math" panose="02040503050406030204" pitchFamily="18" charset="0"/>
                                </a:rPr>
                                <m:t>𝑥</m:t>
                              </m:r>
                              <m:r>
                                <a:rPr lang="zh-CN" altLang="en-US" sz="2400">
                                  <a:latin typeface="Cambria Math" panose="02040503050406030204" pitchFamily="18" charset="0"/>
                                </a:rPr>
                                <m:t>&gt;0,</m:t>
                              </m:r>
                            </m:e>
                            <m:e>
                              <m:r>
                                <a:rPr lang="zh-CN" altLang="en-US" sz="2400">
                                  <a:latin typeface="Cambria Math" panose="02040503050406030204" pitchFamily="18" charset="0"/>
                                </a:rPr>
                                <m:t>&amp;</m:t>
                              </m:r>
                            </m:e>
                            <m:e>
                              <m:r>
                                <a:rPr lang="zh-CN" altLang="en-US" sz="2400">
                                  <a:latin typeface="Cambria Math" panose="02040503050406030204" pitchFamily="18" charset="0"/>
                                </a:rPr>
                                <m:t>&amp;0</m:t>
                              </m:r>
                              <m:r>
                                <a:rPr lang="zh-CN" altLang="en-US" sz="2400">
                                  <a:latin typeface="Cambria Math" panose="02040503050406030204" pitchFamily="18" charset="0"/>
                                </a:rPr>
                                <m:t>，</m:t>
                              </m:r>
                              <m:r>
                                <a:rPr lang="zh-CN" altLang="en-US" sz="2400">
                                  <a:latin typeface="Cambria Math" panose="02040503050406030204" pitchFamily="18" charset="0"/>
                                </a:rPr>
                                <m:t>           </m:t>
                              </m:r>
                              <m:r>
                                <a:rPr lang="zh-CN" altLang="en-US" sz="2400" i="1">
                                  <a:latin typeface="Cambria Math" panose="02040503050406030204" pitchFamily="18" charset="0"/>
                                </a:rPr>
                                <m:t>𝑥</m:t>
                              </m:r>
                              <m:r>
                                <a:rPr lang="zh-CN" altLang="en-US" sz="2400">
                                  <a:latin typeface="Cambria Math" panose="02040503050406030204" pitchFamily="18" charset="0"/>
                                </a:rPr>
                                <m:t>≤0</m:t>
                              </m:r>
                              <m:r>
                                <a:rPr lang="en-US" altLang="zh-CN" sz="2400" i="1">
                                  <a:latin typeface="Cambria Math" panose="02040503050406030204" pitchFamily="18" charset="0"/>
                                </a:rPr>
                                <m:t>.</m:t>
                              </m:r>
                            </m:e>
                          </m:eqArr>
                        </m:e>
                      </m:d>
                      <m:r>
                        <a:rPr lang="zh-CN" altLang="en-US" sz="2400">
                          <a:latin typeface="Cambria Math" panose="02040503050406030204" pitchFamily="18" charset="0"/>
                        </a:rPr>
                        <m:t> </m:t>
                      </m:r>
                    </m:oMath>
                  </m:oMathPara>
                </a14:m>
                <a:endParaRPr lang="zh-CN" altLang="en-US" sz="2400" dirty="0"/>
              </a:p>
            </p:txBody>
          </p:sp>
        </mc:Choice>
        <mc:Fallback xmlns="">
          <p:sp>
            <p:nvSpPr>
              <p:cNvPr id="13" name="文本框 12">
                <a:extLst>
                  <a:ext uri="{FF2B5EF4-FFF2-40B4-BE49-F238E27FC236}">
                    <a16:creationId xmlns:a16="http://schemas.microsoft.com/office/drawing/2014/main" id="{4BBDBBCE-5D77-C510-9FBC-03DBDF553F20}"/>
                  </a:ext>
                </a:extLst>
              </p:cNvPr>
              <p:cNvSpPr txBox="1">
                <a:spLocks noRot="1" noChangeAspect="1" noMove="1" noResize="1" noEditPoints="1" noAdjustHandles="1" noChangeArrowheads="1" noChangeShapeType="1" noTextEdit="1"/>
              </p:cNvSpPr>
              <p:nvPr/>
            </p:nvSpPr>
            <p:spPr>
              <a:xfrm>
                <a:off x="3536404" y="4154953"/>
                <a:ext cx="4570029" cy="1466748"/>
              </a:xfrm>
              <a:prstGeom prst="rect">
                <a:avLst/>
              </a:prstGeom>
              <a:blipFill>
                <a:blip r:embed="rId6"/>
                <a:stretch>
                  <a:fillRect b="-34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B24B7CFA-2510-B12E-5208-64F91F1A64CB}"/>
                  </a:ext>
                </a:extLst>
              </p:cNvPr>
              <p:cNvSpPr txBox="1"/>
              <p:nvPr/>
            </p:nvSpPr>
            <p:spPr>
              <a:xfrm>
                <a:off x="640079" y="5381742"/>
                <a:ext cx="3125519" cy="581057"/>
              </a:xfrm>
              <a:prstGeom prst="rect">
                <a:avLst/>
              </a:prstGeom>
              <a:noFill/>
            </p:spPr>
            <p:txBody>
              <a:bodyPr wrap="square">
                <a:spAutoFit/>
              </a:bodyPr>
              <a:lstStyle/>
              <a:p>
                <a:pPr>
                  <a:lnSpc>
                    <a:spcPct val="150000"/>
                  </a:lnSpc>
                </a:pPr>
                <a:r>
                  <a:rPr lang="zh-CN" altLang="en-US" sz="2400" kern="100" dirty="0">
                    <a:latin typeface="微软雅黑" panose="020B0503020204020204" pitchFamily="34" charset="-122"/>
                    <a:ea typeface="微软雅黑" panose="020B0503020204020204" pitchFamily="34" charset="-122"/>
                    <a:cs typeface="Times New Roman" panose="02020603050405020304" pitchFamily="18" charset="0"/>
                  </a:rPr>
                  <a:t>于是</a:t>
                </a:r>
                <a14:m>
                  <m:oMath xmlns:m="http://schemas.openxmlformats.org/officeDocument/2006/math">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𝑁</m:t>
                    </m:r>
                    <m:r>
                      <a:rPr lang="zh-CN" altLang="en-US" sz="2400" i="1" kern="100">
                        <a:latin typeface="Cambria Math" panose="02040503050406030204" pitchFamily="18" charset="0"/>
                        <a:ea typeface="等线" panose="02010600030101010101" pitchFamily="2" charset="-122"/>
                        <a:cs typeface="Times New Roman" panose="02020603050405020304" pitchFamily="18" charset="0"/>
                      </a:rPr>
                      <m:t>的</m:t>
                    </m:r>
                  </m:oMath>
                </a14:m>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数学期望为</a:t>
                </a:r>
              </a:p>
            </p:txBody>
          </p:sp>
        </mc:Choice>
        <mc:Fallback xmlns="">
          <p:sp>
            <p:nvSpPr>
              <p:cNvPr id="14" name="文本框 13">
                <a:extLst>
                  <a:ext uri="{FF2B5EF4-FFF2-40B4-BE49-F238E27FC236}">
                    <a16:creationId xmlns:a16="http://schemas.microsoft.com/office/drawing/2014/main" id="{B24B7CFA-2510-B12E-5208-64F91F1A64CB}"/>
                  </a:ext>
                </a:extLst>
              </p:cNvPr>
              <p:cNvSpPr txBox="1">
                <a:spLocks noRot="1" noChangeAspect="1" noMove="1" noResize="1" noEditPoints="1" noAdjustHandles="1" noChangeArrowheads="1" noChangeShapeType="1" noTextEdit="1"/>
              </p:cNvSpPr>
              <p:nvPr/>
            </p:nvSpPr>
            <p:spPr>
              <a:xfrm>
                <a:off x="640079" y="5381742"/>
                <a:ext cx="3125519" cy="581057"/>
              </a:xfrm>
              <a:prstGeom prst="rect">
                <a:avLst/>
              </a:prstGeom>
              <a:blipFill>
                <a:blip r:embed="rId7"/>
                <a:stretch>
                  <a:fillRect l="-3239" b="-234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053D5E6B-20F5-05A1-D18B-F2443B7DA4F8}"/>
                  </a:ext>
                </a:extLst>
              </p:cNvPr>
              <p:cNvSpPr txBox="1"/>
              <p:nvPr/>
            </p:nvSpPr>
            <p:spPr>
              <a:xfrm>
                <a:off x="1296575" y="5877612"/>
                <a:ext cx="6181067" cy="8914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𝐸</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𝑁</m:t>
                          </m:r>
                        </m:e>
                      </m:d>
                      <m:r>
                        <a:rPr lang="zh-CN" altLang="en-US" sz="2400">
                          <a:latin typeface="Cambria Math" panose="02040503050406030204" pitchFamily="18" charset="0"/>
                        </a:rPr>
                        <m:t>=</m:t>
                      </m:r>
                      <m:nary>
                        <m:naryPr>
                          <m:limLoc m:val="subSup"/>
                          <m:grow m:val="on"/>
                          <m:ctrlPr>
                            <a:rPr lang="zh-CN" altLang="en-US" sz="2400" i="1">
                              <a:latin typeface="Cambria Math" panose="02040503050406030204" pitchFamily="18" charset="0"/>
                            </a:rPr>
                          </m:ctrlPr>
                        </m:naryPr>
                        <m:sub>
                          <m:r>
                            <a:rPr lang="zh-CN" altLang="en-US" sz="2400">
                              <a:latin typeface="Cambria Math" panose="02040503050406030204" pitchFamily="18" charset="0"/>
                            </a:rPr>
                            <m:t>−∞</m:t>
                          </m:r>
                        </m:sub>
                        <m:sup>
                          <m:r>
                            <a:rPr lang="zh-CN" altLang="en-US" sz="2400">
                              <a:latin typeface="Cambria Math" panose="02040503050406030204" pitchFamily="18" charset="0"/>
                            </a:rPr>
                            <m:t>∞</m:t>
                          </m:r>
                        </m:sup>
                        <m:e>
                          <m:r>
                            <a:rPr lang="zh-CN" altLang="en-US" sz="2400" i="1">
                              <a:latin typeface="Cambria Math" panose="02040503050406030204" pitchFamily="18" charset="0"/>
                            </a:rPr>
                            <m:t>𝑥</m:t>
                          </m:r>
                        </m:e>
                      </m:nary>
                      <m:sSub>
                        <m:sSubPr>
                          <m:ctrlPr>
                            <a:rPr lang="zh-CN" altLang="en-US" sz="2400" i="1">
                              <a:solidFill>
                                <a:srgbClr val="836967"/>
                              </a:solidFill>
                              <a:latin typeface="Cambria Math" panose="02040503050406030204" pitchFamily="18" charset="0"/>
                            </a:rPr>
                          </m:ctrlPr>
                        </m:sSubPr>
                        <m:e>
                          <m:r>
                            <a:rPr lang="zh-CN" altLang="en-US" sz="2400" i="1">
                              <a:latin typeface="Cambria Math" panose="02040503050406030204" pitchFamily="18" charset="0"/>
                            </a:rPr>
                            <m:t>𝑓</m:t>
                          </m:r>
                        </m:e>
                        <m:sub>
                          <m:r>
                            <a:rPr lang="zh-CN" altLang="en-US" sz="2400" i="1">
                              <a:latin typeface="Cambria Math" panose="02040503050406030204" pitchFamily="18" charset="0"/>
                            </a:rPr>
                            <m:t>𝑚𝑖𝑛</m:t>
                          </m:r>
                        </m:sub>
                      </m:sSub>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e>
                      </m:d>
                      <m:r>
                        <a:rPr lang="zh-CN" altLang="en-US" sz="2400" i="1">
                          <a:latin typeface="Cambria Math" panose="02040503050406030204" pitchFamily="18" charset="0"/>
                        </a:rPr>
                        <m:t>𝑑𝑥</m:t>
                      </m:r>
                      <m:r>
                        <a:rPr lang="zh-CN" altLang="en-US" sz="2400">
                          <a:latin typeface="Cambria Math" panose="02040503050406030204" pitchFamily="18" charset="0"/>
                        </a:rPr>
                        <m:t>=</m:t>
                      </m:r>
                      <m:nary>
                        <m:naryPr>
                          <m:limLoc m:val="subSup"/>
                          <m:grow m:val="on"/>
                          <m:ctrlPr>
                            <a:rPr lang="zh-CN" altLang="en-US" sz="2400" i="1">
                              <a:latin typeface="Cambria Math" panose="02040503050406030204" pitchFamily="18" charset="0"/>
                            </a:rPr>
                          </m:ctrlPr>
                        </m:naryPr>
                        <m:sub>
                          <m:r>
                            <a:rPr lang="zh-CN" altLang="en-US" sz="2400">
                              <a:latin typeface="Cambria Math" panose="02040503050406030204" pitchFamily="18" charset="0"/>
                            </a:rPr>
                            <m:t>0</m:t>
                          </m:r>
                        </m:sub>
                        <m:sup>
                          <m:r>
                            <a:rPr lang="zh-CN" altLang="en-US" sz="2400">
                              <a:latin typeface="Cambria Math" panose="02040503050406030204" pitchFamily="18" charset="0"/>
                            </a:rPr>
                            <m:t>∞</m:t>
                          </m:r>
                        </m:sup>
                        <m:e>
                          <m:f>
                            <m:fPr>
                              <m:ctrlPr>
                                <a:rPr lang="zh-CN" altLang="en-US" sz="2400" i="1">
                                  <a:solidFill>
                                    <a:srgbClr val="836967"/>
                                  </a:solidFill>
                                  <a:latin typeface="Cambria Math" panose="02040503050406030204" pitchFamily="18" charset="0"/>
                                </a:rPr>
                              </m:ctrlPr>
                            </m:fPr>
                            <m:num>
                              <m:r>
                                <a:rPr lang="zh-CN" altLang="en-US" sz="2400">
                                  <a:latin typeface="Cambria Math" panose="02040503050406030204" pitchFamily="18" charset="0"/>
                                </a:rPr>
                                <m:t>2</m:t>
                              </m:r>
                              <m:r>
                                <a:rPr lang="zh-CN" altLang="en-US" sz="2400" i="1">
                                  <a:latin typeface="Cambria Math" panose="02040503050406030204" pitchFamily="18" charset="0"/>
                                </a:rPr>
                                <m:t>𝑥</m:t>
                              </m:r>
                            </m:num>
                            <m:den>
                              <m:r>
                                <a:rPr lang="zh-CN" altLang="en-US" sz="2400" i="1">
                                  <a:latin typeface="Cambria Math" panose="02040503050406030204" pitchFamily="18" charset="0"/>
                                </a:rPr>
                                <m:t>𝜃</m:t>
                              </m:r>
                            </m:den>
                          </m:f>
                        </m:e>
                      </m:nary>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𝑒</m:t>
                          </m:r>
                        </m:e>
                        <m:sup>
                          <m:r>
                            <a:rPr lang="zh-CN" altLang="en-US" sz="240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a:latin typeface="Cambria Math" panose="02040503050406030204" pitchFamily="18" charset="0"/>
                                </a:rPr>
                                <m:t>2</m:t>
                              </m:r>
                              <m:r>
                                <a:rPr lang="zh-CN" altLang="en-US" sz="2400" i="1">
                                  <a:latin typeface="Cambria Math" panose="02040503050406030204" pitchFamily="18" charset="0"/>
                                </a:rPr>
                                <m:t>𝑥</m:t>
                              </m:r>
                            </m:num>
                            <m:den>
                              <m:r>
                                <a:rPr lang="zh-CN" altLang="en-US" sz="2400" i="1">
                                  <a:latin typeface="Cambria Math" panose="02040503050406030204" pitchFamily="18" charset="0"/>
                                </a:rPr>
                                <m:t>𝜃</m:t>
                              </m:r>
                            </m:den>
                          </m:f>
                        </m:sup>
                      </m:sSup>
                      <m:r>
                        <a:rPr lang="zh-CN" altLang="en-US" sz="2400" i="1">
                          <a:latin typeface="Cambria Math" panose="02040503050406030204" pitchFamily="18" charset="0"/>
                        </a:rPr>
                        <m:t>𝑑𝑥</m:t>
                      </m:r>
                      <m:r>
                        <a:rPr lang="zh-CN" altLang="en-US" sz="240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i="1">
                              <a:latin typeface="Cambria Math" panose="02040503050406030204" pitchFamily="18" charset="0"/>
                            </a:rPr>
                            <m:t>𝜃</m:t>
                          </m:r>
                        </m:num>
                        <m:den>
                          <m:r>
                            <a:rPr lang="zh-CN" altLang="en-US" sz="2400">
                              <a:latin typeface="Cambria Math" panose="02040503050406030204" pitchFamily="18" charset="0"/>
                            </a:rPr>
                            <m:t>2</m:t>
                          </m:r>
                        </m:den>
                      </m:f>
                    </m:oMath>
                  </m:oMathPara>
                </a14:m>
                <a:endParaRPr lang="zh-CN" altLang="en-US" sz="2400" dirty="0"/>
              </a:p>
            </p:txBody>
          </p:sp>
        </mc:Choice>
        <mc:Fallback xmlns="">
          <p:sp>
            <p:nvSpPr>
              <p:cNvPr id="16" name="文本框 15">
                <a:extLst>
                  <a:ext uri="{FF2B5EF4-FFF2-40B4-BE49-F238E27FC236}">
                    <a16:creationId xmlns:a16="http://schemas.microsoft.com/office/drawing/2014/main" id="{053D5E6B-20F5-05A1-D18B-F2443B7DA4F8}"/>
                  </a:ext>
                </a:extLst>
              </p:cNvPr>
              <p:cNvSpPr txBox="1">
                <a:spLocks noRot="1" noChangeAspect="1" noMove="1" noResize="1" noEditPoints="1" noAdjustHandles="1" noChangeArrowheads="1" noChangeShapeType="1" noTextEdit="1"/>
              </p:cNvSpPr>
              <p:nvPr/>
            </p:nvSpPr>
            <p:spPr>
              <a:xfrm>
                <a:off x="1296575" y="5877612"/>
                <a:ext cx="6181067" cy="891462"/>
              </a:xfrm>
              <a:prstGeom prst="rect">
                <a:avLst/>
              </a:prstGeom>
              <a:blipFill>
                <a:blip r:embed="rId8"/>
                <a:stretch>
                  <a:fillRect l="-2259" t="-169014" b="-245070"/>
                </a:stretch>
              </a:blipFill>
            </p:spPr>
            <p:txBody>
              <a:bodyPr/>
              <a:lstStyle/>
              <a:p>
                <a:r>
                  <a:rPr lang="zh-CN" altLang="en-US">
                    <a:noFill/>
                  </a:rPr>
                  <a:t> </a:t>
                </a:r>
              </a:p>
            </p:txBody>
          </p:sp>
        </mc:Fallback>
      </mc:AlternateContent>
      <p:cxnSp>
        <p:nvCxnSpPr>
          <p:cNvPr id="4" name="直线连接符 3">
            <a:extLst>
              <a:ext uri="{FF2B5EF4-FFF2-40B4-BE49-F238E27FC236}">
                <a16:creationId xmlns:a16="http://schemas.microsoft.com/office/drawing/2014/main" id="{554B3C2B-8D63-4693-15D7-94C59E65C663}"/>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2D54CE88-8626-4B33-B415-7FD78E507A58}"/>
              </a:ext>
            </a:extLst>
          </p:cNvPr>
          <p:cNvSpPr/>
          <p:nvPr/>
        </p:nvSpPr>
        <p:spPr bwMode="auto">
          <a:xfrm>
            <a:off x="0" y="0"/>
            <a:ext cx="260169" cy="6858000"/>
          </a:xfrm>
          <a:prstGeom prst="rect">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副标题 2">
            <a:extLst>
              <a:ext uri="{FF2B5EF4-FFF2-40B4-BE49-F238E27FC236}">
                <a16:creationId xmlns:a16="http://schemas.microsoft.com/office/drawing/2014/main" id="{2A21E1D7-21A0-DAF7-DA5D-39C787BF14A5}"/>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#6</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Tree>
    <p:extLst>
      <p:ext uri="{BB962C8B-B14F-4D97-AF65-F5344CB8AC3E}">
        <p14:creationId xmlns:p14="http://schemas.microsoft.com/office/powerpoint/2010/main" val="33193192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副标题 2">
                <a:extLst>
                  <a:ext uri="{FF2B5EF4-FFF2-40B4-BE49-F238E27FC236}">
                    <a16:creationId xmlns:a16="http://schemas.microsoft.com/office/drawing/2014/main" id="{D84EDB0C-EE6A-467C-A08E-A9A1E187096D}"/>
                  </a:ext>
                </a:extLst>
              </p:cNvPr>
              <p:cNvSpPr txBox="1">
                <a:spLocks/>
              </p:cNvSpPr>
              <p:nvPr/>
            </p:nvSpPr>
            <p:spPr>
              <a:xfrm>
                <a:off x="471387" y="1014863"/>
                <a:ext cx="8428774" cy="2920336"/>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pPr>
                <a:r>
                  <a:rPr lang="zh-CN" altLang="en-US" dirty="0">
                    <a:solidFill>
                      <a:srgbClr val="FF0000"/>
                    </a:solidFill>
                    <a:latin typeface="Microsoft YaHei" panose="020B0503020204020204" pitchFamily="34" charset="-122"/>
                    <a:ea typeface="Microsoft YaHei" panose="020B0503020204020204" pitchFamily="34" charset="-122"/>
                    <a:cs typeface="Times New Roman" panose="02020603050405020304" pitchFamily="18" charset="0"/>
                  </a:rPr>
                  <a:t>例</a:t>
                </a:r>
                <a:r>
                  <a:rPr lang="en-US" altLang="zh-CN" dirty="0">
                    <a:solidFill>
                      <a:srgbClr val="FF0000"/>
                    </a:solidFill>
                    <a:latin typeface="Microsoft YaHei" panose="020B0503020204020204" pitchFamily="34" charset="-122"/>
                    <a:ea typeface="Microsoft YaHei" panose="020B0503020204020204" pitchFamily="34" charset="-122"/>
                    <a:cs typeface="Times New Roman" panose="02020603050405020304" pitchFamily="18" charset="0"/>
                  </a:rPr>
                  <a:t>    </a:t>
                </a:r>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某商店对某种家用电器的销售采用先使用后付款的方式。记使用寿命为</a:t>
                </a:r>
                <a14:m>
                  <m:oMath xmlns:m="http://schemas.openxmlformats.org/officeDocument/2006/math">
                    <m:r>
                      <a:rPr lang="en-US" altLang="zh-CN" i="1" dirty="0" smtClean="0">
                        <a:latin typeface="Cambria Math" panose="02040503050406030204" pitchFamily="18" charset="0"/>
                        <a:ea typeface="Microsoft YaHei" panose="020B0503020204020204" pitchFamily="34" charset="-122"/>
                        <a:cs typeface="Times New Roman" panose="02020603050405020304" pitchFamily="18" charset="0"/>
                      </a:rPr>
                      <m:t>𝑋</m:t>
                    </m:r>
                  </m:oMath>
                </a14:m>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（以年计），规定：</a:t>
                </a:r>
                <a:endParaRPr lang="en-US" altLang="zh-CN" dirty="0">
                  <a:latin typeface="Microsoft YaHei" panose="020B0503020204020204" pitchFamily="34" charset="-122"/>
                  <a:ea typeface="Microsoft YaHei" panose="020B0503020204020204" pitchFamily="34" charset="-122"/>
                  <a:cs typeface="Times New Roman" panose="02020603050405020304" pitchFamily="18" charset="0"/>
                </a:endParaRPr>
              </a:p>
              <a:p>
                <a:pPr indent="342900" algn="l">
                  <a:lnSpc>
                    <a:spcPct val="120000"/>
                  </a:lnSpc>
                </a:pPr>
                <a14:m>
                  <m:oMath xmlns:m="http://schemas.openxmlformats.org/officeDocument/2006/math">
                    <m:r>
                      <a:rPr lang="en-US" altLang="zh-CN" i="1" dirty="0" smtClean="0">
                        <a:latin typeface="Cambria Math" panose="02040503050406030204" pitchFamily="18" charset="0"/>
                        <a:ea typeface="Microsoft YaHei" panose="020B0503020204020204" pitchFamily="34" charset="-122"/>
                        <a:cs typeface="Times New Roman" panose="02020603050405020304" pitchFamily="18" charset="0"/>
                      </a:rPr>
                      <m:t>𝑋</m:t>
                    </m:r>
                    <m:r>
                      <a:rPr lang="en-US" altLang="zh-CN" i="1" dirty="0" smtClean="0">
                        <a:latin typeface="Cambria Math" panose="02040503050406030204" pitchFamily="18" charset="0"/>
                        <a:ea typeface="Microsoft YaHei" panose="020B0503020204020204" pitchFamily="34" charset="-122"/>
                        <a:cs typeface="Times New Roman" panose="02020603050405020304" pitchFamily="18" charset="0"/>
                      </a:rPr>
                      <m:t>≤1</m:t>
                    </m:r>
                  </m:oMath>
                </a14:m>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，一台付款</a:t>
                </a:r>
                <a:r>
                  <a:rPr lang="en-US" altLang="zh-CN" dirty="0">
                    <a:latin typeface="Microsoft YaHei" panose="020B0503020204020204" pitchFamily="34" charset="-122"/>
                    <a:ea typeface="Microsoft YaHei" panose="020B0503020204020204" pitchFamily="34" charset="-122"/>
                    <a:cs typeface="Times New Roman" panose="02020603050405020304" pitchFamily="18" charset="0"/>
                  </a:rPr>
                  <a:t>1500</a:t>
                </a:r>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元；</a:t>
                </a:r>
              </a:p>
              <a:p>
                <a:pPr indent="342900" algn="l">
                  <a:lnSpc>
                    <a:spcPct val="120000"/>
                  </a:lnSpc>
                </a:pPr>
                <a14:m>
                  <m:oMath xmlns:m="http://schemas.openxmlformats.org/officeDocument/2006/math">
                    <m:r>
                      <a:rPr lang="en-US" altLang="zh-CN" i="1" dirty="0" smtClean="0">
                        <a:latin typeface="Cambria Math" panose="02040503050406030204" pitchFamily="18" charset="0"/>
                        <a:ea typeface="Microsoft YaHei" panose="020B0503020204020204" pitchFamily="34" charset="-122"/>
                        <a:cs typeface="Times New Roman" panose="02020603050405020304" pitchFamily="18" charset="0"/>
                      </a:rPr>
                      <m:t>1&lt;</m:t>
                    </m:r>
                    <m:r>
                      <a:rPr lang="en-US" altLang="zh-CN" i="1" dirty="0" smtClean="0">
                        <a:latin typeface="Cambria Math" panose="02040503050406030204" pitchFamily="18" charset="0"/>
                        <a:ea typeface="Microsoft YaHei" panose="020B0503020204020204" pitchFamily="34" charset="-122"/>
                        <a:cs typeface="Times New Roman" panose="02020603050405020304" pitchFamily="18" charset="0"/>
                      </a:rPr>
                      <m:t>𝑋</m:t>
                    </m:r>
                    <m:r>
                      <a:rPr lang="en-US" altLang="zh-CN" i="1" dirty="0" smtClean="0">
                        <a:latin typeface="Cambria Math" panose="02040503050406030204" pitchFamily="18" charset="0"/>
                        <a:ea typeface="Microsoft YaHei" panose="020B0503020204020204" pitchFamily="34" charset="-122"/>
                        <a:cs typeface="Times New Roman" panose="02020603050405020304" pitchFamily="18" charset="0"/>
                      </a:rPr>
                      <m:t>≤2</m:t>
                    </m:r>
                  </m:oMath>
                </a14:m>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，一台付款</a:t>
                </a:r>
                <a:r>
                  <a:rPr lang="en-US" altLang="zh-CN" dirty="0">
                    <a:latin typeface="Microsoft YaHei" panose="020B0503020204020204" pitchFamily="34" charset="-122"/>
                    <a:ea typeface="Microsoft YaHei" panose="020B0503020204020204" pitchFamily="34" charset="-122"/>
                    <a:cs typeface="Times New Roman" panose="02020603050405020304" pitchFamily="18" charset="0"/>
                  </a:rPr>
                  <a:t>2000</a:t>
                </a:r>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元；</a:t>
                </a:r>
              </a:p>
              <a:p>
                <a:pPr indent="342900" algn="l">
                  <a:lnSpc>
                    <a:spcPct val="120000"/>
                  </a:lnSpc>
                </a:pPr>
                <a14:m>
                  <m:oMath xmlns:m="http://schemas.openxmlformats.org/officeDocument/2006/math">
                    <m:r>
                      <a:rPr lang="en-US" altLang="zh-CN" i="1" dirty="0" smtClean="0">
                        <a:latin typeface="Cambria Math" panose="02040503050406030204" pitchFamily="18" charset="0"/>
                        <a:ea typeface="Microsoft YaHei" panose="020B0503020204020204" pitchFamily="34" charset="-122"/>
                        <a:cs typeface="Times New Roman" panose="02020603050405020304" pitchFamily="18" charset="0"/>
                      </a:rPr>
                      <m:t>2&lt;</m:t>
                    </m:r>
                    <m:r>
                      <a:rPr lang="en-US" altLang="zh-CN" i="1" dirty="0" smtClean="0">
                        <a:latin typeface="Cambria Math" panose="02040503050406030204" pitchFamily="18" charset="0"/>
                        <a:ea typeface="Microsoft YaHei" panose="020B0503020204020204" pitchFamily="34" charset="-122"/>
                        <a:cs typeface="Times New Roman" panose="02020603050405020304" pitchFamily="18" charset="0"/>
                      </a:rPr>
                      <m:t>𝑋</m:t>
                    </m:r>
                    <m:r>
                      <a:rPr lang="en-US" altLang="zh-CN" i="1" dirty="0" smtClean="0">
                        <a:latin typeface="Cambria Math" panose="02040503050406030204" pitchFamily="18" charset="0"/>
                        <a:ea typeface="Microsoft YaHei" panose="020B0503020204020204" pitchFamily="34" charset="-122"/>
                        <a:cs typeface="Times New Roman" panose="02020603050405020304" pitchFamily="18" charset="0"/>
                      </a:rPr>
                      <m:t>≤3</m:t>
                    </m:r>
                  </m:oMath>
                </a14:m>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，一台付款</a:t>
                </a:r>
                <a:r>
                  <a:rPr lang="en-US" altLang="zh-CN" dirty="0">
                    <a:latin typeface="Microsoft YaHei" panose="020B0503020204020204" pitchFamily="34" charset="-122"/>
                    <a:ea typeface="Microsoft YaHei" panose="020B0503020204020204" pitchFamily="34" charset="-122"/>
                    <a:cs typeface="Times New Roman" panose="02020603050405020304" pitchFamily="18" charset="0"/>
                  </a:rPr>
                  <a:t>2500</a:t>
                </a:r>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元；</a:t>
                </a:r>
              </a:p>
              <a:p>
                <a:pPr indent="342900" algn="l">
                  <a:lnSpc>
                    <a:spcPct val="120000"/>
                  </a:lnSpc>
                </a:pPr>
                <a14:m>
                  <m:oMath xmlns:m="http://schemas.openxmlformats.org/officeDocument/2006/math">
                    <m:r>
                      <a:rPr lang="en-US" altLang="zh-CN" i="1" dirty="0" smtClean="0">
                        <a:latin typeface="Cambria Math" panose="02040503050406030204" pitchFamily="18" charset="0"/>
                        <a:ea typeface="Microsoft YaHei" panose="020B0503020204020204" pitchFamily="34" charset="-122"/>
                        <a:cs typeface="Times New Roman" panose="02020603050405020304" pitchFamily="18" charset="0"/>
                      </a:rPr>
                      <m:t>𝑋</m:t>
                    </m:r>
                    <m:r>
                      <a:rPr lang="en-US" altLang="zh-CN" i="1" dirty="0" smtClean="0">
                        <a:latin typeface="Cambria Math" panose="02040503050406030204" pitchFamily="18" charset="0"/>
                        <a:ea typeface="Microsoft YaHei" panose="020B0503020204020204" pitchFamily="34" charset="-122"/>
                        <a:cs typeface="Times New Roman" panose="02020603050405020304" pitchFamily="18" charset="0"/>
                      </a:rPr>
                      <m:t>&gt;3</m:t>
                    </m:r>
                  </m:oMath>
                </a14:m>
                <a:r>
                  <a:rPr lang="en-US" altLang="zh-CN" dirty="0">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一台付款</a:t>
                </a:r>
                <a:r>
                  <a:rPr lang="en-US" altLang="zh-CN" dirty="0">
                    <a:latin typeface="Microsoft YaHei" panose="020B0503020204020204" pitchFamily="34" charset="-122"/>
                    <a:ea typeface="Microsoft YaHei" panose="020B0503020204020204" pitchFamily="34" charset="-122"/>
                    <a:cs typeface="Times New Roman" panose="02020603050405020304" pitchFamily="18" charset="0"/>
                  </a:rPr>
                  <a:t>3000</a:t>
                </a:r>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元。</a:t>
                </a:r>
              </a:p>
              <a:p>
                <a:pPr algn="l">
                  <a:lnSpc>
                    <a:spcPct val="120000"/>
                  </a:lnSpc>
                </a:pPr>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设寿命</a:t>
                </a:r>
                <a14:m>
                  <m:oMath xmlns:m="http://schemas.openxmlformats.org/officeDocument/2006/math">
                    <m:r>
                      <a:rPr lang="en-US" altLang="zh-CN" i="1" dirty="0" smtClean="0">
                        <a:latin typeface="Cambria Math" panose="02040503050406030204" pitchFamily="18" charset="0"/>
                        <a:ea typeface="Microsoft YaHei" panose="020B0503020204020204" pitchFamily="34" charset="-122"/>
                        <a:cs typeface="Times New Roman" panose="02020603050405020304" pitchFamily="18" charset="0"/>
                      </a:rPr>
                      <m:t>𝑋</m:t>
                    </m:r>
                  </m:oMath>
                </a14:m>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服从指数分布，概率密度为</a:t>
                </a:r>
              </a:p>
              <a:p>
                <a:pPr algn="l">
                  <a:lnSpc>
                    <a:spcPct val="150000"/>
                  </a:lnSpc>
                </a:pPr>
                <a:endParaRPr lang="zh-CN" altLang="en-US" dirty="0">
                  <a:latin typeface="Microsoft YaHei" panose="020B0503020204020204" pitchFamily="34" charset="-122"/>
                  <a:ea typeface="Microsoft YaHei" panose="020B0503020204020204" pitchFamily="34" charset="-122"/>
                  <a:cs typeface="Times New Roman" panose="02020603050405020304" pitchFamily="18" charset="0"/>
                </a:endParaRPr>
              </a:p>
            </p:txBody>
          </p:sp>
        </mc:Choice>
        <mc:Fallback xmlns="">
          <p:sp>
            <p:nvSpPr>
              <p:cNvPr id="5" name="副标题 2">
                <a:extLst>
                  <a:ext uri="{FF2B5EF4-FFF2-40B4-BE49-F238E27FC236}">
                    <a16:creationId xmlns:a16="http://schemas.microsoft.com/office/drawing/2014/main" id="{D84EDB0C-EE6A-467C-A08E-A9A1E187096D}"/>
                  </a:ext>
                </a:extLst>
              </p:cNvPr>
              <p:cNvSpPr txBox="1">
                <a:spLocks noRot="1" noChangeAspect="1" noMove="1" noResize="1" noEditPoints="1" noAdjustHandles="1" noChangeArrowheads="1" noChangeShapeType="1" noTextEdit="1"/>
              </p:cNvSpPr>
              <p:nvPr/>
            </p:nvSpPr>
            <p:spPr>
              <a:xfrm>
                <a:off x="471387" y="1014863"/>
                <a:ext cx="8428774" cy="2920336"/>
              </a:xfrm>
              <a:prstGeom prst="rect">
                <a:avLst/>
              </a:prstGeom>
              <a:blipFill>
                <a:blip r:embed="rId2"/>
                <a:stretch>
                  <a:fillRect l="-1353" t="-431" r="-1353" b="-327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副标题 2">
                <a:extLst>
                  <a:ext uri="{FF2B5EF4-FFF2-40B4-BE49-F238E27FC236}">
                    <a16:creationId xmlns:a16="http://schemas.microsoft.com/office/drawing/2014/main" id="{9C53C49E-8284-4DA1-BDD6-C475A1808E44}"/>
                  </a:ext>
                </a:extLst>
              </p:cNvPr>
              <p:cNvSpPr txBox="1">
                <a:spLocks/>
              </p:cNvSpPr>
              <p:nvPr/>
            </p:nvSpPr>
            <p:spPr>
              <a:xfrm>
                <a:off x="471387" y="6037330"/>
                <a:ext cx="8048828" cy="715082"/>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试求该商店一台这种家用电器收费</a:t>
                </a:r>
                <a14:m>
                  <m:oMath xmlns:m="http://schemas.openxmlformats.org/officeDocument/2006/math">
                    <m:r>
                      <a:rPr lang="en-US" altLang="zh-CN" i="1" dirty="0" smtClean="0">
                        <a:latin typeface="Cambria Math" panose="02040503050406030204" pitchFamily="18" charset="0"/>
                        <a:ea typeface="Microsoft YaHei" panose="020B0503020204020204" pitchFamily="34" charset="-122"/>
                        <a:cs typeface="Times New Roman" panose="02020603050405020304" pitchFamily="18" charset="0"/>
                      </a:rPr>
                      <m:t>𝑌</m:t>
                    </m:r>
                  </m:oMath>
                </a14:m>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的数学期望。</a:t>
                </a:r>
                <a:endParaRPr lang="en-US" altLang="zh-CN" dirty="0">
                  <a:latin typeface="Microsoft YaHei" panose="020B0503020204020204" pitchFamily="34" charset="-122"/>
                  <a:ea typeface="Microsoft YaHei" panose="020B0503020204020204" pitchFamily="34" charset="-122"/>
                  <a:cs typeface="Times New Roman" panose="02020603050405020304" pitchFamily="18" charset="0"/>
                </a:endParaRPr>
              </a:p>
            </p:txBody>
          </p:sp>
        </mc:Choice>
        <mc:Fallback xmlns="">
          <p:sp>
            <p:nvSpPr>
              <p:cNvPr id="7" name="副标题 2">
                <a:extLst>
                  <a:ext uri="{FF2B5EF4-FFF2-40B4-BE49-F238E27FC236}">
                    <a16:creationId xmlns:a16="http://schemas.microsoft.com/office/drawing/2014/main" id="{9C53C49E-8284-4DA1-BDD6-C475A1808E44}"/>
                  </a:ext>
                </a:extLst>
              </p:cNvPr>
              <p:cNvSpPr txBox="1">
                <a:spLocks noRot="1" noChangeAspect="1" noMove="1" noResize="1" noEditPoints="1" noAdjustHandles="1" noChangeArrowheads="1" noChangeShapeType="1" noTextEdit="1"/>
              </p:cNvSpPr>
              <p:nvPr/>
            </p:nvSpPr>
            <p:spPr>
              <a:xfrm>
                <a:off x="471387" y="6037330"/>
                <a:ext cx="8048828" cy="715082"/>
              </a:xfrm>
              <a:prstGeom prst="rect">
                <a:avLst/>
              </a:prstGeom>
              <a:blipFill>
                <a:blip r:embed="rId3"/>
                <a:stretch>
                  <a:fillRect l="-14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AB4615C-503A-F36A-EB39-0550B09BC02D}"/>
                  </a:ext>
                </a:extLst>
              </p:cNvPr>
              <p:cNvSpPr txBox="1"/>
              <p:nvPr/>
            </p:nvSpPr>
            <p:spPr>
              <a:xfrm>
                <a:off x="4130040" y="4481807"/>
                <a:ext cx="4573937" cy="14608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𝑓</m:t>
                      </m:r>
                      <m:d>
                        <m:dPr>
                          <m:ctrlPr>
                            <a:rPr lang="zh-CN" altLang="en-US" sz="2400" i="1">
                              <a:solidFill>
                                <a:srgbClr val="836967"/>
                              </a:solidFill>
                              <a:latin typeface="Cambria Math" panose="02040503050406030204" pitchFamily="18" charset="0"/>
                            </a:rPr>
                          </m:ctrlPr>
                        </m:dPr>
                        <m:e>
                          <m:r>
                            <a:rPr lang="zh-CN" altLang="en-US" sz="2400" i="1">
                              <a:latin typeface="Cambria Math" panose="02040503050406030204" pitchFamily="18" charset="0"/>
                            </a:rPr>
                            <m:t>𝑥</m:t>
                          </m:r>
                        </m:e>
                      </m:d>
                      <m:r>
                        <a:rPr lang="zh-CN" altLang="en-US" sz="2400">
                          <a:latin typeface="Cambria Math" panose="02040503050406030204" pitchFamily="18" charset="0"/>
                        </a:rPr>
                        <m:t>=</m:t>
                      </m:r>
                      <m:d>
                        <m:dPr>
                          <m:begChr m:val="{"/>
                          <m:endChr m:val=""/>
                          <m:ctrlPr>
                            <a:rPr lang="zh-CN" altLang="en-US" sz="2400" i="1">
                              <a:solidFill>
                                <a:srgbClr val="836967"/>
                              </a:solidFill>
                              <a:latin typeface="Cambria Math" panose="02040503050406030204" pitchFamily="18" charset="0"/>
                            </a:rPr>
                          </m:ctrlPr>
                        </m:dPr>
                        <m:e>
                          <m:eqArr>
                            <m:eqArrPr>
                              <m:ctrlPr>
                                <a:rPr lang="zh-CN" altLang="en-US" sz="2400" i="1">
                                  <a:solidFill>
                                    <a:srgbClr val="836967"/>
                                  </a:solidFill>
                                  <a:latin typeface="Cambria Math" panose="02040503050406030204" pitchFamily="18" charset="0"/>
                                </a:rPr>
                              </m:ctrlPr>
                            </m:eqArrPr>
                            <m:e>
                              <m:r>
                                <a:rPr lang="zh-CN" altLang="en-US" sz="2400">
                                  <a:latin typeface="Cambria Math" panose="02040503050406030204" pitchFamily="18" charset="0"/>
                                </a:rPr>
                                <m:t>&amp;</m:t>
                              </m:r>
                              <m:f>
                                <m:fPr>
                                  <m:ctrlPr>
                                    <a:rPr lang="zh-CN" altLang="en-US" sz="2400" i="1">
                                      <a:solidFill>
                                        <a:srgbClr val="836967"/>
                                      </a:solidFill>
                                      <a:latin typeface="Cambria Math" panose="02040503050406030204" pitchFamily="18" charset="0"/>
                                    </a:rPr>
                                  </m:ctrlPr>
                                </m:fPr>
                                <m:num>
                                  <m:r>
                                    <a:rPr lang="zh-CN" altLang="en-US" sz="2400">
                                      <a:latin typeface="Cambria Math" panose="02040503050406030204" pitchFamily="18" charset="0"/>
                                    </a:rPr>
                                    <m:t>1</m:t>
                                  </m:r>
                                </m:num>
                                <m:den>
                                  <m:r>
                                    <a:rPr lang="zh-CN" altLang="en-US" sz="2400">
                                      <a:latin typeface="Cambria Math" panose="02040503050406030204" pitchFamily="18" charset="0"/>
                                    </a:rPr>
                                    <m:t>10</m:t>
                                  </m:r>
                                </m:den>
                              </m:f>
                              <m:sSup>
                                <m:sSupPr>
                                  <m:ctrlPr>
                                    <a:rPr lang="zh-CN" altLang="en-US" sz="2400" i="1">
                                      <a:solidFill>
                                        <a:srgbClr val="836967"/>
                                      </a:solidFill>
                                      <a:latin typeface="Cambria Math" panose="02040503050406030204" pitchFamily="18" charset="0"/>
                                    </a:rPr>
                                  </m:ctrlPr>
                                </m:sSupPr>
                                <m:e>
                                  <m:r>
                                    <a:rPr lang="zh-CN" altLang="en-US" sz="2400" i="1">
                                      <a:latin typeface="Cambria Math" panose="02040503050406030204" pitchFamily="18" charset="0"/>
                                    </a:rPr>
                                    <m:t>𝑒</m:t>
                                  </m:r>
                                </m:e>
                                <m:sup>
                                  <m:r>
                                    <a:rPr lang="zh-CN" altLang="en-US" sz="240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i="1">
                                          <a:latin typeface="Cambria Math" panose="02040503050406030204" pitchFamily="18" charset="0"/>
                                        </a:rPr>
                                        <m:t>𝑥</m:t>
                                      </m:r>
                                    </m:num>
                                    <m:den>
                                      <m:r>
                                        <a:rPr lang="zh-CN" altLang="en-US" sz="2400">
                                          <a:latin typeface="Cambria Math" panose="02040503050406030204" pitchFamily="18" charset="0"/>
                                        </a:rPr>
                                        <m:t>10</m:t>
                                      </m:r>
                                    </m:den>
                                  </m:f>
                                </m:sup>
                              </m:sSup>
                              <m:r>
                                <a:rPr lang="zh-CN" altLang="en-US" sz="2400">
                                  <a:latin typeface="Cambria Math" panose="02040503050406030204" pitchFamily="18" charset="0"/>
                                </a:rPr>
                                <m:t>,</m:t>
                              </m:r>
                              <m:r>
                                <a:rPr lang="en-US" altLang="zh-CN" sz="2400">
                                  <a:latin typeface="Cambria Math" panose="02040503050406030204" pitchFamily="18" charset="0"/>
                                </a:rPr>
                                <m:t> </m:t>
                              </m:r>
                              <m:r>
                                <a:rPr lang="en-US" altLang="zh-CN" sz="2400" i="1">
                                  <a:latin typeface="Cambria Math" panose="02040503050406030204" pitchFamily="18" charset="0"/>
                                </a:rPr>
                                <m:t> </m:t>
                              </m:r>
                              <m:r>
                                <a:rPr lang="zh-CN" altLang="en-US" sz="2400" i="1">
                                  <a:latin typeface="Cambria Math" panose="02040503050406030204" pitchFamily="18" charset="0"/>
                                </a:rPr>
                                <m:t>𝑥</m:t>
                              </m:r>
                              <m:r>
                                <a:rPr lang="zh-CN" altLang="en-US" sz="2400">
                                  <a:latin typeface="Cambria Math" panose="02040503050406030204" pitchFamily="18" charset="0"/>
                                </a:rPr>
                                <m:t>&gt;0</m:t>
                              </m:r>
                            </m:e>
                            <m:e>
                              <m:r>
                                <a:rPr lang="zh-CN" altLang="en-US" sz="2400">
                                  <a:latin typeface="Cambria Math" panose="02040503050406030204" pitchFamily="18" charset="0"/>
                                </a:rPr>
                                <m:t>&amp; </m:t>
                              </m:r>
                            </m:e>
                            <m:e>
                              <m:r>
                                <a:rPr lang="zh-CN" altLang="en-US" sz="2400">
                                  <a:latin typeface="Cambria Math" panose="02040503050406030204" pitchFamily="18" charset="0"/>
                                </a:rPr>
                                <m:t>&amp;0,           </m:t>
                              </m:r>
                              <m:r>
                                <a:rPr lang="en-US" altLang="zh-CN" sz="2400">
                                  <a:latin typeface="Cambria Math" panose="02040503050406030204" pitchFamily="18" charset="0"/>
                                </a:rPr>
                                <m:t>   </m:t>
                              </m:r>
                              <m:r>
                                <a:rPr lang="zh-CN" altLang="en-US" sz="2400">
                                  <a:latin typeface="Cambria Math" panose="02040503050406030204" pitchFamily="18" charset="0"/>
                                </a:rPr>
                                <m:t> </m:t>
                              </m:r>
                              <m:r>
                                <a:rPr lang="zh-CN" altLang="en-US" sz="2400" i="1">
                                  <a:latin typeface="Cambria Math" panose="02040503050406030204" pitchFamily="18" charset="0"/>
                                </a:rPr>
                                <m:t>𝑥</m:t>
                              </m:r>
                              <m:r>
                                <a:rPr lang="zh-CN" altLang="en-US" sz="2400">
                                  <a:latin typeface="Cambria Math" panose="02040503050406030204" pitchFamily="18" charset="0"/>
                                </a:rPr>
                                <m:t>≤0</m:t>
                              </m:r>
                            </m:e>
                          </m:eqArr>
                        </m:e>
                      </m:d>
                    </m:oMath>
                  </m:oMathPara>
                </a14:m>
                <a:endParaRPr lang="zh-CN" altLang="en-US" sz="2400" dirty="0"/>
              </a:p>
            </p:txBody>
          </p:sp>
        </mc:Choice>
        <mc:Fallback xmlns="">
          <p:sp>
            <p:nvSpPr>
              <p:cNvPr id="8" name="文本框 7">
                <a:extLst>
                  <a:ext uri="{FF2B5EF4-FFF2-40B4-BE49-F238E27FC236}">
                    <a16:creationId xmlns:a16="http://schemas.microsoft.com/office/drawing/2014/main" id="{AAB4615C-503A-F36A-EB39-0550B09BC02D}"/>
                  </a:ext>
                </a:extLst>
              </p:cNvPr>
              <p:cNvSpPr txBox="1">
                <a:spLocks noRot="1" noChangeAspect="1" noMove="1" noResize="1" noEditPoints="1" noAdjustHandles="1" noChangeArrowheads="1" noChangeShapeType="1" noTextEdit="1"/>
              </p:cNvSpPr>
              <p:nvPr/>
            </p:nvSpPr>
            <p:spPr>
              <a:xfrm>
                <a:off x="4130040" y="4481807"/>
                <a:ext cx="4573937" cy="1460849"/>
              </a:xfrm>
              <a:prstGeom prst="rect">
                <a:avLst/>
              </a:prstGeom>
              <a:blipFill>
                <a:blip r:embed="rId4"/>
                <a:stretch>
                  <a:fillRect b="-3419"/>
                </a:stretch>
              </a:blipFill>
            </p:spPr>
            <p:txBody>
              <a:bodyPr/>
              <a:lstStyle/>
              <a:p>
                <a:r>
                  <a:rPr lang="zh-CN" altLang="en-US">
                    <a:noFill/>
                  </a:rPr>
                  <a:t> </a:t>
                </a:r>
              </a:p>
            </p:txBody>
          </p:sp>
        </mc:Fallback>
      </mc:AlternateContent>
      <p:cxnSp>
        <p:nvCxnSpPr>
          <p:cNvPr id="4" name="直线连接符 3">
            <a:extLst>
              <a:ext uri="{FF2B5EF4-FFF2-40B4-BE49-F238E27FC236}">
                <a16:creationId xmlns:a16="http://schemas.microsoft.com/office/drawing/2014/main" id="{0C5B8DE2-1CA2-9527-732B-C4A833D76913}"/>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副标题 2">
            <a:extLst>
              <a:ext uri="{FF2B5EF4-FFF2-40B4-BE49-F238E27FC236}">
                <a16:creationId xmlns:a16="http://schemas.microsoft.com/office/drawing/2014/main" id="{FCD80654-5034-E6D7-8FF6-0EE03D0BE5EF}"/>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#7</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
        <p:nvSpPr>
          <p:cNvPr id="9" name="矩形 8">
            <a:extLst>
              <a:ext uri="{FF2B5EF4-FFF2-40B4-BE49-F238E27FC236}">
                <a16:creationId xmlns:a16="http://schemas.microsoft.com/office/drawing/2014/main" id="{A28A963A-3585-5234-BE44-27D051EDCC8C}"/>
              </a:ext>
            </a:extLst>
          </p:cNvPr>
          <p:cNvSpPr/>
          <p:nvPr/>
        </p:nvSpPr>
        <p:spPr bwMode="auto">
          <a:xfrm>
            <a:off x="0" y="0"/>
            <a:ext cx="260169" cy="6858000"/>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23246084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副标题 2">
                <a:extLst>
                  <a:ext uri="{FF2B5EF4-FFF2-40B4-BE49-F238E27FC236}">
                    <a16:creationId xmlns:a16="http://schemas.microsoft.com/office/drawing/2014/main" id="{9C5CAF33-0BC2-4633-85E5-21B2ACD15FC7}"/>
                  </a:ext>
                </a:extLst>
              </p:cNvPr>
              <p:cNvSpPr txBox="1">
                <a:spLocks/>
              </p:cNvSpPr>
              <p:nvPr/>
            </p:nvSpPr>
            <p:spPr>
              <a:xfrm>
                <a:off x="355206" y="888452"/>
                <a:ext cx="8203931" cy="506829"/>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解      先求出寿命</a:t>
                </a:r>
                <a14:m>
                  <m:oMath xmlns:m="http://schemas.openxmlformats.org/officeDocument/2006/math">
                    <m:r>
                      <a:rPr lang="en-US" altLang="zh-CN" i="1" dirty="0" smtClean="0">
                        <a:latin typeface="Cambria Math" panose="02040503050406030204" pitchFamily="18" charset="0"/>
                        <a:ea typeface="Microsoft YaHei" panose="020B0503020204020204" pitchFamily="34" charset="-122"/>
                        <a:cs typeface="Times New Roman" panose="02020603050405020304" pitchFamily="18" charset="0"/>
                      </a:rPr>
                      <m:t>𝑋</m:t>
                    </m:r>
                  </m:oMath>
                </a14:m>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落在各个时间区间的概率。即有</a:t>
                </a:r>
                <a:endParaRPr lang="en-US" altLang="zh-CN" dirty="0">
                  <a:latin typeface="Microsoft YaHei" panose="020B0503020204020204" pitchFamily="34" charset="-122"/>
                  <a:ea typeface="Microsoft YaHei" panose="020B0503020204020204" pitchFamily="34" charset="-122"/>
                  <a:cs typeface="Times New Roman" panose="02020603050405020304" pitchFamily="18" charset="0"/>
                </a:endParaRPr>
              </a:p>
            </p:txBody>
          </p:sp>
        </mc:Choice>
        <mc:Fallback xmlns="">
          <p:sp>
            <p:nvSpPr>
              <p:cNvPr id="5" name="副标题 2">
                <a:extLst>
                  <a:ext uri="{FF2B5EF4-FFF2-40B4-BE49-F238E27FC236}">
                    <a16:creationId xmlns:a16="http://schemas.microsoft.com/office/drawing/2014/main" id="{9C5CAF33-0BC2-4633-85E5-21B2ACD15FC7}"/>
                  </a:ext>
                </a:extLst>
              </p:cNvPr>
              <p:cNvSpPr txBox="1">
                <a:spLocks noRot="1" noChangeAspect="1" noMove="1" noResize="1" noEditPoints="1" noAdjustHandles="1" noChangeArrowheads="1" noChangeShapeType="1" noTextEdit="1"/>
              </p:cNvSpPr>
              <p:nvPr/>
            </p:nvSpPr>
            <p:spPr>
              <a:xfrm>
                <a:off x="355206" y="888452"/>
                <a:ext cx="8203931" cy="506829"/>
              </a:xfrm>
              <a:prstGeom prst="rect">
                <a:avLst/>
              </a:prstGeom>
              <a:blipFill>
                <a:blip r:embed="rId2"/>
                <a:stretch>
                  <a:fillRect l="-1391" b="-4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AADEEF6-B802-9A09-D1C3-9C8704108189}"/>
                  </a:ext>
                </a:extLst>
              </p:cNvPr>
              <p:cNvSpPr txBox="1"/>
              <p:nvPr/>
            </p:nvSpPr>
            <p:spPr>
              <a:xfrm>
                <a:off x="318984" y="6001764"/>
                <a:ext cx="8276376" cy="581057"/>
              </a:xfrm>
              <a:prstGeom prst="rect">
                <a:avLst/>
              </a:prstGeom>
              <a:noFill/>
            </p:spPr>
            <p:txBody>
              <a:bodyPr wrap="square">
                <a:spAutoFit/>
              </a:bodyPr>
              <a:lstStyle/>
              <a:p>
                <a:pPr>
                  <a:lnSpc>
                    <a:spcPct val="150000"/>
                  </a:lnSpc>
                </a:pPr>
                <a:r>
                  <a:rPr lang="zh-CN" altLang="en-US" sz="2400" kern="100" dirty="0">
                    <a:latin typeface="Microsoft YaHei" panose="020B0503020204020204" pitchFamily="34" charset="-122"/>
                    <a:ea typeface="Microsoft YaHei" panose="020B0503020204020204" pitchFamily="34" charset="-122"/>
                    <a:cs typeface="Times New Roman" panose="02020603050405020304" pitchFamily="18" charset="0"/>
                  </a:rPr>
                  <a:t>得</a:t>
                </a:r>
                <a14:m>
                  <m:oMath xmlns:m="http://schemas.openxmlformats.org/officeDocument/2006/math">
                    <m:r>
                      <a:rPr lang="zh-CN" altLang="en-US" sz="2400" i="1">
                        <a:latin typeface="Cambria Math" panose="02040503050406030204" pitchFamily="18" charset="0"/>
                      </a:rPr>
                      <m:t>𝐸</m:t>
                    </m:r>
                    <m:d>
                      <m:dPr>
                        <m:ctrlPr>
                          <a:rPr lang="zh-CN" altLang="en-US" sz="2400" i="1">
                            <a:latin typeface="Cambria Math" panose="02040503050406030204" pitchFamily="18" charset="0"/>
                          </a:rPr>
                        </m:ctrlPr>
                      </m:dPr>
                      <m:e>
                        <m:r>
                          <a:rPr lang="en-US" altLang="zh-CN" sz="2400" i="1">
                            <a:latin typeface="Cambria Math" panose="02040503050406030204" pitchFamily="18" charset="0"/>
                          </a:rPr>
                          <m:t>𝑌</m:t>
                        </m:r>
                      </m:e>
                    </m:d>
                    <m:r>
                      <a:rPr lang="zh-CN" altLang="en-US" sz="2400" i="1">
                        <a:latin typeface="Cambria Math" panose="02040503050406030204" pitchFamily="18" charset="0"/>
                      </a:rPr>
                      <m:t> </m:t>
                    </m:r>
                  </m:oMath>
                </a14:m>
                <a:r>
                  <a:rPr lang="en-US" altLang="zh-CN" sz="2400" kern="100" dirty="0">
                    <a:latin typeface="Microsoft YaHei" panose="020B0503020204020204" pitchFamily="34" charset="-122"/>
                    <a:ea typeface="Microsoft YaHei" panose="020B0503020204020204" pitchFamily="34" charset="-122"/>
                    <a:cs typeface="Times New Roman" panose="02020603050405020304" pitchFamily="18" charset="0"/>
                  </a:rPr>
                  <a:t>=2732.15,</a:t>
                </a:r>
                <a:r>
                  <a:rPr lang="zh-CN" altLang="en-US" sz="2400" kern="100" dirty="0">
                    <a:latin typeface="Microsoft YaHei" panose="020B0503020204020204" pitchFamily="34" charset="-122"/>
                    <a:ea typeface="Microsoft YaHei" panose="020B0503020204020204" pitchFamily="34" charset="-122"/>
                    <a:cs typeface="Times New Roman" panose="02020603050405020304" pitchFamily="18" charset="0"/>
                  </a:rPr>
                  <a:t>即平均一台收费</a:t>
                </a:r>
                <a:r>
                  <a:rPr lang="en-US" altLang="zh-CN" sz="2400" kern="100" dirty="0">
                    <a:latin typeface="Microsoft YaHei" panose="020B0503020204020204" pitchFamily="34" charset="-122"/>
                    <a:ea typeface="Microsoft YaHei" panose="020B0503020204020204" pitchFamily="34" charset="-122"/>
                    <a:cs typeface="Times New Roman" panose="02020603050405020304" pitchFamily="18" charset="0"/>
                  </a:rPr>
                  <a:t>2732.15</a:t>
                </a:r>
                <a:r>
                  <a:rPr lang="zh-CN" altLang="en-US" sz="2400" kern="100" dirty="0">
                    <a:latin typeface="Microsoft YaHei" panose="020B0503020204020204" pitchFamily="34" charset="-122"/>
                    <a:ea typeface="Microsoft YaHei" panose="020B0503020204020204" pitchFamily="34" charset="-122"/>
                    <a:cs typeface="Times New Roman" panose="02020603050405020304" pitchFamily="18" charset="0"/>
                  </a:rPr>
                  <a:t>元。</a:t>
                </a:r>
                <a:endPar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8AADEEF6-B802-9A09-D1C3-9C8704108189}"/>
                  </a:ext>
                </a:extLst>
              </p:cNvPr>
              <p:cNvSpPr txBox="1">
                <a:spLocks noRot="1" noChangeAspect="1" noMove="1" noResize="1" noEditPoints="1" noAdjustHandles="1" noChangeArrowheads="1" noChangeShapeType="1" noTextEdit="1"/>
              </p:cNvSpPr>
              <p:nvPr/>
            </p:nvSpPr>
            <p:spPr>
              <a:xfrm>
                <a:off x="318984" y="6001764"/>
                <a:ext cx="8276376" cy="581057"/>
              </a:xfrm>
              <a:prstGeom prst="rect">
                <a:avLst/>
              </a:prstGeom>
              <a:blipFill>
                <a:blip r:embed="rId3"/>
                <a:stretch>
                  <a:fillRect l="-1072" b="-212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CE9C7AB-327A-E7A7-F057-4DA55BD00B7E}"/>
                  </a:ext>
                </a:extLst>
              </p:cNvPr>
              <p:cNvSpPr txBox="1"/>
              <p:nvPr/>
            </p:nvSpPr>
            <p:spPr>
              <a:xfrm>
                <a:off x="318984" y="4333953"/>
                <a:ext cx="6181068" cy="580865"/>
              </a:xfrm>
              <a:prstGeom prst="rect">
                <a:avLst/>
              </a:prstGeom>
              <a:noFill/>
            </p:spPr>
            <p:txBody>
              <a:bodyPr wrap="square">
                <a:spAutoFit/>
              </a:bodyPr>
              <a:lstStyle/>
              <a:p>
                <a:pPr>
                  <a:lnSpc>
                    <a:spcPct val="1500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一台家用电器收费</a:t>
                </a:r>
                <a14:m>
                  <m:oMath xmlns:m="http://schemas.openxmlformats.org/officeDocument/2006/math">
                    <m:r>
                      <a:rPr lang="en-US" altLang="zh-CN" sz="2400" i="1" dirty="0" smtClean="0">
                        <a:latin typeface="Cambria Math" panose="02040503050406030204" pitchFamily="18" charset="0"/>
                        <a:ea typeface="Microsoft YaHei" panose="020B0503020204020204" pitchFamily="34" charset="-122"/>
                        <a:cs typeface="Times New Roman" panose="02020603050405020304" pitchFamily="18" charset="0"/>
                      </a:rPr>
                      <m:t>𝑌</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（以元计）的分布律为</a:t>
                </a:r>
              </a:p>
            </p:txBody>
          </p:sp>
        </mc:Choice>
        <mc:Fallback xmlns="">
          <p:sp>
            <p:nvSpPr>
              <p:cNvPr id="11" name="文本框 10">
                <a:extLst>
                  <a:ext uri="{FF2B5EF4-FFF2-40B4-BE49-F238E27FC236}">
                    <a16:creationId xmlns:a16="http://schemas.microsoft.com/office/drawing/2014/main" id="{ACE9C7AB-327A-E7A7-F057-4DA55BD00B7E}"/>
                  </a:ext>
                </a:extLst>
              </p:cNvPr>
              <p:cNvSpPr txBox="1">
                <a:spLocks noRot="1" noChangeAspect="1" noMove="1" noResize="1" noEditPoints="1" noAdjustHandles="1" noChangeArrowheads="1" noChangeShapeType="1" noTextEdit="1"/>
              </p:cNvSpPr>
              <p:nvPr/>
            </p:nvSpPr>
            <p:spPr>
              <a:xfrm>
                <a:off x="318984" y="4333953"/>
                <a:ext cx="6181068" cy="580865"/>
              </a:xfrm>
              <a:prstGeom prst="rect">
                <a:avLst/>
              </a:prstGeom>
              <a:blipFill>
                <a:blip r:embed="rId4"/>
                <a:stretch>
                  <a:fillRect l="-1434" b="-239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2" name="表格 11">
                <a:extLst>
                  <a:ext uri="{FF2B5EF4-FFF2-40B4-BE49-F238E27FC236}">
                    <a16:creationId xmlns:a16="http://schemas.microsoft.com/office/drawing/2014/main" id="{60FACC75-DCF1-7200-3051-B579D0BD543C}"/>
                  </a:ext>
                </a:extLst>
              </p:cNvPr>
              <p:cNvGraphicFramePr>
                <a:graphicFrameLocks noGrp="1"/>
              </p:cNvGraphicFramePr>
              <p:nvPr/>
            </p:nvGraphicFramePr>
            <p:xfrm>
              <a:off x="1227649" y="5024668"/>
              <a:ext cx="5184000" cy="918000"/>
            </p:xfrm>
            <a:graphic>
              <a:graphicData uri="http://schemas.openxmlformats.org/drawingml/2006/table">
                <a:tbl>
                  <a:tblPr bandRow="1">
                    <a:tableStyleId>{5C22544A-7EE6-4342-B048-85BDC9FD1C3A}</a:tableStyleId>
                  </a:tblPr>
                  <a:tblGrid>
                    <a:gridCol w="864000">
                      <a:extLst>
                        <a:ext uri="{9D8B030D-6E8A-4147-A177-3AD203B41FA5}">
                          <a16:colId xmlns:a16="http://schemas.microsoft.com/office/drawing/2014/main" val="2138047336"/>
                        </a:ext>
                      </a:extLst>
                    </a:gridCol>
                    <a:gridCol w="1080000">
                      <a:extLst>
                        <a:ext uri="{9D8B030D-6E8A-4147-A177-3AD203B41FA5}">
                          <a16:colId xmlns:a16="http://schemas.microsoft.com/office/drawing/2014/main" val="1848776000"/>
                        </a:ext>
                      </a:extLst>
                    </a:gridCol>
                    <a:gridCol w="1080000">
                      <a:extLst>
                        <a:ext uri="{9D8B030D-6E8A-4147-A177-3AD203B41FA5}">
                          <a16:colId xmlns:a16="http://schemas.microsoft.com/office/drawing/2014/main" val="248266210"/>
                        </a:ext>
                      </a:extLst>
                    </a:gridCol>
                    <a:gridCol w="1080000">
                      <a:extLst>
                        <a:ext uri="{9D8B030D-6E8A-4147-A177-3AD203B41FA5}">
                          <a16:colId xmlns:a16="http://schemas.microsoft.com/office/drawing/2014/main" val="1948440265"/>
                        </a:ext>
                      </a:extLst>
                    </a:gridCol>
                    <a:gridCol w="1080000">
                      <a:extLst>
                        <a:ext uri="{9D8B030D-6E8A-4147-A177-3AD203B41FA5}">
                          <a16:colId xmlns:a16="http://schemas.microsoft.com/office/drawing/2014/main" val="648300048"/>
                        </a:ext>
                      </a:extLst>
                    </a:gridCol>
                  </a:tblGrid>
                  <a:tr h="459000">
                    <a:tc>
                      <a:txBody>
                        <a:bodyPr/>
                        <a:lstStyle/>
                        <a:p>
                          <a:pPr algn="ctr"/>
                          <a14:m>
                            <m:oMathPara xmlns:m="http://schemas.openxmlformats.org/officeDocument/2006/math">
                              <m:oMathParaPr>
                                <m:jc m:val="centerGroup"/>
                              </m:oMathParaPr>
                              <m:oMath xmlns:m="http://schemas.openxmlformats.org/officeDocument/2006/math">
                                <m:r>
                                  <a:rPr lang="en-US" altLang="zh-CN" sz="1800" b="0" i="1" smtClean="0">
                                    <a:latin typeface="Cambria Math" panose="02040503050406030204" pitchFamily="18" charset="0"/>
                                  </a:rPr>
                                  <m:t>𝑌</m:t>
                                </m:r>
                              </m:oMath>
                            </m:oMathPara>
                          </a14:m>
                          <a:endParaRPr lang="zh-CN" altLang="en-US" sz="1800" dirty="0"/>
                        </a:p>
                      </a:txBody>
                      <a:tcPr marL="68580" marR="68580" marT="34290" marB="34290"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1500</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2000</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2500</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3000</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8186712"/>
                      </a:ext>
                    </a:extLst>
                  </a:tr>
                  <a:tr h="459000">
                    <a:tc>
                      <a:txBody>
                        <a:bodyPr/>
                        <a:lstStyle/>
                        <a:p>
                          <a:pPr algn="ctr"/>
                          <a14:m>
                            <m:oMathPara xmlns:m="http://schemas.openxmlformats.org/officeDocument/2006/math">
                              <m:oMathParaPr>
                                <m:jc m:val="centerGroup"/>
                              </m:oMathParaPr>
                              <m:oMath xmlns:m="http://schemas.openxmlformats.org/officeDocument/2006/math">
                                <m:sSub>
                                  <m:sSubPr>
                                    <m:ctrlPr>
                                      <a:rPr lang="zh-CN" altLang="en-US" sz="1800" i="1" smtClean="0">
                                        <a:latin typeface="Cambria Math" panose="02040503050406030204" pitchFamily="18" charset="0"/>
                                      </a:rPr>
                                    </m:ctrlPr>
                                  </m:sSubPr>
                                  <m:e>
                                    <m:r>
                                      <a:rPr lang="zh-CN" altLang="en-US" sz="1800" i="1">
                                        <a:latin typeface="Cambria Math" panose="02040503050406030204" pitchFamily="18" charset="0"/>
                                      </a:rPr>
                                      <m:t>𝑝</m:t>
                                    </m:r>
                                  </m:e>
                                  <m:sub>
                                    <m:r>
                                      <a:rPr lang="zh-CN" altLang="en-US" sz="1800" i="1">
                                        <a:latin typeface="Cambria Math" panose="02040503050406030204" pitchFamily="18" charset="0"/>
                                      </a:rPr>
                                      <m:t>𝑘</m:t>
                                    </m:r>
                                  </m:sub>
                                </m:sSub>
                              </m:oMath>
                            </m:oMathPara>
                          </a14:m>
                          <a:endParaRPr lang="zh-CN" altLang="en-US" sz="1800" dirty="0"/>
                        </a:p>
                      </a:txBody>
                      <a:tcPr marL="68580" marR="68580" marT="34290" marB="3429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tc>
                      <a:txBody>
                        <a:bodyPr/>
                        <a:lstStyle/>
                        <a:p>
                          <a:pPr algn="ctr"/>
                          <a:r>
                            <a:rPr lang="en-US" altLang="zh-CN" sz="1800" dirty="0">
                              <a:latin typeface="Times New Roman" panose="02020603050405020304" pitchFamily="18" charset="0"/>
                              <a:cs typeface="Times New Roman" panose="02020603050405020304" pitchFamily="18" charset="0"/>
                            </a:rPr>
                            <a:t>0.0952</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noFill/>
                      </a:tcPr>
                    </a:tc>
                    <a:tc>
                      <a:txBody>
                        <a:bodyPr/>
                        <a:lstStyle/>
                        <a:p>
                          <a:pPr algn="ctr"/>
                          <a14:m>
                            <m:oMathPara xmlns:m="http://schemas.openxmlformats.org/officeDocument/2006/math">
                              <m:oMathParaPr>
                                <m:jc m:val="centerGroup"/>
                              </m:oMathParaPr>
                              <m:oMath xmlns:m="http://schemas.openxmlformats.org/officeDocument/2006/math">
                                <m:r>
                                  <a:rPr lang="en-US" altLang="zh-CN" sz="1800" i="1" kern="1200" smtClean="0">
                                    <a:solidFill>
                                      <a:schemeClr val="dk1"/>
                                    </a:solidFill>
                                    <a:effectLst/>
                                    <a:latin typeface="Cambria Math" panose="02040503050406030204" pitchFamily="18" charset="0"/>
                                    <a:ea typeface="+mn-ea"/>
                                    <a:cs typeface="+mn-cs"/>
                                  </a:rPr>
                                  <m:t>0</m:t>
                                </m:r>
                                <m:r>
                                  <a:rPr lang="en-US" altLang="zh-CN" sz="1800" b="0" i="1" kern="1200" smtClean="0">
                                    <a:solidFill>
                                      <a:schemeClr val="dk1"/>
                                    </a:solidFill>
                                    <a:effectLst/>
                                    <a:latin typeface="Cambria Math" panose="02040503050406030204" pitchFamily="18" charset="0"/>
                                    <a:ea typeface="+mn-ea"/>
                                    <a:cs typeface="+mn-cs"/>
                                  </a:rPr>
                                  <m:t>.0861</m:t>
                                </m:r>
                              </m:oMath>
                            </m:oMathPara>
                          </a14:m>
                          <a:endParaRPr lang="zh-CN" altLang="en-US" sz="1800" dirty="0">
                            <a:latin typeface="Times New Roman" panose="02020603050405020304" pitchFamily="18" charset="0"/>
                            <a:cs typeface="Times New Roman" panose="02020603050405020304" pitchFamily="18" charset="0"/>
                          </a:endParaRPr>
                        </a:p>
                      </a:txBody>
                      <a:tcPr marL="68580" marR="68580" marT="34290" marB="34290" anchor="ctr">
                        <a:lnT w="19050" cap="flat" cmpd="sng" algn="ctr">
                          <a:solidFill>
                            <a:schemeClr val="tx1"/>
                          </a:solidFill>
                          <a:prstDash val="solid"/>
                          <a:round/>
                          <a:headEnd type="none" w="med" len="med"/>
                          <a:tailEnd type="none" w="med" len="med"/>
                        </a:lnT>
                        <a:noFill/>
                      </a:tcPr>
                    </a:tc>
                    <a:tc>
                      <a:txBody>
                        <a:bodyPr/>
                        <a:lstStyle/>
                        <a:p>
                          <a:pPr algn="ctr"/>
                          <a14:m>
                            <m:oMathPara xmlns:m="http://schemas.openxmlformats.org/officeDocument/2006/math">
                              <m:oMathParaPr>
                                <m:jc m:val="centerGroup"/>
                              </m:oMathParaPr>
                              <m:oMath xmlns:m="http://schemas.openxmlformats.org/officeDocument/2006/math">
                                <m:r>
                                  <a:rPr lang="en-US" altLang="zh-CN" sz="1800" i="1" kern="1200" smtClean="0">
                                    <a:solidFill>
                                      <a:schemeClr val="dk1"/>
                                    </a:solidFill>
                                    <a:effectLst/>
                                    <a:latin typeface="Cambria Math" panose="02040503050406030204" pitchFamily="18" charset="0"/>
                                    <a:ea typeface="+mn-ea"/>
                                    <a:cs typeface="+mn-cs"/>
                                  </a:rPr>
                                  <m:t>0</m:t>
                                </m:r>
                                <m:r>
                                  <a:rPr lang="en-US" altLang="zh-CN" sz="1800" b="0" i="1" kern="1200" smtClean="0">
                                    <a:solidFill>
                                      <a:schemeClr val="dk1"/>
                                    </a:solidFill>
                                    <a:effectLst/>
                                    <a:latin typeface="Cambria Math" panose="02040503050406030204" pitchFamily="18" charset="0"/>
                                    <a:ea typeface="+mn-ea"/>
                                    <a:cs typeface="+mn-cs"/>
                                  </a:rPr>
                                  <m:t>.0779</m:t>
                                </m:r>
                              </m:oMath>
                            </m:oMathPara>
                          </a14:m>
                          <a:endParaRPr lang="zh-CN" altLang="en-US" sz="1800" dirty="0">
                            <a:latin typeface="Times New Roman" panose="02020603050405020304" pitchFamily="18" charset="0"/>
                            <a:cs typeface="Times New Roman" panose="02020603050405020304" pitchFamily="18" charset="0"/>
                          </a:endParaRPr>
                        </a:p>
                      </a:txBody>
                      <a:tcPr marL="68580" marR="68580" marT="34290" marB="34290" anchor="ctr">
                        <a:lnT w="19050" cap="flat" cmpd="sng" algn="ctr">
                          <a:solidFill>
                            <a:schemeClr val="tx1"/>
                          </a:solidFill>
                          <a:prstDash val="solid"/>
                          <a:round/>
                          <a:headEnd type="none" w="med" len="med"/>
                          <a:tailEnd type="none" w="med" len="med"/>
                        </a:lnT>
                        <a:noFill/>
                      </a:tcPr>
                    </a:tc>
                    <a:tc>
                      <a:txBody>
                        <a:bodyPr/>
                        <a:lstStyle/>
                        <a:p>
                          <a:pPr algn="ctr"/>
                          <a14:m>
                            <m:oMathPara xmlns:m="http://schemas.openxmlformats.org/officeDocument/2006/math">
                              <m:oMathParaPr>
                                <m:jc m:val="centerGroup"/>
                              </m:oMathParaPr>
                              <m:oMath xmlns:m="http://schemas.openxmlformats.org/officeDocument/2006/math">
                                <m:r>
                                  <a:rPr lang="en-US" altLang="zh-CN" sz="1800" i="1" kern="1200" smtClean="0">
                                    <a:solidFill>
                                      <a:schemeClr val="dk1"/>
                                    </a:solidFill>
                                    <a:effectLst/>
                                    <a:latin typeface="Cambria Math" panose="02040503050406030204" pitchFamily="18" charset="0"/>
                                    <a:ea typeface="+mn-ea"/>
                                    <a:cs typeface="+mn-cs"/>
                                  </a:rPr>
                                  <m:t>0</m:t>
                                </m:r>
                                <m:r>
                                  <a:rPr lang="en-US" altLang="zh-CN" sz="1800" b="0" i="1" kern="1200" smtClean="0">
                                    <a:solidFill>
                                      <a:schemeClr val="dk1"/>
                                    </a:solidFill>
                                    <a:effectLst/>
                                    <a:latin typeface="Cambria Math" panose="02040503050406030204" pitchFamily="18" charset="0"/>
                                    <a:ea typeface="+mn-ea"/>
                                    <a:cs typeface="+mn-cs"/>
                                  </a:rPr>
                                  <m:t>.7408</m:t>
                                </m:r>
                              </m:oMath>
                            </m:oMathPara>
                          </a14:m>
                          <a:endParaRPr lang="zh-CN" altLang="en-US" sz="1800" dirty="0">
                            <a:latin typeface="Times New Roman" panose="02020603050405020304" pitchFamily="18" charset="0"/>
                            <a:cs typeface="Times New Roman" panose="02020603050405020304" pitchFamily="18" charset="0"/>
                          </a:endParaRPr>
                        </a:p>
                      </a:txBody>
                      <a:tcPr marL="68580" marR="68580" marT="34290" marB="34290" anchor="ctr">
                        <a:lnT w="190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43209496"/>
                      </a:ext>
                    </a:extLst>
                  </a:tr>
                </a:tbl>
              </a:graphicData>
            </a:graphic>
          </p:graphicFrame>
        </mc:Choice>
        <mc:Fallback xmlns="">
          <p:graphicFrame>
            <p:nvGraphicFramePr>
              <p:cNvPr id="12" name="表格 11">
                <a:extLst>
                  <a:ext uri="{FF2B5EF4-FFF2-40B4-BE49-F238E27FC236}">
                    <a16:creationId xmlns:a16="http://schemas.microsoft.com/office/drawing/2014/main" id="{60FACC75-DCF1-7200-3051-B579D0BD543C}"/>
                  </a:ext>
                </a:extLst>
              </p:cNvPr>
              <p:cNvGraphicFramePr>
                <a:graphicFrameLocks noGrp="1"/>
              </p:cNvGraphicFramePr>
              <p:nvPr>
                <p:extLst>
                  <p:ext uri="{D42A27DB-BD31-4B8C-83A1-F6EECF244321}">
                    <p14:modId xmlns:p14="http://schemas.microsoft.com/office/powerpoint/2010/main" val="2419196203"/>
                  </p:ext>
                </p:extLst>
              </p:nvPr>
            </p:nvGraphicFramePr>
            <p:xfrm>
              <a:off x="1227649" y="5024668"/>
              <a:ext cx="5184000" cy="918000"/>
            </p:xfrm>
            <a:graphic>
              <a:graphicData uri="http://schemas.openxmlformats.org/drawingml/2006/table">
                <a:tbl>
                  <a:tblPr bandRow="1">
                    <a:tableStyleId>{5C22544A-7EE6-4342-B048-85BDC9FD1C3A}</a:tableStyleId>
                  </a:tblPr>
                  <a:tblGrid>
                    <a:gridCol w="864000">
                      <a:extLst>
                        <a:ext uri="{9D8B030D-6E8A-4147-A177-3AD203B41FA5}">
                          <a16:colId xmlns:a16="http://schemas.microsoft.com/office/drawing/2014/main" val="2138047336"/>
                        </a:ext>
                      </a:extLst>
                    </a:gridCol>
                    <a:gridCol w="1080000">
                      <a:extLst>
                        <a:ext uri="{9D8B030D-6E8A-4147-A177-3AD203B41FA5}">
                          <a16:colId xmlns:a16="http://schemas.microsoft.com/office/drawing/2014/main" val="1848776000"/>
                        </a:ext>
                      </a:extLst>
                    </a:gridCol>
                    <a:gridCol w="1080000">
                      <a:extLst>
                        <a:ext uri="{9D8B030D-6E8A-4147-A177-3AD203B41FA5}">
                          <a16:colId xmlns:a16="http://schemas.microsoft.com/office/drawing/2014/main" val="248266210"/>
                        </a:ext>
                      </a:extLst>
                    </a:gridCol>
                    <a:gridCol w="1080000">
                      <a:extLst>
                        <a:ext uri="{9D8B030D-6E8A-4147-A177-3AD203B41FA5}">
                          <a16:colId xmlns:a16="http://schemas.microsoft.com/office/drawing/2014/main" val="1948440265"/>
                        </a:ext>
                      </a:extLst>
                    </a:gridCol>
                    <a:gridCol w="1080000">
                      <a:extLst>
                        <a:ext uri="{9D8B030D-6E8A-4147-A177-3AD203B41FA5}">
                          <a16:colId xmlns:a16="http://schemas.microsoft.com/office/drawing/2014/main" val="648300048"/>
                        </a:ext>
                      </a:extLst>
                    </a:gridCol>
                  </a:tblGrid>
                  <a:tr h="459000">
                    <a:tc>
                      <a:txBody>
                        <a:bodyPr/>
                        <a:lstStyle/>
                        <a:p>
                          <a:endParaRPr lang="zh-CN"/>
                        </a:p>
                      </a:txBody>
                      <a:tcPr marL="68580" marR="68580" marT="34290" marB="34290"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5"/>
                          <a:stretch>
                            <a:fillRect r="-504412" b="-108108"/>
                          </a:stretch>
                        </a:blipFill>
                      </a:tcPr>
                    </a:tc>
                    <a:tc>
                      <a:txBody>
                        <a:bodyPr/>
                        <a:lstStyle/>
                        <a:p>
                          <a:pPr algn="ctr"/>
                          <a:r>
                            <a:rPr lang="en-US" altLang="zh-CN" sz="1800" dirty="0">
                              <a:latin typeface="Times New Roman" panose="02020603050405020304" pitchFamily="18" charset="0"/>
                              <a:cs typeface="Times New Roman" panose="02020603050405020304" pitchFamily="18" charset="0"/>
                            </a:rPr>
                            <a:t>1500</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2000</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2500</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3000</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8186712"/>
                      </a:ext>
                    </a:extLst>
                  </a:tr>
                  <a:tr h="459000">
                    <a:tc>
                      <a:txBody>
                        <a:bodyPr/>
                        <a:lstStyle/>
                        <a:p>
                          <a:endParaRPr lang="zh-CN"/>
                        </a:p>
                      </a:txBody>
                      <a:tcPr marL="68580" marR="68580" marT="34290" marB="3429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5"/>
                          <a:stretch>
                            <a:fillRect t="-102778" r="-504412" b="-11111"/>
                          </a:stretch>
                        </a:blipFill>
                      </a:tcPr>
                    </a:tc>
                    <a:tc>
                      <a:txBody>
                        <a:bodyPr/>
                        <a:lstStyle/>
                        <a:p>
                          <a:pPr algn="ctr"/>
                          <a:r>
                            <a:rPr lang="en-US" altLang="zh-CN" sz="1800" dirty="0">
                              <a:latin typeface="Times New Roman" panose="02020603050405020304" pitchFamily="18" charset="0"/>
                              <a:cs typeface="Times New Roman" panose="02020603050405020304" pitchFamily="18" charset="0"/>
                            </a:rPr>
                            <a:t>0.0952</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noFill/>
                      </a:tcPr>
                    </a:tc>
                    <a:tc>
                      <a:txBody>
                        <a:bodyPr/>
                        <a:lstStyle/>
                        <a:p>
                          <a:endParaRPr lang="zh-CN"/>
                        </a:p>
                      </a:txBody>
                      <a:tcPr marL="68580" marR="68580" marT="34290" marB="34290" anchor="ctr">
                        <a:lnT w="19050" cap="flat" cmpd="sng" algn="ctr">
                          <a:solidFill>
                            <a:schemeClr val="tx1"/>
                          </a:solidFill>
                          <a:prstDash val="solid"/>
                          <a:round/>
                          <a:headEnd type="none" w="med" len="med"/>
                          <a:tailEnd type="none" w="med" len="med"/>
                        </a:lnT>
                        <a:blipFill>
                          <a:blip r:embed="rId5"/>
                          <a:stretch>
                            <a:fillRect l="-177907" t="-102778" r="-200000" b="-11111"/>
                          </a:stretch>
                        </a:blipFill>
                      </a:tcPr>
                    </a:tc>
                    <a:tc>
                      <a:txBody>
                        <a:bodyPr/>
                        <a:lstStyle/>
                        <a:p>
                          <a:endParaRPr lang="zh-CN"/>
                        </a:p>
                      </a:txBody>
                      <a:tcPr marL="68580" marR="68580" marT="34290" marB="34290" anchor="ctr">
                        <a:lnT w="19050" cap="flat" cmpd="sng" algn="ctr">
                          <a:solidFill>
                            <a:schemeClr val="tx1"/>
                          </a:solidFill>
                          <a:prstDash val="solid"/>
                          <a:round/>
                          <a:headEnd type="none" w="med" len="med"/>
                          <a:tailEnd type="none" w="med" len="med"/>
                        </a:lnT>
                        <a:blipFill>
                          <a:blip r:embed="rId5"/>
                          <a:stretch>
                            <a:fillRect l="-281176" t="-102778" r="-102353" b="-11111"/>
                          </a:stretch>
                        </a:blipFill>
                      </a:tcPr>
                    </a:tc>
                    <a:tc>
                      <a:txBody>
                        <a:bodyPr/>
                        <a:lstStyle/>
                        <a:p>
                          <a:endParaRPr lang="zh-CN"/>
                        </a:p>
                      </a:txBody>
                      <a:tcPr marL="68580" marR="68580" marT="34290" marB="34290" anchor="ctr">
                        <a:lnT w="19050" cap="flat" cmpd="sng" algn="ctr">
                          <a:solidFill>
                            <a:schemeClr val="tx1"/>
                          </a:solidFill>
                          <a:prstDash val="solid"/>
                          <a:round/>
                          <a:headEnd type="none" w="med" len="med"/>
                          <a:tailEnd type="none" w="med" len="med"/>
                        </a:lnT>
                        <a:blipFill>
                          <a:blip r:embed="rId5"/>
                          <a:stretch>
                            <a:fillRect l="-381176" t="-102778" r="-2353" b="-11111"/>
                          </a:stretch>
                        </a:blipFill>
                      </a:tcPr>
                    </a:tc>
                    <a:extLst>
                      <a:ext uri="{0D108BD9-81ED-4DB2-BD59-A6C34878D82A}">
                        <a16:rowId xmlns:a16="http://schemas.microsoft.com/office/drawing/2014/main" val="43209496"/>
                      </a:ext>
                    </a:extLst>
                  </a:tr>
                </a:tbl>
              </a:graphicData>
            </a:graphic>
          </p:graphicFrame>
        </mc:Fallback>
      </mc:AlternateContent>
      <p:grpSp>
        <p:nvGrpSpPr>
          <p:cNvPr id="10" name="组合 9">
            <a:extLst>
              <a:ext uri="{FF2B5EF4-FFF2-40B4-BE49-F238E27FC236}">
                <a16:creationId xmlns:a16="http://schemas.microsoft.com/office/drawing/2014/main" id="{4DDE1529-8017-70EE-3497-FA1047E0D37F}"/>
              </a:ext>
            </a:extLst>
          </p:cNvPr>
          <p:cNvGrpSpPr/>
          <p:nvPr/>
        </p:nvGrpSpPr>
        <p:grpSpPr>
          <a:xfrm>
            <a:off x="865455" y="1374332"/>
            <a:ext cx="8666199" cy="3000907"/>
            <a:chOff x="1153940" y="766933"/>
            <a:chExt cx="11554932" cy="4001208"/>
          </a:xfrm>
        </p:grpSpPr>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0C0A97C5-139B-DA98-F570-5C7D44688B4C}"/>
                    </a:ext>
                  </a:extLst>
                </p:cNvPr>
                <p:cNvSpPr txBox="1"/>
                <p:nvPr/>
              </p:nvSpPr>
              <p:spPr>
                <a:xfrm>
                  <a:off x="1153940" y="766933"/>
                  <a:ext cx="10143980" cy="113723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𝑃</m:t>
                        </m:r>
                        <m:d>
                          <m:dPr>
                            <m:begChr m:val="{"/>
                            <m:endChr m:val="}"/>
                            <m:ctrlPr>
                              <a:rPr lang="zh-CN" altLang="en-US" sz="2200" i="1">
                                <a:latin typeface="Cambria Math" panose="02040503050406030204" pitchFamily="18" charset="0"/>
                              </a:rPr>
                            </m:ctrlPr>
                          </m:dPr>
                          <m:e>
                            <m:r>
                              <a:rPr lang="zh-CN" altLang="en-US" sz="2200" i="1">
                                <a:latin typeface="Cambria Math" panose="02040503050406030204" pitchFamily="18" charset="0"/>
                              </a:rPr>
                              <m:t>𝑋</m:t>
                            </m:r>
                            <m:r>
                              <a:rPr lang="zh-CN" altLang="en-US" sz="2200">
                                <a:latin typeface="Cambria Math" panose="02040503050406030204" pitchFamily="18" charset="0"/>
                              </a:rPr>
                              <m:t>≤1</m:t>
                            </m:r>
                          </m:e>
                        </m:d>
                        <m:r>
                          <a:rPr lang="zh-CN" altLang="en-US" sz="2200">
                            <a:latin typeface="Cambria Math" panose="02040503050406030204" pitchFamily="18" charset="0"/>
                          </a:rPr>
                          <m:t>=</m:t>
                        </m:r>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0</m:t>
                            </m:r>
                          </m:sub>
                          <m:sup>
                            <m:r>
                              <a:rPr lang="zh-CN" altLang="en-US" sz="2200">
                                <a:latin typeface="Cambria Math" panose="02040503050406030204" pitchFamily="18" charset="0"/>
                              </a:rPr>
                              <m:t>1</m:t>
                            </m:r>
                          </m:sup>
                          <m:e>
                            <m:f>
                              <m:fPr>
                                <m:ctrlPr>
                                  <a:rPr lang="zh-CN" altLang="en-US" sz="2200" i="1">
                                    <a:solidFill>
                                      <a:srgbClr val="836967"/>
                                    </a:solidFill>
                                    <a:latin typeface="Cambria Math" panose="02040503050406030204" pitchFamily="18" charset="0"/>
                                  </a:rPr>
                                </m:ctrlPr>
                              </m:fPr>
                              <m:num>
                                <m:r>
                                  <a:rPr lang="zh-CN" altLang="en-US" sz="2200">
                                    <a:latin typeface="Cambria Math" panose="02040503050406030204" pitchFamily="18" charset="0"/>
                                  </a:rPr>
                                  <m:t>1</m:t>
                                </m:r>
                              </m:num>
                              <m:den>
                                <m:r>
                                  <a:rPr lang="zh-CN" altLang="en-US" sz="2200">
                                    <a:latin typeface="Cambria Math" panose="02040503050406030204" pitchFamily="18" charset="0"/>
                                  </a:rPr>
                                  <m:t>10</m:t>
                                </m:r>
                              </m:den>
                            </m:f>
                          </m:e>
                        </m:nary>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𝑒</m:t>
                            </m:r>
                          </m:e>
                          <m:sup>
                            <m:r>
                              <a:rPr lang="zh-CN" altLang="en-US" sz="2200">
                                <a:latin typeface="Cambria Math" panose="02040503050406030204" pitchFamily="18" charset="0"/>
                              </a:rPr>
                              <m:t>−</m:t>
                            </m:r>
                            <m:f>
                              <m:fPr>
                                <m:type m:val="lin"/>
                                <m:ctrlPr>
                                  <a:rPr lang="zh-CN" altLang="en-US" sz="2200" i="1">
                                    <a:latin typeface="Cambria Math" panose="02040503050406030204" pitchFamily="18" charset="0"/>
                                  </a:rPr>
                                </m:ctrlPr>
                              </m:fPr>
                              <m:num>
                                <m:r>
                                  <a:rPr lang="zh-CN" altLang="en-US" sz="2200" i="1">
                                    <a:latin typeface="Cambria Math" panose="02040503050406030204" pitchFamily="18" charset="0"/>
                                  </a:rPr>
                                  <m:t>𝑥</m:t>
                                </m:r>
                              </m:num>
                              <m:den>
                                <m:r>
                                  <a:rPr lang="zh-CN" altLang="en-US" sz="2200">
                                    <a:latin typeface="Cambria Math" panose="02040503050406030204" pitchFamily="18" charset="0"/>
                                  </a:rPr>
                                  <m:t>10</m:t>
                                </m:r>
                              </m:den>
                            </m:f>
                          </m:sup>
                        </m:sSup>
                        <m:r>
                          <a:rPr lang="zh-CN" altLang="en-US" sz="2200" i="1">
                            <a:latin typeface="Cambria Math" panose="02040503050406030204" pitchFamily="18" charset="0"/>
                          </a:rPr>
                          <m:t>𝑑𝑥</m:t>
                        </m:r>
                        <m:r>
                          <a:rPr lang="zh-CN" altLang="en-US" sz="2200">
                            <a:latin typeface="Cambria Math" panose="02040503050406030204" pitchFamily="18" charset="0"/>
                          </a:rPr>
                          <m:t>=1−</m:t>
                        </m:r>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𝑒</m:t>
                            </m:r>
                          </m:e>
                          <m:sup>
                            <m:r>
                              <a:rPr lang="zh-CN" altLang="en-US" sz="2200">
                                <a:latin typeface="Cambria Math" panose="02040503050406030204" pitchFamily="18" charset="0"/>
                              </a:rPr>
                              <m:t>−0.1</m:t>
                            </m:r>
                          </m:sup>
                        </m:sSup>
                        <m:r>
                          <a:rPr lang="zh-CN" altLang="en-US" sz="2200">
                            <a:latin typeface="Cambria Math" panose="02040503050406030204" pitchFamily="18" charset="0"/>
                          </a:rPr>
                          <m:t>=0.0952</m:t>
                        </m:r>
                      </m:oMath>
                    </m:oMathPara>
                  </a14:m>
                  <a:endParaRPr lang="zh-CN" altLang="en-US" sz="2200" dirty="0"/>
                </a:p>
              </p:txBody>
            </p:sp>
          </mc:Choice>
          <mc:Fallback xmlns="">
            <p:sp>
              <p:nvSpPr>
                <p:cNvPr id="9" name="文本框 8">
                  <a:extLst>
                    <a:ext uri="{FF2B5EF4-FFF2-40B4-BE49-F238E27FC236}">
                      <a16:creationId xmlns:a16="http://schemas.microsoft.com/office/drawing/2014/main" id="{0C0A97C5-139B-DA98-F570-5C7D44688B4C}"/>
                    </a:ext>
                  </a:extLst>
                </p:cNvPr>
                <p:cNvSpPr txBox="1">
                  <a:spLocks noRot="1" noChangeAspect="1" noMove="1" noResize="1" noEditPoints="1" noAdjustHandles="1" noChangeArrowheads="1" noChangeShapeType="1" noTextEdit="1"/>
                </p:cNvSpPr>
                <p:nvPr/>
              </p:nvSpPr>
              <p:spPr>
                <a:xfrm>
                  <a:off x="1153940" y="766933"/>
                  <a:ext cx="10143980" cy="1137234"/>
                </a:xfrm>
                <a:prstGeom prst="rect">
                  <a:avLst/>
                </a:prstGeom>
                <a:blipFill>
                  <a:blip r:embed="rId6"/>
                  <a:stretch>
                    <a:fillRect l="-167" t="-155882" b="-2308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D8D2A1E6-9819-6B8B-2C29-BDDF059CBF0F}"/>
                    </a:ext>
                  </a:extLst>
                </p:cNvPr>
                <p:cNvSpPr txBox="1"/>
                <p:nvPr/>
              </p:nvSpPr>
              <p:spPr>
                <a:xfrm>
                  <a:off x="1153940" y="1657921"/>
                  <a:ext cx="11554932" cy="113535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𝑃</m:t>
                        </m:r>
                        <m:d>
                          <m:dPr>
                            <m:begChr m:val="{"/>
                            <m:endChr m:val="}"/>
                            <m:ctrlPr>
                              <a:rPr lang="zh-CN" altLang="en-US" sz="2200" i="1">
                                <a:latin typeface="Cambria Math" panose="02040503050406030204" pitchFamily="18" charset="0"/>
                              </a:rPr>
                            </m:ctrlPr>
                          </m:dPr>
                          <m:e>
                            <m:r>
                              <a:rPr lang="zh-CN" altLang="en-US" sz="2200">
                                <a:latin typeface="Cambria Math" panose="02040503050406030204" pitchFamily="18" charset="0"/>
                              </a:rPr>
                              <m:t>1&lt;</m:t>
                            </m:r>
                            <m:r>
                              <a:rPr lang="zh-CN" altLang="en-US" sz="2200" i="1">
                                <a:latin typeface="Cambria Math" panose="02040503050406030204" pitchFamily="18" charset="0"/>
                              </a:rPr>
                              <m:t>𝑋</m:t>
                            </m:r>
                            <m:r>
                              <a:rPr lang="zh-CN" altLang="en-US" sz="2200">
                                <a:latin typeface="Cambria Math" panose="02040503050406030204" pitchFamily="18" charset="0"/>
                              </a:rPr>
                              <m:t>≤2</m:t>
                            </m:r>
                          </m:e>
                        </m:d>
                        <m:r>
                          <a:rPr lang="zh-CN" altLang="en-US" sz="2200">
                            <a:latin typeface="Cambria Math" panose="02040503050406030204" pitchFamily="18" charset="0"/>
                          </a:rPr>
                          <m:t>=</m:t>
                        </m:r>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1</m:t>
                            </m:r>
                          </m:sub>
                          <m:sup>
                            <m:r>
                              <a:rPr lang="zh-CN" altLang="en-US" sz="2200">
                                <a:latin typeface="Cambria Math" panose="02040503050406030204" pitchFamily="18" charset="0"/>
                              </a:rPr>
                              <m:t>2</m:t>
                            </m:r>
                          </m:sup>
                          <m:e>
                            <m:f>
                              <m:fPr>
                                <m:ctrlPr>
                                  <a:rPr lang="zh-CN" altLang="en-US" sz="2200" i="1">
                                    <a:solidFill>
                                      <a:srgbClr val="836967"/>
                                    </a:solidFill>
                                    <a:latin typeface="Cambria Math" panose="02040503050406030204" pitchFamily="18" charset="0"/>
                                  </a:rPr>
                                </m:ctrlPr>
                              </m:fPr>
                              <m:num>
                                <m:r>
                                  <a:rPr lang="zh-CN" altLang="en-US" sz="2200">
                                    <a:latin typeface="Cambria Math" panose="02040503050406030204" pitchFamily="18" charset="0"/>
                                  </a:rPr>
                                  <m:t>1</m:t>
                                </m:r>
                              </m:num>
                              <m:den>
                                <m:r>
                                  <a:rPr lang="zh-CN" altLang="en-US" sz="2200">
                                    <a:latin typeface="Cambria Math" panose="02040503050406030204" pitchFamily="18" charset="0"/>
                                  </a:rPr>
                                  <m:t>10</m:t>
                                </m:r>
                              </m:den>
                            </m:f>
                          </m:e>
                        </m:nary>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𝑒</m:t>
                            </m:r>
                          </m:e>
                          <m:sup>
                            <m:r>
                              <a:rPr lang="zh-CN" altLang="en-US" sz="2200">
                                <a:latin typeface="Cambria Math" panose="02040503050406030204" pitchFamily="18" charset="0"/>
                              </a:rPr>
                              <m:t>−</m:t>
                            </m:r>
                            <m:f>
                              <m:fPr>
                                <m:type m:val="lin"/>
                                <m:ctrlPr>
                                  <a:rPr lang="zh-CN" altLang="en-US" sz="2200" i="1">
                                    <a:latin typeface="Cambria Math" panose="02040503050406030204" pitchFamily="18" charset="0"/>
                                  </a:rPr>
                                </m:ctrlPr>
                              </m:fPr>
                              <m:num>
                                <m:r>
                                  <a:rPr lang="zh-CN" altLang="en-US" sz="2200" i="1">
                                    <a:latin typeface="Cambria Math" panose="02040503050406030204" pitchFamily="18" charset="0"/>
                                  </a:rPr>
                                  <m:t>𝑥</m:t>
                                </m:r>
                              </m:num>
                              <m:den>
                                <m:r>
                                  <a:rPr lang="zh-CN" altLang="en-US" sz="2200">
                                    <a:latin typeface="Cambria Math" panose="02040503050406030204" pitchFamily="18" charset="0"/>
                                  </a:rPr>
                                  <m:t>10</m:t>
                                </m:r>
                              </m:den>
                            </m:f>
                          </m:sup>
                        </m:sSup>
                        <m:r>
                          <a:rPr lang="zh-CN" altLang="en-US" sz="2200" i="1">
                            <a:latin typeface="Cambria Math" panose="02040503050406030204" pitchFamily="18" charset="0"/>
                          </a:rPr>
                          <m:t>𝑑𝑥</m:t>
                        </m:r>
                        <m:r>
                          <a:rPr lang="zh-CN" altLang="en-US" sz="2200">
                            <a:latin typeface="Cambria Math" panose="02040503050406030204" pitchFamily="18" charset="0"/>
                          </a:rPr>
                          <m:t>=</m:t>
                        </m:r>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𝑒</m:t>
                            </m:r>
                          </m:e>
                          <m:sup>
                            <m:r>
                              <a:rPr lang="zh-CN" altLang="en-US" sz="2200">
                                <a:latin typeface="Cambria Math" panose="02040503050406030204" pitchFamily="18" charset="0"/>
                              </a:rPr>
                              <m:t>−0.1</m:t>
                            </m:r>
                          </m:sup>
                        </m:sSup>
                        <m:r>
                          <a:rPr lang="zh-CN" altLang="en-US" sz="2200">
                            <a:latin typeface="Cambria Math" panose="02040503050406030204" pitchFamily="18" charset="0"/>
                          </a:rPr>
                          <m:t>−</m:t>
                        </m:r>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𝑒</m:t>
                            </m:r>
                          </m:e>
                          <m:sup>
                            <m:r>
                              <a:rPr lang="zh-CN" altLang="en-US" sz="2200">
                                <a:latin typeface="Cambria Math" panose="02040503050406030204" pitchFamily="18" charset="0"/>
                              </a:rPr>
                              <m:t>−0.2</m:t>
                            </m:r>
                          </m:sup>
                        </m:sSup>
                        <m:r>
                          <a:rPr lang="zh-CN" altLang="en-US" sz="2200">
                            <a:latin typeface="Cambria Math" panose="02040503050406030204" pitchFamily="18" charset="0"/>
                          </a:rPr>
                          <m:t>=0.0861</m:t>
                        </m:r>
                      </m:oMath>
                    </m:oMathPara>
                  </a14:m>
                  <a:endParaRPr lang="zh-CN" altLang="en-US" sz="2200" dirty="0"/>
                </a:p>
              </p:txBody>
            </p:sp>
          </mc:Choice>
          <mc:Fallback xmlns="">
            <p:sp>
              <p:nvSpPr>
                <p:cNvPr id="14" name="文本框 13">
                  <a:extLst>
                    <a:ext uri="{FF2B5EF4-FFF2-40B4-BE49-F238E27FC236}">
                      <a16:creationId xmlns:a16="http://schemas.microsoft.com/office/drawing/2014/main" id="{D8D2A1E6-9819-6B8B-2C29-BDDF059CBF0F}"/>
                    </a:ext>
                  </a:extLst>
                </p:cNvPr>
                <p:cNvSpPr txBox="1">
                  <a:spLocks noRot="1" noChangeAspect="1" noMove="1" noResize="1" noEditPoints="1" noAdjustHandles="1" noChangeArrowheads="1" noChangeShapeType="1" noTextEdit="1"/>
                </p:cNvSpPr>
                <p:nvPr/>
              </p:nvSpPr>
              <p:spPr>
                <a:xfrm>
                  <a:off x="1153940" y="1657921"/>
                  <a:ext cx="11554932" cy="1135353"/>
                </a:xfrm>
                <a:prstGeom prst="rect">
                  <a:avLst/>
                </a:prstGeom>
                <a:blipFill>
                  <a:blip r:embed="rId7"/>
                  <a:stretch>
                    <a:fillRect l="-146" t="-152174" b="-2260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EED1EB63-D807-BFE4-EF7F-16E918833899}"/>
                    </a:ext>
                  </a:extLst>
                </p:cNvPr>
                <p:cNvSpPr txBox="1"/>
                <p:nvPr/>
              </p:nvSpPr>
              <p:spPr>
                <a:xfrm>
                  <a:off x="1153940" y="2679568"/>
                  <a:ext cx="10739752" cy="113535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𝑃</m:t>
                        </m:r>
                        <m:d>
                          <m:dPr>
                            <m:begChr m:val="{"/>
                            <m:endChr m:val="}"/>
                            <m:ctrlPr>
                              <a:rPr lang="zh-CN" altLang="en-US" sz="2200" i="1">
                                <a:latin typeface="Cambria Math" panose="02040503050406030204" pitchFamily="18" charset="0"/>
                              </a:rPr>
                            </m:ctrlPr>
                          </m:dPr>
                          <m:e>
                            <m:r>
                              <a:rPr lang="zh-CN" altLang="en-US" sz="2200">
                                <a:latin typeface="Cambria Math" panose="02040503050406030204" pitchFamily="18" charset="0"/>
                              </a:rPr>
                              <m:t>2&lt;</m:t>
                            </m:r>
                            <m:r>
                              <a:rPr lang="zh-CN" altLang="en-US" sz="2200" i="1">
                                <a:latin typeface="Cambria Math" panose="02040503050406030204" pitchFamily="18" charset="0"/>
                              </a:rPr>
                              <m:t>𝑋</m:t>
                            </m:r>
                            <m:r>
                              <a:rPr lang="zh-CN" altLang="en-US" sz="2200">
                                <a:latin typeface="Cambria Math" panose="02040503050406030204" pitchFamily="18" charset="0"/>
                              </a:rPr>
                              <m:t>≤3</m:t>
                            </m:r>
                          </m:e>
                        </m:d>
                        <m:r>
                          <a:rPr lang="zh-CN" altLang="en-US" sz="2200">
                            <a:latin typeface="Cambria Math" panose="02040503050406030204" pitchFamily="18" charset="0"/>
                          </a:rPr>
                          <m:t>=</m:t>
                        </m:r>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2</m:t>
                            </m:r>
                          </m:sub>
                          <m:sup>
                            <m:r>
                              <a:rPr lang="zh-CN" altLang="en-US" sz="2200">
                                <a:latin typeface="Cambria Math" panose="02040503050406030204" pitchFamily="18" charset="0"/>
                              </a:rPr>
                              <m:t>3</m:t>
                            </m:r>
                          </m:sup>
                          <m:e>
                            <m:f>
                              <m:fPr>
                                <m:ctrlPr>
                                  <a:rPr lang="zh-CN" altLang="en-US" sz="2200" i="1">
                                    <a:solidFill>
                                      <a:srgbClr val="836967"/>
                                    </a:solidFill>
                                    <a:latin typeface="Cambria Math" panose="02040503050406030204" pitchFamily="18" charset="0"/>
                                  </a:rPr>
                                </m:ctrlPr>
                              </m:fPr>
                              <m:num>
                                <m:r>
                                  <a:rPr lang="zh-CN" altLang="en-US" sz="2200">
                                    <a:latin typeface="Cambria Math" panose="02040503050406030204" pitchFamily="18" charset="0"/>
                                  </a:rPr>
                                  <m:t>1</m:t>
                                </m:r>
                              </m:num>
                              <m:den>
                                <m:r>
                                  <a:rPr lang="zh-CN" altLang="en-US" sz="2200">
                                    <a:latin typeface="Cambria Math" panose="02040503050406030204" pitchFamily="18" charset="0"/>
                                  </a:rPr>
                                  <m:t>10</m:t>
                                </m:r>
                              </m:den>
                            </m:f>
                          </m:e>
                        </m:nary>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𝑒</m:t>
                            </m:r>
                          </m:e>
                          <m:sup>
                            <m:r>
                              <a:rPr lang="zh-CN" altLang="en-US" sz="2200">
                                <a:latin typeface="Cambria Math" panose="02040503050406030204" pitchFamily="18" charset="0"/>
                              </a:rPr>
                              <m:t>−</m:t>
                            </m:r>
                            <m:f>
                              <m:fPr>
                                <m:type m:val="lin"/>
                                <m:ctrlPr>
                                  <a:rPr lang="zh-CN" altLang="en-US" sz="2200" i="1">
                                    <a:latin typeface="Cambria Math" panose="02040503050406030204" pitchFamily="18" charset="0"/>
                                  </a:rPr>
                                </m:ctrlPr>
                              </m:fPr>
                              <m:num>
                                <m:r>
                                  <a:rPr lang="zh-CN" altLang="en-US" sz="2200" i="1">
                                    <a:latin typeface="Cambria Math" panose="02040503050406030204" pitchFamily="18" charset="0"/>
                                  </a:rPr>
                                  <m:t>𝑥</m:t>
                                </m:r>
                              </m:num>
                              <m:den>
                                <m:r>
                                  <a:rPr lang="zh-CN" altLang="en-US" sz="2200">
                                    <a:latin typeface="Cambria Math" panose="02040503050406030204" pitchFamily="18" charset="0"/>
                                  </a:rPr>
                                  <m:t>10</m:t>
                                </m:r>
                              </m:den>
                            </m:f>
                          </m:sup>
                        </m:sSup>
                        <m:r>
                          <a:rPr lang="zh-CN" altLang="en-US" sz="2200" i="1">
                            <a:latin typeface="Cambria Math" panose="02040503050406030204" pitchFamily="18" charset="0"/>
                          </a:rPr>
                          <m:t>𝑑𝑥</m:t>
                        </m:r>
                        <m:r>
                          <a:rPr lang="zh-CN" altLang="en-US" sz="2200">
                            <a:latin typeface="Cambria Math" panose="02040503050406030204" pitchFamily="18" charset="0"/>
                          </a:rPr>
                          <m:t>=</m:t>
                        </m:r>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𝑒</m:t>
                            </m:r>
                          </m:e>
                          <m:sup>
                            <m:r>
                              <a:rPr lang="zh-CN" altLang="en-US" sz="2200">
                                <a:latin typeface="Cambria Math" panose="02040503050406030204" pitchFamily="18" charset="0"/>
                              </a:rPr>
                              <m:t>−0.2</m:t>
                            </m:r>
                          </m:sup>
                        </m:sSup>
                        <m:r>
                          <a:rPr lang="zh-CN" altLang="en-US" sz="2200">
                            <a:latin typeface="Cambria Math" panose="02040503050406030204" pitchFamily="18" charset="0"/>
                          </a:rPr>
                          <m:t>−</m:t>
                        </m:r>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𝑒</m:t>
                            </m:r>
                          </m:e>
                          <m:sup>
                            <m:r>
                              <a:rPr lang="zh-CN" altLang="en-US" sz="2200">
                                <a:latin typeface="Cambria Math" panose="02040503050406030204" pitchFamily="18" charset="0"/>
                              </a:rPr>
                              <m:t>−0.3</m:t>
                            </m:r>
                          </m:sup>
                        </m:sSup>
                        <m:r>
                          <a:rPr lang="zh-CN" altLang="en-US" sz="2200">
                            <a:latin typeface="Cambria Math" panose="02040503050406030204" pitchFamily="18" charset="0"/>
                          </a:rPr>
                          <m:t>=0.0779</m:t>
                        </m:r>
                      </m:oMath>
                    </m:oMathPara>
                  </a14:m>
                  <a:endParaRPr lang="zh-CN" altLang="en-US" sz="2200" dirty="0"/>
                </a:p>
              </p:txBody>
            </p:sp>
          </mc:Choice>
          <mc:Fallback xmlns="">
            <p:sp>
              <p:nvSpPr>
                <p:cNvPr id="16" name="文本框 15">
                  <a:extLst>
                    <a:ext uri="{FF2B5EF4-FFF2-40B4-BE49-F238E27FC236}">
                      <a16:creationId xmlns:a16="http://schemas.microsoft.com/office/drawing/2014/main" id="{EED1EB63-D807-BFE4-EF7F-16E918833899}"/>
                    </a:ext>
                  </a:extLst>
                </p:cNvPr>
                <p:cNvSpPr txBox="1">
                  <a:spLocks noRot="1" noChangeAspect="1" noMove="1" noResize="1" noEditPoints="1" noAdjustHandles="1" noChangeArrowheads="1" noChangeShapeType="1" noTextEdit="1"/>
                </p:cNvSpPr>
                <p:nvPr/>
              </p:nvSpPr>
              <p:spPr>
                <a:xfrm>
                  <a:off x="1153940" y="2679568"/>
                  <a:ext cx="10739752" cy="1135353"/>
                </a:xfrm>
                <a:prstGeom prst="rect">
                  <a:avLst/>
                </a:prstGeom>
                <a:blipFill>
                  <a:blip r:embed="rId8"/>
                  <a:stretch>
                    <a:fillRect l="-157" t="-158209" b="-23432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6709D83D-3280-2D1E-F8F2-06B052BF2BE4}"/>
                    </a:ext>
                  </a:extLst>
                </p:cNvPr>
                <p:cNvSpPr txBox="1"/>
                <p:nvPr/>
              </p:nvSpPr>
              <p:spPr>
                <a:xfrm>
                  <a:off x="1153940" y="3668695"/>
                  <a:ext cx="9226527" cy="109944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zh-CN" altLang="en-US" sz="2200" i="1">
                            <a:latin typeface="Cambria Math" panose="02040503050406030204" pitchFamily="18" charset="0"/>
                          </a:rPr>
                          <m:t>𝑃</m:t>
                        </m:r>
                        <m:d>
                          <m:dPr>
                            <m:begChr m:val="{"/>
                            <m:endChr m:val="}"/>
                            <m:ctrlPr>
                              <a:rPr lang="zh-CN" altLang="en-US" sz="2200" i="1">
                                <a:latin typeface="Cambria Math" panose="02040503050406030204" pitchFamily="18" charset="0"/>
                              </a:rPr>
                            </m:ctrlPr>
                          </m:dPr>
                          <m:e>
                            <m:r>
                              <a:rPr lang="zh-CN" altLang="en-US" sz="2200" i="1">
                                <a:latin typeface="Cambria Math" panose="02040503050406030204" pitchFamily="18" charset="0"/>
                              </a:rPr>
                              <m:t>𝑋</m:t>
                            </m:r>
                            <m:r>
                              <a:rPr lang="zh-CN" altLang="en-US" sz="2200">
                                <a:latin typeface="Cambria Math" panose="02040503050406030204" pitchFamily="18" charset="0"/>
                              </a:rPr>
                              <m:t>&gt;3</m:t>
                            </m:r>
                          </m:e>
                        </m:d>
                        <m:r>
                          <a:rPr lang="zh-CN" altLang="en-US" sz="2200">
                            <a:latin typeface="Cambria Math" panose="02040503050406030204" pitchFamily="18" charset="0"/>
                          </a:rPr>
                          <m:t>=</m:t>
                        </m:r>
                        <m:nary>
                          <m:naryPr>
                            <m:limLoc m:val="subSup"/>
                            <m:grow m:val="on"/>
                            <m:ctrlPr>
                              <a:rPr lang="zh-CN" altLang="en-US" sz="2200" i="1">
                                <a:latin typeface="Cambria Math" panose="02040503050406030204" pitchFamily="18" charset="0"/>
                              </a:rPr>
                            </m:ctrlPr>
                          </m:naryPr>
                          <m:sub>
                            <m:r>
                              <a:rPr lang="zh-CN" altLang="en-US" sz="2200">
                                <a:latin typeface="Cambria Math" panose="02040503050406030204" pitchFamily="18" charset="0"/>
                              </a:rPr>
                              <m:t>3</m:t>
                            </m:r>
                          </m:sub>
                          <m:sup>
                            <m:r>
                              <a:rPr lang="zh-CN" altLang="en-US" sz="2200">
                                <a:latin typeface="Cambria Math" panose="02040503050406030204" pitchFamily="18" charset="0"/>
                              </a:rPr>
                              <m:t>∞</m:t>
                            </m:r>
                          </m:sup>
                          <m:e>
                            <m:f>
                              <m:fPr>
                                <m:ctrlPr>
                                  <a:rPr lang="zh-CN" altLang="en-US" sz="2200" i="1">
                                    <a:solidFill>
                                      <a:srgbClr val="836967"/>
                                    </a:solidFill>
                                    <a:latin typeface="Cambria Math" panose="02040503050406030204" pitchFamily="18" charset="0"/>
                                  </a:rPr>
                                </m:ctrlPr>
                              </m:fPr>
                              <m:num>
                                <m:r>
                                  <a:rPr lang="zh-CN" altLang="en-US" sz="2200">
                                    <a:latin typeface="Cambria Math" panose="02040503050406030204" pitchFamily="18" charset="0"/>
                                  </a:rPr>
                                  <m:t>1</m:t>
                                </m:r>
                              </m:num>
                              <m:den>
                                <m:r>
                                  <a:rPr lang="zh-CN" altLang="en-US" sz="2200">
                                    <a:latin typeface="Cambria Math" panose="02040503050406030204" pitchFamily="18" charset="0"/>
                                  </a:rPr>
                                  <m:t>10</m:t>
                                </m:r>
                              </m:den>
                            </m:f>
                          </m:e>
                        </m:nary>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𝑒</m:t>
                            </m:r>
                          </m:e>
                          <m:sup>
                            <m:r>
                              <a:rPr lang="zh-CN" altLang="en-US" sz="2200">
                                <a:latin typeface="Cambria Math" panose="02040503050406030204" pitchFamily="18" charset="0"/>
                              </a:rPr>
                              <m:t>−</m:t>
                            </m:r>
                            <m:f>
                              <m:fPr>
                                <m:type m:val="lin"/>
                                <m:ctrlPr>
                                  <a:rPr lang="zh-CN" altLang="en-US" sz="2200" i="1">
                                    <a:latin typeface="Cambria Math" panose="02040503050406030204" pitchFamily="18" charset="0"/>
                                  </a:rPr>
                                </m:ctrlPr>
                              </m:fPr>
                              <m:num>
                                <m:r>
                                  <a:rPr lang="zh-CN" altLang="en-US" sz="2200" i="1">
                                    <a:latin typeface="Cambria Math" panose="02040503050406030204" pitchFamily="18" charset="0"/>
                                  </a:rPr>
                                  <m:t>𝑥</m:t>
                                </m:r>
                              </m:num>
                              <m:den>
                                <m:r>
                                  <a:rPr lang="zh-CN" altLang="en-US" sz="2200">
                                    <a:latin typeface="Cambria Math" panose="02040503050406030204" pitchFamily="18" charset="0"/>
                                  </a:rPr>
                                  <m:t>10</m:t>
                                </m:r>
                              </m:den>
                            </m:f>
                          </m:sup>
                        </m:sSup>
                        <m:r>
                          <a:rPr lang="zh-CN" altLang="en-US" sz="2200" i="1">
                            <a:latin typeface="Cambria Math" panose="02040503050406030204" pitchFamily="18" charset="0"/>
                          </a:rPr>
                          <m:t>𝑑𝑥</m:t>
                        </m:r>
                        <m:r>
                          <a:rPr lang="zh-CN" altLang="en-US" sz="2200">
                            <a:latin typeface="Cambria Math" panose="02040503050406030204" pitchFamily="18" charset="0"/>
                          </a:rPr>
                          <m:t>=</m:t>
                        </m:r>
                        <m:sSup>
                          <m:sSupPr>
                            <m:ctrlPr>
                              <a:rPr lang="zh-CN" altLang="en-US" sz="2200" i="1">
                                <a:solidFill>
                                  <a:srgbClr val="836967"/>
                                </a:solidFill>
                                <a:latin typeface="Cambria Math" panose="02040503050406030204" pitchFamily="18" charset="0"/>
                              </a:rPr>
                            </m:ctrlPr>
                          </m:sSupPr>
                          <m:e>
                            <m:r>
                              <a:rPr lang="zh-CN" altLang="en-US" sz="2200" i="1">
                                <a:latin typeface="Cambria Math" panose="02040503050406030204" pitchFamily="18" charset="0"/>
                              </a:rPr>
                              <m:t>𝑒</m:t>
                            </m:r>
                          </m:e>
                          <m:sup>
                            <m:r>
                              <a:rPr lang="zh-CN" altLang="en-US" sz="2200">
                                <a:latin typeface="Cambria Math" panose="02040503050406030204" pitchFamily="18" charset="0"/>
                              </a:rPr>
                              <m:t>−0.3</m:t>
                            </m:r>
                          </m:sup>
                        </m:sSup>
                        <m:r>
                          <a:rPr lang="zh-CN" altLang="en-US" sz="2200">
                            <a:latin typeface="Cambria Math" panose="02040503050406030204" pitchFamily="18" charset="0"/>
                          </a:rPr>
                          <m:t>=0.7408</m:t>
                        </m:r>
                      </m:oMath>
                    </m:oMathPara>
                  </a14:m>
                  <a:endParaRPr lang="zh-CN" altLang="en-US" sz="2200" dirty="0"/>
                </a:p>
              </p:txBody>
            </p:sp>
          </mc:Choice>
          <mc:Fallback xmlns="">
            <p:sp>
              <p:nvSpPr>
                <p:cNvPr id="18" name="文本框 17">
                  <a:extLst>
                    <a:ext uri="{FF2B5EF4-FFF2-40B4-BE49-F238E27FC236}">
                      <a16:creationId xmlns:a16="http://schemas.microsoft.com/office/drawing/2014/main" id="{6709D83D-3280-2D1E-F8F2-06B052BF2BE4}"/>
                    </a:ext>
                  </a:extLst>
                </p:cNvPr>
                <p:cNvSpPr txBox="1">
                  <a:spLocks noRot="1" noChangeAspect="1" noMove="1" noResize="1" noEditPoints="1" noAdjustHandles="1" noChangeArrowheads="1" noChangeShapeType="1" noTextEdit="1"/>
                </p:cNvSpPr>
                <p:nvPr/>
              </p:nvSpPr>
              <p:spPr>
                <a:xfrm>
                  <a:off x="1153940" y="3668695"/>
                  <a:ext cx="9226527" cy="1099446"/>
                </a:xfrm>
                <a:prstGeom prst="rect">
                  <a:avLst/>
                </a:prstGeom>
                <a:blipFill>
                  <a:blip r:embed="rId9"/>
                  <a:stretch>
                    <a:fillRect l="-183" t="-163636" b="-237879"/>
                  </a:stretch>
                </a:blipFill>
              </p:spPr>
              <p:txBody>
                <a:bodyPr/>
                <a:lstStyle/>
                <a:p>
                  <a:r>
                    <a:rPr lang="zh-CN" altLang="en-US">
                      <a:noFill/>
                    </a:rPr>
                    <a:t> </a:t>
                  </a:r>
                </a:p>
              </p:txBody>
            </p:sp>
          </mc:Fallback>
        </mc:AlternateContent>
      </p:grpSp>
      <p:cxnSp>
        <p:nvCxnSpPr>
          <p:cNvPr id="4" name="直线连接符 3">
            <a:extLst>
              <a:ext uri="{FF2B5EF4-FFF2-40B4-BE49-F238E27FC236}">
                <a16:creationId xmlns:a16="http://schemas.microsoft.com/office/drawing/2014/main" id="{1062D33D-8F86-EEC4-D4B4-C094DC01F35B}"/>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副标题 2">
            <a:extLst>
              <a:ext uri="{FF2B5EF4-FFF2-40B4-BE49-F238E27FC236}">
                <a16:creationId xmlns:a16="http://schemas.microsoft.com/office/drawing/2014/main" id="{F86B5019-5F35-3FDB-9CE2-AC6E1343E34E}"/>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#7</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
        <p:nvSpPr>
          <p:cNvPr id="7" name="矩形 6">
            <a:extLst>
              <a:ext uri="{FF2B5EF4-FFF2-40B4-BE49-F238E27FC236}">
                <a16:creationId xmlns:a16="http://schemas.microsoft.com/office/drawing/2014/main" id="{56AB8428-B924-39C2-B717-F2A01555CCF5}"/>
              </a:ext>
            </a:extLst>
          </p:cNvPr>
          <p:cNvSpPr/>
          <p:nvPr/>
        </p:nvSpPr>
        <p:spPr bwMode="auto">
          <a:xfrm>
            <a:off x="0" y="0"/>
            <a:ext cx="260169" cy="6858000"/>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1583307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2">
            <a:extLst>
              <a:ext uri="{FF2B5EF4-FFF2-40B4-BE49-F238E27FC236}">
                <a16:creationId xmlns:a16="http://schemas.microsoft.com/office/drawing/2014/main" id="{D84EDB0C-EE6A-467C-A08E-A9A1E187096D}"/>
              </a:ext>
            </a:extLst>
          </p:cNvPr>
          <p:cNvSpPr txBox="1">
            <a:spLocks/>
          </p:cNvSpPr>
          <p:nvPr/>
        </p:nvSpPr>
        <p:spPr>
          <a:xfrm>
            <a:off x="533400" y="1454208"/>
            <a:ext cx="8504974" cy="931627"/>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例</a:t>
            </a:r>
            <a:r>
              <a:rPr lang="en-US" altLang="zh-CN"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按规定，某车站每天</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8:00~9:00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9:00~10:00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都恰有一辆客车到站，但到站的时刻是随机的，且两者到站的时间相互独立。其规律为</a:t>
            </a:r>
          </a:p>
          <a:p>
            <a:pPr algn="l">
              <a:lnSpc>
                <a:spcPct val="150000"/>
              </a:lnSpc>
            </a:pP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副标题 2">
            <a:extLst>
              <a:ext uri="{FF2B5EF4-FFF2-40B4-BE49-F238E27FC236}">
                <a16:creationId xmlns:a16="http://schemas.microsoft.com/office/drawing/2014/main" id="{9C53C49E-8284-4DA1-BDD6-C475A1808E44}"/>
              </a:ext>
            </a:extLst>
          </p:cNvPr>
          <p:cNvSpPr txBox="1">
            <a:spLocks/>
          </p:cNvSpPr>
          <p:nvPr/>
        </p:nvSpPr>
        <p:spPr>
          <a:xfrm>
            <a:off x="533400" y="5403792"/>
            <a:ext cx="8048828" cy="715082"/>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一旅客</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8:20</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到车站，求他候车时间的数学期望。</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6" name="表格 5">
                <a:extLst>
                  <a:ext uri="{FF2B5EF4-FFF2-40B4-BE49-F238E27FC236}">
                    <a16:creationId xmlns:a16="http://schemas.microsoft.com/office/drawing/2014/main" id="{98938E3C-0BAC-346C-6042-53F0957D5DBB}"/>
                  </a:ext>
                </a:extLst>
              </p:cNvPr>
              <p:cNvGraphicFramePr>
                <a:graphicFrameLocks noGrp="1"/>
              </p:cNvGraphicFramePr>
              <p:nvPr/>
            </p:nvGraphicFramePr>
            <p:xfrm>
              <a:off x="2155078" y="3429000"/>
              <a:ext cx="5205842" cy="1565714"/>
            </p:xfrm>
            <a:graphic>
              <a:graphicData uri="http://schemas.openxmlformats.org/drawingml/2006/table">
                <a:tbl>
                  <a:tblPr bandRow="1">
                    <a:tableStyleId>{5C22544A-7EE6-4342-B048-85BDC9FD1C3A}</a:tableStyleId>
                  </a:tblPr>
                  <a:tblGrid>
                    <a:gridCol w="1531130">
                      <a:extLst>
                        <a:ext uri="{9D8B030D-6E8A-4147-A177-3AD203B41FA5}">
                          <a16:colId xmlns:a16="http://schemas.microsoft.com/office/drawing/2014/main" val="2138047336"/>
                        </a:ext>
                      </a:extLst>
                    </a:gridCol>
                    <a:gridCol w="1224904">
                      <a:extLst>
                        <a:ext uri="{9D8B030D-6E8A-4147-A177-3AD203B41FA5}">
                          <a16:colId xmlns:a16="http://schemas.microsoft.com/office/drawing/2014/main" val="1848776000"/>
                        </a:ext>
                      </a:extLst>
                    </a:gridCol>
                    <a:gridCol w="1224904">
                      <a:extLst>
                        <a:ext uri="{9D8B030D-6E8A-4147-A177-3AD203B41FA5}">
                          <a16:colId xmlns:a16="http://schemas.microsoft.com/office/drawing/2014/main" val="248266210"/>
                        </a:ext>
                      </a:extLst>
                    </a:gridCol>
                    <a:gridCol w="1224904">
                      <a:extLst>
                        <a:ext uri="{9D8B030D-6E8A-4147-A177-3AD203B41FA5}">
                          <a16:colId xmlns:a16="http://schemas.microsoft.com/office/drawing/2014/main" val="1948440265"/>
                        </a:ext>
                      </a:extLst>
                    </a:gridCol>
                  </a:tblGrid>
                  <a:tr h="810000">
                    <a:tc>
                      <a:txBody>
                        <a:bodyPr/>
                        <a:lstStyle/>
                        <a:p>
                          <a:pPr algn="ctr"/>
                          <a:r>
                            <a:rPr lang="zh-CN" altLang="en-US" sz="2400" dirty="0"/>
                            <a:t>到站时刻</a:t>
                          </a:r>
                        </a:p>
                      </a:txBody>
                      <a:tcPr marL="68580" marR="68580" marT="34290" marB="34290"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noFill/>
                      </a:tcPr>
                    </a:tc>
                    <a:tc>
                      <a:txBody>
                        <a:bodyPr/>
                        <a:lstStyle/>
                        <a:p>
                          <a:pPr algn="ctr"/>
                          <a:r>
                            <a:rPr lang="en-US" altLang="zh-CN" sz="2400" dirty="0">
                              <a:latin typeface="Times New Roman" panose="02020603050405020304" pitchFamily="18" charset="0"/>
                              <a:cs typeface="Times New Roman" panose="02020603050405020304" pitchFamily="18" charset="0"/>
                            </a:rPr>
                            <a:t>8:10</a:t>
                          </a:r>
                        </a:p>
                        <a:p>
                          <a:pPr algn="ctr"/>
                          <a:r>
                            <a:rPr lang="en-US" altLang="zh-CN" sz="2400" dirty="0">
                              <a:latin typeface="Times New Roman" panose="02020603050405020304" pitchFamily="18" charset="0"/>
                              <a:cs typeface="Times New Roman" panose="02020603050405020304" pitchFamily="18" charset="0"/>
                            </a:rPr>
                            <a:t>9:10</a:t>
                          </a:r>
                          <a:endParaRPr lang="zh-CN" altLang="en-US" sz="2400" dirty="0">
                            <a:latin typeface="Times New Roman" panose="02020603050405020304" pitchFamily="18" charset="0"/>
                            <a:cs typeface="Times New Roman" panose="02020603050405020304" pitchFamily="18" charset="0"/>
                          </a:endParaRPr>
                        </a:p>
                      </a:txBody>
                      <a:tcPr marL="68580" marR="68580" marT="34290" marB="34290"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noFill/>
                      </a:tcPr>
                    </a:tc>
                    <a:tc>
                      <a:txBody>
                        <a:bodyPr/>
                        <a:lstStyle/>
                        <a:p>
                          <a:pPr algn="ctr"/>
                          <a:r>
                            <a:rPr lang="en-US" altLang="zh-CN" sz="2400" dirty="0">
                              <a:latin typeface="Times New Roman" panose="02020603050405020304" pitchFamily="18" charset="0"/>
                              <a:cs typeface="Times New Roman" panose="02020603050405020304" pitchFamily="18" charset="0"/>
                            </a:rPr>
                            <a:t>8:30</a:t>
                          </a:r>
                        </a:p>
                        <a:p>
                          <a:pPr algn="ctr"/>
                          <a:r>
                            <a:rPr lang="en-US" altLang="zh-CN" sz="2400" dirty="0">
                              <a:latin typeface="Times New Roman" panose="02020603050405020304" pitchFamily="18" charset="0"/>
                              <a:cs typeface="Times New Roman" panose="02020603050405020304" pitchFamily="18" charset="0"/>
                            </a:rPr>
                            <a:t>9:30</a:t>
                          </a:r>
                          <a:endParaRPr lang="zh-CN" altLang="en-US" sz="24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tc>
                      <a:txBody>
                        <a:bodyPr/>
                        <a:lstStyle/>
                        <a:p>
                          <a:pPr algn="ctr"/>
                          <a:r>
                            <a:rPr lang="en-US" altLang="zh-CN" sz="2400" dirty="0">
                              <a:latin typeface="Times New Roman" panose="02020603050405020304" pitchFamily="18" charset="0"/>
                              <a:cs typeface="Times New Roman" panose="02020603050405020304" pitchFamily="18" charset="0"/>
                            </a:rPr>
                            <a:t>8:50</a:t>
                          </a:r>
                        </a:p>
                        <a:p>
                          <a:pPr algn="ctr"/>
                          <a:r>
                            <a:rPr lang="en-US" altLang="zh-CN" sz="2400" dirty="0">
                              <a:latin typeface="Times New Roman" panose="02020603050405020304" pitchFamily="18" charset="0"/>
                              <a:cs typeface="Times New Roman" panose="02020603050405020304" pitchFamily="18" charset="0"/>
                            </a:rPr>
                            <a:t>9:50</a:t>
                          </a:r>
                          <a:endParaRPr lang="zh-CN" altLang="en-US" sz="24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8186712"/>
                      </a:ext>
                    </a:extLst>
                  </a:tr>
                  <a:tr h="702000">
                    <a:tc>
                      <a:txBody>
                        <a:bodyPr/>
                        <a:lstStyle/>
                        <a:p>
                          <a:pPr algn="ctr"/>
                          <a:r>
                            <a:rPr lang="zh-CN" altLang="en-US" sz="2400" dirty="0"/>
                            <a:t>概率</a:t>
                          </a:r>
                        </a:p>
                      </a:txBody>
                      <a:tcPr marL="68580" marR="68580" marT="34290" marB="3429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tc>
                      <a:txBody>
                        <a:bodyPr/>
                        <a:lstStyle/>
                        <a:p>
                          <a:pPr algn="ctr"/>
                          <a14:m>
                            <m:oMathPara xmlns:m="http://schemas.openxmlformats.org/officeDocument/2006/math">
                              <m:oMathParaPr>
                                <m:jc m:val="centerGroup"/>
                              </m:oMathParaPr>
                              <m:oMath xmlns:m="http://schemas.openxmlformats.org/officeDocument/2006/math">
                                <m:f>
                                  <m:fPr>
                                    <m:ctrlPr>
                                      <a:rPr lang="zh-CN" altLang="zh-CN" sz="2400" i="1" kern="1200" smtClean="0">
                                        <a:solidFill>
                                          <a:schemeClr val="dk1"/>
                                        </a:solidFill>
                                        <a:effectLst/>
                                        <a:latin typeface="Cambria Math" panose="02040503050406030204" pitchFamily="18" charset="0"/>
                                        <a:ea typeface="+mn-ea"/>
                                        <a:cs typeface="+mn-cs"/>
                                      </a:rPr>
                                    </m:ctrlPr>
                                  </m:fPr>
                                  <m:num>
                                    <m:r>
                                      <a:rPr lang="en-US" altLang="zh-CN" sz="2400" i="1" kern="1200">
                                        <a:solidFill>
                                          <a:schemeClr val="dk1"/>
                                        </a:solidFill>
                                        <a:effectLst/>
                                        <a:latin typeface="Cambria Math" panose="02040503050406030204" pitchFamily="18" charset="0"/>
                                        <a:ea typeface="+mn-ea"/>
                                        <a:cs typeface="+mn-cs"/>
                                      </a:rPr>
                                      <m:t>1</m:t>
                                    </m:r>
                                  </m:num>
                                  <m:den>
                                    <m:r>
                                      <a:rPr lang="en-US" altLang="zh-CN" sz="2400" i="1" kern="1200">
                                        <a:solidFill>
                                          <a:schemeClr val="dk1"/>
                                        </a:solidFill>
                                        <a:effectLst/>
                                        <a:latin typeface="Cambria Math" panose="02040503050406030204" pitchFamily="18" charset="0"/>
                                        <a:ea typeface="+mn-ea"/>
                                        <a:cs typeface="+mn-cs"/>
                                      </a:rPr>
                                      <m:t>6</m:t>
                                    </m:r>
                                  </m:den>
                                </m:f>
                              </m:oMath>
                            </m:oMathPara>
                          </a14:m>
                          <a:endParaRPr lang="zh-CN" altLang="zh-CN" sz="2400" kern="1200" dirty="0">
                            <a:solidFill>
                              <a:schemeClr val="dk1"/>
                            </a:solidFill>
                            <a:effectLst/>
                            <a:latin typeface="+mn-lt"/>
                            <a:ea typeface="+mn-ea"/>
                            <a:cs typeface="+mn-cs"/>
                          </a:endParaRPr>
                        </a:p>
                      </a:txBody>
                      <a:tcPr marL="68580" marR="68580" marT="34290" marB="34290"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noFill/>
                      </a:tcPr>
                    </a:tc>
                    <a:tc>
                      <a:txBody>
                        <a:bodyPr/>
                        <a:lstStyle/>
                        <a:p>
                          <a:pPr algn="ctr"/>
                          <a14:m>
                            <m:oMathPara xmlns:m="http://schemas.openxmlformats.org/officeDocument/2006/math">
                              <m:oMathParaPr>
                                <m:jc m:val="centerGroup"/>
                              </m:oMathParaPr>
                              <m:oMath xmlns:m="http://schemas.openxmlformats.org/officeDocument/2006/math">
                                <m:f>
                                  <m:fPr>
                                    <m:ctrlPr>
                                      <a:rPr lang="zh-CN" altLang="zh-CN" sz="2400" i="1" kern="1200" smtClean="0">
                                        <a:solidFill>
                                          <a:schemeClr val="dk1"/>
                                        </a:solidFill>
                                        <a:effectLst/>
                                        <a:latin typeface="Cambria Math" panose="02040503050406030204" pitchFamily="18" charset="0"/>
                                        <a:ea typeface="+mn-ea"/>
                                        <a:cs typeface="+mn-cs"/>
                                      </a:rPr>
                                    </m:ctrlPr>
                                  </m:fPr>
                                  <m:num>
                                    <m:r>
                                      <a:rPr lang="en-US" altLang="zh-CN" sz="2400" b="0" i="1" kern="1200" smtClean="0">
                                        <a:solidFill>
                                          <a:schemeClr val="dk1"/>
                                        </a:solidFill>
                                        <a:effectLst/>
                                        <a:latin typeface="Cambria Math" panose="02040503050406030204" pitchFamily="18" charset="0"/>
                                        <a:ea typeface="+mn-ea"/>
                                        <a:cs typeface="+mn-cs"/>
                                      </a:rPr>
                                      <m:t>3</m:t>
                                    </m:r>
                                  </m:num>
                                  <m:den>
                                    <m:r>
                                      <a:rPr lang="en-US" altLang="zh-CN" sz="2400" i="1" kern="1200">
                                        <a:solidFill>
                                          <a:schemeClr val="dk1"/>
                                        </a:solidFill>
                                        <a:effectLst/>
                                        <a:latin typeface="Cambria Math" panose="02040503050406030204" pitchFamily="18" charset="0"/>
                                        <a:ea typeface="+mn-ea"/>
                                        <a:cs typeface="+mn-cs"/>
                                      </a:rPr>
                                      <m:t>6</m:t>
                                    </m:r>
                                  </m:den>
                                </m:f>
                              </m:oMath>
                            </m:oMathPara>
                          </a14:m>
                          <a:endParaRPr lang="zh-CN" altLang="zh-CN" sz="2400" kern="1200" dirty="0">
                            <a:solidFill>
                              <a:schemeClr val="dk1"/>
                            </a:solidFill>
                            <a:effectLst/>
                            <a:latin typeface="+mn-lt"/>
                            <a:ea typeface="+mn-ea"/>
                            <a:cs typeface="+mn-cs"/>
                          </a:endParaRPr>
                        </a:p>
                      </a:txBody>
                      <a:tcPr marL="68580" marR="68580" marT="34290" marB="34290" anchor="ctr">
                        <a:lnT w="19050" cap="flat" cmpd="sng" algn="ctr">
                          <a:solidFill>
                            <a:schemeClr val="tx1"/>
                          </a:solidFill>
                          <a:prstDash val="solid"/>
                          <a:round/>
                          <a:headEnd type="none" w="med" len="med"/>
                          <a:tailEnd type="none" w="med" len="med"/>
                        </a:lnT>
                        <a:noFill/>
                      </a:tcPr>
                    </a:tc>
                    <a:tc>
                      <a:txBody>
                        <a:bodyPr/>
                        <a:lstStyle/>
                        <a:p>
                          <a:pPr algn="ctr"/>
                          <a14:m>
                            <m:oMathPara xmlns:m="http://schemas.openxmlformats.org/officeDocument/2006/math">
                              <m:oMathParaPr>
                                <m:jc m:val="centerGroup"/>
                              </m:oMathParaPr>
                              <m:oMath xmlns:m="http://schemas.openxmlformats.org/officeDocument/2006/math">
                                <m:f>
                                  <m:fPr>
                                    <m:ctrlPr>
                                      <a:rPr lang="zh-CN" altLang="zh-CN" sz="2400" i="1" kern="1200" smtClean="0">
                                        <a:solidFill>
                                          <a:schemeClr val="dk1"/>
                                        </a:solidFill>
                                        <a:effectLst/>
                                        <a:latin typeface="Cambria Math" panose="02040503050406030204" pitchFamily="18" charset="0"/>
                                        <a:ea typeface="+mn-ea"/>
                                        <a:cs typeface="+mn-cs"/>
                                      </a:rPr>
                                    </m:ctrlPr>
                                  </m:fPr>
                                  <m:num>
                                    <m:r>
                                      <a:rPr lang="en-US" altLang="zh-CN" sz="2400" b="0" i="1" kern="1200" smtClean="0">
                                        <a:solidFill>
                                          <a:schemeClr val="dk1"/>
                                        </a:solidFill>
                                        <a:effectLst/>
                                        <a:latin typeface="Cambria Math" panose="02040503050406030204" pitchFamily="18" charset="0"/>
                                        <a:ea typeface="+mn-ea"/>
                                        <a:cs typeface="+mn-cs"/>
                                      </a:rPr>
                                      <m:t>2</m:t>
                                    </m:r>
                                  </m:num>
                                  <m:den>
                                    <m:r>
                                      <a:rPr lang="en-US" altLang="zh-CN" sz="2400" i="1" kern="1200">
                                        <a:solidFill>
                                          <a:schemeClr val="dk1"/>
                                        </a:solidFill>
                                        <a:effectLst/>
                                        <a:latin typeface="Cambria Math" panose="02040503050406030204" pitchFamily="18" charset="0"/>
                                        <a:ea typeface="+mn-ea"/>
                                        <a:cs typeface="+mn-cs"/>
                                      </a:rPr>
                                      <m:t>6</m:t>
                                    </m:r>
                                  </m:den>
                                </m:f>
                              </m:oMath>
                            </m:oMathPara>
                          </a14:m>
                          <a:endParaRPr lang="zh-CN" altLang="zh-CN" sz="2400" kern="1200" dirty="0">
                            <a:solidFill>
                              <a:schemeClr val="dk1"/>
                            </a:solidFill>
                            <a:effectLst/>
                            <a:latin typeface="+mn-lt"/>
                            <a:ea typeface="+mn-ea"/>
                            <a:cs typeface="+mn-cs"/>
                          </a:endParaRPr>
                        </a:p>
                      </a:txBody>
                      <a:tcPr marL="68580" marR="68580" marT="34290" marB="34290" anchor="ctr">
                        <a:lnT w="190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43209496"/>
                      </a:ext>
                    </a:extLst>
                  </a:tr>
                </a:tbl>
              </a:graphicData>
            </a:graphic>
          </p:graphicFrame>
        </mc:Choice>
        <mc:Fallback xmlns="">
          <p:graphicFrame>
            <p:nvGraphicFramePr>
              <p:cNvPr id="6" name="表格 5">
                <a:extLst>
                  <a:ext uri="{FF2B5EF4-FFF2-40B4-BE49-F238E27FC236}">
                    <a16:creationId xmlns:a16="http://schemas.microsoft.com/office/drawing/2014/main" id="{98938E3C-0BAC-346C-6042-53F0957D5DBB}"/>
                  </a:ext>
                </a:extLst>
              </p:cNvPr>
              <p:cNvGraphicFramePr>
                <a:graphicFrameLocks noGrp="1"/>
              </p:cNvGraphicFramePr>
              <p:nvPr>
                <p:extLst>
                  <p:ext uri="{D42A27DB-BD31-4B8C-83A1-F6EECF244321}">
                    <p14:modId xmlns:p14="http://schemas.microsoft.com/office/powerpoint/2010/main" val="3850448498"/>
                  </p:ext>
                </p:extLst>
              </p:nvPr>
            </p:nvGraphicFramePr>
            <p:xfrm>
              <a:off x="2155078" y="3429000"/>
              <a:ext cx="5205842" cy="1565714"/>
            </p:xfrm>
            <a:graphic>
              <a:graphicData uri="http://schemas.openxmlformats.org/drawingml/2006/table">
                <a:tbl>
                  <a:tblPr bandRow="1">
                    <a:tableStyleId>{5C22544A-7EE6-4342-B048-85BDC9FD1C3A}</a:tableStyleId>
                  </a:tblPr>
                  <a:tblGrid>
                    <a:gridCol w="1531130">
                      <a:extLst>
                        <a:ext uri="{9D8B030D-6E8A-4147-A177-3AD203B41FA5}">
                          <a16:colId xmlns:a16="http://schemas.microsoft.com/office/drawing/2014/main" val="2138047336"/>
                        </a:ext>
                      </a:extLst>
                    </a:gridCol>
                    <a:gridCol w="1224904">
                      <a:extLst>
                        <a:ext uri="{9D8B030D-6E8A-4147-A177-3AD203B41FA5}">
                          <a16:colId xmlns:a16="http://schemas.microsoft.com/office/drawing/2014/main" val="1848776000"/>
                        </a:ext>
                      </a:extLst>
                    </a:gridCol>
                    <a:gridCol w="1224904">
                      <a:extLst>
                        <a:ext uri="{9D8B030D-6E8A-4147-A177-3AD203B41FA5}">
                          <a16:colId xmlns:a16="http://schemas.microsoft.com/office/drawing/2014/main" val="248266210"/>
                        </a:ext>
                      </a:extLst>
                    </a:gridCol>
                    <a:gridCol w="1224904">
                      <a:extLst>
                        <a:ext uri="{9D8B030D-6E8A-4147-A177-3AD203B41FA5}">
                          <a16:colId xmlns:a16="http://schemas.microsoft.com/office/drawing/2014/main" val="1948440265"/>
                        </a:ext>
                      </a:extLst>
                    </a:gridCol>
                  </a:tblGrid>
                  <a:tr h="810000">
                    <a:tc>
                      <a:txBody>
                        <a:bodyPr/>
                        <a:lstStyle/>
                        <a:p>
                          <a:pPr algn="ctr"/>
                          <a:r>
                            <a:rPr lang="zh-CN" altLang="en-US" sz="2400" dirty="0"/>
                            <a:t>到站时刻</a:t>
                          </a:r>
                        </a:p>
                      </a:txBody>
                      <a:tcPr marL="68580" marR="68580" marT="34290" marB="34290"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noFill/>
                      </a:tcPr>
                    </a:tc>
                    <a:tc>
                      <a:txBody>
                        <a:bodyPr/>
                        <a:lstStyle/>
                        <a:p>
                          <a:pPr algn="ctr"/>
                          <a:r>
                            <a:rPr lang="en-US" altLang="zh-CN" sz="2400" dirty="0">
                              <a:latin typeface="Times New Roman" panose="02020603050405020304" pitchFamily="18" charset="0"/>
                              <a:cs typeface="Times New Roman" panose="02020603050405020304" pitchFamily="18" charset="0"/>
                            </a:rPr>
                            <a:t>8:10</a:t>
                          </a:r>
                        </a:p>
                        <a:p>
                          <a:pPr algn="ctr"/>
                          <a:r>
                            <a:rPr lang="en-US" altLang="zh-CN" sz="2400" dirty="0">
                              <a:latin typeface="Times New Roman" panose="02020603050405020304" pitchFamily="18" charset="0"/>
                              <a:cs typeface="Times New Roman" panose="02020603050405020304" pitchFamily="18" charset="0"/>
                            </a:rPr>
                            <a:t>9:10</a:t>
                          </a:r>
                          <a:endParaRPr lang="zh-CN" altLang="en-US" sz="2400" dirty="0">
                            <a:latin typeface="Times New Roman" panose="02020603050405020304" pitchFamily="18" charset="0"/>
                            <a:cs typeface="Times New Roman" panose="02020603050405020304" pitchFamily="18" charset="0"/>
                          </a:endParaRPr>
                        </a:p>
                      </a:txBody>
                      <a:tcPr marL="68580" marR="68580" marT="34290" marB="34290"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noFill/>
                      </a:tcPr>
                    </a:tc>
                    <a:tc>
                      <a:txBody>
                        <a:bodyPr/>
                        <a:lstStyle/>
                        <a:p>
                          <a:pPr algn="ctr"/>
                          <a:r>
                            <a:rPr lang="en-US" altLang="zh-CN" sz="2400" dirty="0">
                              <a:latin typeface="Times New Roman" panose="02020603050405020304" pitchFamily="18" charset="0"/>
                              <a:cs typeface="Times New Roman" panose="02020603050405020304" pitchFamily="18" charset="0"/>
                            </a:rPr>
                            <a:t>8:30</a:t>
                          </a:r>
                        </a:p>
                        <a:p>
                          <a:pPr algn="ctr"/>
                          <a:r>
                            <a:rPr lang="en-US" altLang="zh-CN" sz="2400" dirty="0">
                              <a:latin typeface="Times New Roman" panose="02020603050405020304" pitchFamily="18" charset="0"/>
                              <a:cs typeface="Times New Roman" panose="02020603050405020304" pitchFamily="18" charset="0"/>
                            </a:rPr>
                            <a:t>9:30</a:t>
                          </a:r>
                          <a:endParaRPr lang="zh-CN" altLang="en-US" sz="24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tc>
                      <a:txBody>
                        <a:bodyPr/>
                        <a:lstStyle/>
                        <a:p>
                          <a:pPr algn="ctr"/>
                          <a:r>
                            <a:rPr lang="en-US" altLang="zh-CN" sz="2400" dirty="0">
                              <a:latin typeface="Times New Roman" panose="02020603050405020304" pitchFamily="18" charset="0"/>
                              <a:cs typeface="Times New Roman" panose="02020603050405020304" pitchFamily="18" charset="0"/>
                            </a:rPr>
                            <a:t>8:50</a:t>
                          </a:r>
                        </a:p>
                        <a:p>
                          <a:pPr algn="ctr"/>
                          <a:r>
                            <a:rPr lang="en-US" altLang="zh-CN" sz="2400" dirty="0">
                              <a:latin typeface="Times New Roman" panose="02020603050405020304" pitchFamily="18" charset="0"/>
                              <a:cs typeface="Times New Roman" panose="02020603050405020304" pitchFamily="18" charset="0"/>
                            </a:rPr>
                            <a:t>9:50</a:t>
                          </a:r>
                          <a:endParaRPr lang="zh-CN" altLang="en-US" sz="24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8186712"/>
                      </a:ext>
                    </a:extLst>
                  </a:tr>
                  <a:tr h="755714">
                    <a:tc>
                      <a:txBody>
                        <a:bodyPr/>
                        <a:lstStyle/>
                        <a:p>
                          <a:pPr algn="ctr"/>
                          <a:r>
                            <a:rPr lang="zh-CN" altLang="en-US" sz="2400" dirty="0"/>
                            <a:t>概率</a:t>
                          </a:r>
                        </a:p>
                      </a:txBody>
                      <a:tcPr marL="68580" marR="68580" marT="34290" marB="3429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tc>
                      <a:txBody>
                        <a:bodyPr/>
                        <a:lstStyle/>
                        <a:p>
                          <a:endParaRPr lang="zh-CN"/>
                        </a:p>
                      </a:txBody>
                      <a:tcPr marL="68580" marR="68580" marT="34290" marB="34290"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blipFill>
                          <a:blip r:embed="rId2"/>
                          <a:stretch>
                            <a:fillRect l="-125773" t="-115000" r="-201031" b="-8333"/>
                          </a:stretch>
                        </a:blipFill>
                      </a:tcPr>
                    </a:tc>
                    <a:tc>
                      <a:txBody>
                        <a:bodyPr/>
                        <a:lstStyle/>
                        <a:p>
                          <a:endParaRPr lang="zh-CN"/>
                        </a:p>
                      </a:txBody>
                      <a:tcPr marL="68580" marR="68580" marT="34290" marB="34290" anchor="ctr">
                        <a:lnT w="19050" cap="flat" cmpd="sng" algn="ctr">
                          <a:solidFill>
                            <a:schemeClr val="tx1"/>
                          </a:solidFill>
                          <a:prstDash val="solid"/>
                          <a:round/>
                          <a:headEnd type="none" w="med" len="med"/>
                          <a:tailEnd type="none" w="med" len="med"/>
                        </a:lnT>
                        <a:blipFill>
                          <a:blip r:embed="rId2"/>
                          <a:stretch>
                            <a:fillRect l="-228125" t="-115000" r="-103125" b="-8333"/>
                          </a:stretch>
                        </a:blipFill>
                      </a:tcPr>
                    </a:tc>
                    <a:tc>
                      <a:txBody>
                        <a:bodyPr/>
                        <a:lstStyle/>
                        <a:p>
                          <a:endParaRPr lang="zh-CN"/>
                        </a:p>
                      </a:txBody>
                      <a:tcPr marL="68580" marR="68580" marT="34290" marB="34290" anchor="ctr">
                        <a:lnT w="19050" cap="flat" cmpd="sng" algn="ctr">
                          <a:solidFill>
                            <a:schemeClr val="tx1"/>
                          </a:solidFill>
                          <a:prstDash val="solid"/>
                          <a:round/>
                          <a:headEnd type="none" w="med" len="med"/>
                          <a:tailEnd type="none" w="med" len="med"/>
                        </a:lnT>
                        <a:blipFill>
                          <a:blip r:embed="rId2"/>
                          <a:stretch>
                            <a:fillRect l="-324742" t="-115000" r="-2062" b="-8333"/>
                          </a:stretch>
                        </a:blipFill>
                      </a:tcPr>
                    </a:tc>
                    <a:extLst>
                      <a:ext uri="{0D108BD9-81ED-4DB2-BD59-A6C34878D82A}">
                        <a16:rowId xmlns:a16="http://schemas.microsoft.com/office/drawing/2014/main" val="43209496"/>
                      </a:ext>
                    </a:extLst>
                  </a:tr>
                </a:tbl>
              </a:graphicData>
            </a:graphic>
          </p:graphicFrame>
        </mc:Fallback>
      </mc:AlternateContent>
      <p:cxnSp>
        <p:nvCxnSpPr>
          <p:cNvPr id="4" name="直线连接符 3">
            <a:extLst>
              <a:ext uri="{FF2B5EF4-FFF2-40B4-BE49-F238E27FC236}">
                <a16:creationId xmlns:a16="http://schemas.microsoft.com/office/drawing/2014/main" id="{E0A62ECE-2913-F809-3553-BAD55A36B57C}"/>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a16="http://schemas.microsoft.com/office/drawing/2014/main" id="{679FB44C-7769-9892-B8F2-E31BF952950E}"/>
              </a:ext>
            </a:extLst>
          </p:cNvPr>
          <p:cNvSpPr/>
          <p:nvPr/>
        </p:nvSpPr>
        <p:spPr bwMode="auto">
          <a:xfrm>
            <a:off x="0" y="0"/>
            <a:ext cx="260169" cy="6858000"/>
          </a:xfrm>
          <a:prstGeom prst="rect">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副标题 2">
            <a:extLst>
              <a:ext uri="{FF2B5EF4-FFF2-40B4-BE49-F238E27FC236}">
                <a16:creationId xmlns:a16="http://schemas.microsoft.com/office/drawing/2014/main" id="{27E4C5C1-8E22-A591-C74D-7EC84D2658B3}"/>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#8</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Tree>
    <p:extLst>
      <p:ext uri="{BB962C8B-B14F-4D97-AF65-F5344CB8AC3E}">
        <p14:creationId xmlns:p14="http://schemas.microsoft.com/office/powerpoint/2010/main" val="394171903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副标题 2">
                <a:extLst>
                  <a:ext uri="{FF2B5EF4-FFF2-40B4-BE49-F238E27FC236}">
                    <a16:creationId xmlns:a16="http://schemas.microsoft.com/office/drawing/2014/main" id="{9C5CAF33-0BC2-4633-85E5-21B2ACD15FC7}"/>
                  </a:ext>
                </a:extLst>
              </p:cNvPr>
              <p:cNvSpPr txBox="1">
                <a:spLocks/>
              </p:cNvSpPr>
              <p:nvPr/>
            </p:nvSpPr>
            <p:spPr>
              <a:xfrm>
                <a:off x="371364" y="956224"/>
                <a:ext cx="7972106" cy="506829"/>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解      设旅客的候车时间为</a:t>
                </a:r>
                <a14:m>
                  <m:oMath xmlns:m="http://schemas.openxmlformats.org/officeDocument/2006/math">
                    <m:r>
                      <a:rPr lang="en-US" altLang="zh-CN" i="1" dirty="0" smtClean="0">
                        <a:latin typeface="Cambria Math" panose="02040503050406030204" pitchFamily="18" charset="0"/>
                        <a:ea typeface="微软雅黑" panose="020B0503020204020204" pitchFamily="34" charset="-122"/>
                        <a:cs typeface="Times New Roman" panose="02020603050405020304" pitchFamily="18" charset="0"/>
                      </a:rPr>
                      <m:t>𝑋</m:t>
                    </m:r>
                  </m:oMath>
                </a14:m>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以</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min</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计</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ea typeface="微软雅黑" panose="020B0503020204020204" pitchFamily="34" charset="-122"/>
                    <a:cs typeface="Times New Roman" panose="02020603050405020304" pitchFamily="18" charset="0"/>
                  </a:rPr>
                  <a:t> </a:t>
                </a:r>
                <a14:m>
                  <m:oMath xmlns:m="http://schemas.openxmlformats.org/officeDocument/2006/math">
                    <m:r>
                      <a:rPr lang="en-US" altLang="zh-CN" i="1" dirty="0">
                        <a:latin typeface="Cambria Math" panose="02040503050406030204" pitchFamily="18" charset="0"/>
                        <a:ea typeface="微软雅黑" panose="020B0503020204020204" pitchFamily="34" charset="-122"/>
                        <a:cs typeface="Times New Roman" panose="02020603050405020304" pitchFamily="18" charset="0"/>
                      </a:rPr>
                      <m:t>𝑋</m:t>
                    </m:r>
                  </m:oMath>
                </a14:m>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的分布律为</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5" name="副标题 2">
                <a:extLst>
                  <a:ext uri="{FF2B5EF4-FFF2-40B4-BE49-F238E27FC236}">
                    <a16:creationId xmlns:a16="http://schemas.microsoft.com/office/drawing/2014/main" id="{9C5CAF33-0BC2-4633-85E5-21B2ACD15FC7}"/>
                  </a:ext>
                </a:extLst>
              </p:cNvPr>
              <p:cNvSpPr txBox="1">
                <a:spLocks noRot="1" noChangeAspect="1" noMove="1" noResize="1" noEditPoints="1" noAdjustHandles="1" noChangeArrowheads="1" noChangeShapeType="1" noTextEdit="1"/>
              </p:cNvSpPr>
              <p:nvPr/>
            </p:nvSpPr>
            <p:spPr>
              <a:xfrm>
                <a:off x="371364" y="956224"/>
                <a:ext cx="7972106" cy="506829"/>
              </a:xfrm>
              <a:prstGeom prst="rect">
                <a:avLst/>
              </a:prstGeom>
              <a:blipFill>
                <a:blip r:embed="rId2"/>
                <a:stretch>
                  <a:fillRect l="-1590" b="-36585"/>
                </a:stretch>
              </a:blipFill>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8AADEEF6-B802-9A09-D1C3-9C8704108189}"/>
              </a:ext>
            </a:extLst>
          </p:cNvPr>
          <p:cNvSpPr txBox="1"/>
          <p:nvPr/>
        </p:nvSpPr>
        <p:spPr>
          <a:xfrm>
            <a:off x="239389" y="4797069"/>
            <a:ext cx="8706713" cy="540341"/>
          </a:xfrm>
          <a:prstGeom prst="rect">
            <a:avLst/>
          </a:prstGeom>
          <a:noFill/>
        </p:spPr>
        <p:txBody>
          <a:bodyPr wrap="square">
            <a:spAutoFit/>
          </a:bodyPr>
          <a:lstStyle/>
          <a:p>
            <a:pPr>
              <a:lnSpc>
                <a:spcPct val="150000"/>
              </a:lnSpc>
            </a:pPr>
            <a:r>
              <a:rPr lang="zh-CN" altLang="en-US" sz="2200" kern="100" dirty="0">
                <a:latin typeface="微软雅黑" panose="020B0503020204020204" pitchFamily="34" charset="-122"/>
                <a:ea typeface="微软雅黑" panose="020B0503020204020204" pitchFamily="34" charset="-122"/>
                <a:cs typeface="Times New Roman" panose="02020603050405020304" pitchFamily="18" charset="0"/>
              </a:rPr>
              <a:t>其中</a:t>
            </a:r>
            <a:r>
              <a:rPr lang="en-US" altLang="zh-CN" sz="2200" kern="100" dirty="0">
                <a:latin typeface="微软雅黑" panose="020B0503020204020204" pitchFamily="34" charset="-122"/>
                <a:ea typeface="微软雅黑" panose="020B0503020204020204" pitchFamily="34" charset="-122"/>
                <a:cs typeface="Times New Roman" panose="02020603050405020304" pitchFamily="18" charset="0"/>
              </a:rPr>
              <a:t>A</a:t>
            </a:r>
            <a:r>
              <a:rPr lang="zh-CN" altLang="en-US" sz="2200" kern="100" dirty="0">
                <a:latin typeface="微软雅黑" panose="020B0503020204020204" pitchFamily="34" charset="-122"/>
                <a:ea typeface="微软雅黑" panose="020B0503020204020204" pitchFamily="34" charset="-122"/>
                <a:cs typeface="Times New Roman" panose="02020603050405020304" pitchFamily="18" charset="0"/>
              </a:rPr>
              <a:t>为事件“第一班车在</a:t>
            </a:r>
            <a:r>
              <a:rPr lang="en-US" altLang="zh-CN" sz="2200" kern="100" dirty="0">
                <a:latin typeface="微软雅黑" panose="020B0503020204020204" pitchFamily="34" charset="-122"/>
                <a:ea typeface="微软雅黑" panose="020B0503020204020204" pitchFamily="34" charset="-122"/>
                <a:cs typeface="Times New Roman" panose="02020603050405020304" pitchFamily="18" charset="0"/>
              </a:rPr>
              <a:t>8:10</a:t>
            </a:r>
            <a:r>
              <a:rPr lang="zh-CN" altLang="en-US" sz="2200" kern="100" dirty="0">
                <a:latin typeface="微软雅黑" panose="020B0503020204020204" pitchFamily="34" charset="-122"/>
                <a:ea typeface="微软雅黑" panose="020B0503020204020204" pitchFamily="34" charset="-122"/>
                <a:cs typeface="Times New Roman" panose="02020603050405020304" pitchFamily="18" charset="0"/>
              </a:rPr>
              <a:t>到站”，</a:t>
            </a:r>
            <a:r>
              <a:rPr lang="en-US" altLang="zh-CN" sz="2200" kern="100"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sz="2200" kern="100" dirty="0">
                <a:latin typeface="微软雅黑" panose="020B0503020204020204" pitchFamily="34" charset="-122"/>
                <a:ea typeface="微软雅黑" panose="020B0503020204020204" pitchFamily="34" charset="-122"/>
                <a:cs typeface="Times New Roman" panose="02020603050405020304" pitchFamily="18" charset="0"/>
              </a:rPr>
              <a:t>为“第二班车在</a:t>
            </a:r>
            <a:r>
              <a:rPr lang="en-US" altLang="zh-CN" sz="2200" kern="100" dirty="0">
                <a:latin typeface="微软雅黑" panose="020B0503020204020204" pitchFamily="34" charset="-122"/>
                <a:ea typeface="微软雅黑" panose="020B0503020204020204" pitchFamily="34" charset="-122"/>
                <a:cs typeface="Times New Roman" panose="02020603050405020304" pitchFamily="18" charset="0"/>
              </a:rPr>
              <a:t>9:30</a:t>
            </a:r>
            <a:r>
              <a:rPr lang="zh-CN" altLang="en-US" sz="2200" kern="100" dirty="0">
                <a:latin typeface="微软雅黑" panose="020B0503020204020204" pitchFamily="34" charset="-122"/>
                <a:ea typeface="微软雅黑" panose="020B0503020204020204" pitchFamily="34" charset="-122"/>
                <a:cs typeface="Times New Roman" panose="02020603050405020304" pitchFamily="18" charset="0"/>
              </a:rPr>
              <a:t>到站”</a:t>
            </a:r>
            <a:r>
              <a:rPr lang="en-US" altLang="zh-CN" sz="2200" kern="100" dirty="0">
                <a:latin typeface="微软雅黑" panose="020B0503020204020204" pitchFamily="34" charset="-122"/>
                <a:ea typeface="微软雅黑" panose="020B0503020204020204" pitchFamily="34" charset="-122"/>
                <a:cs typeface="Times New Roman" panose="02020603050405020304" pitchFamily="18" charset="0"/>
              </a:rPr>
              <a:t>.</a:t>
            </a:r>
          </a:p>
        </p:txBody>
      </p:sp>
      <mc:AlternateContent xmlns:mc="http://schemas.openxmlformats.org/markup-compatibility/2006" xmlns:a14="http://schemas.microsoft.com/office/drawing/2010/main">
        <mc:Choice Requires="a14">
          <p:graphicFrame>
            <p:nvGraphicFramePr>
              <p:cNvPr id="12" name="表格 11">
                <a:extLst>
                  <a:ext uri="{FF2B5EF4-FFF2-40B4-BE49-F238E27FC236}">
                    <a16:creationId xmlns:a16="http://schemas.microsoft.com/office/drawing/2014/main" id="{60FACC75-DCF1-7200-3051-B579D0BD543C}"/>
                  </a:ext>
                </a:extLst>
              </p:cNvPr>
              <p:cNvGraphicFramePr>
                <a:graphicFrameLocks noGrp="1"/>
              </p:cNvGraphicFramePr>
              <p:nvPr/>
            </p:nvGraphicFramePr>
            <p:xfrm>
              <a:off x="1285453" y="2153051"/>
              <a:ext cx="6264000" cy="1048380"/>
            </p:xfrm>
            <a:graphic>
              <a:graphicData uri="http://schemas.openxmlformats.org/drawingml/2006/table">
                <a:tbl>
                  <a:tblPr bandRow="1">
                    <a:tableStyleId>{5C22544A-7EE6-4342-B048-85BDC9FD1C3A}</a:tableStyleId>
                  </a:tblPr>
                  <a:tblGrid>
                    <a:gridCol w="864000">
                      <a:extLst>
                        <a:ext uri="{9D8B030D-6E8A-4147-A177-3AD203B41FA5}">
                          <a16:colId xmlns:a16="http://schemas.microsoft.com/office/drawing/2014/main" val="2138047336"/>
                        </a:ext>
                      </a:extLst>
                    </a:gridCol>
                    <a:gridCol w="1080000">
                      <a:extLst>
                        <a:ext uri="{9D8B030D-6E8A-4147-A177-3AD203B41FA5}">
                          <a16:colId xmlns:a16="http://schemas.microsoft.com/office/drawing/2014/main" val="1848776000"/>
                        </a:ext>
                      </a:extLst>
                    </a:gridCol>
                    <a:gridCol w="1080000">
                      <a:extLst>
                        <a:ext uri="{9D8B030D-6E8A-4147-A177-3AD203B41FA5}">
                          <a16:colId xmlns:a16="http://schemas.microsoft.com/office/drawing/2014/main" val="248266210"/>
                        </a:ext>
                      </a:extLst>
                    </a:gridCol>
                    <a:gridCol w="1080000">
                      <a:extLst>
                        <a:ext uri="{9D8B030D-6E8A-4147-A177-3AD203B41FA5}">
                          <a16:colId xmlns:a16="http://schemas.microsoft.com/office/drawing/2014/main" val="1948440265"/>
                        </a:ext>
                      </a:extLst>
                    </a:gridCol>
                    <a:gridCol w="1080000">
                      <a:extLst>
                        <a:ext uri="{9D8B030D-6E8A-4147-A177-3AD203B41FA5}">
                          <a16:colId xmlns:a16="http://schemas.microsoft.com/office/drawing/2014/main" val="648300048"/>
                        </a:ext>
                      </a:extLst>
                    </a:gridCol>
                    <a:gridCol w="1080000">
                      <a:extLst>
                        <a:ext uri="{9D8B030D-6E8A-4147-A177-3AD203B41FA5}">
                          <a16:colId xmlns:a16="http://schemas.microsoft.com/office/drawing/2014/main" val="2620148803"/>
                        </a:ext>
                      </a:extLst>
                    </a:gridCol>
                  </a:tblGrid>
                  <a:tr h="351000">
                    <a:tc>
                      <a:txBody>
                        <a:bodyPr/>
                        <a:lstStyle/>
                        <a:p>
                          <a:pPr algn="ctr"/>
                          <a14:m>
                            <m:oMathPara xmlns:m="http://schemas.openxmlformats.org/officeDocument/2006/math">
                              <m:oMathParaPr>
                                <m:jc m:val="centerGroup"/>
                              </m:oMathParaPr>
                              <m:oMath xmlns:m="http://schemas.openxmlformats.org/officeDocument/2006/math">
                                <m:r>
                                  <a:rPr lang="en-US" altLang="zh-CN" sz="2000" i="1" smtClean="0">
                                    <a:latin typeface="Cambria Math" panose="02040503050406030204" pitchFamily="18" charset="0"/>
                                  </a:rPr>
                                  <m:t>𝑋</m:t>
                                </m:r>
                              </m:oMath>
                            </m:oMathPara>
                          </a14:m>
                          <a:endParaRPr lang="zh-CN" altLang="en-US" sz="2000" dirty="0"/>
                        </a:p>
                      </a:txBody>
                      <a:tcPr marL="68580" marR="68580" marT="34290" marB="34290"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noFill/>
                      </a:tcPr>
                    </a:tc>
                    <a:tc>
                      <a:txBody>
                        <a:bodyPr/>
                        <a:lstStyle/>
                        <a:p>
                          <a:pPr algn="ctr"/>
                          <a:r>
                            <a:rPr lang="en-US" altLang="zh-CN" sz="2000" dirty="0">
                              <a:latin typeface="Times New Roman" panose="02020603050405020304" pitchFamily="18" charset="0"/>
                              <a:cs typeface="Times New Roman" panose="02020603050405020304" pitchFamily="18" charset="0"/>
                            </a:rPr>
                            <a:t>10</a:t>
                          </a:r>
                          <a:endParaRPr lang="zh-CN" altLang="en-US" sz="2000" dirty="0">
                            <a:latin typeface="Times New Roman" panose="02020603050405020304" pitchFamily="18" charset="0"/>
                            <a:cs typeface="Times New Roman" panose="02020603050405020304" pitchFamily="18" charset="0"/>
                          </a:endParaRPr>
                        </a:p>
                      </a:txBody>
                      <a:tcPr marL="68580" marR="68580" marT="34290" marB="34290"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noFill/>
                      </a:tcPr>
                    </a:tc>
                    <a:tc>
                      <a:txBody>
                        <a:bodyPr/>
                        <a:lstStyle/>
                        <a:p>
                          <a:pPr algn="ctr"/>
                          <a:r>
                            <a:rPr lang="en-US" altLang="zh-CN" sz="2000" dirty="0">
                              <a:latin typeface="Times New Roman" panose="02020603050405020304" pitchFamily="18" charset="0"/>
                              <a:cs typeface="Times New Roman" panose="02020603050405020304" pitchFamily="18" charset="0"/>
                            </a:rPr>
                            <a:t>30</a:t>
                          </a:r>
                          <a:endParaRPr lang="zh-CN" altLang="en-US" sz="20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tc>
                      <a:txBody>
                        <a:bodyPr/>
                        <a:lstStyle/>
                        <a:p>
                          <a:pPr algn="ctr"/>
                          <a:r>
                            <a:rPr lang="en-US" altLang="zh-CN" sz="2000" dirty="0">
                              <a:latin typeface="Times New Roman" panose="02020603050405020304" pitchFamily="18" charset="0"/>
                              <a:cs typeface="Times New Roman" panose="02020603050405020304" pitchFamily="18" charset="0"/>
                            </a:rPr>
                            <a:t>50</a:t>
                          </a:r>
                          <a:endParaRPr lang="zh-CN" altLang="en-US" sz="20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tc>
                      <a:txBody>
                        <a:bodyPr/>
                        <a:lstStyle/>
                        <a:p>
                          <a:pPr algn="ctr"/>
                          <a:r>
                            <a:rPr lang="en-US" altLang="zh-CN" sz="2000" dirty="0">
                              <a:latin typeface="Times New Roman" panose="02020603050405020304" pitchFamily="18" charset="0"/>
                              <a:cs typeface="Times New Roman" panose="02020603050405020304" pitchFamily="18" charset="0"/>
                            </a:rPr>
                            <a:t>70</a:t>
                          </a:r>
                          <a:endParaRPr lang="zh-CN" altLang="en-US" sz="20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tc>
                      <a:txBody>
                        <a:bodyPr/>
                        <a:lstStyle/>
                        <a:p>
                          <a:pPr algn="ctr"/>
                          <a:r>
                            <a:rPr lang="en-US" altLang="zh-CN" sz="2000" dirty="0">
                              <a:latin typeface="Times New Roman" panose="02020603050405020304" pitchFamily="18" charset="0"/>
                              <a:cs typeface="Times New Roman" panose="02020603050405020304" pitchFamily="18" charset="0"/>
                            </a:rPr>
                            <a:t>90</a:t>
                          </a:r>
                          <a:endParaRPr lang="zh-CN" altLang="en-US" sz="20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8186712"/>
                      </a:ext>
                    </a:extLst>
                  </a:tr>
                  <a:tr h="675000">
                    <a:tc>
                      <a:txBody>
                        <a:bodyPr/>
                        <a:lstStyle/>
                        <a:p>
                          <a:pPr algn="ctr"/>
                          <a14:m>
                            <m:oMathPara xmlns:m="http://schemas.openxmlformats.org/officeDocument/2006/math">
                              <m:oMathParaPr>
                                <m:jc m:val="centerGroup"/>
                              </m:oMathParaPr>
                              <m:oMath xmlns:m="http://schemas.openxmlformats.org/officeDocument/2006/math">
                                <m:sSub>
                                  <m:sSubPr>
                                    <m:ctrlPr>
                                      <a:rPr lang="zh-CN" altLang="en-US" sz="2000" i="1" smtClean="0">
                                        <a:latin typeface="Cambria Math" panose="02040503050406030204" pitchFamily="18" charset="0"/>
                                      </a:rPr>
                                    </m:ctrlPr>
                                  </m:sSubPr>
                                  <m:e>
                                    <m:r>
                                      <a:rPr lang="zh-CN" altLang="en-US" sz="2000" i="1">
                                        <a:latin typeface="Cambria Math" panose="02040503050406030204" pitchFamily="18" charset="0"/>
                                      </a:rPr>
                                      <m:t>𝑝</m:t>
                                    </m:r>
                                  </m:e>
                                  <m:sub>
                                    <m:r>
                                      <a:rPr lang="zh-CN" altLang="en-US" sz="2000" i="1">
                                        <a:latin typeface="Cambria Math" panose="02040503050406030204" pitchFamily="18" charset="0"/>
                                      </a:rPr>
                                      <m:t>𝑘</m:t>
                                    </m:r>
                                  </m:sub>
                                </m:sSub>
                              </m:oMath>
                            </m:oMathPara>
                          </a14:m>
                          <a:endParaRPr lang="zh-CN" altLang="en-US" sz="2000" dirty="0"/>
                        </a:p>
                      </a:txBody>
                      <a:tcPr marL="68580" marR="68580" marT="34290" marB="3429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tc>
                      <a:txBody>
                        <a:bodyPr/>
                        <a:lstStyle/>
                        <a:p>
                          <a:pPr algn="ctr"/>
                          <a14:m>
                            <m:oMathPara xmlns:m="http://schemas.openxmlformats.org/officeDocument/2006/math">
                              <m:oMathParaPr>
                                <m:jc m:val="centerGroup"/>
                              </m:oMathParaPr>
                              <m:oMath xmlns:m="http://schemas.openxmlformats.org/officeDocument/2006/math">
                                <m:f>
                                  <m:fPr>
                                    <m:ctrlPr>
                                      <a:rPr lang="zh-CN" altLang="zh-CN" sz="2000" i="1" kern="1200" smtClean="0">
                                        <a:solidFill>
                                          <a:schemeClr val="dk1"/>
                                        </a:solidFill>
                                        <a:effectLst/>
                                        <a:latin typeface="Cambria Math" panose="02040503050406030204" pitchFamily="18" charset="0"/>
                                        <a:ea typeface="+mn-ea"/>
                                        <a:cs typeface="+mn-cs"/>
                                      </a:rPr>
                                    </m:ctrlPr>
                                  </m:fPr>
                                  <m:num>
                                    <m:r>
                                      <a:rPr lang="en-US" altLang="zh-CN" sz="2000" b="0" i="1" kern="1200" smtClean="0">
                                        <a:solidFill>
                                          <a:schemeClr val="dk1"/>
                                        </a:solidFill>
                                        <a:effectLst/>
                                        <a:latin typeface="Cambria Math" panose="02040503050406030204" pitchFamily="18" charset="0"/>
                                        <a:ea typeface="+mn-ea"/>
                                        <a:cs typeface="+mn-cs"/>
                                      </a:rPr>
                                      <m:t>3</m:t>
                                    </m:r>
                                  </m:num>
                                  <m:den>
                                    <m:r>
                                      <a:rPr lang="en-US" altLang="zh-CN" sz="2000" i="1" kern="1200">
                                        <a:solidFill>
                                          <a:schemeClr val="dk1"/>
                                        </a:solidFill>
                                        <a:effectLst/>
                                        <a:latin typeface="Cambria Math" panose="02040503050406030204" pitchFamily="18" charset="0"/>
                                        <a:ea typeface="+mn-ea"/>
                                        <a:cs typeface="+mn-cs"/>
                                      </a:rPr>
                                      <m:t>6</m:t>
                                    </m:r>
                                  </m:den>
                                </m:f>
                              </m:oMath>
                            </m:oMathPara>
                          </a14:m>
                          <a:endParaRPr lang="zh-CN" altLang="en-US" sz="2000" dirty="0">
                            <a:latin typeface="Times New Roman" panose="02020603050405020304" pitchFamily="18" charset="0"/>
                            <a:cs typeface="Times New Roman" panose="02020603050405020304" pitchFamily="18" charset="0"/>
                          </a:endParaRPr>
                        </a:p>
                      </a:txBody>
                      <a:tcPr marL="68580" marR="68580" marT="34290" marB="34290"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noFill/>
                      </a:tcPr>
                    </a:tc>
                    <a:tc>
                      <a:txBody>
                        <a:bodyPr/>
                        <a:lstStyle/>
                        <a:p>
                          <a:pPr algn="ctr"/>
                          <a14:m>
                            <m:oMathPara xmlns:m="http://schemas.openxmlformats.org/officeDocument/2006/math">
                              <m:oMathParaPr>
                                <m:jc m:val="centerGroup"/>
                              </m:oMathParaPr>
                              <m:oMath xmlns:m="http://schemas.openxmlformats.org/officeDocument/2006/math">
                                <m:f>
                                  <m:fPr>
                                    <m:ctrlPr>
                                      <a:rPr lang="zh-CN" altLang="zh-CN" sz="2000" i="1" kern="1200" smtClean="0">
                                        <a:solidFill>
                                          <a:schemeClr val="dk1"/>
                                        </a:solidFill>
                                        <a:effectLst/>
                                        <a:latin typeface="Cambria Math" panose="02040503050406030204" pitchFamily="18" charset="0"/>
                                        <a:ea typeface="+mn-ea"/>
                                        <a:cs typeface="+mn-cs"/>
                                      </a:rPr>
                                    </m:ctrlPr>
                                  </m:fPr>
                                  <m:num>
                                    <m:r>
                                      <a:rPr lang="en-US" altLang="zh-CN" sz="2000" b="0" i="1" kern="1200" smtClean="0">
                                        <a:solidFill>
                                          <a:schemeClr val="dk1"/>
                                        </a:solidFill>
                                        <a:effectLst/>
                                        <a:latin typeface="Cambria Math" panose="02040503050406030204" pitchFamily="18" charset="0"/>
                                        <a:ea typeface="+mn-ea"/>
                                        <a:cs typeface="+mn-cs"/>
                                      </a:rPr>
                                      <m:t>2</m:t>
                                    </m:r>
                                  </m:num>
                                  <m:den>
                                    <m:r>
                                      <a:rPr lang="en-US" altLang="zh-CN" sz="2000" i="1" kern="1200">
                                        <a:solidFill>
                                          <a:schemeClr val="dk1"/>
                                        </a:solidFill>
                                        <a:effectLst/>
                                        <a:latin typeface="Cambria Math" panose="02040503050406030204" pitchFamily="18" charset="0"/>
                                        <a:ea typeface="+mn-ea"/>
                                        <a:cs typeface="+mn-cs"/>
                                      </a:rPr>
                                      <m:t>6</m:t>
                                    </m:r>
                                  </m:den>
                                </m:f>
                              </m:oMath>
                            </m:oMathPara>
                          </a14:m>
                          <a:endParaRPr lang="zh-CN" altLang="en-US" sz="2000" dirty="0">
                            <a:latin typeface="Times New Roman" panose="02020603050405020304" pitchFamily="18" charset="0"/>
                            <a:cs typeface="Times New Roman" panose="02020603050405020304" pitchFamily="18" charset="0"/>
                          </a:endParaRPr>
                        </a:p>
                      </a:txBody>
                      <a:tcPr marL="68580" marR="68580" marT="34290" marB="34290" anchor="ctr">
                        <a:lnT w="19050" cap="flat" cmpd="sng" algn="ctr">
                          <a:solidFill>
                            <a:schemeClr val="tx1"/>
                          </a:solidFill>
                          <a:prstDash val="solid"/>
                          <a:round/>
                          <a:headEnd type="none" w="med" len="med"/>
                          <a:tailEnd type="none" w="med" len="med"/>
                        </a:lnT>
                        <a:noFill/>
                      </a:tcPr>
                    </a:tc>
                    <a:tc>
                      <a:txBody>
                        <a:bodyPr/>
                        <a:lstStyle/>
                        <a:p>
                          <a:pPr algn="ctr"/>
                          <a14:m>
                            <m:oMathPara xmlns:m="http://schemas.openxmlformats.org/officeDocument/2006/math">
                              <m:oMathParaPr>
                                <m:jc m:val="centerGroup"/>
                              </m:oMathParaPr>
                              <m:oMath xmlns:m="http://schemas.openxmlformats.org/officeDocument/2006/math">
                                <m:f>
                                  <m:fPr>
                                    <m:ctrlPr>
                                      <a:rPr lang="zh-CN" altLang="zh-CN" sz="2000" i="1" kern="1200" smtClean="0">
                                        <a:solidFill>
                                          <a:schemeClr val="dk1"/>
                                        </a:solidFill>
                                        <a:effectLst/>
                                        <a:latin typeface="Cambria Math" panose="02040503050406030204" pitchFamily="18" charset="0"/>
                                        <a:ea typeface="+mn-ea"/>
                                        <a:cs typeface="+mn-cs"/>
                                      </a:rPr>
                                    </m:ctrlPr>
                                  </m:fPr>
                                  <m:num>
                                    <m:r>
                                      <a:rPr lang="en-US" altLang="zh-CN" sz="2000" b="0" i="1" kern="1200" smtClean="0">
                                        <a:solidFill>
                                          <a:schemeClr val="dk1"/>
                                        </a:solidFill>
                                        <a:effectLst/>
                                        <a:latin typeface="Cambria Math" panose="02040503050406030204" pitchFamily="18" charset="0"/>
                                        <a:ea typeface="+mn-ea"/>
                                        <a:cs typeface="+mn-cs"/>
                                      </a:rPr>
                                      <m:t>1</m:t>
                                    </m:r>
                                  </m:num>
                                  <m:den>
                                    <m:r>
                                      <a:rPr lang="en-US" altLang="zh-CN" sz="2000" i="1" kern="1200">
                                        <a:solidFill>
                                          <a:schemeClr val="dk1"/>
                                        </a:solidFill>
                                        <a:effectLst/>
                                        <a:latin typeface="Cambria Math" panose="02040503050406030204" pitchFamily="18" charset="0"/>
                                        <a:ea typeface="+mn-ea"/>
                                        <a:cs typeface="+mn-cs"/>
                                      </a:rPr>
                                      <m:t>6</m:t>
                                    </m:r>
                                  </m:den>
                                </m:f>
                                <m:r>
                                  <a:rPr lang="en-US" altLang="zh-CN" sz="2000" i="1" kern="1200" smtClean="0">
                                    <a:solidFill>
                                      <a:schemeClr val="dk1"/>
                                    </a:solidFill>
                                    <a:effectLst/>
                                    <a:latin typeface="Cambria Math" panose="02040503050406030204" pitchFamily="18" charset="0"/>
                                    <a:ea typeface="Cambria Math" panose="02040503050406030204" pitchFamily="18" charset="0"/>
                                    <a:cs typeface="+mn-cs"/>
                                  </a:rPr>
                                  <m:t>×</m:t>
                                </m:r>
                                <m:f>
                                  <m:fPr>
                                    <m:ctrlPr>
                                      <a:rPr lang="zh-CN" altLang="zh-CN" sz="2000" i="1" kern="1200" smtClean="0">
                                        <a:solidFill>
                                          <a:schemeClr val="dk1"/>
                                        </a:solidFill>
                                        <a:effectLst/>
                                        <a:latin typeface="Cambria Math" panose="02040503050406030204" pitchFamily="18" charset="0"/>
                                        <a:ea typeface="+mn-ea"/>
                                        <a:cs typeface="+mn-cs"/>
                                      </a:rPr>
                                    </m:ctrlPr>
                                  </m:fPr>
                                  <m:num>
                                    <m:r>
                                      <a:rPr lang="en-US" altLang="zh-CN" sz="2000" b="0" i="1" kern="1200" smtClean="0">
                                        <a:solidFill>
                                          <a:schemeClr val="dk1"/>
                                        </a:solidFill>
                                        <a:effectLst/>
                                        <a:latin typeface="Cambria Math" panose="02040503050406030204" pitchFamily="18" charset="0"/>
                                        <a:ea typeface="+mn-ea"/>
                                        <a:cs typeface="+mn-cs"/>
                                      </a:rPr>
                                      <m:t>1</m:t>
                                    </m:r>
                                  </m:num>
                                  <m:den>
                                    <m:r>
                                      <a:rPr lang="en-US" altLang="zh-CN" sz="2000" i="1" kern="1200">
                                        <a:solidFill>
                                          <a:schemeClr val="dk1"/>
                                        </a:solidFill>
                                        <a:effectLst/>
                                        <a:latin typeface="Cambria Math" panose="02040503050406030204" pitchFamily="18" charset="0"/>
                                        <a:ea typeface="+mn-ea"/>
                                        <a:cs typeface="+mn-cs"/>
                                      </a:rPr>
                                      <m:t>6</m:t>
                                    </m:r>
                                  </m:den>
                                </m:f>
                              </m:oMath>
                            </m:oMathPara>
                          </a14:m>
                          <a:endParaRPr lang="zh-CN" altLang="en-US" sz="2000" dirty="0">
                            <a:latin typeface="Times New Roman" panose="02020603050405020304" pitchFamily="18" charset="0"/>
                            <a:cs typeface="Times New Roman" panose="02020603050405020304" pitchFamily="18" charset="0"/>
                          </a:endParaRPr>
                        </a:p>
                      </a:txBody>
                      <a:tcPr marL="68580" marR="68580" marT="34290" marB="34290" anchor="ctr">
                        <a:lnT w="19050" cap="flat" cmpd="sng" algn="ctr">
                          <a:solidFill>
                            <a:schemeClr val="tx1"/>
                          </a:solidFill>
                          <a:prstDash val="solid"/>
                          <a:round/>
                          <a:headEnd type="none" w="med" len="med"/>
                          <a:tailEnd type="none" w="med" len="med"/>
                        </a:lnT>
                        <a:noFill/>
                      </a:tcPr>
                    </a:tc>
                    <a:tc>
                      <a:txBody>
                        <a:bodyPr/>
                        <a:lstStyle/>
                        <a:p>
                          <a:pPr algn="ctr"/>
                          <a14:m>
                            <m:oMathPara xmlns:m="http://schemas.openxmlformats.org/officeDocument/2006/math">
                              <m:oMathParaPr>
                                <m:jc m:val="centerGroup"/>
                              </m:oMathParaPr>
                              <m:oMath xmlns:m="http://schemas.openxmlformats.org/officeDocument/2006/math">
                                <m:f>
                                  <m:fPr>
                                    <m:ctrlPr>
                                      <a:rPr lang="zh-CN" altLang="zh-CN" sz="2000" i="1" kern="1200" smtClean="0">
                                        <a:solidFill>
                                          <a:schemeClr val="dk1"/>
                                        </a:solidFill>
                                        <a:effectLst/>
                                        <a:latin typeface="Cambria Math" panose="02040503050406030204" pitchFamily="18" charset="0"/>
                                        <a:ea typeface="+mn-ea"/>
                                        <a:cs typeface="+mn-cs"/>
                                      </a:rPr>
                                    </m:ctrlPr>
                                  </m:fPr>
                                  <m:num>
                                    <m:r>
                                      <a:rPr lang="en-US" altLang="zh-CN" sz="2000" b="0" i="1" kern="1200" smtClean="0">
                                        <a:solidFill>
                                          <a:schemeClr val="dk1"/>
                                        </a:solidFill>
                                        <a:effectLst/>
                                        <a:latin typeface="Cambria Math" panose="02040503050406030204" pitchFamily="18" charset="0"/>
                                        <a:ea typeface="+mn-ea"/>
                                        <a:cs typeface="+mn-cs"/>
                                      </a:rPr>
                                      <m:t>1</m:t>
                                    </m:r>
                                  </m:num>
                                  <m:den>
                                    <m:r>
                                      <a:rPr lang="en-US" altLang="zh-CN" sz="2000" i="1" kern="1200">
                                        <a:solidFill>
                                          <a:schemeClr val="dk1"/>
                                        </a:solidFill>
                                        <a:effectLst/>
                                        <a:latin typeface="Cambria Math" panose="02040503050406030204" pitchFamily="18" charset="0"/>
                                        <a:ea typeface="+mn-ea"/>
                                        <a:cs typeface="+mn-cs"/>
                                      </a:rPr>
                                      <m:t>6</m:t>
                                    </m:r>
                                  </m:den>
                                </m:f>
                                <m:r>
                                  <a:rPr lang="en-US" altLang="zh-CN" sz="2000" i="1" kern="1200" smtClean="0">
                                    <a:solidFill>
                                      <a:schemeClr val="dk1"/>
                                    </a:solidFill>
                                    <a:effectLst/>
                                    <a:latin typeface="Cambria Math" panose="02040503050406030204" pitchFamily="18" charset="0"/>
                                    <a:ea typeface="Cambria Math" panose="02040503050406030204" pitchFamily="18" charset="0"/>
                                    <a:cs typeface="+mn-cs"/>
                                  </a:rPr>
                                  <m:t>×</m:t>
                                </m:r>
                                <m:f>
                                  <m:fPr>
                                    <m:ctrlPr>
                                      <a:rPr lang="zh-CN" altLang="zh-CN" sz="2000" i="1" kern="1200" smtClean="0">
                                        <a:solidFill>
                                          <a:schemeClr val="dk1"/>
                                        </a:solidFill>
                                        <a:effectLst/>
                                        <a:latin typeface="Cambria Math" panose="02040503050406030204" pitchFamily="18" charset="0"/>
                                        <a:ea typeface="+mn-ea"/>
                                        <a:cs typeface="+mn-cs"/>
                                      </a:rPr>
                                    </m:ctrlPr>
                                  </m:fPr>
                                  <m:num>
                                    <m:r>
                                      <a:rPr lang="en-US" altLang="zh-CN" sz="2000" b="0" i="1" kern="1200" smtClean="0">
                                        <a:solidFill>
                                          <a:schemeClr val="dk1"/>
                                        </a:solidFill>
                                        <a:effectLst/>
                                        <a:latin typeface="Cambria Math" panose="02040503050406030204" pitchFamily="18" charset="0"/>
                                        <a:ea typeface="+mn-ea"/>
                                        <a:cs typeface="+mn-cs"/>
                                      </a:rPr>
                                      <m:t>3</m:t>
                                    </m:r>
                                  </m:num>
                                  <m:den>
                                    <m:r>
                                      <a:rPr lang="en-US" altLang="zh-CN" sz="2000" i="1" kern="1200">
                                        <a:solidFill>
                                          <a:schemeClr val="dk1"/>
                                        </a:solidFill>
                                        <a:effectLst/>
                                        <a:latin typeface="Cambria Math" panose="02040503050406030204" pitchFamily="18" charset="0"/>
                                        <a:ea typeface="+mn-ea"/>
                                        <a:cs typeface="+mn-cs"/>
                                      </a:rPr>
                                      <m:t>6</m:t>
                                    </m:r>
                                  </m:den>
                                </m:f>
                              </m:oMath>
                            </m:oMathPara>
                          </a14:m>
                          <a:endParaRPr lang="zh-CN" altLang="en-US" sz="2000" dirty="0">
                            <a:latin typeface="Times New Roman" panose="02020603050405020304" pitchFamily="18" charset="0"/>
                            <a:cs typeface="Times New Roman" panose="02020603050405020304" pitchFamily="18" charset="0"/>
                          </a:endParaRPr>
                        </a:p>
                      </a:txBody>
                      <a:tcPr marL="68580" marR="68580" marT="34290" marB="34290" anchor="ctr">
                        <a:lnT w="19050" cap="flat" cmpd="sng" algn="ctr">
                          <a:solidFill>
                            <a:schemeClr val="tx1"/>
                          </a:solidFill>
                          <a:prstDash val="solid"/>
                          <a:round/>
                          <a:headEnd type="none" w="med" len="med"/>
                          <a:tailEnd type="none" w="med" len="med"/>
                        </a:lnT>
                        <a:noFill/>
                      </a:tcPr>
                    </a:tc>
                    <a:tc>
                      <a:txBody>
                        <a:bodyPr/>
                        <a:lstStyle/>
                        <a:p>
                          <a:pPr algn="ctr"/>
                          <a14:m>
                            <m:oMathPara xmlns:m="http://schemas.openxmlformats.org/officeDocument/2006/math">
                              <m:oMathParaPr>
                                <m:jc m:val="centerGroup"/>
                              </m:oMathParaPr>
                              <m:oMath xmlns:m="http://schemas.openxmlformats.org/officeDocument/2006/math">
                                <m:f>
                                  <m:fPr>
                                    <m:ctrlPr>
                                      <a:rPr lang="zh-CN" altLang="zh-CN" sz="2000" i="1" kern="1200" smtClean="0">
                                        <a:solidFill>
                                          <a:schemeClr val="dk1"/>
                                        </a:solidFill>
                                        <a:effectLst/>
                                        <a:latin typeface="Cambria Math" panose="02040503050406030204" pitchFamily="18" charset="0"/>
                                        <a:ea typeface="+mn-ea"/>
                                        <a:cs typeface="+mn-cs"/>
                                      </a:rPr>
                                    </m:ctrlPr>
                                  </m:fPr>
                                  <m:num>
                                    <m:r>
                                      <a:rPr lang="en-US" altLang="zh-CN" sz="2000" b="0" i="1" kern="1200" smtClean="0">
                                        <a:solidFill>
                                          <a:schemeClr val="dk1"/>
                                        </a:solidFill>
                                        <a:effectLst/>
                                        <a:latin typeface="Cambria Math" panose="02040503050406030204" pitchFamily="18" charset="0"/>
                                        <a:ea typeface="+mn-ea"/>
                                        <a:cs typeface="+mn-cs"/>
                                      </a:rPr>
                                      <m:t>1</m:t>
                                    </m:r>
                                  </m:num>
                                  <m:den>
                                    <m:r>
                                      <a:rPr lang="en-US" altLang="zh-CN" sz="2000" i="1" kern="1200">
                                        <a:solidFill>
                                          <a:schemeClr val="dk1"/>
                                        </a:solidFill>
                                        <a:effectLst/>
                                        <a:latin typeface="Cambria Math" panose="02040503050406030204" pitchFamily="18" charset="0"/>
                                        <a:ea typeface="+mn-ea"/>
                                        <a:cs typeface="+mn-cs"/>
                                      </a:rPr>
                                      <m:t>6</m:t>
                                    </m:r>
                                  </m:den>
                                </m:f>
                                <m:r>
                                  <a:rPr lang="en-US" altLang="zh-CN" sz="2000" i="1" kern="1200" smtClean="0">
                                    <a:solidFill>
                                      <a:schemeClr val="dk1"/>
                                    </a:solidFill>
                                    <a:effectLst/>
                                    <a:latin typeface="Cambria Math" panose="02040503050406030204" pitchFamily="18" charset="0"/>
                                    <a:ea typeface="Cambria Math" panose="02040503050406030204" pitchFamily="18" charset="0"/>
                                    <a:cs typeface="+mn-cs"/>
                                  </a:rPr>
                                  <m:t>×</m:t>
                                </m:r>
                                <m:f>
                                  <m:fPr>
                                    <m:ctrlPr>
                                      <a:rPr lang="zh-CN" altLang="zh-CN" sz="2000" i="1" kern="1200" smtClean="0">
                                        <a:solidFill>
                                          <a:schemeClr val="dk1"/>
                                        </a:solidFill>
                                        <a:effectLst/>
                                        <a:latin typeface="Cambria Math" panose="02040503050406030204" pitchFamily="18" charset="0"/>
                                        <a:ea typeface="+mn-ea"/>
                                        <a:cs typeface="+mn-cs"/>
                                      </a:rPr>
                                    </m:ctrlPr>
                                  </m:fPr>
                                  <m:num>
                                    <m:r>
                                      <a:rPr lang="en-US" altLang="zh-CN" sz="2000" b="0" i="1" kern="1200" smtClean="0">
                                        <a:solidFill>
                                          <a:schemeClr val="dk1"/>
                                        </a:solidFill>
                                        <a:effectLst/>
                                        <a:latin typeface="Cambria Math" panose="02040503050406030204" pitchFamily="18" charset="0"/>
                                        <a:ea typeface="+mn-ea"/>
                                        <a:cs typeface="+mn-cs"/>
                                      </a:rPr>
                                      <m:t>2</m:t>
                                    </m:r>
                                  </m:num>
                                  <m:den>
                                    <m:r>
                                      <a:rPr lang="en-US" altLang="zh-CN" sz="2000" i="1" kern="1200">
                                        <a:solidFill>
                                          <a:schemeClr val="dk1"/>
                                        </a:solidFill>
                                        <a:effectLst/>
                                        <a:latin typeface="Cambria Math" panose="02040503050406030204" pitchFamily="18" charset="0"/>
                                        <a:ea typeface="+mn-ea"/>
                                        <a:cs typeface="+mn-cs"/>
                                      </a:rPr>
                                      <m:t>6</m:t>
                                    </m:r>
                                  </m:den>
                                </m:f>
                              </m:oMath>
                            </m:oMathPara>
                          </a14:m>
                          <a:endParaRPr lang="zh-CN" altLang="en-US" sz="2000" dirty="0">
                            <a:latin typeface="Times New Roman" panose="02020603050405020304" pitchFamily="18" charset="0"/>
                            <a:cs typeface="Times New Roman" panose="02020603050405020304" pitchFamily="18" charset="0"/>
                          </a:endParaRPr>
                        </a:p>
                      </a:txBody>
                      <a:tcPr marL="68580" marR="68580" marT="34290" marB="34290" anchor="ctr">
                        <a:lnT w="190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43209496"/>
                      </a:ext>
                    </a:extLst>
                  </a:tr>
                </a:tbl>
              </a:graphicData>
            </a:graphic>
          </p:graphicFrame>
        </mc:Choice>
        <mc:Fallback xmlns="">
          <p:graphicFrame>
            <p:nvGraphicFramePr>
              <p:cNvPr id="12" name="表格 11">
                <a:extLst>
                  <a:ext uri="{FF2B5EF4-FFF2-40B4-BE49-F238E27FC236}">
                    <a16:creationId xmlns:a16="http://schemas.microsoft.com/office/drawing/2014/main" id="{60FACC75-DCF1-7200-3051-B579D0BD543C}"/>
                  </a:ext>
                </a:extLst>
              </p:cNvPr>
              <p:cNvGraphicFramePr>
                <a:graphicFrameLocks noGrp="1"/>
              </p:cNvGraphicFramePr>
              <p:nvPr>
                <p:extLst>
                  <p:ext uri="{D42A27DB-BD31-4B8C-83A1-F6EECF244321}">
                    <p14:modId xmlns:p14="http://schemas.microsoft.com/office/powerpoint/2010/main" val="581694223"/>
                  </p:ext>
                </p:extLst>
              </p:nvPr>
            </p:nvGraphicFramePr>
            <p:xfrm>
              <a:off x="1285453" y="2153051"/>
              <a:ext cx="6264000" cy="1048380"/>
            </p:xfrm>
            <a:graphic>
              <a:graphicData uri="http://schemas.openxmlformats.org/drawingml/2006/table">
                <a:tbl>
                  <a:tblPr bandRow="1">
                    <a:tableStyleId>{5C22544A-7EE6-4342-B048-85BDC9FD1C3A}</a:tableStyleId>
                  </a:tblPr>
                  <a:tblGrid>
                    <a:gridCol w="864000">
                      <a:extLst>
                        <a:ext uri="{9D8B030D-6E8A-4147-A177-3AD203B41FA5}">
                          <a16:colId xmlns:a16="http://schemas.microsoft.com/office/drawing/2014/main" val="2138047336"/>
                        </a:ext>
                      </a:extLst>
                    </a:gridCol>
                    <a:gridCol w="1080000">
                      <a:extLst>
                        <a:ext uri="{9D8B030D-6E8A-4147-A177-3AD203B41FA5}">
                          <a16:colId xmlns:a16="http://schemas.microsoft.com/office/drawing/2014/main" val="1848776000"/>
                        </a:ext>
                      </a:extLst>
                    </a:gridCol>
                    <a:gridCol w="1080000">
                      <a:extLst>
                        <a:ext uri="{9D8B030D-6E8A-4147-A177-3AD203B41FA5}">
                          <a16:colId xmlns:a16="http://schemas.microsoft.com/office/drawing/2014/main" val="248266210"/>
                        </a:ext>
                      </a:extLst>
                    </a:gridCol>
                    <a:gridCol w="1080000">
                      <a:extLst>
                        <a:ext uri="{9D8B030D-6E8A-4147-A177-3AD203B41FA5}">
                          <a16:colId xmlns:a16="http://schemas.microsoft.com/office/drawing/2014/main" val="1948440265"/>
                        </a:ext>
                      </a:extLst>
                    </a:gridCol>
                    <a:gridCol w="1080000">
                      <a:extLst>
                        <a:ext uri="{9D8B030D-6E8A-4147-A177-3AD203B41FA5}">
                          <a16:colId xmlns:a16="http://schemas.microsoft.com/office/drawing/2014/main" val="648300048"/>
                        </a:ext>
                      </a:extLst>
                    </a:gridCol>
                    <a:gridCol w="1080000">
                      <a:extLst>
                        <a:ext uri="{9D8B030D-6E8A-4147-A177-3AD203B41FA5}">
                          <a16:colId xmlns:a16="http://schemas.microsoft.com/office/drawing/2014/main" val="2620148803"/>
                        </a:ext>
                      </a:extLst>
                    </a:gridCol>
                  </a:tblGrid>
                  <a:tr h="373380">
                    <a:tc>
                      <a:txBody>
                        <a:bodyPr/>
                        <a:lstStyle/>
                        <a:p>
                          <a:endParaRPr lang="zh-CN"/>
                        </a:p>
                      </a:txBody>
                      <a:tcPr marL="68580" marR="68580" marT="34290" marB="34290"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3"/>
                          <a:stretch>
                            <a:fillRect l="-1471" t="-10000" r="-629412" b="-190000"/>
                          </a:stretch>
                        </a:blipFill>
                      </a:tcPr>
                    </a:tc>
                    <a:tc>
                      <a:txBody>
                        <a:bodyPr/>
                        <a:lstStyle/>
                        <a:p>
                          <a:pPr algn="ctr"/>
                          <a:r>
                            <a:rPr lang="en-US" altLang="zh-CN" sz="2000" dirty="0">
                              <a:latin typeface="Times New Roman" panose="02020603050405020304" pitchFamily="18" charset="0"/>
                              <a:cs typeface="Times New Roman" panose="02020603050405020304" pitchFamily="18" charset="0"/>
                            </a:rPr>
                            <a:t>10</a:t>
                          </a:r>
                          <a:endParaRPr lang="zh-CN" altLang="en-US" sz="2000" dirty="0">
                            <a:latin typeface="Times New Roman" panose="02020603050405020304" pitchFamily="18" charset="0"/>
                            <a:cs typeface="Times New Roman" panose="02020603050405020304" pitchFamily="18" charset="0"/>
                          </a:endParaRPr>
                        </a:p>
                      </a:txBody>
                      <a:tcPr marL="68580" marR="68580" marT="34290" marB="34290"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noFill/>
                      </a:tcPr>
                    </a:tc>
                    <a:tc>
                      <a:txBody>
                        <a:bodyPr/>
                        <a:lstStyle/>
                        <a:p>
                          <a:pPr algn="ctr"/>
                          <a:r>
                            <a:rPr lang="en-US" altLang="zh-CN" sz="2000" dirty="0">
                              <a:latin typeface="Times New Roman" panose="02020603050405020304" pitchFamily="18" charset="0"/>
                              <a:cs typeface="Times New Roman" panose="02020603050405020304" pitchFamily="18" charset="0"/>
                            </a:rPr>
                            <a:t>30</a:t>
                          </a:r>
                          <a:endParaRPr lang="zh-CN" altLang="en-US" sz="20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tc>
                      <a:txBody>
                        <a:bodyPr/>
                        <a:lstStyle/>
                        <a:p>
                          <a:pPr algn="ctr"/>
                          <a:r>
                            <a:rPr lang="en-US" altLang="zh-CN" sz="2000" dirty="0">
                              <a:latin typeface="Times New Roman" panose="02020603050405020304" pitchFamily="18" charset="0"/>
                              <a:cs typeface="Times New Roman" panose="02020603050405020304" pitchFamily="18" charset="0"/>
                            </a:rPr>
                            <a:t>50</a:t>
                          </a:r>
                          <a:endParaRPr lang="zh-CN" altLang="en-US" sz="20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tc>
                      <a:txBody>
                        <a:bodyPr/>
                        <a:lstStyle/>
                        <a:p>
                          <a:pPr algn="ctr"/>
                          <a:r>
                            <a:rPr lang="en-US" altLang="zh-CN" sz="2000" dirty="0">
                              <a:latin typeface="Times New Roman" panose="02020603050405020304" pitchFamily="18" charset="0"/>
                              <a:cs typeface="Times New Roman" panose="02020603050405020304" pitchFamily="18" charset="0"/>
                            </a:rPr>
                            <a:t>70</a:t>
                          </a:r>
                          <a:endParaRPr lang="zh-CN" altLang="en-US" sz="20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tc>
                      <a:txBody>
                        <a:bodyPr/>
                        <a:lstStyle/>
                        <a:p>
                          <a:pPr algn="ctr"/>
                          <a:r>
                            <a:rPr lang="en-US" altLang="zh-CN" sz="2000" dirty="0">
                              <a:latin typeface="Times New Roman" panose="02020603050405020304" pitchFamily="18" charset="0"/>
                              <a:cs typeface="Times New Roman" panose="02020603050405020304" pitchFamily="18" charset="0"/>
                            </a:rPr>
                            <a:t>90</a:t>
                          </a:r>
                          <a:endParaRPr lang="zh-CN" altLang="en-US" sz="20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8186712"/>
                      </a:ext>
                    </a:extLst>
                  </a:tr>
                  <a:tr h="675000">
                    <a:tc>
                      <a:txBody>
                        <a:bodyPr/>
                        <a:lstStyle/>
                        <a:p>
                          <a:endParaRPr lang="zh-CN"/>
                        </a:p>
                      </a:txBody>
                      <a:tcPr marL="68580" marR="68580" marT="34290" marB="3429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blipFill>
                          <a:blip r:embed="rId3"/>
                          <a:stretch>
                            <a:fillRect l="-1471" t="-61111" r="-629412" b="-5556"/>
                          </a:stretch>
                        </a:blipFill>
                      </a:tcPr>
                    </a:tc>
                    <a:tc>
                      <a:txBody>
                        <a:bodyPr/>
                        <a:lstStyle/>
                        <a:p>
                          <a:endParaRPr lang="zh-CN"/>
                        </a:p>
                      </a:txBody>
                      <a:tcPr marL="68580" marR="68580" marT="34290" marB="34290"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blipFill>
                          <a:blip r:embed="rId3"/>
                          <a:stretch>
                            <a:fillRect l="-81176" t="-61111" r="-403529" b="-5556"/>
                          </a:stretch>
                        </a:blipFill>
                      </a:tcPr>
                    </a:tc>
                    <a:tc>
                      <a:txBody>
                        <a:bodyPr/>
                        <a:lstStyle/>
                        <a:p>
                          <a:endParaRPr lang="zh-CN"/>
                        </a:p>
                      </a:txBody>
                      <a:tcPr marL="68580" marR="68580" marT="34290" marB="34290" anchor="ctr">
                        <a:lnT w="19050" cap="flat" cmpd="sng" algn="ctr">
                          <a:solidFill>
                            <a:schemeClr val="tx1"/>
                          </a:solidFill>
                          <a:prstDash val="solid"/>
                          <a:round/>
                          <a:headEnd type="none" w="med" len="med"/>
                          <a:tailEnd type="none" w="med" len="med"/>
                        </a:lnT>
                        <a:blipFill>
                          <a:blip r:embed="rId3"/>
                          <a:stretch>
                            <a:fillRect l="-181176" t="-61111" r="-303529" b="-5556"/>
                          </a:stretch>
                        </a:blipFill>
                      </a:tcPr>
                    </a:tc>
                    <a:tc>
                      <a:txBody>
                        <a:bodyPr/>
                        <a:lstStyle/>
                        <a:p>
                          <a:endParaRPr lang="zh-CN"/>
                        </a:p>
                      </a:txBody>
                      <a:tcPr marL="68580" marR="68580" marT="34290" marB="34290" anchor="ctr">
                        <a:lnT w="19050" cap="flat" cmpd="sng" algn="ctr">
                          <a:solidFill>
                            <a:schemeClr val="tx1"/>
                          </a:solidFill>
                          <a:prstDash val="solid"/>
                          <a:round/>
                          <a:headEnd type="none" w="med" len="med"/>
                          <a:tailEnd type="none" w="med" len="med"/>
                        </a:lnT>
                        <a:blipFill>
                          <a:blip r:embed="rId3"/>
                          <a:stretch>
                            <a:fillRect l="-277907" t="-61111" r="-200000" b="-5556"/>
                          </a:stretch>
                        </a:blipFill>
                      </a:tcPr>
                    </a:tc>
                    <a:tc>
                      <a:txBody>
                        <a:bodyPr/>
                        <a:lstStyle/>
                        <a:p>
                          <a:endParaRPr lang="zh-CN"/>
                        </a:p>
                      </a:txBody>
                      <a:tcPr marL="68580" marR="68580" marT="34290" marB="34290" anchor="ctr">
                        <a:lnT w="19050" cap="flat" cmpd="sng" algn="ctr">
                          <a:solidFill>
                            <a:schemeClr val="tx1"/>
                          </a:solidFill>
                          <a:prstDash val="solid"/>
                          <a:round/>
                          <a:headEnd type="none" w="med" len="med"/>
                          <a:tailEnd type="none" w="med" len="med"/>
                        </a:lnT>
                        <a:blipFill>
                          <a:blip r:embed="rId3"/>
                          <a:stretch>
                            <a:fillRect l="-382353" t="-61111" r="-102353" b="-5556"/>
                          </a:stretch>
                        </a:blipFill>
                      </a:tcPr>
                    </a:tc>
                    <a:tc>
                      <a:txBody>
                        <a:bodyPr/>
                        <a:lstStyle/>
                        <a:p>
                          <a:endParaRPr lang="zh-CN"/>
                        </a:p>
                      </a:txBody>
                      <a:tcPr marL="68580" marR="68580" marT="34290" marB="34290" anchor="ctr">
                        <a:lnT w="19050" cap="flat" cmpd="sng" algn="ctr">
                          <a:solidFill>
                            <a:schemeClr val="tx1"/>
                          </a:solidFill>
                          <a:prstDash val="solid"/>
                          <a:round/>
                          <a:headEnd type="none" w="med" len="med"/>
                          <a:tailEnd type="none" w="med" len="med"/>
                        </a:lnT>
                        <a:blipFill>
                          <a:blip r:embed="rId3"/>
                          <a:stretch>
                            <a:fillRect l="-482353" t="-61111" r="-2353" b="-5556"/>
                          </a:stretch>
                        </a:blipFill>
                      </a:tcPr>
                    </a:tc>
                    <a:extLst>
                      <a:ext uri="{0D108BD9-81ED-4DB2-BD59-A6C34878D82A}">
                        <a16:rowId xmlns:a16="http://schemas.microsoft.com/office/drawing/2014/main" val="43209496"/>
                      </a:ext>
                    </a:extLst>
                  </a:tr>
                </a:tbl>
              </a:graphicData>
            </a:graphic>
          </p:graphicFrame>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CF6E6A1B-C7B7-E186-ECC8-75D9CF1A405C}"/>
                  </a:ext>
                </a:extLst>
              </p:cNvPr>
              <p:cNvSpPr txBox="1"/>
              <p:nvPr/>
            </p:nvSpPr>
            <p:spPr>
              <a:xfrm>
                <a:off x="1385855" y="3601545"/>
                <a:ext cx="5723656" cy="786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𝑃</m:t>
                      </m:r>
                      <m:d>
                        <m:dPr>
                          <m:begChr m:val="{"/>
                          <m:endChr m:val="}"/>
                          <m:ctrlPr>
                            <a:rPr lang="zh-CN" altLang="en-US" sz="2400" i="1">
                              <a:latin typeface="Cambria Math" panose="02040503050406030204" pitchFamily="18" charset="0"/>
                            </a:rPr>
                          </m:ctrlPr>
                        </m:dPr>
                        <m:e>
                          <m:r>
                            <a:rPr lang="zh-CN" altLang="en-US" sz="2400" i="1">
                              <a:latin typeface="Cambria Math" panose="02040503050406030204" pitchFamily="18" charset="0"/>
                            </a:rPr>
                            <m:t>𝑋</m:t>
                          </m:r>
                          <m:r>
                            <a:rPr lang="zh-CN" altLang="en-US" sz="2400">
                              <a:latin typeface="Cambria Math" panose="02040503050406030204" pitchFamily="18" charset="0"/>
                            </a:rPr>
                            <m:t>=70</m:t>
                          </m:r>
                        </m:e>
                      </m:d>
                      <m:r>
                        <a:rPr lang="zh-CN" altLang="en-US" sz="2400">
                          <a:latin typeface="Cambria Math" panose="02040503050406030204" pitchFamily="18" charset="0"/>
                        </a:rPr>
                        <m:t>=</m:t>
                      </m:r>
                      <m:r>
                        <a:rPr lang="zh-CN" altLang="en-US" sz="2400" i="1">
                          <a:latin typeface="Cambria Math" panose="02040503050406030204" pitchFamily="18" charset="0"/>
                        </a:rPr>
                        <m:t>𝑃</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𝐴𝐵</m:t>
                          </m:r>
                        </m:e>
                      </m:d>
                      <m:r>
                        <a:rPr lang="zh-CN" altLang="en-US" sz="2400">
                          <a:latin typeface="Cambria Math" panose="02040503050406030204" pitchFamily="18" charset="0"/>
                        </a:rPr>
                        <m:t>=</m:t>
                      </m:r>
                      <m:r>
                        <a:rPr lang="zh-CN" altLang="en-US" sz="2400" i="1">
                          <a:latin typeface="Cambria Math" panose="02040503050406030204" pitchFamily="18" charset="0"/>
                        </a:rPr>
                        <m:t>𝑃</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𝐴</m:t>
                          </m:r>
                        </m:e>
                      </m:d>
                      <m:r>
                        <a:rPr lang="zh-CN" altLang="en-US" sz="2400" i="1">
                          <a:latin typeface="Cambria Math" panose="02040503050406030204" pitchFamily="18" charset="0"/>
                        </a:rPr>
                        <m:t>𝑃</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𝐵</m:t>
                          </m:r>
                        </m:e>
                      </m:d>
                      <m:r>
                        <a:rPr lang="zh-CN" altLang="en-US" sz="240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a:latin typeface="Cambria Math" panose="02040503050406030204" pitchFamily="18" charset="0"/>
                            </a:rPr>
                            <m:t>1</m:t>
                          </m:r>
                        </m:num>
                        <m:den>
                          <m:r>
                            <a:rPr lang="zh-CN" altLang="en-US" sz="2400">
                              <a:latin typeface="Cambria Math" panose="02040503050406030204" pitchFamily="18" charset="0"/>
                            </a:rPr>
                            <m:t>6</m:t>
                          </m:r>
                        </m:den>
                      </m:f>
                      <m:r>
                        <a:rPr lang="zh-CN" altLang="en-US" sz="2400">
                          <a:latin typeface="Cambria Math" panose="02040503050406030204" pitchFamily="18" charset="0"/>
                        </a:rPr>
                        <m:t>×</m:t>
                      </m:r>
                      <m:f>
                        <m:fPr>
                          <m:ctrlPr>
                            <a:rPr lang="zh-CN" altLang="en-US" sz="2400" i="1">
                              <a:solidFill>
                                <a:srgbClr val="836967"/>
                              </a:solidFill>
                              <a:latin typeface="Cambria Math" panose="02040503050406030204" pitchFamily="18" charset="0"/>
                            </a:rPr>
                          </m:ctrlPr>
                        </m:fPr>
                        <m:num>
                          <m:r>
                            <a:rPr lang="zh-CN" altLang="en-US" sz="2400">
                              <a:latin typeface="Cambria Math" panose="02040503050406030204" pitchFamily="18" charset="0"/>
                            </a:rPr>
                            <m:t>3</m:t>
                          </m:r>
                        </m:num>
                        <m:den>
                          <m:r>
                            <a:rPr lang="zh-CN" altLang="en-US" sz="2400">
                              <a:latin typeface="Cambria Math" panose="02040503050406030204" pitchFamily="18" charset="0"/>
                            </a:rPr>
                            <m:t>6</m:t>
                          </m:r>
                        </m:den>
                      </m:f>
                    </m:oMath>
                  </m:oMathPara>
                </a14:m>
                <a:endParaRPr lang="zh-CN" altLang="en-US" sz="2400" dirty="0"/>
              </a:p>
            </p:txBody>
          </p:sp>
        </mc:Choice>
        <mc:Fallback xmlns="">
          <p:sp>
            <p:nvSpPr>
              <p:cNvPr id="15" name="文本框 14">
                <a:extLst>
                  <a:ext uri="{FF2B5EF4-FFF2-40B4-BE49-F238E27FC236}">
                    <a16:creationId xmlns:a16="http://schemas.microsoft.com/office/drawing/2014/main" id="{CF6E6A1B-C7B7-E186-ECC8-75D9CF1A405C}"/>
                  </a:ext>
                </a:extLst>
              </p:cNvPr>
              <p:cNvSpPr txBox="1">
                <a:spLocks noRot="1" noChangeAspect="1" noMove="1" noResize="1" noEditPoints="1" noAdjustHandles="1" noChangeArrowheads="1" noChangeShapeType="1" noTextEdit="1"/>
              </p:cNvSpPr>
              <p:nvPr/>
            </p:nvSpPr>
            <p:spPr>
              <a:xfrm>
                <a:off x="1385855" y="3601545"/>
                <a:ext cx="5723656" cy="786177"/>
              </a:xfrm>
              <a:prstGeom prst="rect">
                <a:avLst/>
              </a:prstGeom>
              <a:blipFill>
                <a:blip r:embed="rId4"/>
                <a:stretch>
                  <a:fillRect b="-63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951ED6BC-A196-E6DD-2EB6-637AEC8A4DE5}"/>
                  </a:ext>
                </a:extLst>
              </p:cNvPr>
              <p:cNvSpPr txBox="1"/>
              <p:nvPr/>
            </p:nvSpPr>
            <p:spPr>
              <a:xfrm>
                <a:off x="-111195" y="5729698"/>
                <a:ext cx="9057297" cy="7861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𝐸</m:t>
                      </m:r>
                      <m:d>
                        <m:dPr>
                          <m:ctrlPr>
                            <a:rPr lang="zh-CN" altLang="en-US" sz="2400" i="1">
                              <a:latin typeface="Cambria Math" panose="02040503050406030204" pitchFamily="18" charset="0"/>
                            </a:rPr>
                          </m:ctrlPr>
                        </m:dPr>
                        <m:e>
                          <m:r>
                            <a:rPr lang="zh-CN" altLang="en-US" sz="2400" i="1">
                              <a:latin typeface="Cambria Math" panose="02040503050406030204" pitchFamily="18" charset="0"/>
                            </a:rPr>
                            <m:t>𝑋</m:t>
                          </m:r>
                        </m:e>
                      </m:d>
                      <m:r>
                        <a:rPr lang="zh-CN" altLang="en-US" sz="2400">
                          <a:latin typeface="Cambria Math" panose="02040503050406030204" pitchFamily="18" charset="0"/>
                        </a:rPr>
                        <m:t>=10×</m:t>
                      </m:r>
                      <m:f>
                        <m:fPr>
                          <m:ctrlPr>
                            <a:rPr lang="zh-CN" altLang="en-US" sz="2400" i="1">
                              <a:solidFill>
                                <a:srgbClr val="836967"/>
                              </a:solidFill>
                              <a:latin typeface="Cambria Math" panose="02040503050406030204" pitchFamily="18" charset="0"/>
                            </a:rPr>
                          </m:ctrlPr>
                        </m:fPr>
                        <m:num>
                          <m:r>
                            <a:rPr lang="zh-CN" altLang="en-US" sz="2400">
                              <a:latin typeface="Cambria Math" panose="02040503050406030204" pitchFamily="18" charset="0"/>
                            </a:rPr>
                            <m:t>3</m:t>
                          </m:r>
                        </m:num>
                        <m:den>
                          <m:r>
                            <a:rPr lang="zh-CN" altLang="en-US" sz="2400">
                              <a:latin typeface="Cambria Math" panose="02040503050406030204" pitchFamily="18" charset="0"/>
                            </a:rPr>
                            <m:t>6</m:t>
                          </m:r>
                        </m:den>
                      </m:f>
                      <m:r>
                        <a:rPr lang="zh-CN" altLang="en-US" sz="2400">
                          <a:latin typeface="Cambria Math" panose="02040503050406030204" pitchFamily="18" charset="0"/>
                        </a:rPr>
                        <m:t>+30×</m:t>
                      </m:r>
                      <m:f>
                        <m:fPr>
                          <m:ctrlPr>
                            <a:rPr lang="zh-CN" altLang="en-US" sz="2400" i="1">
                              <a:solidFill>
                                <a:srgbClr val="836967"/>
                              </a:solidFill>
                              <a:latin typeface="Cambria Math" panose="02040503050406030204" pitchFamily="18" charset="0"/>
                            </a:rPr>
                          </m:ctrlPr>
                        </m:fPr>
                        <m:num>
                          <m:r>
                            <a:rPr lang="zh-CN" altLang="en-US" sz="2400">
                              <a:latin typeface="Cambria Math" panose="02040503050406030204" pitchFamily="18" charset="0"/>
                            </a:rPr>
                            <m:t>2</m:t>
                          </m:r>
                        </m:num>
                        <m:den>
                          <m:r>
                            <a:rPr lang="zh-CN" altLang="en-US" sz="2400">
                              <a:latin typeface="Cambria Math" panose="02040503050406030204" pitchFamily="18" charset="0"/>
                            </a:rPr>
                            <m:t>6</m:t>
                          </m:r>
                        </m:den>
                      </m:f>
                      <m:r>
                        <a:rPr lang="zh-CN" altLang="en-US" sz="2400">
                          <a:latin typeface="Cambria Math" panose="02040503050406030204" pitchFamily="18" charset="0"/>
                        </a:rPr>
                        <m:t>+50×</m:t>
                      </m:r>
                      <m:f>
                        <m:fPr>
                          <m:ctrlPr>
                            <a:rPr lang="zh-CN" altLang="en-US" sz="2400" i="1">
                              <a:solidFill>
                                <a:srgbClr val="836967"/>
                              </a:solidFill>
                              <a:latin typeface="Cambria Math" panose="02040503050406030204" pitchFamily="18" charset="0"/>
                            </a:rPr>
                          </m:ctrlPr>
                        </m:fPr>
                        <m:num>
                          <m:r>
                            <a:rPr lang="zh-CN" altLang="en-US" sz="2400">
                              <a:latin typeface="Cambria Math" panose="02040503050406030204" pitchFamily="18" charset="0"/>
                            </a:rPr>
                            <m:t>1</m:t>
                          </m:r>
                        </m:num>
                        <m:den>
                          <m:r>
                            <a:rPr lang="zh-CN" altLang="en-US" sz="2400">
                              <a:latin typeface="Cambria Math" panose="02040503050406030204" pitchFamily="18" charset="0"/>
                            </a:rPr>
                            <m:t>36</m:t>
                          </m:r>
                        </m:den>
                      </m:f>
                      <m:r>
                        <a:rPr lang="zh-CN" altLang="en-US" sz="2400">
                          <a:latin typeface="Cambria Math" panose="02040503050406030204" pitchFamily="18" charset="0"/>
                        </a:rPr>
                        <m:t>+70×</m:t>
                      </m:r>
                      <m:f>
                        <m:fPr>
                          <m:ctrlPr>
                            <a:rPr lang="zh-CN" altLang="en-US" sz="2400" i="1">
                              <a:solidFill>
                                <a:srgbClr val="836967"/>
                              </a:solidFill>
                              <a:latin typeface="Cambria Math" panose="02040503050406030204" pitchFamily="18" charset="0"/>
                            </a:rPr>
                          </m:ctrlPr>
                        </m:fPr>
                        <m:num>
                          <m:r>
                            <a:rPr lang="zh-CN" altLang="en-US" sz="2400">
                              <a:latin typeface="Cambria Math" panose="02040503050406030204" pitchFamily="18" charset="0"/>
                            </a:rPr>
                            <m:t>3</m:t>
                          </m:r>
                        </m:num>
                        <m:den>
                          <m:r>
                            <a:rPr lang="zh-CN" altLang="en-US" sz="2400">
                              <a:latin typeface="Cambria Math" panose="02040503050406030204" pitchFamily="18" charset="0"/>
                            </a:rPr>
                            <m:t>36</m:t>
                          </m:r>
                        </m:den>
                      </m:f>
                      <m:r>
                        <a:rPr lang="zh-CN" altLang="en-US" sz="2400">
                          <a:latin typeface="Cambria Math" panose="02040503050406030204" pitchFamily="18" charset="0"/>
                        </a:rPr>
                        <m:t>+90×</m:t>
                      </m:r>
                      <m:f>
                        <m:fPr>
                          <m:ctrlPr>
                            <a:rPr lang="zh-CN" altLang="en-US" sz="2400" i="1">
                              <a:solidFill>
                                <a:srgbClr val="836967"/>
                              </a:solidFill>
                              <a:latin typeface="Cambria Math" panose="02040503050406030204" pitchFamily="18" charset="0"/>
                            </a:rPr>
                          </m:ctrlPr>
                        </m:fPr>
                        <m:num>
                          <m:r>
                            <a:rPr lang="zh-CN" altLang="en-US" sz="2400">
                              <a:latin typeface="Cambria Math" panose="02040503050406030204" pitchFamily="18" charset="0"/>
                            </a:rPr>
                            <m:t>2</m:t>
                          </m:r>
                        </m:num>
                        <m:den>
                          <m:r>
                            <a:rPr lang="zh-CN" altLang="en-US" sz="2400">
                              <a:latin typeface="Cambria Math" panose="02040503050406030204" pitchFamily="18" charset="0"/>
                            </a:rPr>
                            <m:t>36</m:t>
                          </m:r>
                        </m:den>
                      </m:f>
                      <m:r>
                        <a:rPr lang="zh-CN" altLang="en-US" sz="2400">
                          <a:latin typeface="Cambria Math" panose="02040503050406030204" pitchFamily="18" charset="0"/>
                        </a:rPr>
                        <m:t>=27.22</m:t>
                      </m:r>
                    </m:oMath>
                  </m:oMathPara>
                </a14:m>
                <a:endParaRPr lang="zh-CN" altLang="en-US" sz="2400" dirty="0"/>
              </a:p>
            </p:txBody>
          </p:sp>
        </mc:Choice>
        <mc:Fallback xmlns="">
          <p:sp>
            <p:nvSpPr>
              <p:cNvPr id="17" name="文本框 16">
                <a:extLst>
                  <a:ext uri="{FF2B5EF4-FFF2-40B4-BE49-F238E27FC236}">
                    <a16:creationId xmlns:a16="http://schemas.microsoft.com/office/drawing/2014/main" id="{951ED6BC-A196-E6DD-2EB6-637AEC8A4DE5}"/>
                  </a:ext>
                </a:extLst>
              </p:cNvPr>
              <p:cNvSpPr txBox="1">
                <a:spLocks noRot="1" noChangeAspect="1" noMove="1" noResize="1" noEditPoints="1" noAdjustHandles="1" noChangeArrowheads="1" noChangeShapeType="1" noTextEdit="1"/>
              </p:cNvSpPr>
              <p:nvPr/>
            </p:nvSpPr>
            <p:spPr>
              <a:xfrm>
                <a:off x="-111195" y="5729698"/>
                <a:ext cx="9057297" cy="786177"/>
              </a:xfrm>
              <a:prstGeom prst="rect">
                <a:avLst/>
              </a:prstGeom>
              <a:blipFill>
                <a:blip r:embed="rId5"/>
                <a:stretch>
                  <a:fillRect b="-4762"/>
                </a:stretch>
              </a:blipFill>
            </p:spPr>
            <p:txBody>
              <a:bodyPr/>
              <a:lstStyle/>
              <a:p>
                <a:r>
                  <a:rPr lang="zh-CN" altLang="en-US">
                    <a:noFill/>
                  </a:rPr>
                  <a:t> </a:t>
                </a:r>
              </a:p>
            </p:txBody>
          </p:sp>
        </mc:Fallback>
      </mc:AlternateContent>
      <p:cxnSp>
        <p:nvCxnSpPr>
          <p:cNvPr id="4" name="直线连接符 3">
            <a:extLst>
              <a:ext uri="{FF2B5EF4-FFF2-40B4-BE49-F238E27FC236}">
                <a16:creationId xmlns:a16="http://schemas.microsoft.com/office/drawing/2014/main" id="{01B8779C-526A-39EC-BE38-95268EDA23CA}"/>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矩形 5">
            <a:extLst>
              <a:ext uri="{FF2B5EF4-FFF2-40B4-BE49-F238E27FC236}">
                <a16:creationId xmlns:a16="http://schemas.microsoft.com/office/drawing/2014/main" id="{3471C02D-A7CB-D74B-93B5-7875635B7869}"/>
              </a:ext>
            </a:extLst>
          </p:cNvPr>
          <p:cNvSpPr/>
          <p:nvPr/>
        </p:nvSpPr>
        <p:spPr bwMode="auto">
          <a:xfrm>
            <a:off x="0" y="0"/>
            <a:ext cx="260169" cy="6858000"/>
          </a:xfrm>
          <a:prstGeom prst="rect">
            <a:avLst/>
          </a:prstGeom>
          <a:solidFill>
            <a:srgbClr val="00B05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 name="副标题 2">
            <a:extLst>
              <a:ext uri="{FF2B5EF4-FFF2-40B4-BE49-F238E27FC236}">
                <a16:creationId xmlns:a16="http://schemas.microsoft.com/office/drawing/2014/main" id="{281F37E5-01AC-C94B-AE0E-F91A116FB98B}"/>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#8</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Tree>
    <p:extLst>
      <p:ext uri="{BB962C8B-B14F-4D97-AF65-F5344CB8AC3E}">
        <p14:creationId xmlns:p14="http://schemas.microsoft.com/office/powerpoint/2010/main" val="359820930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副标题 2">
                <a:extLst>
                  <a:ext uri="{FF2B5EF4-FFF2-40B4-BE49-F238E27FC236}">
                    <a16:creationId xmlns:a16="http://schemas.microsoft.com/office/drawing/2014/main" id="{9C5CAF33-0BC2-4633-85E5-21B2ACD15FC7}"/>
                  </a:ext>
                </a:extLst>
              </p:cNvPr>
              <p:cNvSpPr txBox="1">
                <a:spLocks/>
              </p:cNvSpPr>
              <p:nvPr/>
            </p:nvSpPr>
            <p:spPr>
              <a:xfrm>
                <a:off x="430924" y="857250"/>
                <a:ext cx="8589984" cy="1596433"/>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000" dirty="0">
                    <a:latin typeface="Microsoft YaHei" panose="020B0503020204020204" pitchFamily="34" charset="-122"/>
                    <a:ea typeface="Microsoft YaHei" panose="020B0503020204020204" pitchFamily="34" charset="-122"/>
                    <a:cs typeface="Times New Roman" panose="02020603050405020304" pitchFamily="18" charset="0"/>
                  </a:rPr>
                  <a:t>一民航送客车载有</a:t>
                </a:r>
                <a:r>
                  <a:rPr lang="en-US" altLang="zh-CN" sz="2000" dirty="0">
                    <a:latin typeface="Microsoft YaHei" panose="020B0503020204020204" pitchFamily="34" charset="-122"/>
                    <a:ea typeface="Microsoft YaHei" panose="020B0503020204020204" pitchFamily="34" charset="-122"/>
                    <a:cs typeface="Times New Roman" panose="02020603050405020304" pitchFamily="18" charset="0"/>
                  </a:rPr>
                  <a:t>20</a:t>
                </a:r>
                <a:r>
                  <a:rPr lang="zh-CN" altLang="en-US" sz="2000" dirty="0">
                    <a:latin typeface="Microsoft YaHei" panose="020B0503020204020204" pitchFamily="34" charset="-122"/>
                    <a:ea typeface="Microsoft YaHei" panose="020B0503020204020204" pitchFamily="34" charset="-122"/>
                    <a:cs typeface="Times New Roman" panose="02020603050405020304" pitchFamily="18" charset="0"/>
                  </a:rPr>
                  <a:t>位旅客自机场开出，旅客有</a:t>
                </a:r>
                <a:r>
                  <a:rPr lang="en-US" altLang="zh-CN" sz="2000" dirty="0">
                    <a:latin typeface="Microsoft YaHei" panose="020B0503020204020204" pitchFamily="34" charset="-122"/>
                    <a:ea typeface="Microsoft YaHei" panose="020B0503020204020204" pitchFamily="34" charset="-122"/>
                    <a:cs typeface="Times New Roman" panose="02020603050405020304" pitchFamily="18" charset="0"/>
                  </a:rPr>
                  <a:t>10</a:t>
                </a:r>
                <a:r>
                  <a:rPr lang="zh-CN" altLang="en-US" sz="2000" dirty="0">
                    <a:latin typeface="Microsoft YaHei" panose="020B0503020204020204" pitchFamily="34" charset="-122"/>
                    <a:ea typeface="Microsoft YaHei" panose="020B0503020204020204" pitchFamily="34" charset="-122"/>
                    <a:cs typeface="Times New Roman" panose="02020603050405020304" pitchFamily="18" charset="0"/>
                  </a:rPr>
                  <a:t>个车站可以下车。如到达一个车站没有旅客下车就不停车。以</a:t>
                </a:r>
                <a14:m>
                  <m:oMath xmlns:m="http://schemas.openxmlformats.org/officeDocument/2006/math">
                    <m:r>
                      <a:rPr lang="en-US" altLang="zh-CN" sz="2000" i="1" dirty="0" smtClean="0">
                        <a:latin typeface="Cambria Math" panose="02040503050406030204" pitchFamily="18" charset="0"/>
                        <a:ea typeface="KaiTi" panose="02010609060101010101" pitchFamily="49" charset="-122"/>
                        <a:cs typeface="Times New Roman" panose="02020603050405020304" pitchFamily="18" charset="0"/>
                      </a:rPr>
                      <m:t>𝑋</m:t>
                    </m:r>
                  </m:oMath>
                </a14:m>
                <a:r>
                  <a:rPr lang="zh-CN" altLang="en-US" sz="2000" dirty="0">
                    <a:latin typeface="Microsoft YaHei" panose="020B0503020204020204" pitchFamily="34" charset="-122"/>
                    <a:ea typeface="Microsoft YaHei" panose="020B0503020204020204" pitchFamily="34" charset="-122"/>
                    <a:cs typeface="Times New Roman" panose="02020603050405020304" pitchFamily="18" charset="0"/>
                  </a:rPr>
                  <a:t>表示停车的次数，求</a:t>
                </a:r>
                <a14:m>
                  <m:oMath xmlns:m="http://schemas.openxmlformats.org/officeDocument/2006/math">
                    <m:r>
                      <a:rPr lang="en-US" altLang="zh-CN" sz="2000" i="1">
                        <a:latin typeface="Cambria Math" panose="02040503050406030204" pitchFamily="18" charset="0"/>
                      </a:rPr>
                      <m:t>𝐸</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𝑋</m:t>
                        </m:r>
                      </m:e>
                    </m:d>
                  </m:oMath>
                </a14:m>
                <a:r>
                  <a:rPr lang="en-US" altLang="zh-CN" sz="2000" dirty="0">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2000" dirty="0">
                    <a:latin typeface="Microsoft YaHei" panose="020B0503020204020204" pitchFamily="34" charset="-122"/>
                    <a:ea typeface="Microsoft YaHei" panose="020B0503020204020204" pitchFamily="34" charset="-122"/>
                    <a:cs typeface="Times New Roman" panose="02020603050405020304" pitchFamily="18" charset="0"/>
                  </a:rPr>
                  <a:t>设每位旅客在各个车站下车是等可能的，并设各位旅客是否下车相互独立）。</a:t>
                </a:r>
                <a:endParaRPr lang="en-US" altLang="zh-CN" sz="2000" dirty="0">
                  <a:latin typeface="Microsoft YaHei" panose="020B0503020204020204" pitchFamily="34" charset="-122"/>
                  <a:ea typeface="Microsoft YaHei" panose="020B0503020204020204" pitchFamily="34" charset="-122"/>
                  <a:cs typeface="Times New Roman" panose="02020603050405020304" pitchFamily="18" charset="0"/>
                </a:endParaRPr>
              </a:p>
            </p:txBody>
          </p:sp>
        </mc:Choice>
        <mc:Fallback xmlns="">
          <p:sp>
            <p:nvSpPr>
              <p:cNvPr id="5" name="副标题 2">
                <a:extLst>
                  <a:ext uri="{FF2B5EF4-FFF2-40B4-BE49-F238E27FC236}">
                    <a16:creationId xmlns:a16="http://schemas.microsoft.com/office/drawing/2014/main" id="{9C5CAF33-0BC2-4633-85E5-21B2ACD15FC7}"/>
                  </a:ext>
                </a:extLst>
              </p:cNvPr>
              <p:cNvSpPr txBox="1">
                <a:spLocks noRot="1" noChangeAspect="1" noMove="1" noResize="1" noEditPoints="1" noAdjustHandles="1" noChangeArrowheads="1" noChangeShapeType="1" noTextEdit="1"/>
              </p:cNvSpPr>
              <p:nvPr/>
            </p:nvSpPr>
            <p:spPr>
              <a:xfrm>
                <a:off x="430924" y="857250"/>
                <a:ext cx="8589984" cy="1596433"/>
              </a:xfrm>
              <a:prstGeom prst="rect">
                <a:avLst/>
              </a:prstGeom>
              <a:blipFill>
                <a:blip r:embed="rId2"/>
                <a:stretch>
                  <a:fillRect l="-1182" r="-591"/>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D225BBFA-E913-4B29-B469-65B473D31534}"/>
              </a:ext>
            </a:extLst>
          </p:cNvPr>
          <p:cNvSpPr txBox="1"/>
          <p:nvPr/>
        </p:nvSpPr>
        <p:spPr>
          <a:xfrm>
            <a:off x="430924" y="2600459"/>
            <a:ext cx="9069387" cy="458715"/>
          </a:xfrm>
          <a:prstGeom prst="rect">
            <a:avLst/>
          </a:prstGeom>
          <a:noFill/>
        </p:spPr>
        <p:txBody>
          <a:bodyPr wrap="square">
            <a:spAutoFit/>
          </a:bodyPr>
          <a:lstStyle/>
          <a:p>
            <a:pPr>
              <a:lnSpc>
                <a:spcPct val="150000"/>
              </a:lnSpc>
            </a:pPr>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解     引入随机变量</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E4AB6CC8-3737-400A-A869-3A412A46B3F7}"/>
                  </a:ext>
                </a:extLst>
              </p:cNvPr>
              <p:cNvSpPr/>
              <p:nvPr/>
            </p:nvSpPr>
            <p:spPr>
              <a:xfrm>
                <a:off x="1295843" y="3059174"/>
                <a:ext cx="5318892" cy="88607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𝑋</m:t>
                          </m:r>
                        </m:e>
                        <m:sub>
                          <m:r>
                            <a:rPr lang="en-US" altLang="zh-CN" i="1">
                              <a:latin typeface="Cambria Math" panose="02040503050406030204" pitchFamily="18" charset="0"/>
                            </a:rPr>
                            <m:t>𝑖</m:t>
                          </m:r>
                        </m:sub>
                      </m:sSub>
                      <m:r>
                        <a:rPr lang="en-US" altLang="zh-CN" i="1">
                          <a:latin typeface="Cambria Math" panose="02040503050406030204" pitchFamily="18" charset="0"/>
                        </a:rPr>
                        <m:t> </m:t>
                      </m:r>
                      <m:r>
                        <a:rPr lang="zh-CN" altLang="en-US">
                          <a:latin typeface="Cambria Math" panose="02040503050406030204" pitchFamily="18" charset="0"/>
                        </a:rPr>
                        <m:t>=</m:t>
                      </m:r>
                      <m:d>
                        <m:dPr>
                          <m:begChr m:val="{"/>
                          <m:endChr m:val=""/>
                          <m:ctrlPr>
                            <a:rPr lang="zh-CN" altLang="en-US" i="1">
                              <a:latin typeface="Cambria Math" panose="02040503050406030204" pitchFamily="18" charset="0"/>
                            </a:rPr>
                          </m:ctrlPr>
                        </m:dPr>
                        <m:e>
                          <m:eqArr>
                            <m:eqArrPr>
                              <m:ctrlPr>
                                <a:rPr lang="zh-CN" altLang="en-US" i="1">
                                  <a:latin typeface="Cambria Math" panose="02040503050406030204" pitchFamily="18" charset="0"/>
                                </a:rPr>
                              </m:ctrlPr>
                            </m:eqArrPr>
                            <m:e>
                              <m:r>
                                <a:rPr lang="zh-CN" altLang="en-US">
                                  <a:latin typeface="Cambria Math" panose="02040503050406030204" pitchFamily="18" charset="0"/>
                                </a:rPr>
                                <m:t>&amp;0,</m:t>
                              </m:r>
                              <m:r>
                                <a:rPr lang="en-US" altLang="zh-CN">
                                  <a:latin typeface="Cambria Math" panose="02040503050406030204" pitchFamily="18" charset="0"/>
                                </a:rPr>
                                <m:t>   </m:t>
                              </m:r>
                              <m:r>
                                <a:rPr lang="zh-CN" altLang="en-US">
                                  <a:latin typeface="Cambria Math" panose="02040503050406030204" pitchFamily="18" charset="0"/>
                                </a:rPr>
                                <m:t>在第</m:t>
                              </m:r>
                              <m:r>
                                <m:rPr>
                                  <m:sty m:val="p"/>
                                </m:rPr>
                                <a:rPr lang="en-US" altLang="zh-CN">
                                  <a:latin typeface="Cambria Math" panose="02040503050406030204" pitchFamily="18" charset="0"/>
                                </a:rPr>
                                <m:t>i</m:t>
                              </m:r>
                              <m:r>
                                <a:rPr lang="zh-CN" altLang="en-US">
                                  <a:latin typeface="Cambria Math" panose="02040503050406030204" pitchFamily="18" charset="0"/>
                                </a:rPr>
                                <m:t>站没有人下车，</m:t>
                              </m:r>
                            </m:e>
                            <m:e>
                              <m:r>
                                <a:rPr lang="zh-CN" altLang="en-US">
                                  <a:latin typeface="Cambria Math" panose="02040503050406030204" pitchFamily="18" charset="0"/>
                                </a:rPr>
                                <m:t>&amp;</m:t>
                              </m:r>
                              <m:r>
                                <a:rPr lang="en-US" altLang="zh-CN" i="1">
                                  <a:latin typeface="Cambria Math" panose="02040503050406030204" pitchFamily="18" charset="0"/>
                                </a:rPr>
                                <m:t> </m:t>
                              </m:r>
                            </m:e>
                            <m:e>
                              <m:r>
                                <a:rPr lang="zh-CN" altLang="en-US">
                                  <a:latin typeface="Cambria Math" panose="02040503050406030204" pitchFamily="18" charset="0"/>
                                </a:rPr>
                                <m:t>&amp;1,</m:t>
                              </m:r>
                              <m:r>
                                <a:rPr lang="en-US" altLang="zh-CN" i="1">
                                  <a:latin typeface="Cambria Math" panose="02040503050406030204" pitchFamily="18" charset="0"/>
                                </a:rPr>
                                <m:t>       </m:t>
                              </m:r>
                              <m:r>
                                <a:rPr lang="zh-CN" altLang="en-US" i="1">
                                  <a:latin typeface="Cambria Math" panose="02040503050406030204" pitchFamily="18" charset="0"/>
                                </a:rPr>
                                <m:t>在第</m:t>
                              </m:r>
                              <m:r>
                                <a:rPr lang="en-US" altLang="zh-CN" i="1">
                                  <a:latin typeface="Cambria Math" panose="02040503050406030204" pitchFamily="18" charset="0"/>
                                </a:rPr>
                                <m:t>𝑖</m:t>
                              </m:r>
                              <m:r>
                                <a:rPr lang="zh-CN" altLang="en-US" i="1">
                                  <a:latin typeface="Cambria Math" panose="02040503050406030204" pitchFamily="18" charset="0"/>
                                </a:rPr>
                                <m:t>站有人下车</m:t>
                              </m:r>
                              <m:r>
                                <a:rPr lang="en-US" altLang="zh-CN" i="1">
                                  <a:latin typeface="Cambria Math" panose="02040503050406030204" pitchFamily="18" charset="0"/>
                                </a:rPr>
                                <m:t>.</m:t>
                              </m:r>
                            </m:e>
                          </m:eqArr>
                          <m:r>
                            <a:rPr lang="en-US" altLang="zh-CN" i="1">
                              <a:latin typeface="Cambria Math" panose="02040503050406030204" pitchFamily="18" charset="0"/>
                            </a:rPr>
                            <m:t>   </m:t>
                          </m:r>
                          <m:r>
                            <a:rPr lang="en-US" altLang="zh-CN" i="1">
                              <a:latin typeface="Cambria Math" panose="02040503050406030204" pitchFamily="18" charset="0"/>
                            </a:rPr>
                            <m:t>𝑖</m:t>
                          </m:r>
                          <m:r>
                            <a:rPr lang="en-US" altLang="zh-CN" i="1">
                              <a:latin typeface="Cambria Math" panose="02040503050406030204" pitchFamily="18" charset="0"/>
                            </a:rPr>
                            <m:t>=1,2,…,10.</m:t>
                          </m:r>
                        </m:e>
                      </m:d>
                    </m:oMath>
                  </m:oMathPara>
                </a14:m>
                <a:endParaRPr lang="zh-CN" altLang="en-US" dirty="0">
                  <a:latin typeface="Times New Roman" panose="02020603050405020304" pitchFamily="18" charset="0"/>
                  <a:ea typeface="KaiTi" panose="02010609060101010101" pitchFamily="49" charset="-122"/>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E4AB6CC8-3737-400A-A869-3A412A46B3F7}"/>
                  </a:ext>
                </a:extLst>
              </p:cNvPr>
              <p:cNvSpPr>
                <a:spLocks noRot="1" noChangeAspect="1" noMove="1" noResize="1" noEditPoints="1" noAdjustHandles="1" noChangeArrowheads="1" noChangeShapeType="1" noTextEdit="1"/>
              </p:cNvSpPr>
              <p:nvPr/>
            </p:nvSpPr>
            <p:spPr>
              <a:xfrm>
                <a:off x="1295843" y="3059174"/>
                <a:ext cx="5318892" cy="886076"/>
              </a:xfrm>
              <a:prstGeom prst="rect">
                <a:avLst/>
              </a:prstGeom>
              <a:blipFill>
                <a:blip r:embed="rId3"/>
                <a:stretch>
                  <a:fillRect l="-11695" t="-173239" b="-250704"/>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BB6573D6-1106-4947-A284-790E51516848}"/>
              </a:ext>
            </a:extLst>
          </p:cNvPr>
          <p:cNvGrpSpPr/>
          <p:nvPr/>
        </p:nvGrpSpPr>
        <p:grpSpPr>
          <a:xfrm>
            <a:off x="947761" y="4034534"/>
            <a:ext cx="4472067" cy="495585"/>
            <a:chOff x="390885" y="3513300"/>
            <a:chExt cx="2345908" cy="592608"/>
          </a:xfrm>
        </p:grpSpPr>
        <p:sp>
          <p:nvSpPr>
            <p:cNvPr id="7" name="文本框 6">
              <a:extLst>
                <a:ext uri="{FF2B5EF4-FFF2-40B4-BE49-F238E27FC236}">
                  <a16:creationId xmlns:a16="http://schemas.microsoft.com/office/drawing/2014/main" id="{0DB8B6C3-C838-41D3-9B1A-1C1976BEEDDB}"/>
                </a:ext>
              </a:extLst>
            </p:cNvPr>
            <p:cNvSpPr txBox="1"/>
            <p:nvPr/>
          </p:nvSpPr>
          <p:spPr>
            <a:xfrm>
              <a:off x="390885" y="3513300"/>
              <a:ext cx="845061" cy="592608"/>
            </a:xfrm>
            <a:prstGeom prst="rect">
              <a:avLst/>
            </a:prstGeom>
            <a:noFill/>
          </p:spPr>
          <p:txBody>
            <a:bodyPr wrap="square">
              <a:spAutoFit/>
            </a:bodyPr>
            <a:lstStyle/>
            <a:p>
              <a:pPr>
                <a:lnSpc>
                  <a:spcPct val="150000"/>
                </a:lnSpc>
              </a:pPr>
              <a:r>
                <a:rPr lang="zh-CN" altLang="en-US" sz="2000" dirty="0">
                  <a:latin typeface="Microsoft YaHei" panose="020B0503020204020204" pitchFamily="34" charset="-122"/>
                  <a:ea typeface="Microsoft YaHei" panose="020B0503020204020204" pitchFamily="34" charset="-122"/>
                  <a:cs typeface="Times New Roman" panose="02020603050405020304" pitchFamily="18" charset="0"/>
                </a:rPr>
                <a:t>易知</a:t>
              </a: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4143F9C2-4566-4CA5-944C-E8095A921BA2}"/>
                    </a:ext>
                  </a:extLst>
                </p:cNvPr>
                <p:cNvSpPr/>
                <p:nvPr/>
              </p:nvSpPr>
              <p:spPr>
                <a:xfrm>
                  <a:off x="1235946" y="3546331"/>
                  <a:ext cx="1500847" cy="4784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𝑋</m:t>
                            </m:r>
                            <m:r>
                              <a:rPr lang="en-US" altLang="zh-CN" sz="2000" i="1">
                                <a:latin typeface="Cambria Math" panose="02040503050406030204" pitchFamily="18" charset="0"/>
                              </a:rPr>
                              <m:t>=</m:t>
                            </m:r>
                            <m:r>
                              <a:rPr lang="en-US" altLang="zh-CN" sz="2000" i="1">
                                <a:latin typeface="Cambria Math" panose="02040503050406030204" pitchFamily="18" charset="0"/>
                              </a:rPr>
                              <m:t>𝑋</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𝑋</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𝑋</m:t>
                            </m:r>
                          </m:e>
                          <m:sub>
                            <m:r>
                              <a:rPr lang="en-US" altLang="zh-CN" sz="2000" i="1">
                                <a:latin typeface="Cambria Math" panose="02040503050406030204" pitchFamily="18" charset="0"/>
                              </a:rPr>
                              <m:t>10</m:t>
                            </m:r>
                          </m:sub>
                        </m:sSub>
                      </m:oMath>
                    </m:oMathPara>
                  </a14:m>
                  <a:endParaRPr lang="zh-CN" altLang="en-US" sz="2000" dirty="0">
                    <a:latin typeface="Microsoft YaHei" panose="020B0503020204020204" pitchFamily="34" charset="-122"/>
                    <a:ea typeface="Microsoft YaHei" panose="020B0503020204020204" pitchFamily="34"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4143F9C2-4566-4CA5-944C-E8095A921BA2}"/>
                    </a:ext>
                  </a:extLst>
                </p:cNvPr>
                <p:cNvSpPr>
                  <a:spLocks noRot="1" noChangeAspect="1" noMove="1" noResize="1" noEditPoints="1" noAdjustHandles="1" noChangeArrowheads="1" noChangeShapeType="1" noTextEdit="1"/>
                </p:cNvSpPr>
                <p:nvPr/>
              </p:nvSpPr>
              <p:spPr>
                <a:xfrm>
                  <a:off x="1235946" y="3546331"/>
                  <a:ext cx="1500847" cy="478442"/>
                </a:xfrm>
                <a:prstGeom prst="rect">
                  <a:avLst/>
                </a:prstGeom>
                <a:blipFill>
                  <a:blip r:embed="rId4"/>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D015C7D-FADC-4B72-BB79-B703C58A50B1}"/>
                  </a:ext>
                </a:extLst>
              </p:cNvPr>
              <p:cNvSpPr txBox="1"/>
              <p:nvPr/>
            </p:nvSpPr>
            <p:spPr>
              <a:xfrm>
                <a:off x="947761" y="4568750"/>
                <a:ext cx="8073147" cy="1945982"/>
              </a:xfrm>
              <a:prstGeom prst="rect">
                <a:avLst/>
              </a:prstGeom>
              <a:noFill/>
            </p:spPr>
            <p:txBody>
              <a:bodyPr wrap="square">
                <a:spAutoFit/>
              </a:bodyPr>
              <a:lstStyle/>
              <a:p>
                <a:pPr>
                  <a:lnSpc>
                    <a:spcPct val="120000"/>
                  </a:lnSpc>
                </a:pPr>
                <a:r>
                  <a:rPr lang="zh-CN" altLang="en-US" sz="2000" dirty="0">
                    <a:latin typeface="Microsoft YaHei" panose="020B0503020204020204" pitchFamily="34" charset="-122"/>
                    <a:ea typeface="Microsoft YaHei" panose="020B0503020204020204" pitchFamily="34" charset="-122"/>
                    <a:cs typeface="Times New Roman" panose="02020603050405020304" pitchFamily="18" charset="0"/>
                  </a:rPr>
                  <a:t>现在来求</a:t>
                </a:r>
                <a14:m>
                  <m:oMath xmlns:m="http://schemas.openxmlformats.org/officeDocument/2006/math">
                    <m:r>
                      <a:rPr lang="en-US" altLang="zh-CN" sz="2000" i="1">
                        <a:latin typeface="Cambria Math" panose="02040503050406030204" pitchFamily="18" charset="0"/>
                      </a:rPr>
                      <m:t>𝐸</m:t>
                    </m:r>
                    <m:d>
                      <m:dPr>
                        <m:ctrlPr>
                          <a:rPr lang="en-US" altLang="zh-CN" sz="2000" i="1">
                            <a:latin typeface="Cambria Math" panose="02040503050406030204" pitchFamily="18" charset="0"/>
                          </a:rPr>
                        </m:ctrlPr>
                      </m:dPr>
                      <m:e>
                        <m:r>
                          <a:rPr lang="en-US" altLang="zh-CN" sz="2000" i="1">
                            <a:latin typeface="Cambria Math" panose="02040503050406030204" pitchFamily="18" charset="0"/>
                          </a:rPr>
                          <m:t>𝑋</m:t>
                        </m:r>
                      </m:e>
                    </m:d>
                  </m:oMath>
                </a14:m>
                <a:endParaRPr lang="en-US" altLang="zh-CN" sz="2000" dirty="0">
                  <a:latin typeface="Microsoft YaHei" panose="020B0503020204020204" pitchFamily="34" charset="-122"/>
                  <a:ea typeface="Microsoft YaHei" panose="020B0503020204020204" pitchFamily="34" charset="-122"/>
                  <a:cs typeface="Times New Roman" panose="02020603050405020304" pitchFamily="18" charset="0"/>
                </a:endParaRPr>
              </a:p>
              <a:p>
                <a:pPr indent="342900">
                  <a:lnSpc>
                    <a:spcPct val="120000"/>
                  </a:lnSpc>
                </a:pPr>
                <a:r>
                  <a:rPr lang="zh-CN" altLang="en-US" sz="2000" dirty="0">
                    <a:latin typeface="Microsoft YaHei" panose="020B0503020204020204" pitchFamily="34" charset="-122"/>
                    <a:ea typeface="Microsoft YaHei" panose="020B0503020204020204" pitchFamily="34" charset="-122"/>
                    <a:cs typeface="Times New Roman" panose="02020603050405020304" pitchFamily="18" charset="0"/>
                  </a:rPr>
                  <a:t>按题意，任一旅客在第</a:t>
                </a:r>
                <a:r>
                  <a:rPr lang="en-US" altLang="zh-CN" sz="2000" dirty="0" err="1">
                    <a:latin typeface="Microsoft YaHei" panose="020B0503020204020204" pitchFamily="34" charset="-122"/>
                    <a:ea typeface="Microsoft YaHei" panose="020B0503020204020204" pitchFamily="34" charset="-122"/>
                    <a:cs typeface="Times New Roman" panose="02020603050405020304" pitchFamily="18" charset="0"/>
                  </a:rPr>
                  <a:t>i</a:t>
                </a:r>
                <a:r>
                  <a:rPr lang="zh-CN" altLang="en-US" sz="2000" dirty="0">
                    <a:latin typeface="Microsoft YaHei" panose="020B0503020204020204" pitchFamily="34" charset="-122"/>
                    <a:ea typeface="Microsoft YaHei" panose="020B0503020204020204" pitchFamily="34" charset="-122"/>
                    <a:cs typeface="Times New Roman" panose="02020603050405020304" pitchFamily="18" charset="0"/>
                  </a:rPr>
                  <a:t>站不下车的概率为</a:t>
                </a:r>
                <a14:m>
                  <m:oMath xmlns:m="http://schemas.openxmlformats.org/officeDocument/2006/math">
                    <m:f>
                      <m:fPr>
                        <m:ctrlPr>
                          <a:rPr lang="zh-CN" altLang="zh-CN" sz="2000" i="1">
                            <a:latin typeface="Cambria Math" panose="02040503050406030204" pitchFamily="18" charset="0"/>
                          </a:rPr>
                        </m:ctrlPr>
                      </m:fPr>
                      <m:num>
                        <m:r>
                          <a:rPr lang="en-US" altLang="zh-CN" sz="2000" i="1">
                            <a:latin typeface="Cambria Math" panose="02040503050406030204" pitchFamily="18" charset="0"/>
                          </a:rPr>
                          <m:t>9</m:t>
                        </m:r>
                      </m:num>
                      <m:den>
                        <m:r>
                          <a:rPr lang="en-US" altLang="zh-CN" sz="2000" i="1">
                            <a:latin typeface="Cambria Math" panose="02040503050406030204" pitchFamily="18" charset="0"/>
                          </a:rPr>
                          <m:t>10</m:t>
                        </m:r>
                      </m:den>
                    </m:f>
                    <m:r>
                      <a:rPr lang="en-US" altLang="zh-CN" sz="2000" i="1">
                        <a:latin typeface="Cambria Math" panose="02040503050406030204" pitchFamily="18" charset="0"/>
                      </a:rPr>
                      <m:t> </m:t>
                    </m:r>
                  </m:oMath>
                </a14:m>
                <a:r>
                  <a:rPr lang="zh-CN" altLang="en-US" sz="2000" dirty="0">
                    <a:latin typeface="Microsoft YaHei" panose="020B0503020204020204" pitchFamily="34" charset="-122"/>
                    <a:ea typeface="Microsoft YaHei" panose="020B0503020204020204" pitchFamily="34" charset="-122"/>
                    <a:cs typeface="Times New Roman" panose="02020603050405020304" pitchFamily="18" charset="0"/>
                  </a:rPr>
                  <a:t>，因此</a:t>
                </a:r>
                <a:r>
                  <a:rPr lang="en-US" altLang="zh-CN" sz="2000" dirty="0">
                    <a:latin typeface="Microsoft YaHei" panose="020B0503020204020204" pitchFamily="34" charset="-122"/>
                    <a:ea typeface="Microsoft YaHei" panose="020B0503020204020204" pitchFamily="34" charset="-122"/>
                    <a:cs typeface="Times New Roman" panose="02020603050405020304" pitchFamily="18" charset="0"/>
                  </a:rPr>
                  <a:t>20</a:t>
                </a:r>
                <a:r>
                  <a:rPr lang="zh-CN" altLang="en-US" sz="2000" dirty="0">
                    <a:latin typeface="Microsoft YaHei" panose="020B0503020204020204" pitchFamily="34" charset="-122"/>
                    <a:ea typeface="Microsoft YaHei" panose="020B0503020204020204" pitchFamily="34" charset="-122"/>
                    <a:cs typeface="Times New Roman" panose="02020603050405020304" pitchFamily="18" charset="0"/>
                  </a:rPr>
                  <a:t>位旅客都不在第</a:t>
                </a:r>
                <a:r>
                  <a:rPr lang="en-US" altLang="zh-CN" sz="2000" dirty="0" err="1">
                    <a:latin typeface="Microsoft YaHei" panose="020B0503020204020204" pitchFamily="34" charset="-122"/>
                    <a:ea typeface="Microsoft YaHei" panose="020B0503020204020204" pitchFamily="34" charset="-122"/>
                    <a:cs typeface="Times New Roman" panose="02020603050405020304" pitchFamily="18" charset="0"/>
                  </a:rPr>
                  <a:t>i</a:t>
                </a:r>
                <a:r>
                  <a:rPr lang="zh-CN" altLang="en-US" sz="2000" dirty="0">
                    <a:latin typeface="Microsoft YaHei" panose="020B0503020204020204" pitchFamily="34" charset="-122"/>
                    <a:ea typeface="Microsoft YaHei" panose="020B0503020204020204" pitchFamily="34" charset="-122"/>
                    <a:cs typeface="Times New Roman" panose="02020603050405020304" pitchFamily="18" charset="0"/>
                  </a:rPr>
                  <a:t>站下车的概率为</a:t>
                </a:r>
                <a14:m>
                  <m:oMath xmlns:m="http://schemas.openxmlformats.org/officeDocument/2006/math">
                    <m:sSup>
                      <m:sSupPr>
                        <m:ctrlPr>
                          <a:rPr lang="zh-CN" altLang="zh-CN" sz="2000" i="1">
                            <a:latin typeface="Cambria Math" panose="02040503050406030204" pitchFamily="18" charset="0"/>
                          </a:rPr>
                        </m:ctrlPr>
                      </m:sSupPr>
                      <m:e>
                        <m:d>
                          <m:dPr>
                            <m:ctrlPr>
                              <a:rPr lang="zh-CN" altLang="zh-CN" sz="2000" i="1">
                                <a:latin typeface="Cambria Math" panose="02040503050406030204" pitchFamily="18" charset="0"/>
                              </a:rPr>
                            </m:ctrlPr>
                          </m:dPr>
                          <m:e>
                            <m:f>
                              <m:fPr>
                                <m:ctrlPr>
                                  <a:rPr lang="zh-CN" altLang="zh-CN" sz="2000" i="1">
                                    <a:latin typeface="Cambria Math" panose="02040503050406030204" pitchFamily="18" charset="0"/>
                                  </a:rPr>
                                </m:ctrlPr>
                              </m:fPr>
                              <m:num>
                                <m:r>
                                  <a:rPr lang="en-US" altLang="zh-CN" sz="2000" i="1">
                                    <a:latin typeface="Cambria Math" panose="02040503050406030204" pitchFamily="18" charset="0"/>
                                  </a:rPr>
                                  <m:t>9</m:t>
                                </m:r>
                              </m:num>
                              <m:den>
                                <m:r>
                                  <a:rPr lang="en-US" altLang="zh-CN" sz="2000" i="1">
                                    <a:latin typeface="Cambria Math" panose="02040503050406030204" pitchFamily="18" charset="0"/>
                                  </a:rPr>
                                  <m:t>10</m:t>
                                </m:r>
                              </m:den>
                            </m:f>
                          </m:e>
                        </m:d>
                      </m:e>
                      <m:sup>
                        <m:r>
                          <a:rPr lang="en-US" altLang="zh-CN" sz="2000" i="1">
                            <a:latin typeface="Cambria Math" panose="02040503050406030204" pitchFamily="18" charset="0"/>
                          </a:rPr>
                          <m:t>20</m:t>
                        </m:r>
                      </m:sup>
                    </m:sSup>
                    <m:r>
                      <a:rPr lang="en-US" altLang="zh-CN" sz="2000" i="1">
                        <a:latin typeface="Cambria Math" panose="02040503050406030204" pitchFamily="18" charset="0"/>
                      </a:rPr>
                      <m:t> </m:t>
                    </m:r>
                  </m:oMath>
                </a14:m>
                <a:r>
                  <a:rPr lang="zh-CN" altLang="en-US" sz="2000" dirty="0">
                    <a:latin typeface="Microsoft YaHei" panose="020B0503020204020204" pitchFamily="34" charset="-122"/>
                    <a:ea typeface="Microsoft YaHei" panose="020B0503020204020204" pitchFamily="34" charset="-122"/>
                    <a:cs typeface="Times New Roman" panose="02020603050405020304" pitchFamily="18" charset="0"/>
                  </a:rPr>
                  <a:t>，在第</a:t>
                </a:r>
                <a:r>
                  <a:rPr lang="en-US" altLang="zh-CN" sz="2000" dirty="0" err="1">
                    <a:latin typeface="Microsoft YaHei" panose="020B0503020204020204" pitchFamily="34" charset="-122"/>
                    <a:ea typeface="Microsoft YaHei" panose="020B0503020204020204" pitchFamily="34" charset="-122"/>
                    <a:cs typeface="Times New Roman" panose="02020603050405020304" pitchFamily="18" charset="0"/>
                  </a:rPr>
                  <a:t>i</a:t>
                </a:r>
                <a:r>
                  <a:rPr lang="zh-CN" altLang="en-US" sz="2000" dirty="0">
                    <a:latin typeface="Microsoft YaHei" panose="020B0503020204020204" pitchFamily="34" charset="-122"/>
                    <a:ea typeface="Microsoft YaHei" panose="020B0503020204020204" pitchFamily="34" charset="-122"/>
                    <a:cs typeface="Times New Roman" panose="02020603050405020304" pitchFamily="18" charset="0"/>
                  </a:rPr>
                  <a:t>站有人下车的概率为</a:t>
                </a:r>
                <a14:m>
                  <m:oMath xmlns:m="http://schemas.openxmlformats.org/officeDocument/2006/math">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1−</m:t>
                        </m:r>
                        <m:d>
                          <m:dPr>
                            <m:ctrlPr>
                              <a:rPr lang="zh-CN" altLang="zh-CN" sz="2000" i="1">
                                <a:latin typeface="Cambria Math" panose="02040503050406030204" pitchFamily="18" charset="0"/>
                              </a:rPr>
                            </m:ctrlPr>
                          </m:dPr>
                          <m:e>
                            <m:f>
                              <m:fPr>
                                <m:ctrlPr>
                                  <a:rPr lang="zh-CN" altLang="zh-CN" sz="2000" i="1">
                                    <a:latin typeface="Cambria Math" panose="02040503050406030204" pitchFamily="18" charset="0"/>
                                  </a:rPr>
                                </m:ctrlPr>
                              </m:fPr>
                              <m:num>
                                <m:r>
                                  <a:rPr lang="en-US" altLang="zh-CN" sz="2000" i="1">
                                    <a:latin typeface="Cambria Math" panose="02040503050406030204" pitchFamily="18" charset="0"/>
                                  </a:rPr>
                                  <m:t>9</m:t>
                                </m:r>
                              </m:num>
                              <m:den>
                                <m:r>
                                  <a:rPr lang="en-US" altLang="zh-CN" sz="2000" i="1">
                                    <a:latin typeface="Cambria Math" panose="02040503050406030204" pitchFamily="18" charset="0"/>
                                  </a:rPr>
                                  <m:t>10</m:t>
                                </m:r>
                              </m:den>
                            </m:f>
                          </m:e>
                        </m:d>
                      </m:e>
                      <m:sup>
                        <m:r>
                          <a:rPr lang="en-US" altLang="zh-CN" sz="2000" i="1">
                            <a:latin typeface="Cambria Math" panose="02040503050406030204" pitchFamily="18" charset="0"/>
                          </a:rPr>
                          <m:t>20</m:t>
                        </m:r>
                      </m:sup>
                    </m:sSup>
                    <m:r>
                      <a:rPr lang="en-US" altLang="zh-CN" sz="2000" i="1">
                        <a:latin typeface="Cambria Math" panose="02040503050406030204" pitchFamily="18" charset="0"/>
                      </a:rPr>
                      <m:t> </m:t>
                    </m:r>
                  </m:oMath>
                </a14:m>
                <a:r>
                  <a:rPr lang="zh-CN" altLang="en-US" sz="2000" dirty="0">
                    <a:latin typeface="Microsoft YaHei" panose="020B0503020204020204" pitchFamily="34" charset="-122"/>
                    <a:ea typeface="Microsoft YaHei" panose="020B0503020204020204" pitchFamily="34" charset="-122"/>
                    <a:cs typeface="Times New Roman" panose="02020603050405020304" pitchFamily="18" charset="0"/>
                  </a:rPr>
                  <a:t>，也就是</a:t>
                </a:r>
              </a:p>
            </p:txBody>
          </p:sp>
        </mc:Choice>
        <mc:Fallback xmlns="">
          <p:sp>
            <p:nvSpPr>
              <p:cNvPr id="9" name="文本框 8">
                <a:extLst>
                  <a:ext uri="{FF2B5EF4-FFF2-40B4-BE49-F238E27FC236}">
                    <a16:creationId xmlns:a16="http://schemas.microsoft.com/office/drawing/2014/main" id="{AD015C7D-FADC-4B72-BB79-B703C58A50B1}"/>
                  </a:ext>
                </a:extLst>
              </p:cNvPr>
              <p:cNvSpPr txBox="1">
                <a:spLocks noRot="1" noChangeAspect="1" noMove="1" noResize="1" noEditPoints="1" noAdjustHandles="1" noChangeArrowheads="1" noChangeShapeType="1" noTextEdit="1"/>
              </p:cNvSpPr>
              <p:nvPr/>
            </p:nvSpPr>
            <p:spPr>
              <a:xfrm>
                <a:off x="947761" y="4568750"/>
                <a:ext cx="8073147" cy="1945982"/>
              </a:xfrm>
              <a:prstGeom prst="rect">
                <a:avLst/>
              </a:prstGeom>
              <a:blipFill>
                <a:blip r:embed="rId5"/>
                <a:stretch>
                  <a:fillRect l="-785" r="-157" b="-45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0F7BB379-1418-407E-8A4D-3F60F45BDA19}"/>
                  </a:ext>
                </a:extLst>
              </p:cNvPr>
              <p:cNvSpPr/>
              <p:nvPr/>
            </p:nvSpPr>
            <p:spPr>
              <a:xfrm>
                <a:off x="1527597" y="6177895"/>
                <a:ext cx="6668642" cy="6127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r>
                        <a:rPr lang="zh-CN" altLang="en-US">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𝑋</m:t>
                          </m:r>
                        </m:e>
                        <m:sub>
                          <m:r>
                            <a:rPr lang="zh-CN" altLang="en-US" i="1">
                              <a:latin typeface="Cambria Math" panose="02040503050406030204" pitchFamily="18" charset="0"/>
                            </a:rPr>
                            <m:t>𝑖</m:t>
                          </m:r>
                        </m:sub>
                      </m:sSub>
                      <m:r>
                        <a:rPr lang="zh-CN" altLang="en-US">
                          <a:latin typeface="Cambria Math" panose="02040503050406030204" pitchFamily="18" charset="0"/>
                        </a:rPr>
                        <m:t>=0}=(</m:t>
                      </m:r>
                      <m:f>
                        <m:fPr>
                          <m:ctrlPr>
                            <a:rPr lang="zh-CN" altLang="en-US" i="1">
                              <a:latin typeface="Cambria Math" panose="02040503050406030204" pitchFamily="18" charset="0"/>
                            </a:rPr>
                          </m:ctrlPr>
                        </m:fPr>
                        <m:num>
                          <m:r>
                            <a:rPr lang="zh-CN" altLang="en-US">
                              <a:latin typeface="Cambria Math" panose="02040503050406030204" pitchFamily="18" charset="0"/>
                            </a:rPr>
                            <m:t>9</m:t>
                          </m:r>
                        </m:num>
                        <m:den>
                          <m:r>
                            <a:rPr lang="zh-CN" altLang="en-US">
                              <a:latin typeface="Cambria Math" panose="02040503050406030204" pitchFamily="18" charset="0"/>
                            </a:rPr>
                            <m:t>10</m:t>
                          </m:r>
                        </m:den>
                      </m:f>
                      <m:sSup>
                        <m:sSupPr>
                          <m:ctrlPr>
                            <a:rPr lang="zh-CN" altLang="en-US" i="1">
                              <a:latin typeface="Cambria Math" panose="02040503050406030204" pitchFamily="18" charset="0"/>
                            </a:rPr>
                          </m:ctrlPr>
                        </m:sSupPr>
                        <m:e>
                          <m:d>
                            <m:dPr>
                              <m:begChr m:val=")"/>
                              <m:endChr m:val=""/>
                              <m:ctrlPr>
                                <a:rPr lang="zh-CN" altLang="en-US" i="1">
                                  <a:latin typeface="Cambria Math" panose="02040503050406030204" pitchFamily="18" charset="0"/>
                                </a:rPr>
                              </m:ctrlPr>
                            </m:dPr>
                            <m:e>
                              <m:r>
                                <a:rPr lang="en-US" altLang="zh-CN" i="1">
                                  <a:latin typeface="Cambria Math" panose="02040503050406030204" pitchFamily="18" charset="0"/>
                                </a:rPr>
                                <m:t> </m:t>
                              </m:r>
                            </m:e>
                          </m:d>
                        </m:e>
                        <m:sup>
                          <m:r>
                            <a:rPr lang="zh-CN" altLang="en-US">
                              <a:latin typeface="Cambria Math" panose="02040503050406030204" pitchFamily="18" charset="0"/>
                            </a:rPr>
                            <m:t>20</m:t>
                          </m:r>
                        </m:sup>
                      </m:sSup>
                      <m:r>
                        <a:rPr lang="zh-CN" altLang="en-US">
                          <a:latin typeface="Cambria Math" panose="02040503050406030204" pitchFamily="18" charset="0"/>
                        </a:rPr>
                        <m:t>,</m:t>
                      </m:r>
                      <m:r>
                        <a:rPr lang="zh-CN" altLang="en-US" i="1">
                          <a:latin typeface="Cambria Math" panose="02040503050406030204" pitchFamily="18" charset="0"/>
                        </a:rPr>
                        <m:t>𝑃</m:t>
                      </m:r>
                      <m:r>
                        <a:rPr lang="zh-CN" altLang="en-US">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𝑋</m:t>
                          </m:r>
                        </m:e>
                        <m:sub>
                          <m:r>
                            <a:rPr lang="zh-CN" altLang="en-US" i="1">
                              <a:latin typeface="Cambria Math" panose="02040503050406030204" pitchFamily="18" charset="0"/>
                            </a:rPr>
                            <m:t>𝑖</m:t>
                          </m:r>
                        </m:sub>
                      </m:sSub>
                      <m:r>
                        <a:rPr lang="zh-CN" altLang="en-US">
                          <a:latin typeface="Cambria Math" panose="02040503050406030204" pitchFamily="18" charset="0"/>
                        </a:rPr>
                        <m:t>=1}=1−(</m:t>
                      </m:r>
                      <m:f>
                        <m:fPr>
                          <m:ctrlPr>
                            <a:rPr lang="zh-CN" altLang="en-US" i="1">
                              <a:latin typeface="Cambria Math" panose="02040503050406030204" pitchFamily="18" charset="0"/>
                            </a:rPr>
                          </m:ctrlPr>
                        </m:fPr>
                        <m:num>
                          <m:r>
                            <a:rPr lang="zh-CN" altLang="en-US">
                              <a:latin typeface="Cambria Math" panose="02040503050406030204" pitchFamily="18" charset="0"/>
                            </a:rPr>
                            <m:t>9</m:t>
                          </m:r>
                        </m:num>
                        <m:den>
                          <m:r>
                            <a:rPr lang="zh-CN" altLang="en-US">
                              <a:latin typeface="Cambria Math" panose="02040503050406030204" pitchFamily="18" charset="0"/>
                            </a:rPr>
                            <m:t>10</m:t>
                          </m:r>
                        </m:den>
                      </m:f>
                      <m:sSup>
                        <m:sSupPr>
                          <m:ctrlPr>
                            <a:rPr lang="zh-CN" altLang="en-US" i="1">
                              <a:latin typeface="Cambria Math" panose="02040503050406030204" pitchFamily="18" charset="0"/>
                            </a:rPr>
                          </m:ctrlPr>
                        </m:sSupPr>
                        <m:e>
                          <m:d>
                            <m:dPr>
                              <m:begChr m:val=")"/>
                              <m:endChr m:val=""/>
                              <m:ctrlPr>
                                <a:rPr lang="zh-CN" altLang="en-US" i="1">
                                  <a:latin typeface="Cambria Math" panose="02040503050406030204" pitchFamily="18" charset="0"/>
                                </a:rPr>
                              </m:ctrlPr>
                            </m:dPr>
                            <m:e>
                              <m:r>
                                <a:rPr lang="en-US" altLang="zh-CN" i="1">
                                  <a:latin typeface="Cambria Math" panose="02040503050406030204" pitchFamily="18" charset="0"/>
                                </a:rPr>
                                <m:t> </m:t>
                              </m:r>
                            </m:e>
                          </m:d>
                        </m:e>
                        <m:sup>
                          <m:r>
                            <a:rPr lang="zh-CN" altLang="en-US">
                              <a:latin typeface="Cambria Math" panose="02040503050406030204" pitchFamily="18" charset="0"/>
                            </a:rPr>
                            <m:t>20</m:t>
                          </m:r>
                        </m:sup>
                      </m:sSup>
                      <m:r>
                        <a:rPr lang="zh-CN" altLang="en-US">
                          <a:latin typeface="Cambria Math" panose="02040503050406030204" pitchFamily="18" charset="0"/>
                        </a:rPr>
                        <m:t>,</m:t>
                      </m:r>
                      <m:r>
                        <a:rPr lang="zh-CN" altLang="en-US" i="1">
                          <a:latin typeface="Cambria Math" panose="02040503050406030204" pitchFamily="18" charset="0"/>
                        </a:rPr>
                        <m:t>𝑖</m:t>
                      </m:r>
                      <m:r>
                        <a:rPr lang="zh-CN" altLang="en-US">
                          <a:latin typeface="Cambria Math" panose="02040503050406030204" pitchFamily="18" charset="0"/>
                        </a:rPr>
                        <m:t>=1,2,⋯,10</m:t>
                      </m:r>
                    </m:oMath>
                  </m:oMathPara>
                </a14:m>
                <a:endParaRPr lang="zh-CN" altLang="en-US" dirty="0"/>
              </a:p>
            </p:txBody>
          </p:sp>
        </mc:Choice>
        <mc:Fallback xmlns="">
          <p:sp>
            <p:nvSpPr>
              <p:cNvPr id="2" name="矩形 1">
                <a:extLst>
                  <a:ext uri="{FF2B5EF4-FFF2-40B4-BE49-F238E27FC236}">
                    <a16:creationId xmlns:a16="http://schemas.microsoft.com/office/drawing/2014/main" id="{0F7BB379-1418-407E-8A4D-3F60F45BDA19}"/>
                  </a:ext>
                </a:extLst>
              </p:cNvPr>
              <p:cNvSpPr>
                <a:spLocks noRot="1" noChangeAspect="1" noMove="1" noResize="1" noEditPoints="1" noAdjustHandles="1" noChangeArrowheads="1" noChangeShapeType="1" noTextEdit="1"/>
              </p:cNvSpPr>
              <p:nvPr/>
            </p:nvSpPr>
            <p:spPr>
              <a:xfrm>
                <a:off x="1527597" y="6177895"/>
                <a:ext cx="6668642" cy="612732"/>
              </a:xfrm>
              <a:prstGeom prst="rect">
                <a:avLst/>
              </a:prstGeom>
              <a:blipFill>
                <a:blip r:embed="rId6"/>
                <a:stretch>
                  <a:fillRect t="-48980" b="-95918"/>
                </a:stretch>
              </a:blipFill>
            </p:spPr>
            <p:txBody>
              <a:bodyPr/>
              <a:lstStyle/>
              <a:p>
                <a:r>
                  <a:rPr lang="zh-CN" altLang="en-US">
                    <a:noFill/>
                  </a:rPr>
                  <a:t> </a:t>
                </a:r>
              </a:p>
            </p:txBody>
          </p:sp>
        </mc:Fallback>
      </mc:AlternateContent>
      <p:cxnSp>
        <p:nvCxnSpPr>
          <p:cNvPr id="11" name="直线连接符 10">
            <a:extLst>
              <a:ext uri="{FF2B5EF4-FFF2-40B4-BE49-F238E27FC236}">
                <a16:creationId xmlns:a16="http://schemas.microsoft.com/office/drawing/2014/main" id="{F7EC2811-26EC-40FD-49FA-0CB1451DCAC7}"/>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13" name="副标题 2">
            <a:extLst>
              <a:ext uri="{FF2B5EF4-FFF2-40B4-BE49-F238E27FC236}">
                <a16:creationId xmlns:a16="http://schemas.microsoft.com/office/drawing/2014/main" id="{7B367ED3-D47D-2B0E-CD8B-602A61D1703B}"/>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#9</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
        <p:nvSpPr>
          <p:cNvPr id="14" name="矩形 13">
            <a:extLst>
              <a:ext uri="{FF2B5EF4-FFF2-40B4-BE49-F238E27FC236}">
                <a16:creationId xmlns:a16="http://schemas.microsoft.com/office/drawing/2014/main" id="{7D03BBC5-596D-7CBD-FA17-88B68C9EE5E3}"/>
              </a:ext>
            </a:extLst>
          </p:cNvPr>
          <p:cNvSpPr/>
          <p:nvPr/>
        </p:nvSpPr>
        <p:spPr bwMode="auto">
          <a:xfrm>
            <a:off x="0" y="0"/>
            <a:ext cx="260169" cy="6858000"/>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396458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P spid="9" grpId="0"/>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D015C7D-FADC-4B72-BB79-B703C58A50B1}"/>
                  </a:ext>
                </a:extLst>
              </p:cNvPr>
              <p:cNvSpPr txBox="1"/>
              <p:nvPr/>
            </p:nvSpPr>
            <p:spPr>
              <a:xfrm>
                <a:off x="264589" y="4683429"/>
                <a:ext cx="8614823" cy="1551515"/>
              </a:xfrm>
              <a:prstGeom prst="rect">
                <a:avLst/>
              </a:prstGeom>
              <a:noFill/>
            </p:spPr>
            <p:txBody>
              <a:bodyPr wrap="square">
                <a:spAutoFit/>
              </a:bodyPr>
              <a:lstStyle/>
              <a:p>
                <a:pPr indent="342900">
                  <a:lnSpc>
                    <a:spcPct val="150000"/>
                  </a:lnSpc>
                </a:pPr>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本题是将</a:t>
                </a:r>
                <a14:m>
                  <m:oMath xmlns:m="http://schemas.openxmlformats.org/officeDocument/2006/math">
                    <m:r>
                      <a:rPr lang="en-US" altLang="zh-CN" sz="2200" i="1" dirty="0" smtClean="0">
                        <a:latin typeface="Cambria Math" panose="02040503050406030204" pitchFamily="18" charset="0"/>
                        <a:ea typeface="KaiTi" panose="02010609060101010101" pitchFamily="49" charset="-122"/>
                        <a:cs typeface="Times New Roman" panose="02020603050405020304" pitchFamily="18" charset="0"/>
                      </a:rPr>
                      <m:t>𝑋</m:t>
                    </m:r>
                  </m:oMath>
                </a14:m>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分解成数个随机变量之和，然后利用随机变量和的数学期望等于随机变量数学期望之和来求数学期望的，这种处理方法具有一定的普遍意义。</a:t>
                </a:r>
              </a:p>
            </p:txBody>
          </p:sp>
        </mc:Choice>
        <mc:Fallback xmlns="">
          <p:sp>
            <p:nvSpPr>
              <p:cNvPr id="9" name="文本框 8">
                <a:extLst>
                  <a:ext uri="{FF2B5EF4-FFF2-40B4-BE49-F238E27FC236}">
                    <a16:creationId xmlns:a16="http://schemas.microsoft.com/office/drawing/2014/main" id="{AD015C7D-FADC-4B72-BB79-B703C58A50B1}"/>
                  </a:ext>
                </a:extLst>
              </p:cNvPr>
              <p:cNvSpPr txBox="1">
                <a:spLocks noRot="1" noChangeAspect="1" noMove="1" noResize="1" noEditPoints="1" noAdjustHandles="1" noChangeArrowheads="1" noChangeShapeType="1" noTextEdit="1"/>
              </p:cNvSpPr>
              <p:nvPr/>
            </p:nvSpPr>
            <p:spPr>
              <a:xfrm>
                <a:off x="264589" y="4683429"/>
                <a:ext cx="8614823" cy="1551515"/>
              </a:xfrm>
              <a:prstGeom prst="rect">
                <a:avLst/>
              </a:prstGeom>
              <a:blipFill>
                <a:blip r:embed="rId2"/>
                <a:stretch>
                  <a:fillRect l="-882" r="-294" b="-6452"/>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0DB8B6C3-C838-41D3-9B1A-1C1976BEEDDB}"/>
              </a:ext>
            </a:extLst>
          </p:cNvPr>
          <p:cNvSpPr txBox="1"/>
          <p:nvPr/>
        </p:nvSpPr>
        <p:spPr>
          <a:xfrm>
            <a:off x="693214" y="1717179"/>
            <a:ext cx="1610963" cy="540341"/>
          </a:xfrm>
          <a:prstGeom prst="rect">
            <a:avLst/>
          </a:prstGeom>
          <a:noFill/>
        </p:spPr>
        <p:txBody>
          <a:bodyPr wrap="square">
            <a:spAutoFit/>
          </a:bodyPr>
          <a:lstStyle/>
          <a:p>
            <a:pPr>
              <a:lnSpc>
                <a:spcPct val="150000"/>
              </a:lnSpc>
            </a:pPr>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由此</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8CA00EEB-8732-4BDD-8181-8599545E2C67}"/>
                  </a:ext>
                </a:extLst>
              </p:cNvPr>
              <p:cNvSpPr/>
              <p:nvPr/>
            </p:nvSpPr>
            <p:spPr>
              <a:xfrm>
                <a:off x="1998758" y="1704515"/>
                <a:ext cx="5621242" cy="72834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200" i="1">
                          <a:latin typeface="Cambria Math" panose="02040503050406030204" pitchFamily="18" charset="0"/>
                        </a:rPr>
                        <m:t>𝐸</m:t>
                      </m:r>
                      <m:r>
                        <a:rPr lang="zh-CN" altLang="en-US" sz="2200">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𝑋</m:t>
                          </m:r>
                        </m:e>
                        <m:sub>
                          <m:r>
                            <a:rPr lang="zh-CN" altLang="en-US" sz="2200" i="1">
                              <a:latin typeface="Cambria Math" panose="02040503050406030204" pitchFamily="18" charset="0"/>
                            </a:rPr>
                            <m:t>𝑖</m:t>
                          </m:r>
                        </m:sub>
                      </m:sSub>
                      <m:r>
                        <a:rPr lang="zh-CN" altLang="en-US" sz="2200">
                          <a:latin typeface="Cambria Math" panose="02040503050406030204" pitchFamily="18" charset="0"/>
                        </a:rPr>
                        <m:t>)=1−(</m:t>
                      </m:r>
                      <m:f>
                        <m:fPr>
                          <m:ctrlPr>
                            <a:rPr lang="zh-CN" altLang="en-US" sz="2200" i="1">
                              <a:latin typeface="Cambria Math" panose="02040503050406030204" pitchFamily="18" charset="0"/>
                            </a:rPr>
                          </m:ctrlPr>
                        </m:fPr>
                        <m:num>
                          <m:r>
                            <a:rPr lang="zh-CN" altLang="en-US" sz="2200">
                              <a:latin typeface="Cambria Math" panose="02040503050406030204" pitchFamily="18" charset="0"/>
                            </a:rPr>
                            <m:t>9</m:t>
                          </m:r>
                        </m:num>
                        <m:den>
                          <m:r>
                            <a:rPr lang="zh-CN" altLang="en-US" sz="2200">
                              <a:latin typeface="Cambria Math" panose="02040503050406030204" pitchFamily="18" charset="0"/>
                            </a:rPr>
                            <m:t>10</m:t>
                          </m:r>
                        </m:den>
                      </m:f>
                      <m:sSup>
                        <m:sSupPr>
                          <m:ctrlPr>
                            <a:rPr lang="zh-CN" altLang="en-US" sz="2200" i="1">
                              <a:latin typeface="Cambria Math" panose="02040503050406030204" pitchFamily="18" charset="0"/>
                            </a:rPr>
                          </m:ctrlPr>
                        </m:sSupPr>
                        <m:e>
                          <m:d>
                            <m:dPr>
                              <m:begChr m:val=")"/>
                              <m:endChr m:val=""/>
                              <m:ctrlPr>
                                <a:rPr lang="zh-CN" altLang="en-US" sz="2200" i="1">
                                  <a:latin typeface="Cambria Math" panose="02040503050406030204" pitchFamily="18" charset="0"/>
                                </a:rPr>
                              </m:ctrlPr>
                            </m:dPr>
                            <m:e>
                              <m:r>
                                <a:rPr lang="en-US" altLang="zh-CN" sz="2200" i="1">
                                  <a:latin typeface="Cambria Math" panose="02040503050406030204" pitchFamily="18" charset="0"/>
                                </a:rPr>
                                <m:t> </m:t>
                              </m:r>
                            </m:e>
                          </m:d>
                        </m:e>
                        <m:sup>
                          <m:r>
                            <a:rPr lang="zh-CN" altLang="en-US" sz="2200">
                              <a:latin typeface="Cambria Math" panose="02040503050406030204" pitchFamily="18" charset="0"/>
                            </a:rPr>
                            <m:t>20</m:t>
                          </m:r>
                        </m:sup>
                      </m:sSup>
                      <m:r>
                        <a:rPr lang="zh-CN" altLang="en-US" sz="2200">
                          <a:latin typeface="Cambria Math" panose="02040503050406030204" pitchFamily="18" charset="0"/>
                        </a:rPr>
                        <m:t>,</m:t>
                      </m:r>
                      <m:r>
                        <a:rPr lang="zh-CN" altLang="en-US" sz="2200" i="1">
                          <a:latin typeface="Cambria Math" panose="02040503050406030204" pitchFamily="18" charset="0"/>
                        </a:rPr>
                        <m:t>𝑖</m:t>
                      </m:r>
                      <m:r>
                        <a:rPr lang="zh-CN" altLang="en-US" sz="2200">
                          <a:latin typeface="Cambria Math" panose="02040503050406030204" pitchFamily="18" charset="0"/>
                        </a:rPr>
                        <m:t>=1,2,⋯,10</m:t>
                      </m:r>
                    </m:oMath>
                  </m:oMathPara>
                </a14:m>
                <a:endParaRPr lang="zh-CN" altLang="en-US" sz="2200" dirty="0"/>
              </a:p>
            </p:txBody>
          </p:sp>
        </mc:Choice>
        <mc:Fallback xmlns="">
          <p:sp>
            <p:nvSpPr>
              <p:cNvPr id="4" name="矩形 3">
                <a:extLst>
                  <a:ext uri="{FF2B5EF4-FFF2-40B4-BE49-F238E27FC236}">
                    <a16:creationId xmlns:a16="http://schemas.microsoft.com/office/drawing/2014/main" id="{8CA00EEB-8732-4BDD-8181-8599545E2C67}"/>
                  </a:ext>
                </a:extLst>
              </p:cNvPr>
              <p:cNvSpPr>
                <a:spLocks noRot="1" noChangeAspect="1" noMove="1" noResize="1" noEditPoints="1" noAdjustHandles="1" noChangeArrowheads="1" noChangeShapeType="1" noTextEdit="1"/>
              </p:cNvSpPr>
              <p:nvPr/>
            </p:nvSpPr>
            <p:spPr>
              <a:xfrm>
                <a:off x="1998758" y="1704515"/>
                <a:ext cx="5621242" cy="728341"/>
              </a:xfrm>
              <a:prstGeom prst="rect">
                <a:avLst/>
              </a:prstGeom>
              <a:blipFill>
                <a:blip r:embed="rId3"/>
                <a:stretch>
                  <a:fillRect t="-50000" b="-94828"/>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B299FD8C-F5EB-4064-89CE-3C62194BDCEE}"/>
              </a:ext>
            </a:extLst>
          </p:cNvPr>
          <p:cNvSpPr txBox="1"/>
          <p:nvPr/>
        </p:nvSpPr>
        <p:spPr>
          <a:xfrm>
            <a:off x="693214" y="2633548"/>
            <a:ext cx="1610963" cy="540341"/>
          </a:xfrm>
          <a:prstGeom prst="rect">
            <a:avLst/>
          </a:prstGeom>
          <a:noFill/>
        </p:spPr>
        <p:txBody>
          <a:bodyPr wrap="square">
            <a:spAutoFit/>
          </a:bodyPr>
          <a:lstStyle/>
          <a:p>
            <a:pPr>
              <a:lnSpc>
                <a:spcPct val="150000"/>
              </a:lnSpc>
            </a:pPr>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进而</a:t>
            </a:r>
          </a:p>
        </p:txBody>
      </p:sp>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60DE6EEB-FE31-4F5A-80A8-8770E7EC81CF}"/>
                  </a:ext>
                </a:extLst>
              </p:cNvPr>
              <p:cNvSpPr/>
              <p:nvPr/>
            </p:nvSpPr>
            <p:spPr>
              <a:xfrm>
                <a:off x="1181544" y="2670798"/>
                <a:ext cx="6780911" cy="1096262"/>
              </a:xfrm>
              <a:prstGeom prst="rect">
                <a:avLst/>
              </a:prstGeom>
            </p:spPr>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d>
                        <m:dPr>
                          <m:begChr m:val=""/>
                          <m:ctrlPr>
                            <a:rPr lang="zh-CN" altLang="en-US" sz="2200" i="1" smtClean="0">
                              <a:latin typeface="Cambria Math" panose="02040503050406030204" pitchFamily="18" charset="0"/>
                            </a:rPr>
                          </m:ctrlPr>
                        </m:dPr>
                        <m:e>
                          <m:r>
                            <a:rPr lang="zh-CN" altLang="en-US" sz="2200" i="1">
                              <a:latin typeface="Cambria Math" panose="02040503050406030204" pitchFamily="18" charset="0"/>
                            </a:rPr>
                            <m:t>𝐸</m:t>
                          </m:r>
                          <m:d>
                            <m:dPr>
                              <m:ctrlPr>
                                <a:rPr lang="zh-CN" altLang="en-US" sz="2200" i="1">
                                  <a:latin typeface="Cambria Math" panose="02040503050406030204" pitchFamily="18" charset="0"/>
                                </a:rPr>
                              </m:ctrlPr>
                            </m:dPr>
                            <m:e>
                              <m:r>
                                <a:rPr lang="zh-CN" altLang="en-US" sz="2200" i="1">
                                  <a:latin typeface="Cambria Math" panose="02040503050406030204" pitchFamily="18" charset="0"/>
                                </a:rPr>
                                <m:t>𝑋</m:t>
                              </m:r>
                            </m:e>
                          </m:d>
                          <m:r>
                            <a:rPr lang="zh-CN" altLang="en-US" sz="2200">
                              <a:latin typeface="Cambria Math" panose="02040503050406030204" pitchFamily="18" charset="0"/>
                            </a:rPr>
                            <m:t>=</m:t>
                          </m:r>
                          <m:r>
                            <a:rPr lang="zh-CN" altLang="en-US" sz="2200" i="1">
                              <a:latin typeface="Cambria Math" panose="02040503050406030204" pitchFamily="18" charset="0"/>
                            </a:rPr>
                            <m:t>𝐸</m:t>
                          </m:r>
                          <m:d>
                            <m:dPr>
                              <m:ctrlPr>
                                <a:rPr lang="zh-CN" altLang="en-US" sz="2200" i="1">
                                  <a:latin typeface="Cambria Math" panose="02040503050406030204" pitchFamily="18" charset="0"/>
                                </a:rPr>
                              </m:ctrlPr>
                            </m:dPr>
                            <m:e>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𝑋</m:t>
                                  </m:r>
                                </m:e>
                                <m:sub>
                                  <m:r>
                                    <a:rPr lang="zh-CN" altLang="en-US" sz="2200">
                                      <a:latin typeface="Cambria Math" panose="02040503050406030204" pitchFamily="18" charset="0"/>
                                    </a:rPr>
                                    <m:t>1</m:t>
                                  </m:r>
                                </m:sub>
                              </m:sSub>
                              <m:r>
                                <a:rPr lang="zh-CN" altLang="en-US" sz="2200">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𝑋</m:t>
                                  </m:r>
                                </m:e>
                                <m:sub>
                                  <m:r>
                                    <a:rPr lang="zh-CN" altLang="en-US" sz="2200">
                                      <a:latin typeface="Cambria Math" panose="02040503050406030204" pitchFamily="18" charset="0"/>
                                    </a:rPr>
                                    <m:t>2</m:t>
                                  </m:r>
                                </m:sub>
                              </m:sSub>
                              <m:r>
                                <a:rPr lang="zh-CN" altLang="en-US" sz="2200">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𝑋</m:t>
                                  </m:r>
                                </m:e>
                                <m:sub>
                                  <m:r>
                                    <a:rPr lang="zh-CN" altLang="en-US" sz="2200">
                                      <a:latin typeface="Cambria Math" panose="02040503050406030204" pitchFamily="18" charset="0"/>
                                    </a:rPr>
                                    <m:t>10</m:t>
                                  </m:r>
                                </m:sub>
                              </m:sSub>
                            </m:e>
                          </m:d>
                          <m:r>
                            <a:rPr lang="zh-CN" altLang="en-US" sz="2200">
                              <a:latin typeface="Cambria Math" panose="02040503050406030204" pitchFamily="18" charset="0"/>
                            </a:rPr>
                            <m:t>=</m:t>
                          </m:r>
                          <m:r>
                            <a:rPr lang="zh-CN" altLang="en-US" sz="2200" i="1">
                              <a:latin typeface="Cambria Math" panose="02040503050406030204" pitchFamily="18" charset="0"/>
                            </a:rPr>
                            <m:t>𝐸</m:t>
                          </m:r>
                          <m:r>
                            <a:rPr lang="zh-CN" altLang="en-US" sz="2200">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𝑋</m:t>
                              </m:r>
                            </m:e>
                            <m:sub>
                              <m:r>
                                <a:rPr lang="zh-CN" altLang="en-US" sz="2200">
                                  <a:latin typeface="Cambria Math" panose="02040503050406030204" pitchFamily="18" charset="0"/>
                                </a:rPr>
                                <m:t>1</m:t>
                              </m:r>
                            </m:sub>
                          </m:sSub>
                          <m:r>
                            <a:rPr lang="zh-CN" altLang="en-US" sz="2200">
                              <a:latin typeface="Cambria Math" panose="02040503050406030204" pitchFamily="18" charset="0"/>
                            </a:rPr>
                            <m:t>)+</m:t>
                          </m:r>
                          <m:r>
                            <a:rPr lang="zh-CN" altLang="en-US" sz="2200" i="1">
                              <a:latin typeface="Cambria Math" panose="02040503050406030204" pitchFamily="18" charset="0"/>
                            </a:rPr>
                            <m:t>𝐸</m:t>
                          </m:r>
                          <m:r>
                            <a:rPr lang="zh-CN" altLang="en-US" sz="2200">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𝑋</m:t>
                              </m:r>
                            </m:e>
                            <m:sub>
                              <m:r>
                                <a:rPr lang="zh-CN" altLang="en-US" sz="2200">
                                  <a:latin typeface="Cambria Math" panose="02040503050406030204" pitchFamily="18" charset="0"/>
                                </a:rPr>
                                <m:t>2</m:t>
                              </m:r>
                            </m:sub>
                          </m:sSub>
                          <m:r>
                            <a:rPr lang="zh-CN" altLang="en-US" sz="2200">
                              <a:latin typeface="Cambria Math" panose="02040503050406030204" pitchFamily="18" charset="0"/>
                            </a:rPr>
                            <m:t>)+⋯+</m:t>
                          </m:r>
                          <m:r>
                            <a:rPr lang="zh-CN" altLang="en-US" sz="2200" i="1">
                              <a:latin typeface="Cambria Math" panose="02040503050406030204" pitchFamily="18" charset="0"/>
                            </a:rPr>
                            <m:t>𝐸</m:t>
                          </m:r>
                          <m:r>
                            <a:rPr lang="zh-CN" altLang="en-US" sz="2200">
                              <a:latin typeface="Cambria Math" panose="02040503050406030204" pitchFamily="18" charset="0"/>
                            </a:rPr>
                            <m:t>(</m:t>
                          </m:r>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𝑋</m:t>
                              </m:r>
                            </m:e>
                            <m:sub>
                              <m:r>
                                <a:rPr lang="zh-CN" altLang="en-US" sz="2200">
                                  <a:latin typeface="Cambria Math" panose="02040503050406030204" pitchFamily="18" charset="0"/>
                                </a:rPr>
                                <m:t>10</m:t>
                              </m:r>
                            </m:sub>
                          </m:sSub>
                        </m:e>
                      </m:d>
                    </m:oMath>
                  </m:oMathPara>
                </a14:m>
                <a:endParaRPr lang="zh-CN" altLang="en-US" sz="2200" dirty="0"/>
              </a:p>
            </p:txBody>
          </p:sp>
        </mc:Choice>
        <mc:Fallback xmlns="">
          <p:sp>
            <p:nvSpPr>
              <p:cNvPr id="12" name="矩形 11">
                <a:extLst>
                  <a:ext uri="{FF2B5EF4-FFF2-40B4-BE49-F238E27FC236}">
                    <a16:creationId xmlns:a16="http://schemas.microsoft.com/office/drawing/2014/main" id="{60DE6EEB-FE31-4F5A-80A8-8770E7EC81CF}"/>
                  </a:ext>
                </a:extLst>
              </p:cNvPr>
              <p:cNvSpPr>
                <a:spLocks noRot="1" noChangeAspect="1" noMove="1" noResize="1" noEditPoints="1" noAdjustHandles="1" noChangeArrowheads="1" noChangeShapeType="1" noTextEdit="1"/>
              </p:cNvSpPr>
              <p:nvPr/>
            </p:nvSpPr>
            <p:spPr>
              <a:xfrm>
                <a:off x="1181544" y="2670798"/>
                <a:ext cx="6780911" cy="1096262"/>
              </a:xfrm>
              <a:prstGeom prst="rect">
                <a:avLst/>
              </a:prstGeom>
              <a:blipFill>
                <a:blip r:embed="rId4"/>
                <a:stretch>
                  <a:fillRect b="-678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E521AB10-F424-4557-AC7E-71EE3BE6F074}"/>
                  </a:ext>
                </a:extLst>
              </p:cNvPr>
              <p:cNvSpPr/>
              <p:nvPr/>
            </p:nvSpPr>
            <p:spPr>
              <a:xfrm>
                <a:off x="2060012" y="3861074"/>
                <a:ext cx="5023973" cy="72834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200">
                          <a:latin typeface="Cambria Math" panose="02040503050406030204" pitchFamily="18" charset="0"/>
                        </a:rPr>
                        <m:t>=10[1−(</m:t>
                      </m:r>
                      <m:f>
                        <m:fPr>
                          <m:ctrlPr>
                            <a:rPr lang="zh-CN" altLang="en-US" sz="2200" i="1">
                              <a:latin typeface="Cambria Math" panose="02040503050406030204" pitchFamily="18" charset="0"/>
                            </a:rPr>
                          </m:ctrlPr>
                        </m:fPr>
                        <m:num>
                          <m:r>
                            <a:rPr lang="zh-CN" altLang="en-US" sz="2200">
                              <a:latin typeface="Cambria Math" panose="02040503050406030204" pitchFamily="18" charset="0"/>
                            </a:rPr>
                            <m:t>9</m:t>
                          </m:r>
                        </m:num>
                        <m:den>
                          <m:r>
                            <a:rPr lang="zh-CN" altLang="en-US" sz="2200">
                              <a:latin typeface="Cambria Math" panose="02040503050406030204" pitchFamily="18" charset="0"/>
                            </a:rPr>
                            <m:t>10</m:t>
                          </m:r>
                        </m:den>
                      </m:f>
                      <m:sSup>
                        <m:sSupPr>
                          <m:ctrlPr>
                            <a:rPr lang="zh-CN" altLang="en-US" sz="2200" i="1">
                              <a:latin typeface="Cambria Math" panose="02040503050406030204" pitchFamily="18" charset="0"/>
                            </a:rPr>
                          </m:ctrlPr>
                        </m:sSupPr>
                        <m:e>
                          <m:d>
                            <m:dPr>
                              <m:begChr m:val=")"/>
                              <m:endChr m:val=""/>
                              <m:ctrlPr>
                                <a:rPr lang="zh-CN" altLang="en-US" sz="2200" i="1">
                                  <a:latin typeface="Cambria Math" panose="02040503050406030204" pitchFamily="18" charset="0"/>
                                </a:rPr>
                              </m:ctrlPr>
                            </m:dPr>
                            <m:e>
                              <m:r>
                                <a:rPr lang="en-US" altLang="zh-CN" sz="2200" i="1">
                                  <a:latin typeface="Cambria Math" panose="02040503050406030204" pitchFamily="18" charset="0"/>
                                </a:rPr>
                                <m:t> </m:t>
                              </m:r>
                            </m:e>
                          </m:d>
                        </m:e>
                        <m:sup>
                          <m:r>
                            <a:rPr lang="zh-CN" altLang="en-US" sz="2200">
                              <a:latin typeface="Cambria Math" panose="02040503050406030204" pitchFamily="18" charset="0"/>
                            </a:rPr>
                            <m:t>20</m:t>
                          </m:r>
                        </m:sup>
                      </m:sSup>
                      <m:r>
                        <a:rPr lang="zh-CN" altLang="en-US" sz="2200" smtClean="0">
                          <a:latin typeface="Cambria Math" panose="02040503050406030204" pitchFamily="18" charset="0"/>
                        </a:rPr>
                        <m:t>]</m:t>
                      </m:r>
                      <m:r>
                        <a:rPr lang="zh-CN" altLang="en-US" sz="2200">
                          <a:latin typeface="Cambria Math" panose="02040503050406030204" pitchFamily="18" charset="0"/>
                        </a:rPr>
                        <m:t>=8.784</m:t>
                      </m:r>
                      <m:r>
                        <a:rPr lang="en-US" altLang="zh-CN" sz="2200" i="1">
                          <a:latin typeface="Cambria Math" panose="02040503050406030204" pitchFamily="18" charset="0"/>
                        </a:rPr>
                        <m:t>(</m:t>
                      </m:r>
                      <m:r>
                        <a:rPr lang="zh-CN" altLang="en-US" sz="2200" i="1">
                          <a:latin typeface="Cambria Math" panose="02040503050406030204" pitchFamily="18" charset="0"/>
                        </a:rPr>
                        <m:t>次</m:t>
                      </m:r>
                      <m:r>
                        <a:rPr lang="en-US" altLang="zh-CN" sz="2200">
                          <a:latin typeface="Cambria Math" panose="02040503050406030204" pitchFamily="18" charset="0"/>
                        </a:rPr>
                        <m:t>)</m:t>
                      </m:r>
                    </m:oMath>
                  </m:oMathPara>
                </a14:m>
                <a:endParaRPr lang="zh-CN" altLang="en-US" sz="2200" dirty="0"/>
              </a:p>
            </p:txBody>
          </p:sp>
        </mc:Choice>
        <mc:Fallback xmlns="">
          <p:sp>
            <p:nvSpPr>
              <p:cNvPr id="14" name="矩形 13">
                <a:extLst>
                  <a:ext uri="{FF2B5EF4-FFF2-40B4-BE49-F238E27FC236}">
                    <a16:creationId xmlns:a16="http://schemas.microsoft.com/office/drawing/2014/main" id="{E521AB10-F424-4557-AC7E-71EE3BE6F074}"/>
                  </a:ext>
                </a:extLst>
              </p:cNvPr>
              <p:cNvSpPr>
                <a:spLocks noRot="1" noChangeAspect="1" noMove="1" noResize="1" noEditPoints="1" noAdjustHandles="1" noChangeArrowheads="1" noChangeShapeType="1" noTextEdit="1"/>
              </p:cNvSpPr>
              <p:nvPr/>
            </p:nvSpPr>
            <p:spPr>
              <a:xfrm>
                <a:off x="2060012" y="3861074"/>
                <a:ext cx="5023973" cy="728341"/>
              </a:xfrm>
              <a:prstGeom prst="rect">
                <a:avLst/>
              </a:prstGeom>
              <a:blipFill>
                <a:blip r:embed="rId5"/>
                <a:stretch>
                  <a:fillRect t="-47458" b="-91525"/>
                </a:stretch>
              </a:blipFill>
            </p:spPr>
            <p:txBody>
              <a:bodyPr/>
              <a:lstStyle/>
              <a:p>
                <a:r>
                  <a:rPr lang="zh-CN" altLang="en-US">
                    <a:noFill/>
                  </a:rPr>
                  <a:t> </a:t>
                </a:r>
              </a:p>
            </p:txBody>
          </p:sp>
        </mc:Fallback>
      </mc:AlternateContent>
      <p:cxnSp>
        <p:nvCxnSpPr>
          <p:cNvPr id="2" name="直线连接符 1">
            <a:extLst>
              <a:ext uri="{FF2B5EF4-FFF2-40B4-BE49-F238E27FC236}">
                <a16:creationId xmlns:a16="http://schemas.microsoft.com/office/drawing/2014/main" id="{F7D8CA9C-BFBE-473A-2272-EE16A52B44C9}"/>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副标题 2">
            <a:extLst>
              <a:ext uri="{FF2B5EF4-FFF2-40B4-BE49-F238E27FC236}">
                <a16:creationId xmlns:a16="http://schemas.microsoft.com/office/drawing/2014/main" id="{BECCBADC-3A71-62F7-D561-C8786BCEBA49}"/>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#9</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
        <p:nvSpPr>
          <p:cNvPr id="5" name="矩形 4">
            <a:extLst>
              <a:ext uri="{FF2B5EF4-FFF2-40B4-BE49-F238E27FC236}">
                <a16:creationId xmlns:a16="http://schemas.microsoft.com/office/drawing/2014/main" id="{0990E952-9D8B-D4AF-099D-27CCA176D3F2}"/>
              </a:ext>
            </a:extLst>
          </p:cNvPr>
          <p:cNvSpPr/>
          <p:nvPr/>
        </p:nvSpPr>
        <p:spPr bwMode="auto">
          <a:xfrm>
            <a:off x="0" y="0"/>
            <a:ext cx="260169" cy="6858000"/>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2873286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2">
            <a:extLst>
              <a:ext uri="{FF2B5EF4-FFF2-40B4-BE49-F238E27FC236}">
                <a16:creationId xmlns:a16="http://schemas.microsoft.com/office/drawing/2014/main" id="{9C5CAF33-0BC2-4633-85E5-21B2ACD15FC7}"/>
              </a:ext>
            </a:extLst>
          </p:cNvPr>
          <p:cNvSpPr txBox="1">
            <a:spLocks/>
          </p:cNvSpPr>
          <p:nvPr/>
        </p:nvSpPr>
        <p:spPr>
          <a:xfrm>
            <a:off x="525094" y="857250"/>
            <a:ext cx="8243142" cy="1596433"/>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设甲与其他三人参与一个项目的竞拍，价格以千美元计，价格高者获胜。若甲中标，他就将此项目以</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10</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千美元转让给他人。</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a:p>
            <a:pPr algn="just">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其他三人的竞拍价是相互独立的，且都在</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7</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千</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~11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千美元之间均匀分布。甲应如何报价才能使获益的数学期望最大？</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225BBFA-E913-4B29-B469-65B473D31534}"/>
                  </a:ext>
                </a:extLst>
              </p:cNvPr>
              <p:cNvSpPr txBox="1"/>
              <p:nvPr/>
            </p:nvSpPr>
            <p:spPr>
              <a:xfrm>
                <a:off x="525094" y="3335012"/>
                <a:ext cx="8366234" cy="961032"/>
              </a:xfrm>
              <a:prstGeom prst="rect">
                <a:avLst/>
              </a:prstGeom>
              <a:noFill/>
            </p:spPr>
            <p:txBody>
              <a:bodyPr wrap="square">
                <a:spAutoFit/>
              </a:bodyPr>
              <a:lstStyle/>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解     设</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𝑋</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𝑋</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𝑋</m:t>
                        </m:r>
                      </m:e>
                      <m:sub>
                        <m:r>
                          <a:rPr lang="en-US" altLang="zh-CN" sz="2000" i="1">
                            <a:latin typeface="Cambria Math" panose="02040503050406030204" pitchFamily="18" charset="0"/>
                          </a:rPr>
                          <m:t>3</m:t>
                        </m:r>
                      </m:sub>
                    </m:sSub>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是其他三人的报价，按题意</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𝑋</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𝑋</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𝑋</m:t>
                        </m:r>
                      </m:e>
                      <m:sub>
                        <m:r>
                          <a:rPr lang="en-US" altLang="zh-CN" sz="2000" i="1">
                            <a:latin typeface="Cambria Math" panose="02040503050406030204" pitchFamily="18" charset="0"/>
                          </a:rPr>
                          <m:t>3</m:t>
                        </m:r>
                      </m:sub>
                    </m:sSub>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相互独立，且在区间</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(7,11)</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上服从均匀分布。其分布函数为</a:t>
                </a:r>
              </a:p>
            </p:txBody>
          </p:sp>
        </mc:Choice>
        <mc:Fallback xmlns="">
          <p:sp>
            <p:nvSpPr>
              <p:cNvPr id="10" name="文本框 9">
                <a:extLst>
                  <a:ext uri="{FF2B5EF4-FFF2-40B4-BE49-F238E27FC236}">
                    <a16:creationId xmlns:a16="http://schemas.microsoft.com/office/drawing/2014/main" id="{D225BBFA-E913-4B29-B469-65B473D31534}"/>
                  </a:ext>
                </a:extLst>
              </p:cNvPr>
              <p:cNvSpPr txBox="1">
                <a:spLocks noRot="1" noChangeAspect="1" noMove="1" noResize="1" noEditPoints="1" noAdjustHandles="1" noChangeArrowheads="1" noChangeShapeType="1" noTextEdit="1"/>
              </p:cNvSpPr>
              <p:nvPr/>
            </p:nvSpPr>
            <p:spPr>
              <a:xfrm>
                <a:off x="525094" y="3335012"/>
                <a:ext cx="8366234" cy="961032"/>
              </a:xfrm>
              <a:prstGeom prst="rect">
                <a:avLst/>
              </a:prstGeom>
              <a:blipFill>
                <a:blip r:embed="rId2"/>
                <a:stretch>
                  <a:fillRect l="-758" r="-303" b="-10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E4AB6CC8-3737-400A-A869-3A412A46B3F7}"/>
                  </a:ext>
                </a:extLst>
              </p:cNvPr>
              <p:cNvSpPr/>
              <p:nvPr/>
            </p:nvSpPr>
            <p:spPr>
              <a:xfrm>
                <a:off x="2251473" y="4723455"/>
                <a:ext cx="3801746" cy="14797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𝐹</m:t>
                      </m:r>
                      <m:r>
                        <a:rPr lang="zh-CN" altLang="en-US" sz="2000">
                          <a:latin typeface="Cambria Math" panose="02040503050406030204" pitchFamily="18" charset="0"/>
                        </a:rPr>
                        <m:t>(</m:t>
                      </m:r>
                      <m:r>
                        <a:rPr lang="zh-CN" altLang="en-US" sz="2000" i="1">
                          <a:latin typeface="Cambria Math" panose="02040503050406030204" pitchFamily="18" charset="0"/>
                        </a:rPr>
                        <m:t>𝑢</m:t>
                      </m:r>
                      <m:r>
                        <a:rPr lang="zh-CN" altLang="en-US" sz="2000">
                          <a:latin typeface="Cambria Math" panose="02040503050406030204" pitchFamily="18" charset="0"/>
                        </a:rPr>
                        <m:t>)=</m:t>
                      </m:r>
                      <m:d>
                        <m:dPr>
                          <m:begChr m:val="{"/>
                          <m:endChr m:val=""/>
                          <m:ctrlPr>
                            <a:rPr lang="zh-CN" altLang="en-US" sz="2000" i="1">
                              <a:latin typeface="Cambria Math" panose="02040503050406030204" pitchFamily="18" charset="0"/>
                            </a:rPr>
                          </m:ctrlPr>
                        </m:dPr>
                        <m:e>
                          <m:eqArr>
                            <m:eqArrPr>
                              <m:ctrlPr>
                                <a:rPr lang="zh-CN" altLang="en-US" sz="2000" i="1">
                                  <a:latin typeface="Cambria Math" panose="02040503050406030204" pitchFamily="18" charset="0"/>
                                </a:rPr>
                              </m:ctrlPr>
                            </m:eqArrPr>
                            <m:e>
                              <m:r>
                                <a:rPr lang="zh-CN" altLang="en-US" sz="2000">
                                  <a:latin typeface="Cambria Math" panose="02040503050406030204" pitchFamily="18" charset="0"/>
                                </a:rPr>
                                <m:t>&amp;0,     </m:t>
                              </m:r>
                              <m:r>
                                <a:rPr lang="en-US" altLang="zh-CN" sz="2000">
                                  <a:latin typeface="Cambria Math" panose="02040503050406030204" pitchFamily="18" charset="0"/>
                                </a:rPr>
                                <m:t>       </m:t>
                              </m:r>
                              <m:r>
                                <a:rPr lang="zh-CN" altLang="en-US" sz="2000">
                                  <a:latin typeface="Cambria Math" panose="02040503050406030204" pitchFamily="18" charset="0"/>
                                </a:rPr>
                                <m:t> </m:t>
                              </m:r>
                              <m:r>
                                <a:rPr lang="en-US" altLang="zh-CN" sz="2000">
                                  <a:latin typeface="Cambria Math" panose="02040503050406030204" pitchFamily="18" charset="0"/>
                                </a:rPr>
                                <m:t>  </m:t>
                              </m:r>
                              <m:r>
                                <a:rPr lang="zh-CN" altLang="en-US" sz="2000">
                                  <a:latin typeface="Cambria Math" panose="02040503050406030204" pitchFamily="18" charset="0"/>
                                </a:rPr>
                                <m:t> </m:t>
                              </m:r>
                              <m:r>
                                <a:rPr lang="zh-CN" altLang="en-US" sz="2000" i="1">
                                  <a:latin typeface="Cambria Math" panose="02040503050406030204" pitchFamily="18" charset="0"/>
                                </a:rPr>
                                <m:t>𝑢</m:t>
                              </m:r>
                              <m:r>
                                <a:rPr lang="zh-CN" altLang="en-US" sz="2000">
                                  <a:latin typeface="Cambria Math" panose="02040503050406030204" pitchFamily="18" charset="0"/>
                                </a:rPr>
                                <m:t>&lt;7</m:t>
                              </m:r>
                              <m:r>
                                <a:rPr lang="en-US" altLang="zh-CN" sz="2000" i="1">
                                  <a:latin typeface="Cambria Math" panose="02040503050406030204" pitchFamily="18" charset="0"/>
                                </a:rPr>
                                <m:t>,</m:t>
                              </m:r>
                            </m:e>
                            <m:e>
                              <m:r>
                                <a:rPr lang="zh-CN" altLang="en-US" sz="2000">
                                  <a:latin typeface="Cambria Math" panose="02040503050406030204" pitchFamily="18" charset="0"/>
                                </a:rPr>
                                <m:t>&amp;</m:t>
                              </m:r>
                              <m:f>
                                <m:fPr>
                                  <m:ctrlPr>
                                    <a:rPr lang="zh-CN" altLang="en-US" sz="2000" i="1">
                                      <a:latin typeface="Cambria Math" panose="02040503050406030204" pitchFamily="18" charset="0"/>
                                    </a:rPr>
                                  </m:ctrlPr>
                                </m:fPr>
                                <m:num>
                                  <m:r>
                                    <a:rPr lang="zh-CN" altLang="en-US" sz="2000" i="1">
                                      <a:latin typeface="Cambria Math" panose="02040503050406030204" pitchFamily="18" charset="0"/>
                                    </a:rPr>
                                    <m:t>𝑢</m:t>
                                  </m:r>
                                  <m:r>
                                    <a:rPr lang="zh-CN" altLang="en-US" sz="2000">
                                      <a:latin typeface="Cambria Math" panose="02040503050406030204" pitchFamily="18" charset="0"/>
                                    </a:rPr>
                                    <m:t>−7</m:t>
                                  </m:r>
                                </m:num>
                                <m:den>
                                  <m:r>
                                    <a:rPr lang="zh-CN" altLang="en-US" sz="2000">
                                      <a:latin typeface="Cambria Math" panose="02040503050406030204" pitchFamily="18" charset="0"/>
                                    </a:rPr>
                                    <m:t>4</m:t>
                                  </m:r>
                                </m:den>
                              </m:f>
                              <m:r>
                                <a:rPr lang="zh-CN" altLang="en-US" sz="2000">
                                  <a:latin typeface="Cambria Math" panose="02040503050406030204" pitchFamily="18" charset="0"/>
                                </a:rPr>
                                <m:t>,</m:t>
                              </m:r>
                              <m:r>
                                <a:rPr lang="en-US" altLang="zh-CN" sz="2000">
                                  <a:latin typeface="Cambria Math" panose="02040503050406030204" pitchFamily="18" charset="0"/>
                                </a:rPr>
                                <m:t>  </m:t>
                              </m:r>
                              <m:r>
                                <a:rPr lang="zh-CN" altLang="en-US" sz="2000">
                                  <a:latin typeface="Cambria Math" panose="02040503050406030204" pitchFamily="18" charset="0"/>
                                </a:rPr>
                                <m:t>7≤</m:t>
                              </m:r>
                              <m:r>
                                <a:rPr lang="zh-CN" altLang="en-US" sz="2000" i="1">
                                  <a:latin typeface="Cambria Math" panose="02040503050406030204" pitchFamily="18" charset="0"/>
                                </a:rPr>
                                <m:t>𝑢</m:t>
                              </m:r>
                              <m:r>
                                <a:rPr lang="zh-CN" altLang="en-US" sz="2000">
                                  <a:latin typeface="Cambria Math" panose="02040503050406030204" pitchFamily="18" charset="0"/>
                                </a:rPr>
                                <m:t>&lt;11</m:t>
                              </m:r>
                              <m:r>
                                <a:rPr lang="en-US" altLang="zh-CN" sz="2000">
                                  <a:latin typeface="Cambria Math" panose="02040503050406030204" pitchFamily="18" charset="0"/>
                                </a:rPr>
                                <m:t>,</m:t>
                              </m:r>
                            </m:e>
                            <m:e>
                              <m:r>
                                <a:rPr lang="zh-CN" altLang="en-US" sz="2000">
                                  <a:latin typeface="Cambria Math" panose="02040503050406030204" pitchFamily="18" charset="0"/>
                                </a:rPr>
                                <m:t>&amp;1,</m:t>
                              </m:r>
                              <m:r>
                                <a:rPr lang="en-US" altLang="zh-CN" sz="2000" i="1">
                                  <a:latin typeface="Cambria Math" panose="02040503050406030204" pitchFamily="18" charset="0"/>
                                </a:rPr>
                                <m:t>                </m:t>
                              </m:r>
                              <m:r>
                                <a:rPr lang="zh-CN" altLang="en-US" sz="2000" i="1">
                                  <a:latin typeface="Cambria Math" panose="02040503050406030204" pitchFamily="18" charset="0"/>
                                </a:rPr>
                                <m:t>𝑢</m:t>
                              </m:r>
                              <m:r>
                                <a:rPr lang="zh-CN" altLang="en-US" sz="2000">
                                  <a:latin typeface="Cambria Math" panose="02040503050406030204" pitchFamily="18" charset="0"/>
                                </a:rPr>
                                <m:t>≥11</m:t>
                              </m:r>
                              <m:r>
                                <a:rPr lang="en-US" altLang="zh-CN" sz="2000" i="1">
                                  <a:latin typeface="Cambria Math" panose="02040503050406030204" pitchFamily="18" charset="0"/>
                                </a:rPr>
                                <m:t>.</m:t>
                              </m:r>
                            </m:e>
                          </m:eqArr>
                        </m:e>
                      </m:d>
                    </m:oMath>
                  </m:oMathPara>
                </a14:m>
                <a:endParaRPr lang="zh-CN" altLang="en-US" sz="2000" dirty="0"/>
              </a:p>
            </p:txBody>
          </p:sp>
        </mc:Choice>
        <mc:Fallback xmlns="">
          <p:sp>
            <p:nvSpPr>
              <p:cNvPr id="3" name="矩形 2">
                <a:extLst>
                  <a:ext uri="{FF2B5EF4-FFF2-40B4-BE49-F238E27FC236}">
                    <a16:creationId xmlns:a16="http://schemas.microsoft.com/office/drawing/2014/main" id="{E4AB6CC8-3737-400A-A869-3A412A46B3F7}"/>
                  </a:ext>
                </a:extLst>
              </p:cNvPr>
              <p:cNvSpPr>
                <a:spLocks noRot="1" noChangeAspect="1" noMove="1" noResize="1" noEditPoints="1" noAdjustHandles="1" noChangeArrowheads="1" noChangeShapeType="1" noTextEdit="1"/>
              </p:cNvSpPr>
              <p:nvPr/>
            </p:nvSpPr>
            <p:spPr>
              <a:xfrm>
                <a:off x="2251473" y="4723455"/>
                <a:ext cx="3801746" cy="1479764"/>
              </a:xfrm>
              <a:prstGeom prst="rect">
                <a:avLst/>
              </a:prstGeom>
              <a:blipFill>
                <a:blip r:embed="rId3"/>
                <a:stretch>
                  <a:fillRect/>
                </a:stretch>
              </a:blipFill>
            </p:spPr>
            <p:txBody>
              <a:bodyPr/>
              <a:lstStyle/>
              <a:p>
                <a:r>
                  <a:rPr lang="zh-CN" altLang="en-US">
                    <a:noFill/>
                  </a:rPr>
                  <a:t> </a:t>
                </a:r>
              </a:p>
            </p:txBody>
          </p:sp>
        </mc:Fallback>
      </mc:AlternateContent>
      <p:cxnSp>
        <p:nvCxnSpPr>
          <p:cNvPr id="6" name="直线连接符 5">
            <a:extLst>
              <a:ext uri="{FF2B5EF4-FFF2-40B4-BE49-F238E27FC236}">
                <a16:creationId xmlns:a16="http://schemas.microsoft.com/office/drawing/2014/main" id="{A2E190B2-A72E-36FC-1295-1D5453470568}"/>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副标题 2">
            <a:extLst>
              <a:ext uri="{FF2B5EF4-FFF2-40B4-BE49-F238E27FC236}">
                <a16:creationId xmlns:a16="http://schemas.microsoft.com/office/drawing/2014/main" id="{98C7FA64-8989-69B2-7F6E-75E289CE1E33}"/>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#9</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
        <p:nvSpPr>
          <p:cNvPr id="8" name="矩形 7">
            <a:extLst>
              <a:ext uri="{FF2B5EF4-FFF2-40B4-BE49-F238E27FC236}">
                <a16:creationId xmlns:a16="http://schemas.microsoft.com/office/drawing/2014/main" id="{C6774354-C25A-26D3-3A3D-BCD0240D4B36}"/>
              </a:ext>
            </a:extLst>
          </p:cNvPr>
          <p:cNvSpPr/>
          <p:nvPr/>
        </p:nvSpPr>
        <p:spPr bwMode="auto">
          <a:xfrm>
            <a:off x="0" y="0"/>
            <a:ext cx="260169" cy="6858000"/>
          </a:xfrm>
          <a:prstGeom prst="rect">
            <a:avLst/>
          </a:prstGeom>
          <a:solidFill>
            <a:srgbClr val="00B05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3093501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副标题 2">
                <a:extLst>
                  <a:ext uri="{FF2B5EF4-FFF2-40B4-BE49-F238E27FC236}">
                    <a16:creationId xmlns:a16="http://schemas.microsoft.com/office/drawing/2014/main" id="{9C5CAF33-0BC2-4633-85E5-21B2ACD15FC7}"/>
                  </a:ext>
                </a:extLst>
              </p:cNvPr>
              <p:cNvSpPr txBox="1">
                <a:spLocks/>
              </p:cNvSpPr>
              <p:nvPr/>
            </p:nvSpPr>
            <p:spPr>
              <a:xfrm>
                <a:off x="599090" y="1132232"/>
                <a:ext cx="8788033" cy="640950"/>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以</a:t>
                </a:r>
                <a14:m>
                  <m:oMath xmlns:m="http://schemas.openxmlformats.org/officeDocument/2006/math">
                    <m:r>
                      <a:rPr lang="en-US" altLang="zh-CN" sz="2000" i="1">
                        <a:latin typeface="Cambria Math" panose="02040503050406030204" pitchFamily="18" charset="0"/>
                      </a:rPr>
                      <m:t>𝑌</m:t>
                    </m:r>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记三人的最高出价，即</a:t>
                </a:r>
                <a14:m>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𝑌</m:t>
                        </m:r>
                        <m:r>
                          <a:rPr lang="en-US" altLang="zh-CN" sz="2000" i="1">
                            <a:latin typeface="Cambria Math" panose="02040503050406030204" pitchFamily="18" charset="0"/>
                          </a:rPr>
                          <m:t>=</m:t>
                        </m:r>
                        <m:r>
                          <m:rPr>
                            <m:sty m:val="p"/>
                          </m:rPr>
                          <a:rPr lang="en-US" altLang="zh-CN" sz="2000">
                            <a:latin typeface="Cambria Math" panose="02040503050406030204" pitchFamily="18" charset="0"/>
                          </a:rPr>
                          <m:t>max</m:t>
                        </m:r>
                        <m:r>
                          <a:rPr lang="en-US" altLang="zh-CN" sz="2000" i="1">
                            <a:latin typeface="Cambria Math" panose="02040503050406030204" pitchFamily="18" charset="0"/>
                          </a:rPr>
                          <m:t>⁡{</m:t>
                        </m:r>
                        <m:r>
                          <a:rPr lang="en-US" altLang="zh-CN" sz="2000" i="1">
                            <a:latin typeface="Cambria Math" panose="02040503050406030204" pitchFamily="18" charset="0"/>
                          </a:rPr>
                          <m:t>𝑋</m:t>
                        </m:r>
                      </m:e>
                      <m:sub>
                        <m:r>
                          <a:rPr lang="en-US" altLang="zh-CN" sz="2000" i="1">
                            <a:latin typeface="Cambria Math" panose="02040503050406030204" pitchFamily="18" charset="0"/>
                          </a:rPr>
                          <m:t>1</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𝑋</m:t>
                        </m:r>
                      </m:e>
                      <m:sub>
                        <m:r>
                          <a:rPr lang="en-US" altLang="zh-CN" sz="2000" i="1">
                            <a:latin typeface="Cambria Math" panose="02040503050406030204" pitchFamily="18" charset="0"/>
                          </a:rPr>
                          <m:t>2</m:t>
                        </m:r>
                      </m:sub>
                    </m:sSub>
                    <m:r>
                      <a:rPr lang="en-US" altLang="zh-CN" sz="2000" i="1">
                        <a:latin typeface="Cambria Math" panose="02040503050406030204" pitchFamily="18" charset="0"/>
                      </a:rPr>
                      <m:t>,</m:t>
                    </m:r>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𝑋</m:t>
                        </m:r>
                      </m:e>
                      <m:sub>
                        <m:r>
                          <a:rPr lang="en-US" altLang="zh-CN" sz="2000" i="1">
                            <a:latin typeface="Cambria Math" panose="02040503050406030204" pitchFamily="18" charset="0"/>
                          </a:rPr>
                          <m:t>3</m:t>
                        </m:r>
                      </m:sub>
                    </m:sSub>
                    <m:r>
                      <a:rPr lang="en-US" altLang="zh-CN" sz="2000" i="1">
                        <a:latin typeface="Cambria Math" panose="02040503050406030204" pitchFamily="18" charset="0"/>
                      </a:rPr>
                      <m:t>}</m:t>
                    </m:r>
                  </m:oMath>
                </a14:m>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000" dirty="0"/>
                  <a:t> </a:t>
                </a:r>
                <a14:m>
                  <m:oMath xmlns:m="http://schemas.openxmlformats.org/officeDocument/2006/math">
                    <m:r>
                      <a:rPr lang="en-US" altLang="zh-CN" sz="2000" i="1">
                        <a:latin typeface="Cambria Math" panose="02040503050406030204" pitchFamily="18" charset="0"/>
                      </a:rPr>
                      <m:t>𝑌</m:t>
                    </m:r>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的分布函数为</a:t>
                </a: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mc:Choice>
        <mc:Fallback xmlns="">
          <p:sp>
            <p:nvSpPr>
              <p:cNvPr id="5" name="副标题 2">
                <a:extLst>
                  <a:ext uri="{FF2B5EF4-FFF2-40B4-BE49-F238E27FC236}">
                    <a16:creationId xmlns:a16="http://schemas.microsoft.com/office/drawing/2014/main" id="{9C5CAF33-0BC2-4633-85E5-21B2ACD15FC7}"/>
                  </a:ext>
                </a:extLst>
              </p:cNvPr>
              <p:cNvSpPr txBox="1">
                <a:spLocks noRot="1" noChangeAspect="1" noMove="1" noResize="1" noEditPoints="1" noAdjustHandles="1" noChangeArrowheads="1" noChangeShapeType="1" noTextEdit="1"/>
              </p:cNvSpPr>
              <p:nvPr/>
            </p:nvSpPr>
            <p:spPr>
              <a:xfrm>
                <a:off x="599090" y="1132232"/>
                <a:ext cx="8788033" cy="640950"/>
              </a:xfrm>
              <a:prstGeom prst="rect">
                <a:avLst/>
              </a:prstGeom>
              <a:blipFill>
                <a:blip r:embed="rId2"/>
                <a:stretch>
                  <a:fillRect l="-10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8AADEEF6-B802-9A09-D1C3-9C8704108189}"/>
                  </a:ext>
                </a:extLst>
              </p:cNvPr>
              <p:cNvSpPr txBox="1"/>
              <p:nvPr/>
            </p:nvSpPr>
            <p:spPr>
              <a:xfrm>
                <a:off x="599090" y="3042896"/>
                <a:ext cx="8467806" cy="504818"/>
              </a:xfrm>
              <a:prstGeom prst="rect">
                <a:avLst/>
              </a:prstGeom>
              <a:noFill/>
            </p:spPr>
            <p:txBody>
              <a:bodyPr wrap="square">
                <a:spAutoFit/>
              </a:bodyPr>
              <a:lstStyle/>
              <a:p>
                <a:pPr>
                  <a:lnSpc>
                    <a:spcPct val="150000"/>
                  </a:lnSpc>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若甲的报价为</a:t>
                </a:r>
                <a14:m>
                  <m:oMath xmlns:m="http://schemas.openxmlformats.org/officeDocument/2006/math">
                    <m:r>
                      <a:rPr lang="en-US" altLang="zh-CN" sz="2000" i="1" dirty="0" smtClean="0">
                        <a:latin typeface="Cambria Math" panose="02040503050406030204" pitchFamily="18" charset="0"/>
                      </a:rPr>
                      <m:t>𝑥</m:t>
                    </m:r>
                  </m:oMath>
                </a14:m>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按题意</a:t>
                </a:r>
                <a14:m>
                  <m:oMath xmlns:m="http://schemas.openxmlformats.org/officeDocument/2006/math">
                    <m:r>
                      <a:rPr lang="zh-CN" altLang="en-US" sz="2000">
                        <a:latin typeface="Cambria Math" panose="02040503050406030204" pitchFamily="18" charset="0"/>
                      </a:rPr>
                      <m:t>7≤</m:t>
                    </m:r>
                    <m:r>
                      <a:rPr lang="en-US" altLang="zh-CN" sz="2000" i="1" dirty="0">
                        <a:latin typeface="Cambria Math" panose="02040503050406030204" pitchFamily="18" charset="0"/>
                      </a:rPr>
                      <m:t>𝑥</m:t>
                    </m:r>
                    <m:r>
                      <a:rPr lang="zh-CN" altLang="en-US" sz="2000">
                        <a:latin typeface="Cambria Math" panose="02040503050406030204" pitchFamily="18" charset="0"/>
                      </a:rPr>
                      <m:t>≤1</m:t>
                    </m:r>
                    <m:r>
                      <a:rPr lang="en-US" altLang="zh-CN" sz="2000" i="1">
                        <a:latin typeface="Cambria Math" panose="02040503050406030204" pitchFamily="18" charset="0"/>
                      </a:rPr>
                      <m:t>0</m:t>
                    </m:r>
                    <m:r>
                      <a:rPr lang="zh-CN" altLang="en-US" sz="2000" i="1">
                        <a:latin typeface="Cambria Math" panose="02040503050406030204" pitchFamily="18" charset="0"/>
                      </a:rPr>
                      <m:t> </m:t>
                    </m:r>
                  </m:oMath>
                </a14:m>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，知甲能赢得这一项目的概率为</a:t>
                </a:r>
              </a:p>
            </p:txBody>
          </p:sp>
        </mc:Choice>
        <mc:Fallback xmlns="">
          <p:sp>
            <p:nvSpPr>
              <p:cNvPr id="8" name="文本框 7">
                <a:extLst>
                  <a:ext uri="{FF2B5EF4-FFF2-40B4-BE49-F238E27FC236}">
                    <a16:creationId xmlns:a16="http://schemas.microsoft.com/office/drawing/2014/main" id="{8AADEEF6-B802-9A09-D1C3-9C8704108189}"/>
                  </a:ext>
                </a:extLst>
              </p:cNvPr>
              <p:cNvSpPr txBox="1">
                <a:spLocks noRot="1" noChangeAspect="1" noMove="1" noResize="1" noEditPoints="1" noAdjustHandles="1" noChangeArrowheads="1" noChangeShapeType="1" noTextEdit="1"/>
              </p:cNvSpPr>
              <p:nvPr/>
            </p:nvSpPr>
            <p:spPr>
              <a:xfrm>
                <a:off x="599090" y="3042896"/>
                <a:ext cx="8467806" cy="504818"/>
              </a:xfrm>
              <a:prstGeom prst="rect">
                <a:avLst/>
              </a:prstGeom>
              <a:blipFill>
                <a:blip r:embed="rId3"/>
                <a:stretch>
                  <a:fillRect l="-750" b="-195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CE9C7AB-327A-E7A7-F057-4DA55BD00B7E}"/>
                  </a:ext>
                </a:extLst>
              </p:cNvPr>
              <p:cNvSpPr txBox="1"/>
              <p:nvPr/>
            </p:nvSpPr>
            <p:spPr>
              <a:xfrm>
                <a:off x="599090" y="4558525"/>
                <a:ext cx="8073255" cy="499367"/>
              </a:xfrm>
              <a:prstGeom prst="rect">
                <a:avLst/>
              </a:prstGeom>
              <a:noFill/>
            </p:spPr>
            <p:txBody>
              <a:bodyPr wrap="square">
                <a:spAutoFit/>
              </a:bodyPr>
              <a:lstStyle/>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以</a:t>
                </a:r>
                <a14:m>
                  <m:oMath xmlns:m="http://schemas.openxmlformats.org/officeDocument/2006/math">
                    <m:r>
                      <a:rPr lang="en-US" altLang="zh-CN" sz="2000" i="1">
                        <a:latin typeface="Cambria Math" panose="02040503050406030204" pitchFamily="18" charset="0"/>
                      </a:rPr>
                      <m:t>𝐺</m:t>
                    </m:r>
                    <m:r>
                      <a:rPr lang="en-US" altLang="zh-CN" sz="2000" i="1">
                        <a:latin typeface="Cambria Math" panose="02040503050406030204" pitchFamily="18" charset="0"/>
                      </a:rPr>
                      <m:t>(</m:t>
                    </m:r>
                    <m:r>
                      <a:rPr lang="en-US" altLang="zh-CN" sz="2000" i="1">
                        <a:latin typeface="Cambria Math" panose="02040503050406030204" pitchFamily="18" charset="0"/>
                      </a:rPr>
                      <m:t>𝑋</m:t>
                    </m:r>
                    <m:r>
                      <a:rPr lang="en-US" altLang="zh-CN" sz="2000" i="1">
                        <a:latin typeface="Cambria Math" panose="02040503050406030204" pitchFamily="18" charset="0"/>
                      </a:rPr>
                      <m:t>)</m:t>
                    </m:r>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记甲的赚钱数，</a:t>
                </a:r>
                <a14:m>
                  <m:oMath xmlns:m="http://schemas.openxmlformats.org/officeDocument/2006/math">
                    <m:r>
                      <a:rPr lang="en-US" altLang="zh-CN" sz="2000" i="1">
                        <a:latin typeface="Cambria Math" panose="02040503050406030204" pitchFamily="18" charset="0"/>
                      </a:rPr>
                      <m:t>𝐺</m:t>
                    </m:r>
                    <m:r>
                      <a:rPr lang="en-US" altLang="zh-CN" sz="2000" i="1">
                        <a:latin typeface="Cambria Math" panose="02040503050406030204" pitchFamily="18" charset="0"/>
                      </a:rPr>
                      <m:t>(</m:t>
                    </m:r>
                    <m:r>
                      <a:rPr lang="en-US" altLang="zh-CN" sz="2000" i="1">
                        <a:latin typeface="Cambria Math" panose="02040503050406030204" pitchFamily="18" charset="0"/>
                      </a:rPr>
                      <m:t>𝑋</m:t>
                    </m:r>
                    <m:r>
                      <a:rPr lang="en-US" altLang="zh-CN" sz="2000" i="1">
                        <a:latin typeface="Cambria Math" panose="02040503050406030204" pitchFamily="18" charset="0"/>
                      </a:rPr>
                      <m:t>)</m:t>
                    </m:r>
                  </m:oMath>
                </a14:m>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是一个随机变量，它的分布律为</a:t>
                </a:r>
              </a:p>
            </p:txBody>
          </p:sp>
        </mc:Choice>
        <mc:Fallback xmlns="">
          <p:sp>
            <p:nvSpPr>
              <p:cNvPr id="11" name="文本框 10">
                <a:extLst>
                  <a:ext uri="{FF2B5EF4-FFF2-40B4-BE49-F238E27FC236}">
                    <a16:creationId xmlns:a16="http://schemas.microsoft.com/office/drawing/2014/main" id="{ACE9C7AB-327A-E7A7-F057-4DA55BD00B7E}"/>
                  </a:ext>
                </a:extLst>
              </p:cNvPr>
              <p:cNvSpPr txBox="1">
                <a:spLocks noRot="1" noChangeAspect="1" noMove="1" noResize="1" noEditPoints="1" noAdjustHandles="1" noChangeArrowheads="1" noChangeShapeType="1" noTextEdit="1"/>
              </p:cNvSpPr>
              <p:nvPr/>
            </p:nvSpPr>
            <p:spPr>
              <a:xfrm>
                <a:off x="599090" y="4558525"/>
                <a:ext cx="8073255" cy="499367"/>
              </a:xfrm>
              <a:prstGeom prst="rect">
                <a:avLst/>
              </a:prstGeom>
              <a:blipFill>
                <a:blip r:embed="rId4"/>
                <a:stretch>
                  <a:fillRect l="-785"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65A8654A-5D37-4B29-9521-16DCCA9215DE}"/>
                  </a:ext>
                </a:extLst>
              </p:cNvPr>
              <p:cNvSpPr/>
              <p:nvPr/>
            </p:nvSpPr>
            <p:spPr>
              <a:xfrm>
                <a:off x="2613378" y="1605108"/>
                <a:ext cx="4256999" cy="147976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000" i="1">
                              <a:latin typeface="Cambria Math" panose="02040503050406030204" pitchFamily="18" charset="0"/>
                            </a:rPr>
                          </m:ctrlPr>
                        </m:sSubPr>
                        <m:e>
                          <m:r>
                            <a:rPr lang="en-US" altLang="zh-CN" sz="2000" i="1">
                              <a:latin typeface="Cambria Math" panose="02040503050406030204" pitchFamily="18" charset="0"/>
                            </a:rPr>
                            <m:t>𝐹</m:t>
                          </m:r>
                        </m:e>
                        <m:sub>
                          <m:r>
                            <a:rPr lang="en-US" altLang="zh-CN" sz="2000" i="1">
                              <a:latin typeface="Cambria Math" panose="02040503050406030204" pitchFamily="18" charset="0"/>
                            </a:rPr>
                            <m:t>𝑌</m:t>
                          </m:r>
                        </m:sub>
                      </m:sSub>
                      <m:d>
                        <m:dPr>
                          <m:ctrlPr>
                            <a:rPr lang="zh-CN" altLang="zh-CN" sz="2000" i="1">
                              <a:latin typeface="Cambria Math" panose="02040503050406030204" pitchFamily="18" charset="0"/>
                            </a:rPr>
                          </m:ctrlPr>
                        </m:dPr>
                        <m:e>
                          <m:r>
                            <m:rPr>
                              <m:sty m:val="p"/>
                            </m:rPr>
                            <a:rPr lang="en-US" altLang="zh-CN" sz="2000" i="1">
                              <a:latin typeface="Cambria Math" panose="02040503050406030204" pitchFamily="18" charset="0"/>
                            </a:rPr>
                            <m:t>u</m:t>
                          </m:r>
                        </m:e>
                      </m:d>
                      <m:r>
                        <a:rPr lang="en-US" altLang="zh-CN" sz="2000" i="1">
                          <a:latin typeface="Cambria Math" panose="02040503050406030204" pitchFamily="18" charset="0"/>
                        </a:rPr>
                        <m:t>=</m:t>
                      </m:r>
                      <m:d>
                        <m:dPr>
                          <m:begChr m:val="{"/>
                          <m:endChr m:val=""/>
                          <m:ctrlPr>
                            <a:rPr lang="zh-CN" altLang="en-US" sz="2000" i="1">
                              <a:latin typeface="Cambria Math" panose="02040503050406030204" pitchFamily="18" charset="0"/>
                            </a:rPr>
                          </m:ctrlPr>
                        </m:dPr>
                        <m:e>
                          <m:eqArr>
                            <m:eqArrPr>
                              <m:ctrlPr>
                                <a:rPr lang="zh-CN" altLang="en-US" sz="2000" i="1">
                                  <a:latin typeface="Cambria Math" panose="02040503050406030204" pitchFamily="18" charset="0"/>
                                </a:rPr>
                              </m:ctrlPr>
                            </m:eqArrPr>
                            <m:e>
                              <m:r>
                                <a:rPr lang="zh-CN" altLang="en-US" sz="2000">
                                  <a:latin typeface="Cambria Math" panose="02040503050406030204" pitchFamily="18" charset="0"/>
                                </a:rPr>
                                <m:t>&amp;0,     </m:t>
                              </m:r>
                              <m:r>
                                <a:rPr lang="en-US" altLang="zh-CN" sz="2000">
                                  <a:latin typeface="Cambria Math" panose="02040503050406030204" pitchFamily="18" charset="0"/>
                                </a:rPr>
                                <m:t>       </m:t>
                              </m:r>
                              <m:r>
                                <a:rPr lang="zh-CN" altLang="en-US" sz="2000">
                                  <a:latin typeface="Cambria Math" panose="02040503050406030204" pitchFamily="18" charset="0"/>
                                </a:rPr>
                                <m:t> </m:t>
                              </m:r>
                              <m:r>
                                <a:rPr lang="en-US" altLang="zh-CN" sz="2000">
                                  <a:latin typeface="Cambria Math" panose="02040503050406030204" pitchFamily="18" charset="0"/>
                                </a:rPr>
                                <m:t>  </m:t>
                              </m:r>
                              <m:r>
                                <a:rPr lang="zh-CN" altLang="en-US" sz="2000">
                                  <a:latin typeface="Cambria Math" panose="02040503050406030204" pitchFamily="18" charset="0"/>
                                </a:rPr>
                                <m:t> </m:t>
                              </m:r>
                              <m:r>
                                <a:rPr lang="en-US" altLang="zh-CN" sz="2000">
                                  <a:latin typeface="Cambria Math" panose="02040503050406030204" pitchFamily="18" charset="0"/>
                                </a:rPr>
                                <m:t>       </m:t>
                              </m:r>
                              <m:r>
                                <a:rPr lang="zh-CN" altLang="en-US" sz="2000" i="1">
                                  <a:latin typeface="Cambria Math" panose="02040503050406030204" pitchFamily="18" charset="0"/>
                                </a:rPr>
                                <m:t>𝑢</m:t>
                              </m:r>
                              <m:r>
                                <a:rPr lang="zh-CN" altLang="en-US" sz="2000">
                                  <a:latin typeface="Cambria Math" panose="02040503050406030204" pitchFamily="18" charset="0"/>
                                </a:rPr>
                                <m:t>&lt;7</m:t>
                              </m:r>
                              <m:r>
                                <a:rPr lang="en-US" altLang="zh-CN" sz="2000" i="1">
                                  <a:latin typeface="Cambria Math" panose="02040503050406030204" pitchFamily="18" charset="0"/>
                                </a:rPr>
                                <m:t>,</m:t>
                              </m:r>
                            </m:e>
                            <m:e>
                              <m:r>
                                <a:rPr lang="zh-CN" altLang="en-US" sz="2000">
                                  <a:latin typeface="Cambria Math" panose="02040503050406030204" pitchFamily="18" charset="0"/>
                                </a:rPr>
                                <m:t>&amp;</m:t>
                              </m:r>
                              <m:sSup>
                                <m:sSupPr>
                                  <m:ctrlPr>
                                    <a:rPr lang="zh-CN" altLang="en-US" sz="2000" i="1">
                                      <a:latin typeface="Cambria Math" panose="02040503050406030204" pitchFamily="18" charset="0"/>
                                    </a:rPr>
                                  </m:ctrlPr>
                                </m:sSupPr>
                                <m:e>
                                  <m:d>
                                    <m:dPr>
                                      <m:ctrlPr>
                                        <a:rPr lang="zh-CN" altLang="en-US" sz="2000" i="1">
                                          <a:latin typeface="Cambria Math" panose="02040503050406030204" pitchFamily="18" charset="0"/>
                                        </a:rPr>
                                      </m:ctrlPr>
                                    </m:dPr>
                                    <m:e>
                                      <m:f>
                                        <m:fPr>
                                          <m:ctrlPr>
                                            <a:rPr lang="zh-CN" altLang="en-US" sz="2000" i="1">
                                              <a:latin typeface="Cambria Math" panose="02040503050406030204" pitchFamily="18" charset="0"/>
                                            </a:rPr>
                                          </m:ctrlPr>
                                        </m:fPr>
                                        <m:num>
                                          <m:r>
                                            <a:rPr lang="en-US" altLang="zh-CN" sz="2000" i="1">
                                              <a:latin typeface="Cambria Math" panose="02040503050406030204" pitchFamily="18" charset="0"/>
                                            </a:rPr>
                                            <m:t>𝑢</m:t>
                                          </m:r>
                                          <m:r>
                                            <a:rPr lang="en-US" altLang="zh-CN" sz="2000" i="1">
                                              <a:latin typeface="Cambria Math" panose="02040503050406030204" pitchFamily="18" charset="0"/>
                                            </a:rPr>
                                            <m:t>−7</m:t>
                                          </m:r>
                                        </m:num>
                                        <m:den>
                                          <m:r>
                                            <a:rPr lang="en-US" altLang="zh-CN" sz="2000" i="1">
                                              <a:latin typeface="Cambria Math" panose="02040503050406030204" pitchFamily="18" charset="0"/>
                                            </a:rPr>
                                            <m:t>4</m:t>
                                          </m:r>
                                        </m:den>
                                      </m:f>
                                    </m:e>
                                  </m:d>
                                </m:e>
                                <m:sup>
                                  <m:r>
                                    <a:rPr lang="en-US" altLang="zh-CN" sz="2000" i="1">
                                      <a:latin typeface="Cambria Math" panose="02040503050406030204" pitchFamily="18" charset="0"/>
                                    </a:rPr>
                                    <m:t>3</m:t>
                                  </m:r>
                                </m:sup>
                              </m:sSup>
                              <m:r>
                                <a:rPr lang="zh-CN" altLang="en-US" sz="2000">
                                  <a:latin typeface="Cambria Math" panose="02040503050406030204" pitchFamily="18" charset="0"/>
                                </a:rPr>
                                <m:t>,</m:t>
                              </m:r>
                              <m:r>
                                <a:rPr lang="en-US" altLang="zh-CN" sz="2000">
                                  <a:latin typeface="Cambria Math" panose="02040503050406030204" pitchFamily="18" charset="0"/>
                                </a:rPr>
                                <m:t>  </m:t>
                              </m:r>
                              <m:r>
                                <a:rPr lang="zh-CN" altLang="en-US" sz="2000">
                                  <a:latin typeface="Cambria Math" panose="02040503050406030204" pitchFamily="18" charset="0"/>
                                </a:rPr>
                                <m:t>7≤</m:t>
                              </m:r>
                              <m:r>
                                <a:rPr lang="zh-CN" altLang="en-US" sz="2000" i="1">
                                  <a:latin typeface="Cambria Math" panose="02040503050406030204" pitchFamily="18" charset="0"/>
                                </a:rPr>
                                <m:t>𝑢</m:t>
                              </m:r>
                              <m:r>
                                <a:rPr lang="zh-CN" altLang="en-US" sz="2000">
                                  <a:latin typeface="Cambria Math" panose="02040503050406030204" pitchFamily="18" charset="0"/>
                                </a:rPr>
                                <m:t>&lt;11</m:t>
                              </m:r>
                              <m:r>
                                <a:rPr lang="en-US" altLang="zh-CN" sz="2000">
                                  <a:latin typeface="Cambria Math" panose="02040503050406030204" pitchFamily="18" charset="0"/>
                                </a:rPr>
                                <m:t>,</m:t>
                              </m:r>
                            </m:e>
                            <m:e>
                              <m:r>
                                <a:rPr lang="zh-CN" altLang="en-US" sz="2000">
                                  <a:latin typeface="Cambria Math" panose="02040503050406030204" pitchFamily="18" charset="0"/>
                                </a:rPr>
                                <m:t>&amp;1,</m:t>
                              </m:r>
                              <m:r>
                                <a:rPr lang="en-US" altLang="zh-CN" sz="2000" i="1">
                                  <a:latin typeface="Cambria Math" panose="02040503050406030204" pitchFamily="18" charset="0"/>
                                </a:rPr>
                                <m:t>                       </m:t>
                              </m:r>
                              <m:r>
                                <a:rPr lang="zh-CN" altLang="en-US" sz="2000" i="1">
                                  <a:latin typeface="Cambria Math" panose="02040503050406030204" pitchFamily="18" charset="0"/>
                                </a:rPr>
                                <m:t>𝑢</m:t>
                              </m:r>
                              <m:r>
                                <a:rPr lang="zh-CN" altLang="en-US" sz="2000">
                                  <a:latin typeface="Cambria Math" panose="02040503050406030204" pitchFamily="18" charset="0"/>
                                </a:rPr>
                                <m:t>≥11</m:t>
                              </m:r>
                              <m:r>
                                <a:rPr lang="en-US" altLang="zh-CN" sz="2000" i="1">
                                  <a:latin typeface="Cambria Math" panose="02040503050406030204" pitchFamily="18" charset="0"/>
                                </a:rPr>
                                <m:t>.</m:t>
                              </m:r>
                            </m:e>
                          </m:eqArr>
                        </m:e>
                      </m:d>
                    </m:oMath>
                  </m:oMathPara>
                </a14:m>
                <a:endParaRPr lang="zh-CN" altLang="en-US" sz="2000" dirty="0"/>
              </a:p>
            </p:txBody>
          </p:sp>
        </mc:Choice>
        <mc:Fallback xmlns="">
          <p:sp>
            <p:nvSpPr>
              <p:cNvPr id="9" name="矩形 8">
                <a:extLst>
                  <a:ext uri="{FF2B5EF4-FFF2-40B4-BE49-F238E27FC236}">
                    <a16:creationId xmlns:a16="http://schemas.microsoft.com/office/drawing/2014/main" id="{65A8654A-5D37-4B29-9521-16DCCA9215DE}"/>
                  </a:ext>
                </a:extLst>
              </p:cNvPr>
              <p:cNvSpPr>
                <a:spLocks noRot="1" noChangeAspect="1" noMove="1" noResize="1" noEditPoints="1" noAdjustHandles="1" noChangeArrowheads="1" noChangeShapeType="1" noTextEdit="1"/>
              </p:cNvSpPr>
              <p:nvPr/>
            </p:nvSpPr>
            <p:spPr>
              <a:xfrm>
                <a:off x="2613378" y="1605108"/>
                <a:ext cx="4256999" cy="1479764"/>
              </a:xfrm>
              <a:prstGeom prst="rect">
                <a:avLst/>
              </a:prstGeom>
              <a:blipFill>
                <a:blip r:embed="rId5"/>
                <a:stretch>
                  <a:fillRect b="-8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94F5D357-E4B7-4BC8-B83F-830D4C9ECC0B}"/>
                  </a:ext>
                </a:extLst>
              </p:cNvPr>
              <p:cNvSpPr/>
              <p:nvPr/>
            </p:nvSpPr>
            <p:spPr>
              <a:xfrm>
                <a:off x="2108800" y="3579589"/>
                <a:ext cx="5917838" cy="6665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𝑝</m:t>
                      </m:r>
                      <m:r>
                        <a:rPr lang="zh-CN" altLang="en-US" sz="2000">
                          <a:latin typeface="Cambria Math" panose="02040503050406030204" pitchFamily="18" charset="0"/>
                        </a:rPr>
                        <m:t>=</m:t>
                      </m:r>
                      <m:r>
                        <a:rPr lang="zh-CN" altLang="en-US" sz="2000" i="1">
                          <a:latin typeface="Cambria Math" panose="02040503050406030204" pitchFamily="18" charset="0"/>
                        </a:rPr>
                        <m:t>𝑃</m:t>
                      </m:r>
                      <m:r>
                        <a:rPr lang="zh-CN" altLang="en-US" sz="2000">
                          <a:latin typeface="Cambria Math" panose="02040503050406030204" pitchFamily="18" charset="0"/>
                        </a:rPr>
                        <m:t>{</m:t>
                      </m:r>
                      <m:r>
                        <a:rPr lang="zh-CN" altLang="en-US" sz="2000" i="1">
                          <a:latin typeface="Cambria Math" panose="02040503050406030204" pitchFamily="18" charset="0"/>
                        </a:rPr>
                        <m:t>𝑌</m:t>
                      </m:r>
                      <m:r>
                        <a:rPr lang="zh-CN" altLang="en-US" sz="2000">
                          <a:latin typeface="Cambria Math" panose="02040503050406030204" pitchFamily="18" charset="0"/>
                        </a:rPr>
                        <m:t>≤</m:t>
                      </m:r>
                      <m:r>
                        <a:rPr lang="zh-CN" altLang="en-US" sz="2000" i="1">
                          <a:latin typeface="Cambria Math" panose="02040503050406030204" pitchFamily="18" charset="0"/>
                        </a:rPr>
                        <m:t>𝑥</m:t>
                      </m:r>
                      <m:r>
                        <a:rPr lang="zh-CN" altLang="en-US" sz="2000">
                          <a:latin typeface="Cambria Math" panose="02040503050406030204" pitchFamily="18" charset="0"/>
                        </a:rPr>
                        <m:t>}=</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𝐹</m:t>
                          </m:r>
                        </m:e>
                        <m:sub>
                          <m:r>
                            <a:rPr lang="zh-CN" altLang="en-US" sz="2000" i="1">
                              <a:latin typeface="Cambria Math" panose="02040503050406030204" pitchFamily="18" charset="0"/>
                            </a:rPr>
                            <m:t>𝑦</m:t>
                          </m:r>
                        </m:sub>
                      </m:sSub>
                      <m:r>
                        <a:rPr lang="zh-CN" altLang="en-US" sz="2000">
                          <a:latin typeface="Cambria Math" panose="02040503050406030204" pitchFamily="18" charset="0"/>
                        </a:rPr>
                        <m:t>(</m:t>
                      </m:r>
                      <m:r>
                        <a:rPr lang="zh-CN" altLang="en-US" sz="2000" i="1">
                          <a:latin typeface="Cambria Math" panose="02040503050406030204" pitchFamily="18" charset="0"/>
                        </a:rPr>
                        <m:t>𝑥</m:t>
                      </m:r>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i="1">
                              <a:latin typeface="Cambria Math" panose="02040503050406030204" pitchFamily="18" charset="0"/>
                            </a:rPr>
                            <m:t>𝑥</m:t>
                          </m:r>
                          <m:r>
                            <a:rPr lang="zh-CN" altLang="en-US" sz="2000">
                              <a:latin typeface="Cambria Math" panose="02040503050406030204" pitchFamily="18" charset="0"/>
                            </a:rPr>
                            <m:t>−7</m:t>
                          </m:r>
                        </m:num>
                        <m:den>
                          <m:r>
                            <a:rPr lang="zh-CN" altLang="en-US" sz="2000">
                              <a:latin typeface="Cambria Math" panose="02040503050406030204" pitchFamily="18" charset="0"/>
                            </a:rPr>
                            <m:t>4</m:t>
                          </m:r>
                        </m:den>
                      </m:f>
                      <m:sSup>
                        <m:sSupPr>
                          <m:ctrlPr>
                            <a:rPr lang="zh-CN" altLang="en-US" sz="2000" i="1">
                              <a:latin typeface="Cambria Math" panose="02040503050406030204" pitchFamily="18" charset="0"/>
                            </a:rPr>
                          </m:ctrlPr>
                        </m:sSupPr>
                        <m:e>
                          <m:d>
                            <m:dPr>
                              <m:begChr m:val=")"/>
                              <m:endChr m:val=""/>
                              <m:ctrlPr>
                                <a:rPr lang="zh-CN" altLang="en-US" sz="2000" i="1">
                                  <a:latin typeface="Cambria Math" panose="02040503050406030204" pitchFamily="18" charset="0"/>
                                </a:rPr>
                              </m:ctrlPr>
                            </m:dPr>
                            <m:e>
                              <m:r>
                                <a:rPr lang="en-US" altLang="zh-CN" sz="2000" i="1">
                                  <a:latin typeface="Cambria Math" panose="02040503050406030204" pitchFamily="18" charset="0"/>
                                </a:rPr>
                                <m:t> </m:t>
                              </m:r>
                            </m:e>
                          </m:d>
                        </m:e>
                        <m:sup>
                          <m:r>
                            <a:rPr lang="zh-CN" altLang="en-US" sz="2000">
                              <a:latin typeface="Cambria Math" panose="02040503050406030204" pitchFamily="18" charset="0"/>
                            </a:rPr>
                            <m:t>3</m:t>
                          </m:r>
                        </m:sup>
                      </m:sSup>
                      <m:r>
                        <a:rPr lang="zh-CN" altLang="en-US" sz="2000">
                          <a:latin typeface="Cambria Math" panose="02040503050406030204" pitchFamily="18" charset="0"/>
                        </a:rPr>
                        <m:t>        (7≤</m:t>
                      </m:r>
                      <m:r>
                        <a:rPr lang="zh-CN" altLang="en-US" sz="2000" i="1">
                          <a:latin typeface="Cambria Math" panose="02040503050406030204" pitchFamily="18" charset="0"/>
                        </a:rPr>
                        <m:t>𝑥</m:t>
                      </m:r>
                      <m:r>
                        <a:rPr lang="zh-CN" altLang="en-US" sz="2000">
                          <a:latin typeface="Cambria Math" panose="02040503050406030204" pitchFamily="18" charset="0"/>
                        </a:rPr>
                        <m:t>≤10</m:t>
                      </m:r>
                      <m:r>
                        <a:rPr lang="en-US" altLang="zh-CN" sz="2000">
                          <a:latin typeface="Cambria Math" panose="02040503050406030204" pitchFamily="18" charset="0"/>
                        </a:rPr>
                        <m:t>)</m:t>
                      </m:r>
                    </m:oMath>
                  </m:oMathPara>
                </a14:m>
                <a:endParaRPr lang="zh-CN" altLang="en-US" sz="2000" dirty="0"/>
              </a:p>
            </p:txBody>
          </p:sp>
        </mc:Choice>
        <mc:Fallback xmlns="">
          <p:sp>
            <p:nvSpPr>
              <p:cNvPr id="6" name="矩形 5">
                <a:extLst>
                  <a:ext uri="{FF2B5EF4-FFF2-40B4-BE49-F238E27FC236}">
                    <a16:creationId xmlns:a16="http://schemas.microsoft.com/office/drawing/2014/main" id="{94F5D357-E4B7-4BC8-B83F-830D4C9ECC0B}"/>
                  </a:ext>
                </a:extLst>
              </p:cNvPr>
              <p:cNvSpPr>
                <a:spLocks noRot="1" noChangeAspect="1" noMove="1" noResize="1" noEditPoints="1" noAdjustHandles="1" noChangeArrowheads="1" noChangeShapeType="1" noTextEdit="1"/>
              </p:cNvSpPr>
              <p:nvPr/>
            </p:nvSpPr>
            <p:spPr>
              <a:xfrm>
                <a:off x="2108800" y="3579589"/>
                <a:ext cx="5917838" cy="666529"/>
              </a:xfrm>
              <a:prstGeom prst="rect">
                <a:avLst/>
              </a:prstGeom>
              <a:blipFill>
                <a:blip r:embed="rId6"/>
                <a:stretch>
                  <a:fillRect t="-50000" b="-9814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BBFE3152-1C33-4EBF-AEC8-A8F9BDCC6DBB}"/>
                  </a:ext>
                </a:extLst>
              </p:cNvPr>
              <p:cNvGraphicFramePr>
                <a:graphicFrameLocks noGrp="1"/>
              </p:cNvGraphicFramePr>
              <p:nvPr/>
            </p:nvGraphicFramePr>
            <p:xfrm>
              <a:off x="2198496" y="5370299"/>
              <a:ext cx="4968000" cy="1252077"/>
            </p:xfrm>
            <a:graphic>
              <a:graphicData uri="http://schemas.openxmlformats.org/drawingml/2006/table">
                <a:tbl>
                  <a:tblPr bandRow="1">
                    <a:tableStyleId>{5C22544A-7EE6-4342-B048-85BDC9FD1C3A}</a:tableStyleId>
                  </a:tblPr>
                  <a:tblGrid>
                    <a:gridCol w="1350000">
                      <a:extLst>
                        <a:ext uri="{9D8B030D-6E8A-4147-A177-3AD203B41FA5}">
                          <a16:colId xmlns:a16="http://schemas.microsoft.com/office/drawing/2014/main" val="2138047336"/>
                        </a:ext>
                      </a:extLst>
                    </a:gridCol>
                    <a:gridCol w="1809000">
                      <a:extLst>
                        <a:ext uri="{9D8B030D-6E8A-4147-A177-3AD203B41FA5}">
                          <a16:colId xmlns:a16="http://schemas.microsoft.com/office/drawing/2014/main" val="1848776000"/>
                        </a:ext>
                      </a:extLst>
                    </a:gridCol>
                    <a:gridCol w="1809000">
                      <a:extLst>
                        <a:ext uri="{9D8B030D-6E8A-4147-A177-3AD203B41FA5}">
                          <a16:colId xmlns:a16="http://schemas.microsoft.com/office/drawing/2014/main" val="248266210"/>
                        </a:ext>
                      </a:extLst>
                    </a:gridCol>
                  </a:tblGrid>
                  <a:tr h="513000">
                    <a:tc>
                      <a:txBody>
                        <a:bodyPr/>
                        <a:lstStyle/>
                        <a:p>
                          <a:pPr algn="ctr"/>
                          <a14:m>
                            <m:oMathPara xmlns:m="http://schemas.openxmlformats.org/officeDocument/2006/math">
                              <m:oMathParaPr>
                                <m:jc m:val="centerGroup"/>
                              </m:oMathParaPr>
                              <m:oMath xmlns:m="http://schemas.openxmlformats.org/officeDocument/2006/math">
                                <m:r>
                                  <a:rPr lang="en-US" altLang="zh-CN" sz="1800" i="1" smtClean="0">
                                    <a:latin typeface="Cambria Math" panose="02040503050406030204" pitchFamily="18" charset="0"/>
                                  </a:rPr>
                                  <m:t>𝐺</m:t>
                                </m:r>
                                <m:r>
                                  <a:rPr lang="en-US" altLang="zh-CN" sz="1800" i="1" smtClean="0">
                                    <a:latin typeface="Cambria Math" panose="02040503050406030204" pitchFamily="18" charset="0"/>
                                  </a:rPr>
                                  <m:t>(</m:t>
                                </m:r>
                                <m:r>
                                  <a:rPr lang="en-US" altLang="zh-CN" sz="1800" i="1" smtClean="0">
                                    <a:latin typeface="Cambria Math" panose="02040503050406030204" pitchFamily="18" charset="0"/>
                                  </a:rPr>
                                  <m:t>𝑋</m:t>
                                </m:r>
                                <m:r>
                                  <a:rPr lang="en-US" altLang="zh-CN" sz="1800" i="1" smtClean="0">
                                    <a:latin typeface="Cambria Math" panose="02040503050406030204" pitchFamily="18" charset="0"/>
                                  </a:rPr>
                                  <m:t>)</m:t>
                                </m:r>
                              </m:oMath>
                            </m:oMathPara>
                          </a14:m>
                          <a:endParaRPr lang="zh-CN" altLang="en-US" sz="1800" dirty="0"/>
                        </a:p>
                      </a:txBody>
                      <a:tcPr marL="68580" marR="68580" marT="34290" marB="34290"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CN" sz="1800" b="0" i="0" smtClean="0">
                                    <a:latin typeface="Cambria Math" panose="02040503050406030204" pitchFamily="18" charset="0"/>
                                  </a:rPr>
                                  <m:t>10</m:t>
                                </m:r>
                                <m:r>
                                  <a:rPr lang="zh-CN" altLang="en-US" sz="1800" i="0" smtClean="0">
                                    <a:latin typeface="Cambria Math" panose="02040503050406030204" pitchFamily="18" charset="0"/>
                                  </a:rPr>
                                  <m:t>−</m:t>
                                </m:r>
                                <m:r>
                                  <a:rPr lang="zh-CN" altLang="en-US" sz="1800" i="1" smtClean="0">
                                    <a:latin typeface="Cambria Math" panose="02040503050406030204" pitchFamily="18" charset="0"/>
                                  </a:rPr>
                                  <m:t>𝑥</m:t>
                                </m:r>
                              </m:oMath>
                            </m:oMathPara>
                          </a14:m>
                          <a:endParaRPr lang="zh-CN" altLang="en-US" sz="1800" dirty="0">
                            <a:latin typeface="Times New Roman" panose="02020603050405020304" pitchFamily="18" charset="0"/>
                            <a:cs typeface="Times New Roman" panose="02020603050405020304" pitchFamily="18" charset="0"/>
                          </a:endParaRPr>
                        </a:p>
                      </a:txBody>
                      <a:tcPr marL="68580" marR="68580" marT="34290" marB="34290"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noFill/>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8186712"/>
                      </a:ext>
                    </a:extLst>
                  </a:tr>
                  <a:tr h="729000">
                    <a:tc>
                      <a:txBody>
                        <a:bodyPr/>
                        <a:lstStyle/>
                        <a:p>
                          <a:pPr algn="ctr"/>
                          <a:r>
                            <a:rPr lang="zh-CN" altLang="en-US" sz="1800" dirty="0"/>
                            <a:t>概率</a:t>
                          </a:r>
                        </a:p>
                      </a:txBody>
                      <a:tcPr marL="68580" marR="68580" marT="34290" marB="3429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tc>
                      <a:txBody>
                        <a:bodyPr/>
                        <a:lstStyle/>
                        <a:p>
                          <a:pPr algn="ctr"/>
                          <a14:m>
                            <m:oMathPara xmlns:m="http://schemas.openxmlformats.org/officeDocument/2006/math">
                              <m:oMathParaPr>
                                <m:jc m:val="centerGroup"/>
                              </m:oMathParaPr>
                              <m:oMath xmlns:m="http://schemas.openxmlformats.org/officeDocument/2006/math">
                                <m:sSup>
                                  <m:sSupPr>
                                    <m:ctrlPr>
                                      <a:rPr lang="zh-CN" altLang="en-US" sz="1800" i="1" smtClean="0">
                                        <a:latin typeface="Cambria Math" panose="02040503050406030204" pitchFamily="18" charset="0"/>
                                      </a:rPr>
                                    </m:ctrlPr>
                                  </m:sSupPr>
                                  <m:e>
                                    <m:d>
                                      <m:dPr>
                                        <m:ctrlPr>
                                          <a:rPr lang="zh-CN" altLang="en-US" sz="1800" i="1">
                                            <a:latin typeface="Cambria Math" panose="02040503050406030204" pitchFamily="18" charset="0"/>
                                          </a:rPr>
                                        </m:ctrlPr>
                                      </m:dPr>
                                      <m:e>
                                        <m:f>
                                          <m:fPr>
                                            <m:ctrlPr>
                                              <a:rPr lang="zh-CN" altLang="en-US" sz="1800" i="1">
                                                <a:latin typeface="Cambria Math" panose="02040503050406030204" pitchFamily="18" charset="0"/>
                                              </a:rPr>
                                            </m:ctrlPr>
                                          </m:fPr>
                                          <m:num>
                                            <m:r>
                                              <a:rPr lang="en-US" altLang="zh-CN" sz="1800" b="0" i="1" smtClean="0">
                                                <a:latin typeface="Cambria Math" panose="02040503050406030204" pitchFamily="18" charset="0"/>
                                              </a:rPr>
                                              <m:t>𝑥</m:t>
                                            </m:r>
                                            <m:r>
                                              <a:rPr lang="en-US" altLang="zh-CN" sz="1800" i="1">
                                                <a:latin typeface="Cambria Math" panose="02040503050406030204" pitchFamily="18" charset="0"/>
                                              </a:rPr>
                                              <m:t>−7</m:t>
                                            </m:r>
                                          </m:num>
                                          <m:den>
                                            <m:r>
                                              <a:rPr lang="en-US" altLang="zh-CN" sz="1800" i="1">
                                                <a:latin typeface="Cambria Math" panose="02040503050406030204" pitchFamily="18" charset="0"/>
                                              </a:rPr>
                                              <m:t>4</m:t>
                                            </m:r>
                                          </m:den>
                                        </m:f>
                                      </m:e>
                                    </m:d>
                                  </m:e>
                                  <m:sup>
                                    <m:r>
                                      <a:rPr lang="en-US" altLang="zh-CN" sz="1800" i="1">
                                        <a:latin typeface="Cambria Math" panose="02040503050406030204" pitchFamily="18" charset="0"/>
                                      </a:rPr>
                                      <m:t>3</m:t>
                                    </m:r>
                                  </m:sup>
                                </m:sSup>
                              </m:oMath>
                            </m:oMathPara>
                          </a14:m>
                          <a:endParaRPr lang="zh-CN" altLang="zh-CN" sz="1800" kern="1200" dirty="0">
                            <a:solidFill>
                              <a:schemeClr val="dk1"/>
                            </a:solidFill>
                            <a:effectLst/>
                            <a:latin typeface="+mn-lt"/>
                            <a:ea typeface="+mn-ea"/>
                            <a:cs typeface="+mn-cs"/>
                          </a:endParaRPr>
                        </a:p>
                      </a:txBody>
                      <a:tcPr marL="68580" marR="68580" marT="34290" marB="34290"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noFill/>
                      </a:tcPr>
                    </a:tc>
                    <a:tc>
                      <a:txBody>
                        <a:bodyPr/>
                        <a:lstStyle/>
                        <a:p>
                          <a:pPr algn="ctr"/>
                          <a14:m>
                            <m:oMathPara xmlns:m="http://schemas.openxmlformats.org/officeDocument/2006/math">
                              <m:oMathParaPr>
                                <m:jc m:val="centerGroup"/>
                              </m:oMathParaPr>
                              <m:oMath xmlns:m="http://schemas.openxmlformats.org/officeDocument/2006/math">
                                <m:sSup>
                                  <m:sSupPr>
                                    <m:ctrlPr>
                                      <a:rPr lang="zh-CN" altLang="en-US" sz="1800" i="1" smtClean="0">
                                        <a:latin typeface="Cambria Math" panose="02040503050406030204" pitchFamily="18" charset="0"/>
                                      </a:rPr>
                                    </m:ctrlPr>
                                  </m:sSupPr>
                                  <m:e>
                                    <m:r>
                                      <a:rPr lang="en-US" altLang="zh-CN" sz="1800" b="0" i="1" smtClean="0">
                                        <a:latin typeface="Cambria Math" panose="02040503050406030204" pitchFamily="18" charset="0"/>
                                      </a:rPr>
                                      <m:t>1−</m:t>
                                    </m:r>
                                    <m:d>
                                      <m:dPr>
                                        <m:ctrlPr>
                                          <a:rPr lang="zh-CN" altLang="en-US" sz="1800" i="1">
                                            <a:latin typeface="Cambria Math" panose="02040503050406030204" pitchFamily="18" charset="0"/>
                                          </a:rPr>
                                        </m:ctrlPr>
                                      </m:dPr>
                                      <m:e>
                                        <m:f>
                                          <m:fPr>
                                            <m:ctrlPr>
                                              <a:rPr lang="zh-CN" altLang="en-US" sz="1800" i="1">
                                                <a:latin typeface="Cambria Math" panose="02040503050406030204" pitchFamily="18" charset="0"/>
                                              </a:rPr>
                                            </m:ctrlPr>
                                          </m:fPr>
                                          <m:num>
                                            <m:r>
                                              <a:rPr lang="en-US" altLang="zh-CN" sz="1800" b="0" i="1" smtClean="0">
                                                <a:latin typeface="Cambria Math" panose="02040503050406030204" pitchFamily="18" charset="0"/>
                                              </a:rPr>
                                              <m:t>𝑥</m:t>
                                            </m:r>
                                            <m:r>
                                              <a:rPr lang="en-US" altLang="zh-CN" sz="1800" i="1">
                                                <a:latin typeface="Cambria Math" panose="02040503050406030204" pitchFamily="18" charset="0"/>
                                              </a:rPr>
                                              <m:t>−7</m:t>
                                            </m:r>
                                          </m:num>
                                          <m:den>
                                            <m:r>
                                              <a:rPr lang="en-US" altLang="zh-CN" sz="1800" i="1">
                                                <a:latin typeface="Cambria Math" panose="02040503050406030204" pitchFamily="18" charset="0"/>
                                              </a:rPr>
                                              <m:t>4</m:t>
                                            </m:r>
                                          </m:den>
                                        </m:f>
                                      </m:e>
                                    </m:d>
                                  </m:e>
                                  <m:sup>
                                    <m:r>
                                      <a:rPr lang="en-US" altLang="zh-CN" sz="1800" i="1">
                                        <a:latin typeface="Cambria Math" panose="02040503050406030204" pitchFamily="18" charset="0"/>
                                      </a:rPr>
                                      <m:t>3</m:t>
                                    </m:r>
                                  </m:sup>
                                </m:sSup>
                              </m:oMath>
                            </m:oMathPara>
                          </a14:m>
                          <a:endParaRPr lang="zh-CN" altLang="zh-CN" sz="1800" kern="1200" dirty="0">
                            <a:solidFill>
                              <a:schemeClr val="dk1"/>
                            </a:solidFill>
                            <a:effectLst/>
                            <a:latin typeface="+mn-lt"/>
                            <a:ea typeface="+mn-ea"/>
                            <a:cs typeface="+mn-cs"/>
                          </a:endParaRPr>
                        </a:p>
                      </a:txBody>
                      <a:tcPr marL="68580" marR="68580" marT="34290" marB="34290" anchor="ctr">
                        <a:lnT w="190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43209496"/>
                      </a:ext>
                    </a:extLst>
                  </a:tr>
                </a:tbl>
              </a:graphicData>
            </a:graphic>
          </p:graphicFrame>
        </mc:Choice>
        <mc:Fallback xmlns="">
          <p:graphicFrame>
            <p:nvGraphicFramePr>
              <p:cNvPr id="13" name="表格 12">
                <a:extLst>
                  <a:ext uri="{FF2B5EF4-FFF2-40B4-BE49-F238E27FC236}">
                    <a16:creationId xmlns:a16="http://schemas.microsoft.com/office/drawing/2014/main" id="{BBFE3152-1C33-4EBF-AEC8-A8F9BDCC6DBB}"/>
                  </a:ext>
                </a:extLst>
              </p:cNvPr>
              <p:cNvGraphicFramePr>
                <a:graphicFrameLocks noGrp="1"/>
              </p:cNvGraphicFramePr>
              <p:nvPr>
                <p:extLst>
                  <p:ext uri="{D42A27DB-BD31-4B8C-83A1-F6EECF244321}">
                    <p14:modId xmlns:p14="http://schemas.microsoft.com/office/powerpoint/2010/main" val="2802564849"/>
                  </p:ext>
                </p:extLst>
              </p:nvPr>
            </p:nvGraphicFramePr>
            <p:xfrm>
              <a:off x="2198496" y="5370299"/>
              <a:ext cx="4968000" cy="1242000"/>
            </p:xfrm>
            <a:graphic>
              <a:graphicData uri="http://schemas.openxmlformats.org/drawingml/2006/table">
                <a:tbl>
                  <a:tblPr bandRow="1">
                    <a:tableStyleId>{5C22544A-7EE6-4342-B048-85BDC9FD1C3A}</a:tableStyleId>
                  </a:tblPr>
                  <a:tblGrid>
                    <a:gridCol w="1350000">
                      <a:extLst>
                        <a:ext uri="{9D8B030D-6E8A-4147-A177-3AD203B41FA5}">
                          <a16:colId xmlns:a16="http://schemas.microsoft.com/office/drawing/2014/main" val="2138047336"/>
                        </a:ext>
                      </a:extLst>
                    </a:gridCol>
                    <a:gridCol w="1809000">
                      <a:extLst>
                        <a:ext uri="{9D8B030D-6E8A-4147-A177-3AD203B41FA5}">
                          <a16:colId xmlns:a16="http://schemas.microsoft.com/office/drawing/2014/main" val="1848776000"/>
                        </a:ext>
                      </a:extLst>
                    </a:gridCol>
                    <a:gridCol w="1809000">
                      <a:extLst>
                        <a:ext uri="{9D8B030D-6E8A-4147-A177-3AD203B41FA5}">
                          <a16:colId xmlns:a16="http://schemas.microsoft.com/office/drawing/2014/main" val="248266210"/>
                        </a:ext>
                      </a:extLst>
                    </a:gridCol>
                  </a:tblGrid>
                  <a:tr h="513000">
                    <a:tc>
                      <a:txBody>
                        <a:bodyPr/>
                        <a:lstStyle/>
                        <a:p>
                          <a:endParaRPr lang="zh-CN"/>
                        </a:p>
                      </a:txBody>
                      <a:tcPr marL="68580" marR="68580" marT="34290" marB="34290" anchor="ctr">
                        <a:lnR w="19050" cap="flat" cmpd="sng" algn="ctr">
                          <a:solidFill>
                            <a:schemeClr val="tx1"/>
                          </a:solidFill>
                          <a:prstDash val="solid"/>
                          <a:round/>
                          <a:headEnd type="none" w="med" len="med"/>
                          <a:tailEnd type="none" w="med" len="med"/>
                        </a:lnR>
                        <a:lnB w="19050" cap="flat" cmpd="sng" algn="ctr">
                          <a:solidFill>
                            <a:schemeClr val="tx1"/>
                          </a:solidFill>
                          <a:prstDash val="solid"/>
                          <a:round/>
                          <a:headEnd type="none" w="med" len="med"/>
                          <a:tailEnd type="none" w="med" len="med"/>
                        </a:lnB>
                        <a:blipFill>
                          <a:blip r:embed="rId7"/>
                          <a:stretch>
                            <a:fillRect l="-935" t="-2439" r="-267290" b="-146341"/>
                          </a:stretch>
                        </a:blipFill>
                      </a:tcPr>
                    </a:tc>
                    <a:tc>
                      <a:txBody>
                        <a:bodyPr/>
                        <a:lstStyle/>
                        <a:p>
                          <a:endParaRPr lang="zh-CN"/>
                        </a:p>
                      </a:txBody>
                      <a:tcPr marL="68580" marR="68580" marT="34290" marB="34290" anchor="ctr">
                        <a:lnL w="19050" cap="flat" cmpd="sng" algn="ctr">
                          <a:solidFill>
                            <a:schemeClr val="tx1"/>
                          </a:solidFill>
                          <a:prstDash val="solid"/>
                          <a:round/>
                          <a:headEnd type="none" w="med" len="med"/>
                          <a:tailEnd type="none" w="med" len="med"/>
                        </a:lnL>
                        <a:lnB w="19050" cap="flat" cmpd="sng" algn="ctr">
                          <a:solidFill>
                            <a:schemeClr val="tx1"/>
                          </a:solidFill>
                          <a:prstDash val="solid"/>
                          <a:round/>
                          <a:headEnd type="none" w="med" len="med"/>
                          <a:tailEnd type="none" w="med" len="med"/>
                        </a:lnB>
                        <a:blipFill>
                          <a:blip r:embed="rId7"/>
                          <a:stretch>
                            <a:fillRect l="-76056" t="-2439" r="-101408" b="-146341"/>
                          </a:stretch>
                        </a:blipFill>
                      </a:tcPr>
                    </a:tc>
                    <a:tc>
                      <a:txBody>
                        <a:bodyPr/>
                        <a:lstStyle/>
                        <a:p>
                          <a:pPr algn="ctr"/>
                          <a:r>
                            <a:rPr lang="en-US" altLang="zh-CN" sz="1800" dirty="0">
                              <a:latin typeface="Times New Roman" panose="02020603050405020304" pitchFamily="18" charset="0"/>
                              <a:cs typeface="Times New Roman" panose="02020603050405020304" pitchFamily="18" charset="0"/>
                            </a:rPr>
                            <a:t>0</a:t>
                          </a:r>
                          <a:endParaRPr lang="zh-CN" altLang="en-US" sz="1800" dirty="0">
                            <a:latin typeface="Times New Roman" panose="02020603050405020304" pitchFamily="18" charset="0"/>
                            <a:cs typeface="Times New Roman" panose="02020603050405020304" pitchFamily="18" charset="0"/>
                          </a:endParaRPr>
                        </a:p>
                      </a:txBody>
                      <a:tcPr marL="68580" marR="68580" marT="34290" marB="34290" anchor="ctr">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8186712"/>
                      </a:ext>
                    </a:extLst>
                  </a:tr>
                  <a:tr h="729000">
                    <a:tc>
                      <a:txBody>
                        <a:bodyPr/>
                        <a:lstStyle/>
                        <a:p>
                          <a:pPr algn="ctr"/>
                          <a:r>
                            <a:rPr lang="zh-CN" altLang="en-US" sz="1800" dirty="0"/>
                            <a:t>概率</a:t>
                          </a:r>
                        </a:p>
                      </a:txBody>
                      <a:tcPr marL="68580" marR="68580" marT="34290" marB="34290" anchor="ctr">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noFill/>
                      </a:tcPr>
                    </a:tc>
                    <a:tc>
                      <a:txBody>
                        <a:bodyPr/>
                        <a:lstStyle/>
                        <a:p>
                          <a:endParaRPr lang="zh-CN"/>
                        </a:p>
                      </a:txBody>
                      <a:tcPr marL="68580" marR="68580" marT="34290" marB="34290" anchor="ctr">
                        <a:lnL w="19050" cap="flat" cmpd="sng" algn="ctr">
                          <a:solidFill>
                            <a:schemeClr val="tx1"/>
                          </a:solidFill>
                          <a:prstDash val="solid"/>
                          <a:round/>
                          <a:headEnd type="none" w="med" len="med"/>
                          <a:tailEnd type="none" w="med" len="med"/>
                        </a:lnL>
                        <a:lnT w="19050" cap="flat" cmpd="sng" algn="ctr">
                          <a:solidFill>
                            <a:schemeClr val="tx1"/>
                          </a:solidFill>
                          <a:prstDash val="solid"/>
                          <a:round/>
                          <a:headEnd type="none" w="med" len="med"/>
                          <a:tailEnd type="none" w="med" len="med"/>
                        </a:lnT>
                        <a:blipFill>
                          <a:blip r:embed="rId7"/>
                          <a:stretch>
                            <a:fillRect l="-76056" t="-72414" r="-101408" b="-3448"/>
                          </a:stretch>
                        </a:blipFill>
                      </a:tcPr>
                    </a:tc>
                    <a:tc>
                      <a:txBody>
                        <a:bodyPr/>
                        <a:lstStyle/>
                        <a:p>
                          <a:endParaRPr lang="zh-CN"/>
                        </a:p>
                      </a:txBody>
                      <a:tcPr marL="68580" marR="68580" marT="34290" marB="34290" anchor="ctr">
                        <a:lnT w="19050" cap="flat" cmpd="sng" algn="ctr">
                          <a:solidFill>
                            <a:schemeClr val="tx1"/>
                          </a:solidFill>
                          <a:prstDash val="solid"/>
                          <a:round/>
                          <a:headEnd type="none" w="med" len="med"/>
                          <a:tailEnd type="none" w="med" len="med"/>
                        </a:lnT>
                        <a:blipFill>
                          <a:blip r:embed="rId7"/>
                          <a:stretch>
                            <a:fillRect l="-174825" t="-72414" r="-699" b="-3448"/>
                          </a:stretch>
                        </a:blipFill>
                      </a:tcPr>
                    </a:tc>
                    <a:extLst>
                      <a:ext uri="{0D108BD9-81ED-4DB2-BD59-A6C34878D82A}">
                        <a16:rowId xmlns:a16="http://schemas.microsoft.com/office/drawing/2014/main" val="43209496"/>
                      </a:ext>
                    </a:extLst>
                  </a:tr>
                </a:tbl>
              </a:graphicData>
            </a:graphic>
          </p:graphicFrame>
        </mc:Fallback>
      </mc:AlternateContent>
      <p:cxnSp>
        <p:nvCxnSpPr>
          <p:cNvPr id="2" name="直线连接符 1">
            <a:extLst>
              <a:ext uri="{FF2B5EF4-FFF2-40B4-BE49-F238E27FC236}">
                <a16:creationId xmlns:a16="http://schemas.microsoft.com/office/drawing/2014/main" id="{8E7A4D69-AE17-4C60-9031-BC5E74C76D34}"/>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3" name="副标题 2">
            <a:extLst>
              <a:ext uri="{FF2B5EF4-FFF2-40B4-BE49-F238E27FC236}">
                <a16:creationId xmlns:a16="http://schemas.microsoft.com/office/drawing/2014/main" id="{34EE016D-60BD-3354-865C-D4ECB1379973}"/>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#9</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
        <p:nvSpPr>
          <p:cNvPr id="4" name="矩形 3">
            <a:extLst>
              <a:ext uri="{FF2B5EF4-FFF2-40B4-BE49-F238E27FC236}">
                <a16:creationId xmlns:a16="http://schemas.microsoft.com/office/drawing/2014/main" id="{059CD8C3-8ED5-BAC9-0CB2-965A5CD67251}"/>
              </a:ext>
            </a:extLst>
          </p:cNvPr>
          <p:cNvSpPr/>
          <p:nvPr/>
        </p:nvSpPr>
        <p:spPr bwMode="auto">
          <a:xfrm>
            <a:off x="0" y="0"/>
            <a:ext cx="260169" cy="6858000"/>
          </a:xfrm>
          <a:prstGeom prst="rect">
            <a:avLst/>
          </a:prstGeom>
          <a:solidFill>
            <a:srgbClr val="00B05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215655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02CE701F-1F1D-4765-9CD5-03D38460DB86}"/>
              </a:ext>
            </a:extLst>
          </p:cNvPr>
          <p:cNvSpPr txBox="1"/>
          <p:nvPr/>
        </p:nvSpPr>
        <p:spPr>
          <a:xfrm>
            <a:off x="708753" y="934997"/>
            <a:ext cx="6492793" cy="499367"/>
          </a:xfrm>
          <a:prstGeom prst="rect">
            <a:avLst/>
          </a:prstGeom>
          <a:noFill/>
        </p:spPr>
        <p:txBody>
          <a:bodyPr wrap="square">
            <a:spAutoFit/>
          </a:bodyPr>
          <a:lstStyle/>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于是甲的赚钱数的数学期望为</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222C6292-2D4A-41A3-9279-C77B21F6876B}"/>
                  </a:ext>
                </a:extLst>
              </p:cNvPr>
              <p:cNvSpPr/>
              <p:nvPr/>
            </p:nvSpPr>
            <p:spPr>
              <a:xfrm>
                <a:off x="2949988" y="1370646"/>
                <a:ext cx="3454344" cy="6665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000" i="1">
                          <a:latin typeface="Cambria Math" panose="02040503050406030204" pitchFamily="18" charset="0"/>
                        </a:rPr>
                        <m:t>𝐸</m:t>
                      </m:r>
                      <m:r>
                        <a:rPr lang="zh-CN" altLang="en-US" sz="2000">
                          <a:latin typeface="Cambria Math" panose="02040503050406030204" pitchFamily="18" charset="0"/>
                        </a:rPr>
                        <m:t>[</m:t>
                      </m:r>
                      <m:r>
                        <a:rPr lang="zh-CN" altLang="en-US" sz="2000" i="1">
                          <a:latin typeface="Cambria Math" panose="02040503050406030204" pitchFamily="18" charset="0"/>
                        </a:rPr>
                        <m:t>𝐺</m:t>
                      </m:r>
                      <m:r>
                        <a:rPr lang="zh-CN" altLang="en-US" sz="2000">
                          <a:latin typeface="Cambria Math" panose="02040503050406030204" pitchFamily="18" charset="0"/>
                        </a:rPr>
                        <m:t>(</m:t>
                      </m:r>
                      <m:r>
                        <a:rPr lang="zh-CN" altLang="en-US" sz="2000" i="1">
                          <a:latin typeface="Cambria Math" panose="02040503050406030204" pitchFamily="18" charset="0"/>
                        </a:rPr>
                        <m:t>𝑋</m:t>
                      </m:r>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i="1">
                              <a:latin typeface="Cambria Math" panose="02040503050406030204" pitchFamily="18" charset="0"/>
                            </a:rPr>
                            <m:t>𝑥</m:t>
                          </m:r>
                          <m:r>
                            <a:rPr lang="zh-CN" altLang="en-US" sz="2000">
                              <a:latin typeface="Cambria Math" panose="02040503050406030204" pitchFamily="18" charset="0"/>
                            </a:rPr>
                            <m:t>−7</m:t>
                          </m:r>
                        </m:num>
                        <m:den>
                          <m:r>
                            <a:rPr lang="zh-CN" altLang="en-US" sz="2000">
                              <a:latin typeface="Cambria Math" panose="02040503050406030204" pitchFamily="18" charset="0"/>
                            </a:rPr>
                            <m:t>4</m:t>
                          </m:r>
                        </m:den>
                      </m:f>
                      <m:sSup>
                        <m:sSupPr>
                          <m:ctrlPr>
                            <a:rPr lang="zh-CN" altLang="en-US" sz="2000" i="1">
                              <a:latin typeface="Cambria Math" panose="02040503050406030204" pitchFamily="18" charset="0"/>
                            </a:rPr>
                          </m:ctrlPr>
                        </m:sSupPr>
                        <m:e>
                          <m:d>
                            <m:dPr>
                              <m:begChr m:val=")"/>
                              <m:endChr m:val=""/>
                              <m:ctrlPr>
                                <a:rPr lang="zh-CN" altLang="en-US" sz="2000" i="1">
                                  <a:latin typeface="Cambria Math" panose="02040503050406030204" pitchFamily="18" charset="0"/>
                                </a:rPr>
                              </m:ctrlPr>
                            </m:dPr>
                            <m:e>
                              <m:r>
                                <a:rPr lang="en-US" altLang="zh-CN" sz="2000" i="1">
                                  <a:latin typeface="Cambria Math" panose="02040503050406030204" pitchFamily="18" charset="0"/>
                                </a:rPr>
                                <m:t> </m:t>
                              </m:r>
                            </m:e>
                          </m:d>
                        </m:e>
                        <m:sup>
                          <m:r>
                            <a:rPr lang="zh-CN" altLang="en-US" sz="2000">
                              <a:latin typeface="Cambria Math" panose="02040503050406030204" pitchFamily="18" charset="0"/>
                            </a:rPr>
                            <m:t>3</m:t>
                          </m:r>
                        </m:sup>
                      </m:sSup>
                      <m:r>
                        <a:rPr lang="zh-CN" altLang="en-US" sz="2000">
                          <a:latin typeface="Cambria Math" panose="02040503050406030204" pitchFamily="18" charset="0"/>
                        </a:rPr>
                        <m:t>(10−</m:t>
                      </m:r>
                      <m:r>
                        <a:rPr lang="zh-CN" altLang="en-US" sz="2000" i="1">
                          <a:latin typeface="Cambria Math" panose="02040503050406030204" pitchFamily="18" charset="0"/>
                        </a:rPr>
                        <m:t>𝑥</m:t>
                      </m:r>
                      <m:r>
                        <a:rPr lang="en-US" altLang="zh-CN" sz="2000">
                          <a:latin typeface="Cambria Math" panose="02040503050406030204" pitchFamily="18" charset="0"/>
                        </a:rPr>
                        <m:t>)</m:t>
                      </m:r>
                    </m:oMath>
                  </m:oMathPara>
                </a14:m>
                <a:endParaRPr lang="zh-CN" altLang="en-US" sz="2000" dirty="0"/>
              </a:p>
            </p:txBody>
          </p:sp>
        </mc:Choice>
        <mc:Fallback xmlns="">
          <p:sp>
            <p:nvSpPr>
              <p:cNvPr id="3" name="矩形 2">
                <a:extLst>
                  <a:ext uri="{FF2B5EF4-FFF2-40B4-BE49-F238E27FC236}">
                    <a16:creationId xmlns:a16="http://schemas.microsoft.com/office/drawing/2014/main" id="{222C6292-2D4A-41A3-9279-C77B21F6876B}"/>
                  </a:ext>
                </a:extLst>
              </p:cNvPr>
              <p:cNvSpPr>
                <a:spLocks noRot="1" noChangeAspect="1" noMove="1" noResize="1" noEditPoints="1" noAdjustHandles="1" noChangeArrowheads="1" noChangeShapeType="1" noTextEdit="1"/>
              </p:cNvSpPr>
              <p:nvPr/>
            </p:nvSpPr>
            <p:spPr>
              <a:xfrm>
                <a:off x="2949988" y="1370646"/>
                <a:ext cx="3454344" cy="666529"/>
              </a:xfrm>
              <a:prstGeom prst="rect">
                <a:avLst/>
              </a:prstGeom>
              <a:blipFill>
                <a:blip r:embed="rId2"/>
                <a:stretch>
                  <a:fillRect t="-52830" b="-1018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113D6634-BACC-4C65-8AAB-99BDA6B69B3E}"/>
                  </a:ext>
                </a:extLst>
              </p:cNvPr>
              <p:cNvSpPr txBox="1"/>
              <p:nvPr/>
            </p:nvSpPr>
            <p:spPr>
              <a:xfrm>
                <a:off x="703067" y="5046787"/>
                <a:ext cx="7460925" cy="961032"/>
              </a:xfrm>
              <a:prstGeom prst="rect">
                <a:avLst/>
              </a:prstGeom>
              <a:noFill/>
            </p:spPr>
            <p:txBody>
              <a:bodyPr wrap="square">
                <a:spAutoFit/>
              </a:bodyPr>
              <a:lstStyle/>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故知当甲的报价为</a:t>
                </a:r>
                <a14:m>
                  <m:oMath xmlns:m="http://schemas.openxmlformats.org/officeDocument/2006/math">
                    <m:r>
                      <a:rPr lang="en-US" altLang="zh-CN" sz="2000" i="1" dirty="0" smtClean="0">
                        <a:latin typeface="Cambria Math" panose="02040503050406030204" pitchFamily="18" charset="0"/>
                        <a:ea typeface="微软雅黑" panose="020B0503020204020204" pitchFamily="34" charset="-122"/>
                        <a:cs typeface="Times New Roman" panose="02020603050405020304" pitchFamily="18" charset="0"/>
                      </a:rPr>
                      <m:t>𝑥</m:t>
                    </m:r>
                  </m:oMath>
                </a14:m>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=37/4</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千美元时，他的赚钱数的数学期望达到极大值，还可知这也是最大值。</a:t>
                </a:r>
              </a:p>
            </p:txBody>
          </p:sp>
        </mc:Choice>
        <mc:Fallback xmlns="">
          <p:sp>
            <p:nvSpPr>
              <p:cNvPr id="16" name="文本框 15">
                <a:extLst>
                  <a:ext uri="{FF2B5EF4-FFF2-40B4-BE49-F238E27FC236}">
                    <a16:creationId xmlns:a16="http://schemas.microsoft.com/office/drawing/2014/main" id="{113D6634-BACC-4C65-8AAB-99BDA6B69B3E}"/>
                  </a:ext>
                </a:extLst>
              </p:cNvPr>
              <p:cNvSpPr txBox="1">
                <a:spLocks noRot="1" noChangeAspect="1" noMove="1" noResize="1" noEditPoints="1" noAdjustHandles="1" noChangeArrowheads="1" noChangeShapeType="1" noTextEdit="1"/>
              </p:cNvSpPr>
              <p:nvPr/>
            </p:nvSpPr>
            <p:spPr>
              <a:xfrm>
                <a:off x="703067" y="5046787"/>
                <a:ext cx="7460925" cy="961032"/>
              </a:xfrm>
              <a:prstGeom prst="rect">
                <a:avLst/>
              </a:prstGeom>
              <a:blipFill>
                <a:blip r:embed="rId3"/>
                <a:stretch>
                  <a:fillRect l="-850" b="-10390"/>
                </a:stretch>
              </a:blipFill>
            </p:spPr>
            <p:txBody>
              <a:bodyPr/>
              <a:lstStyle/>
              <a:p>
                <a:r>
                  <a:rPr lang="zh-CN" altLang="en-US">
                    <a:noFill/>
                  </a:rPr>
                  <a:t> </a:t>
                </a:r>
              </a:p>
            </p:txBody>
          </p:sp>
        </mc:Fallback>
      </mc:AlternateContent>
      <p:grpSp>
        <p:nvGrpSpPr>
          <p:cNvPr id="10" name="组合 9">
            <a:extLst>
              <a:ext uri="{FF2B5EF4-FFF2-40B4-BE49-F238E27FC236}">
                <a16:creationId xmlns:a16="http://schemas.microsoft.com/office/drawing/2014/main" id="{3C6DA97B-C80D-49BE-8F7D-0B55DFFF3ECD}"/>
              </a:ext>
            </a:extLst>
          </p:cNvPr>
          <p:cNvGrpSpPr/>
          <p:nvPr/>
        </p:nvGrpSpPr>
        <p:grpSpPr>
          <a:xfrm>
            <a:off x="703067" y="2181175"/>
            <a:ext cx="5389280" cy="676724"/>
            <a:chOff x="390885" y="2503679"/>
            <a:chExt cx="7185706" cy="902298"/>
          </a:xfrm>
        </p:grpSpPr>
        <p:sp>
          <p:nvSpPr>
            <p:cNvPr id="12" name="文本框 11">
              <a:extLst>
                <a:ext uri="{FF2B5EF4-FFF2-40B4-BE49-F238E27FC236}">
                  <a16:creationId xmlns:a16="http://schemas.microsoft.com/office/drawing/2014/main" id="{67FD08DE-B201-4279-8E5A-7B0B5968960D}"/>
                </a:ext>
              </a:extLst>
            </p:cNvPr>
            <p:cNvSpPr txBox="1"/>
            <p:nvPr/>
          </p:nvSpPr>
          <p:spPr>
            <a:xfrm>
              <a:off x="390885" y="2567446"/>
              <a:ext cx="845061" cy="665822"/>
            </a:xfrm>
            <a:prstGeom prst="rect">
              <a:avLst/>
            </a:prstGeom>
            <a:noFill/>
          </p:spPr>
          <p:txBody>
            <a:bodyPr wrap="square">
              <a:spAutoFit/>
            </a:bodyPr>
            <a:lstStyle/>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令</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B140F44E-763C-4E09-81A8-9E6E19FF1977}"/>
                    </a:ext>
                  </a:extLst>
                </p:cNvPr>
                <p:cNvSpPr/>
                <p:nvPr/>
              </p:nvSpPr>
              <p:spPr>
                <a:xfrm>
                  <a:off x="1106957" y="2503679"/>
                  <a:ext cx="6469634" cy="9022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CN" altLang="en-US" sz="2000" i="1">
                                <a:latin typeface="Cambria Math" panose="02040503050406030204" pitchFamily="18" charset="0"/>
                              </a:rPr>
                            </m:ctrlPr>
                          </m:fPr>
                          <m:num>
                            <m:r>
                              <a:rPr lang="zh-CN" altLang="en-US" sz="2000" i="1">
                                <a:latin typeface="Cambria Math" panose="02040503050406030204" pitchFamily="18" charset="0"/>
                              </a:rPr>
                              <m:t>𝑑</m:t>
                            </m:r>
                          </m:num>
                          <m:den>
                            <m:r>
                              <a:rPr lang="zh-CN" altLang="en-US" sz="2000" i="1">
                                <a:latin typeface="Cambria Math" panose="02040503050406030204" pitchFamily="18" charset="0"/>
                              </a:rPr>
                              <m:t>𝑑𝑥</m:t>
                            </m:r>
                          </m:den>
                        </m:f>
                        <m:r>
                          <a:rPr lang="zh-CN" altLang="en-US" sz="2000" i="1">
                            <a:latin typeface="Cambria Math" panose="02040503050406030204" pitchFamily="18" charset="0"/>
                          </a:rPr>
                          <m:t>𝐸</m:t>
                        </m:r>
                        <m:r>
                          <a:rPr lang="zh-CN" altLang="en-US" sz="2000">
                            <a:latin typeface="Cambria Math" panose="02040503050406030204" pitchFamily="18" charset="0"/>
                          </a:rPr>
                          <m:t>[</m:t>
                        </m:r>
                        <m:r>
                          <a:rPr lang="zh-CN" altLang="en-US" sz="2000" i="1">
                            <a:latin typeface="Cambria Math" panose="02040503050406030204" pitchFamily="18" charset="0"/>
                          </a:rPr>
                          <m:t>𝐺</m:t>
                        </m:r>
                        <m:r>
                          <a:rPr lang="zh-CN" altLang="en-US" sz="2000">
                            <a:latin typeface="Cambria Math" panose="02040503050406030204" pitchFamily="18" charset="0"/>
                          </a:rPr>
                          <m:t>(</m:t>
                        </m:r>
                        <m:r>
                          <a:rPr lang="zh-CN" altLang="en-US" sz="2000" i="1">
                            <a:latin typeface="Cambria Math" panose="02040503050406030204" pitchFamily="18" charset="0"/>
                          </a:rPr>
                          <m:t>𝑋</m:t>
                        </m:r>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a:latin typeface="Cambria Math" panose="02040503050406030204" pitchFamily="18" charset="0"/>
                              </a:rPr>
                              <m:t>1</m:t>
                            </m:r>
                          </m:num>
                          <m:den>
                            <m:sSup>
                              <m:sSupPr>
                                <m:ctrlPr>
                                  <a:rPr lang="zh-CN" altLang="en-US" sz="2000" i="1">
                                    <a:latin typeface="Cambria Math" panose="02040503050406030204" pitchFamily="18" charset="0"/>
                                  </a:rPr>
                                </m:ctrlPr>
                              </m:sSupPr>
                              <m:e>
                                <m:r>
                                  <a:rPr lang="zh-CN" altLang="en-US" sz="2000">
                                    <a:latin typeface="Cambria Math" panose="02040503050406030204" pitchFamily="18" charset="0"/>
                                  </a:rPr>
                                  <m:t>4</m:t>
                                </m:r>
                              </m:e>
                              <m:sup>
                                <m:r>
                                  <a:rPr lang="zh-CN" altLang="en-US" sz="2000">
                                    <a:latin typeface="Cambria Math" panose="02040503050406030204" pitchFamily="18" charset="0"/>
                                  </a:rPr>
                                  <m:t>3</m:t>
                                </m:r>
                              </m:sup>
                            </m:sSup>
                          </m:den>
                        </m:f>
                        <m:r>
                          <a:rPr lang="zh-CN" altLang="en-US" sz="2000">
                            <a:latin typeface="Cambria Math" panose="02040503050406030204" pitchFamily="18" charset="0"/>
                          </a:rPr>
                          <m:t>[(</m:t>
                        </m:r>
                        <m:r>
                          <a:rPr lang="zh-CN" altLang="en-US" sz="2000" i="1">
                            <a:latin typeface="Cambria Math" panose="02040503050406030204" pitchFamily="18" charset="0"/>
                          </a:rPr>
                          <m:t>𝑥</m:t>
                        </m:r>
                        <m:r>
                          <a:rPr lang="zh-CN" altLang="en-US" sz="2000">
                            <a:latin typeface="Cambria Math" panose="02040503050406030204" pitchFamily="18" charset="0"/>
                          </a:rPr>
                          <m:t>−7</m:t>
                        </m:r>
                        <m:sSup>
                          <m:sSupPr>
                            <m:ctrlPr>
                              <a:rPr lang="zh-CN" altLang="en-US" sz="2000" i="1">
                                <a:latin typeface="Cambria Math" panose="02040503050406030204" pitchFamily="18" charset="0"/>
                              </a:rPr>
                            </m:ctrlPr>
                          </m:sSupPr>
                          <m:e>
                            <m:d>
                              <m:dPr>
                                <m:begChr m:val=")"/>
                                <m:endChr m:val=""/>
                                <m:ctrlPr>
                                  <a:rPr lang="zh-CN" altLang="en-US" sz="2000" i="1">
                                    <a:latin typeface="Cambria Math" panose="02040503050406030204" pitchFamily="18" charset="0"/>
                                  </a:rPr>
                                </m:ctrlPr>
                              </m:dPr>
                              <m:e>
                                <m:r>
                                  <a:rPr lang="en-US" altLang="zh-CN" sz="2000" i="1">
                                    <a:latin typeface="Cambria Math" panose="02040503050406030204" pitchFamily="18" charset="0"/>
                                  </a:rPr>
                                  <m:t> </m:t>
                                </m:r>
                              </m:e>
                            </m:d>
                          </m:e>
                          <m:sup>
                            <m:r>
                              <a:rPr lang="zh-CN" altLang="en-US" sz="2000">
                                <a:latin typeface="Cambria Math" panose="02040503050406030204" pitchFamily="18" charset="0"/>
                              </a:rPr>
                              <m:t>2</m:t>
                            </m:r>
                          </m:sup>
                        </m:sSup>
                        <m:r>
                          <a:rPr lang="zh-CN" altLang="en-US" sz="2000">
                            <a:latin typeface="Cambria Math" panose="02040503050406030204" pitchFamily="18" charset="0"/>
                          </a:rPr>
                          <m:t>(37−4</m:t>
                        </m:r>
                        <m:r>
                          <a:rPr lang="zh-CN" altLang="en-US" sz="2000" i="1">
                            <a:latin typeface="Cambria Math" panose="02040503050406030204" pitchFamily="18" charset="0"/>
                          </a:rPr>
                          <m:t>𝑥</m:t>
                        </m:r>
                        <m:r>
                          <a:rPr lang="zh-CN" altLang="en-US" sz="2000">
                            <a:latin typeface="Cambria Math" panose="02040503050406030204" pitchFamily="18" charset="0"/>
                          </a:rPr>
                          <m:t>)]=0</m:t>
                        </m:r>
                      </m:oMath>
                    </m:oMathPara>
                  </a14:m>
                  <a:endParaRPr lang="zh-CN" altLang="en-US" sz="2000" dirty="0"/>
                </a:p>
              </p:txBody>
            </p:sp>
          </mc:Choice>
          <mc:Fallback xmlns="">
            <p:sp>
              <p:nvSpPr>
                <p:cNvPr id="4" name="矩形 3">
                  <a:extLst>
                    <a:ext uri="{FF2B5EF4-FFF2-40B4-BE49-F238E27FC236}">
                      <a16:creationId xmlns:a16="http://schemas.microsoft.com/office/drawing/2014/main" id="{B140F44E-763C-4E09-81A8-9E6E19FF1977}"/>
                    </a:ext>
                  </a:extLst>
                </p:cNvPr>
                <p:cNvSpPr>
                  <a:spLocks noRot="1" noChangeAspect="1" noMove="1" noResize="1" noEditPoints="1" noAdjustHandles="1" noChangeArrowheads="1" noChangeShapeType="1" noTextEdit="1"/>
                </p:cNvSpPr>
                <p:nvPr/>
              </p:nvSpPr>
              <p:spPr>
                <a:xfrm>
                  <a:off x="1106957" y="2503679"/>
                  <a:ext cx="6469634" cy="902298"/>
                </a:xfrm>
                <a:prstGeom prst="rect">
                  <a:avLst/>
                </a:prstGeom>
                <a:blipFill>
                  <a:blip r:embed="rId4"/>
                  <a:stretch>
                    <a:fillRect t="-47273" b="-96364"/>
                  </a:stretch>
                </a:blipFill>
              </p:spPr>
              <p:txBody>
                <a:bodyPr/>
                <a:lstStyle/>
                <a:p>
                  <a:r>
                    <a:rPr lang="zh-CN" altLang="en-US">
                      <a:noFill/>
                    </a:rPr>
                    <a:t> </a:t>
                  </a:r>
                </a:p>
              </p:txBody>
            </p:sp>
          </mc:Fallback>
        </mc:AlternateContent>
      </p:grpSp>
      <p:grpSp>
        <p:nvGrpSpPr>
          <p:cNvPr id="21" name="组合 20">
            <a:extLst>
              <a:ext uri="{FF2B5EF4-FFF2-40B4-BE49-F238E27FC236}">
                <a16:creationId xmlns:a16="http://schemas.microsoft.com/office/drawing/2014/main" id="{A3079A8B-23C7-4FB4-BFF2-618AFAA8BB87}"/>
              </a:ext>
            </a:extLst>
          </p:cNvPr>
          <p:cNvGrpSpPr/>
          <p:nvPr/>
        </p:nvGrpSpPr>
        <p:grpSpPr>
          <a:xfrm>
            <a:off x="703067" y="3134929"/>
            <a:ext cx="3386665" cy="552353"/>
            <a:chOff x="390885" y="3513300"/>
            <a:chExt cx="4515555" cy="736469"/>
          </a:xfrm>
        </p:grpSpPr>
        <p:sp>
          <p:nvSpPr>
            <p:cNvPr id="14" name="文本框 13">
              <a:extLst>
                <a:ext uri="{FF2B5EF4-FFF2-40B4-BE49-F238E27FC236}">
                  <a16:creationId xmlns:a16="http://schemas.microsoft.com/office/drawing/2014/main" id="{17EB7A48-A81F-436E-83E7-478DEEE99F1F}"/>
                </a:ext>
              </a:extLst>
            </p:cNvPr>
            <p:cNvSpPr txBox="1"/>
            <p:nvPr/>
          </p:nvSpPr>
          <p:spPr>
            <a:xfrm>
              <a:off x="390885" y="3513300"/>
              <a:ext cx="845062" cy="665821"/>
            </a:xfrm>
            <a:prstGeom prst="rect">
              <a:avLst/>
            </a:prstGeom>
            <a:noFill/>
          </p:spPr>
          <p:txBody>
            <a:bodyPr wrap="square">
              <a:spAutoFit/>
            </a:bodyPr>
            <a:lstStyle/>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得</a:t>
              </a:r>
            </a:p>
          </p:txBody>
        </p: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CB6DFAF7-543D-4112-8E6B-9FC61D80A007}"/>
                    </a:ext>
                  </a:extLst>
                </p:cNvPr>
                <p:cNvSpPr/>
                <p:nvPr/>
              </p:nvSpPr>
              <p:spPr>
                <a:xfrm>
                  <a:off x="1235947" y="3546331"/>
                  <a:ext cx="3670493" cy="703438"/>
                </a:xfrm>
                <a:prstGeom prst="rect">
                  <a:avLst/>
                </a:prstGeom>
              </p:spPr>
              <p:txBody>
                <a:bodyPr wrap="none">
                  <a:spAutoFit/>
                </a:bodyPr>
                <a:lstStyle/>
                <a:p>
                  <a14:m>
                    <m:oMath xmlns:m="http://schemas.openxmlformats.org/officeDocument/2006/math">
                      <m:r>
                        <a:rPr lang="zh-CN" altLang="en-US" sz="2000" i="1">
                          <a:latin typeface="Cambria Math" panose="02040503050406030204" pitchFamily="18" charset="0"/>
                        </a:rPr>
                        <m:t>𝑥</m:t>
                      </m:r>
                      <m:r>
                        <a:rPr lang="zh-CN" altLang="en-US" sz="2000">
                          <a:latin typeface="Cambria Math" panose="02040503050406030204" pitchFamily="18" charset="0"/>
                        </a:rPr>
                        <m:t>=</m:t>
                      </m:r>
                      <m:f>
                        <m:fPr>
                          <m:ctrlPr>
                            <a:rPr lang="zh-CN" altLang="en-US" sz="2000" i="1">
                              <a:latin typeface="Cambria Math" panose="02040503050406030204" pitchFamily="18" charset="0"/>
                            </a:rPr>
                          </m:ctrlPr>
                        </m:fPr>
                        <m:num>
                          <m:r>
                            <a:rPr lang="zh-CN" altLang="en-US" sz="2000">
                              <a:latin typeface="Cambria Math" panose="02040503050406030204" pitchFamily="18" charset="0"/>
                            </a:rPr>
                            <m:t>37</m:t>
                          </m:r>
                        </m:num>
                        <m:den>
                          <m:r>
                            <a:rPr lang="zh-CN" altLang="en-US" sz="2000">
                              <a:latin typeface="Cambria Math" panose="02040503050406030204" pitchFamily="18" charset="0"/>
                            </a:rPr>
                            <m:t>4</m:t>
                          </m:r>
                        </m:den>
                      </m:f>
                      <m:r>
                        <a:rPr lang="zh-CN" altLang="en-US" sz="2000">
                          <a:latin typeface="Cambria Math" panose="02040503050406030204" pitchFamily="18" charset="0"/>
                        </a:rPr>
                        <m:t>,  </m:t>
                      </m:r>
                      <m:r>
                        <a:rPr lang="zh-CN" altLang="en-US" sz="2000" i="1">
                          <a:latin typeface="Cambria Math" panose="02040503050406030204" pitchFamily="18" charset="0"/>
                        </a:rPr>
                        <m:t>𝑥</m:t>
                      </m:r>
                      <m:r>
                        <a:rPr lang="zh-CN" altLang="en-US" sz="2000">
                          <a:latin typeface="Cambria Math" panose="02040503050406030204" pitchFamily="18" charset="0"/>
                        </a:rPr>
                        <m:t>=7</m:t>
                      </m:r>
                    </m:oMath>
                  </a14:m>
                  <a:r>
                    <a:rPr lang="zh-CN" altLang="en-US" sz="2000" dirty="0">
                      <a:latin typeface="微软雅黑" panose="020B0503020204020204" pitchFamily="34" charset="-122"/>
                      <a:ea typeface="微软雅黑" panose="020B0503020204020204" pitchFamily="34" charset="-122"/>
                    </a:rPr>
                    <a:t>（舍去）</a:t>
                  </a:r>
                </a:p>
              </p:txBody>
            </p:sp>
          </mc:Choice>
          <mc:Fallback xmlns="">
            <p:sp>
              <p:nvSpPr>
                <p:cNvPr id="20" name="矩形 19">
                  <a:extLst>
                    <a:ext uri="{FF2B5EF4-FFF2-40B4-BE49-F238E27FC236}">
                      <a16:creationId xmlns:a16="http://schemas.microsoft.com/office/drawing/2014/main" id="{CB6DFAF7-543D-4112-8E6B-9FC61D80A007}"/>
                    </a:ext>
                  </a:extLst>
                </p:cNvPr>
                <p:cNvSpPr>
                  <a:spLocks noRot="1" noChangeAspect="1" noMove="1" noResize="1" noEditPoints="1" noAdjustHandles="1" noChangeArrowheads="1" noChangeShapeType="1" noTextEdit="1"/>
                </p:cNvSpPr>
                <p:nvPr/>
              </p:nvSpPr>
              <p:spPr>
                <a:xfrm>
                  <a:off x="1235947" y="3546331"/>
                  <a:ext cx="3670493" cy="703438"/>
                </a:xfrm>
                <a:prstGeom prst="rect">
                  <a:avLst/>
                </a:prstGeom>
                <a:blipFill>
                  <a:blip r:embed="rId5"/>
                  <a:stretch>
                    <a:fillRect r="-917" b="-6977"/>
                  </a:stretch>
                </a:blipFill>
              </p:spPr>
              <p:txBody>
                <a:bodyPr/>
                <a:lstStyle/>
                <a:p>
                  <a:r>
                    <a:rPr lang="zh-CN" altLang="en-US">
                      <a:noFill/>
                    </a:rPr>
                    <a:t> </a:t>
                  </a:r>
                </a:p>
              </p:txBody>
            </p:sp>
          </mc:Fallback>
        </mc:AlternateContent>
      </p:grpSp>
      <p:grpSp>
        <p:nvGrpSpPr>
          <p:cNvPr id="23" name="组合 22">
            <a:extLst>
              <a:ext uri="{FF2B5EF4-FFF2-40B4-BE49-F238E27FC236}">
                <a16:creationId xmlns:a16="http://schemas.microsoft.com/office/drawing/2014/main" id="{21B9E0B9-16B8-49AB-B696-FFE0E493FED7}"/>
              </a:ext>
            </a:extLst>
          </p:cNvPr>
          <p:cNvGrpSpPr/>
          <p:nvPr/>
        </p:nvGrpSpPr>
        <p:grpSpPr>
          <a:xfrm>
            <a:off x="703067" y="3844010"/>
            <a:ext cx="3655588" cy="709938"/>
            <a:chOff x="390885" y="4314537"/>
            <a:chExt cx="4874117" cy="946583"/>
          </a:xfrm>
        </p:grpSpPr>
        <p:sp>
          <p:nvSpPr>
            <p:cNvPr id="15" name="文本框 14">
              <a:extLst>
                <a:ext uri="{FF2B5EF4-FFF2-40B4-BE49-F238E27FC236}">
                  <a16:creationId xmlns:a16="http://schemas.microsoft.com/office/drawing/2014/main" id="{8CCF9999-ACBF-4940-8282-0A44F3ED9823}"/>
                </a:ext>
              </a:extLst>
            </p:cNvPr>
            <p:cNvSpPr txBox="1"/>
            <p:nvPr/>
          </p:nvSpPr>
          <p:spPr>
            <a:xfrm>
              <a:off x="390885" y="4417788"/>
              <a:ext cx="1080600" cy="665822"/>
            </a:xfrm>
            <a:prstGeom prst="rect">
              <a:avLst/>
            </a:prstGeom>
            <a:noFill/>
          </p:spPr>
          <p:txBody>
            <a:bodyPr wrap="square">
              <a:spAutoFit/>
            </a:bodyPr>
            <a:lstStyle/>
            <a:p>
              <a:pPr>
                <a:lnSpc>
                  <a:spcPct val="150000"/>
                </a:lnSpc>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又知</a:t>
              </a:r>
            </a:p>
          </p:txBody>
        </p:sp>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69ED46F3-C80D-4671-9C92-5383D72A3B18}"/>
                    </a:ext>
                  </a:extLst>
                </p:cNvPr>
                <p:cNvSpPr/>
                <p:nvPr/>
              </p:nvSpPr>
              <p:spPr>
                <a:xfrm>
                  <a:off x="1471485" y="4314537"/>
                  <a:ext cx="3793517" cy="9465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CN" altLang="en-US" sz="2000" i="1">
                                <a:latin typeface="Cambria Math" panose="02040503050406030204" pitchFamily="18" charset="0"/>
                              </a:rPr>
                            </m:ctrlPr>
                          </m:fPr>
                          <m:num>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𝑑</m:t>
                                </m:r>
                              </m:e>
                              <m:sup>
                                <m:r>
                                  <a:rPr lang="zh-CN" altLang="en-US" sz="2000">
                                    <a:latin typeface="Cambria Math" panose="02040503050406030204" pitchFamily="18" charset="0"/>
                                  </a:rPr>
                                  <m:t>2</m:t>
                                </m:r>
                              </m:sup>
                            </m:sSup>
                          </m:num>
                          <m:den>
                            <m:r>
                              <a:rPr lang="zh-CN" altLang="en-US" sz="2000" i="1">
                                <a:latin typeface="Cambria Math" panose="02040503050406030204" pitchFamily="18" charset="0"/>
                              </a:rPr>
                              <m:t>𝑑</m:t>
                            </m:r>
                            <m:sSup>
                              <m:sSupPr>
                                <m:ctrlPr>
                                  <a:rPr lang="zh-CN" altLang="en-US" sz="2000" i="1">
                                    <a:latin typeface="Cambria Math" panose="02040503050406030204" pitchFamily="18" charset="0"/>
                                  </a:rPr>
                                </m:ctrlPr>
                              </m:sSupPr>
                              <m:e>
                                <m:r>
                                  <a:rPr lang="zh-CN" altLang="en-US" sz="2000" i="1">
                                    <a:latin typeface="Cambria Math" panose="02040503050406030204" pitchFamily="18" charset="0"/>
                                  </a:rPr>
                                  <m:t>𝑥</m:t>
                                </m:r>
                              </m:e>
                              <m:sup>
                                <m:r>
                                  <a:rPr lang="zh-CN" altLang="en-US" sz="2000">
                                    <a:latin typeface="Cambria Math" panose="02040503050406030204" pitchFamily="18" charset="0"/>
                                  </a:rPr>
                                  <m:t>2</m:t>
                                </m:r>
                              </m:sup>
                            </m:sSup>
                          </m:den>
                        </m:f>
                        <m:r>
                          <a:rPr lang="zh-CN" altLang="en-US" sz="2000" i="1">
                            <a:latin typeface="Cambria Math" panose="02040503050406030204" pitchFamily="18" charset="0"/>
                          </a:rPr>
                          <m:t>𝐸</m:t>
                        </m:r>
                        <m:r>
                          <a:rPr lang="zh-CN" altLang="en-US" sz="2000">
                            <a:latin typeface="Cambria Math" panose="02040503050406030204" pitchFamily="18" charset="0"/>
                          </a:rPr>
                          <m:t>[</m:t>
                        </m:r>
                        <m:r>
                          <a:rPr lang="zh-CN" altLang="en-US" sz="2000" i="1">
                            <a:latin typeface="Cambria Math" panose="02040503050406030204" pitchFamily="18" charset="0"/>
                          </a:rPr>
                          <m:t>𝐺</m:t>
                        </m:r>
                        <m:r>
                          <a:rPr lang="zh-CN" altLang="en-US" sz="2000">
                            <a:latin typeface="Cambria Math" panose="02040503050406030204" pitchFamily="18" charset="0"/>
                          </a:rPr>
                          <m:t>(</m:t>
                        </m:r>
                        <m:r>
                          <a:rPr lang="zh-CN" altLang="en-US" sz="2000" i="1">
                            <a:latin typeface="Cambria Math" panose="02040503050406030204" pitchFamily="18" charset="0"/>
                          </a:rPr>
                          <m:t>𝑋</m:t>
                        </m:r>
                        <m:r>
                          <a:rPr lang="zh-CN" altLang="en-US" sz="2000">
                            <a:latin typeface="Cambria Math" panose="02040503050406030204" pitchFamily="18" charset="0"/>
                          </a:rPr>
                          <m:t>)</m:t>
                        </m:r>
                        <m:sSub>
                          <m:sSubPr>
                            <m:ctrlPr>
                              <a:rPr lang="zh-CN" altLang="en-US" sz="2000" i="1">
                                <a:latin typeface="Cambria Math" panose="02040503050406030204" pitchFamily="18" charset="0"/>
                              </a:rPr>
                            </m:ctrlPr>
                          </m:sSubPr>
                          <m:e>
                            <m:d>
                              <m:dPr>
                                <m:begChr m:val="]"/>
                                <m:endChr m:val=""/>
                                <m:ctrlPr>
                                  <a:rPr lang="zh-CN" altLang="en-US" sz="2000" i="1">
                                    <a:latin typeface="Cambria Math" panose="02040503050406030204" pitchFamily="18" charset="0"/>
                                  </a:rPr>
                                </m:ctrlPr>
                              </m:dPr>
                              <m:e>
                                <m:r>
                                  <a:rPr lang="en-US" altLang="zh-CN" sz="2000" i="1">
                                    <a:latin typeface="Cambria Math" panose="02040503050406030204" pitchFamily="18" charset="0"/>
                                  </a:rPr>
                                  <m:t> </m:t>
                                </m:r>
                              </m:e>
                            </m:d>
                          </m:e>
                          <m:sub>
                            <m:r>
                              <a:rPr lang="zh-CN" altLang="en-US" sz="2000" i="1">
                                <a:latin typeface="Cambria Math" panose="02040503050406030204" pitchFamily="18" charset="0"/>
                              </a:rPr>
                              <m:t>𝑥</m:t>
                            </m:r>
                            <m:r>
                              <a:rPr lang="zh-CN" altLang="en-US" sz="2000">
                                <a:latin typeface="Cambria Math" panose="02040503050406030204" pitchFamily="18" charset="0"/>
                              </a:rPr>
                              <m:t>=</m:t>
                            </m:r>
                            <m:f>
                              <m:fPr>
                                <m:type m:val="lin"/>
                                <m:ctrlPr>
                                  <a:rPr lang="zh-CN" altLang="en-US" sz="2000" i="1">
                                    <a:latin typeface="Cambria Math" panose="02040503050406030204" pitchFamily="18" charset="0"/>
                                  </a:rPr>
                                </m:ctrlPr>
                              </m:fPr>
                              <m:num>
                                <m:r>
                                  <a:rPr lang="zh-CN" altLang="en-US" sz="2000">
                                    <a:latin typeface="Cambria Math" panose="02040503050406030204" pitchFamily="18" charset="0"/>
                                  </a:rPr>
                                  <m:t>37</m:t>
                                </m:r>
                              </m:num>
                              <m:den>
                                <m:r>
                                  <a:rPr lang="zh-CN" altLang="en-US" sz="2000">
                                    <a:latin typeface="Cambria Math" panose="02040503050406030204" pitchFamily="18" charset="0"/>
                                  </a:rPr>
                                  <m:t>4</m:t>
                                </m:r>
                              </m:den>
                            </m:f>
                          </m:sub>
                        </m:sSub>
                        <m:r>
                          <a:rPr lang="zh-CN" altLang="en-US" sz="2000">
                            <a:latin typeface="Cambria Math" panose="02040503050406030204" pitchFamily="18" charset="0"/>
                          </a:rPr>
                          <m:t>&lt;0</m:t>
                        </m:r>
                      </m:oMath>
                    </m:oMathPara>
                  </a14:m>
                  <a:endParaRPr lang="zh-CN" altLang="en-US" sz="2000" dirty="0"/>
                </a:p>
              </p:txBody>
            </p:sp>
          </mc:Choice>
          <mc:Fallback xmlns="">
            <p:sp>
              <p:nvSpPr>
                <p:cNvPr id="22" name="矩形 21">
                  <a:extLst>
                    <a:ext uri="{FF2B5EF4-FFF2-40B4-BE49-F238E27FC236}">
                      <a16:creationId xmlns:a16="http://schemas.microsoft.com/office/drawing/2014/main" id="{69ED46F3-C80D-4671-9C92-5383D72A3B18}"/>
                    </a:ext>
                  </a:extLst>
                </p:cNvPr>
                <p:cNvSpPr>
                  <a:spLocks noRot="1" noChangeAspect="1" noMove="1" noResize="1" noEditPoints="1" noAdjustHandles="1" noChangeArrowheads="1" noChangeShapeType="1" noTextEdit="1"/>
                </p:cNvSpPr>
                <p:nvPr/>
              </p:nvSpPr>
              <p:spPr>
                <a:xfrm>
                  <a:off x="1471485" y="4314537"/>
                  <a:ext cx="3793517" cy="946583"/>
                </a:xfrm>
                <a:prstGeom prst="rect">
                  <a:avLst/>
                </a:prstGeom>
                <a:blipFill>
                  <a:blip r:embed="rId6"/>
                  <a:stretch>
                    <a:fillRect t="-40351" b="-94737"/>
                  </a:stretch>
                </a:blipFill>
              </p:spPr>
              <p:txBody>
                <a:bodyPr/>
                <a:lstStyle/>
                <a:p>
                  <a:r>
                    <a:rPr lang="zh-CN" altLang="en-US">
                      <a:noFill/>
                    </a:rPr>
                    <a:t> </a:t>
                  </a:r>
                </a:p>
              </p:txBody>
            </p:sp>
          </mc:Fallback>
        </mc:AlternateContent>
      </p:grpSp>
      <p:cxnSp>
        <p:nvCxnSpPr>
          <p:cNvPr id="2" name="直线连接符 1">
            <a:extLst>
              <a:ext uri="{FF2B5EF4-FFF2-40B4-BE49-F238E27FC236}">
                <a16:creationId xmlns:a16="http://schemas.microsoft.com/office/drawing/2014/main" id="{1157AA46-2DB1-C4A6-D3C7-8DD3B80E2FFC}"/>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5" name="副标题 2">
            <a:extLst>
              <a:ext uri="{FF2B5EF4-FFF2-40B4-BE49-F238E27FC236}">
                <a16:creationId xmlns:a16="http://schemas.microsoft.com/office/drawing/2014/main" id="{18B84701-9E03-1FF7-6DCC-0C7AC4038233}"/>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#9</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
        <p:nvSpPr>
          <p:cNvPr id="6" name="矩形 5">
            <a:extLst>
              <a:ext uri="{FF2B5EF4-FFF2-40B4-BE49-F238E27FC236}">
                <a16:creationId xmlns:a16="http://schemas.microsoft.com/office/drawing/2014/main" id="{FC24B964-6DA9-17E9-1B65-09881515CB46}"/>
              </a:ext>
            </a:extLst>
          </p:cNvPr>
          <p:cNvSpPr/>
          <p:nvPr/>
        </p:nvSpPr>
        <p:spPr bwMode="auto">
          <a:xfrm>
            <a:off x="0" y="0"/>
            <a:ext cx="260169" cy="6858000"/>
          </a:xfrm>
          <a:prstGeom prst="rect">
            <a:avLst/>
          </a:prstGeom>
          <a:solidFill>
            <a:srgbClr val="00B05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3241949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副标题 2">
                <a:extLst>
                  <a:ext uri="{FF2B5EF4-FFF2-40B4-BE49-F238E27FC236}">
                    <a16:creationId xmlns:a16="http://schemas.microsoft.com/office/drawing/2014/main" id="{9C5CAF33-0BC2-4633-85E5-21B2ACD15FC7}"/>
                  </a:ext>
                </a:extLst>
              </p:cNvPr>
              <p:cNvSpPr txBox="1">
                <a:spLocks/>
              </p:cNvSpPr>
              <p:nvPr/>
            </p:nvSpPr>
            <p:spPr>
              <a:xfrm>
                <a:off x="472966" y="1026481"/>
                <a:ext cx="8389680" cy="1458887"/>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5000"/>
                  </a:lnSpc>
                </a:pPr>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某公司计划开发一种新产品市场，并试图确定该产品的产量。他们估计出售一件产品可获利</a:t>
                </a:r>
                <a14:m>
                  <m:oMath xmlns:m="http://schemas.openxmlformats.org/officeDocument/2006/math">
                    <m:r>
                      <a:rPr lang="en-US" altLang="zh-CN" sz="2200" i="1" dirty="0" smtClean="0">
                        <a:latin typeface="Cambria Math" panose="02040503050406030204" pitchFamily="18" charset="0"/>
                        <a:ea typeface="KaiTi" panose="02010609060101010101" pitchFamily="49" charset="-122"/>
                        <a:cs typeface="Times New Roman" panose="02020603050405020304" pitchFamily="18" charset="0"/>
                      </a:rPr>
                      <m:t>𝑚</m:t>
                    </m:r>
                  </m:oMath>
                </a14:m>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元，而积压一件产品将导致</a:t>
                </a:r>
                <a14:m>
                  <m:oMath xmlns:m="http://schemas.openxmlformats.org/officeDocument/2006/math">
                    <m:r>
                      <a:rPr lang="en-US" altLang="zh-CN" sz="2200" i="1" dirty="0" smtClean="0">
                        <a:latin typeface="Cambria Math" panose="02040503050406030204" pitchFamily="18" charset="0"/>
                        <a:ea typeface="KaiTi" panose="02010609060101010101" pitchFamily="49" charset="-122"/>
                        <a:cs typeface="Times New Roman" panose="02020603050405020304" pitchFamily="18" charset="0"/>
                      </a:rPr>
                      <m:t>𝑛</m:t>
                    </m:r>
                  </m:oMath>
                </a14:m>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元的损失。预测销售量</a:t>
                </a:r>
                <a14:m>
                  <m:oMath xmlns:m="http://schemas.openxmlformats.org/officeDocument/2006/math">
                    <m:r>
                      <a:rPr lang="en-US" altLang="zh-CN" sz="2200" i="1" dirty="0" smtClean="0">
                        <a:latin typeface="Cambria Math" panose="02040503050406030204" pitchFamily="18" charset="0"/>
                        <a:ea typeface="KaiTi" panose="02010609060101010101" pitchFamily="49" charset="-122"/>
                        <a:cs typeface="Times New Roman" panose="02020603050405020304" pitchFamily="18" charset="0"/>
                      </a:rPr>
                      <m:t>𝑌</m:t>
                    </m:r>
                  </m:oMath>
                </a14:m>
                <a:r>
                  <a:rPr lang="en-US" altLang="zh-CN" sz="2200" dirty="0">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件</a:t>
                </a:r>
                <a:r>
                  <a:rPr lang="en-US" altLang="zh-CN" sz="2200" dirty="0">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 服从指数分布，其概率密度为：</a:t>
                </a:r>
                <a:endParaRPr lang="en-US" altLang="zh-CN" sz="2200" dirty="0">
                  <a:latin typeface="Microsoft YaHei" panose="020B0503020204020204" pitchFamily="34" charset="-122"/>
                  <a:ea typeface="Microsoft YaHei" panose="020B0503020204020204" pitchFamily="34" charset="-122"/>
                  <a:cs typeface="Times New Roman" panose="02020603050405020304" pitchFamily="18" charset="0"/>
                </a:endParaRPr>
              </a:p>
            </p:txBody>
          </p:sp>
        </mc:Choice>
        <mc:Fallback xmlns="">
          <p:sp>
            <p:nvSpPr>
              <p:cNvPr id="5" name="副标题 2">
                <a:extLst>
                  <a:ext uri="{FF2B5EF4-FFF2-40B4-BE49-F238E27FC236}">
                    <a16:creationId xmlns:a16="http://schemas.microsoft.com/office/drawing/2014/main" id="{9C5CAF33-0BC2-4633-85E5-21B2ACD15FC7}"/>
                  </a:ext>
                </a:extLst>
              </p:cNvPr>
              <p:cNvSpPr txBox="1">
                <a:spLocks noRot="1" noChangeAspect="1" noMove="1" noResize="1" noEditPoints="1" noAdjustHandles="1" noChangeArrowheads="1" noChangeShapeType="1" noTextEdit="1"/>
              </p:cNvSpPr>
              <p:nvPr/>
            </p:nvSpPr>
            <p:spPr>
              <a:xfrm>
                <a:off x="472966" y="1026481"/>
                <a:ext cx="8389680" cy="1458887"/>
              </a:xfrm>
              <a:prstGeom prst="rect">
                <a:avLst/>
              </a:prstGeom>
              <a:blipFill>
                <a:blip r:embed="rId2"/>
                <a:stretch>
                  <a:fillRect l="-1210" r="-9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CE9C7AB-327A-E7A7-F057-4DA55BD00B7E}"/>
                  </a:ext>
                </a:extLst>
              </p:cNvPr>
              <p:cNvSpPr txBox="1"/>
              <p:nvPr/>
            </p:nvSpPr>
            <p:spPr>
              <a:xfrm>
                <a:off x="472966" y="3851599"/>
                <a:ext cx="8943033" cy="535852"/>
              </a:xfrm>
              <a:prstGeom prst="rect">
                <a:avLst/>
              </a:prstGeom>
              <a:noFill/>
            </p:spPr>
            <p:txBody>
              <a:bodyPr wrap="square">
                <a:spAutoFit/>
              </a:bodyPr>
              <a:lstStyle/>
              <a:p>
                <a:pPr>
                  <a:lnSpc>
                    <a:spcPct val="150000"/>
                  </a:lnSpc>
                </a:pPr>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问若要获得利润的数学期望最大，应生产多少件产品</a:t>
                </a:r>
                <a:r>
                  <a:rPr lang="en-US" altLang="zh-CN" sz="2200" dirty="0">
                    <a:latin typeface="Microsoft YaHei" panose="020B0503020204020204" pitchFamily="34" charset="-122"/>
                    <a:ea typeface="Microsoft YaHei" panose="020B0503020204020204" pitchFamily="34" charset="-122"/>
                    <a:cs typeface="Times New Roman" panose="02020603050405020304" pitchFamily="18" charset="0"/>
                  </a:rPr>
                  <a:t>(</a:t>
                </a:r>
                <a14:m>
                  <m:oMath xmlns:m="http://schemas.openxmlformats.org/officeDocument/2006/math">
                    <m:r>
                      <a:rPr lang="en-US" altLang="zh-CN" sz="2200" i="1" dirty="0" smtClean="0">
                        <a:latin typeface="Cambria Math" panose="02040503050406030204" pitchFamily="18" charset="0"/>
                        <a:ea typeface="KaiTi" panose="02010609060101010101" pitchFamily="49" charset="-122"/>
                        <a:cs typeface="Times New Roman" panose="02020603050405020304" pitchFamily="18" charset="0"/>
                      </a:rPr>
                      <m:t>𝑚</m:t>
                    </m:r>
                    <m:r>
                      <a:rPr lang="en-US" altLang="zh-CN" sz="2200" i="1" dirty="0" smtClean="0">
                        <a:latin typeface="Cambria Math" panose="02040503050406030204" pitchFamily="18" charset="0"/>
                        <a:ea typeface="KaiTi" panose="02010609060101010101" pitchFamily="49" charset="-122"/>
                        <a:cs typeface="Times New Roman" panose="02020603050405020304" pitchFamily="18" charset="0"/>
                      </a:rPr>
                      <m:t>,</m:t>
                    </m:r>
                    <m:r>
                      <a:rPr lang="en-US" altLang="zh-CN" sz="2200" i="1" dirty="0" smtClean="0">
                        <a:latin typeface="Cambria Math" panose="02040503050406030204" pitchFamily="18" charset="0"/>
                        <a:ea typeface="KaiTi" panose="02010609060101010101" pitchFamily="49" charset="-122"/>
                        <a:cs typeface="Times New Roman" panose="02020603050405020304" pitchFamily="18" charset="0"/>
                      </a:rPr>
                      <m:t>𝑛</m:t>
                    </m:r>
                    <m:r>
                      <a:rPr lang="en-US" altLang="zh-CN" sz="2200" i="1" dirty="0" smtClean="0">
                        <a:latin typeface="Cambria Math" panose="02040503050406030204" pitchFamily="18" charset="0"/>
                        <a:ea typeface="KaiTi" panose="02010609060101010101" pitchFamily="49" charset="-122"/>
                        <a:cs typeface="Times New Roman" panose="02020603050405020304" pitchFamily="18" charset="0"/>
                      </a:rPr>
                      <m:t>,</m:t>
                    </m:r>
                    <m:r>
                      <a:rPr lang="zh-CN" altLang="en-US" sz="2200" i="1">
                        <a:latin typeface="Cambria Math" panose="02040503050406030204" pitchFamily="18" charset="0"/>
                      </a:rPr>
                      <m:t>𝜃</m:t>
                    </m:r>
                  </m:oMath>
                </a14:m>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均已知</a:t>
                </a:r>
                <a:r>
                  <a:rPr lang="en-US" altLang="zh-CN" sz="2200" dirty="0">
                    <a:latin typeface="Microsoft YaHei" panose="020B0503020204020204" pitchFamily="34" charset="-122"/>
                    <a:ea typeface="Microsoft YaHei" panose="020B0503020204020204" pitchFamily="34" charset="-122"/>
                    <a:cs typeface="Times New Roman" panose="02020603050405020304" pitchFamily="18" charset="0"/>
                  </a:rPr>
                  <a:t>)</a:t>
                </a:r>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a:t>
                </a:r>
              </a:p>
            </p:txBody>
          </p:sp>
        </mc:Choice>
        <mc:Fallback xmlns="">
          <p:sp>
            <p:nvSpPr>
              <p:cNvPr id="11" name="文本框 10">
                <a:extLst>
                  <a:ext uri="{FF2B5EF4-FFF2-40B4-BE49-F238E27FC236}">
                    <a16:creationId xmlns:a16="http://schemas.microsoft.com/office/drawing/2014/main" id="{ACE9C7AB-327A-E7A7-F057-4DA55BD00B7E}"/>
                  </a:ext>
                </a:extLst>
              </p:cNvPr>
              <p:cNvSpPr txBox="1">
                <a:spLocks noRot="1" noChangeAspect="1" noMove="1" noResize="1" noEditPoints="1" noAdjustHandles="1" noChangeArrowheads="1" noChangeShapeType="1" noTextEdit="1"/>
              </p:cNvSpPr>
              <p:nvPr/>
            </p:nvSpPr>
            <p:spPr>
              <a:xfrm>
                <a:off x="472966" y="3851599"/>
                <a:ext cx="8943033" cy="535852"/>
              </a:xfrm>
              <a:prstGeom prst="rect">
                <a:avLst/>
              </a:prstGeom>
              <a:blipFill>
                <a:blip r:embed="rId3"/>
                <a:stretch>
                  <a:fillRect l="-851" b="-232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225BBFA-E913-4B29-B469-65B473D31534}"/>
                  </a:ext>
                </a:extLst>
              </p:cNvPr>
              <p:cNvSpPr txBox="1"/>
              <p:nvPr/>
            </p:nvSpPr>
            <p:spPr>
              <a:xfrm>
                <a:off x="472966" y="4704830"/>
                <a:ext cx="7800033" cy="535852"/>
              </a:xfrm>
              <a:prstGeom prst="rect">
                <a:avLst/>
              </a:prstGeom>
              <a:noFill/>
            </p:spPr>
            <p:txBody>
              <a:bodyPr wrap="square">
                <a:spAutoFit/>
              </a:bodyPr>
              <a:lstStyle/>
              <a:p>
                <a:pPr>
                  <a:lnSpc>
                    <a:spcPct val="150000"/>
                  </a:lnSpc>
                </a:pPr>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解     设生产</a:t>
                </a:r>
                <a14:m>
                  <m:oMath xmlns:m="http://schemas.openxmlformats.org/officeDocument/2006/math">
                    <m:r>
                      <a:rPr lang="en-US" altLang="zh-CN" sz="2200" i="1" dirty="0" smtClean="0">
                        <a:latin typeface="Cambria Math" panose="02040503050406030204" pitchFamily="18" charset="0"/>
                        <a:ea typeface="KaiTi" panose="02010609060101010101" pitchFamily="49" charset="-122"/>
                        <a:cs typeface="Times New Roman" panose="02020603050405020304" pitchFamily="18" charset="0"/>
                      </a:rPr>
                      <m:t>𝑥</m:t>
                    </m:r>
                  </m:oMath>
                </a14:m>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件，则获利</a:t>
                </a:r>
                <a14:m>
                  <m:oMath xmlns:m="http://schemas.openxmlformats.org/officeDocument/2006/math">
                    <m:r>
                      <a:rPr lang="en-US" altLang="zh-CN" sz="2200" i="1" dirty="0" smtClean="0">
                        <a:latin typeface="Cambria Math" panose="02040503050406030204" pitchFamily="18" charset="0"/>
                        <a:ea typeface="KaiTi" panose="02010609060101010101" pitchFamily="49" charset="-122"/>
                        <a:cs typeface="Times New Roman" panose="02020603050405020304" pitchFamily="18" charset="0"/>
                      </a:rPr>
                      <m:t>𝑄</m:t>
                    </m:r>
                  </m:oMath>
                </a14:m>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是</a:t>
                </a:r>
                <a14:m>
                  <m:oMath xmlns:m="http://schemas.openxmlformats.org/officeDocument/2006/math">
                    <m:r>
                      <a:rPr lang="en-US" altLang="zh-CN" sz="2200" i="1" dirty="0" smtClean="0">
                        <a:latin typeface="Cambria Math" panose="02040503050406030204" pitchFamily="18" charset="0"/>
                        <a:ea typeface="KaiTi" panose="02010609060101010101" pitchFamily="49" charset="-122"/>
                        <a:cs typeface="Times New Roman" panose="02020603050405020304" pitchFamily="18" charset="0"/>
                      </a:rPr>
                      <m:t>𝑥</m:t>
                    </m:r>
                  </m:oMath>
                </a14:m>
                <a:r>
                  <a:rPr lang="zh-CN" altLang="en-US" sz="2200" dirty="0">
                    <a:latin typeface="Microsoft YaHei" panose="020B0503020204020204" pitchFamily="34" charset="-122"/>
                    <a:ea typeface="Microsoft YaHei" panose="020B0503020204020204" pitchFamily="34" charset="-122"/>
                    <a:cs typeface="Times New Roman" panose="02020603050405020304" pitchFamily="18" charset="0"/>
                  </a:rPr>
                  <a:t>的函数</a:t>
                </a:r>
              </a:p>
            </p:txBody>
          </p:sp>
        </mc:Choice>
        <mc:Fallback xmlns="">
          <p:sp>
            <p:nvSpPr>
              <p:cNvPr id="10" name="文本框 9">
                <a:extLst>
                  <a:ext uri="{FF2B5EF4-FFF2-40B4-BE49-F238E27FC236}">
                    <a16:creationId xmlns:a16="http://schemas.microsoft.com/office/drawing/2014/main" id="{D225BBFA-E913-4B29-B469-65B473D31534}"/>
                  </a:ext>
                </a:extLst>
              </p:cNvPr>
              <p:cNvSpPr txBox="1">
                <a:spLocks noRot="1" noChangeAspect="1" noMove="1" noResize="1" noEditPoints="1" noAdjustHandles="1" noChangeArrowheads="1" noChangeShapeType="1" noTextEdit="1"/>
              </p:cNvSpPr>
              <p:nvPr/>
            </p:nvSpPr>
            <p:spPr>
              <a:xfrm>
                <a:off x="472966" y="4704830"/>
                <a:ext cx="7800033" cy="535852"/>
              </a:xfrm>
              <a:prstGeom prst="rect">
                <a:avLst/>
              </a:prstGeom>
              <a:blipFill>
                <a:blip r:embed="rId4"/>
                <a:stretch>
                  <a:fillRect l="-976" b="-232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EAFF1797-1308-45D6-9E52-EE4DD234CF50}"/>
                  </a:ext>
                </a:extLst>
              </p:cNvPr>
              <p:cNvSpPr/>
              <p:nvPr/>
            </p:nvSpPr>
            <p:spPr>
              <a:xfrm>
                <a:off x="2132059" y="2479154"/>
                <a:ext cx="4673139" cy="13710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200" i="1">
                              <a:latin typeface="Cambria Math" panose="02040503050406030204" pitchFamily="18" charset="0"/>
                            </a:rPr>
                          </m:ctrlPr>
                        </m:sSubPr>
                        <m:e>
                          <m:r>
                            <a:rPr lang="zh-CN" altLang="en-US" sz="2200" i="1">
                              <a:latin typeface="Cambria Math" panose="02040503050406030204" pitchFamily="18" charset="0"/>
                            </a:rPr>
                            <m:t>𝑓</m:t>
                          </m:r>
                        </m:e>
                        <m:sub>
                          <m:r>
                            <a:rPr lang="zh-CN" altLang="en-US" sz="2200" i="1">
                              <a:latin typeface="Cambria Math" panose="02040503050406030204" pitchFamily="18" charset="0"/>
                            </a:rPr>
                            <m:t>𝑌</m:t>
                          </m:r>
                        </m:sub>
                      </m:sSub>
                      <m:d>
                        <m:dPr>
                          <m:ctrlPr>
                            <a:rPr lang="zh-CN" altLang="en-US" sz="2200" i="1">
                              <a:latin typeface="Cambria Math" panose="02040503050406030204" pitchFamily="18" charset="0"/>
                            </a:rPr>
                          </m:ctrlPr>
                        </m:dPr>
                        <m:e>
                          <m:r>
                            <a:rPr lang="zh-CN" altLang="en-US" sz="2200" i="1">
                              <a:latin typeface="Cambria Math" panose="02040503050406030204" pitchFamily="18" charset="0"/>
                            </a:rPr>
                            <m:t>𝑦</m:t>
                          </m:r>
                        </m:e>
                      </m:d>
                      <m:r>
                        <a:rPr lang="zh-CN" altLang="en-US" sz="2200">
                          <a:latin typeface="Cambria Math" panose="02040503050406030204" pitchFamily="18" charset="0"/>
                        </a:rPr>
                        <m:t>=</m:t>
                      </m:r>
                      <m:d>
                        <m:dPr>
                          <m:begChr m:val="{"/>
                          <m:endChr m:val=""/>
                          <m:ctrlPr>
                            <a:rPr lang="zh-CN" altLang="en-US" sz="2200" i="1">
                              <a:latin typeface="Cambria Math" panose="02040503050406030204" pitchFamily="18" charset="0"/>
                            </a:rPr>
                          </m:ctrlPr>
                        </m:dPr>
                        <m:e>
                          <m:eqArr>
                            <m:eqArrPr>
                              <m:ctrlPr>
                                <a:rPr lang="zh-CN" altLang="en-US" sz="2200" i="1">
                                  <a:latin typeface="Cambria Math" panose="02040503050406030204" pitchFamily="18" charset="0"/>
                                </a:rPr>
                              </m:ctrlPr>
                            </m:eqArrPr>
                            <m:e>
                              <m:r>
                                <a:rPr lang="zh-CN" altLang="en-US" sz="2200">
                                  <a:latin typeface="Cambria Math" panose="02040503050406030204" pitchFamily="18" charset="0"/>
                                </a:rPr>
                                <m:t>&amp;</m:t>
                              </m:r>
                              <m:f>
                                <m:fPr>
                                  <m:ctrlPr>
                                    <a:rPr lang="zh-CN" altLang="en-US" sz="2200" i="1">
                                      <a:latin typeface="Cambria Math" panose="02040503050406030204" pitchFamily="18" charset="0"/>
                                    </a:rPr>
                                  </m:ctrlPr>
                                </m:fPr>
                                <m:num>
                                  <m:r>
                                    <a:rPr lang="zh-CN" altLang="en-US" sz="2200">
                                      <a:latin typeface="Cambria Math" panose="02040503050406030204" pitchFamily="18" charset="0"/>
                                    </a:rPr>
                                    <m:t>1</m:t>
                                  </m:r>
                                </m:num>
                                <m:den>
                                  <m:r>
                                    <a:rPr lang="zh-CN" altLang="en-US" sz="2200" i="1">
                                      <a:latin typeface="Cambria Math" panose="02040503050406030204" pitchFamily="18" charset="0"/>
                                    </a:rPr>
                                    <m:t>𝜃</m:t>
                                  </m:r>
                                </m:den>
                              </m:f>
                              <m:sSup>
                                <m:sSupPr>
                                  <m:ctrlPr>
                                    <a:rPr lang="zh-CN" altLang="en-US" sz="2200" i="1">
                                      <a:latin typeface="Cambria Math" panose="02040503050406030204" pitchFamily="18" charset="0"/>
                                    </a:rPr>
                                  </m:ctrlPr>
                                </m:sSupPr>
                                <m:e>
                                  <m:r>
                                    <a:rPr lang="zh-CN" altLang="en-US" sz="2200" i="1">
                                      <a:latin typeface="Cambria Math" panose="02040503050406030204" pitchFamily="18" charset="0"/>
                                    </a:rPr>
                                    <m:t>𝑒</m:t>
                                  </m:r>
                                </m:e>
                                <m:sup>
                                  <m:r>
                                    <a:rPr lang="zh-CN" altLang="en-US" sz="2200">
                                      <a:latin typeface="Cambria Math" panose="02040503050406030204" pitchFamily="18" charset="0"/>
                                    </a:rPr>
                                    <m:t>−</m:t>
                                  </m:r>
                                  <m:f>
                                    <m:fPr>
                                      <m:ctrlPr>
                                        <a:rPr lang="zh-CN" altLang="en-US" sz="2200" i="1">
                                          <a:latin typeface="Cambria Math" panose="02040503050406030204" pitchFamily="18" charset="0"/>
                                        </a:rPr>
                                      </m:ctrlPr>
                                    </m:fPr>
                                    <m:num>
                                      <m:r>
                                        <a:rPr lang="zh-CN" altLang="en-US" sz="2200" i="1">
                                          <a:latin typeface="Cambria Math" panose="02040503050406030204" pitchFamily="18" charset="0"/>
                                        </a:rPr>
                                        <m:t>𝑦</m:t>
                                      </m:r>
                                    </m:num>
                                    <m:den>
                                      <m:r>
                                        <a:rPr lang="zh-CN" altLang="en-US" sz="2200" i="1">
                                          <a:latin typeface="Cambria Math" panose="02040503050406030204" pitchFamily="18" charset="0"/>
                                        </a:rPr>
                                        <m:t>𝜃</m:t>
                                      </m:r>
                                    </m:den>
                                  </m:f>
                                </m:sup>
                              </m:sSup>
                              <m:r>
                                <a:rPr lang="zh-CN" altLang="en-US" sz="2200">
                                  <a:latin typeface="Cambria Math" panose="02040503050406030204" pitchFamily="18" charset="0"/>
                                </a:rPr>
                                <m:t>,  </m:t>
                              </m:r>
                              <m:r>
                                <a:rPr lang="zh-CN" altLang="en-US" sz="2200" i="1">
                                  <a:latin typeface="Cambria Math" panose="02040503050406030204" pitchFamily="18" charset="0"/>
                                </a:rPr>
                                <m:t>𝑦</m:t>
                              </m:r>
                              <m:r>
                                <a:rPr lang="zh-CN" altLang="en-US" sz="2200">
                                  <a:latin typeface="Cambria Math" panose="02040503050406030204" pitchFamily="18" charset="0"/>
                                </a:rPr>
                                <m:t>&gt;0,</m:t>
                              </m:r>
                            </m:e>
                            <m:e>
                              <m:r>
                                <a:rPr lang="zh-CN" altLang="en-US" sz="2200">
                                  <a:latin typeface="Cambria Math" panose="02040503050406030204" pitchFamily="18" charset="0"/>
                                </a:rPr>
                                <m:t>&amp; </m:t>
                              </m:r>
                            </m:e>
                            <m:e>
                              <m:r>
                                <a:rPr lang="zh-CN" altLang="en-US" sz="2200">
                                  <a:latin typeface="Cambria Math" panose="02040503050406030204" pitchFamily="18" charset="0"/>
                                </a:rPr>
                                <m:t>&amp;0,          </m:t>
                              </m:r>
                              <m:r>
                                <a:rPr lang="zh-CN" altLang="en-US" sz="2200" i="1">
                                  <a:latin typeface="Cambria Math" panose="02040503050406030204" pitchFamily="18" charset="0"/>
                                </a:rPr>
                                <m:t>𝑦</m:t>
                              </m:r>
                              <m:r>
                                <a:rPr lang="zh-CN" altLang="en-US" sz="2200">
                                  <a:latin typeface="Cambria Math" panose="02040503050406030204" pitchFamily="18" charset="0"/>
                                </a:rPr>
                                <m:t>≤0,</m:t>
                              </m:r>
                            </m:e>
                          </m:eqArr>
                        </m:e>
                      </m:d>
                      <m:r>
                        <a:rPr lang="zh-CN" altLang="en-US" sz="2200">
                          <a:latin typeface="Cambria Math" panose="02040503050406030204" pitchFamily="18" charset="0"/>
                        </a:rPr>
                        <m:t>       </m:t>
                      </m:r>
                      <m:r>
                        <a:rPr lang="zh-CN" altLang="en-US" sz="2200" i="1">
                          <a:latin typeface="Cambria Math" panose="02040503050406030204" pitchFamily="18" charset="0"/>
                        </a:rPr>
                        <m:t>𝜃</m:t>
                      </m:r>
                      <m:r>
                        <a:rPr lang="zh-CN" altLang="en-US" sz="2200">
                          <a:latin typeface="Cambria Math" panose="02040503050406030204" pitchFamily="18" charset="0"/>
                        </a:rPr>
                        <m:t>&gt;0</m:t>
                      </m:r>
                    </m:oMath>
                  </m:oMathPara>
                </a14:m>
                <a:endParaRPr lang="zh-CN" altLang="en-US" sz="2200" dirty="0">
                  <a:latin typeface="Times New Roman" panose="02020603050405020304" pitchFamily="18" charset="0"/>
                  <a:ea typeface="KaiTi" panose="02010609060101010101" pitchFamily="49" charset="-12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EAFF1797-1308-45D6-9E52-EE4DD234CF50}"/>
                  </a:ext>
                </a:extLst>
              </p:cNvPr>
              <p:cNvSpPr>
                <a:spLocks noRot="1" noChangeAspect="1" noMove="1" noResize="1" noEditPoints="1" noAdjustHandles="1" noChangeArrowheads="1" noChangeShapeType="1" noTextEdit="1"/>
              </p:cNvSpPr>
              <p:nvPr/>
            </p:nvSpPr>
            <p:spPr>
              <a:xfrm>
                <a:off x="2132059" y="2479154"/>
                <a:ext cx="4673139" cy="1371016"/>
              </a:xfrm>
              <a:prstGeom prst="rect">
                <a:avLst/>
              </a:prstGeom>
              <a:blipFill>
                <a:blip r:embed="rId5"/>
                <a:stretch>
                  <a:fillRect b="-18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B2383D0C-84A4-4EDE-A001-2BCB22258FC2}"/>
                  </a:ext>
                </a:extLst>
              </p:cNvPr>
              <p:cNvSpPr/>
              <p:nvPr/>
            </p:nvSpPr>
            <p:spPr>
              <a:xfrm>
                <a:off x="1295400" y="5635253"/>
                <a:ext cx="5793043" cy="117320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200" i="1">
                          <a:latin typeface="Cambria Math" panose="02040503050406030204" pitchFamily="18" charset="0"/>
                        </a:rPr>
                        <m:t>𝑄</m:t>
                      </m:r>
                      <m:r>
                        <a:rPr lang="zh-CN" altLang="en-US" sz="2200">
                          <a:latin typeface="Cambria Math" panose="02040503050406030204" pitchFamily="18" charset="0"/>
                        </a:rPr>
                        <m:t>=</m:t>
                      </m:r>
                      <m:r>
                        <a:rPr lang="zh-CN" altLang="en-US" sz="2200" i="1">
                          <a:latin typeface="Cambria Math" panose="02040503050406030204" pitchFamily="18" charset="0"/>
                        </a:rPr>
                        <m:t>𝑄</m:t>
                      </m:r>
                      <m:r>
                        <a:rPr lang="zh-CN" altLang="en-US" sz="2200">
                          <a:latin typeface="Cambria Math" panose="02040503050406030204" pitchFamily="18" charset="0"/>
                        </a:rPr>
                        <m:t>(</m:t>
                      </m:r>
                      <m:r>
                        <a:rPr lang="zh-CN" altLang="en-US" sz="2200" i="1">
                          <a:latin typeface="Cambria Math" panose="02040503050406030204" pitchFamily="18" charset="0"/>
                        </a:rPr>
                        <m:t>𝑥</m:t>
                      </m:r>
                      <m:r>
                        <a:rPr lang="zh-CN" altLang="en-US" sz="2200">
                          <a:latin typeface="Cambria Math" panose="02040503050406030204" pitchFamily="18" charset="0"/>
                        </a:rPr>
                        <m:t>)=</m:t>
                      </m:r>
                      <m:d>
                        <m:dPr>
                          <m:begChr m:val="{"/>
                          <m:endChr m:val=""/>
                          <m:ctrlPr>
                            <a:rPr lang="zh-CN" altLang="en-US" sz="2200" i="1">
                              <a:latin typeface="Cambria Math" panose="02040503050406030204" pitchFamily="18" charset="0"/>
                            </a:rPr>
                          </m:ctrlPr>
                        </m:dPr>
                        <m:e>
                          <m:eqArr>
                            <m:eqArrPr>
                              <m:ctrlPr>
                                <a:rPr lang="zh-CN" altLang="en-US" sz="2200" i="1">
                                  <a:latin typeface="Cambria Math" panose="02040503050406030204" pitchFamily="18" charset="0"/>
                                </a:rPr>
                              </m:ctrlPr>
                            </m:eqArrPr>
                            <m:e>
                              <m:r>
                                <a:rPr lang="zh-CN" altLang="en-US" sz="2200">
                                  <a:latin typeface="Cambria Math" panose="02040503050406030204" pitchFamily="18" charset="0"/>
                                </a:rPr>
                                <m:t>&amp;</m:t>
                              </m:r>
                              <m:r>
                                <a:rPr lang="zh-CN" altLang="en-US" sz="2200" i="1">
                                  <a:latin typeface="Cambria Math" panose="02040503050406030204" pitchFamily="18" charset="0"/>
                                </a:rPr>
                                <m:t>𝑚𝑌</m:t>
                              </m:r>
                              <m:r>
                                <a:rPr lang="zh-CN" altLang="en-US" sz="2200">
                                  <a:latin typeface="Cambria Math" panose="02040503050406030204" pitchFamily="18" charset="0"/>
                                </a:rPr>
                                <m:t>−</m:t>
                              </m:r>
                              <m:r>
                                <a:rPr lang="zh-CN" altLang="en-US" sz="2200" i="1">
                                  <a:latin typeface="Cambria Math" panose="02040503050406030204" pitchFamily="18" charset="0"/>
                                </a:rPr>
                                <m:t>𝑛</m:t>
                              </m:r>
                              <m:d>
                                <m:dPr>
                                  <m:ctrlPr>
                                    <a:rPr lang="zh-CN" altLang="en-US" sz="2200" i="1">
                                      <a:latin typeface="Cambria Math" panose="02040503050406030204" pitchFamily="18" charset="0"/>
                                    </a:rPr>
                                  </m:ctrlPr>
                                </m:dPr>
                                <m:e>
                                  <m:r>
                                    <a:rPr lang="zh-CN" altLang="en-US" sz="2200" i="1">
                                      <a:latin typeface="Cambria Math" panose="02040503050406030204" pitchFamily="18" charset="0"/>
                                    </a:rPr>
                                    <m:t>𝑥</m:t>
                                  </m:r>
                                  <m:r>
                                    <a:rPr lang="zh-CN" altLang="en-US" sz="2200">
                                      <a:latin typeface="Cambria Math" panose="02040503050406030204" pitchFamily="18" charset="0"/>
                                    </a:rPr>
                                    <m:t>−</m:t>
                                  </m:r>
                                  <m:r>
                                    <a:rPr lang="zh-CN" altLang="en-US" sz="2200" i="1">
                                      <a:latin typeface="Cambria Math" panose="02040503050406030204" pitchFamily="18" charset="0"/>
                                    </a:rPr>
                                    <m:t>𝑌</m:t>
                                  </m:r>
                                </m:e>
                              </m:d>
                              <m:r>
                                <a:rPr lang="zh-CN" altLang="en-US" sz="2200">
                                  <a:latin typeface="Cambria Math" panose="02040503050406030204" pitchFamily="18" charset="0"/>
                                </a:rPr>
                                <m:t>, </m:t>
                              </m:r>
                              <m:r>
                                <a:rPr lang="en-US" altLang="zh-CN" sz="2200" i="1">
                                  <a:latin typeface="Cambria Math" panose="02040503050406030204" pitchFamily="18" charset="0"/>
                                </a:rPr>
                                <m:t> </m:t>
                              </m:r>
                              <m:r>
                                <a:rPr lang="zh-CN" altLang="en-US" sz="2200" i="1">
                                  <a:latin typeface="Cambria Math" panose="02040503050406030204" pitchFamily="18" charset="0"/>
                                </a:rPr>
                                <m:t>𝑌</m:t>
                              </m:r>
                              <m:r>
                                <a:rPr lang="zh-CN" altLang="en-US" sz="2200">
                                  <a:latin typeface="Cambria Math" panose="02040503050406030204" pitchFamily="18" charset="0"/>
                                </a:rPr>
                                <m:t>&lt;</m:t>
                              </m:r>
                              <m:r>
                                <a:rPr lang="zh-CN" altLang="en-US" sz="2200" i="1">
                                  <a:latin typeface="Cambria Math" panose="02040503050406030204" pitchFamily="18" charset="0"/>
                                </a:rPr>
                                <m:t>𝑥</m:t>
                              </m:r>
                              <m:r>
                                <a:rPr lang="zh-CN" altLang="en-US" sz="2200">
                                  <a:latin typeface="Cambria Math" panose="02040503050406030204" pitchFamily="18" charset="0"/>
                                </a:rPr>
                                <m:t>,</m:t>
                              </m:r>
                            </m:e>
                            <m:e>
                              <m:r>
                                <a:rPr lang="zh-CN" altLang="en-US" sz="2200">
                                  <a:latin typeface="Cambria Math" panose="02040503050406030204" pitchFamily="18" charset="0"/>
                                </a:rPr>
                                <m:t>&amp; </m:t>
                              </m:r>
                            </m:e>
                            <m:e>
                              <m:r>
                                <a:rPr lang="zh-CN" altLang="en-US" sz="2200">
                                  <a:latin typeface="Cambria Math" panose="02040503050406030204" pitchFamily="18" charset="0"/>
                                </a:rPr>
                                <m:t>&amp;</m:t>
                              </m:r>
                              <m:r>
                                <a:rPr lang="zh-CN" altLang="en-US" sz="2200" i="1">
                                  <a:latin typeface="Cambria Math" panose="02040503050406030204" pitchFamily="18" charset="0"/>
                                </a:rPr>
                                <m:t>𝑚𝑥</m:t>
                              </m:r>
                              <m:r>
                                <a:rPr lang="zh-CN" altLang="en-US" sz="2200">
                                  <a:latin typeface="Cambria Math" panose="02040503050406030204" pitchFamily="18" charset="0"/>
                                </a:rPr>
                                <m:t>,                      </m:t>
                              </m:r>
                              <m:r>
                                <a:rPr lang="en-US" altLang="zh-CN" sz="2200">
                                  <a:latin typeface="Cambria Math" panose="02040503050406030204" pitchFamily="18" charset="0"/>
                                </a:rPr>
                                <m:t>  </m:t>
                              </m:r>
                              <m:r>
                                <a:rPr lang="zh-CN" altLang="en-US" sz="2200">
                                  <a:latin typeface="Cambria Math" panose="02040503050406030204" pitchFamily="18" charset="0"/>
                                </a:rPr>
                                <m:t>  </m:t>
                              </m:r>
                              <m:r>
                                <a:rPr lang="zh-CN" altLang="en-US" sz="2200" i="1">
                                  <a:latin typeface="Cambria Math" panose="02040503050406030204" pitchFamily="18" charset="0"/>
                                </a:rPr>
                                <m:t>𝑌</m:t>
                              </m:r>
                              <m:r>
                                <a:rPr lang="zh-CN" altLang="en-US" sz="2200">
                                  <a:latin typeface="Cambria Math" panose="02040503050406030204" pitchFamily="18" charset="0"/>
                                </a:rPr>
                                <m:t>≥</m:t>
                              </m:r>
                              <m:r>
                                <a:rPr lang="zh-CN" altLang="en-US" sz="2200" i="1">
                                  <a:latin typeface="Cambria Math" panose="02040503050406030204" pitchFamily="18" charset="0"/>
                                </a:rPr>
                                <m:t>𝑥</m:t>
                              </m:r>
                              <m:r>
                                <a:rPr lang="en-US" altLang="zh-CN" sz="2200" i="1">
                                  <a:latin typeface="Cambria Math" panose="02040503050406030204" pitchFamily="18" charset="0"/>
                                </a:rPr>
                                <m:t>.</m:t>
                              </m:r>
                            </m:e>
                          </m:eqArr>
                        </m:e>
                      </m:d>
                    </m:oMath>
                  </m:oMathPara>
                </a14:m>
                <a:endParaRPr lang="zh-CN" altLang="en-US" sz="2200" dirty="0">
                  <a:latin typeface="Times New Roman" panose="02020603050405020304" pitchFamily="18" charset="0"/>
                  <a:ea typeface="KaiTi" panose="02010609060101010101" pitchFamily="49"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B2383D0C-84A4-4EDE-A001-2BCB22258FC2}"/>
                  </a:ext>
                </a:extLst>
              </p:cNvPr>
              <p:cNvSpPr>
                <a:spLocks noRot="1" noChangeAspect="1" noMove="1" noResize="1" noEditPoints="1" noAdjustHandles="1" noChangeArrowheads="1" noChangeShapeType="1" noTextEdit="1"/>
              </p:cNvSpPr>
              <p:nvPr/>
            </p:nvSpPr>
            <p:spPr>
              <a:xfrm>
                <a:off x="1295400" y="5635253"/>
                <a:ext cx="5793043" cy="1173206"/>
              </a:xfrm>
              <a:prstGeom prst="rect">
                <a:avLst/>
              </a:prstGeom>
              <a:blipFill>
                <a:blip r:embed="rId6"/>
                <a:stretch>
                  <a:fillRect l="-2188" t="-207447" b="-296809"/>
                </a:stretch>
              </a:blipFill>
            </p:spPr>
            <p:txBody>
              <a:bodyPr/>
              <a:lstStyle/>
              <a:p>
                <a:r>
                  <a:rPr lang="zh-CN" altLang="en-US">
                    <a:noFill/>
                  </a:rPr>
                  <a:t> </a:t>
                </a:r>
              </a:p>
            </p:txBody>
          </p:sp>
        </mc:Fallback>
      </mc:AlternateContent>
      <p:cxnSp>
        <p:nvCxnSpPr>
          <p:cNvPr id="6" name="直线连接符 5">
            <a:extLst>
              <a:ext uri="{FF2B5EF4-FFF2-40B4-BE49-F238E27FC236}">
                <a16:creationId xmlns:a16="http://schemas.microsoft.com/office/drawing/2014/main" id="{034D4CC9-8417-0F16-608F-19C645E48673}"/>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副标题 2">
            <a:extLst>
              <a:ext uri="{FF2B5EF4-FFF2-40B4-BE49-F238E27FC236}">
                <a16:creationId xmlns:a16="http://schemas.microsoft.com/office/drawing/2014/main" id="{E0EE77FF-CD94-D11E-E4F9-A278E7C84DDB}"/>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#10</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
        <p:nvSpPr>
          <p:cNvPr id="3" name="矩形 2">
            <a:extLst>
              <a:ext uri="{FF2B5EF4-FFF2-40B4-BE49-F238E27FC236}">
                <a16:creationId xmlns:a16="http://schemas.microsoft.com/office/drawing/2014/main" id="{E5A2CFAF-9D21-56CA-220F-BCFD82026881}"/>
              </a:ext>
            </a:extLst>
          </p:cNvPr>
          <p:cNvSpPr/>
          <p:nvPr/>
        </p:nvSpPr>
        <p:spPr bwMode="auto">
          <a:xfrm>
            <a:off x="0" y="0"/>
            <a:ext cx="260169" cy="6858000"/>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1922247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副标题 2">
                <a:extLst>
                  <a:ext uri="{FF2B5EF4-FFF2-40B4-BE49-F238E27FC236}">
                    <a16:creationId xmlns:a16="http://schemas.microsoft.com/office/drawing/2014/main" id="{9C5CAF33-0BC2-4633-85E5-21B2ACD15FC7}"/>
                  </a:ext>
                </a:extLst>
              </p:cNvPr>
              <p:cNvSpPr txBox="1">
                <a:spLocks/>
              </p:cNvSpPr>
              <p:nvPr/>
            </p:nvSpPr>
            <p:spPr>
              <a:xfrm>
                <a:off x="260169" y="700514"/>
                <a:ext cx="7643639" cy="540139"/>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14:m>
                  <m:oMath xmlns:m="http://schemas.openxmlformats.org/officeDocument/2006/math">
                    <m:r>
                      <a:rPr lang="en-US" altLang="zh-CN" i="1" dirty="0" smtClean="0">
                        <a:latin typeface="Cambria Math" panose="02040503050406030204" pitchFamily="18" charset="0"/>
                        <a:ea typeface="KaiTi" panose="02010609060101010101" pitchFamily="49" charset="-122"/>
                        <a:cs typeface="Times New Roman" panose="02020603050405020304" pitchFamily="18" charset="0"/>
                      </a:rPr>
                      <m:t>𝑄</m:t>
                    </m:r>
                  </m:oMath>
                </a14:m>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是随机变量，它是</a:t>
                </a:r>
                <a14:m>
                  <m:oMath xmlns:m="http://schemas.openxmlformats.org/officeDocument/2006/math">
                    <m:r>
                      <a:rPr lang="en-US" altLang="zh-CN" i="1" dirty="0" smtClean="0">
                        <a:latin typeface="Cambria Math" panose="02040503050406030204" pitchFamily="18" charset="0"/>
                        <a:ea typeface="KaiTi" panose="02010609060101010101" pitchFamily="49" charset="-122"/>
                        <a:cs typeface="Times New Roman" panose="02020603050405020304" pitchFamily="18" charset="0"/>
                      </a:rPr>
                      <m:t>𝑌</m:t>
                    </m:r>
                  </m:oMath>
                </a14:m>
                <a:r>
                  <a:rPr lang="zh-CN" altLang="en-US" dirty="0">
                    <a:latin typeface="Microsoft YaHei" panose="020B0503020204020204" pitchFamily="34" charset="-122"/>
                    <a:ea typeface="Microsoft YaHei" panose="020B0503020204020204" pitchFamily="34" charset="-122"/>
                    <a:cs typeface="Times New Roman" panose="02020603050405020304" pitchFamily="18" charset="0"/>
                  </a:rPr>
                  <a:t>的函数，其数学期望为</a:t>
                </a:r>
                <a:endParaRPr lang="en-US" altLang="zh-CN" dirty="0">
                  <a:latin typeface="Microsoft YaHei" panose="020B0503020204020204" pitchFamily="34" charset="-122"/>
                  <a:ea typeface="Microsoft YaHei" panose="020B0503020204020204" pitchFamily="34" charset="-122"/>
                  <a:cs typeface="Times New Roman" panose="02020603050405020304" pitchFamily="18" charset="0"/>
                </a:endParaRPr>
              </a:p>
            </p:txBody>
          </p:sp>
        </mc:Choice>
        <mc:Fallback xmlns="">
          <p:sp>
            <p:nvSpPr>
              <p:cNvPr id="5" name="副标题 2">
                <a:extLst>
                  <a:ext uri="{FF2B5EF4-FFF2-40B4-BE49-F238E27FC236}">
                    <a16:creationId xmlns:a16="http://schemas.microsoft.com/office/drawing/2014/main" id="{9C5CAF33-0BC2-4633-85E5-21B2ACD15FC7}"/>
                  </a:ext>
                </a:extLst>
              </p:cNvPr>
              <p:cNvSpPr txBox="1">
                <a:spLocks noRot="1" noChangeAspect="1" noMove="1" noResize="1" noEditPoints="1" noAdjustHandles="1" noChangeArrowheads="1" noChangeShapeType="1" noTextEdit="1"/>
              </p:cNvSpPr>
              <p:nvPr/>
            </p:nvSpPr>
            <p:spPr>
              <a:xfrm>
                <a:off x="260169" y="700514"/>
                <a:ext cx="7643639" cy="540139"/>
              </a:xfrm>
              <a:prstGeom prst="rect">
                <a:avLst/>
              </a:prstGeom>
              <a:blipFill>
                <a:blip r:embed="rId2"/>
                <a:stretch>
                  <a:fillRect l="-829" b="-30233"/>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ACE9C7AB-327A-E7A7-F057-4DA55BD00B7E}"/>
              </a:ext>
            </a:extLst>
          </p:cNvPr>
          <p:cNvSpPr txBox="1"/>
          <p:nvPr/>
        </p:nvSpPr>
        <p:spPr>
          <a:xfrm>
            <a:off x="293163" y="3375516"/>
            <a:ext cx="633796" cy="576248"/>
          </a:xfrm>
          <a:prstGeom prst="rect">
            <a:avLst/>
          </a:prstGeom>
          <a:noFill/>
        </p:spPr>
        <p:txBody>
          <a:bodyPr wrap="square">
            <a:spAutoFit/>
          </a:bodyPr>
          <a:lstStyle/>
          <a:p>
            <a:pPr>
              <a:lnSpc>
                <a:spcPct val="1500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令</a:t>
            </a:r>
          </a:p>
        </p:txBody>
      </p:sp>
      <p:sp>
        <p:nvSpPr>
          <p:cNvPr id="7" name="文本框 6">
            <a:extLst>
              <a:ext uri="{FF2B5EF4-FFF2-40B4-BE49-F238E27FC236}">
                <a16:creationId xmlns:a16="http://schemas.microsoft.com/office/drawing/2014/main" id="{57968EEC-D671-4B11-AC05-EEF7408AC4EE}"/>
              </a:ext>
            </a:extLst>
          </p:cNvPr>
          <p:cNvSpPr txBox="1"/>
          <p:nvPr/>
        </p:nvSpPr>
        <p:spPr>
          <a:xfrm>
            <a:off x="293164" y="4131792"/>
            <a:ext cx="633796" cy="576248"/>
          </a:xfrm>
          <a:prstGeom prst="rect">
            <a:avLst/>
          </a:prstGeom>
          <a:noFill/>
        </p:spPr>
        <p:txBody>
          <a:bodyPr wrap="square">
            <a:spAutoFit/>
          </a:bodyPr>
          <a:lstStyle/>
          <a:p>
            <a:pPr>
              <a:lnSpc>
                <a:spcPct val="1500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得</a:t>
            </a:r>
          </a:p>
        </p:txBody>
      </p:sp>
      <p:sp>
        <p:nvSpPr>
          <p:cNvPr id="8" name="文本框 7">
            <a:extLst>
              <a:ext uri="{FF2B5EF4-FFF2-40B4-BE49-F238E27FC236}">
                <a16:creationId xmlns:a16="http://schemas.microsoft.com/office/drawing/2014/main" id="{2CB3A437-86F4-4EDB-ADC9-B3D8BBE0525D}"/>
              </a:ext>
            </a:extLst>
          </p:cNvPr>
          <p:cNvSpPr txBox="1"/>
          <p:nvPr/>
        </p:nvSpPr>
        <p:spPr>
          <a:xfrm>
            <a:off x="293163" y="4907516"/>
            <a:ext cx="633796" cy="576248"/>
          </a:xfrm>
          <a:prstGeom prst="rect">
            <a:avLst/>
          </a:prstGeom>
          <a:noFill/>
        </p:spPr>
        <p:txBody>
          <a:bodyPr wrap="square">
            <a:spAutoFit/>
          </a:bodyPr>
          <a:lstStyle/>
          <a:p>
            <a:pPr>
              <a:lnSpc>
                <a:spcPct val="1500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而</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E30F04C-38C8-4EF1-BD44-1EEFCEDBD8BE}"/>
                  </a:ext>
                </a:extLst>
              </p:cNvPr>
              <p:cNvSpPr txBox="1"/>
              <p:nvPr/>
            </p:nvSpPr>
            <p:spPr>
              <a:xfrm>
                <a:off x="293164" y="5640262"/>
                <a:ext cx="8788033" cy="771943"/>
              </a:xfrm>
              <a:prstGeom prst="rect">
                <a:avLst/>
              </a:prstGeom>
              <a:noFill/>
            </p:spPr>
            <p:txBody>
              <a:bodyPr wrap="square">
                <a:spAutoFit/>
              </a:bodyPr>
              <a:lstStyle/>
              <a:p>
                <a:pPr>
                  <a:lnSpc>
                    <a:spcPct val="150000"/>
                  </a:lnSpc>
                </a:pPr>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故知当</a:t>
                </a:r>
                <a14:m>
                  <m:oMath xmlns:m="http://schemas.openxmlformats.org/officeDocument/2006/math">
                    <m:r>
                      <a:rPr lang="zh-CN" altLang="en-US" sz="2400" i="1">
                        <a:latin typeface="Cambria Math" panose="02040503050406030204" pitchFamily="18" charset="0"/>
                      </a:rPr>
                      <m:t>𝑥</m:t>
                    </m:r>
                    <m:r>
                      <a:rPr lang="zh-CN" altLang="en-US" sz="2400">
                        <a:latin typeface="Cambria Math" panose="02040503050406030204" pitchFamily="18" charset="0"/>
                      </a:rPr>
                      <m:t>=−</m:t>
                    </m:r>
                    <m:r>
                      <a:rPr lang="zh-CN" altLang="en-US" sz="2400" i="1">
                        <a:latin typeface="Cambria Math" panose="02040503050406030204" pitchFamily="18" charset="0"/>
                      </a:rPr>
                      <m:t>𝜃</m:t>
                    </m:r>
                    <m:func>
                      <m:funcPr>
                        <m:ctrlPr>
                          <a:rPr lang="zh-CN" altLang="en-US" sz="2400" i="1">
                            <a:latin typeface="Cambria Math" panose="02040503050406030204" pitchFamily="18" charset="0"/>
                          </a:rPr>
                        </m:ctrlPr>
                      </m:funcPr>
                      <m:fName>
                        <m:r>
                          <m:rPr>
                            <m:sty m:val="p"/>
                          </m:rPr>
                          <a:rPr lang="en-US" altLang="zh-CN" sz="2400">
                            <a:latin typeface="Cambria Math" panose="02040503050406030204" pitchFamily="18" charset="0"/>
                          </a:rPr>
                          <m:t>ln</m:t>
                        </m:r>
                      </m:fName>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𝑛</m:t>
                            </m:r>
                          </m:num>
                          <m:den>
                            <m:r>
                              <a:rPr lang="zh-CN" altLang="en-US" sz="2400" i="1">
                                <a:latin typeface="Cambria Math" panose="02040503050406030204" pitchFamily="18" charset="0"/>
                              </a:rPr>
                              <m:t>𝑚</m:t>
                            </m:r>
                            <m:r>
                              <a:rPr lang="zh-CN" altLang="en-US" sz="2400">
                                <a:latin typeface="Cambria Math" panose="02040503050406030204" pitchFamily="18" charset="0"/>
                              </a:rPr>
                              <m:t>+</m:t>
                            </m:r>
                            <m:r>
                              <a:rPr lang="zh-CN" altLang="en-US" sz="2400" i="1">
                                <a:latin typeface="Cambria Math" panose="02040503050406030204" pitchFamily="18" charset="0"/>
                              </a:rPr>
                              <m:t>𝑛</m:t>
                            </m:r>
                          </m:den>
                        </m:f>
                      </m:e>
                    </m:func>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 时</a:t>
                </a:r>
                <a14:m>
                  <m:oMath xmlns:m="http://schemas.openxmlformats.org/officeDocument/2006/math">
                    <m:r>
                      <a:rPr lang="zh-CN" altLang="en-US" sz="2400" i="1">
                        <a:latin typeface="Cambria Math" panose="02040503050406030204" pitchFamily="18" charset="0"/>
                      </a:rPr>
                      <m:t>𝐸</m:t>
                    </m:r>
                    <m:r>
                      <a:rPr lang="zh-CN" altLang="en-US" sz="2400">
                        <a:latin typeface="Cambria Math" panose="02040503050406030204" pitchFamily="18" charset="0"/>
                      </a:rPr>
                      <m:t>(</m:t>
                    </m:r>
                    <m:r>
                      <a:rPr lang="zh-CN" altLang="en-US" sz="2400" i="1">
                        <a:latin typeface="Cambria Math" panose="02040503050406030204" pitchFamily="18" charset="0"/>
                      </a:rPr>
                      <m:t>𝑄</m:t>
                    </m:r>
                    <m:r>
                      <a:rPr lang="zh-CN" altLang="en-US" sz="2400">
                        <a:latin typeface="Cambria Math" panose="02040503050406030204" pitchFamily="18" charset="0"/>
                      </a:rPr>
                      <m:t>)</m:t>
                    </m:r>
                  </m:oMath>
                </a14:m>
                <a:r>
                  <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rPr>
                  <a:t>取极大值，且可知这也是最大值。</a:t>
                </a:r>
              </a:p>
            </p:txBody>
          </p:sp>
        </mc:Choice>
        <mc:Fallback xmlns="">
          <p:sp>
            <p:nvSpPr>
              <p:cNvPr id="12" name="文本框 11">
                <a:extLst>
                  <a:ext uri="{FF2B5EF4-FFF2-40B4-BE49-F238E27FC236}">
                    <a16:creationId xmlns:a16="http://schemas.microsoft.com/office/drawing/2014/main" id="{3E30F04C-38C8-4EF1-BD44-1EEFCEDBD8BE}"/>
                  </a:ext>
                </a:extLst>
              </p:cNvPr>
              <p:cNvSpPr txBox="1">
                <a:spLocks noRot="1" noChangeAspect="1" noMove="1" noResize="1" noEditPoints="1" noAdjustHandles="1" noChangeArrowheads="1" noChangeShapeType="1" noTextEdit="1"/>
              </p:cNvSpPr>
              <p:nvPr/>
            </p:nvSpPr>
            <p:spPr>
              <a:xfrm>
                <a:off x="293164" y="5640262"/>
                <a:ext cx="8788033" cy="771943"/>
              </a:xfrm>
              <a:prstGeom prst="rect">
                <a:avLst/>
              </a:prstGeom>
              <a:blipFill>
                <a:blip r:embed="rId3"/>
                <a:stretch>
                  <a:fillRect l="-1154" b="-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2D24912C-56DC-4410-8EA1-423D2DD305AA}"/>
                  </a:ext>
                </a:extLst>
              </p:cNvPr>
              <p:cNvSpPr/>
              <p:nvPr/>
            </p:nvSpPr>
            <p:spPr>
              <a:xfrm>
                <a:off x="1240192" y="1151175"/>
                <a:ext cx="8531426" cy="16918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𝐸</m:t>
                      </m:r>
                      <m:r>
                        <a:rPr lang="zh-CN" altLang="en-US" sz="2400">
                          <a:latin typeface="Cambria Math" panose="02040503050406030204" pitchFamily="18" charset="0"/>
                        </a:rPr>
                        <m:t>(</m:t>
                      </m:r>
                      <m:r>
                        <a:rPr lang="zh-CN" altLang="en-US" sz="2400" i="1">
                          <a:latin typeface="Cambria Math" panose="02040503050406030204" pitchFamily="18" charset="0"/>
                        </a:rPr>
                        <m:t>𝑄</m:t>
                      </m:r>
                      <m:r>
                        <a:rPr lang="zh-CN" altLang="en-US" sz="2400">
                          <a:latin typeface="Cambria Math" panose="02040503050406030204" pitchFamily="18" charset="0"/>
                        </a:rPr>
                        <m:t>)=</m:t>
                      </m:r>
                      <m:nary>
                        <m:naryPr>
                          <m:limLoc m:val="subSup"/>
                          <m:grow m:val="on"/>
                          <m:ctrlPr>
                            <a:rPr lang="zh-CN" altLang="en-US" sz="2400" i="1">
                              <a:latin typeface="Cambria Math" panose="02040503050406030204" pitchFamily="18" charset="0"/>
                            </a:rPr>
                          </m:ctrlPr>
                        </m:naryPr>
                        <m:sub>
                          <m:r>
                            <a:rPr lang="zh-CN" altLang="en-US" sz="2400">
                              <a:latin typeface="Cambria Math" panose="02040503050406030204" pitchFamily="18" charset="0"/>
                            </a:rPr>
                            <m:t>0</m:t>
                          </m:r>
                        </m:sub>
                        <m:sup>
                          <m:r>
                            <a:rPr lang="zh-CN" altLang="en-US" sz="2400">
                              <a:latin typeface="Cambria Math" panose="02040503050406030204" pitchFamily="18" charset="0"/>
                            </a:rPr>
                            <m:t>∞</m:t>
                          </m:r>
                        </m:sup>
                        <m:e>
                          <m:r>
                            <a:rPr lang="zh-CN" altLang="en-US" sz="2400" i="1">
                              <a:latin typeface="Cambria Math" panose="02040503050406030204" pitchFamily="18" charset="0"/>
                            </a:rPr>
                            <m:t>𝑄</m:t>
                          </m:r>
                        </m:e>
                      </m:nary>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𝑓</m:t>
                          </m:r>
                        </m:e>
                        <m:sub>
                          <m:r>
                            <a:rPr lang="zh-CN" altLang="en-US" sz="2400" i="1">
                              <a:latin typeface="Cambria Math" panose="02040503050406030204" pitchFamily="18" charset="0"/>
                            </a:rPr>
                            <m:t>𝑌</m:t>
                          </m:r>
                        </m:sub>
                      </m:sSub>
                      <m:d>
                        <m:dPr>
                          <m:ctrlPr>
                            <a:rPr lang="zh-CN" altLang="en-US" sz="2400" i="1">
                              <a:latin typeface="Cambria Math" panose="02040503050406030204" pitchFamily="18" charset="0"/>
                            </a:rPr>
                          </m:ctrlPr>
                        </m:dPr>
                        <m:e>
                          <m:r>
                            <a:rPr lang="zh-CN" altLang="en-US" sz="2400" i="1">
                              <a:latin typeface="Cambria Math" panose="02040503050406030204" pitchFamily="18" charset="0"/>
                            </a:rPr>
                            <m:t>𝑦</m:t>
                          </m:r>
                        </m:e>
                      </m:d>
                      <m:r>
                        <a:rPr lang="zh-CN" altLang="en-US" sz="2400" i="1">
                          <a:latin typeface="Cambria Math" panose="02040503050406030204" pitchFamily="18" charset="0"/>
                        </a:rPr>
                        <m:t>𝑑𝑦</m:t>
                      </m:r>
                      <m:r>
                        <a:rPr lang="zh-CN" altLang="en-US" sz="2400">
                          <a:latin typeface="Cambria Math" panose="02040503050406030204" pitchFamily="18" charset="0"/>
                        </a:rPr>
                        <m:t>=</m:t>
                      </m:r>
                      <m:nary>
                        <m:naryPr>
                          <m:limLoc m:val="subSup"/>
                          <m:grow m:val="on"/>
                          <m:ctrlPr>
                            <a:rPr lang="zh-CN" altLang="en-US" sz="2400" i="1">
                              <a:latin typeface="Cambria Math" panose="02040503050406030204" pitchFamily="18" charset="0"/>
                            </a:rPr>
                          </m:ctrlPr>
                        </m:naryPr>
                        <m:sub>
                          <m:r>
                            <a:rPr lang="zh-CN" altLang="en-US" sz="2400">
                              <a:latin typeface="Cambria Math" panose="02040503050406030204" pitchFamily="18" charset="0"/>
                            </a:rPr>
                            <m:t>0</m:t>
                          </m:r>
                        </m:sub>
                        <m:sup>
                          <m:r>
                            <a:rPr lang="zh-CN" altLang="en-US" sz="2400" i="1">
                              <a:latin typeface="Cambria Math" panose="02040503050406030204" pitchFamily="18" charset="0"/>
                            </a:rPr>
                            <m:t>𝑥</m:t>
                          </m:r>
                        </m:sup>
                        <m:e>
                          <m:r>
                            <a:rPr lang="zh-CN" altLang="en-US" sz="2400">
                              <a:latin typeface="Cambria Math" panose="02040503050406030204" pitchFamily="18" charset="0"/>
                            </a:rPr>
                            <m:t> </m:t>
                          </m:r>
                        </m:e>
                      </m:nary>
                      <m:r>
                        <a:rPr lang="zh-CN" altLang="en-US" sz="2400">
                          <a:latin typeface="Cambria Math" panose="02040503050406030204" pitchFamily="18" charset="0"/>
                        </a:rPr>
                        <m:t>[</m:t>
                      </m:r>
                      <m:r>
                        <a:rPr lang="zh-CN" altLang="en-US" sz="2400" i="1">
                          <a:latin typeface="Cambria Math" panose="02040503050406030204" pitchFamily="18" charset="0"/>
                        </a:rPr>
                        <m:t>𝑚𝑦</m:t>
                      </m:r>
                      <m:r>
                        <a:rPr lang="zh-CN" altLang="en-US" sz="2400">
                          <a:latin typeface="Cambria Math" panose="02040503050406030204" pitchFamily="18" charset="0"/>
                        </a:rPr>
                        <m:t>−</m:t>
                      </m:r>
                      <m:r>
                        <a:rPr lang="zh-CN" altLang="en-US" sz="2400" i="1">
                          <a:latin typeface="Cambria Math" panose="02040503050406030204" pitchFamily="18" charset="0"/>
                        </a:rPr>
                        <m:t>𝑛</m:t>
                      </m:r>
                      <m:r>
                        <a:rPr lang="zh-CN" altLang="en-US" sz="2400">
                          <a:latin typeface="Cambria Math" panose="02040503050406030204" pitchFamily="18" charset="0"/>
                        </a:rPr>
                        <m:t>(</m:t>
                      </m:r>
                      <m:r>
                        <a:rPr lang="zh-CN" altLang="en-US" sz="2400" i="1">
                          <a:latin typeface="Cambria Math" panose="02040503050406030204" pitchFamily="18" charset="0"/>
                        </a:rPr>
                        <m:t>𝑥</m:t>
                      </m:r>
                      <m:r>
                        <a:rPr lang="zh-CN" altLang="en-US" sz="2400">
                          <a:latin typeface="Cambria Math" panose="02040503050406030204" pitchFamily="18" charset="0"/>
                        </a:rPr>
                        <m:t>−</m:t>
                      </m:r>
                      <m:r>
                        <a:rPr lang="zh-CN" altLang="en-US" sz="2400" i="1">
                          <a:latin typeface="Cambria Math" panose="02040503050406030204" pitchFamily="18" charset="0"/>
                        </a:rPr>
                        <m:t>𝑦</m:t>
                      </m:r>
                      <m:r>
                        <a:rPr lang="zh-CN" altLang="en-US" sz="240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a:latin typeface="Cambria Math" panose="02040503050406030204" pitchFamily="18" charset="0"/>
                            </a:rPr>
                            <m:t>1</m:t>
                          </m:r>
                        </m:num>
                        <m:den>
                          <m:r>
                            <a:rPr lang="zh-CN" altLang="en-US" sz="2400" i="1">
                              <a:latin typeface="Cambria Math" panose="02040503050406030204" pitchFamily="18" charset="0"/>
                            </a:rPr>
                            <m:t>𝜃</m:t>
                          </m:r>
                        </m:den>
                      </m:f>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𝑒</m:t>
                          </m:r>
                        </m:e>
                        <m:sup>
                          <m:r>
                            <a:rPr lang="zh-CN" altLang="en-US" sz="2400">
                              <a:latin typeface="Cambria Math" panose="02040503050406030204" pitchFamily="18" charset="0"/>
                            </a:rPr>
                            <m:t>−</m:t>
                          </m:r>
                          <m:f>
                            <m:fPr>
                              <m:type m:val="lin"/>
                              <m:ctrlPr>
                                <a:rPr lang="zh-CN" altLang="en-US" sz="2400" i="1">
                                  <a:latin typeface="Cambria Math" panose="02040503050406030204" pitchFamily="18" charset="0"/>
                                </a:rPr>
                              </m:ctrlPr>
                            </m:fPr>
                            <m:num>
                              <m:r>
                                <a:rPr lang="zh-CN" altLang="en-US" sz="2400" i="1">
                                  <a:latin typeface="Cambria Math" panose="02040503050406030204" pitchFamily="18" charset="0"/>
                                </a:rPr>
                                <m:t>𝑦</m:t>
                              </m:r>
                            </m:num>
                            <m:den>
                              <m:r>
                                <a:rPr lang="zh-CN" altLang="en-US" sz="2400" i="1">
                                  <a:latin typeface="Cambria Math" panose="02040503050406030204" pitchFamily="18" charset="0"/>
                                </a:rPr>
                                <m:t>𝜃</m:t>
                              </m:r>
                            </m:den>
                          </m:f>
                        </m:sup>
                      </m:sSup>
                      <m:r>
                        <a:rPr lang="zh-CN" altLang="en-US" sz="2400" i="1">
                          <a:latin typeface="Cambria Math" panose="02040503050406030204" pitchFamily="18" charset="0"/>
                        </a:rPr>
                        <m:t>𝑑𝑦</m:t>
                      </m:r>
                      <m:r>
                        <a:rPr lang="zh-CN" altLang="en-US" sz="2400">
                          <a:latin typeface="Cambria Math" panose="02040503050406030204" pitchFamily="18" charset="0"/>
                        </a:rPr>
                        <m:t>+</m:t>
                      </m:r>
                      <m:nary>
                        <m:naryPr>
                          <m:limLoc m:val="subSup"/>
                          <m:grow m:val="on"/>
                          <m:ctrlPr>
                            <a:rPr lang="zh-CN" altLang="en-US" sz="2400" i="1">
                              <a:latin typeface="Cambria Math" panose="02040503050406030204" pitchFamily="18" charset="0"/>
                            </a:rPr>
                          </m:ctrlPr>
                        </m:naryPr>
                        <m:sub>
                          <m:r>
                            <a:rPr lang="zh-CN" altLang="en-US" sz="2400" i="1">
                              <a:latin typeface="Cambria Math" panose="02040503050406030204" pitchFamily="18" charset="0"/>
                            </a:rPr>
                            <m:t>𝑥</m:t>
                          </m:r>
                        </m:sub>
                        <m:sup>
                          <m:r>
                            <a:rPr lang="zh-CN" altLang="en-US" sz="2400">
                              <a:latin typeface="Cambria Math" panose="02040503050406030204" pitchFamily="18" charset="0"/>
                            </a:rPr>
                            <m:t>∞</m:t>
                          </m:r>
                        </m:sup>
                        <m:e>
                          <m:r>
                            <a:rPr lang="zh-CN" altLang="en-US" sz="2400" i="1">
                              <a:latin typeface="Cambria Math" panose="02040503050406030204" pitchFamily="18" charset="0"/>
                            </a:rPr>
                            <m:t>𝑚𝑥</m:t>
                          </m:r>
                        </m:e>
                      </m:nary>
                      <m:f>
                        <m:fPr>
                          <m:ctrlPr>
                            <a:rPr lang="zh-CN" altLang="en-US" sz="2400" i="1">
                              <a:latin typeface="Cambria Math" panose="02040503050406030204" pitchFamily="18" charset="0"/>
                            </a:rPr>
                          </m:ctrlPr>
                        </m:fPr>
                        <m:num>
                          <m:r>
                            <a:rPr lang="zh-CN" altLang="en-US" sz="2400">
                              <a:latin typeface="Cambria Math" panose="02040503050406030204" pitchFamily="18" charset="0"/>
                            </a:rPr>
                            <m:t>1</m:t>
                          </m:r>
                        </m:num>
                        <m:den>
                          <m:r>
                            <a:rPr lang="zh-CN" altLang="en-US" sz="2400" i="1">
                              <a:latin typeface="Cambria Math" panose="02040503050406030204" pitchFamily="18" charset="0"/>
                            </a:rPr>
                            <m:t>𝜃</m:t>
                          </m:r>
                        </m:den>
                      </m:f>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𝑒</m:t>
                          </m:r>
                        </m:e>
                        <m:sup>
                          <m:r>
                            <a:rPr lang="zh-CN" altLang="en-US" sz="2400">
                              <a:latin typeface="Cambria Math" panose="02040503050406030204" pitchFamily="18" charset="0"/>
                            </a:rPr>
                            <m:t>−</m:t>
                          </m:r>
                          <m:f>
                            <m:fPr>
                              <m:type m:val="lin"/>
                              <m:ctrlPr>
                                <a:rPr lang="zh-CN" altLang="en-US" sz="2400" i="1">
                                  <a:latin typeface="Cambria Math" panose="02040503050406030204" pitchFamily="18" charset="0"/>
                                </a:rPr>
                              </m:ctrlPr>
                            </m:fPr>
                            <m:num>
                              <m:r>
                                <a:rPr lang="zh-CN" altLang="en-US" sz="2400" i="1">
                                  <a:latin typeface="Cambria Math" panose="02040503050406030204" pitchFamily="18" charset="0"/>
                                </a:rPr>
                                <m:t>𝑦</m:t>
                              </m:r>
                            </m:num>
                            <m:den>
                              <m:r>
                                <a:rPr lang="zh-CN" altLang="en-US" sz="2400" i="1">
                                  <a:latin typeface="Cambria Math" panose="02040503050406030204" pitchFamily="18" charset="0"/>
                                </a:rPr>
                                <m:t>𝜃</m:t>
                              </m:r>
                            </m:den>
                          </m:f>
                        </m:sup>
                      </m:sSup>
                      <m:r>
                        <a:rPr lang="zh-CN" altLang="en-US" sz="2400" i="1">
                          <a:latin typeface="Cambria Math" panose="02040503050406030204" pitchFamily="18" charset="0"/>
                        </a:rPr>
                        <m:t>𝑑𝑦</m:t>
                      </m:r>
                    </m:oMath>
                  </m:oMathPara>
                </a14:m>
                <a:endPar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2D24912C-56DC-4410-8EA1-423D2DD305AA}"/>
                  </a:ext>
                </a:extLst>
              </p:cNvPr>
              <p:cNvSpPr>
                <a:spLocks noRot="1" noChangeAspect="1" noMove="1" noResize="1" noEditPoints="1" noAdjustHandles="1" noChangeArrowheads="1" noChangeShapeType="1" noTextEdit="1"/>
              </p:cNvSpPr>
              <p:nvPr/>
            </p:nvSpPr>
            <p:spPr>
              <a:xfrm>
                <a:off x="1240192" y="1151175"/>
                <a:ext cx="8531426" cy="1691810"/>
              </a:xfrm>
              <a:prstGeom prst="rect">
                <a:avLst/>
              </a:prstGeom>
              <a:blipFill>
                <a:blip r:embed="rId4"/>
                <a:stretch>
                  <a:fillRect l="-2823" t="-90299" b="-1298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83FE48AF-69B1-4935-AE94-7B354D1EE26D}"/>
                  </a:ext>
                </a:extLst>
              </p:cNvPr>
              <p:cNvSpPr/>
              <p:nvPr/>
            </p:nvSpPr>
            <p:spPr>
              <a:xfrm>
                <a:off x="1858853" y="2882690"/>
                <a:ext cx="4914615" cy="48468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a:latin typeface="Cambria Math" panose="02040503050406030204" pitchFamily="18" charset="0"/>
                        </a:rPr>
                        <m:t>=(</m:t>
                      </m:r>
                      <m:r>
                        <a:rPr lang="zh-CN" altLang="en-US" sz="2400" i="1">
                          <a:latin typeface="Cambria Math" panose="02040503050406030204" pitchFamily="18" charset="0"/>
                        </a:rPr>
                        <m:t>𝑚</m:t>
                      </m:r>
                      <m:r>
                        <a:rPr lang="zh-CN" altLang="en-US" sz="2400">
                          <a:latin typeface="Cambria Math" panose="02040503050406030204" pitchFamily="18" charset="0"/>
                        </a:rPr>
                        <m:t>+</m:t>
                      </m:r>
                      <m:r>
                        <a:rPr lang="zh-CN" altLang="en-US" sz="2400" i="1">
                          <a:latin typeface="Cambria Math" panose="02040503050406030204" pitchFamily="18" charset="0"/>
                        </a:rPr>
                        <m:t>𝑛</m:t>
                      </m:r>
                      <m:r>
                        <a:rPr lang="zh-CN" altLang="en-US" sz="2400">
                          <a:latin typeface="Cambria Math" panose="02040503050406030204" pitchFamily="18" charset="0"/>
                        </a:rPr>
                        <m:t>)</m:t>
                      </m:r>
                      <m:r>
                        <a:rPr lang="zh-CN" altLang="en-US" sz="2400" i="1">
                          <a:latin typeface="Cambria Math" panose="02040503050406030204" pitchFamily="18" charset="0"/>
                        </a:rPr>
                        <m:t>𝜃</m:t>
                      </m:r>
                      <m:r>
                        <a:rPr lang="zh-CN" altLang="en-US" sz="2400">
                          <a:latin typeface="Cambria Math" panose="02040503050406030204" pitchFamily="18" charset="0"/>
                        </a:rPr>
                        <m:t>−(</m:t>
                      </m:r>
                      <m:r>
                        <a:rPr lang="zh-CN" altLang="en-US" sz="2400" i="1">
                          <a:latin typeface="Cambria Math" panose="02040503050406030204" pitchFamily="18" charset="0"/>
                        </a:rPr>
                        <m:t>𝑚</m:t>
                      </m:r>
                      <m:r>
                        <a:rPr lang="zh-CN" altLang="en-US" sz="2400">
                          <a:latin typeface="Cambria Math" panose="02040503050406030204" pitchFamily="18" charset="0"/>
                        </a:rPr>
                        <m:t>+</m:t>
                      </m:r>
                      <m:r>
                        <a:rPr lang="zh-CN" altLang="en-US" sz="2400" i="1">
                          <a:latin typeface="Cambria Math" panose="02040503050406030204" pitchFamily="18" charset="0"/>
                        </a:rPr>
                        <m:t>𝑛</m:t>
                      </m:r>
                      <m:r>
                        <a:rPr lang="zh-CN" altLang="en-US" sz="2400">
                          <a:latin typeface="Cambria Math" panose="02040503050406030204" pitchFamily="18" charset="0"/>
                        </a:rPr>
                        <m:t>)</m:t>
                      </m:r>
                      <m:r>
                        <a:rPr lang="zh-CN" altLang="en-US" sz="2400" i="1">
                          <a:latin typeface="Cambria Math" panose="02040503050406030204" pitchFamily="18" charset="0"/>
                        </a:rPr>
                        <m:t>𝜃</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𝑒</m:t>
                          </m:r>
                        </m:e>
                        <m:sup>
                          <m:r>
                            <a:rPr lang="zh-CN" altLang="en-US" sz="2400">
                              <a:latin typeface="Cambria Math" panose="02040503050406030204" pitchFamily="18" charset="0"/>
                            </a:rPr>
                            <m:t>−</m:t>
                          </m:r>
                          <m:f>
                            <m:fPr>
                              <m:type m:val="lin"/>
                              <m:ctrlPr>
                                <a:rPr lang="zh-CN" altLang="en-US" sz="2400" i="1">
                                  <a:latin typeface="Cambria Math" panose="02040503050406030204" pitchFamily="18" charset="0"/>
                                </a:rPr>
                              </m:ctrlPr>
                            </m:fPr>
                            <m:num>
                              <m:r>
                                <a:rPr lang="zh-CN" altLang="en-US" sz="2400" i="1">
                                  <a:latin typeface="Cambria Math" panose="02040503050406030204" pitchFamily="18" charset="0"/>
                                </a:rPr>
                                <m:t>𝑥</m:t>
                              </m:r>
                            </m:num>
                            <m:den>
                              <m:r>
                                <a:rPr lang="zh-CN" altLang="en-US" sz="2400" i="1">
                                  <a:latin typeface="Cambria Math" panose="02040503050406030204" pitchFamily="18" charset="0"/>
                                </a:rPr>
                                <m:t>𝜃</m:t>
                              </m:r>
                            </m:den>
                          </m:f>
                        </m:sup>
                      </m:sSup>
                      <m:r>
                        <a:rPr lang="zh-CN" altLang="en-US" sz="2400">
                          <a:latin typeface="Cambria Math" panose="02040503050406030204" pitchFamily="18" charset="0"/>
                        </a:rPr>
                        <m:t>−</m:t>
                      </m:r>
                      <m:r>
                        <a:rPr lang="zh-CN" altLang="en-US" sz="2400" i="1">
                          <a:latin typeface="Cambria Math" panose="02040503050406030204" pitchFamily="18" charset="0"/>
                        </a:rPr>
                        <m:t>𝑛𝑥</m:t>
                      </m:r>
                    </m:oMath>
                  </m:oMathPara>
                </a14:m>
                <a:endPar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endParaRPr>
              </a:p>
            </p:txBody>
          </p:sp>
        </mc:Choice>
        <mc:Fallback xmlns="">
          <p:sp>
            <p:nvSpPr>
              <p:cNvPr id="4" name="矩形 3">
                <a:extLst>
                  <a:ext uri="{FF2B5EF4-FFF2-40B4-BE49-F238E27FC236}">
                    <a16:creationId xmlns:a16="http://schemas.microsoft.com/office/drawing/2014/main" id="{83FE48AF-69B1-4935-AE94-7B354D1EE26D}"/>
                  </a:ext>
                </a:extLst>
              </p:cNvPr>
              <p:cNvSpPr>
                <a:spLocks noRot="1" noChangeAspect="1" noMove="1" noResize="1" noEditPoints="1" noAdjustHandles="1" noChangeArrowheads="1" noChangeShapeType="1" noTextEdit="1"/>
              </p:cNvSpPr>
              <p:nvPr/>
            </p:nvSpPr>
            <p:spPr>
              <a:xfrm>
                <a:off x="1858853" y="2882690"/>
                <a:ext cx="4914615" cy="484684"/>
              </a:xfrm>
              <a:prstGeom prst="rect">
                <a:avLst/>
              </a:prstGeom>
              <a:blipFill>
                <a:blip r:embed="rId5"/>
                <a:stretch>
                  <a:fillRect t="-92105" b="-1078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A0A9C0C9-4D8F-42F5-842D-C774C98959B1}"/>
                  </a:ext>
                </a:extLst>
              </p:cNvPr>
              <p:cNvSpPr/>
              <p:nvPr/>
            </p:nvSpPr>
            <p:spPr>
              <a:xfrm>
                <a:off x="926959" y="3313184"/>
                <a:ext cx="4685129" cy="79361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𝑑</m:t>
                          </m:r>
                        </m:num>
                        <m:den>
                          <m:r>
                            <a:rPr lang="zh-CN" altLang="en-US" sz="2400" i="1">
                              <a:latin typeface="Cambria Math" panose="02040503050406030204" pitchFamily="18" charset="0"/>
                            </a:rPr>
                            <m:t>𝑑𝑥</m:t>
                          </m:r>
                        </m:den>
                      </m:f>
                      <m:r>
                        <a:rPr lang="zh-CN" altLang="en-US" sz="2400" i="1">
                          <a:latin typeface="Cambria Math" panose="02040503050406030204" pitchFamily="18" charset="0"/>
                        </a:rPr>
                        <m:t>𝐸</m:t>
                      </m:r>
                      <m:r>
                        <a:rPr lang="zh-CN" altLang="en-US" sz="2400">
                          <a:latin typeface="Cambria Math" panose="02040503050406030204" pitchFamily="18" charset="0"/>
                        </a:rPr>
                        <m:t>(</m:t>
                      </m:r>
                      <m:r>
                        <a:rPr lang="zh-CN" altLang="en-US" sz="2400" i="1">
                          <a:latin typeface="Cambria Math" panose="02040503050406030204" pitchFamily="18" charset="0"/>
                        </a:rPr>
                        <m:t>𝑄</m:t>
                      </m:r>
                      <m:r>
                        <a:rPr lang="zh-CN" altLang="en-US" sz="2400">
                          <a:latin typeface="Cambria Math" panose="02040503050406030204" pitchFamily="18" charset="0"/>
                        </a:rPr>
                        <m:t>)=(</m:t>
                      </m:r>
                      <m:r>
                        <a:rPr lang="zh-CN" altLang="en-US" sz="2400" i="1">
                          <a:latin typeface="Cambria Math" panose="02040503050406030204" pitchFamily="18" charset="0"/>
                        </a:rPr>
                        <m:t>𝑚</m:t>
                      </m:r>
                      <m:r>
                        <a:rPr lang="zh-CN" altLang="en-US" sz="2400">
                          <a:latin typeface="Cambria Math" panose="02040503050406030204" pitchFamily="18" charset="0"/>
                        </a:rPr>
                        <m:t>+</m:t>
                      </m:r>
                      <m:r>
                        <a:rPr lang="zh-CN" altLang="en-US" sz="2400" i="1">
                          <a:latin typeface="Cambria Math" panose="02040503050406030204" pitchFamily="18" charset="0"/>
                        </a:rPr>
                        <m:t>𝑛</m:t>
                      </m:r>
                      <m:r>
                        <a:rPr lang="zh-CN" altLang="en-US" sz="240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𝑒</m:t>
                          </m:r>
                        </m:e>
                        <m:sup>
                          <m:r>
                            <a:rPr lang="zh-CN" altLang="en-US" sz="2400">
                              <a:latin typeface="Cambria Math" panose="02040503050406030204" pitchFamily="18" charset="0"/>
                            </a:rPr>
                            <m:t>−</m:t>
                          </m:r>
                          <m:f>
                            <m:fPr>
                              <m:type m:val="lin"/>
                              <m:ctrlPr>
                                <a:rPr lang="zh-CN" altLang="en-US" sz="2400" i="1">
                                  <a:latin typeface="Cambria Math" panose="02040503050406030204" pitchFamily="18" charset="0"/>
                                </a:rPr>
                              </m:ctrlPr>
                            </m:fPr>
                            <m:num>
                              <m:r>
                                <a:rPr lang="zh-CN" altLang="en-US" sz="2400" i="1">
                                  <a:latin typeface="Cambria Math" panose="02040503050406030204" pitchFamily="18" charset="0"/>
                                </a:rPr>
                                <m:t>𝑥</m:t>
                              </m:r>
                            </m:num>
                            <m:den>
                              <m:r>
                                <a:rPr lang="zh-CN" altLang="en-US" sz="2400" i="1">
                                  <a:latin typeface="Cambria Math" panose="02040503050406030204" pitchFamily="18" charset="0"/>
                                </a:rPr>
                                <m:t>𝜃</m:t>
                              </m:r>
                            </m:den>
                          </m:f>
                        </m:sup>
                      </m:sSup>
                      <m:r>
                        <a:rPr lang="zh-CN" altLang="en-US" sz="2400">
                          <a:latin typeface="Cambria Math" panose="02040503050406030204" pitchFamily="18" charset="0"/>
                        </a:rPr>
                        <m:t>−</m:t>
                      </m:r>
                      <m:r>
                        <a:rPr lang="zh-CN" altLang="en-US" sz="2400" i="1">
                          <a:latin typeface="Cambria Math" panose="02040503050406030204" pitchFamily="18" charset="0"/>
                        </a:rPr>
                        <m:t>𝑛</m:t>
                      </m:r>
                      <m:r>
                        <a:rPr lang="zh-CN" altLang="en-US" sz="2400">
                          <a:latin typeface="Cambria Math" panose="02040503050406030204" pitchFamily="18" charset="0"/>
                        </a:rPr>
                        <m:t>=0</m:t>
                      </m:r>
                    </m:oMath>
                  </m:oMathPara>
                </a14:m>
                <a:endPar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A0A9C0C9-4D8F-42F5-842D-C774C98959B1}"/>
                  </a:ext>
                </a:extLst>
              </p:cNvPr>
              <p:cNvSpPr>
                <a:spLocks noRot="1" noChangeAspect="1" noMove="1" noResize="1" noEditPoints="1" noAdjustHandles="1" noChangeArrowheads="1" noChangeShapeType="1" noTextEdit="1"/>
              </p:cNvSpPr>
              <p:nvPr/>
            </p:nvSpPr>
            <p:spPr>
              <a:xfrm>
                <a:off x="926959" y="3313184"/>
                <a:ext cx="4685129" cy="793615"/>
              </a:xfrm>
              <a:prstGeom prst="rect">
                <a:avLst/>
              </a:prstGeom>
              <a:blipFill>
                <a:blip r:embed="rId6"/>
                <a:stretch>
                  <a:fillRect t="-34921" b="-460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2D2F7E1D-E467-4B8E-A9AF-3588BDA48FFF}"/>
                  </a:ext>
                </a:extLst>
              </p:cNvPr>
              <p:cNvSpPr/>
              <p:nvPr/>
            </p:nvSpPr>
            <p:spPr>
              <a:xfrm>
                <a:off x="926959" y="4119234"/>
                <a:ext cx="2414444" cy="7310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𝑥</m:t>
                      </m:r>
                      <m:r>
                        <a:rPr lang="zh-CN" altLang="en-US" sz="2400">
                          <a:latin typeface="Cambria Math" panose="02040503050406030204" pitchFamily="18" charset="0"/>
                        </a:rPr>
                        <m:t>=−</m:t>
                      </m:r>
                      <m:r>
                        <a:rPr lang="zh-CN" altLang="en-US" sz="2400" i="1">
                          <a:latin typeface="Cambria Math" panose="02040503050406030204" pitchFamily="18" charset="0"/>
                        </a:rPr>
                        <m:t>𝜃</m:t>
                      </m:r>
                      <m:func>
                        <m:funcPr>
                          <m:ctrlPr>
                            <a:rPr lang="zh-CN" altLang="en-US" sz="2400" i="1">
                              <a:latin typeface="Cambria Math" panose="02040503050406030204" pitchFamily="18" charset="0"/>
                            </a:rPr>
                          </m:ctrlPr>
                        </m:funcPr>
                        <m:fName>
                          <m:r>
                            <m:rPr>
                              <m:sty m:val="p"/>
                            </m:rPr>
                            <a:rPr lang="en-US" altLang="zh-CN" sz="2400">
                              <a:latin typeface="Cambria Math" panose="02040503050406030204" pitchFamily="18" charset="0"/>
                            </a:rPr>
                            <m:t>ln</m:t>
                          </m:r>
                        </m:fName>
                        <m:e>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𝑛</m:t>
                              </m:r>
                            </m:num>
                            <m:den>
                              <m:r>
                                <a:rPr lang="zh-CN" altLang="en-US" sz="2400" i="1">
                                  <a:latin typeface="Cambria Math" panose="02040503050406030204" pitchFamily="18" charset="0"/>
                                </a:rPr>
                                <m:t>𝑚</m:t>
                              </m:r>
                              <m:r>
                                <a:rPr lang="zh-CN" altLang="en-US" sz="2400">
                                  <a:latin typeface="Cambria Math" panose="02040503050406030204" pitchFamily="18" charset="0"/>
                                </a:rPr>
                                <m:t>+</m:t>
                              </m:r>
                              <m:r>
                                <a:rPr lang="zh-CN" altLang="en-US" sz="2400" i="1">
                                  <a:latin typeface="Cambria Math" panose="02040503050406030204" pitchFamily="18" charset="0"/>
                                </a:rPr>
                                <m:t>𝑛</m:t>
                              </m:r>
                            </m:den>
                          </m:f>
                        </m:e>
                      </m:func>
                    </m:oMath>
                  </m:oMathPara>
                </a14:m>
                <a:endPar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endParaRPr>
              </a:p>
            </p:txBody>
          </p:sp>
        </mc:Choice>
        <mc:Fallback xmlns="">
          <p:sp>
            <p:nvSpPr>
              <p:cNvPr id="13" name="矩形 12">
                <a:extLst>
                  <a:ext uri="{FF2B5EF4-FFF2-40B4-BE49-F238E27FC236}">
                    <a16:creationId xmlns:a16="http://schemas.microsoft.com/office/drawing/2014/main" id="{2D2F7E1D-E467-4B8E-A9AF-3588BDA48FFF}"/>
                  </a:ext>
                </a:extLst>
              </p:cNvPr>
              <p:cNvSpPr>
                <a:spLocks noRot="1" noChangeAspect="1" noMove="1" noResize="1" noEditPoints="1" noAdjustHandles="1" noChangeArrowheads="1" noChangeShapeType="1" noTextEdit="1"/>
              </p:cNvSpPr>
              <p:nvPr/>
            </p:nvSpPr>
            <p:spPr>
              <a:xfrm>
                <a:off x="926959" y="4119234"/>
                <a:ext cx="2414444" cy="731034"/>
              </a:xfrm>
              <a:prstGeom prst="rect">
                <a:avLst/>
              </a:prstGeom>
              <a:blipFill>
                <a:blip r:embed="rId7"/>
                <a:stretch>
                  <a:fillRect b="-50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3467C308-38ED-494A-B039-A47F077C2E33}"/>
                  </a:ext>
                </a:extLst>
              </p:cNvPr>
              <p:cNvSpPr/>
              <p:nvPr/>
            </p:nvSpPr>
            <p:spPr>
              <a:xfrm>
                <a:off x="926959" y="4841310"/>
                <a:ext cx="4578946" cy="8334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zh-CN" altLang="en-US" sz="2400" i="1">
                              <a:latin typeface="Cambria Math" panose="02040503050406030204" pitchFamily="18" charset="0"/>
                            </a:rPr>
                          </m:ctrlPr>
                        </m:fPr>
                        <m:num>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𝑑</m:t>
                              </m:r>
                            </m:e>
                            <m:sup>
                              <m:r>
                                <a:rPr lang="zh-CN" altLang="en-US" sz="2400">
                                  <a:latin typeface="Cambria Math" panose="02040503050406030204" pitchFamily="18" charset="0"/>
                                </a:rPr>
                                <m:t>2</m:t>
                              </m:r>
                            </m:sup>
                          </m:sSup>
                        </m:num>
                        <m:den>
                          <m:r>
                            <a:rPr lang="zh-CN" altLang="en-US" sz="2400" i="1">
                              <a:latin typeface="Cambria Math" panose="02040503050406030204" pitchFamily="18" charset="0"/>
                            </a:rPr>
                            <m:t>𝑑</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𝑥</m:t>
                              </m:r>
                            </m:e>
                            <m:sup>
                              <m:r>
                                <a:rPr lang="zh-CN" altLang="en-US" sz="2400">
                                  <a:latin typeface="Cambria Math" panose="02040503050406030204" pitchFamily="18" charset="0"/>
                                </a:rPr>
                                <m:t>2</m:t>
                              </m:r>
                            </m:sup>
                          </m:sSup>
                        </m:den>
                      </m:f>
                      <m:r>
                        <a:rPr lang="zh-CN" altLang="en-US" sz="2400" i="1">
                          <a:latin typeface="Cambria Math" panose="02040503050406030204" pitchFamily="18" charset="0"/>
                        </a:rPr>
                        <m:t>𝐸</m:t>
                      </m:r>
                      <m:r>
                        <a:rPr lang="zh-CN" altLang="en-US" sz="2400">
                          <a:latin typeface="Cambria Math" panose="02040503050406030204" pitchFamily="18" charset="0"/>
                        </a:rPr>
                        <m:t>(</m:t>
                      </m:r>
                      <m:r>
                        <a:rPr lang="zh-CN" altLang="en-US" sz="2400" i="1">
                          <a:latin typeface="Cambria Math" panose="02040503050406030204" pitchFamily="18" charset="0"/>
                        </a:rPr>
                        <m:t>𝑄</m:t>
                      </m:r>
                      <m:r>
                        <a:rPr lang="zh-CN" altLang="en-US" sz="2400">
                          <a:latin typeface="Cambria Math" panose="02040503050406030204" pitchFamily="18" charset="0"/>
                        </a:rPr>
                        <m:t>)=</m:t>
                      </m:r>
                      <m:f>
                        <m:fPr>
                          <m:ctrlPr>
                            <a:rPr lang="zh-CN" altLang="en-US" sz="2400" i="1">
                              <a:latin typeface="Cambria Math" panose="02040503050406030204" pitchFamily="18" charset="0"/>
                            </a:rPr>
                          </m:ctrlPr>
                        </m:fPr>
                        <m:num>
                          <m:d>
                            <m:dPr>
                              <m:begChr m:val=""/>
                              <m:ctrlPr>
                                <a:rPr lang="zh-CN" altLang="en-US" sz="2400" i="1">
                                  <a:latin typeface="Cambria Math" panose="02040503050406030204" pitchFamily="18" charset="0"/>
                                </a:rPr>
                              </m:ctrlPr>
                            </m:dPr>
                            <m:e>
                              <m:r>
                                <a:rPr lang="zh-CN" altLang="en-US" sz="2400">
                                  <a:latin typeface="Cambria Math" panose="02040503050406030204" pitchFamily="18" charset="0"/>
                                </a:rPr>
                                <m:t>−(</m:t>
                              </m:r>
                              <m:r>
                                <a:rPr lang="zh-CN" altLang="en-US" sz="2400" i="1">
                                  <a:latin typeface="Cambria Math" panose="02040503050406030204" pitchFamily="18" charset="0"/>
                                </a:rPr>
                                <m:t>𝑚</m:t>
                              </m:r>
                              <m:r>
                                <a:rPr lang="zh-CN" altLang="en-US" sz="2400">
                                  <a:latin typeface="Cambria Math" panose="02040503050406030204" pitchFamily="18" charset="0"/>
                                </a:rPr>
                                <m:t>+</m:t>
                              </m:r>
                              <m:r>
                                <a:rPr lang="zh-CN" altLang="en-US" sz="2400" i="1">
                                  <a:latin typeface="Cambria Math" panose="02040503050406030204" pitchFamily="18" charset="0"/>
                                </a:rPr>
                                <m:t>𝑛</m:t>
                              </m:r>
                            </m:e>
                          </m:d>
                        </m:num>
                        <m:den>
                          <m:r>
                            <a:rPr lang="zh-CN" altLang="en-US" sz="2400" i="1">
                              <a:latin typeface="Cambria Math" panose="02040503050406030204" pitchFamily="18" charset="0"/>
                            </a:rPr>
                            <m:t>𝜃</m:t>
                          </m:r>
                        </m:den>
                      </m:f>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𝑒</m:t>
                          </m:r>
                        </m:e>
                        <m:sup>
                          <m:r>
                            <a:rPr lang="zh-CN" altLang="en-US" sz="2400">
                              <a:latin typeface="Cambria Math" panose="02040503050406030204" pitchFamily="18" charset="0"/>
                            </a:rPr>
                            <m:t>−</m:t>
                          </m:r>
                          <m:f>
                            <m:fPr>
                              <m:type m:val="lin"/>
                              <m:ctrlPr>
                                <a:rPr lang="zh-CN" altLang="en-US" sz="2400" i="1">
                                  <a:latin typeface="Cambria Math" panose="02040503050406030204" pitchFamily="18" charset="0"/>
                                </a:rPr>
                              </m:ctrlPr>
                            </m:fPr>
                            <m:num>
                              <m:r>
                                <a:rPr lang="zh-CN" altLang="en-US" sz="2400" i="1">
                                  <a:latin typeface="Cambria Math" panose="02040503050406030204" pitchFamily="18" charset="0"/>
                                </a:rPr>
                                <m:t>𝑥</m:t>
                              </m:r>
                            </m:num>
                            <m:den>
                              <m:r>
                                <a:rPr lang="zh-CN" altLang="en-US" sz="2400" i="1">
                                  <a:latin typeface="Cambria Math" panose="02040503050406030204" pitchFamily="18" charset="0"/>
                                </a:rPr>
                                <m:t>𝜃</m:t>
                              </m:r>
                            </m:den>
                          </m:f>
                        </m:sup>
                      </m:sSup>
                      <m:r>
                        <a:rPr lang="zh-CN" altLang="en-US" sz="2400">
                          <a:latin typeface="Cambria Math" panose="02040503050406030204" pitchFamily="18" charset="0"/>
                        </a:rPr>
                        <m:t>&lt;0</m:t>
                      </m:r>
                    </m:oMath>
                  </m:oMathPara>
                </a14:m>
                <a:endParaRPr lang="zh-CN" altLang="en-US" sz="2400" dirty="0">
                  <a:latin typeface="Microsoft YaHei" panose="020B0503020204020204" pitchFamily="34" charset="-122"/>
                  <a:ea typeface="Microsoft YaHei" panose="020B0503020204020204" pitchFamily="34" charset="-122"/>
                  <a:cs typeface="Times New Roman" panose="02020603050405020304" pitchFamily="18" charset="0"/>
                </a:endParaRPr>
              </a:p>
            </p:txBody>
          </p:sp>
        </mc:Choice>
        <mc:Fallback xmlns="">
          <p:sp>
            <p:nvSpPr>
              <p:cNvPr id="14" name="矩形 13">
                <a:extLst>
                  <a:ext uri="{FF2B5EF4-FFF2-40B4-BE49-F238E27FC236}">
                    <a16:creationId xmlns:a16="http://schemas.microsoft.com/office/drawing/2014/main" id="{3467C308-38ED-494A-B039-A47F077C2E33}"/>
                  </a:ext>
                </a:extLst>
              </p:cNvPr>
              <p:cNvSpPr>
                <a:spLocks noRot="1" noChangeAspect="1" noMove="1" noResize="1" noEditPoints="1" noAdjustHandles="1" noChangeArrowheads="1" noChangeShapeType="1" noTextEdit="1"/>
              </p:cNvSpPr>
              <p:nvPr/>
            </p:nvSpPr>
            <p:spPr>
              <a:xfrm>
                <a:off x="926959" y="4841310"/>
                <a:ext cx="4578946" cy="833498"/>
              </a:xfrm>
              <a:prstGeom prst="rect">
                <a:avLst/>
              </a:prstGeom>
              <a:blipFill>
                <a:blip r:embed="rId8"/>
                <a:stretch>
                  <a:fillRect t="-69697" b="-66667"/>
                </a:stretch>
              </a:blipFill>
            </p:spPr>
            <p:txBody>
              <a:bodyPr/>
              <a:lstStyle/>
              <a:p>
                <a:r>
                  <a:rPr lang="zh-CN" altLang="en-US">
                    <a:noFill/>
                  </a:rPr>
                  <a:t> </a:t>
                </a:r>
              </a:p>
            </p:txBody>
          </p:sp>
        </mc:Fallback>
      </mc:AlternateContent>
      <p:cxnSp>
        <p:nvCxnSpPr>
          <p:cNvPr id="2" name="直线连接符 1">
            <a:extLst>
              <a:ext uri="{FF2B5EF4-FFF2-40B4-BE49-F238E27FC236}">
                <a16:creationId xmlns:a16="http://schemas.microsoft.com/office/drawing/2014/main" id="{895EE650-0A8D-4D06-0F1A-F8BF43DE124A}"/>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副标题 2">
            <a:extLst>
              <a:ext uri="{FF2B5EF4-FFF2-40B4-BE49-F238E27FC236}">
                <a16:creationId xmlns:a16="http://schemas.microsoft.com/office/drawing/2014/main" id="{F986BEF2-F05B-3D84-3803-4DC0EEC98761}"/>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Microsoft YaHei" panose="020B0503020204020204" pitchFamily="34" charset="-122"/>
                <a:cs typeface="Arial" panose="020B0604020202020204" pitchFamily="34" charset="0"/>
              </a:rPr>
              <a:t>Practice #10</a:t>
            </a:r>
            <a:endParaRPr lang="zh-CN" altLang="en-US" sz="3600" b="1" dirty="0">
              <a:solidFill>
                <a:srgbClr val="FF0000"/>
              </a:solidFill>
              <a:latin typeface="Arial" panose="020B0604020202020204" pitchFamily="34" charset="0"/>
              <a:ea typeface="Microsoft YaHei" panose="020B0503020204020204" pitchFamily="34" charset="-122"/>
              <a:cs typeface="Arial" panose="020B0604020202020204" pitchFamily="34" charset="0"/>
            </a:endParaRPr>
          </a:p>
        </p:txBody>
      </p:sp>
      <p:sp>
        <p:nvSpPr>
          <p:cNvPr id="15" name="矩形 14">
            <a:extLst>
              <a:ext uri="{FF2B5EF4-FFF2-40B4-BE49-F238E27FC236}">
                <a16:creationId xmlns:a16="http://schemas.microsoft.com/office/drawing/2014/main" id="{E74B610A-F9FA-7513-66BD-80906C2DE1D0}"/>
              </a:ext>
            </a:extLst>
          </p:cNvPr>
          <p:cNvSpPr/>
          <p:nvPr/>
        </p:nvSpPr>
        <p:spPr bwMode="auto">
          <a:xfrm>
            <a:off x="0" y="0"/>
            <a:ext cx="260169" cy="6858000"/>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5727202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84CB4F7A-C887-41C8-B36F-B23B881D34C2}"/>
              </a:ext>
            </a:extLst>
          </p:cNvPr>
          <p:cNvGrpSpPr/>
          <p:nvPr/>
        </p:nvGrpSpPr>
        <p:grpSpPr>
          <a:xfrm>
            <a:off x="771739" y="1612030"/>
            <a:ext cx="7222847" cy="3721667"/>
            <a:chOff x="95238" y="162311"/>
            <a:chExt cx="8147688" cy="4962213"/>
          </a:xfrm>
        </p:grpSpPr>
        <p:sp>
          <p:nvSpPr>
            <p:cNvPr id="5" name="副标题 2">
              <a:extLst>
                <a:ext uri="{FF2B5EF4-FFF2-40B4-BE49-F238E27FC236}">
                  <a16:creationId xmlns:a16="http://schemas.microsoft.com/office/drawing/2014/main" id="{9C5CAF33-0BC2-4633-85E5-21B2ACD15FC7}"/>
                </a:ext>
              </a:extLst>
            </p:cNvPr>
            <p:cNvSpPr txBox="1">
              <a:spLocks/>
            </p:cNvSpPr>
            <p:nvPr/>
          </p:nvSpPr>
          <p:spPr>
            <a:xfrm>
              <a:off x="99485" y="162311"/>
              <a:ext cx="6291268" cy="720185"/>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例如，若</a:t>
              </a:r>
              <a:endParaRPr lang="en-US" altLang="zh-CN" dirty="0">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E30F04C-38C8-4EF1-BD44-1EEFCEDBD8BE}"/>
                    </a:ext>
                  </a:extLst>
                </p:cNvPr>
                <p:cNvSpPr txBox="1"/>
                <p:nvPr/>
              </p:nvSpPr>
              <p:spPr>
                <a:xfrm>
                  <a:off x="95238" y="2560794"/>
                  <a:ext cx="5496891" cy="774487"/>
                </a:xfrm>
                <a:prstGeom prst="rect">
                  <a:avLst/>
                </a:prstGeom>
                <a:noFill/>
              </p:spPr>
              <p:txBody>
                <a:bodyPr wrap="square">
                  <a:spAutoFit/>
                </a:bodyPr>
                <a:lstStyle/>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且有</a:t>
                  </a:r>
                  <a14:m>
                    <m:oMath xmlns:m="http://schemas.openxmlformats.org/officeDocument/2006/math">
                      <m:r>
                        <a:rPr lang="en-US" altLang="zh-CN" sz="2400" i="1" dirty="0" smtClean="0">
                          <a:latin typeface="Cambria Math" panose="02040503050406030204" pitchFamily="18" charset="0"/>
                          <a:ea typeface="微软雅黑" panose="020B0503020204020204" pitchFamily="34" charset="-122"/>
                          <a:cs typeface="Times New Roman" panose="02020603050405020304" pitchFamily="18" charset="0"/>
                        </a:rPr>
                        <m:t>𝑚</m:t>
                      </m:r>
                    </m:oMath>
                  </a14:m>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=500</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元，</a:t>
                  </a:r>
                  <a14:m>
                    <m:oMath xmlns:m="http://schemas.openxmlformats.org/officeDocument/2006/math">
                      <m:r>
                        <a:rPr lang="en-US" altLang="zh-CN" sz="2400" i="1" dirty="0" smtClean="0">
                          <a:latin typeface="Cambria Math" panose="02040503050406030204" pitchFamily="18" charset="0"/>
                          <a:ea typeface="微软雅黑" panose="020B0503020204020204" pitchFamily="34" charset="-122"/>
                          <a:cs typeface="Times New Roman" panose="02020603050405020304" pitchFamily="18" charset="0"/>
                        </a:rPr>
                        <m:t>𝑛</m:t>
                      </m:r>
                    </m:oMath>
                  </a14:m>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=2000</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元，则</a:t>
                  </a:r>
                </a:p>
              </p:txBody>
            </p:sp>
          </mc:Choice>
          <mc:Fallback xmlns="">
            <p:sp>
              <p:nvSpPr>
                <p:cNvPr id="12" name="文本框 11">
                  <a:extLst>
                    <a:ext uri="{FF2B5EF4-FFF2-40B4-BE49-F238E27FC236}">
                      <a16:creationId xmlns:a16="http://schemas.microsoft.com/office/drawing/2014/main" id="{3E30F04C-38C8-4EF1-BD44-1EEFCEDBD8BE}"/>
                    </a:ext>
                  </a:extLst>
                </p:cNvPr>
                <p:cNvSpPr txBox="1">
                  <a:spLocks noRot="1" noChangeAspect="1" noMove="1" noResize="1" noEditPoints="1" noAdjustHandles="1" noChangeArrowheads="1" noChangeShapeType="1" noTextEdit="1"/>
                </p:cNvSpPr>
                <p:nvPr/>
              </p:nvSpPr>
              <p:spPr>
                <a:xfrm>
                  <a:off x="95238" y="2560794"/>
                  <a:ext cx="5496891" cy="774487"/>
                </a:xfrm>
                <a:prstGeom prst="rect">
                  <a:avLst/>
                </a:prstGeom>
                <a:blipFill>
                  <a:blip r:embed="rId2"/>
                  <a:stretch>
                    <a:fillRect l="-1818" b="-212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231A67F4-819B-48D9-98D4-7EAF7536598E}"/>
                    </a:ext>
                  </a:extLst>
                </p:cNvPr>
                <p:cNvSpPr txBox="1"/>
                <p:nvPr/>
              </p:nvSpPr>
              <p:spPr>
                <a:xfrm>
                  <a:off x="99485" y="4350039"/>
                  <a:ext cx="2744199" cy="774485"/>
                </a:xfrm>
                <a:prstGeom prst="rect">
                  <a:avLst/>
                </a:prstGeom>
                <a:noFill/>
              </p:spPr>
              <p:txBody>
                <a:bodyPr wrap="square">
                  <a:spAutoFit/>
                </a:bodyPr>
                <a:lstStyle/>
                <a:p>
                  <a:pPr>
                    <a:lnSpc>
                      <a:spcPct val="150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取</a:t>
                  </a:r>
                  <a14:m>
                    <m:oMath xmlns:m="http://schemas.openxmlformats.org/officeDocument/2006/math">
                      <m:r>
                        <a:rPr lang="en-US" altLang="zh-CN" sz="2400" i="1" dirty="0" smtClean="0">
                          <a:latin typeface="Cambria Math" panose="02040503050406030204" pitchFamily="18" charset="0"/>
                          <a:ea typeface="微软雅黑" panose="020B0503020204020204" pitchFamily="34" charset="-122"/>
                          <a:cs typeface="Times New Roman" panose="02020603050405020304" pitchFamily="18" charset="0"/>
                        </a:rPr>
                        <m:t>𝑥</m:t>
                      </m:r>
                    </m:oMath>
                  </a14:m>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=2231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件。</a:t>
                  </a:r>
                </a:p>
              </p:txBody>
            </p:sp>
          </mc:Choice>
          <mc:Fallback xmlns="">
            <p:sp>
              <p:nvSpPr>
                <p:cNvPr id="15" name="文本框 14">
                  <a:extLst>
                    <a:ext uri="{FF2B5EF4-FFF2-40B4-BE49-F238E27FC236}">
                      <a16:creationId xmlns:a16="http://schemas.microsoft.com/office/drawing/2014/main" id="{231A67F4-819B-48D9-98D4-7EAF7536598E}"/>
                    </a:ext>
                  </a:extLst>
                </p:cNvPr>
                <p:cNvSpPr txBox="1">
                  <a:spLocks noRot="1" noChangeAspect="1" noMove="1" noResize="1" noEditPoints="1" noAdjustHandles="1" noChangeArrowheads="1" noChangeShapeType="1" noTextEdit="1"/>
                </p:cNvSpPr>
                <p:nvPr/>
              </p:nvSpPr>
              <p:spPr>
                <a:xfrm>
                  <a:off x="99485" y="4350039"/>
                  <a:ext cx="2744199" cy="774485"/>
                </a:xfrm>
                <a:prstGeom prst="rect">
                  <a:avLst/>
                </a:prstGeom>
                <a:blipFill>
                  <a:blip r:embed="rId3"/>
                  <a:stretch>
                    <a:fillRect l="-3627" b="-212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63068543-5BE0-4011-B80C-95EE126A2F87}"/>
                    </a:ext>
                  </a:extLst>
                </p:cNvPr>
                <p:cNvSpPr/>
                <p:nvPr/>
              </p:nvSpPr>
              <p:spPr>
                <a:xfrm>
                  <a:off x="1471584" y="692215"/>
                  <a:ext cx="6771342" cy="19829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𝑓</m:t>
                            </m:r>
                          </m:e>
                          <m:sub>
                            <m:r>
                              <a:rPr lang="zh-CN" altLang="en-US" sz="2400" i="1">
                                <a:latin typeface="Cambria Math" panose="02040503050406030204" pitchFamily="18" charset="0"/>
                              </a:rPr>
                              <m:t>𝑌</m:t>
                            </m:r>
                          </m:sub>
                        </m:sSub>
                        <m:d>
                          <m:dPr>
                            <m:ctrlPr>
                              <a:rPr lang="zh-CN" altLang="en-US" sz="2400" i="1">
                                <a:latin typeface="Cambria Math" panose="02040503050406030204" pitchFamily="18" charset="0"/>
                              </a:rPr>
                            </m:ctrlPr>
                          </m:dPr>
                          <m:e>
                            <m:r>
                              <a:rPr lang="zh-CN" altLang="en-US" sz="2400" i="1">
                                <a:latin typeface="Cambria Math" panose="02040503050406030204" pitchFamily="18" charset="0"/>
                              </a:rPr>
                              <m:t>𝑦</m:t>
                            </m:r>
                          </m:e>
                        </m:d>
                        <m:r>
                          <a:rPr lang="zh-CN" altLang="en-US" sz="2400">
                            <a:latin typeface="Cambria Math" panose="02040503050406030204" pitchFamily="18" charset="0"/>
                          </a:rPr>
                          <m:t>=</m:t>
                        </m:r>
                        <m:d>
                          <m:dPr>
                            <m:begChr m:val="{"/>
                            <m:endChr m:val=""/>
                            <m:ctrlPr>
                              <a:rPr lang="zh-CN" altLang="en-US" sz="2400" i="1">
                                <a:latin typeface="Cambria Math" panose="02040503050406030204" pitchFamily="18" charset="0"/>
                              </a:rPr>
                            </m:ctrlPr>
                          </m:dPr>
                          <m:e>
                            <m:eqArr>
                              <m:eqArrPr>
                                <m:ctrlPr>
                                  <a:rPr lang="zh-CN" altLang="en-US" sz="2400" i="1">
                                    <a:latin typeface="Cambria Math" panose="02040503050406030204" pitchFamily="18" charset="0"/>
                                  </a:rPr>
                                </m:ctrlPr>
                              </m:eqArrPr>
                              <m:e>
                                <m:r>
                                  <a:rPr lang="zh-CN" altLang="en-US" sz="2400">
                                    <a:latin typeface="Cambria Math" panose="02040503050406030204" pitchFamily="18" charset="0"/>
                                  </a:rPr>
                                  <m:t>&amp;</m:t>
                                </m:r>
                                <m:f>
                                  <m:fPr>
                                    <m:ctrlPr>
                                      <a:rPr lang="zh-CN" altLang="en-US" sz="2400" i="1">
                                        <a:latin typeface="Cambria Math" panose="02040503050406030204" pitchFamily="18" charset="0"/>
                                      </a:rPr>
                                    </m:ctrlPr>
                                  </m:fPr>
                                  <m:num>
                                    <m:r>
                                      <a:rPr lang="zh-CN" altLang="en-US" sz="2400">
                                        <a:latin typeface="Cambria Math" panose="02040503050406030204" pitchFamily="18" charset="0"/>
                                      </a:rPr>
                                      <m:t>1</m:t>
                                    </m:r>
                                  </m:num>
                                  <m:den>
                                    <m:r>
                                      <a:rPr lang="en-US" altLang="zh-CN" sz="2400" i="1">
                                        <a:latin typeface="Cambria Math" panose="02040503050406030204" pitchFamily="18" charset="0"/>
                                      </a:rPr>
                                      <m:t>10 000</m:t>
                                    </m:r>
                                  </m:den>
                                </m:f>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𝑒</m:t>
                                    </m:r>
                                  </m:e>
                                  <m:sup>
                                    <m:r>
                                      <a:rPr lang="zh-CN" altLang="en-US" sz="2400">
                                        <a:latin typeface="Cambria Math" panose="02040503050406030204" pitchFamily="18" charset="0"/>
                                      </a:rPr>
                                      <m:t>−</m:t>
                                    </m:r>
                                    <m:f>
                                      <m:fPr>
                                        <m:ctrlPr>
                                          <a:rPr lang="zh-CN" altLang="en-US" sz="2400" i="1">
                                            <a:latin typeface="Cambria Math" panose="02040503050406030204" pitchFamily="18" charset="0"/>
                                          </a:rPr>
                                        </m:ctrlPr>
                                      </m:fPr>
                                      <m:num>
                                        <m:r>
                                          <a:rPr lang="zh-CN" altLang="en-US" sz="2400" i="1">
                                            <a:latin typeface="Cambria Math" panose="02040503050406030204" pitchFamily="18" charset="0"/>
                                          </a:rPr>
                                          <m:t>𝑦</m:t>
                                        </m:r>
                                      </m:num>
                                      <m:den>
                                        <m:r>
                                          <a:rPr lang="en-US" altLang="zh-CN" sz="2400" i="1">
                                            <a:latin typeface="Cambria Math" panose="02040503050406030204" pitchFamily="18" charset="0"/>
                                          </a:rPr>
                                          <m:t>10 000</m:t>
                                        </m:r>
                                      </m:den>
                                    </m:f>
                                  </m:sup>
                                </m:sSup>
                                <m:r>
                                  <a:rPr lang="zh-CN" altLang="en-US" sz="2400">
                                    <a:latin typeface="Cambria Math" panose="02040503050406030204" pitchFamily="18" charset="0"/>
                                  </a:rPr>
                                  <m:t>,  </m:t>
                                </m:r>
                                <m:r>
                                  <a:rPr lang="zh-CN" altLang="en-US" sz="2400" i="1">
                                    <a:latin typeface="Cambria Math" panose="02040503050406030204" pitchFamily="18" charset="0"/>
                                  </a:rPr>
                                  <m:t>𝑦</m:t>
                                </m:r>
                                <m:r>
                                  <a:rPr lang="zh-CN" altLang="en-US" sz="2400">
                                    <a:latin typeface="Cambria Math" panose="02040503050406030204" pitchFamily="18" charset="0"/>
                                  </a:rPr>
                                  <m:t>&gt;0,</m:t>
                                </m:r>
                              </m:e>
                              <m:e>
                                <m:r>
                                  <a:rPr lang="zh-CN" altLang="en-US" sz="2400">
                                    <a:latin typeface="Cambria Math" panose="02040503050406030204" pitchFamily="18" charset="0"/>
                                  </a:rPr>
                                  <m:t>&amp; </m:t>
                                </m:r>
                              </m:e>
                              <m:e>
                                <m:r>
                                  <a:rPr lang="zh-CN" altLang="en-US" sz="2400">
                                    <a:latin typeface="Cambria Math" panose="02040503050406030204" pitchFamily="18" charset="0"/>
                                  </a:rPr>
                                  <m:t>&amp;0,        </m:t>
                                </m:r>
                                <m:r>
                                  <a:rPr lang="en-US" altLang="zh-CN" sz="2400">
                                    <a:latin typeface="Cambria Math" panose="02040503050406030204" pitchFamily="18" charset="0"/>
                                  </a:rPr>
                                  <m:t>                   </m:t>
                                </m:r>
                                <m:r>
                                  <a:rPr lang="zh-CN" altLang="en-US" sz="2400">
                                    <a:latin typeface="Cambria Math" panose="02040503050406030204" pitchFamily="18" charset="0"/>
                                  </a:rPr>
                                  <m:t>  </m:t>
                                </m:r>
                                <m:r>
                                  <a:rPr lang="zh-CN" altLang="en-US" sz="2400" i="1">
                                    <a:latin typeface="Cambria Math" panose="02040503050406030204" pitchFamily="18" charset="0"/>
                                  </a:rPr>
                                  <m:t>𝑦</m:t>
                                </m:r>
                                <m:r>
                                  <a:rPr lang="zh-CN" altLang="en-US" sz="2400">
                                    <a:latin typeface="Cambria Math" panose="02040503050406030204" pitchFamily="18" charset="0"/>
                                  </a:rPr>
                                  <m:t>≤0</m:t>
                                </m:r>
                                <m:r>
                                  <a:rPr lang="en-US" altLang="zh-CN" sz="2400" i="1">
                                    <a:latin typeface="Cambria Math" panose="02040503050406030204" pitchFamily="18" charset="0"/>
                                  </a:rPr>
                                  <m:t>.</m:t>
                                </m:r>
                              </m:e>
                            </m:eqArr>
                          </m:e>
                        </m:d>
                      </m:oMath>
                    </m:oMathPara>
                  </a14:m>
                  <a:endParaRPr lang="zh-CN" altLang="en-US" sz="1600" dirty="0"/>
                </a:p>
              </p:txBody>
            </p:sp>
          </mc:Choice>
          <mc:Fallback xmlns="">
            <p:sp>
              <p:nvSpPr>
                <p:cNvPr id="16" name="矩形 15">
                  <a:extLst>
                    <a:ext uri="{FF2B5EF4-FFF2-40B4-BE49-F238E27FC236}">
                      <a16:creationId xmlns:a16="http://schemas.microsoft.com/office/drawing/2014/main" id="{63068543-5BE0-4011-B80C-95EE126A2F87}"/>
                    </a:ext>
                  </a:extLst>
                </p:cNvPr>
                <p:cNvSpPr>
                  <a:spLocks noRot="1" noChangeAspect="1" noMove="1" noResize="1" noEditPoints="1" noAdjustHandles="1" noChangeArrowheads="1" noChangeShapeType="1" noTextEdit="1"/>
                </p:cNvSpPr>
                <p:nvPr/>
              </p:nvSpPr>
              <p:spPr>
                <a:xfrm>
                  <a:off x="1471584" y="692215"/>
                  <a:ext cx="6771342" cy="1982936"/>
                </a:xfrm>
                <a:prstGeom prst="rect">
                  <a:avLst/>
                </a:prstGeom>
                <a:blipFill>
                  <a:blip r:embed="rId4"/>
                  <a:stretch>
                    <a:fillRect b="-25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569F3D3C-C026-4AEE-9D26-6AC9CBFC76CF}"/>
                    </a:ext>
                  </a:extLst>
                </p:cNvPr>
                <p:cNvSpPr/>
                <p:nvPr/>
              </p:nvSpPr>
              <p:spPr>
                <a:xfrm>
                  <a:off x="1018648" y="3456525"/>
                  <a:ext cx="7020384" cy="10565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𝑥</m:t>
                        </m:r>
                        <m:r>
                          <a:rPr lang="zh-CN" altLang="en-US" sz="2400">
                            <a:latin typeface="Cambria Math" panose="02040503050406030204" pitchFamily="18" charset="0"/>
                          </a:rPr>
                          <m:t>=−</m:t>
                        </m:r>
                        <m:r>
                          <a:rPr lang="en-US" altLang="zh-CN" sz="2400" i="1">
                            <a:latin typeface="Cambria Math" panose="02040503050406030204" pitchFamily="18" charset="0"/>
                          </a:rPr>
                          <m:t>10 000</m:t>
                        </m:r>
                        <m:func>
                          <m:funcPr>
                            <m:ctrlPr>
                              <a:rPr lang="zh-CN" altLang="en-US" sz="2400" i="1">
                                <a:latin typeface="Cambria Math" panose="02040503050406030204" pitchFamily="18" charset="0"/>
                              </a:rPr>
                            </m:ctrlPr>
                          </m:funcPr>
                          <m:fName>
                            <m:r>
                              <m:rPr>
                                <m:sty m:val="p"/>
                              </m:rPr>
                              <a:rPr lang="en-US" altLang="zh-CN" sz="2400">
                                <a:latin typeface="Cambria Math" panose="02040503050406030204" pitchFamily="18" charset="0"/>
                              </a:rPr>
                              <m:t>ln</m:t>
                            </m:r>
                          </m:fName>
                          <m:e>
                            <m:f>
                              <m:fPr>
                                <m:ctrlPr>
                                  <a:rPr lang="zh-CN" altLang="en-US" sz="2400" i="1">
                                    <a:latin typeface="Cambria Math" panose="02040503050406030204" pitchFamily="18" charset="0"/>
                                  </a:rPr>
                                </m:ctrlPr>
                              </m:fPr>
                              <m:num>
                                <m:r>
                                  <a:rPr lang="en-US" altLang="zh-CN" sz="2400" i="1">
                                    <a:latin typeface="Cambria Math" panose="02040503050406030204" pitchFamily="18" charset="0"/>
                                  </a:rPr>
                                  <m:t>2 000</m:t>
                                </m:r>
                              </m:num>
                              <m:den>
                                <m:r>
                                  <a:rPr lang="en-US" altLang="zh-CN" sz="2400">
                                    <a:latin typeface="Cambria Math" panose="02040503050406030204" pitchFamily="18" charset="0"/>
                                  </a:rPr>
                                  <m:t>500</m:t>
                                </m:r>
                                <m:r>
                                  <a:rPr lang="zh-CN" altLang="en-US" sz="2400">
                                    <a:latin typeface="Cambria Math" panose="02040503050406030204" pitchFamily="18" charset="0"/>
                                  </a:rPr>
                                  <m:t>+</m:t>
                                </m:r>
                                <m:r>
                                  <a:rPr lang="en-US" altLang="zh-CN" sz="2400" i="1">
                                    <a:latin typeface="Cambria Math" panose="02040503050406030204" pitchFamily="18" charset="0"/>
                                  </a:rPr>
                                  <m:t>2 000</m:t>
                                </m:r>
                              </m:den>
                            </m:f>
                            <m:r>
                              <a:rPr lang="en-US" altLang="zh-CN" sz="2400" i="1">
                                <a:latin typeface="Cambria Math" panose="02040503050406030204" pitchFamily="18" charset="0"/>
                              </a:rPr>
                              <m:t>=2231.4</m:t>
                            </m:r>
                          </m:e>
                        </m:func>
                      </m:oMath>
                    </m:oMathPara>
                  </a14:m>
                  <a:endParaRPr lang="zh-CN" altLang="en-US" sz="2400" dirty="0"/>
                </a:p>
              </p:txBody>
            </p:sp>
          </mc:Choice>
          <mc:Fallback xmlns="">
            <p:sp>
              <p:nvSpPr>
                <p:cNvPr id="17" name="矩形 16">
                  <a:extLst>
                    <a:ext uri="{FF2B5EF4-FFF2-40B4-BE49-F238E27FC236}">
                      <a16:creationId xmlns:a16="http://schemas.microsoft.com/office/drawing/2014/main" id="{569F3D3C-C026-4AEE-9D26-6AC9CBFC76CF}"/>
                    </a:ext>
                  </a:extLst>
                </p:cNvPr>
                <p:cNvSpPr>
                  <a:spLocks noRot="1" noChangeAspect="1" noMove="1" noResize="1" noEditPoints="1" noAdjustHandles="1" noChangeArrowheads="1" noChangeShapeType="1" noTextEdit="1"/>
                </p:cNvSpPr>
                <p:nvPr/>
              </p:nvSpPr>
              <p:spPr>
                <a:xfrm>
                  <a:off x="1018648" y="3456525"/>
                  <a:ext cx="7020384" cy="1056527"/>
                </a:xfrm>
                <a:prstGeom prst="rect">
                  <a:avLst/>
                </a:prstGeom>
                <a:blipFill>
                  <a:blip r:embed="rId5"/>
                  <a:stretch>
                    <a:fillRect t="-1587" b="-20635"/>
                  </a:stretch>
                </a:blipFill>
              </p:spPr>
              <p:txBody>
                <a:bodyPr/>
                <a:lstStyle/>
                <a:p>
                  <a:r>
                    <a:rPr lang="zh-CN" altLang="en-US">
                      <a:noFill/>
                    </a:rPr>
                    <a:t> </a:t>
                  </a:r>
                </a:p>
              </p:txBody>
            </p:sp>
          </mc:Fallback>
        </mc:AlternateContent>
      </p:grpSp>
      <p:cxnSp>
        <p:nvCxnSpPr>
          <p:cNvPr id="2" name="直线连接符 1">
            <a:extLst>
              <a:ext uri="{FF2B5EF4-FFF2-40B4-BE49-F238E27FC236}">
                <a16:creationId xmlns:a16="http://schemas.microsoft.com/office/drawing/2014/main" id="{931F7F10-E75C-10BF-A52B-C2423955F060}"/>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4" name="副标题 2">
            <a:extLst>
              <a:ext uri="{FF2B5EF4-FFF2-40B4-BE49-F238E27FC236}">
                <a16:creationId xmlns:a16="http://schemas.microsoft.com/office/drawing/2014/main" id="{7DB39712-B56F-F6DC-B3DA-3CA8C1E17539}"/>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dirty="0">
                <a:solidFill>
                  <a:srgbClr val="FF0000"/>
                </a:solidFill>
                <a:latin typeface="Arial" panose="020B0604020202020204" pitchFamily="34" charset="0"/>
                <a:ea typeface="STXinwei" panose="02010800040101010101" pitchFamily="2" charset="-122"/>
                <a:cs typeface="Arial" panose="020B0604020202020204" pitchFamily="34" charset="0"/>
              </a:rPr>
              <a:t>Practice #10</a:t>
            </a:r>
            <a:endPar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endParaRPr>
          </a:p>
        </p:txBody>
      </p:sp>
      <p:sp>
        <p:nvSpPr>
          <p:cNvPr id="6" name="矩形 5">
            <a:extLst>
              <a:ext uri="{FF2B5EF4-FFF2-40B4-BE49-F238E27FC236}">
                <a16:creationId xmlns:a16="http://schemas.microsoft.com/office/drawing/2014/main" id="{DD846AF5-A1A8-C577-2F42-97F904D86211}"/>
              </a:ext>
            </a:extLst>
          </p:cNvPr>
          <p:cNvSpPr/>
          <p:nvPr/>
        </p:nvSpPr>
        <p:spPr bwMode="auto">
          <a:xfrm>
            <a:off x="0" y="0"/>
            <a:ext cx="260169" cy="6858000"/>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2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7269210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FD948F6-9EA4-11C6-2FFA-8B076C980C77}"/>
                  </a:ext>
                </a:extLst>
              </p:cNvPr>
              <p:cNvSpPr>
                <a:spLocks noGrp="1"/>
              </p:cNvSpPr>
              <p:nvPr>
                <p:ph idx="1"/>
              </p:nvPr>
            </p:nvSpPr>
            <p:spPr>
              <a:xfrm>
                <a:off x="628650" y="1443660"/>
                <a:ext cx="7886700" cy="4351338"/>
              </a:xfrm>
            </p:spPr>
            <p:txBody>
              <a:bodyPr>
                <a:normAutofit fontScale="92500"/>
              </a:bodyPr>
              <a:lstStyle/>
              <a:p>
                <a:pPr marL="0" indent="0">
                  <a:lnSpc>
                    <a:spcPct val="150000"/>
                  </a:lnSpc>
                  <a:buNone/>
                </a:pPr>
                <a14:m>
                  <m:oMathPara xmlns:m="http://schemas.openxmlformats.org/officeDocument/2006/math">
                    <m:oMathParaPr>
                      <m:jc m:val="left"/>
                    </m:oMathParaPr>
                    <m:oMath xmlns:m="http://schemas.openxmlformats.org/officeDocument/2006/math">
                      <m:nary>
                        <m:naryPr>
                          <m:ctrlPr>
                            <a:rPr kumimoji="1" lang="en-US" altLang="zh-CN" i="1" smtClean="0">
                              <a:latin typeface="Cambria Math" panose="02040503050406030204" pitchFamily="18" charset="0"/>
                            </a:rPr>
                          </m:ctrlPr>
                        </m:naryPr>
                        <m:sub>
                          <m:r>
                            <m:rPr>
                              <m:brk m:alnAt="23"/>
                            </m:rPr>
                            <a:rPr kumimoji="1" lang="en-US" altLang="zh-CN" b="0" i="1" smtClean="0">
                              <a:latin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m:t>
                          </m:r>
                        </m:sub>
                        <m:sup>
                          <m:r>
                            <a:rPr kumimoji="1" lang="en-US" altLang="zh-CN" b="0" i="1" smtClean="0">
                              <a:latin typeface="Cambria Math" panose="02040503050406030204" pitchFamily="18" charset="0"/>
                            </a:rPr>
                            <m:t>+</m:t>
                          </m:r>
                          <m:r>
                            <a:rPr kumimoji="1" lang="en-US" altLang="zh-CN" i="1" smtClean="0">
                              <a:latin typeface="Cambria Math" panose="02040503050406030204" pitchFamily="18" charset="0"/>
                              <a:ea typeface="Cambria Math" panose="02040503050406030204" pitchFamily="18" charset="0"/>
                            </a:rPr>
                            <m:t>∞</m:t>
                          </m:r>
                        </m:sup>
                        <m:e>
                          <m:sSup>
                            <m:sSupPr>
                              <m:ctrlPr>
                                <a:rPr kumimoji="1" lang="en-US" altLang="zh-CN" i="1" smtClean="0">
                                  <a:latin typeface="Cambria Math" panose="02040503050406030204" pitchFamily="18" charset="0"/>
                                </a:rPr>
                              </m:ctrlPr>
                            </m:sSupPr>
                            <m:e>
                              <m:r>
                                <a:rPr kumimoji="1" lang="en-US" altLang="zh-CN" b="0" i="1" smtClean="0">
                                  <a:latin typeface="Cambria Math" panose="02040503050406030204" pitchFamily="18" charset="0"/>
                                </a:rPr>
                                <m:t>𝑒</m:t>
                              </m:r>
                            </m:e>
                            <m:sup>
                              <m:r>
                                <a:rPr kumimoji="1" lang="en-US" altLang="zh-CN" b="0" i="1" smtClean="0">
                                  <a:latin typeface="Cambria Math" panose="02040503050406030204" pitchFamily="18" charset="0"/>
                                </a:rPr>
                                <m:t>−</m:t>
                              </m:r>
                              <m:f>
                                <m:fPr>
                                  <m:ctrlPr>
                                    <a:rPr kumimoji="1" lang="en-US" altLang="zh-CN" i="1" smtClean="0">
                                      <a:latin typeface="Cambria Math" panose="02040503050406030204" pitchFamily="18" charset="0"/>
                                    </a:rPr>
                                  </m:ctrlPr>
                                </m:fPr>
                                <m:num>
                                  <m:sSup>
                                    <m:sSupPr>
                                      <m:ctrlPr>
                                        <a:rPr kumimoji="1" lang="en-US" altLang="zh-CN" i="1" smtClean="0">
                                          <a:latin typeface="Cambria Math" panose="02040503050406030204" pitchFamily="18" charset="0"/>
                                        </a:rPr>
                                      </m:ctrlPr>
                                    </m:sSupPr>
                                    <m:e>
                                      <m:r>
                                        <a:rPr kumimoji="1" lang="en-US" altLang="zh-CN" b="0" i="1" smtClean="0">
                                          <a:latin typeface="Cambria Math" panose="02040503050406030204" pitchFamily="18" charset="0"/>
                                        </a:rPr>
                                        <m:t>𝑥</m:t>
                                      </m:r>
                                    </m:e>
                                    <m:sup>
                                      <m:r>
                                        <a:rPr kumimoji="1" lang="en-US" altLang="zh-CN" b="0" i="1" smtClean="0">
                                          <a:latin typeface="Cambria Math" panose="02040503050406030204" pitchFamily="18" charset="0"/>
                                        </a:rPr>
                                        <m:t>2</m:t>
                                      </m:r>
                                    </m:sup>
                                  </m:sSup>
                                </m:num>
                                <m:den>
                                  <m:r>
                                    <a:rPr kumimoji="1" lang="en-US" altLang="zh-CN" b="0" i="1" smtClean="0">
                                      <a:latin typeface="Cambria Math" panose="02040503050406030204" pitchFamily="18" charset="0"/>
                                    </a:rPr>
                                    <m:t>2</m:t>
                                  </m:r>
                                </m:den>
                              </m:f>
                            </m:sup>
                          </m:sSup>
                        </m:e>
                      </m:nary>
                      <m:r>
                        <a:rPr kumimoji="1" lang="en-US" altLang="zh-CN" b="0" i="1" smtClean="0">
                          <a:latin typeface="Cambria Math" panose="02040503050406030204" pitchFamily="18" charset="0"/>
                        </a:rPr>
                        <m:t>𝑑𝑥</m:t>
                      </m:r>
                      <m:r>
                        <a:rPr kumimoji="1" lang="en-US" altLang="zh-CN" b="0" i="0" smtClean="0">
                          <a:latin typeface="Cambria Math" panose="02040503050406030204" pitchFamily="18" charset="0"/>
                        </a:rPr>
                        <m:t>=</m:t>
                      </m:r>
                      <m:rad>
                        <m:radPr>
                          <m:degHide m:val="on"/>
                          <m:ctrlPr>
                            <a:rPr kumimoji="1" lang="en-US" altLang="zh-CN" b="0" i="1" smtClean="0">
                              <a:latin typeface="Cambria Math" panose="02040503050406030204" pitchFamily="18" charset="0"/>
                            </a:rPr>
                          </m:ctrlPr>
                        </m:radPr>
                        <m:deg/>
                        <m:e>
                          <m:r>
                            <a:rPr kumimoji="1" lang="en-US" altLang="zh-CN" b="0" i="1" smtClean="0">
                              <a:latin typeface="Cambria Math" panose="02040503050406030204" pitchFamily="18" charset="0"/>
                            </a:rPr>
                            <m:t>2</m:t>
                          </m:r>
                          <m:r>
                            <a:rPr kumimoji="1" lang="en-US" altLang="zh-CN" b="0" i="1" smtClean="0">
                              <a:latin typeface="Cambria Math" panose="02040503050406030204" pitchFamily="18" charset="0"/>
                              <a:ea typeface="Cambria Math" panose="02040503050406030204" pitchFamily="18" charset="0"/>
                            </a:rPr>
                            <m:t>𝜋</m:t>
                          </m:r>
                        </m:e>
                      </m:rad>
                    </m:oMath>
                  </m:oMathPara>
                </a14:m>
                <a:endParaRPr kumimoji="1" lang="en-US" altLang="zh-CN" dirty="0"/>
              </a:p>
              <a:p>
                <a:pPr marL="0" indent="0">
                  <a:lnSpc>
                    <a:spcPct val="150000"/>
                  </a:lnSpc>
                  <a:buNone/>
                </a:pPr>
                <a14:m>
                  <m:oMathPara xmlns:m="http://schemas.openxmlformats.org/officeDocument/2006/math">
                    <m:oMathParaPr>
                      <m:jc m:val="left"/>
                    </m:oMathParaPr>
                    <m:oMath xmlns:m="http://schemas.openxmlformats.org/officeDocument/2006/math">
                      <m:nary>
                        <m:naryPr>
                          <m:ctrlPr>
                            <a:rPr kumimoji="1" lang="en-US" altLang="zh-CN" i="1" smtClean="0">
                              <a:latin typeface="Cambria Math" panose="02040503050406030204" pitchFamily="18" charset="0"/>
                            </a:rPr>
                          </m:ctrlPr>
                        </m:naryPr>
                        <m:sub>
                          <m:r>
                            <m:rPr>
                              <m:brk m:alnAt="23"/>
                            </m:rPr>
                            <a:rPr kumimoji="1" lang="en-US" altLang="zh-CN" b="0" i="1" smtClean="0">
                              <a:latin typeface="Cambria Math" panose="02040503050406030204" pitchFamily="18" charset="0"/>
                            </a:rPr>
                            <m:t>0</m:t>
                          </m:r>
                        </m:sub>
                        <m:sup>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m:t>
                          </m:r>
                        </m:sup>
                        <m:e>
                          <m:sSup>
                            <m:sSupPr>
                              <m:ctrlPr>
                                <a:rPr kumimoji="1" lang="en-US" altLang="zh-CN" i="1" smtClean="0">
                                  <a:latin typeface="Cambria Math" panose="02040503050406030204" pitchFamily="18" charset="0"/>
                                </a:rPr>
                              </m:ctrlPr>
                            </m:sSupPr>
                            <m:e>
                              <m:r>
                                <a:rPr kumimoji="1" lang="en-US" altLang="zh-CN" b="0" i="1" smtClean="0">
                                  <a:latin typeface="Cambria Math" panose="02040503050406030204" pitchFamily="18" charset="0"/>
                                </a:rPr>
                                <m:t>𝑥</m:t>
                              </m:r>
                            </m:e>
                            <m:sup>
                              <m:r>
                                <a:rPr kumimoji="1" lang="en-US" altLang="zh-CN" b="0" i="1" smtClean="0">
                                  <a:latin typeface="Cambria Math" panose="02040503050406030204" pitchFamily="18" charset="0"/>
                                </a:rPr>
                                <m:t>𝑛</m:t>
                              </m:r>
                            </m:sup>
                          </m:sSup>
                          <m:sSup>
                            <m:sSupPr>
                              <m:ctrlPr>
                                <a:rPr kumimoji="1" lang="en-US" altLang="zh-CN" i="1" smtClean="0">
                                  <a:latin typeface="Cambria Math" panose="02040503050406030204" pitchFamily="18" charset="0"/>
                                </a:rPr>
                              </m:ctrlPr>
                            </m:sSupPr>
                            <m:e>
                              <m:r>
                                <a:rPr kumimoji="1" lang="en-US" altLang="zh-CN" b="0" i="1" smtClean="0">
                                  <a:latin typeface="Cambria Math" panose="02040503050406030204" pitchFamily="18" charset="0"/>
                                </a:rPr>
                                <m:t>𝑒</m:t>
                              </m:r>
                            </m:e>
                            <m:sup>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𝛼</m:t>
                              </m:r>
                              <m:r>
                                <a:rPr kumimoji="1" lang="en-US" altLang="zh-CN" b="0" i="1" smtClean="0">
                                  <a:latin typeface="Cambria Math" panose="02040503050406030204" pitchFamily="18" charset="0"/>
                                  <a:ea typeface="Cambria Math" panose="02040503050406030204" pitchFamily="18" charset="0"/>
                                </a:rPr>
                                <m:t>𝑥</m:t>
                              </m:r>
                            </m:sup>
                          </m:sSup>
                        </m:e>
                      </m:nary>
                      <m:r>
                        <a:rPr kumimoji="1" lang="en-US" altLang="zh-CN" b="0" i="1" smtClean="0">
                          <a:latin typeface="Cambria Math" panose="02040503050406030204" pitchFamily="18" charset="0"/>
                        </a:rPr>
                        <m:t>𝑑𝑥</m:t>
                      </m:r>
                      <m:r>
                        <a:rPr kumimoji="1" lang="en-US" altLang="zh-CN" b="0" i="1" smtClean="0">
                          <a:latin typeface="Cambria Math" panose="02040503050406030204" pitchFamily="18" charset="0"/>
                        </a:rPr>
                        <m:t>=</m:t>
                      </m:r>
                      <m:f>
                        <m:fPr>
                          <m:ctrlPr>
                            <a:rPr kumimoji="1" lang="en-US" altLang="zh-CN" b="0" i="1" smtClean="0">
                              <a:latin typeface="Cambria Math" panose="02040503050406030204" pitchFamily="18" charset="0"/>
                            </a:rPr>
                          </m:ctrlPr>
                        </m:fPr>
                        <m:num>
                          <m:r>
                            <a:rPr kumimoji="1" lang="en-US" altLang="zh-CN" b="0" i="1" smtClean="0">
                              <a:latin typeface="Cambria Math" panose="02040503050406030204" pitchFamily="18" charset="0"/>
                            </a:rPr>
                            <m:t>𝑛</m:t>
                          </m:r>
                          <m:r>
                            <a:rPr kumimoji="1" lang="en-US" altLang="zh-CN" b="0" i="1" smtClean="0">
                              <a:latin typeface="Cambria Math" panose="02040503050406030204" pitchFamily="18" charset="0"/>
                            </a:rPr>
                            <m:t>!</m:t>
                          </m:r>
                        </m:num>
                        <m:den>
                          <m:sSup>
                            <m:sSupPr>
                              <m:ctrlPr>
                                <a:rPr kumimoji="1" lang="en-US" altLang="zh-CN" b="0" i="1" smtClean="0">
                                  <a:latin typeface="Cambria Math" panose="02040503050406030204" pitchFamily="18" charset="0"/>
                                  <a:ea typeface="Cambria Math" panose="02040503050406030204" pitchFamily="18" charset="0"/>
                                </a:rPr>
                              </m:ctrlPr>
                            </m:sSupPr>
                            <m:e>
                              <m:r>
                                <a:rPr kumimoji="1" lang="en-US" altLang="zh-CN" i="1">
                                  <a:latin typeface="Cambria Math" panose="02040503050406030204" pitchFamily="18" charset="0"/>
                                  <a:ea typeface="Cambria Math" panose="02040503050406030204" pitchFamily="18" charset="0"/>
                                </a:rPr>
                                <m:t>𝛼</m:t>
                              </m:r>
                            </m:e>
                            <m:sup>
                              <m:r>
                                <a:rPr kumimoji="1" lang="en-US" altLang="zh-CN" b="0" i="1" smtClean="0">
                                  <a:latin typeface="Cambria Math" panose="02040503050406030204" pitchFamily="18" charset="0"/>
                                  <a:ea typeface="Cambria Math" panose="02040503050406030204" pitchFamily="18" charset="0"/>
                                </a:rPr>
                                <m:t>𝑛</m:t>
                              </m:r>
                              <m:r>
                                <a:rPr kumimoji="1" lang="en-US" altLang="zh-CN" b="0" i="1" smtClean="0">
                                  <a:latin typeface="Cambria Math" panose="02040503050406030204" pitchFamily="18" charset="0"/>
                                  <a:ea typeface="Cambria Math" panose="02040503050406030204" pitchFamily="18" charset="0"/>
                                </a:rPr>
                                <m:t>+1</m:t>
                              </m:r>
                            </m:sup>
                          </m:sSup>
                        </m:den>
                      </m:f>
                      <m:r>
                        <a:rPr kumimoji="1" lang="en-US" altLang="zh-CN" b="0" i="1" smtClean="0">
                          <a:latin typeface="Cambria Math" panose="02040503050406030204" pitchFamily="18" charset="0"/>
                        </a:rPr>
                        <m:t>,</m:t>
                      </m:r>
                      <m:r>
                        <a:rPr kumimoji="1" lang="en-US" altLang="zh-CN" b="0" i="1" smtClean="0">
                          <a:latin typeface="Cambria Math" panose="02040503050406030204" pitchFamily="18" charset="0"/>
                          <a:ea typeface="Cambria Math" panose="02040503050406030204" pitchFamily="18" charset="0"/>
                        </a:rPr>
                        <m:t>𝛼</m:t>
                      </m:r>
                      <m:r>
                        <a:rPr kumimoji="1" lang="en-US" altLang="zh-CN" b="0" i="1" smtClean="0">
                          <a:latin typeface="Cambria Math" panose="02040503050406030204" pitchFamily="18" charset="0"/>
                          <a:ea typeface="Cambria Math" panose="02040503050406030204" pitchFamily="18" charset="0"/>
                        </a:rPr>
                        <m:t>&gt;0,</m:t>
                      </m:r>
                      <m:r>
                        <a:rPr kumimoji="1" lang="en-US" altLang="zh-CN" b="0" i="1" smtClean="0">
                          <a:latin typeface="Cambria Math" panose="02040503050406030204" pitchFamily="18" charset="0"/>
                          <a:ea typeface="Cambria Math" panose="02040503050406030204" pitchFamily="18" charset="0"/>
                        </a:rPr>
                        <m:t>𝑛</m:t>
                      </m:r>
                      <m:r>
                        <a:rPr kumimoji="1" lang="en-US" altLang="zh-CN" b="0" i="1" smtClean="0">
                          <a:latin typeface="Cambria Math" panose="02040503050406030204" pitchFamily="18" charset="0"/>
                          <a:ea typeface="Cambria Math" panose="02040503050406030204" pitchFamily="18" charset="0"/>
                        </a:rPr>
                        <m:t>≥0</m:t>
                      </m:r>
                    </m:oMath>
                  </m:oMathPara>
                </a14:m>
                <a:endParaRPr kumimoji="1" lang="en-US" altLang="zh-CN" b="0" dirty="0">
                  <a:ea typeface="Cambria Math" panose="02040503050406030204" pitchFamily="18" charset="0"/>
                </a:endParaRPr>
              </a:p>
              <a:p>
                <a:pPr marL="0" indent="0">
                  <a:lnSpc>
                    <a:spcPct val="150000"/>
                  </a:lnSpc>
                  <a:buNone/>
                </a:pPr>
                <a14:m>
                  <m:oMathPara xmlns:m="http://schemas.openxmlformats.org/officeDocument/2006/math">
                    <m:oMathParaPr>
                      <m:jc m:val="left"/>
                    </m:oMathParaPr>
                    <m:oMath xmlns:m="http://schemas.openxmlformats.org/officeDocument/2006/math">
                      <m:nary>
                        <m:naryPr>
                          <m:chr m:val="∑"/>
                          <m:ctrlPr>
                            <a:rPr kumimoji="1" lang="en-US" altLang="zh-CN" i="1" smtClean="0">
                              <a:latin typeface="Cambria Math" panose="02040503050406030204" pitchFamily="18" charset="0"/>
                            </a:rPr>
                          </m:ctrlPr>
                        </m:naryPr>
                        <m:sub>
                          <m:r>
                            <m:rPr>
                              <m:brk m:alnAt="23"/>
                            </m:rPr>
                            <a:rPr kumimoji="1" lang="en-US" altLang="zh-CN" b="0" i="1" smtClean="0">
                              <a:latin typeface="Cambria Math" panose="02040503050406030204" pitchFamily="18" charset="0"/>
                            </a:rPr>
                            <m:t>𝑛</m:t>
                          </m:r>
                          <m:r>
                            <a:rPr kumimoji="1" lang="en-US" altLang="zh-CN" b="0" i="1" smtClean="0">
                              <a:latin typeface="Cambria Math" panose="02040503050406030204" pitchFamily="18" charset="0"/>
                            </a:rPr>
                            <m:t>=0</m:t>
                          </m:r>
                        </m:sub>
                        <m:sup>
                          <m:r>
                            <a:rPr kumimoji="1" lang="en-US" altLang="zh-CN" i="1" smtClean="0">
                              <a:latin typeface="Cambria Math" panose="02040503050406030204" pitchFamily="18" charset="0"/>
                              <a:ea typeface="Cambria Math" panose="02040503050406030204" pitchFamily="18" charset="0"/>
                            </a:rPr>
                            <m:t>∞</m:t>
                          </m:r>
                        </m:sup>
                        <m:e>
                          <m:f>
                            <m:fPr>
                              <m:ctrlPr>
                                <a:rPr kumimoji="1" lang="en-US" altLang="zh-CN" i="1" smtClean="0">
                                  <a:latin typeface="Cambria Math" panose="02040503050406030204" pitchFamily="18" charset="0"/>
                                </a:rPr>
                              </m:ctrlPr>
                            </m:fPr>
                            <m:num>
                              <m:sSup>
                                <m:sSupPr>
                                  <m:ctrlPr>
                                    <a:rPr kumimoji="1" lang="en-US" altLang="zh-CN" i="1" smtClean="0">
                                      <a:latin typeface="Cambria Math" panose="02040503050406030204" pitchFamily="18" charset="0"/>
                                    </a:rPr>
                                  </m:ctrlPr>
                                </m:sSupPr>
                                <m:e>
                                  <m:r>
                                    <a:rPr kumimoji="1" lang="en-US" altLang="zh-CN" b="0" i="1" smtClean="0">
                                      <a:latin typeface="Cambria Math" panose="02040503050406030204" pitchFamily="18" charset="0"/>
                                    </a:rPr>
                                    <m:t>𝑥</m:t>
                                  </m:r>
                                </m:e>
                                <m:sup>
                                  <m:r>
                                    <a:rPr kumimoji="1" lang="en-US" altLang="zh-CN" b="0" i="1" smtClean="0">
                                      <a:latin typeface="Cambria Math" panose="02040503050406030204" pitchFamily="18" charset="0"/>
                                    </a:rPr>
                                    <m:t>𝑛</m:t>
                                  </m:r>
                                </m:sup>
                              </m:sSup>
                            </m:num>
                            <m:den>
                              <m:r>
                                <a:rPr kumimoji="1" lang="en-US" altLang="zh-CN" b="0" i="1" smtClean="0">
                                  <a:latin typeface="Cambria Math" panose="02040503050406030204" pitchFamily="18" charset="0"/>
                                </a:rPr>
                                <m:t>𝑛</m:t>
                              </m:r>
                              <m:r>
                                <a:rPr kumimoji="1" lang="en-US" altLang="zh-CN" b="0" i="1" smtClean="0">
                                  <a:latin typeface="Cambria Math" panose="02040503050406030204" pitchFamily="18" charset="0"/>
                                </a:rPr>
                                <m:t>!</m:t>
                              </m:r>
                            </m:den>
                          </m:f>
                          <m:r>
                            <a:rPr kumimoji="1" lang="en-US" altLang="zh-CN" b="0" i="1" smtClean="0">
                              <a:latin typeface="Cambria Math" panose="02040503050406030204" pitchFamily="18" charset="0"/>
                            </a:rPr>
                            <m:t>=</m:t>
                          </m:r>
                          <m:sSup>
                            <m:sSupPr>
                              <m:ctrlPr>
                                <a:rPr kumimoji="1" lang="en-US" altLang="zh-CN" b="0" i="1" smtClean="0">
                                  <a:latin typeface="Cambria Math" panose="02040503050406030204" pitchFamily="18" charset="0"/>
                                </a:rPr>
                              </m:ctrlPr>
                            </m:sSupPr>
                            <m:e>
                              <m:r>
                                <a:rPr kumimoji="1" lang="en-US" altLang="zh-CN" b="0" i="1" smtClean="0">
                                  <a:latin typeface="Cambria Math" panose="02040503050406030204" pitchFamily="18" charset="0"/>
                                </a:rPr>
                                <m:t>𝑒</m:t>
                              </m:r>
                            </m:e>
                            <m:sup>
                              <m:r>
                                <a:rPr kumimoji="1" lang="en-US" altLang="zh-CN" b="0" i="1" smtClean="0">
                                  <a:latin typeface="Cambria Math" panose="02040503050406030204" pitchFamily="18" charset="0"/>
                                </a:rPr>
                                <m:t>𝑥</m:t>
                              </m:r>
                            </m:sup>
                          </m:sSup>
                        </m:e>
                      </m:nary>
                      <m:r>
                        <a:rPr kumimoji="1" lang="en-US" altLang="zh-CN" b="0" i="1" smtClean="0">
                          <a:latin typeface="Cambria Math" panose="02040503050406030204" pitchFamily="18" charset="0"/>
                        </a:rPr>
                        <m:t>, −</m:t>
                      </m:r>
                      <m:r>
                        <a:rPr kumimoji="1" lang="en-US" altLang="zh-CN" b="0" i="1" smtClean="0">
                          <a:latin typeface="Cambria Math" panose="02040503050406030204" pitchFamily="18" charset="0"/>
                          <a:ea typeface="Cambria Math" panose="02040503050406030204" pitchFamily="18" charset="0"/>
                        </a:rPr>
                        <m:t>∞&lt;</m:t>
                      </m:r>
                      <m:r>
                        <a:rPr kumimoji="1" lang="en-US" altLang="zh-CN" b="0" i="1" smtClean="0">
                          <a:latin typeface="Cambria Math" panose="02040503050406030204" pitchFamily="18" charset="0"/>
                        </a:rPr>
                        <m:t>𝑥</m:t>
                      </m:r>
                      <m:r>
                        <a:rPr kumimoji="1" lang="en-US" altLang="zh-CN" b="0" i="1" smtClean="0">
                          <a:latin typeface="Cambria Math" panose="02040503050406030204" pitchFamily="18" charset="0"/>
                          <a:ea typeface="Cambria Math" panose="02040503050406030204" pitchFamily="18" charset="0"/>
                        </a:rPr>
                        <m:t>&lt;∞</m:t>
                      </m:r>
                    </m:oMath>
                  </m:oMathPara>
                </a14:m>
                <a:endParaRPr kumimoji="1" lang="en-US" altLang="zh-CN" dirty="0"/>
              </a:p>
            </p:txBody>
          </p:sp>
        </mc:Choice>
        <mc:Fallback xmlns="">
          <p:sp>
            <p:nvSpPr>
              <p:cNvPr id="3" name="内容占位符 2">
                <a:extLst>
                  <a:ext uri="{FF2B5EF4-FFF2-40B4-BE49-F238E27FC236}">
                    <a16:creationId xmlns:a16="http://schemas.microsoft.com/office/drawing/2014/main" id="{EFD948F6-9EA4-11C6-2FFA-8B076C980C77}"/>
                  </a:ext>
                </a:extLst>
              </p:cNvPr>
              <p:cNvSpPr>
                <a:spLocks noGrp="1" noRot="1" noChangeAspect="1" noMove="1" noResize="1" noEditPoints="1" noAdjustHandles="1" noChangeArrowheads="1" noChangeShapeType="1" noTextEdit="1"/>
              </p:cNvSpPr>
              <p:nvPr>
                <p:ph idx="1"/>
              </p:nvPr>
            </p:nvSpPr>
            <p:spPr>
              <a:xfrm>
                <a:off x="628650" y="1443660"/>
                <a:ext cx="7886700" cy="4351338"/>
              </a:xfrm>
              <a:blipFill>
                <a:blip r:embed="rId2"/>
                <a:stretch>
                  <a:fillRect l="-16881" t="-29360" b="-45349"/>
                </a:stretch>
              </a:blipFill>
            </p:spPr>
            <p:txBody>
              <a:bodyPr/>
              <a:lstStyle/>
              <a:p>
                <a:r>
                  <a:rPr lang="zh-CN" altLang="en-US">
                    <a:noFill/>
                  </a:rPr>
                  <a:t> </a:t>
                </a:r>
              </a:p>
            </p:txBody>
          </p:sp>
        </mc:Fallback>
      </mc:AlternateContent>
      <p:cxnSp>
        <p:nvCxnSpPr>
          <p:cNvPr id="4" name="直线连接符 3">
            <a:extLst>
              <a:ext uri="{FF2B5EF4-FFF2-40B4-BE49-F238E27FC236}">
                <a16:creationId xmlns:a16="http://schemas.microsoft.com/office/drawing/2014/main" id="{9EF045DA-2DCC-B14D-4A45-BCC128C68444}"/>
              </a:ext>
            </a:extLst>
          </p:cNvPr>
          <p:cNvCxnSpPr/>
          <p:nvPr/>
        </p:nvCxnSpPr>
        <p:spPr>
          <a:xfrm>
            <a:off x="0" y="773056"/>
            <a:ext cx="9144000" cy="0"/>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副标题 2">
            <a:extLst>
              <a:ext uri="{FF2B5EF4-FFF2-40B4-BE49-F238E27FC236}">
                <a16:creationId xmlns:a16="http://schemas.microsoft.com/office/drawing/2014/main" id="{73134BED-2F8F-7259-196A-5995799A5F34}"/>
              </a:ext>
            </a:extLst>
          </p:cNvPr>
          <p:cNvSpPr txBox="1">
            <a:spLocks/>
          </p:cNvSpPr>
          <p:nvPr/>
        </p:nvSpPr>
        <p:spPr>
          <a:xfrm>
            <a:off x="1341603" y="87737"/>
            <a:ext cx="6460795" cy="5329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zh-CN" altLang="en-US" sz="3600" b="1" dirty="0">
                <a:solidFill>
                  <a:srgbClr val="FF0000"/>
                </a:solidFill>
                <a:latin typeface="Arial" panose="020B0604020202020204" pitchFamily="34" charset="0"/>
                <a:ea typeface="STXinwei" panose="02010800040101010101" pitchFamily="2" charset="-122"/>
                <a:cs typeface="Arial" panose="020B0604020202020204" pitchFamily="34" charset="0"/>
              </a:rPr>
              <a:t>常用的积分和级数公式</a:t>
            </a:r>
          </a:p>
        </p:txBody>
      </p:sp>
    </p:spTree>
    <p:extLst>
      <p:ext uri="{BB962C8B-B14F-4D97-AF65-F5344CB8AC3E}">
        <p14:creationId xmlns:p14="http://schemas.microsoft.com/office/powerpoint/2010/main" val="573129082"/>
      </p:ext>
    </p:ext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1118</TotalTime>
  <Words>5535</Words>
  <Application>Microsoft Office PowerPoint</Application>
  <PresentationFormat>全屏显示(4:3)</PresentationFormat>
  <Paragraphs>406</Paragraphs>
  <Slides>48</Slides>
  <Notes>5</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vt:i4>
      </vt:variant>
      <vt:variant>
        <vt:lpstr>幻灯片标题</vt:lpstr>
      </vt:variant>
      <vt:variant>
        <vt:i4>48</vt:i4>
      </vt:variant>
    </vt:vector>
  </HeadingPairs>
  <TitlesOfParts>
    <vt:vector size="67" baseType="lpstr">
      <vt:lpstr>KaiTi</vt:lpstr>
      <vt:lpstr>等线</vt:lpstr>
      <vt:lpstr>等线 Light</vt:lpstr>
      <vt:lpstr>STXinwei</vt:lpstr>
      <vt:lpstr>STXinwei</vt:lpstr>
      <vt:lpstr>宋体</vt:lpstr>
      <vt:lpstr>Microsoft YaHei</vt:lpstr>
      <vt:lpstr>Microsoft YaHei</vt:lpstr>
      <vt:lpstr>Arial</vt:lpstr>
      <vt:lpstr>Calibri</vt:lpstr>
      <vt:lpstr>Calibri Light</vt:lpstr>
      <vt:lpstr>Cambria Math</vt:lpstr>
      <vt:lpstr>Symbol</vt:lpstr>
      <vt:lpstr>Times New Roman</vt:lpstr>
      <vt:lpstr>Wingdings</vt:lpstr>
      <vt:lpstr>Office 主题​​</vt:lpstr>
      <vt:lpstr>公式</vt:lpstr>
      <vt:lpstr>BMP 图象</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201</cp:lastModifiedBy>
  <cp:revision>35</cp:revision>
  <dcterms:created xsi:type="dcterms:W3CDTF">2022-05-08T13:32:52Z</dcterms:created>
  <dcterms:modified xsi:type="dcterms:W3CDTF">2023-04-11T01:00:04Z</dcterms:modified>
</cp:coreProperties>
</file>